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64" r:id="rId1"/>
    <p:sldMasterId id="2147483765" r:id="rId2"/>
  </p:sldMasterIdLst>
  <p:notesMasterIdLst>
    <p:notesMasterId r:id="rId22"/>
  </p:notesMasterIdLst>
  <p:sldIdLst>
    <p:sldId id="256" r:id="rId3"/>
    <p:sldId id="262" r:id="rId4"/>
    <p:sldId id="263" r:id="rId5"/>
    <p:sldId id="264" r:id="rId6"/>
    <p:sldId id="265" r:id="rId7"/>
    <p:sldId id="309"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308" r:id="rId21"/>
  </p:sldIdLst>
  <p:sldSz cx="9144000" cy="5143500" type="screen16x9"/>
  <p:notesSz cx="6858000" cy="9144000"/>
  <p:embeddedFontLst>
    <p:embeddedFont>
      <p:font typeface="Helvetica Neue" panose="020B0604020202020204" charset="0"/>
      <p:regular r:id="rId23"/>
      <p:bold r:id="rId24"/>
      <p:italic r:id="rId25"/>
      <p:boldItalic r:id="rId26"/>
    </p:embeddedFont>
    <p:embeddedFont>
      <p:font typeface="Karla" pitchFamily="2" charset="0"/>
      <p:regular r:id="rId27"/>
      <p:bold r:id="rId28"/>
      <p:italic r:id="rId29"/>
      <p:boldItalic r:id="rId30"/>
    </p:embeddedFont>
    <p:embeddedFont>
      <p:font typeface="Lato" panose="020F0502020204030203" pitchFamily="34" charset="0"/>
      <p:regular r:id="rId31"/>
      <p:bold r:id="rId32"/>
      <p:italic r:id="rId33"/>
      <p:boldItalic r:id="rId34"/>
    </p:embeddedFont>
    <p:embeddedFont>
      <p:font typeface="Lato Black" panose="020F0502020204030203" pitchFamily="34" charset="0"/>
      <p:bold r:id="rId35"/>
      <p:boldItalic r:id="rId36"/>
    </p:embeddedFont>
    <p:embeddedFont>
      <p:font typeface="Open Sans" panose="020B0606030504020204" pitchFamily="34" charset="0"/>
      <p:regular r:id="rId37"/>
      <p:bold r:id="rId38"/>
      <p:italic r:id="rId39"/>
      <p:boldItalic r:id="rId40"/>
    </p:embeddedFont>
    <p:embeddedFont>
      <p:font typeface="Poppins" panose="00000500000000000000" pitchFamily="2" charset="0"/>
      <p:regular r:id="rId41"/>
      <p:bold r:id="rId42"/>
      <p:italic r:id="rId43"/>
      <p:boldItalic r:id="rId44"/>
    </p:embeddedFont>
    <p:embeddedFont>
      <p:font typeface="Poppins Black" panose="00000A00000000000000" pitchFamily="2" charset="0"/>
      <p:bold r:id="rId45"/>
      <p:boldItalic r:id="rId46"/>
    </p:embeddedFont>
    <p:embeddedFont>
      <p:font typeface="Poppins ExtraBold" panose="00000900000000000000" pitchFamily="2" charset="0"/>
      <p:bold r:id="rId47"/>
      <p:boldItalic r:id="rId48"/>
    </p:embeddedFont>
    <p:embeddedFont>
      <p:font typeface="Roboto" panose="02000000000000000000" pitchFamily="2"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2992">
          <p15:clr>
            <a:srgbClr val="9AA0A6"/>
          </p15:clr>
        </p15:guide>
        <p15:guide id="4" orient="horz" pos="420">
          <p15:clr>
            <a:srgbClr val="9AA0A6"/>
          </p15:clr>
        </p15:guide>
        <p15:guide id="5" pos="533">
          <p15:clr>
            <a:srgbClr val="9AA0A6"/>
          </p15:clr>
        </p15:guide>
        <p15:guide id="6" orient="horz" pos="277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44"/>
      </p:cViewPr>
      <p:guideLst>
        <p:guide orient="horz" pos="1620"/>
        <p:guide pos="2880"/>
        <p:guide orient="horz" pos="2992"/>
        <p:guide orient="horz" pos="420"/>
        <p:guide pos="533"/>
        <p:guide orient="horz" pos="277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19.xml"/><Relationship Id="rId34" Type="http://schemas.openxmlformats.org/officeDocument/2006/relationships/font" Target="fonts/font12.fntdata"/><Relationship Id="rId42" Type="http://schemas.openxmlformats.org/officeDocument/2006/relationships/font" Target="fonts/font20.fntdata"/><Relationship Id="rId47" Type="http://schemas.openxmlformats.org/officeDocument/2006/relationships/font" Target="fonts/font25.fntdata"/><Relationship Id="rId50" Type="http://schemas.openxmlformats.org/officeDocument/2006/relationships/font" Target="fonts/font28.fntdata"/><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7.fntdata"/><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font" Target="fonts/font23.fntdata"/><Relationship Id="rId53" Type="http://schemas.openxmlformats.org/officeDocument/2006/relationships/presProps" Target="pres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48" Type="http://schemas.openxmlformats.org/officeDocument/2006/relationships/font" Target="fonts/font26.fntdata"/><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29.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46" Type="http://schemas.openxmlformats.org/officeDocument/2006/relationships/font" Target="fonts/font24.fntdata"/><Relationship Id="rId20" Type="http://schemas.openxmlformats.org/officeDocument/2006/relationships/slide" Target="slides/slide18.xml"/><Relationship Id="rId41" Type="http://schemas.openxmlformats.org/officeDocument/2006/relationships/font" Target="fonts/font19.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font" Target="fonts/font27.fntdata"/><Relationship Id="rId57" Type="http://schemas.microsoft.com/office/2016/11/relationships/changesInfo" Target="changesInfos/changesInfo1.xml"/><Relationship Id="rId10" Type="http://schemas.openxmlformats.org/officeDocument/2006/relationships/slide" Target="slides/slide8.xml"/><Relationship Id="rId31" Type="http://schemas.openxmlformats.org/officeDocument/2006/relationships/font" Target="fonts/font9.fntdata"/><Relationship Id="rId44" Type="http://schemas.openxmlformats.org/officeDocument/2006/relationships/font" Target="fonts/font22.fntdata"/><Relationship Id="rId52" Type="http://schemas.openxmlformats.org/officeDocument/2006/relationships/font" Target="fonts/font30.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lvain Muya" userId="ea449ae1-8bbc-4253-b36d-b13dbe70d4cb" providerId="ADAL" clId="{E8BAF79F-84B2-4080-B13D-AB7BF0058D2D}"/>
    <pc:docChg chg="custSel delSld modSld">
      <pc:chgData name="Sylvain Muya" userId="ea449ae1-8bbc-4253-b36d-b13dbe70d4cb" providerId="ADAL" clId="{E8BAF79F-84B2-4080-B13D-AB7BF0058D2D}" dt="2025-12-13T11:17:38.435" v="64" actId="47"/>
      <pc:docMkLst>
        <pc:docMk/>
      </pc:docMkLst>
      <pc:sldChg chg="delSp modSp mod">
        <pc:chgData name="Sylvain Muya" userId="ea449ae1-8bbc-4253-b36d-b13dbe70d4cb" providerId="ADAL" clId="{E8BAF79F-84B2-4080-B13D-AB7BF0058D2D}" dt="2025-12-13T11:10:39.276" v="58" actId="478"/>
        <pc:sldMkLst>
          <pc:docMk/>
          <pc:sldMk cId="0" sldId="256"/>
        </pc:sldMkLst>
        <pc:spChg chg="mod">
          <ac:chgData name="Sylvain Muya" userId="ea449ae1-8bbc-4253-b36d-b13dbe70d4cb" providerId="ADAL" clId="{E8BAF79F-84B2-4080-B13D-AB7BF0058D2D}" dt="2025-12-13T11:10:07.611" v="52" actId="1076"/>
          <ac:spMkLst>
            <pc:docMk/>
            <pc:sldMk cId="0" sldId="256"/>
            <ac:spMk id="2689" creationId="{00000000-0000-0000-0000-000000000000}"/>
          </ac:spMkLst>
        </pc:spChg>
        <pc:spChg chg="del">
          <ac:chgData name="Sylvain Muya" userId="ea449ae1-8bbc-4253-b36d-b13dbe70d4cb" providerId="ADAL" clId="{E8BAF79F-84B2-4080-B13D-AB7BF0058D2D}" dt="2025-12-13T11:10:23.279" v="53" actId="478"/>
          <ac:spMkLst>
            <pc:docMk/>
            <pc:sldMk cId="0" sldId="256"/>
            <ac:spMk id="2690" creationId="{00000000-0000-0000-0000-000000000000}"/>
          </ac:spMkLst>
        </pc:spChg>
        <pc:spChg chg="del">
          <ac:chgData name="Sylvain Muya" userId="ea449ae1-8bbc-4253-b36d-b13dbe70d4cb" providerId="ADAL" clId="{E8BAF79F-84B2-4080-B13D-AB7BF0058D2D}" dt="2025-12-13T11:10:31.930" v="54" actId="478"/>
          <ac:spMkLst>
            <pc:docMk/>
            <pc:sldMk cId="0" sldId="256"/>
            <ac:spMk id="2691" creationId="{00000000-0000-0000-0000-000000000000}"/>
          </ac:spMkLst>
        </pc:spChg>
        <pc:spChg chg="del">
          <ac:chgData name="Sylvain Muya" userId="ea449ae1-8bbc-4253-b36d-b13dbe70d4cb" providerId="ADAL" clId="{E8BAF79F-84B2-4080-B13D-AB7BF0058D2D}" dt="2025-12-13T11:10:33.566" v="55" actId="478"/>
          <ac:spMkLst>
            <pc:docMk/>
            <pc:sldMk cId="0" sldId="256"/>
            <ac:spMk id="2692" creationId="{00000000-0000-0000-0000-000000000000}"/>
          </ac:spMkLst>
        </pc:spChg>
        <pc:picChg chg="del">
          <ac:chgData name="Sylvain Muya" userId="ea449ae1-8bbc-4253-b36d-b13dbe70d4cb" providerId="ADAL" clId="{E8BAF79F-84B2-4080-B13D-AB7BF0058D2D}" dt="2025-12-13T11:10:39.276" v="58" actId="478"/>
          <ac:picMkLst>
            <pc:docMk/>
            <pc:sldMk cId="0" sldId="256"/>
            <ac:picMk id="2703" creationId="{00000000-0000-0000-0000-000000000000}"/>
          </ac:picMkLst>
        </pc:picChg>
        <pc:picChg chg="del mod">
          <ac:chgData name="Sylvain Muya" userId="ea449ae1-8bbc-4253-b36d-b13dbe70d4cb" providerId="ADAL" clId="{E8BAF79F-84B2-4080-B13D-AB7BF0058D2D}" dt="2025-12-13T11:10:35.644" v="57" actId="478"/>
          <ac:picMkLst>
            <pc:docMk/>
            <pc:sldMk cId="0" sldId="256"/>
            <ac:picMk id="2704" creationId="{00000000-0000-0000-0000-000000000000}"/>
          </ac:picMkLst>
        </pc:picChg>
      </pc:sldChg>
      <pc:sldChg chg="del">
        <pc:chgData name="Sylvain Muya" userId="ea449ae1-8bbc-4253-b36d-b13dbe70d4cb" providerId="ADAL" clId="{E8BAF79F-84B2-4080-B13D-AB7BF0058D2D}" dt="2025-12-13T11:10:42.818" v="59" actId="47"/>
        <pc:sldMkLst>
          <pc:docMk/>
          <pc:sldMk cId="0" sldId="257"/>
        </pc:sldMkLst>
      </pc:sldChg>
      <pc:sldChg chg="del">
        <pc:chgData name="Sylvain Muya" userId="ea449ae1-8bbc-4253-b36d-b13dbe70d4cb" providerId="ADAL" clId="{E8BAF79F-84B2-4080-B13D-AB7BF0058D2D}" dt="2025-12-13T11:10:51.360" v="60" actId="47"/>
        <pc:sldMkLst>
          <pc:docMk/>
          <pc:sldMk cId="0" sldId="258"/>
        </pc:sldMkLst>
      </pc:sldChg>
      <pc:sldChg chg="del">
        <pc:chgData name="Sylvain Muya" userId="ea449ae1-8bbc-4253-b36d-b13dbe70d4cb" providerId="ADAL" clId="{E8BAF79F-84B2-4080-B13D-AB7BF0058D2D}" dt="2025-12-13T11:10:51.360" v="60" actId="47"/>
        <pc:sldMkLst>
          <pc:docMk/>
          <pc:sldMk cId="0" sldId="259"/>
        </pc:sldMkLst>
      </pc:sldChg>
      <pc:sldChg chg="del">
        <pc:chgData name="Sylvain Muya" userId="ea449ae1-8bbc-4253-b36d-b13dbe70d4cb" providerId="ADAL" clId="{E8BAF79F-84B2-4080-B13D-AB7BF0058D2D}" dt="2025-12-13T11:10:51.360" v="60" actId="47"/>
        <pc:sldMkLst>
          <pc:docMk/>
          <pc:sldMk cId="0" sldId="260"/>
        </pc:sldMkLst>
      </pc:sldChg>
      <pc:sldChg chg="del">
        <pc:chgData name="Sylvain Muya" userId="ea449ae1-8bbc-4253-b36d-b13dbe70d4cb" providerId="ADAL" clId="{E8BAF79F-84B2-4080-B13D-AB7BF0058D2D}" dt="2025-12-13T11:10:51.360" v="60" actId="47"/>
        <pc:sldMkLst>
          <pc:docMk/>
          <pc:sldMk cId="0" sldId="261"/>
        </pc:sldMkLst>
      </pc:sldChg>
      <pc:sldChg chg="modSp mod">
        <pc:chgData name="Sylvain Muya" userId="ea449ae1-8bbc-4253-b36d-b13dbe70d4cb" providerId="ADAL" clId="{E8BAF79F-84B2-4080-B13D-AB7BF0058D2D}" dt="2025-12-13T11:12:04.958" v="61" actId="1076"/>
        <pc:sldMkLst>
          <pc:docMk/>
          <pc:sldMk cId="0" sldId="269"/>
        </pc:sldMkLst>
        <pc:spChg chg="mod">
          <ac:chgData name="Sylvain Muya" userId="ea449ae1-8bbc-4253-b36d-b13dbe70d4cb" providerId="ADAL" clId="{E8BAF79F-84B2-4080-B13D-AB7BF0058D2D}" dt="2025-12-13T11:12:04.958" v="61" actId="1076"/>
          <ac:spMkLst>
            <pc:docMk/>
            <pc:sldMk cId="0" sldId="269"/>
            <ac:spMk id="2864" creationId="{00000000-0000-0000-0000-000000000000}"/>
          </ac:spMkLst>
        </pc:spChg>
      </pc:sldChg>
      <pc:sldChg chg="del">
        <pc:chgData name="Sylvain Muya" userId="ea449ae1-8bbc-4253-b36d-b13dbe70d4cb" providerId="ADAL" clId="{E8BAF79F-84B2-4080-B13D-AB7BF0058D2D}" dt="2025-12-13T11:17:34.287" v="63" actId="47"/>
        <pc:sldMkLst>
          <pc:docMk/>
          <pc:sldMk cId="0" sldId="278"/>
        </pc:sldMkLst>
      </pc:sldChg>
      <pc:sldChg chg="del">
        <pc:chgData name="Sylvain Muya" userId="ea449ae1-8bbc-4253-b36d-b13dbe70d4cb" providerId="ADAL" clId="{E8BAF79F-84B2-4080-B13D-AB7BF0058D2D}" dt="2025-12-13T11:17:38.435" v="64" actId="47"/>
        <pc:sldMkLst>
          <pc:docMk/>
          <pc:sldMk cId="0" sldId="279"/>
        </pc:sldMkLst>
      </pc:sldChg>
      <pc:sldChg chg="del">
        <pc:chgData name="Sylvain Muya" userId="ea449ae1-8bbc-4253-b36d-b13dbe70d4cb" providerId="ADAL" clId="{E8BAF79F-84B2-4080-B13D-AB7BF0058D2D}" dt="2025-12-13T11:17:04.156" v="62" actId="47"/>
        <pc:sldMkLst>
          <pc:docMk/>
          <pc:sldMk cId="0" sldId="304"/>
        </pc:sldMkLst>
      </pc:sldChg>
      <pc:sldMasterChg chg="delSldLayout">
        <pc:chgData name="Sylvain Muya" userId="ea449ae1-8bbc-4253-b36d-b13dbe70d4cb" providerId="ADAL" clId="{E8BAF79F-84B2-4080-B13D-AB7BF0058D2D}" dt="2025-12-13T11:17:04.156" v="62" actId="47"/>
        <pc:sldMasterMkLst>
          <pc:docMk/>
          <pc:sldMasterMk cId="0" sldId="2147483765"/>
        </pc:sldMasterMkLst>
        <pc:sldLayoutChg chg="del">
          <pc:chgData name="Sylvain Muya" userId="ea449ae1-8bbc-4253-b36d-b13dbe70d4cb" providerId="ADAL" clId="{E8BAF79F-84B2-4080-B13D-AB7BF0058D2D}" dt="2025-12-13T11:10:42.818" v="59" actId="47"/>
          <pc:sldLayoutMkLst>
            <pc:docMk/>
            <pc:sldMasterMk cId="0" sldId="2147483765"/>
            <pc:sldLayoutMk cId="0" sldId="2147483680"/>
          </pc:sldLayoutMkLst>
        </pc:sldLayoutChg>
        <pc:sldLayoutChg chg="del">
          <pc:chgData name="Sylvain Muya" userId="ea449ae1-8bbc-4253-b36d-b13dbe70d4cb" providerId="ADAL" clId="{E8BAF79F-84B2-4080-B13D-AB7BF0058D2D}" dt="2025-12-13T11:17:04.156" v="62" actId="47"/>
          <pc:sldLayoutMkLst>
            <pc:docMk/>
            <pc:sldMasterMk cId="0" sldId="2147483765"/>
            <pc:sldLayoutMk cId="0" sldId="214748368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rive.google.com/open?id=1f5xE2bQ2Hqhsz8lWQvJdQZzJQzOMnLbm&amp;authuser=miguele%40thenucleusgroup.com&amp;usp=drive_f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0"/>
        <p:cNvGrpSpPr/>
        <p:nvPr/>
      </p:nvGrpSpPr>
      <p:grpSpPr>
        <a:xfrm>
          <a:off x="0" y="0"/>
          <a:ext cx="0" cy="0"/>
          <a:chOff x="0" y="0"/>
          <a:chExt cx="0" cy="0"/>
        </a:xfrm>
      </p:grpSpPr>
      <p:sp>
        <p:nvSpPr>
          <p:cNvPr id="2681" name="Google Shape;2681;g232abe1edd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2" name="Google Shape;2682;g232abe1edd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5"/>
        <p:cNvGrpSpPr/>
        <p:nvPr/>
      </p:nvGrpSpPr>
      <p:grpSpPr>
        <a:xfrm>
          <a:off x="0" y="0"/>
          <a:ext cx="0" cy="0"/>
          <a:chOff x="0" y="0"/>
          <a:chExt cx="0" cy="0"/>
        </a:xfrm>
      </p:grpSpPr>
      <p:sp>
        <p:nvSpPr>
          <p:cNvPr id="2746" name="Google Shape;2746;g1c7e4a9205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7" name="Google Shape;2747;g1c7e4a9205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3"/>
        <p:cNvGrpSpPr/>
        <p:nvPr/>
      </p:nvGrpSpPr>
      <p:grpSpPr>
        <a:xfrm>
          <a:off x="0" y="0"/>
          <a:ext cx="0" cy="0"/>
          <a:chOff x="0" y="0"/>
          <a:chExt cx="0" cy="0"/>
        </a:xfrm>
      </p:grpSpPr>
      <p:sp>
        <p:nvSpPr>
          <p:cNvPr id="2754" name="Google Shape;2754;g13f43317ba2_0_4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5" name="Google Shape;2755;g13f43317ba2_0_40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latin typeface="Karla"/>
                <a:ea typeface="Karla"/>
                <a:cs typeface="Karla"/>
                <a:sym typeface="Karla"/>
              </a:rPr>
              <a:t>A quoi vous fait penser ce dessin ?</a:t>
            </a:r>
            <a:endParaRPr>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i="1">
                <a:highlight>
                  <a:srgbClr val="FFF2CC"/>
                </a:highlight>
                <a:latin typeface="Karla"/>
                <a:ea typeface="Karla"/>
                <a:cs typeface="Karla"/>
                <a:sym typeface="Karla"/>
              </a:rPr>
              <a:t>[Pause pour donner aux participants le temps de répondre]</a:t>
            </a:r>
            <a:endParaRPr i="1">
              <a:highlight>
                <a:srgbClr val="FFF2CC"/>
              </a:highlight>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latin typeface="Karla"/>
                <a:ea typeface="Karla"/>
                <a:cs typeface="Karla"/>
                <a:sym typeface="Karla"/>
              </a:rPr>
              <a:t>COVID? Peut-être une autre campagne de vaccination ?</a:t>
            </a:r>
            <a:endParaRPr>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latin typeface="Karla"/>
                <a:ea typeface="Karla"/>
                <a:cs typeface="Karla"/>
                <a:sym typeface="Karla"/>
              </a:rPr>
              <a:t>C'est ce qu'on ressentait vis-à-vis de la vaccination COVID 19. Essayer de faire vacciner les gens contre la COVID 19. N'est-ce pas ?</a:t>
            </a:r>
            <a:endParaRPr>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latin typeface="Karla"/>
                <a:ea typeface="Karla"/>
                <a:cs typeface="Karla"/>
                <a:sym typeface="Karla"/>
              </a:rPr>
              <a:t>Quelqu'un voudrait-il partager une histoire de ce que cette illustration lui rappelle?</a:t>
            </a:r>
            <a:endParaRPr>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latin typeface="Karla"/>
                <a:ea typeface="Karla"/>
                <a:cs typeface="Karla"/>
                <a:sym typeface="Karla"/>
              </a:rPr>
              <a:t>Parfois, nous nous demandons pourquoi, même si des services sont disponibles, c'est toujours le comportement que nous obtenons ?</a:t>
            </a:r>
            <a:endParaRPr>
              <a:latin typeface="Karla"/>
              <a:ea typeface="Karla"/>
              <a:cs typeface="Karla"/>
              <a:sym typeface="Karla"/>
            </a:endParaRPr>
          </a:p>
          <a:p>
            <a:pPr marL="0" lvl="0" indent="0" algn="l" rtl="0">
              <a:spcBef>
                <a:spcPts val="0"/>
              </a:spcBef>
              <a:spcAft>
                <a:spcPts val="0"/>
              </a:spcAft>
              <a:buNone/>
            </a:pPr>
            <a:endParaRPr>
              <a:latin typeface="Karla"/>
              <a:ea typeface="Karla"/>
              <a:cs typeface="Karla"/>
              <a:sym typeface="Karl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4"/>
        <p:cNvGrpSpPr/>
        <p:nvPr/>
      </p:nvGrpSpPr>
      <p:grpSpPr>
        <a:xfrm>
          <a:off x="0" y="0"/>
          <a:ext cx="0" cy="0"/>
          <a:chOff x="0" y="0"/>
          <a:chExt cx="0" cy="0"/>
        </a:xfrm>
      </p:grpSpPr>
      <p:sp>
        <p:nvSpPr>
          <p:cNvPr id="2765" name="Google Shape;2765;g204d6b1acf2_0_25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6" name="Google Shape;2766;g204d6b1acf2_0_2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latin typeface="Karla"/>
                <a:ea typeface="Karla"/>
                <a:cs typeface="Karla"/>
                <a:sym typeface="Karla"/>
              </a:rPr>
              <a:t>Ce qui nous amène à cette question :</a:t>
            </a:r>
            <a:endParaRPr>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latin typeface="Karla"/>
                <a:ea typeface="Karla"/>
                <a:cs typeface="Karla"/>
                <a:sym typeface="Karla"/>
              </a:rPr>
              <a:t>Comment changer de comportement ?</a:t>
            </a:r>
            <a:endParaRPr>
              <a:latin typeface="Karla"/>
              <a:ea typeface="Karla"/>
              <a:cs typeface="Karla"/>
              <a:sym typeface="Karla"/>
            </a:endParaRPr>
          </a:p>
          <a:p>
            <a:pPr marL="0" lvl="0" indent="0" algn="l" rtl="0">
              <a:spcBef>
                <a:spcPts val="0"/>
              </a:spcBef>
              <a:spcAft>
                <a:spcPts val="0"/>
              </a:spcAft>
              <a:buNone/>
            </a:pPr>
            <a:endParaRPr>
              <a:latin typeface="Karla"/>
              <a:ea typeface="Karla"/>
              <a:cs typeface="Karla"/>
              <a:sym typeface="Karl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4"/>
        <p:cNvGrpSpPr/>
        <p:nvPr/>
      </p:nvGrpSpPr>
      <p:grpSpPr>
        <a:xfrm>
          <a:off x="0" y="0"/>
          <a:ext cx="0" cy="0"/>
          <a:chOff x="0" y="0"/>
          <a:chExt cx="0" cy="0"/>
        </a:xfrm>
      </p:grpSpPr>
      <p:sp>
        <p:nvSpPr>
          <p:cNvPr id="2775" name="Google Shape;2775;g15c2ee75d0c_1_13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6" name="Google Shape;2776;g15c2ee75d0c_1_13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latin typeface="Karla"/>
                <a:ea typeface="Karla"/>
                <a:cs typeface="Karla"/>
                <a:sym typeface="Karla"/>
              </a:rPr>
              <a:t>Il ne suffit pas de donner aux gens de plus en plus d'informations sur les vaccins ou sur l'importance de la vaccination pour modifier leur comportement.</a:t>
            </a:r>
            <a:endParaRPr>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latin typeface="Karla"/>
                <a:ea typeface="Karla"/>
                <a:cs typeface="Karla"/>
                <a:sym typeface="Karla"/>
              </a:rPr>
              <a:t>Oui, la connaissance est importante, mais il y a d'autres choses au-delà de la connaissance qui comptent.</a:t>
            </a:r>
            <a:endParaRPr>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latin typeface="Karla"/>
                <a:ea typeface="Karla"/>
                <a:cs typeface="Karla"/>
                <a:sym typeface="Karla"/>
              </a:rPr>
              <a:t>Considérez l'illustration COVID que nous venons de voir. Ce comportement n'est pas seulement dû à un manque de connaissances ou d'informations, n'est-ce pas ?</a:t>
            </a:r>
            <a:endParaRPr>
              <a:latin typeface="Karla"/>
              <a:ea typeface="Karla"/>
              <a:cs typeface="Karla"/>
              <a:sym typeface="Karla"/>
            </a:endParaRPr>
          </a:p>
          <a:p>
            <a:pPr marL="0" lvl="0" indent="0" algn="l" rtl="0">
              <a:spcBef>
                <a:spcPts val="0"/>
              </a:spcBef>
              <a:spcAft>
                <a:spcPts val="0"/>
              </a:spcAft>
              <a:buNone/>
            </a:pPr>
            <a:endParaRPr>
              <a:latin typeface="Karla"/>
              <a:ea typeface="Karla"/>
              <a:cs typeface="Karla"/>
              <a:sym typeface="Karl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10253ba8a6d_0_71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g10253ba8a6d_0_717:notes"/>
          <p:cNvSpPr txBox="1">
            <a:spLocks noGrp="1"/>
          </p:cNvSpPr>
          <p:nvPr>
            <p:ph type="body" idx="1"/>
          </p:nvPr>
        </p:nvSpPr>
        <p:spPr>
          <a:xfrm>
            <a:off x="701040" y="4473892"/>
            <a:ext cx="5608200" cy="3660600"/>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15" name="Google Shape;215;g10253ba8a6d_0_717:notes"/>
          <p:cNvSpPr txBox="1">
            <a:spLocks noGrp="1"/>
          </p:cNvSpPr>
          <p:nvPr>
            <p:ph type="sldNum" idx="12"/>
          </p:nvPr>
        </p:nvSpPr>
        <p:spPr>
          <a:xfrm>
            <a:off x="3970938" y="8829967"/>
            <a:ext cx="3037800" cy="46650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6"/>
        <p:cNvGrpSpPr/>
        <p:nvPr/>
      </p:nvGrpSpPr>
      <p:grpSpPr>
        <a:xfrm>
          <a:off x="0" y="0"/>
          <a:ext cx="0" cy="0"/>
          <a:chOff x="0" y="0"/>
          <a:chExt cx="0" cy="0"/>
        </a:xfrm>
      </p:grpSpPr>
      <p:sp>
        <p:nvSpPr>
          <p:cNvPr id="2787" name="Google Shape;2787;g232abe1eddb_0_79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8" name="Google Shape;2788;g232abe1eddb_0_79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Ce n'est pas parce que les gens ont l'information qu'ils vont agir en conséquence</a:t>
            </a:r>
            <a:endParaRPr>
              <a:solidFill>
                <a:schemeClr val="dk1"/>
              </a:solidFill>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Il y a tellement de facteurs différents qui peuvent affecter la décision, l'action et l'action répétée.</a:t>
            </a:r>
            <a:endParaRPr>
              <a:solidFill>
                <a:schemeClr val="dk1"/>
              </a:solidFill>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Autres priorités, mauvaises expériences, désinformation, etc.</a:t>
            </a:r>
            <a:endParaRPr>
              <a:solidFill>
                <a:schemeClr val="dk1"/>
              </a:solidFill>
              <a:latin typeface="Karla"/>
              <a:ea typeface="Karla"/>
              <a:cs typeface="Karla"/>
              <a:sym typeface="Karla"/>
            </a:endParaRPr>
          </a:p>
          <a:p>
            <a:pPr marL="0" lvl="0" indent="0" algn="l" rtl="0">
              <a:spcBef>
                <a:spcPts val="0"/>
              </a:spcBef>
              <a:spcAft>
                <a:spcPts val="0"/>
              </a:spcAft>
              <a:buNone/>
            </a:pPr>
            <a:endParaRPr>
              <a:solidFill>
                <a:schemeClr val="dk1"/>
              </a:solidFill>
              <a:latin typeface="Karla"/>
              <a:ea typeface="Karla"/>
              <a:cs typeface="Karla"/>
              <a:sym typeface="Karl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5"/>
        <p:cNvGrpSpPr/>
        <p:nvPr/>
      </p:nvGrpSpPr>
      <p:grpSpPr>
        <a:xfrm>
          <a:off x="0" y="0"/>
          <a:ext cx="0" cy="0"/>
          <a:chOff x="0" y="0"/>
          <a:chExt cx="0" cy="0"/>
        </a:xfrm>
      </p:grpSpPr>
      <p:sp>
        <p:nvSpPr>
          <p:cNvPr id="2796" name="Google Shape;2796;g238ddd960d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7" name="Google Shape;2797;g238ddd960d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Ce n'est pas parce que les gens ont l'information qu'ils vont agir en conséquence</a:t>
            </a:r>
            <a:endParaRPr>
              <a:solidFill>
                <a:schemeClr val="dk1"/>
              </a:solidFill>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Il y a tellement de facteurs différents qui peuvent affecter la décision, l'action et l'action répétée.</a:t>
            </a:r>
            <a:endParaRPr>
              <a:solidFill>
                <a:schemeClr val="dk1"/>
              </a:solidFill>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Autres priorités, mauvaises expériences, désinformation, etc.</a:t>
            </a:r>
            <a:endParaRPr>
              <a:solidFill>
                <a:schemeClr val="dk1"/>
              </a:solidFill>
              <a:latin typeface="Karla"/>
              <a:ea typeface="Karla"/>
              <a:cs typeface="Karla"/>
              <a:sym typeface="Karla"/>
            </a:endParaRPr>
          </a:p>
          <a:p>
            <a:pPr marL="0" lvl="0" indent="0" algn="l" rtl="0">
              <a:spcBef>
                <a:spcPts val="0"/>
              </a:spcBef>
              <a:spcAft>
                <a:spcPts val="0"/>
              </a:spcAft>
              <a:buNone/>
            </a:pPr>
            <a:endParaRPr>
              <a:solidFill>
                <a:schemeClr val="dk1"/>
              </a:solidFill>
              <a:latin typeface="Karla"/>
              <a:ea typeface="Karla"/>
              <a:cs typeface="Karla"/>
              <a:sym typeface="Karl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4"/>
        <p:cNvGrpSpPr/>
        <p:nvPr/>
      </p:nvGrpSpPr>
      <p:grpSpPr>
        <a:xfrm>
          <a:off x="0" y="0"/>
          <a:ext cx="0" cy="0"/>
          <a:chOff x="0" y="0"/>
          <a:chExt cx="0" cy="0"/>
        </a:xfrm>
      </p:grpSpPr>
      <p:sp>
        <p:nvSpPr>
          <p:cNvPr id="2815" name="Google Shape;2815;g204d6b1acf2_0_5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6" name="Google Shape;2816;g204d6b1acf2_0_5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8"/>
        <p:cNvGrpSpPr/>
        <p:nvPr/>
      </p:nvGrpSpPr>
      <p:grpSpPr>
        <a:xfrm>
          <a:off x="0" y="0"/>
          <a:ext cx="0" cy="0"/>
          <a:chOff x="0" y="0"/>
          <a:chExt cx="0" cy="0"/>
        </a:xfrm>
      </p:grpSpPr>
      <p:sp>
        <p:nvSpPr>
          <p:cNvPr id="2859" name="Google Shape;2859;g204d6b1acf2_0_5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0" name="Google Shape;2860;g204d6b1acf2_0_5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3"/>
        <p:cNvGrpSpPr/>
        <p:nvPr/>
      </p:nvGrpSpPr>
      <p:grpSpPr>
        <a:xfrm>
          <a:off x="0" y="0"/>
          <a:ext cx="0" cy="0"/>
          <a:chOff x="0" y="0"/>
          <a:chExt cx="0" cy="0"/>
        </a:xfrm>
      </p:grpSpPr>
      <p:sp>
        <p:nvSpPr>
          <p:cNvPr id="2904" name="Google Shape;2904;g204d6b1acf2_0_5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5" name="Google Shape;2905;g204d6b1acf2_0_5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Parce que l'objectif est différent : au lieu de partager plus d'informations, nous essayons de :</a:t>
            </a:r>
            <a:endParaRPr>
              <a:solidFill>
                <a:schemeClr val="dk1"/>
              </a:solidFill>
              <a:latin typeface="Karla"/>
              <a:ea typeface="Karla"/>
              <a:cs typeface="Karla"/>
              <a:sym typeface="Karla"/>
            </a:endParaRPr>
          </a:p>
          <a:p>
            <a:pPr marL="457200" lvl="0" indent="-298450" algn="l" rtl="0">
              <a:spcBef>
                <a:spcPts val="0"/>
              </a:spcBef>
              <a:spcAft>
                <a:spcPts val="0"/>
              </a:spcAft>
              <a:buClr>
                <a:schemeClr val="dk1"/>
              </a:buClr>
              <a:buSzPts val="1100"/>
              <a:buFont typeface="Karla"/>
              <a:buChar char="●"/>
            </a:pPr>
            <a:r>
              <a:rPr lang="en">
                <a:solidFill>
                  <a:schemeClr val="dk1"/>
                </a:solidFill>
                <a:latin typeface="Karla"/>
                <a:ea typeface="Karla"/>
                <a:cs typeface="Karla"/>
                <a:sym typeface="Karla"/>
              </a:rPr>
              <a:t>comprendre pourquoi les gens font ce qu'ils font,</a:t>
            </a:r>
            <a:endParaRPr>
              <a:solidFill>
                <a:schemeClr val="dk1"/>
              </a:solidFill>
              <a:latin typeface="Karla"/>
              <a:ea typeface="Karla"/>
              <a:cs typeface="Karla"/>
              <a:sym typeface="Karla"/>
            </a:endParaRPr>
          </a:p>
          <a:p>
            <a:pPr marL="457200" lvl="0" indent="-298450" algn="l" rtl="0">
              <a:spcBef>
                <a:spcPts val="0"/>
              </a:spcBef>
              <a:spcAft>
                <a:spcPts val="0"/>
              </a:spcAft>
              <a:buClr>
                <a:schemeClr val="dk1"/>
              </a:buClr>
              <a:buSzPts val="1100"/>
              <a:buFont typeface="Karla"/>
              <a:buChar char="●"/>
            </a:pPr>
            <a:r>
              <a:rPr lang="en">
                <a:solidFill>
                  <a:schemeClr val="dk1"/>
                </a:solidFill>
                <a:latin typeface="Karla"/>
                <a:ea typeface="Karla"/>
                <a:cs typeface="Karla"/>
                <a:sym typeface="Karla"/>
              </a:rPr>
              <a:t>examiner les différents facteurs qui affectent le comportement (obstacles et opportunités)</a:t>
            </a:r>
            <a:endParaRPr>
              <a:solidFill>
                <a:schemeClr val="dk1"/>
              </a:solidFill>
              <a:latin typeface="Karla"/>
              <a:ea typeface="Karla"/>
              <a:cs typeface="Karla"/>
              <a:sym typeface="Karla"/>
            </a:endParaRPr>
          </a:p>
          <a:p>
            <a:pPr marL="457200" lvl="0" indent="-298450" algn="l" rtl="0">
              <a:spcBef>
                <a:spcPts val="0"/>
              </a:spcBef>
              <a:spcAft>
                <a:spcPts val="0"/>
              </a:spcAft>
              <a:buClr>
                <a:schemeClr val="dk1"/>
              </a:buClr>
              <a:buSzPts val="1100"/>
              <a:buFont typeface="Karla"/>
              <a:buChar char="●"/>
            </a:pPr>
            <a:r>
              <a:rPr lang="en">
                <a:solidFill>
                  <a:schemeClr val="dk1"/>
                </a:solidFill>
                <a:latin typeface="Karla"/>
                <a:ea typeface="Karla"/>
                <a:cs typeface="Karla"/>
                <a:sym typeface="Karla"/>
              </a:rPr>
              <a:t>proposer de nouvelles interventions.</a:t>
            </a:r>
            <a:endParaRPr>
              <a:solidFill>
                <a:schemeClr val="dk1"/>
              </a:solidFill>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Nous devons utiliser un processus différent avec des méthodes différentes.</a:t>
            </a:r>
            <a:endParaRPr>
              <a:solidFill>
                <a:schemeClr val="dk1"/>
              </a:solidFill>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Des méthodes conçues avec la communauté, pas pour la communauté.</a:t>
            </a:r>
            <a:endParaRPr>
              <a:solidFill>
                <a:schemeClr val="dk1"/>
              </a:solidFill>
              <a:latin typeface="Karla"/>
              <a:ea typeface="Karla"/>
              <a:cs typeface="Karla"/>
              <a:sym typeface="Karla"/>
            </a:endParaRPr>
          </a:p>
          <a:p>
            <a:pPr marL="0" lvl="0" indent="0" algn="l" rtl="0">
              <a:spcBef>
                <a:spcPts val="0"/>
              </a:spcBef>
              <a:spcAft>
                <a:spcPts val="0"/>
              </a:spcAft>
              <a:buNone/>
            </a:pPr>
            <a:endParaRPr>
              <a:solidFill>
                <a:schemeClr val="dk1"/>
              </a:solidFill>
              <a:latin typeface="Karla"/>
              <a:ea typeface="Karla"/>
              <a:cs typeface="Karla"/>
              <a:sym typeface="Karl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p:cNvGrpSpPr/>
        <p:nvPr/>
      </p:nvGrpSpPr>
      <p:grpSpPr>
        <a:xfrm>
          <a:off x="0" y="0"/>
          <a:ext cx="0" cy="0"/>
          <a:chOff x="0" y="0"/>
          <a:chExt cx="0" cy="0"/>
        </a:xfrm>
      </p:grpSpPr>
      <p:sp>
        <p:nvSpPr>
          <p:cNvPr id="2915" name="Google Shape;2915;g232abe1eddb_0_80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32abe1eddb_0_80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latin typeface="Karla"/>
                <a:ea typeface="Karla"/>
                <a:cs typeface="Karla"/>
                <a:sym typeface="Karla"/>
              </a:rPr>
              <a:t>Sachant que notre objectif est de comprendre les gens, leurs actions et comment influencer une communauté à changer de comportement, nous abordons le même problème d'une manière nouvelle.</a:t>
            </a:r>
            <a:endParaRPr>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latin typeface="Karla"/>
                <a:ea typeface="Karla"/>
                <a:cs typeface="Karla"/>
                <a:sym typeface="Karla"/>
              </a:rPr>
              <a:t>Au lieu de partager plus d'informations, nous développons des interventions qui tirent parti des habitudes locales, des traditions, des influenceurs, etc.</a:t>
            </a:r>
            <a:endParaRPr>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latin typeface="Karla"/>
                <a:ea typeface="Karla"/>
                <a:cs typeface="Karla"/>
                <a:sym typeface="Karla"/>
              </a:rPr>
              <a:t>Ces types d'interventions vont au-delà de la communication. Ils traitent de la prestation de services ou s'appuient sur des influenceurs qui peuvent modifier les comportements et créer une demande de services.</a:t>
            </a:r>
            <a:endParaRPr>
              <a:latin typeface="Karla"/>
              <a:ea typeface="Karla"/>
              <a:cs typeface="Karla"/>
              <a:sym typeface="Karla"/>
            </a:endParaRPr>
          </a:p>
          <a:p>
            <a:pPr marL="0" lvl="0" indent="0" algn="l" rtl="0">
              <a:spcBef>
                <a:spcPts val="0"/>
              </a:spcBef>
              <a:spcAft>
                <a:spcPts val="0"/>
              </a:spcAft>
              <a:buNone/>
            </a:pPr>
            <a:endParaRPr>
              <a:latin typeface="Karla"/>
              <a:ea typeface="Karla"/>
              <a:cs typeface="Karla"/>
              <a:sym typeface="Karla"/>
            </a:endParaRPr>
          </a:p>
          <a:p>
            <a:pPr marL="0" lvl="0" indent="0" algn="l" rtl="0">
              <a:spcBef>
                <a:spcPts val="0"/>
              </a:spcBef>
              <a:spcAft>
                <a:spcPts val="0"/>
              </a:spcAft>
              <a:buNone/>
            </a:pPr>
            <a:endParaRPr>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u="sng">
                <a:solidFill>
                  <a:schemeClr val="dk1"/>
                </a:solidFill>
                <a:latin typeface="Karla"/>
                <a:ea typeface="Karla"/>
                <a:cs typeface="Karla"/>
                <a:sym typeface="Karla"/>
              </a:rPr>
              <a:t>Exemple: Les vendeurs de thé au Soudan: </a:t>
            </a:r>
            <a:endParaRPr u="sng">
              <a:solidFill>
                <a:schemeClr val="dk1"/>
              </a:solidFill>
              <a:latin typeface="Karla"/>
              <a:ea typeface="Karla"/>
              <a:cs typeface="Karla"/>
              <a:sym typeface="Karla"/>
            </a:endParaRPr>
          </a:p>
          <a:p>
            <a:pPr marL="457200" lvl="0" indent="-298450" algn="l" rtl="0">
              <a:spcBef>
                <a:spcPts val="0"/>
              </a:spcBef>
              <a:spcAft>
                <a:spcPts val="0"/>
              </a:spcAft>
              <a:buClr>
                <a:schemeClr val="dk1"/>
              </a:buClr>
              <a:buSzPts val="1100"/>
              <a:buFont typeface="Karla"/>
              <a:buChar char="●"/>
            </a:pPr>
            <a:r>
              <a:rPr lang="en">
                <a:solidFill>
                  <a:schemeClr val="dk1"/>
                </a:solidFill>
                <a:latin typeface="Karla"/>
                <a:ea typeface="Karla"/>
                <a:cs typeface="Karla"/>
                <a:sym typeface="Karla"/>
              </a:rPr>
              <a:t>Dans les communautés conservatrices du Soudan, les mères ont besoin de la permission de leur mari pour toutes les vaccinations, mais elles ne sont pas autorisées à la demander. Les discussions sur la santé et la vaccination doivent être initiées par les hommes.</a:t>
            </a:r>
            <a:endParaRPr>
              <a:solidFill>
                <a:schemeClr val="dk1"/>
              </a:solidFill>
              <a:latin typeface="Karla"/>
              <a:ea typeface="Karla"/>
              <a:cs typeface="Karla"/>
              <a:sym typeface="Karla"/>
            </a:endParaRPr>
          </a:p>
          <a:p>
            <a:pPr marL="457200" lvl="0" indent="-298450" algn="l" rtl="0">
              <a:spcBef>
                <a:spcPts val="0"/>
              </a:spcBef>
              <a:spcAft>
                <a:spcPts val="0"/>
              </a:spcAft>
              <a:buClr>
                <a:schemeClr val="dk1"/>
              </a:buClr>
              <a:buSzPts val="1100"/>
              <a:buFont typeface="Karla"/>
              <a:buChar char="●"/>
            </a:pPr>
            <a:r>
              <a:rPr lang="en">
                <a:solidFill>
                  <a:schemeClr val="dk1"/>
                </a:solidFill>
                <a:latin typeface="Karla"/>
                <a:ea typeface="Karla"/>
                <a:cs typeface="Karla"/>
                <a:sym typeface="Karla"/>
              </a:rPr>
              <a:t>Dans cette communauté, les hommes prennent le thé ensemble tous les jours, c'est une habitude qui a du sens.</a:t>
            </a:r>
            <a:endParaRPr>
              <a:solidFill>
                <a:schemeClr val="dk1"/>
              </a:solidFill>
              <a:latin typeface="Karla"/>
              <a:ea typeface="Karla"/>
              <a:cs typeface="Karla"/>
              <a:sym typeface="Karla"/>
            </a:endParaRPr>
          </a:p>
          <a:p>
            <a:pPr marL="457200" lvl="0" indent="-298450" algn="l" rtl="0">
              <a:spcBef>
                <a:spcPts val="0"/>
              </a:spcBef>
              <a:spcAft>
                <a:spcPts val="0"/>
              </a:spcAft>
              <a:buClr>
                <a:schemeClr val="dk1"/>
              </a:buClr>
              <a:buSzPts val="1100"/>
              <a:buFont typeface="Karla"/>
              <a:buChar char="●"/>
            </a:pPr>
            <a:r>
              <a:rPr lang="en">
                <a:solidFill>
                  <a:schemeClr val="dk1"/>
                </a:solidFill>
                <a:latin typeface="Karla"/>
                <a:ea typeface="Karla"/>
                <a:cs typeface="Karla"/>
                <a:sym typeface="Karla"/>
              </a:rPr>
              <a:t>L'équipe a décidé de tirer parti de cette tradition pour les encourager à parler de la vaccination.</a:t>
            </a:r>
            <a:endParaRPr>
              <a:solidFill>
                <a:schemeClr val="dk1"/>
              </a:solidFill>
              <a:latin typeface="Karla"/>
              <a:ea typeface="Karla"/>
              <a:cs typeface="Karla"/>
              <a:sym typeface="Karla"/>
            </a:endParaRPr>
          </a:p>
          <a:p>
            <a:pPr marL="457200" lvl="0" indent="-298450" algn="l" rtl="0">
              <a:spcBef>
                <a:spcPts val="0"/>
              </a:spcBef>
              <a:spcAft>
                <a:spcPts val="0"/>
              </a:spcAft>
              <a:buClr>
                <a:schemeClr val="dk1"/>
              </a:buClr>
              <a:buSzPts val="1100"/>
              <a:buFont typeface="Karla"/>
              <a:buChar char="●"/>
            </a:pPr>
            <a:r>
              <a:rPr lang="en">
                <a:solidFill>
                  <a:schemeClr val="dk1"/>
                </a:solidFill>
                <a:latin typeface="Karla"/>
                <a:ea typeface="Karla"/>
                <a:cs typeface="Karla"/>
                <a:sym typeface="Karla"/>
              </a:rPr>
              <a:t>Ils ont introduit des éléments de vaccination dans l'expérience de prendre du thé chez les vendeurs de thé : les chansons jouées en arrière-plan, mettre des messages sur des tasses à thé, etc.</a:t>
            </a:r>
            <a:endParaRPr>
              <a:solidFill>
                <a:schemeClr val="dk1"/>
              </a:solidFill>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u="sng">
                <a:solidFill>
                  <a:schemeClr val="hlink"/>
                </a:solidFill>
                <a:latin typeface="Karla"/>
                <a:ea typeface="Karla"/>
                <a:cs typeface="Karla"/>
                <a:sym typeface="Karla"/>
                <a:hlinkClick r:id="rId3"/>
              </a:rPr>
              <a:t>https://drive.google.com/open?id=1f5xE2bQ2Hqhsz8lWQvJdQZzJQzOMnLbm&amp;authuser=miguele%40thenucleusgroup.com&amp;usp=drive_fs</a:t>
            </a:r>
            <a:endParaRPr>
              <a:solidFill>
                <a:schemeClr val="dk1"/>
              </a:solidFill>
              <a:latin typeface="Karla"/>
              <a:ea typeface="Karla"/>
              <a:cs typeface="Karla"/>
              <a:sym typeface="Karla"/>
            </a:endParaRPr>
          </a:p>
          <a:p>
            <a:pPr marL="0" lvl="0" indent="0" algn="l" rtl="0">
              <a:spcBef>
                <a:spcPts val="0"/>
              </a:spcBef>
              <a:spcAft>
                <a:spcPts val="0"/>
              </a:spcAft>
              <a:buNone/>
            </a:pPr>
            <a:endParaRPr>
              <a:latin typeface="Karla"/>
              <a:ea typeface="Karla"/>
              <a:cs typeface="Karla"/>
              <a:sym typeface="Karl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4"/>
        <p:cNvGrpSpPr/>
        <p:nvPr/>
      </p:nvGrpSpPr>
      <p:grpSpPr>
        <a:xfrm>
          <a:off x="0" y="0"/>
          <a:ext cx="0" cy="0"/>
          <a:chOff x="0" y="0"/>
          <a:chExt cx="0" cy="0"/>
        </a:xfrm>
      </p:grpSpPr>
      <p:sp>
        <p:nvSpPr>
          <p:cNvPr id="2925" name="Google Shape;2925;g16f516ab4bb_0_25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6" name="Google Shape;2926;g16f516ab4bb_0_25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latin typeface="Karla"/>
                <a:ea typeface="Karla"/>
                <a:cs typeface="Karla"/>
                <a:sym typeface="Karla"/>
              </a:rPr>
              <a:t>La conception centrée sur l'humain conçoit, aux côtés des communautés, des solutions intégrant leurs contributions et leurs points de vue.</a:t>
            </a:r>
            <a:endParaRPr>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latin typeface="Karla"/>
                <a:ea typeface="Karla"/>
                <a:cs typeface="Karla"/>
                <a:sym typeface="Karla"/>
              </a:rPr>
              <a:t>HCD nous aide à comprendre le comportement humain *et* nous aide à concevoir avec et pour les communautés.</a:t>
            </a:r>
            <a:endParaRPr>
              <a:latin typeface="Karla"/>
              <a:ea typeface="Karla"/>
              <a:cs typeface="Karla"/>
              <a:sym typeface="Karla"/>
            </a:endParaRPr>
          </a:p>
          <a:p>
            <a:pPr marL="0" lvl="0" indent="0" algn="l" rtl="0">
              <a:spcBef>
                <a:spcPts val="0"/>
              </a:spcBef>
              <a:spcAft>
                <a:spcPts val="0"/>
              </a:spcAft>
              <a:buNone/>
            </a:pPr>
            <a:endParaRPr>
              <a:latin typeface="Karla"/>
              <a:ea typeface="Karla"/>
              <a:cs typeface="Karla"/>
              <a:sym typeface="Karl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0"/>
        <p:cNvGrpSpPr/>
        <p:nvPr/>
      </p:nvGrpSpPr>
      <p:grpSpPr>
        <a:xfrm>
          <a:off x="0" y="0"/>
          <a:ext cx="0" cy="0"/>
          <a:chOff x="0" y="0"/>
          <a:chExt cx="0" cy="0"/>
        </a:xfrm>
      </p:grpSpPr>
      <p:sp>
        <p:nvSpPr>
          <p:cNvPr id="2931" name="Google Shape;2931;g16f516ab4bb_0_25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2" name="Google Shape;2932;g16f516ab4bb_0_25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Karla"/>
                <a:ea typeface="Karla"/>
                <a:cs typeface="Karla"/>
                <a:sym typeface="Karla"/>
              </a:rPr>
              <a:t>Voici une histoire sur pourquoi il est important de concevoir AVEC et non POUR les communautés. Il est essentiel de garder les gens au centre de la méthode DCH.</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None/>
            </a:pPr>
            <a:endParaRPr b="1">
              <a:solidFill>
                <a:schemeClr val="dk1"/>
              </a:solidFill>
              <a:latin typeface="Karla"/>
              <a:ea typeface="Karla"/>
              <a:cs typeface="Karla"/>
              <a:sym typeface="Karla"/>
            </a:endParaRPr>
          </a:p>
          <a:p>
            <a:pPr marL="0" lvl="0" indent="0" algn="l" rtl="0">
              <a:lnSpc>
                <a:spcPct val="115000"/>
              </a:lnSpc>
              <a:spcBef>
                <a:spcPts val="0"/>
              </a:spcBef>
              <a:spcAft>
                <a:spcPts val="0"/>
              </a:spcAft>
              <a:buNone/>
            </a:pPr>
            <a:r>
              <a:rPr lang="en" i="1">
                <a:solidFill>
                  <a:schemeClr val="dk1"/>
                </a:solidFill>
                <a:highlight>
                  <a:srgbClr val="FFF2CC"/>
                </a:highlight>
                <a:latin typeface="Karla"/>
                <a:ea typeface="Karla"/>
                <a:cs typeface="Karla"/>
                <a:sym typeface="Karla"/>
              </a:rPr>
              <a:t>[Choisissez l'une des deux histoires ci-dessous]</a:t>
            </a:r>
            <a:endParaRPr i="1">
              <a:solidFill>
                <a:schemeClr val="dk1"/>
              </a:solidFill>
              <a:latin typeface="Karla"/>
              <a:ea typeface="Karla"/>
              <a:cs typeface="Karla"/>
              <a:sym typeface="Karla"/>
            </a:endParaRPr>
          </a:p>
          <a:p>
            <a:pPr marL="0" lvl="0" indent="0" algn="l" rtl="0">
              <a:lnSpc>
                <a:spcPct val="115000"/>
              </a:lnSpc>
              <a:spcBef>
                <a:spcPts val="0"/>
              </a:spcBef>
              <a:spcAft>
                <a:spcPts val="0"/>
              </a:spcAft>
              <a:buNone/>
            </a:pPr>
            <a:endParaRPr b="1">
              <a:solidFill>
                <a:schemeClr val="dk1"/>
              </a:solidFill>
              <a:latin typeface="Karla"/>
              <a:ea typeface="Karla"/>
              <a:cs typeface="Karla"/>
              <a:sym typeface="Karla"/>
            </a:endParaRPr>
          </a:p>
          <a:p>
            <a:pPr marL="0" lvl="0" indent="0" algn="l" rtl="0">
              <a:lnSpc>
                <a:spcPct val="115000"/>
              </a:lnSpc>
              <a:spcBef>
                <a:spcPts val="0"/>
              </a:spcBef>
              <a:spcAft>
                <a:spcPts val="0"/>
              </a:spcAft>
              <a:buNone/>
            </a:pPr>
            <a:r>
              <a:rPr lang="en" b="1">
                <a:solidFill>
                  <a:schemeClr val="dk1"/>
                </a:solidFill>
                <a:latin typeface="Karla"/>
                <a:ea typeface="Karla"/>
                <a:cs typeface="Karla"/>
                <a:sym typeface="Karla"/>
              </a:rPr>
              <a:t>Une histoire du Soudan du Sud sur l'accès à l'eau</a:t>
            </a:r>
            <a:endParaRPr b="1">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endParaRPr b="1">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Dans plusieurs communautés, les femmes passent des heures à marcher jusqu'à un point d'eau pour aller chercher de l'eau.</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Une organisation a lancé une initiative : ils ont parlé aux dirigeants de la communauté et ont décidé qu'il serait utile de construire un puits dans le village.</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Ils ont amené toutes les machines à forer, ils ont appris aux hommes à le tenir. C'était bon.</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Mais, quelques mois plus tard, l'organisation revient vérifier que tout va bien, et constate que les femmes passent encore des heures à marcher vers un point d'eau pour aller chercher de l'eau, et n'utilisent pas le puits.</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Pourquoi?</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Elles n'avaient jamais demandé aux femmes ce qu'elles voulaient ou avaient besoin : et en fait marcher jusqu'au puits est un rituel pour les femmes, leur permettant de parler en privé pour partager des conseils sans la présence des hommes et potentiellement échapper à la violence à la maison.</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L'organisation avait de bonnes intentions, mais a échoué parce qu'elle n'a pas parlé à toutes les personnes qui font partie de la communauté, elle n'a pas compris tous leurs vrais besoins, leurs motivations. Une approche centrée sur l'humain aurait pu révéler les modèles sociaux pour faire de l'initiative un succès.</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latin typeface="Karla"/>
              <a:ea typeface="Karla"/>
              <a:cs typeface="Karla"/>
              <a:sym typeface="Karla"/>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latin typeface="Karla"/>
              <a:ea typeface="Karla"/>
              <a:cs typeface="Karla"/>
              <a:sym typeface="Karla"/>
            </a:endParaRPr>
          </a:p>
          <a:p>
            <a:pPr marL="0" lvl="0" indent="0" algn="l" rtl="0">
              <a:lnSpc>
                <a:spcPct val="115000"/>
              </a:lnSpc>
              <a:spcBef>
                <a:spcPts val="1200"/>
              </a:spcBef>
              <a:spcAft>
                <a:spcPts val="0"/>
              </a:spcAft>
              <a:buNone/>
            </a:pPr>
            <a:endParaRPr>
              <a:solidFill>
                <a:schemeClr val="dk1"/>
              </a:solidFill>
              <a:latin typeface="Karla"/>
              <a:ea typeface="Karla"/>
              <a:cs typeface="Karla"/>
              <a:sym typeface="Karla"/>
            </a:endParaRPr>
          </a:p>
          <a:p>
            <a:pPr marL="0" lvl="0" indent="0" algn="l" rtl="0">
              <a:lnSpc>
                <a:spcPct val="115000"/>
              </a:lnSpc>
              <a:spcBef>
                <a:spcPts val="1200"/>
              </a:spcBef>
              <a:spcAft>
                <a:spcPts val="0"/>
              </a:spcAft>
              <a:buNone/>
            </a:pPr>
            <a:r>
              <a:rPr lang="en" b="1">
                <a:solidFill>
                  <a:schemeClr val="dk1"/>
                </a:solidFill>
                <a:latin typeface="Karla"/>
                <a:ea typeface="Karla"/>
                <a:cs typeface="Karla"/>
                <a:sym typeface="Karla"/>
              </a:rPr>
              <a:t>Une histoire du Népal sur la contraception.</a:t>
            </a:r>
            <a:endParaRPr b="1">
              <a:solidFill>
                <a:schemeClr val="dk1"/>
              </a:solidFill>
              <a:latin typeface="Karla"/>
              <a:ea typeface="Karla"/>
              <a:cs typeface="Karla"/>
              <a:sym typeface="Karla"/>
            </a:endParaRPr>
          </a:p>
          <a:p>
            <a:pPr marL="0" lvl="0" indent="0" algn="l" rtl="0">
              <a:lnSpc>
                <a:spcPct val="115000"/>
              </a:lnSpc>
              <a:spcBef>
                <a:spcPts val="0"/>
              </a:spcBef>
              <a:spcAft>
                <a:spcPts val="0"/>
              </a:spcAft>
              <a:buNone/>
            </a:pPr>
            <a:r>
              <a:rPr lang="en">
                <a:solidFill>
                  <a:schemeClr val="dk1"/>
                </a:solidFill>
                <a:latin typeface="Karla"/>
                <a:ea typeface="Karla"/>
                <a:cs typeface="Karla"/>
                <a:sym typeface="Karla"/>
              </a:rPr>
              <a:t>Le stérilet intra-utérin (DIU) a été introduit, ce qui permet aux femmes des zones rurales de contrôler les naissances pendant des années au lieu de renouveler les ordonnances.</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None/>
            </a:pPr>
            <a:r>
              <a:rPr lang="en">
                <a:solidFill>
                  <a:schemeClr val="dk1"/>
                </a:solidFill>
                <a:latin typeface="Karla"/>
                <a:ea typeface="Karla"/>
                <a:cs typeface="Karla"/>
                <a:sym typeface="Karla"/>
              </a:rPr>
              <a:t>Une ONG est allée donner des séances de conseil privées à des adolescentes mariées du district de Rasuwa (ethnie Tamang et Sherpa) pour parler de contraceptifs et réduire la mortalité lors de l'accouchement (258 décès pour 100 000 naissances vivantes).</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None/>
            </a:pPr>
            <a:r>
              <a:rPr lang="en">
                <a:solidFill>
                  <a:schemeClr val="dk1"/>
                </a:solidFill>
                <a:latin typeface="Karla"/>
                <a:ea typeface="Karla"/>
                <a:cs typeface="Karla"/>
                <a:sym typeface="Karla"/>
              </a:rPr>
              <a:t>Lorsqu'une adolescente a demandé la contraception, elle l'a reçue.</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None/>
            </a:pPr>
            <a:r>
              <a:rPr lang="en">
                <a:solidFill>
                  <a:schemeClr val="dk1"/>
                </a:solidFill>
                <a:latin typeface="Karla"/>
                <a:ea typeface="Karla"/>
                <a:cs typeface="Karla"/>
                <a:sym typeface="Karla"/>
              </a:rPr>
              <a:t>Elle est revenue plus tard pour demander qu'il soit retiré.</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None/>
            </a:pPr>
            <a:r>
              <a:rPr lang="en">
                <a:solidFill>
                  <a:schemeClr val="dk1"/>
                </a:solidFill>
                <a:latin typeface="Karla"/>
                <a:ea typeface="Karla"/>
                <a:cs typeface="Karla"/>
                <a:sym typeface="Karla"/>
              </a:rPr>
              <a:t>POURQUOI?</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None/>
            </a:pPr>
            <a:r>
              <a:rPr lang="en">
                <a:solidFill>
                  <a:schemeClr val="dk1"/>
                </a:solidFill>
                <a:latin typeface="Karla"/>
                <a:ea typeface="Karla"/>
                <a:cs typeface="Karla"/>
                <a:sym typeface="Karla"/>
              </a:rPr>
              <a:t>La culture ici est fortement patriarcale, aggravée par des traditions culturelles strictes, une pauvreté enracinée et des taux d'alphabétisation très faibles.</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None/>
            </a:pPr>
            <a:r>
              <a:rPr lang="en">
                <a:solidFill>
                  <a:schemeClr val="dk1"/>
                </a:solidFill>
                <a:latin typeface="Karla"/>
                <a:ea typeface="Karla"/>
                <a:cs typeface="Karla"/>
                <a:sym typeface="Karla"/>
              </a:rPr>
              <a:t>Les parents et les maris contrôlent strictement l'accès des femmes à la contraception. Elle a été victime de violence basée sur le genre de la part de son beau-père et de son mari parce qu'elle n'a pas demandé leur permission au préalable.</a:t>
            </a:r>
            <a:endParaRPr>
              <a:solidFill>
                <a:schemeClr val="dk1"/>
              </a:solidFill>
              <a:latin typeface="Karla"/>
              <a:ea typeface="Karla"/>
              <a:cs typeface="Karla"/>
              <a:sym typeface="Karla"/>
            </a:endParaRPr>
          </a:p>
          <a:p>
            <a:pPr marL="457200" lvl="0" indent="-298450" algn="l" rtl="0">
              <a:lnSpc>
                <a:spcPct val="115000"/>
              </a:lnSpc>
              <a:spcBef>
                <a:spcPts val="0"/>
              </a:spcBef>
              <a:spcAft>
                <a:spcPts val="0"/>
              </a:spcAft>
              <a:buClr>
                <a:schemeClr val="dk1"/>
              </a:buClr>
              <a:buSzPts val="1100"/>
              <a:buFont typeface="Karla"/>
              <a:buChar char="●"/>
            </a:pPr>
            <a:r>
              <a:rPr lang="en">
                <a:solidFill>
                  <a:schemeClr val="dk1"/>
                </a:solidFill>
                <a:latin typeface="Karla"/>
                <a:ea typeface="Karla"/>
                <a:cs typeface="Karla"/>
                <a:sym typeface="Karla"/>
              </a:rPr>
              <a:t>Les idées fausses sur la contraception sont répandues.</a:t>
            </a:r>
            <a:endParaRPr>
              <a:solidFill>
                <a:schemeClr val="dk1"/>
              </a:solidFill>
              <a:latin typeface="Karla"/>
              <a:ea typeface="Karla"/>
              <a:cs typeface="Karla"/>
              <a:sym typeface="Karla"/>
            </a:endParaRPr>
          </a:p>
          <a:p>
            <a:pPr marL="457200" lvl="0" indent="-298450" algn="l" rtl="0">
              <a:lnSpc>
                <a:spcPct val="115000"/>
              </a:lnSpc>
              <a:spcBef>
                <a:spcPts val="0"/>
              </a:spcBef>
              <a:spcAft>
                <a:spcPts val="0"/>
              </a:spcAft>
              <a:buClr>
                <a:schemeClr val="dk1"/>
              </a:buClr>
              <a:buSzPts val="1100"/>
              <a:buFont typeface="Karla"/>
              <a:buChar char="●"/>
            </a:pPr>
            <a:r>
              <a:rPr lang="en">
                <a:solidFill>
                  <a:schemeClr val="dk1"/>
                </a:solidFill>
                <a:latin typeface="Karla"/>
                <a:ea typeface="Karla"/>
                <a:cs typeface="Karla"/>
                <a:sym typeface="Karla"/>
              </a:rPr>
              <a:t>Nous craignons ce que nous ne comprenons pas.</a:t>
            </a:r>
            <a:endParaRPr>
              <a:solidFill>
                <a:schemeClr val="dk1"/>
              </a:solidFill>
              <a:latin typeface="Karla"/>
              <a:ea typeface="Karla"/>
              <a:cs typeface="Karla"/>
              <a:sym typeface="Karla"/>
            </a:endParaRPr>
          </a:p>
          <a:p>
            <a:pPr marL="457200" lvl="0" indent="-298450" algn="l" rtl="0">
              <a:lnSpc>
                <a:spcPct val="115000"/>
              </a:lnSpc>
              <a:spcBef>
                <a:spcPts val="0"/>
              </a:spcBef>
              <a:spcAft>
                <a:spcPts val="0"/>
              </a:spcAft>
              <a:buClr>
                <a:schemeClr val="dk1"/>
              </a:buClr>
              <a:buSzPts val="1100"/>
              <a:buFont typeface="Karla"/>
              <a:buChar char="●"/>
            </a:pPr>
            <a:r>
              <a:rPr lang="en">
                <a:solidFill>
                  <a:schemeClr val="dk1"/>
                </a:solidFill>
                <a:latin typeface="Karla"/>
                <a:ea typeface="Karla"/>
                <a:cs typeface="Karla"/>
                <a:sym typeface="Karla"/>
              </a:rPr>
              <a:t>L'intention était là. Nous VOULONS que ce soit la décision de la femme, mais nous devons également concevoir dans le contexte existant - nous commençons et rencontrons les gens là où ils se trouvent. Nous comprenons les défis uniques auxquels ils sont confrontés dans cette communauté. Nous résolvons en gardant cela à l'esprit.</a:t>
            </a:r>
            <a:endParaRPr>
              <a:solidFill>
                <a:schemeClr val="dk1"/>
              </a:solidFill>
              <a:latin typeface="Karla"/>
              <a:ea typeface="Karla"/>
              <a:cs typeface="Karla"/>
              <a:sym typeface="Karl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6"/>
        <p:cNvGrpSpPr/>
        <p:nvPr/>
      </p:nvGrpSpPr>
      <p:grpSpPr>
        <a:xfrm>
          <a:off x="0" y="0"/>
          <a:ext cx="0" cy="0"/>
          <a:chOff x="0" y="0"/>
          <a:chExt cx="0" cy="0"/>
        </a:xfrm>
      </p:grpSpPr>
      <p:sp>
        <p:nvSpPr>
          <p:cNvPr id="2947" name="Google Shape;2947;g16f516ab4bb_0_26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8" name="Google Shape;2948;g16f516ab4bb_0_26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Surtout lorsqu'il s'agit de services de santé, le sujet et l'approche doivent être centrés sur l'humain. Parce que les services de santé sont conçus par des humains, fournis par des humains, utilisés par des humains et communiqués par des humains.</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Lorsque nous pensons aux systèmes de services de santé, nous devons garder l'humain au centre, comprendre sa réalité, ses motivations et concevoir des solutions directement avec la communauté.</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N'oubliez pas que les personnes qui conçoivent les services de santé ne sont pas les mêmes qui doivent se déplacer et les utiliser.</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Afin de combler ce "déficit d'empathie", nous devons :</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(1) Comprendre la réalité vécue et les véritables motivations des personnes</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(2) Co-concevoir des solutions directement avec les communautés de personnes qui utiliseront ou mettront en œuvre le programme</a:t>
            </a:r>
            <a:endParaRPr>
              <a:solidFill>
                <a:schemeClr val="dk1"/>
              </a:solidFill>
              <a:latin typeface="Karla"/>
              <a:ea typeface="Karla"/>
              <a:cs typeface="Karla"/>
              <a:sym typeface="Karla"/>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latin typeface="Karla"/>
              <a:ea typeface="Karla"/>
              <a:cs typeface="Karla"/>
              <a:sym typeface="Karl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9"/>
        <p:cNvGrpSpPr/>
        <p:nvPr/>
      </p:nvGrpSpPr>
      <p:grpSpPr>
        <a:xfrm>
          <a:off x="0" y="0"/>
          <a:ext cx="0" cy="0"/>
          <a:chOff x="0" y="0"/>
          <a:chExt cx="0" cy="0"/>
        </a:xfrm>
      </p:grpSpPr>
      <p:sp>
        <p:nvSpPr>
          <p:cNvPr id="2960" name="Google Shape;2960;g16f516ab4bb_0_26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1" name="Google Shape;2961;g16f516ab4bb_0_26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latin typeface="Karla"/>
                <a:ea typeface="Karla"/>
                <a:cs typeface="Karla"/>
                <a:sym typeface="Karla"/>
              </a:rPr>
              <a:t>Le processus HCD se déroule en 4 étapes.</a:t>
            </a:r>
            <a:endParaRPr>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latin typeface="Karla"/>
                <a:ea typeface="Karla"/>
                <a:cs typeface="Karla"/>
                <a:sym typeface="Karla"/>
              </a:rPr>
              <a:t>Il s'agit d'une approche en cascade, où les résultats de chaque étape alimenteront la suivante.</a:t>
            </a:r>
            <a:endParaRPr>
              <a:latin typeface="Karla"/>
              <a:ea typeface="Karla"/>
              <a:cs typeface="Karla"/>
              <a:sym typeface="Karla"/>
            </a:endParaRPr>
          </a:p>
          <a:p>
            <a:pPr marL="0" lvl="0" indent="0" algn="l" rtl="0">
              <a:spcBef>
                <a:spcPts val="0"/>
              </a:spcBef>
              <a:spcAft>
                <a:spcPts val="0"/>
              </a:spcAft>
              <a:buNone/>
            </a:pPr>
            <a:endParaRPr>
              <a:latin typeface="Karla"/>
              <a:ea typeface="Karla"/>
              <a:cs typeface="Karla"/>
              <a:sym typeface="Karl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8"/>
        <p:cNvGrpSpPr/>
        <p:nvPr/>
      </p:nvGrpSpPr>
      <p:grpSpPr>
        <a:xfrm>
          <a:off x="0" y="0"/>
          <a:ext cx="0" cy="0"/>
          <a:chOff x="0" y="0"/>
          <a:chExt cx="0" cy="0"/>
        </a:xfrm>
      </p:grpSpPr>
      <p:sp>
        <p:nvSpPr>
          <p:cNvPr id="2979" name="Google Shape;2979;g16f516ab4bb_0_26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0" name="Google Shape;2980;g16f516ab4bb_0_26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Le processus HCD diverge et converge deux fois, nous donnant un double diamant.</a:t>
            </a:r>
            <a:endParaRPr>
              <a:solidFill>
                <a:schemeClr val="dk1"/>
              </a:solidFill>
              <a:latin typeface="Karla"/>
              <a:ea typeface="Karla"/>
              <a:cs typeface="Karla"/>
              <a:sym typeface="Karla"/>
            </a:endParaRPr>
          </a:p>
          <a:p>
            <a:pPr marL="0" lvl="0" indent="0" algn="l" rtl="0">
              <a:spcBef>
                <a:spcPts val="0"/>
              </a:spcBef>
              <a:spcAft>
                <a:spcPts val="0"/>
              </a:spcAft>
              <a:buClr>
                <a:schemeClr val="dk1"/>
              </a:buClr>
              <a:buSzPts val="1100"/>
              <a:buFont typeface="Arial"/>
              <a:buNone/>
            </a:pPr>
            <a:endParaRPr>
              <a:solidFill>
                <a:schemeClr val="dk1"/>
              </a:solidFill>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Premier « diamant » : l'enfant dans son ensemble ; nous divergeons d'abord en regardant au-delà d'un seul obstacle pour considérer les interactions, les intersections et les chevauchements intersectoriels.</a:t>
            </a:r>
            <a:endParaRPr>
              <a:solidFill>
                <a:schemeClr val="dk1"/>
              </a:solidFill>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Et puis, après avoir mené des recherches, nous convergeons vers les principales choses que nous devons traiter, les causes profondes.</a:t>
            </a:r>
            <a:endParaRPr>
              <a:solidFill>
                <a:schemeClr val="dk1"/>
              </a:solidFill>
              <a:latin typeface="Karla"/>
              <a:ea typeface="Karla"/>
              <a:cs typeface="Karla"/>
              <a:sym typeface="Karla"/>
            </a:endParaRPr>
          </a:p>
          <a:p>
            <a:pPr marL="0" lvl="0" indent="0" algn="l" rtl="0">
              <a:spcBef>
                <a:spcPts val="0"/>
              </a:spcBef>
              <a:spcAft>
                <a:spcPts val="0"/>
              </a:spcAft>
              <a:buClr>
                <a:schemeClr val="dk1"/>
              </a:buClr>
              <a:buSzPts val="1100"/>
              <a:buFont typeface="Arial"/>
              <a:buNone/>
            </a:pPr>
            <a:endParaRPr>
              <a:solidFill>
                <a:schemeClr val="dk1"/>
              </a:solidFill>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Le deuxième « diamant » est la CO-CRÉATION ! ** : nous divergeons en examinant de nombreuses solutions possibles, à travers les étapes du changement, pour de nombreuses personnes. Il n'y a pas de mauvaises idées à ce stade ; nous modifions et améliorons pour arriver à de bonnes idées.</a:t>
            </a:r>
            <a:endParaRPr>
              <a:solidFill>
                <a:schemeClr val="dk1"/>
              </a:solidFill>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Ensuite, nous convergeons à nouveau autour des interventions les plus susceptibles de réussir, sur la base d'un ensemble de critères qui nous aident à hiérarchiser et à sélectionner les meilleures.</a:t>
            </a:r>
            <a:endParaRPr>
              <a:solidFill>
                <a:schemeClr val="dk1"/>
              </a:solidFill>
              <a:latin typeface="Karla"/>
              <a:ea typeface="Karla"/>
              <a:cs typeface="Karla"/>
              <a:sym typeface="Karla"/>
            </a:endParaRPr>
          </a:p>
          <a:p>
            <a:pPr marL="0" lvl="0" indent="0" algn="l" rtl="0">
              <a:spcBef>
                <a:spcPts val="0"/>
              </a:spcBef>
              <a:spcAft>
                <a:spcPts val="0"/>
              </a:spcAft>
              <a:buNone/>
            </a:pPr>
            <a:endParaRPr>
              <a:solidFill>
                <a:schemeClr val="dk1"/>
              </a:solidFill>
              <a:latin typeface="Karla"/>
              <a:ea typeface="Karla"/>
              <a:cs typeface="Karla"/>
              <a:sym typeface="Karl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Google Shape;3006;g22a49ec93b4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7" name="Google Shape;3007;g22a49ec93b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latin typeface="Karla"/>
                <a:ea typeface="Karla"/>
                <a:cs typeface="Karla"/>
                <a:sym typeface="Karla"/>
              </a:rPr>
              <a:t>Sous chaque étape, il y a 2 étapes à compléter.</a:t>
            </a:r>
            <a:endParaRPr>
              <a:latin typeface="Karla"/>
              <a:ea typeface="Karla"/>
              <a:cs typeface="Karla"/>
              <a:sym typeface="Karla"/>
            </a:endParaRPr>
          </a:p>
          <a:p>
            <a:pPr marL="0" lvl="0" indent="0" algn="l" rtl="0">
              <a:spcBef>
                <a:spcPts val="0"/>
              </a:spcBef>
              <a:spcAft>
                <a:spcPts val="0"/>
              </a:spcAft>
              <a:buClr>
                <a:schemeClr val="dk1"/>
              </a:buClr>
              <a:buSzPts val="1100"/>
              <a:buFont typeface="Arial"/>
              <a:buNone/>
            </a:pPr>
            <a:r>
              <a:rPr lang="en">
                <a:latin typeface="Karla"/>
                <a:ea typeface="Karla"/>
                <a:cs typeface="Karla"/>
                <a:sym typeface="Karla"/>
              </a:rPr>
              <a:t>Chacune de ces étapes introduit un état d'esprit ainsi qu'un outil ou une méthode.</a:t>
            </a:r>
            <a:endParaRPr>
              <a:latin typeface="Karla"/>
              <a:ea typeface="Karla"/>
              <a:cs typeface="Karla"/>
              <a:sym typeface="Karla"/>
            </a:endParaRPr>
          </a:p>
          <a:p>
            <a:pPr marL="0" lvl="0" indent="0" algn="l" rtl="0">
              <a:spcBef>
                <a:spcPts val="0"/>
              </a:spcBef>
              <a:spcAft>
                <a:spcPts val="0"/>
              </a:spcAft>
              <a:buNone/>
            </a:pPr>
            <a:endParaRPr>
              <a:latin typeface="Karla"/>
              <a:ea typeface="Karla"/>
              <a:cs typeface="Karla"/>
              <a:sym typeface="Karla"/>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6"/>
        <p:cNvGrpSpPr/>
        <p:nvPr/>
      </p:nvGrpSpPr>
      <p:grpSpPr>
        <a:xfrm>
          <a:off x="0" y="0"/>
          <a:ext cx="0" cy="0"/>
          <a:chOff x="0" y="0"/>
          <a:chExt cx="0" cy="0"/>
        </a:xfrm>
      </p:grpSpPr>
      <p:sp>
        <p:nvSpPr>
          <p:cNvPr id="3537" name="Google Shape;3537;g13f43317ba2_0_4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8" name="Google Shape;3538;g13f43317ba2_0_4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50" dirty="0">
                <a:solidFill>
                  <a:srgbClr val="3C4043"/>
                </a:solidFill>
                <a:highlight>
                  <a:srgbClr val="FFFFFF"/>
                </a:highlight>
                <a:latin typeface="Roboto"/>
                <a:ea typeface="Roboto"/>
                <a:cs typeface="Roboto"/>
                <a:sym typeface="Roboto"/>
              </a:rPr>
              <a:t>SBCC: The discipline assumes the practice</a:t>
            </a:r>
            <a:endParaRPr sz="1050" dirty="0">
              <a:solidFill>
                <a:srgbClr val="3C4043"/>
              </a:solidFill>
              <a:highlight>
                <a:srgbClr val="FFFFFF"/>
              </a:highlight>
              <a:latin typeface="Roboto"/>
              <a:ea typeface="Roboto"/>
              <a:cs typeface="Roboto"/>
              <a:sym typeface="Roboto"/>
            </a:endParaRPr>
          </a:p>
          <a:p>
            <a:pPr marL="0" lvl="0" indent="0" algn="l" rtl="0">
              <a:spcBef>
                <a:spcPts val="0"/>
              </a:spcBef>
              <a:spcAft>
                <a:spcPts val="0"/>
              </a:spcAft>
              <a:buNone/>
            </a:pPr>
            <a:r>
              <a:rPr lang="en" sz="1050" dirty="0">
                <a:solidFill>
                  <a:srgbClr val="3C4043"/>
                </a:solidFill>
                <a:highlight>
                  <a:srgbClr val="FFFFFF"/>
                </a:highlight>
                <a:latin typeface="Roboto"/>
                <a:ea typeface="Roboto"/>
                <a:cs typeface="Roboto"/>
                <a:sym typeface="Roboto"/>
              </a:rPr>
              <a:t>of a behavior can be supported —at least in part—by a communication-based intervention.</a:t>
            </a:r>
            <a:endParaRPr sz="1050" dirty="0">
              <a:solidFill>
                <a:srgbClr val="3C4043"/>
              </a:solidFill>
              <a:highlight>
                <a:srgbClr val="FFFFFF"/>
              </a:highlight>
              <a:latin typeface="Roboto"/>
              <a:ea typeface="Roboto"/>
              <a:cs typeface="Roboto"/>
              <a:sym typeface="Roboto"/>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 sz="1050" dirty="0">
                <a:solidFill>
                  <a:srgbClr val="3C4043"/>
                </a:solidFill>
                <a:highlight>
                  <a:srgbClr val="FFFFFF"/>
                </a:highlight>
                <a:latin typeface="Roboto"/>
                <a:ea typeface="Roboto"/>
                <a:cs typeface="Roboto"/>
                <a:sym typeface="Roboto"/>
              </a:rPr>
              <a:t>HCD team: interdisciplinary teams with different stakeholders including community members, funders, policy makers, implementing partners, and more.</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gray">
  <p:cSld name="Blank_1_1_1_2">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8551206" y="4803306"/>
            <a:ext cx="232200" cy="263100"/>
          </a:xfrm>
          <a:prstGeom prst="rect">
            <a:avLst/>
          </a:prstGeom>
          <a:noFill/>
          <a:ln>
            <a:noFill/>
          </a:ln>
        </p:spPr>
        <p:txBody>
          <a:bodyPr spcFirstLastPara="1" wrap="square" lIns="26775" tIns="26775" rIns="26775" bIns="26775" anchor="t" anchorCtr="0">
            <a:noAutofit/>
          </a:bodyPr>
          <a:lstStyle>
            <a:lvl1pPr marL="0" marR="0" lvl="0"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1pPr>
            <a:lvl2pPr marL="0" marR="0" lvl="1"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2pPr>
            <a:lvl3pPr marL="0" marR="0" lvl="2"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3pPr>
            <a:lvl4pPr marL="0" marR="0" lvl="3"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4pPr>
            <a:lvl5pPr marL="0" marR="0" lvl="4"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5pPr>
            <a:lvl6pPr marL="0" marR="0" lvl="5"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6pPr>
            <a:lvl7pPr marL="0" marR="0" lvl="6"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7pPr>
            <a:lvl8pPr marL="0" marR="0" lvl="7"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8pPr>
            <a:lvl9pPr marL="0" marR="0" lvl="8"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
        <p:nvSpPr>
          <p:cNvPr id="52" name="Google Shape;52;p13"/>
          <p:cNvSpPr txBox="1"/>
          <p:nvPr/>
        </p:nvSpPr>
        <p:spPr>
          <a:xfrm>
            <a:off x="5214432" y="4843741"/>
            <a:ext cx="3297300" cy="876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Clr>
                <a:srgbClr val="969696"/>
              </a:buClr>
              <a:buSzPts val="700"/>
              <a:buFont typeface="Open Sans"/>
              <a:buNone/>
            </a:pPr>
            <a:r>
              <a:rPr lang="en" sz="700" b="1">
                <a:solidFill>
                  <a:srgbClr val="969696"/>
                </a:solidFill>
                <a:latin typeface="Open Sans"/>
                <a:ea typeface="Open Sans"/>
                <a:cs typeface="Open Sans"/>
                <a:sym typeface="Open Sans"/>
              </a:rPr>
              <a:t>FORMATION DCH POUR LE PEV</a:t>
            </a:r>
            <a:endParaRPr sz="500"/>
          </a:p>
          <a:p>
            <a:pPr marL="0" marR="0" lvl="0" indent="0" algn="r" rtl="0">
              <a:lnSpc>
                <a:spcPct val="100000"/>
              </a:lnSpc>
              <a:spcBef>
                <a:spcPts val="0"/>
              </a:spcBef>
              <a:spcAft>
                <a:spcPts val="0"/>
              </a:spcAft>
              <a:buClr>
                <a:srgbClr val="969696"/>
              </a:buClr>
              <a:buSzPts val="700"/>
              <a:buFont typeface="Open Sans"/>
              <a:buNone/>
            </a:pPr>
            <a:endParaRPr sz="700" b="1">
              <a:solidFill>
                <a:srgbClr val="969696"/>
              </a:solidFill>
              <a:latin typeface="Open Sans"/>
              <a:ea typeface="Open Sans"/>
              <a:cs typeface="Open Sans"/>
              <a:sym typeface="Open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white">
  <p:cSld name="Blank_1_1_1_2_1">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8551206" y="4803306"/>
            <a:ext cx="232200" cy="263100"/>
          </a:xfrm>
          <a:prstGeom prst="rect">
            <a:avLst/>
          </a:prstGeom>
          <a:noFill/>
          <a:ln>
            <a:noFill/>
          </a:ln>
        </p:spPr>
        <p:txBody>
          <a:bodyPr spcFirstLastPara="1" wrap="square" lIns="26775" tIns="26775" rIns="26775" bIns="26775" anchor="t" anchorCtr="0">
            <a:noAutofit/>
          </a:bodyPr>
          <a:lstStyle>
            <a:lvl1pPr marL="0" marR="0" lvl="0"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1pPr>
            <a:lvl2pPr marL="0" marR="0" lvl="1"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2pPr>
            <a:lvl3pPr marL="0" marR="0" lvl="2"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3pPr>
            <a:lvl4pPr marL="0" marR="0" lvl="3"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4pPr>
            <a:lvl5pPr marL="0" marR="0" lvl="4"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5pPr>
            <a:lvl6pPr marL="0" marR="0" lvl="5"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6pPr>
            <a:lvl7pPr marL="0" marR="0" lvl="6"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7pPr>
            <a:lvl8pPr marL="0" marR="0" lvl="7"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8pPr>
            <a:lvl9pPr marL="0" marR="0" lvl="8"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
        <p:nvSpPr>
          <p:cNvPr id="55" name="Google Shape;55;p14"/>
          <p:cNvSpPr txBox="1"/>
          <p:nvPr/>
        </p:nvSpPr>
        <p:spPr>
          <a:xfrm>
            <a:off x="5214432" y="4843741"/>
            <a:ext cx="3297300" cy="87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chemeClr val="dk1"/>
              </a:buClr>
              <a:buSzPts val="1100"/>
              <a:buFont typeface="Arial"/>
              <a:buNone/>
            </a:pPr>
            <a:r>
              <a:rPr lang="en" sz="700" b="1">
                <a:solidFill>
                  <a:srgbClr val="FFFFFF"/>
                </a:solidFill>
                <a:latin typeface="Open Sans"/>
                <a:ea typeface="Open Sans"/>
                <a:cs typeface="Open Sans"/>
                <a:sym typeface="Open Sans"/>
              </a:rPr>
              <a:t>FORMATION DCH POUR LE PEV</a:t>
            </a:r>
            <a:endParaRPr sz="700" b="1">
              <a:solidFill>
                <a:srgbClr val="FFFFFF"/>
              </a:solidFill>
              <a:latin typeface="Open Sans"/>
              <a:ea typeface="Open Sans"/>
              <a:cs typeface="Open Sans"/>
              <a:sym typeface="Open Sans"/>
            </a:endParaRPr>
          </a:p>
          <a:p>
            <a:pPr marL="0" marR="0" lvl="0" indent="0" algn="r" rtl="0">
              <a:lnSpc>
                <a:spcPct val="100000"/>
              </a:lnSpc>
              <a:spcBef>
                <a:spcPts val="0"/>
              </a:spcBef>
              <a:spcAft>
                <a:spcPts val="0"/>
              </a:spcAft>
              <a:buClr>
                <a:schemeClr val="dk1"/>
              </a:buClr>
              <a:buSzPts val="1100"/>
              <a:buFont typeface="Arial"/>
              <a:buNone/>
            </a:pPr>
            <a:endParaRPr sz="700" b="1">
              <a:solidFill>
                <a:srgbClr val="FFFFFF"/>
              </a:solidFill>
              <a:latin typeface="Open Sans"/>
              <a:ea typeface="Open Sans"/>
              <a:cs typeface="Open Sans"/>
              <a:sym typeface="Open Sans"/>
            </a:endParaRPr>
          </a:p>
          <a:p>
            <a:pPr marL="0" marR="0" lvl="0" indent="0" algn="ctr" rtl="0">
              <a:lnSpc>
                <a:spcPct val="100000"/>
              </a:lnSpc>
              <a:spcBef>
                <a:spcPts val="0"/>
              </a:spcBef>
              <a:spcAft>
                <a:spcPts val="0"/>
              </a:spcAft>
              <a:buClr>
                <a:srgbClr val="969696"/>
              </a:buClr>
              <a:buSzPts val="700"/>
              <a:buFont typeface="Open Sans"/>
              <a:buNone/>
            </a:pPr>
            <a:endParaRPr sz="700" b="1">
              <a:solidFill>
                <a:srgbClr val="FFFFFF"/>
              </a:solidFill>
              <a:latin typeface="Open Sans"/>
              <a:ea typeface="Open Sans"/>
              <a:cs typeface="Open Sans"/>
              <a:sym typeface="Open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blue">
  <p:cSld name="Blank_1_1_1_2_1_2">
    <p:bg>
      <p:bgPr>
        <a:solidFill>
          <a:srgbClr val="1BAEEC"/>
        </a:solidFill>
        <a:effectLst/>
      </p:bgPr>
    </p:bg>
    <p:spTree>
      <p:nvGrpSpPr>
        <p:cNvPr id="1" name="Shape 56"/>
        <p:cNvGrpSpPr/>
        <p:nvPr/>
      </p:nvGrpSpPr>
      <p:grpSpPr>
        <a:xfrm>
          <a:off x="0" y="0"/>
          <a:ext cx="0" cy="0"/>
          <a:chOff x="0" y="0"/>
          <a:chExt cx="0" cy="0"/>
        </a:xfrm>
      </p:grpSpPr>
      <p:sp>
        <p:nvSpPr>
          <p:cNvPr id="57" name="Google Shape;57;p15"/>
          <p:cNvSpPr txBox="1">
            <a:spLocks noGrp="1"/>
          </p:cNvSpPr>
          <p:nvPr>
            <p:ph type="sldNum" idx="12"/>
          </p:nvPr>
        </p:nvSpPr>
        <p:spPr>
          <a:xfrm>
            <a:off x="8551206" y="4803306"/>
            <a:ext cx="232200" cy="263100"/>
          </a:xfrm>
          <a:prstGeom prst="rect">
            <a:avLst/>
          </a:prstGeom>
          <a:noFill/>
          <a:ln>
            <a:noFill/>
          </a:ln>
        </p:spPr>
        <p:txBody>
          <a:bodyPr spcFirstLastPara="1" wrap="square" lIns="26775" tIns="26775" rIns="26775" bIns="26775" anchor="t" anchorCtr="0">
            <a:noAutofit/>
          </a:bodyPr>
          <a:lstStyle>
            <a:lvl1pPr marL="0" marR="0" lvl="0"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1pPr>
            <a:lvl2pPr marL="0" marR="0" lvl="1"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2pPr>
            <a:lvl3pPr marL="0" marR="0" lvl="2"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3pPr>
            <a:lvl4pPr marL="0" marR="0" lvl="3"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4pPr>
            <a:lvl5pPr marL="0" marR="0" lvl="4"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5pPr>
            <a:lvl6pPr marL="0" marR="0" lvl="5"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6pPr>
            <a:lvl7pPr marL="0" marR="0" lvl="6"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7pPr>
            <a:lvl8pPr marL="0" marR="0" lvl="7"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8pPr>
            <a:lvl9pPr marL="0" marR="0" lvl="8"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
        <p:nvSpPr>
          <p:cNvPr id="58" name="Google Shape;58;p15"/>
          <p:cNvSpPr txBox="1"/>
          <p:nvPr/>
        </p:nvSpPr>
        <p:spPr>
          <a:xfrm>
            <a:off x="5214432" y="4843741"/>
            <a:ext cx="3297300" cy="87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chemeClr val="dk1"/>
              </a:buClr>
              <a:buSzPts val="1100"/>
              <a:buFont typeface="Arial"/>
              <a:buNone/>
            </a:pPr>
            <a:r>
              <a:rPr lang="en" sz="700" b="1">
                <a:solidFill>
                  <a:srgbClr val="FFFFFF"/>
                </a:solidFill>
                <a:latin typeface="Open Sans"/>
                <a:ea typeface="Open Sans"/>
                <a:cs typeface="Open Sans"/>
                <a:sym typeface="Open Sans"/>
              </a:rPr>
              <a:t>FORMATION DCH POUR LE PEV</a:t>
            </a:r>
            <a:endParaRPr sz="700" b="1">
              <a:solidFill>
                <a:srgbClr val="FFFFFF"/>
              </a:solidFill>
              <a:latin typeface="Open Sans"/>
              <a:ea typeface="Open Sans"/>
              <a:cs typeface="Open Sans"/>
              <a:sym typeface="Open Sans"/>
            </a:endParaRPr>
          </a:p>
          <a:p>
            <a:pPr marL="0" marR="0" lvl="0" indent="0" algn="r" rtl="0">
              <a:lnSpc>
                <a:spcPct val="100000"/>
              </a:lnSpc>
              <a:spcBef>
                <a:spcPts val="0"/>
              </a:spcBef>
              <a:spcAft>
                <a:spcPts val="0"/>
              </a:spcAft>
              <a:buClr>
                <a:schemeClr val="dk1"/>
              </a:buClr>
              <a:buSzPts val="1100"/>
              <a:buFont typeface="Arial"/>
              <a:buNone/>
            </a:pPr>
            <a:endParaRPr sz="700" b="1">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rgbClr val="969696"/>
              </a:buClr>
              <a:buSzPts val="700"/>
              <a:buFont typeface="Open Sans"/>
              <a:buNone/>
            </a:pPr>
            <a:endParaRPr sz="700" b="1">
              <a:solidFill>
                <a:srgbClr val="FFFFFF"/>
              </a:solidFill>
              <a:latin typeface="Open Sans"/>
              <a:ea typeface="Open Sans"/>
              <a:cs typeface="Open Sans"/>
              <a:sym typeface="Open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gray number">
  <p:cSld name="Blank_1_1_1_2_2">
    <p:spTree>
      <p:nvGrpSpPr>
        <p:cNvPr id="1" name="Shape 59"/>
        <p:cNvGrpSpPr/>
        <p:nvPr/>
      </p:nvGrpSpPr>
      <p:grpSpPr>
        <a:xfrm>
          <a:off x="0" y="0"/>
          <a:ext cx="0" cy="0"/>
          <a:chOff x="0" y="0"/>
          <a:chExt cx="0" cy="0"/>
        </a:xfrm>
      </p:grpSpPr>
      <p:sp>
        <p:nvSpPr>
          <p:cNvPr id="60" name="Google Shape;60;p16"/>
          <p:cNvSpPr txBox="1">
            <a:spLocks noGrp="1"/>
          </p:cNvSpPr>
          <p:nvPr>
            <p:ph type="sldNum" idx="12"/>
          </p:nvPr>
        </p:nvSpPr>
        <p:spPr>
          <a:xfrm>
            <a:off x="8551206" y="4803306"/>
            <a:ext cx="232200" cy="263100"/>
          </a:xfrm>
          <a:prstGeom prst="rect">
            <a:avLst/>
          </a:prstGeom>
          <a:noFill/>
          <a:ln>
            <a:noFill/>
          </a:ln>
        </p:spPr>
        <p:txBody>
          <a:bodyPr spcFirstLastPara="1" wrap="square" lIns="26775" tIns="26775" rIns="26775" bIns="26775" anchor="t" anchorCtr="0">
            <a:noAutofit/>
          </a:bodyPr>
          <a:lstStyle>
            <a:lvl1pPr marL="0" marR="0" lvl="0"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1pPr>
            <a:lvl2pPr marL="0" marR="0" lvl="1"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2pPr>
            <a:lvl3pPr marL="0" marR="0" lvl="2"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3pPr>
            <a:lvl4pPr marL="0" marR="0" lvl="3"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4pPr>
            <a:lvl5pPr marL="0" marR="0" lvl="4"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5pPr>
            <a:lvl6pPr marL="0" marR="0" lvl="5"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6pPr>
            <a:lvl7pPr marL="0" marR="0" lvl="6"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7pPr>
            <a:lvl8pPr marL="0" marR="0" lvl="7"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8pPr>
            <a:lvl9pPr marL="0" marR="0" lvl="8"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white number">
  <p:cSld name="Blank_1_1_1_2_1_1">
    <p:spTree>
      <p:nvGrpSpPr>
        <p:cNvPr id="1" name="Shape 61"/>
        <p:cNvGrpSpPr/>
        <p:nvPr/>
      </p:nvGrpSpPr>
      <p:grpSpPr>
        <a:xfrm>
          <a:off x="0" y="0"/>
          <a:ext cx="0" cy="0"/>
          <a:chOff x="0" y="0"/>
          <a:chExt cx="0" cy="0"/>
        </a:xfrm>
      </p:grpSpPr>
      <p:sp>
        <p:nvSpPr>
          <p:cNvPr id="62" name="Google Shape;62;p17"/>
          <p:cNvSpPr txBox="1">
            <a:spLocks noGrp="1"/>
          </p:cNvSpPr>
          <p:nvPr>
            <p:ph type="sldNum" idx="12"/>
          </p:nvPr>
        </p:nvSpPr>
        <p:spPr>
          <a:xfrm>
            <a:off x="8551206" y="4803306"/>
            <a:ext cx="232200" cy="263100"/>
          </a:xfrm>
          <a:prstGeom prst="rect">
            <a:avLst/>
          </a:prstGeom>
          <a:noFill/>
          <a:ln>
            <a:noFill/>
          </a:ln>
        </p:spPr>
        <p:txBody>
          <a:bodyPr spcFirstLastPara="1" wrap="square" lIns="26775" tIns="26775" rIns="26775" bIns="26775" anchor="t" anchorCtr="0">
            <a:noAutofit/>
          </a:bodyPr>
          <a:lstStyle>
            <a:lvl1pPr marL="0" marR="0" lvl="0"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1pPr>
            <a:lvl2pPr marL="0" marR="0" lvl="1"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2pPr>
            <a:lvl3pPr marL="0" marR="0" lvl="2"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3pPr>
            <a:lvl4pPr marL="0" marR="0" lvl="3"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4pPr>
            <a:lvl5pPr marL="0" marR="0" lvl="4"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5pPr>
            <a:lvl6pPr marL="0" marR="0" lvl="5"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6pPr>
            <a:lvl7pPr marL="0" marR="0" lvl="6"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7pPr>
            <a:lvl8pPr marL="0" marR="0" lvl="7"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8pPr>
            <a:lvl9pPr marL="0" marR="0" lvl="8" indent="0" algn="r" rtl="0">
              <a:lnSpc>
                <a:spcPct val="100000"/>
              </a:lnSpc>
              <a:spcBef>
                <a:spcPts val="0"/>
              </a:spcBef>
              <a:spcAft>
                <a:spcPts val="0"/>
              </a:spcAft>
              <a:buClr>
                <a:srgbClr val="969696"/>
              </a:buClr>
              <a:buSzPts val="700"/>
              <a:buFont typeface="Open Sans"/>
              <a:buNone/>
              <a:defRPr sz="700" b="1">
                <a:solidFill>
                  <a:srgbClr val="FFFFFF"/>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blank">
  <p:cSld name="Blank_1_1_1_2_1_1_1">
    <p:spTree>
      <p:nvGrpSpPr>
        <p:cNvPr id="1" name="Shape 63"/>
        <p:cNvGrpSpPr/>
        <p:nvPr/>
      </p:nvGrpSpPr>
      <p:grpSpPr>
        <a:xfrm>
          <a:off x="0" y="0"/>
          <a:ext cx="0" cy="0"/>
          <a:chOff x="0" y="0"/>
          <a:chExt cx="0" cy="0"/>
        </a:xfrm>
      </p:grpSpPr>
      <p:sp>
        <p:nvSpPr>
          <p:cNvPr id="64" name="Google Shape;64;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HCD Steps">
  <p:cSld name="Blank">
    <p:spTree>
      <p:nvGrpSpPr>
        <p:cNvPr id="1" name="Shape 65"/>
        <p:cNvGrpSpPr/>
        <p:nvPr/>
      </p:nvGrpSpPr>
      <p:grpSpPr>
        <a:xfrm>
          <a:off x="0" y="0"/>
          <a:ext cx="0" cy="0"/>
          <a:chOff x="0" y="0"/>
          <a:chExt cx="0" cy="0"/>
        </a:xfrm>
      </p:grpSpPr>
      <p:sp>
        <p:nvSpPr>
          <p:cNvPr id="66" name="Google Shape;66;p19"/>
          <p:cNvSpPr txBox="1">
            <a:spLocks noGrp="1"/>
          </p:cNvSpPr>
          <p:nvPr>
            <p:ph type="sldNum" idx="12"/>
          </p:nvPr>
        </p:nvSpPr>
        <p:spPr>
          <a:xfrm>
            <a:off x="8160" y="4731658"/>
            <a:ext cx="449100" cy="202200"/>
          </a:xfrm>
          <a:prstGeom prst="rect">
            <a:avLst/>
          </a:prstGeom>
          <a:noFill/>
          <a:ln>
            <a:noFill/>
          </a:ln>
        </p:spPr>
        <p:txBody>
          <a:bodyPr spcFirstLastPara="1" wrap="square" lIns="26775" tIns="26775" rIns="26775" bIns="26775" anchor="ctr" anchorCtr="0">
            <a:noAutofit/>
          </a:bodyPr>
          <a:lstStyle>
            <a:lvl1pPr marL="0" marR="0" lvl="0" indent="0" algn="ctr" rtl="0">
              <a:lnSpc>
                <a:spcPct val="100000"/>
              </a:lnSpc>
              <a:spcBef>
                <a:spcPts val="0"/>
              </a:spcBef>
              <a:spcAft>
                <a:spcPts val="0"/>
              </a:spcAft>
              <a:buClr>
                <a:srgbClr val="A1A7AC"/>
              </a:buClr>
              <a:buSzPts val="1400"/>
              <a:buFont typeface="Calibri"/>
              <a:buNone/>
              <a:defRPr sz="1000" b="1" i="0" u="none" strike="noStrike" cap="none">
                <a:solidFill>
                  <a:srgbClr val="151515"/>
                </a:solidFill>
                <a:latin typeface="Arial"/>
                <a:ea typeface="Arial"/>
                <a:cs typeface="Arial"/>
                <a:sym typeface="Arial"/>
              </a:defRPr>
            </a:lvl1pPr>
            <a:lvl2pPr marL="0" marR="0" lvl="1" indent="0" algn="ctr" rtl="0">
              <a:lnSpc>
                <a:spcPct val="100000"/>
              </a:lnSpc>
              <a:spcBef>
                <a:spcPts val="0"/>
              </a:spcBef>
              <a:spcAft>
                <a:spcPts val="0"/>
              </a:spcAft>
              <a:buClr>
                <a:srgbClr val="A1A7AC"/>
              </a:buClr>
              <a:buSzPts val="1400"/>
              <a:buFont typeface="Calibri"/>
              <a:buNone/>
              <a:defRPr sz="1000" b="1" i="0" u="none" strike="noStrike" cap="none">
                <a:solidFill>
                  <a:srgbClr val="151515"/>
                </a:solidFill>
                <a:latin typeface="Arial"/>
                <a:ea typeface="Arial"/>
                <a:cs typeface="Arial"/>
                <a:sym typeface="Arial"/>
              </a:defRPr>
            </a:lvl2pPr>
            <a:lvl3pPr marL="0" marR="0" lvl="2" indent="0" algn="ctr" rtl="0">
              <a:lnSpc>
                <a:spcPct val="100000"/>
              </a:lnSpc>
              <a:spcBef>
                <a:spcPts val="0"/>
              </a:spcBef>
              <a:spcAft>
                <a:spcPts val="0"/>
              </a:spcAft>
              <a:buClr>
                <a:srgbClr val="A1A7AC"/>
              </a:buClr>
              <a:buSzPts val="1400"/>
              <a:buFont typeface="Calibri"/>
              <a:buNone/>
              <a:defRPr sz="1000" b="1" i="0" u="none" strike="noStrike" cap="none">
                <a:solidFill>
                  <a:srgbClr val="151515"/>
                </a:solidFill>
                <a:latin typeface="Arial"/>
                <a:ea typeface="Arial"/>
                <a:cs typeface="Arial"/>
                <a:sym typeface="Arial"/>
              </a:defRPr>
            </a:lvl3pPr>
            <a:lvl4pPr marL="0" marR="0" lvl="3" indent="0" algn="ctr" rtl="0">
              <a:lnSpc>
                <a:spcPct val="100000"/>
              </a:lnSpc>
              <a:spcBef>
                <a:spcPts val="0"/>
              </a:spcBef>
              <a:spcAft>
                <a:spcPts val="0"/>
              </a:spcAft>
              <a:buClr>
                <a:srgbClr val="A1A7AC"/>
              </a:buClr>
              <a:buSzPts val="1400"/>
              <a:buFont typeface="Calibri"/>
              <a:buNone/>
              <a:defRPr sz="1000" b="1" i="0" u="none" strike="noStrike" cap="none">
                <a:solidFill>
                  <a:srgbClr val="151515"/>
                </a:solidFill>
                <a:latin typeface="Arial"/>
                <a:ea typeface="Arial"/>
                <a:cs typeface="Arial"/>
                <a:sym typeface="Arial"/>
              </a:defRPr>
            </a:lvl4pPr>
            <a:lvl5pPr marL="0" marR="0" lvl="4" indent="0" algn="ctr" rtl="0">
              <a:lnSpc>
                <a:spcPct val="100000"/>
              </a:lnSpc>
              <a:spcBef>
                <a:spcPts val="0"/>
              </a:spcBef>
              <a:spcAft>
                <a:spcPts val="0"/>
              </a:spcAft>
              <a:buClr>
                <a:srgbClr val="A1A7AC"/>
              </a:buClr>
              <a:buSzPts val="1400"/>
              <a:buFont typeface="Calibri"/>
              <a:buNone/>
              <a:defRPr sz="1000" b="1" i="0" u="none" strike="noStrike" cap="none">
                <a:solidFill>
                  <a:srgbClr val="151515"/>
                </a:solidFill>
                <a:latin typeface="Arial"/>
                <a:ea typeface="Arial"/>
                <a:cs typeface="Arial"/>
                <a:sym typeface="Arial"/>
              </a:defRPr>
            </a:lvl5pPr>
            <a:lvl6pPr marL="0" marR="0" lvl="5" indent="0" algn="ctr" rtl="0">
              <a:lnSpc>
                <a:spcPct val="100000"/>
              </a:lnSpc>
              <a:spcBef>
                <a:spcPts val="0"/>
              </a:spcBef>
              <a:spcAft>
                <a:spcPts val="0"/>
              </a:spcAft>
              <a:buClr>
                <a:srgbClr val="A1A7AC"/>
              </a:buClr>
              <a:buSzPts val="1400"/>
              <a:buFont typeface="Calibri"/>
              <a:buNone/>
              <a:defRPr sz="1000" b="1" i="0" u="none" strike="noStrike" cap="none">
                <a:solidFill>
                  <a:srgbClr val="151515"/>
                </a:solidFill>
                <a:latin typeface="Arial"/>
                <a:ea typeface="Arial"/>
                <a:cs typeface="Arial"/>
                <a:sym typeface="Arial"/>
              </a:defRPr>
            </a:lvl6pPr>
            <a:lvl7pPr marL="0" marR="0" lvl="6" indent="0" algn="ctr" rtl="0">
              <a:lnSpc>
                <a:spcPct val="100000"/>
              </a:lnSpc>
              <a:spcBef>
                <a:spcPts val="0"/>
              </a:spcBef>
              <a:spcAft>
                <a:spcPts val="0"/>
              </a:spcAft>
              <a:buClr>
                <a:srgbClr val="A1A7AC"/>
              </a:buClr>
              <a:buSzPts val="1400"/>
              <a:buFont typeface="Calibri"/>
              <a:buNone/>
              <a:defRPr sz="1000" b="1" i="0" u="none" strike="noStrike" cap="none">
                <a:solidFill>
                  <a:srgbClr val="151515"/>
                </a:solidFill>
                <a:latin typeface="Arial"/>
                <a:ea typeface="Arial"/>
                <a:cs typeface="Arial"/>
                <a:sym typeface="Arial"/>
              </a:defRPr>
            </a:lvl7pPr>
            <a:lvl8pPr marL="0" marR="0" lvl="7" indent="0" algn="ctr" rtl="0">
              <a:lnSpc>
                <a:spcPct val="100000"/>
              </a:lnSpc>
              <a:spcBef>
                <a:spcPts val="0"/>
              </a:spcBef>
              <a:spcAft>
                <a:spcPts val="0"/>
              </a:spcAft>
              <a:buClr>
                <a:srgbClr val="A1A7AC"/>
              </a:buClr>
              <a:buSzPts val="1400"/>
              <a:buFont typeface="Calibri"/>
              <a:buNone/>
              <a:defRPr sz="1000" b="1" i="0" u="none" strike="noStrike" cap="none">
                <a:solidFill>
                  <a:srgbClr val="151515"/>
                </a:solidFill>
                <a:latin typeface="Arial"/>
                <a:ea typeface="Arial"/>
                <a:cs typeface="Arial"/>
                <a:sym typeface="Arial"/>
              </a:defRPr>
            </a:lvl8pPr>
            <a:lvl9pPr marL="0" marR="0" lvl="8" indent="0" algn="ctr" rtl="0">
              <a:lnSpc>
                <a:spcPct val="100000"/>
              </a:lnSpc>
              <a:spcBef>
                <a:spcPts val="0"/>
              </a:spcBef>
              <a:spcAft>
                <a:spcPts val="0"/>
              </a:spcAft>
              <a:buClr>
                <a:srgbClr val="A1A7AC"/>
              </a:buClr>
              <a:buSzPts val="1400"/>
              <a:buFont typeface="Calibri"/>
              <a:buNone/>
              <a:defRPr sz="1000" b="1" i="0" u="none" strike="noStrike" cap="none">
                <a:solidFill>
                  <a:srgbClr val="151515"/>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
              <a:t>‹#›</a:t>
            </a:fld>
            <a:endParaRPr/>
          </a:p>
        </p:txBody>
      </p:sp>
      <p:cxnSp>
        <p:nvCxnSpPr>
          <p:cNvPr id="67" name="Google Shape;67;p19"/>
          <p:cNvCxnSpPr/>
          <p:nvPr/>
        </p:nvCxnSpPr>
        <p:spPr>
          <a:xfrm>
            <a:off x="457200" y="212269"/>
            <a:ext cx="0" cy="4683600"/>
          </a:xfrm>
          <a:prstGeom prst="straightConnector1">
            <a:avLst/>
          </a:prstGeom>
          <a:noFill/>
          <a:ln w="9525" cap="flat" cmpd="sng">
            <a:solidFill>
              <a:srgbClr val="151515"/>
            </a:solidFill>
            <a:prstDash val="solid"/>
            <a:round/>
            <a:headEnd type="none" w="sm" len="sm"/>
            <a:tailEnd type="none" w="sm" len="sm"/>
          </a:ln>
        </p:spPr>
      </p:cxnSp>
      <p:sp>
        <p:nvSpPr>
          <p:cNvPr id="68" name="Google Shape;68;p19"/>
          <p:cNvSpPr/>
          <p:nvPr/>
        </p:nvSpPr>
        <p:spPr>
          <a:xfrm>
            <a:off x="118879" y="549611"/>
            <a:ext cx="233100" cy="233100"/>
          </a:xfrm>
          <a:prstGeom prst="ellipse">
            <a:avLst/>
          </a:prstGeom>
          <a:noFill/>
          <a:ln w="9525" cap="flat" cmpd="sng">
            <a:solidFill>
              <a:srgbClr val="151515"/>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b="0" i="0" u="none" strike="noStrike" cap="none">
                <a:solidFill>
                  <a:srgbClr val="151515"/>
                </a:solidFill>
                <a:latin typeface="Arial"/>
                <a:ea typeface="Arial"/>
                <a:cs typeface="Arial"/>
                <a:sym typeface="Arial"/>
              </a:rPr>
              <a:t>2</a:t>
            </a:r>
            <a:endParaRPr sz="800" b="0" i="0" u="none" strike="noStrike" cap="none">
              <a:solidFill>
                <a:srgbClr val="151515"/>
              </a:solidFill>
              <a:latin typeface="Arial"/>
              <a:ea typeface="Arial"/>
              <a:cs typeface="Arial"/>
              <a:sym typeface="Arial"/>
            </a:endParaRPr>
          </a:p>
        </p:txBody>
      </p:sp>
      <p:sp>
        <p:nvSpPr>
          <p:cNvPr id="69" name="Google Shape;69;p19"/>
          <p:cNvSpPr/>
          <p:nvPr/>
        </p:nvSpPr>
        <p:spPr>
          <a:xfrm>
            <a:off x="118879" y="219482"/>
            <a:ext cx="233100" cy="233100"/>
          </a:xfrm>
          <a:prstGeom prst="ellipse">
            <a:avLst/>
          </a:prstGeom>
          <a:noFill/>
          <a:ln w="9525" cap="flat" cmpd="sng">
            <a:solidFill>
              <a:srgbClr val="151515"/>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b="0" i="0" u="none" strike="noStrike" cap="none">
                <a:solidFill>
                  <a:srgbClr val="151515"/>
                </a:solidFill>
                <a:latin typeface="Arial"/>
                <a:ea typeface="Arial"/>
                <a:cs typeface="Arial"/>
                <a:sym typeface="Arial"/>
              </a:rPr>
              <a:t>1</a:t>
            </a:r>
            <a:endParaRPr sz="800" b="0" i="0" u="none" strike="noStrike" cap="none">
              <a:solidFill>
                <a:srgbClr val="151515"/>
              </a:solidFill>
              <a:latin typeface="Arial"/>
              <a:ea typeface="Arial"/>
              <a:cs typeface="Arial"/>
              <a:sym typeface="Arial"/>
            </a:endParaRPr>
          </a:p>
        </p:txBody>
      </p:sp>
      <p:sp>
        <p:nvSpPr>
          <p:cNvPr id="70" name="Google Shape;70;p19"/>
          <p:cNvSpPr/>
          <p:nvPr/>
        </p:nvSpPr>
        <p:spPr>
          <a:xfrm>
            <a:off x="118879" y="879867"/>
            <a:ext cx="233100" cy="233100"/>
          </a:xfrm>
          <a:prstGeom prst="ellipse">
            <a:avLst/>
          </a:prstGeom>
          <a:noFill/>
          <a:ln w="9525" cap="flat" cmpd="sng">
            <a:solidFill>
              <a:srgbClr val="151515"/>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b="0" i="0" u="none" strike="noStrike" cap="none">
                <a:solidFill>
                  <a:srgbClr val="151515"/>
                </a:solidFill>
                <a:latin typeface="Arial"/>
                <a:ea typeface="Arial"/>
                <a:cs typeface="Arial"/>
                <a:sym typeface="Arial"/>
              </a:rPr>
              <a:t>3</a:t>
            </a:r>
            <a:endParaRPr sz="800" b="0" i="0" u="none" strike="noStrike" cap="none">
              <a:solidFill>
                <a:srgbClr val="151515"/>
              </a:solidFill>
              <a:latin typeface="Arial"/>
              <a:ea typeface="Arial"/>
              <a:cs typeface="Arial"/>
              <a:sym typeface="Arial"/>
            </a:endParaRPr>
          </a:p>
        </p:txBody>
      </p:sp>
      <p:sp>
        <p:nvSpPr>
          <p:cNvPr id="71" name="Google Shape;71;p19"/>
          <p:cNvSpPr/>
          <p:nvPr/>
        </p:nvSpPr>
        <p:spPr>
          <a:xfrm>
            <a:off x="118879" y="2200890"/>
            <a:ext cx="233100" cy="233100"/>
          </a:xfrm>
          <a:prstGeom prst="ellipse">
            <a:avLst/>
          </a:prstGeom>
          <a:noFill/>
          <a:ln w="9525" cap="flat" cmpd="sng">
            <a:solidFill>
              <a:srgbClr val="151515"/>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b="0" i="0" u="none" strike="noStrike" cap="none">
                <a:solidFill>
                  <a:srgbClr val="151515"/>
                </a:solidFill>
                <a:latin typeface="Arial"/>
                <a:ea typeface="Arial"/>
                <a:cs typeface="Arial"/>
                <a:sym typeface="Arial"/>
              </a:rPr>
              <a:t>7</a:t>
            </a:r>
            <a:endParaRPr sz="800" b="0" i="0" u="none" strike="noStrike" cap="none">
              <a:solidFill>
                <a:srgbClr val="151515"/>
              </a:solidFill>
              <a:latin typeface="Arial"/>
              <a:ea typeface="Arial"/>
              <a:cs typeface="Arial"/>
              <a:sym typeface="Arial"/>
            </a:endParaRPr>
          </a:p>
        </p:txBody>
      </p:sp>
      <p:sp>
        <p:nvSpPr>
          <p:cNvPr id="72" name="Google Shape;72;p19"/>
          <p:cNvSpPr/>
          <p:nvPr/>
        </p:nvSpPr>
        <p:spPr>
          <a:xfrm>
            <a:off x="118879" y="2531146"/>
            <a:ext cx="233100" cy="233100"/>
          </a:xfrm>
          <a:prstGeom prst="ellipse">
            <a:avLst/>
          </a:prstGeom>
          <a:no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b="0" i="0" u="none" strike="noStrike" cap="none">
                <a:latin typeface="Arial"/>
                <a:ea typeface="Arial"/>
                <a:cs typeface="Arial"/>
                <a:sym typeface="Arial"/>
              </a:rPr>
              <a:t>8</a:t>
            </a:r>
            <a:endParaRPr sz="800" b="0" i="0" u="none" strike="noStrike" cap="none">
              <a:highlight>
                <a:srgbClr val="000000"/>
              </a:highlight>
              <a:latin typeface="Arial"/>
              <a:ea typeface="Arial"/>
              <a:cs typeface="Arial"/>
              <a:sym typeface="Arial"/>
            </a:endParaRPr>
          </a:p>
        </p:txBody>
      </p:sp>
      <p:sp>
        <p:nvSpPr>
          <p:cNvPr id="73" name="Google Shape;73;p19"/>
          <p:cNvSpPr/>
          <p:nvPr/>
        </p:nvSpPr>
        <p:spPr>
          <a:xfrm>
            <a:off x="118879" y="2861402"/>
            <a:ext cx="233100" cy="233100"/>
          </a:xfrm>
          <a:prstGeom prst="ellipse">
            <a:avLst/>
          </a:prstGeom>
          <a:noFill/>
          <a:ln w="9525" cap="flat" cmpd="sng">
            <a:solidFill>
              <a:srgbClr val="B7B7B7"/>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b="0" i="0" u="none" strike="noStrike" cap="none">
                <a:solidFill>
                  <a:srgbClr val="B7B7B7"/>
                </a:solidFill>
                <a:latin typeface="Arial"/>
                <a:ea typeface="Arial"/>
                <a:cs typeface="Arial"/>
                <a:sym typeface="Arial"/>
              </a:rPr>
              <a:t>9</a:t>
            </a:r>
            <a:endParaRPr sz="800" b="0" i="0" u="none" strike="noStrike" cap="none">
              <a:solidFill>
                <a:srgbClr val="B7B7B7"/>
              </a:solidFill>
              <a:latin typeface="Arial"/>
              <a:ea typeface="Arial"/>
              <a:cs typeface="Arial"/>
              <a:sym typeface="Arial"/>
            </a:endParaRPr>
          </a:p>
        </p:txBody>
      </p:sp>
      <p:sp>
        <p:nvSpPr>
          <p:cNvPr id="74" name="Google Shape;74;p19"/>
          <p:cNvSpPr/>
          <p:nvPr/>
        </p:nvSpPr>
        <p:spPr>
          <a:xfrm>
            <a:off x="118879" y="1210123"/>
            <a:ext cx="233100" cy="233100"/>
          </a:xfrm>
          <a:prstGeom prst="ellipse">
            <a:avLst/>
          </a:prstGeom>
          <a:noFill/>
          <a:ln w="9525" cap="flat" cmpd="sng">
            <a:solidFill>
              <a:srgbClr val="151515"/>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b="0" i="0" u="none" strike="noStrike" cap="none">
                <a:solidFill>
                  <a:srgbClr val="151515"/>
                </a:solidFill>
                <a:latin typeface="Arial"/>
                <a:ea typeface="Arial"/>
                <a:cs typeface="Arial"/>
                <a:sym typeface="Arial"/>
              </a:rPr>
              <a:t>4</a:t>
            </a:r>
            <a:endParaRPr sz="800" b="0" i="0" u="none" strike="noStrike" cap="none">
              <a:solidFill>
                <a:srgbClr val="151515"/>
              </a:solidFill>
              <a:latin typeface="Arial"/>
              <a:ea typeface="Arial"/>
              <a:cs typeface="Arial"/>
              <a:sym typeface="Arial"/>
            </a:endParaRPr>
          </a:p>
        </p:txBody>
      </p:sp>
      <p:sp>
        <p:nvSpPr>
          <p:cNvPr id="75" name="Google Shape;75;p19"/>
          <p:cNvSpPr/>
          <p:nvPr/>
        </p:nvSpPr>
        <p:spPr>
          <a:xfrm>
            <a:off x="118879" y="1540379"/>
            <a:ext cx="233100" cy="233100"/>
          </a:xfrm>
          <a:prstGeom prst="ellipse">
            <a:avLst/>
          </a:prstGeom>
          <a:noFill/>
          <a:ln w="9525" cap="flat" cmpd="sng">
            <a:solidFill>
              <a:srgbClr val="151515"/>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b="0" i="0" u="none" strike="noStrike" cap="none">
                <a:solidFill>
                  <a:srgbClr val="151515"/>
                </a:solidFill>
                <a:latin typeface="Arial"/>
                <a:ea typeface="Arial"/>
                <a:cs typeface="Arial"/>
                <a:sym typeface="Arial"/>
              </a:rPr>
              <a:t>5</a:t>
            </a:r>
            <a:endParaRPr sz="800" b="0" i="0" u="none" strike="noStrike" cap="none">
              <a:solidFill>
                <a:srgbClr val="151515"/>
              </a:solidFill>
              <a:latin typeface="Arial"/>
              <a:ea typeface="Arial"/>
              <a:cs typeface="Arial"/>
              <a:sym typeface="Arial"/>
            </a:endParaRPr>
          </a:p>
        </p:txBody>
      </p:sp>
      <p:sp>
        <p:nvSpPr>
          <p:cNvPr id="76" name="Google Shape;76;p19"/>
          <p:cNvSpPr/>
          <p:nvPr/>
        </p:nvSpPr>
        <p:spPr>
          <a:xfrm>
            <a:off x="118879" y="1870634"/>
            <a:ext cx="233100" cy="233100"/>
          </a:xfrm>
          <a:prstGeom prst="ellipse">
            <a:avLst/>
          </a:prstGeom>
          <a:noFill/>
          <a:ln w="9525" cap="flat" cmpd="sng">
            <a:solidFill>
              <a:srgbClr val="151515"/>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b="0" i="0" u="none" strike="noStrike" cap="none">
                <a:solidFill>
                  <a:srgbClr val="151515"/>
                </a:solidFill>
                <a:latin typeface="Arial"/>
                <a:ea typeface="Arial"/>
                <a:cs typeface="Arial"/>
                <a:sym typeface="Arial"/>
              </a:rPr>
              <a:t>6</a:t>
            </a:r>
            <a:endParaRPr sz="800" b="0" i="0" u="none" strike="noStrike" cap="none">
              <a:solidFill>
                <a:srgbClr val="151515"/>
              </a:solidFill>
              <a:latin typeface="Arial"/>
              <a:ea typeface="Arial"/>
              <a:cs typeface="Arial"/>
              <a:sym typeface="Arial"/>
            </a:endParaRPr>
          </a:p>
        </p:txBody>
      </p:sp>
      <p:sp>
        <p:nvSpPr>
          <p:cNvPr id="77" name="Google Shape;77;p19"/>
          <p:cNvSpPr/>
          <p:nvPr/>
        </p:nvSpPr>
        <p:spPr>
          <a:xfrm>
            <a:off x="118879" y="3191658"/>
            <a:ext cx="233100" cy="233100"/>
          </a:xfrm>
          <a:prstGeom prst="ellipse">
            <a:avLst/>
          </a:prstGeom>
          <a:noFill/>
          <a:ln w="9525" cap="flat" cmpd="sng">
            <a:solidFill>
              <a:srgbClr val="B7B7B7"/>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b="0" i="0" u="none" strike="noStrike" cap="none">
                <a:solidFill>
                  <a:srgbClr val="B7B7B7"/>
                </a:solidFill>
                <a:latin typeface="Arial"/>
                <a:ea typeface="Arial"/>
                <a:cs typeface="Arial"/>
                <a:sym typeface="Arial"/>
              </a:rPr>
              <a:t>10</a:t>
            </a:r>
            <a:endParaRPr sz="800" b="0" i="0" u="none" strike="noStrike" cap="none">
              <a:solidFill>
                <a:srgbClr val="B7B7B7"/>
              </a:solidFill>
              <a:latin typeface="Arial"/>
              <a:ea typeface="Arial"/>
              <a:cs typeface="Arial"/>
              <a:sym typeface="Arial"/>
            </a:endParaRPr>
          </a:p>
        </p:txBody>
      </p:sp>
      <p:sp>
        <p:nvSpPr>
          <p:cNvPr id="78" name="Google Shape;78;p19"/>
          <p:cNvSpPr/>
          <p:nvPr/>
        </p:nvSpPr>
        <p:spPr>
          <a:xfrm>
            <a:off x="118879" y="3521914"/>
            <a:ext cx="233100" cy="233100"/>
          </a:xfrm>
          <a:prstGeom prst="ellipse">
            <a:avLst/>
          </a:prstGeom>
          <a:noFill/>
          <a:ln w="9525" cap="flat" cmpd="sng">
            <a:solidFill>
              <a:srgbClr val="B7B7B7"/>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a:solidFill>
                  <a:srgbClr val="B7B7B7"/>
                </a:solidFill>
              </a:rPr>
              <a:t>11</a:t>
            </a:r>
            <a:endParaRPr sz="800" b="0" i="0" u="none" strike="noStrike" cap="none">
              <a:solidFill>
                <a:srgbClr val="B7B7B7"/>
              </a:solidFill>
              <a:latin typeface="Arial"/>
              <a:ea typeface="Arial"/>
              <a:cs typeface="Arial"/>
              <a:sym typeface="Arial"/>
            </a:endParaRPr>
          </a:p>
        </p:txBody>
      </p:sp>
      <p:sp>
        <p:nvSpPr>
          <p:cNvPr id="79" name="Google Shape;79;p19"/>
          <p:cNvSpPr/>
          <p:nvPr/>
        </p:nvSpPr>
        <p:spPr>
          <a:xfrm>
            <a:off x="118879" y="3852170"/>
            <a:ext cx="233100" cy="233100"/>
          </a:xfrm>
          <a:prstGeom prst="ellipse">
            <a:avLst/>
          </a:prstGeom>
          <a:noFill/>
          <a:ln w="9525" cap="flat" cmpd="sng">
            <a:solidFill>
              <a:srgbClr val="B7B7B7"/>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a:solidFill>
                  <a:srgbClr val="B7B7B7"/>
                </a:solidFill>
              </a:rPr>
              <a:t>12</a:t>
            </a:r>
            <a:endParaRPr sz="800" b="0" i="0" u="none" strike="noStrike" cap="none">
              <a:solidFill>
                <a:srgbClr val="B7B7B7"/>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32">
          <p15:clr>
            <a:srgbClr val="FBAE40"/>
          </p15:clr>
        </p15:guide>
        <p15:guide id="2" pos="288">
          <p15:clr>
            <a:srgbClr val="FBAE40"/>
          </p15:clr>
        </p15:guide>
        <p15:guide id="3" pos="3024">
          <p15:clr>
            <a:srgbClr val="FBAE40"/>
          </p15:clr>
        </p15:guide>
        <p15:guide id="4" orient="horz" pos="3084">
          <p15:clr>
            <a:srgbClr val="FBAE40"/>
          </p15:clr>
        </p15:guide>
        <p15:guide id="5" pos="5616">
          <p15:clr>
            <a:srgbClr val="FBAE40"/>
          </p15:clr>
        </p15:guide>
        <p15:guide id="6" pos="14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ue - Basic 2 Column " type="tx">
  <p:cSld name="TITLE_AND_BODY">
    <p:spTree>
      <p:nvGrpSpPr>
        <p:cNvPr id="1" name="Shape 84"/>
        <p:cNvGrpSpPr/>
        <p:nvPr/>
      </p:nvGrpSpPr>
      <p:grpSpPr>
        <a:xfrm>
          <a:off x="0" y="0"/>
          <a:ext cx="0" cy="0"/>
          <a:chOff x="0" y="0"/>
          <a:chExt cx="0" cy="0"/>
        </a:xfrm>
      </p:grpSpPr>
      <p:sp>
        <p:nvSpPr>
          <p:cNvPr id="85" name="Google Shape;85;p21"/>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1"/>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1"/>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88" name="Google Shape;88;p21"/>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89" name="Google Shape;89;p21"/>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1"/>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1"/>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92" name="Google Shape;92;p21"/>
          <p:cNvSpPr txBox="1">
            <a:spLocks noGrp="1"/>
          </p:cNvSpPr>
          <p:nvPr>
            <p:ph type="subTitle" idx="3"/>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93" name="Google Shape;93;p21"/>
          <p:cNvSpPr txBox="1">
            <a:spLocks noGrp="1"/>
          </p:cNvSpPr>
          <p:nvPr>
            <p:ph type="subTitle" idx="4"/>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94" name="Google Shape;94;p21"/>
          <p:cNvSpPr txBox="1">
            <a:spLocks noGrp="1"/>
          </p:cNvSpPr>
          <p:nvPr>
            <p:ph type="subTitle" idx="5"/>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1pPr>
            <a:lvl2pPr lvl="1"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2pPr>
            <a:lvl3pPr lvl="2"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3pPr>
            <a:lvl4pPr lvl="3"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4pPr>
            <a:lvl5pPr lvl="4"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5pPr>
            <a:lvl6pPr lvl="5"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6pPr>
            <a:lvl7pPr lvl="6"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7pPr>
            <a:lvl8pPr lvl="7"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8pPr>
            <a:lvl9pPr lvl="8" rtl="0">
              <a:spcBef>
                <a:spcPts val="1600"/>
              </a:spcBef>
              <a:spcAft>
                <a:spcPts val="1600"/>
              </a:spcAft>
              <a:buClr>
                <a:srgbClr val="1CBDEF"/>
              </a:buClr>
              <a:buSzPts val="900"/>
              <a:buFont typeface="Lato Black"/>
              <a:buNone/>
              <a:defRPr>
                <a:solidFill>
                  <a:srgbClr val="1CBDEF"/>
                </a:solidFill>
                <a:latin typeface="Lato Black"/>
                <a:ea typeface="Lato Black"/>
                <a:cs typeface="Lato Black"/>
                <a:sym typeface="Lato Black"/>
              </a:defRPr>
            </a:lvl9pPr>
          </a:lstStyle>
          <a:p>
            <a:endParaRPr/>
          </a:p>
        </p:txBody>
      </p:sp>
      <p:sp>
        <p:nvSpPr>
          <p:cNvPr id="95" name="Google Shape;95;p21"/>
          <p:cNvSpPr txBox="1">
            <a:spLocks noGrp="1"/>
          </p:cNvSpPr>
          <p:nvPr>
            <p:ph type="subTitle" idx="6"/>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1pPr>
            <a:lvl2pPr lvl="1"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2pPr>
            <a:lvl3pPr lvl="2"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3pPr>
            <a:lvl4pPr lvl="3"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4pPr>
            <a:lvl5pPr lvl="4"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5pPr>
            <a:lvl6pPr lvl="5"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6pPr>
            <a:lvl7pPr lvl="6"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7pPr>
            <a:lvl8pPr lvl="7"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8pPr>
            <a:lvl9pPr lvl="8" rtl="0">
              <a:spcBef>
                <a:spcPts val="1600"/>
              </a:spcBef>
              <a:spcAft>
                <a:spcPts val="1600"/>
              </a:spcAft>
              <a:buClr>
                <a:srgbClr val="1CBDEF"/>
              </a:buClr>
              <a:buSzPts val="900"/>
              <a:buFont typeface="Lato Black"/>
              <a:buNone/>
              <a:defRPr>
                <a:solidFill>
                  <a:srgbClr val="1CBDEF"/>
                </a:solidFill>
                <a:latin typeface="Lato Black"/>
                <a:ea typeface="Lato Black"/>
                <a:cs typeface="Lato Black"/>
                <a:sym typeface="Lato Black"/>
              </a:defRPr>
            </a:lvl9pPr>
          </a:lstStyle>
          <a:p>
            <a:endParaRPr/>
          </a:p>
        </p:txBody>
      </p:sp>
      <p:sp>
        <p:nvSpPr>
          <p:cNvPr id="96" name="Google Shape;96;p21"/>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ue - Basic ">
  <p:cSld name="TITLE_AND_BODY_3">
    <p:spTree>
      <p:nvGrpSpPr>
        <p:cNvPr id="1" name="Shape 97"/>
        <p:cNvGrpSpPr/>
        <p:nvPr/>
      </p:nvGrpSpPr>
      <p:grpSpPr>
        <a:xfrm>
          <a:off x="0" y="0"/>
          <a:ext cx="0" cy="0"/>
          <a:chOff x="0" y="0"/>
          <a:chExt cx="0" cy="0"/>
        </a:xfrm>
      </p:grpSpPr>
      <p:sp>
        <p:nvSpPr>
          <p:cNvPr id="98" name="Google Shape;98;p22"/>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2"/>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2"/>
          <p:cNvSpPr txBox="1">
            <a:spLocks noGrp="1"/>
          </p:cNvSpPr>
          <p:nvPr>
            <p:ph type="subTitle" idx="1"/>
          </p:nvPr>
        </p:nvSpPr>
        <p:spPr>
          <a:xfrm>
            <a:off x="457200" y="1219950"/>
            <a:ext cx="3657600" cy="32880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01" name="Google Shape;101;p22"/>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02" name="Google Shape;102;p22"/>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03" name="Google Shape;103;p22"/>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ue - 1 Photo">
  <p:cSld name="TITLE_AND_BODY_2">
    <p:spTree>
      <p:nvGrpSpPr>
        <p:cNvPr id="1" name="Shape 104"/>
        <p:cNvGrpSpPr/>
        <p:nvPr/>
      </p:nvGrpSpPr>
      <p:grpSpPr>
        <a:xfrm>
          <a:off x="0" y="0"/>
          <a:ext cx="0" cy="0"/>
          <a:chOff x="0" y="0"/>
          <a:chExt cx="0" cy="0"/>
        </a:xfrm>
      </p:grpSpPr>
      <p:sp>
        <p:nvSpPr>
          <p:cNvPr id="105" name="Google Shape;105;p23"/>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3"/>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3"/>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08" name="Google Shape;108;p23"/>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3"/>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3"/>
          <p:cNvSpPr>
            <a:spLocks noGrp="1"/>
          </p:cNvSpPr>
          <p:nvPr>
            <p:ph type="pic" idx="2"/>
          </p:nvPr>
        </p:nvSpPr>
        <p:spPr>
          <a:xfrm>
            <a:off x="897325" y="1026200"/>
            <a:ext cx="2633700" cy="2633700"/>
          </a:xfrm>
          <a:prstGeom prst="ellipse">
            <a:avLst/>
          </a:prstGeom>
          <a:noFill/>
          <a:ln>
            <a:noFill/>
          </a:ln>
        </p:spPr>
      </p:sp>
      <p:grpSp>
        <p:nvGrpSpPr>
          <p:cNvPr id="111" name="Google Shape;111;p23"/>
          <p:cNvGrpSpPr/>
          <p:nvPr/>
        </p:nvGrpSpPr>
        <p:grpSpPr>
          <a:xfrm>
            <a:off x="-285391" y="1338450"/>
            <a:ext cx="3040277" cy="2945346"/>
            <a:chOff x="3561209" y="964200"/>
            <a:chExt cx="3040277" cy="2945346"/>
          </a:xfrm>
        </p:grpSpPr>
        <p:sp>
          <p:nvSpPr>
            <p:cNvPr id="112" name="Google Shape;112;p23"/>
            <p:cNvSpPr/>
            <p:nvPr/>
          </p:nvSpPr>
          <p:spPr>
            <a:xfrm flipH="1">
              <a:off x="3831053" y="1835881"/>
              <a:ext cx="596422" cy="2073654"/>
            </a:xfrm>
            <a:custGeom>
              <a:avLst/>
              <a:gdLst/>
              <a:ahLst/>
              <a:cxnLst/>
              <a:rect l="l" t="t" r="r" b="b"/>
              <a:pathLst>
                <a:path w="21176" h="12487" extrusionOk="0">
                  <a:moveTo>
                    <a:pt x="9191" y="0"/>
                  </a:moveTo>
                  <a:lnTo>
                    <a:pt x="8651" y="11"/>
                  </a:lnTo>
                  <a:lnTo>
                    <a:pt x="8110" y="21"/>
                  </a:lnTo>
                  <a:lnTo>
                    <a:pt x="7600" y="36"/>
                  </a:lnTo>
                  <a:lnTo>
                    <a:pt x="7089" y="56"/>
                  </a:lnTo>
                  <a:lnTo>
                    <a:pt x="6578" y="82"/>
                  </a:lnTo>
                  <a:lnTo>
                    <a:pt x="6098" y="113"/>
                  </a:lnTo>
                  <a:lnTo>
                    <a:pt x="5617" y="143"/>
                  </a:lnTo>
                  <a:lnTo>
                    <a:pt x="5167" y="184"/>
                  </a:lnTo>
                  <a:lnTo>
                    <a:pt x="4716" y="225"/>
                  </a:lnTo>
                  <a:lnTo>
                    <a:pt x="4266" y="271"/>
                  </a:lnTo>
                  <a:lnTo>
                    <a:pt x="3845" y="322"/>
                  </a:lnTo>
                  <a:lnTo>
                    <a:pt x="3455" y="373"/>
                  </a:lnTo>
                  <a:lnTo>
                    <a:pt x="3034" y="434"/>
                  </a:lnTo>
                  <a:lnTo>
                    <a:pt x="2674" y="495"/>
                  </a:lnTo>
                  <a:lnTo>
                    <a:pt x="2283" y="561"/>
                  </a:lnTo>
                  <a:lnTo>
                    <a:pt x="1983" y="623"/>
                  </a:lnTo>
                  <a:lnTo>
                    <a:pt x="1713" y="699"/>
                  </a:lnTo>
                  <a:lnTo>
                    <a:pt x="1443" y="781"/>
                  </a:lnTo>
                  <a:lnTo>
                    <a:pt x="1172" y="873"/>
                  </a:lnTo>
                  <a:lnTo>
                    <a:pt x="962" y="975"/>
                  </a:lnTo>
                  <a:lnTo>
                    <a:pt x="752" y="1082"/>
                  </a:lnTo>
                  <a:lnTo>
                    <a:pt x="571" y="1194"/>
                  </a:lnTo>
                  <a:lnTo>
                    <a:pt x="391" y="1311"/>
                  </a:lnTo>
                  <a:lnTo>
                    <a:pt x="1082" y="1327"/>
                  </a:lnTo>
                  <a:lnTo>
                    <a:pt x="1773" y="1352"/>
                  </a:lnTo>
                  <a:lnTo>
                    <a:pt x="2464" y="1388"/>
                  </a:lnTo>
                  <a:lnTo>
                    <a:pt x="3185" y="1423"/>
                  </a:lnTo>
                  <a:lnTo>
                    <a:pt x="3905" y="1469"/>
                  </a:lnTo>
                  <a:lnTo>
                    <a:pt x="4626" y="1520"/>
                  </a:lnTo>
                  <a:lnTo>
                    <a:pt x="5377" y="1582"/>
                  </a:lnTo>
                  <a:lnTo>
                    <a:pt x="6128" y="1648"/>
                  </a:lnTo>
                  <a:lnTo>
                    <a:pt x="6699" y="1709"/>
                  </a:lnTo>
                  <a:lnTo>
                    <a:pt x="7209" y="1775"/>
                  </a:lnTo>
                  <a:lnTo>
                    <a:pt x="7690" y="1852"/>
                  </a:lnTo>
                  <a:lnTo>
                    <a:pt x="8140" y="1933"/>
                  </a:lnTo>
                  <a:lnTo>
                    <a:pt x="8531" y="2020"/>
                  </a:lnTo>
                  <a:lnTo>
                    <a:pt x="8891" y="2112"/>
                  </a:lnTo>
                  <a:lnTo>
                    <a:pt x="9191" y="2214"/>
                  </a:lnTo>
                  <a:lnTo>
                    <a:pt x="9462" y="2316"/>
                  </a:lnTo>
                  <a:lnTo>
                    <a:pt x="9702" y="2423"/>
                  </a:lnTo>
                  <a:lnTo>
                    <a:pt x="9882" y="2530"/>
                  </a:lnTo>
                  <a:lnTo>
                    <a:pt x="10032" y="2642"/>
                  </a:lnTo>
                  <a:lnTo>
                    <a:pt x="10153" y="2760"/>
                  </a:lnTo>
                  <a:lnTo>
                    <a:pt x="10213" y="2872"/>
                  </a:lnTo>
                  <a:lnTo>
                    <a:pt x="10243" y="2989"/>
                  </a:lnTo>
                  <a:lnTo>
                    <a:pt x="10213" y="3112"/>
                  </a:lnTo>
                  <a:lnTo>
                    <a:pt x="10183" y="3229"/>
                  </a:lnTo>
                  <a:lnTo>
                    <a:pt x="10183" y="4958"/>
                  </a:lnTo>
                  <a:lnTo>
                    <a:pt x="10213" y="5086"/>
                  </a:lnTo>
                  <a:lnTo>
                    <a:pt x="10213" y="5213"/>
                  </a:lnTo>
                  <a:lnTo>
                    <a:pt x="10183" y="5336"/>
                  </a:lnTo>
                  <a:lnTo>
                    <a:pt x="10123" y="5463"/>
                  </a:lnTo>
                  <a:lnTo>
                    <a:pt x="10002" y="5586"/>
                  </a:lnTo>
                  <a:lnTo>
                    <a:pt x="9882" y="5708"/>
                  </a:lnTo>
                  <a:lnTo>
                    <a:pt x="9702" y="5825"/>
                  </a:lnTo>
                  <a:lnTo>
                    <a:pt x="9492" y="5938"/>
                  </a:lnTo>
                  <a:lnTo>
                    <a:pt x="9252" y="6050"/>
                  </a:lnTo>
                  <a:lnTo>
                    <a:pt x="9011" y="6152"/>
                  </a:lnTo>
                  <a:lnTo>
                    <a:pt x="8741" y="6249"/>
                  </a:lnTo>
                  <a:lnTo>
                    <a:pt x="8441" y="6346"/>
                  </a:lnTo>
                  <a:lnTo>
                    <a:pt x="8140" y="6427"/>
                  </a:lnTo>
                  <a:lnTo>
                    <a:pt x="7810" y="6509"/>
                  </a:lnTo>
                  <a:lnTo>
                    <a:pt x="7479" y="6575"/>
                  </a:lnTo>
                  <a:lnTo>
                    <a:pt x="7119" y="6636"/>
                  </a:lnTo>
                  <a:lnTo>
                    <a:pt x="6759" y="6692"/>
                  </a:lnTo>
                  <a:lnTo>
                    <a:pt x="6398" y="6738"/>
                  </a:lnTo>
                  <a:lnTo>
                    <a:pt x="6008" y="6784"/>
                  </a:lnTo>
                  <a:lnTo>
                    <a:pt x="5617" y="6830"/>
                  </a:lnTo>
                  <a:lnTo>
                    <a:pt x="5227" y="6866"/>
                  </a:lnTo>
                  <a:lnTo>
                    <a:pt x="4836" y="6902"/>
                  </a:lnTo>
                  <a:lnTo>
                    <a:pt x="4416" y="6932"/>
                  </a:lnTo>
                  <a:lnTo>
                    <a:pt x="3995" y="6958"/>
                  </a:lnTo>
                  <a:lnTo>
                    <a:pt x="3575" y="6983"/>
                  </a:lnTo>
                  <a:lnTo>
                    <a:pt x="3154" y="7004"/>
                  </a:lnTo>
                  <a:lnTo>
                    <a:pt x="2734" y="7019"/>
                  </a:lnTo>
                  <a:lnTo>
                    <a:pt x="2283" y="7034"/>
                  </a:lnTo>
                  <a:lnTo>
                    <a:pt x="1833" y="7044"/>
                  </a:lnTo>
                  <a:lnTo>
                    <a:pt x="1412" y="7049"/>
                  </a:lnTo>
                  <a:lnTo>
                    <a:pt x="511" y="7060"/>
                  </a:lnTo>
                  <a:lnTo>
                    <a:pt x="1" y="7055"/>
                  </a:lnTo>
                  <a:lnTo>
                    <a:pt x="1" y="7085"/>
                  </a:lnTo>
                  <a:lnTo>
                    <a:pt x="632" y="7090"/>
                  </a:lnTo>
                  <a:lnTo>
                    <a:pt x="1262" y="7100"/>
                  </a:lnTo>
                  <a:lnTo>
                    <a:pt x="1863" y="7116"/>
                  </a:lnTo>
                  <a:lnTo>
                    <a:pt x="2434" y="7136"/>
                  </a:lnTo>
                  <a:lnTo>
                    <a:pt x="2974" y="7157"/>
                  </a:lnTo>
                  <a:lnTo>
                    <a:pt x="3515" y="7187"/>
                  </a:lnTo>
                  <a:lnTo>
                    <a:pt x="3995" y="7218"/>
                  </a:lnTo>
                  <a:lnTo>
                    <a:pt x="4506" y="7253"/>
                  </a:lnTo>
                  <a:lnTo>
                    <a:pt x="4957" y="7289"/>
                  </a:lnTo>
                  <a:lnTo>
                    <a:pt x="5407" y="7330"/>
                  </a:lnTo>
                  <a:lnTo>
                    <a:pt x="5828" y="7376"/>
                  </a:lnTo>
                  <a:lnTo>
                    <a:pt x="6218" y="7422"/>
                  </a:lnTo>
                  <a:lnTo>
                    <a:pt x="6608" y="7473"/>
                  </a:lnTo>
                  <a:lnTo>
                    <a:pt x="6969" y="7524"/>
                  </a:lnTo>
                  <a:lnTo>
                    <a:pt x="7299" y="7580"/>
                  </a:lnTo>
                  <a:lnTo>
                    <a:pt x="7630" y="7636"/>
                  </a:lnTo>
                  <a:lnTo>
                    <a:pt x="7930" y="7697"/>
                  </a:lnTo>
                  <a:lnTo>
                    <a:pt x="8200" y="7753"/>
                  </a:lnTo>
                  <a:lnTo>
                    <a:pt x="8471" y="7815"/>
                  </a:lnTo>
                  <a:lnTo>
                    <a:pt x="8741" y="7876"/>
                  </a:lnTo>
                  <a:lnTo>
                    <a:pt x="9161" y="8003"/>
                  </a:lnTo>
                  <a:lnTo>
                    <a:pt x="9552" y="8131"/>
                  </a:lnTo>
                  <a:lnTo>
                    <a:pt x="9852" y="8258"/>
                  </a:lnTo>
                  <a:lnTo>
                    <a:pt x="10092" y="8386"/>
                  </a:lnTo>
                  <a:lnTo>
                    <a:pt x="10273" y="8508"/>
                  </a:lnTo>
                  <a:lnTo>
                    <a:pt x="10393" y="8631"/>
                  </a:lnTo>
                  <a:lnTo>
                    <a:pt x="10453" y="8508"/>
                  </a:lnTo>
                  <a:lnTo>
                    <a:pt x="10513" y="8391"/>
                  </a:lnTo>
                  <a:lnTo>
                    <a:pt x="10633" y="8279"/>
                  </a:lnTo>
                  <a:lnTo>
                    <a:pt x="10753" y="8177"/>
                  </a:lnTo>
                  <a:lnTo>
                    <a:pt x="10873" y="8080"/>
                  </a:lnTo>
                  <a:lnTo>
                    <a:pt x="11054" y="7988"/>
                  </a:lnTo>
                  <a:lnTo>
                    <a:pt x="11234" y="7901"/>
                  </a:lnTo>
                  <a:lnTo>
                    <a:pt x="11444" y="7820"/>
                  </a:lnTo>
                  <a:lnTo>
                    <a:pt x="11654" y="7748"/>
                  </a:lnTo>
                  <a:lnTo>
                    <a:pt x="11895" y="7677"/>
                  </a:lnTo>
                  <a:lnTo>
                    <a:pt x="12135" y="7611"/>
                  </a:lnTo>
                  <a:lnTo>
                    <a:pt x="12405" y="7549"/>
                  </a:lnTo>
                  <a:lnTo>
                    <a:pt x="12675" y="7493"/>
                  </a:lnTo>
                  <a:lnTo>
                    <a:pt x="12976" y="7442"/>
                  </a:lnTo>
                  <a:lnTo>
                    <a:pt x="13276" y="7391"/>
                  </a:lnTo>
                  <a:lnTo>
                    <a:pt x="13577" y="7345"/>
                  </a:lnTo>
                  <a:lnTo>
                    <a:pt x="13907" y="7310"/>
                  </a:lnTo>
                  <a:lnTo>
                    <a:pt x="14237" y="7269"/>
                  </a:lnTo>
                  <a:lnTo>
                    <a:pt x="14568" y="7238"/>
                  </a:lnTo>
                  <a:lnTo>
                    <a:pt x="14928" y="7208"/>
                  </a:lnTo>
                  <a:lnTo>
                    <a:pt x="15619" y="7151"/>
                  </a:lnTo>
                  <a:lnTo>
                    <a:pt x="16340" y="7111"/>
                  </a:lnTo>
                  <a:lnTo>
                    <a:pt x="17061" y="7080"/>
                  </a:lnTo>
                  <a:lnTo>
                    <a:pt x="17781" y="7055"/>
                  </a:lnTo>
                  <a:lnTo>
                    <a:pt x="18502" y="7034"/>
                  </a:lnTo>
                  <a:lnTo>
                    <a:pt x="19193" y="7019"/>
                  </a:lnTo>
                  <a:lnTo>
                    <a:pt x="19824" y="7014"/>
                  </a:lnTo>
                  <a:lnTo>
                    <a:pt x="20484" y="7009"/>
                  </a:lnTo>
                  <a:lnTo>
                    <a:pt x="21085" y="7009"/>
                  </a:lnTo>
                  <a:lnTo>
                    <a:pt x="21085" y="1933"/>
                  </a:lnTo>
                  <a:lnTo>
                    <a:pt x="21145" y="1816"/>
                  </a:lnTo>
                  <a:lnTo>
                    <a:pt x="21175" y="1699"/>
                  </a:lnTo>
                  <a:lnTo>
                    <a:pt x="21145" y="1582"/>
                  </a:lnTo>
                  <a:lnTo>
                    <a:pt x="21055" y="1464"/>
                  </a:lnTo>
                  <a:lnTo>
                    <a:pt x="20965" y="1352"/>
                  </a:lnTo>
                  <a:lnTo>
                    <a:pt x="20815" y="1240"/>
                  </a:lnTo>
                  <a:lnTo>
                    <a:pt x="20635" y="1128"/>
                  </a:lnTo>
                  <a:lnTo>
                    <a:pt x="20394" y="1020"/>
                  </a:lnTo>
                  <a:lnTo>
                    <a:pt x="20124" y="918"/>
                  </a:lnTo>
                  <a:lnTo>
                    <a:pt x="19794" y="822"/>
                  </a:lnTo>
                  <a:lnTo>
                    <a:pt x="19463" y="730"/>
                  </a:lnTo>
                  <a:lnTo>
                    <a:pt x="19043" y="643"/>
                  </a:lnTo>
                  <a:lnTo>
                    <a:pt x="18622" y="561"/>
                  </a:lnTo>
                  <a:lnTo>
                    <a:pt x="18112" y="485"/>
                  </a:lnTo>
                  <a:lnTo>
                    <a:pt x="17601" y="419"/>
                  </a:lnTo>
                  <a:lnTo>
                    <a:pt x="17031" y="357"/>
                  </a:lnTo>
                  <a:lnTo>
                    <a:pt x="16069" y="271"/>
                  </a:lnTo>
                  <a:lnTo>
                    <a:pt x="15108" y="199"/>
                  </a:lnTo>
                  <a:lnTo>
                    <a:pt x="14177" y="138"/>
                  </a:lnTo>
                  <a:lnTo>
                    <a:pt x="13246" y="87"/>
                  </a:lnTo>
                  <a:lnTo>
                    <a:pt x="12345" y="46"/>
                  </a:lnTo>
                  <a:lnTo>
                    <a:pt x="11474" y="21"/>
                  </a:lnTo>
                  <a:lnTo>
                    <a:pt x="10603" y="5"/>
                  </a:lnTo>
                  <a:lnTo>
                    <a:pt x="9762" y="0"/>
                  </a:lnTo>
                  <a:close/>
                  <a:moveTo>
                    <a:pt x="10423" y="9003"/>
                  </a:moveTo>
                  <a:lnTo>
                    <a:pt x="10363" y="9120"/>
                  </a:lnTo>
                  <a:lnTo>
                    <a:pt x="10243" y="9248"/>
                  </a:lnTo>
                  <a:lnTo>
                    <a:pt x="10092" y="9375"/>
                  </a:lnTo>
                  <a:lnTo>
                    <a:pt x="9882" y="9508"/>
                  </a:lnTo>
                  <a:lnTo>
                    <a:pt x="9582" y="9635"/>
                  </a:lnTo>
                  <a:lnTo>
                    <a:pt x="9432" y="9702"/>
                  </a:lnTo>
                  <a:lnTo>
                    <a:pt x="9221" y="9768"/>
                  </a:lnTo>
                  <a:lnTo>
                    <a:pt x="9041" y="9834"/>
                  </a:lnTo>
                  <a:lnTo>
                    <a:pt x="8801" y="9896"/>
                  </a:lnTo>
                  <a:lnTo>
                    <a:pt x="8561" y="9957"/>
                  </a:lnTo>
                  <a:lnTo>
                    <a:pt x="8290" y="10018"/>
                  </a:lnTo>
                  <a:lnTo>
                    <a:pt x="7990" y="10079"/>
                  </a:lnTo>
                  <a:lnTo>
                    <a:pt x="7660" y="10135"/>
                  </a:lnTo>
                  <a:lnTo>
                    <a:pt x="7299" y="10191"/>
                  </a:lnTo>
                  <a:lnTo>
                    <a:pt x="6939" y="10248"/>
                  </a:lnTo>
                  <a:lnTo>
                    <a:pt x="6518" y="10293"/>
                  </a:lnTo>
                  <a:lnTo>
                    <a:pt x="6098" y="10344"/>
                  </a:lnTo>
                  <a:lnTo>
                    <a:pt x="5647" y="10390"/>
                  </a:lnTo>
                  <a:lnTo>
                    <a:pt x="5137" y="10431"/>
                  </a:lnTo>
                  <a:lnTo>
                    <a:pt x="4626" y="10472"/>
                  </a:lnTo>
                  <a:lnTo>
                    <a:pt x="4056" y="10508"/>
                  </a:lnTo>
                  <a:lnTo>
                    <a:pt x="3485" y="10538"/>
                  </a:lnTo>
                  <a:lnTo>
                    <a:pt x="2854" y="10564"/>
                  </a:lnTo>
                  <a:lnTo>
                    <a:pt x="2193" y="10589"/>
                  </a:lnTo>
                  <a:lnTo>
                    <a:pt x="1503" y="10605"/>
                  </a:lnTo>
                  <a:lnTo>
                    <a:pt x="782" y="10620"/>
                  </a:lnTo>
                  <a:lnTo>
                    <a:pt x="1" y="10630"/>
                  </a:lnTo>
                  <a:lnTo>
                    <a:pt x="61" y="10819"/>
                  </a:lnTo>
                  <a:lnTo>
                    <a:pt x="121" y="10911"/>
                  </a:lnTo>
                  <a:lnTo>
                    <a:pt x="181" y="11008"/>
                  </a:lnTo>
                  <a:lnTo>
                    <a:pt x="271" y="11099"/>
                  </a:lnTo>
                  <a:lnTo>
                    <a:pt x="391" y="11186"/>
                  </a:lnTo>
                  <a:lnTo>
                    <a:pt x="511" y="11278"/>
                  </a:lnTo>
                  <a:lnTo>
                    <a:pt x="662" y="11365"/>
                  </a:lnTo>
                  <a:lnTo>
                    <a:pt x="842" y="11446"/>
                  </a:lnTo>
                  <a:lnTo>
                    <a:pt x="1022" y="11528"/>
                  </a:lnTo>
                  <a:lnTo>
                    <a:pt x="1262" y="11604"/>
                  </a:lnTo>
                  <a:lnTo>
                    <a:pt x="1503" y="11681"/>
                  </a:lnTo>
                  <a:lnTo>
                    <a:pt x="1773" y="11747"/>
                  </a:lnTo>
                  <a:lnTo>
                    <a:pt x="2073" y="11813"/>
                  </a:lnTo>
                  <a:lnTo>
                    <a:pt x="2374" y="11875"/>
                  </a:lnTo>
                  <a:lnTo>
                    <a:pt x="2734" y="11931"/>
                  </a:lnTo>
                  <a:lnTo>
                    <a:pt x="3185" y="11992"/>
                  </a:lnTo>
                  <a:lnTo>
                    <a:pt x="3635" y="12048"/>
                  </a:lnTo>
                  <a:lnTo>
                    <a:pt x="4116" y="12104"/>
                  </a:lnTo>
                  <a:lnTo>
                    <a:pt x="4626" y="12155"/>
                  </a:lnTo>
                  <a:lnTo>
                    <a:pt x="5137" y="12206"/>
                  </a:lnTo>
                  <a:lnTo>
                    <a:pt x="5647" y="12252"/>
                  </a:lnTo>
                  <a:lnTo>
                    <a:pt x="6188" y="12293"/>
                  </a:lnTo>
                  <a:lnTo>
                    <a:pt x="6759" y="12334"/>
                  </a:lnTo>
                  <a:lnTo>
                    <a:pt x="7329" y="12364"/>
                  </a:lnTo>
                  <a:lnTo>
                    <a:pt x="7900" y="12395"/>
                  </a:lnTo>
                  <a:lnTo>
                    <a:pt x="8471" y="12420"/>
                  </a:lnTo>
                  <a:lnTo>
                    <a:pt x="9041" y="12446"/>
                  </a:lnTo>
                  <a:lnTo>
                    <a:pt x="9642" y="12461"/>
                  </a:lnTo>
                  <a:lnTo>
                    <a:pt x="10243" y="12477"/>
                  </a:lnTo>
                  <a:lnTo>
                    <a:pt x="10843" y="12482"/>
                  </a:lnTo>
                  <a:lnTo>
                    <a:pt x="11414" y="12487"/>
                  </a:lnTo>
                  <a:lnTo>
                    <a:pt x="12315" y="12477"/>
                  </a:lnTo>
                  <a:lnTo>
                    <a:pt x="12766" y="12471"/>
                  </a:lnTo>
                  <a:lnTo>
                    <a:pt x="13186" y="12461"/>
                  </a:lnTo>
                  <a:lnTo>
                    <a:pt x="13637" y="12446"/>
                  </a:lnTo>
                  <a:lnTo>
                    <a:pt x="14057" y="12431"/>
                  </a:lnTo>
                  <a:lnTo>
                    <a:pt x="14478" y="12410"/>
                  </a:lnTo>
                  <a:lnTo>
                    <a:pt x="14928" y="12385"/>
                  </a:lnTo>
                  <a:lnTo>
                    <a:pt x="15319" y="12359"/>
                  </a:lnTo>
                  <a:lnTo>
                    <a:pt x="15739" y="12329"/>
                  </a:lnTo>
                  <a:lnTo>
                    <a:pt x="16129" y="12293"/>
                  </a:lnTo>
                  <a:lnTo>
                    <a:pt x="16550" y="12252"/>
                  </a:lnTo>
                  <a:lnTo>
                    <a:pt x="16910" y="12211"/>
                  </a:lnTo>
                  <a:lnTo>
                    <a:pt x="17301" y="12165"/>
                  </a:lnTo>
                  <a:lnTo>
                    <a:pt x="17661" y="12120"/>
                  </a:lnTo>
                  <a:lnTo>
                    <a:pt x="18022" y="12063"/>
                  </a:lnTo>
                  <a:lnTo>
                    <a:pt x="18352" y="12007"/>
                  </a:lnTo>
                  <a:lnTo>
                    <a:pt x="18652" y="11946"/>
                  </a:lnTo>
                  <a:lnTo>
                    <a:pt x="18953" y="11880"/>
                  </a:lnTo>
                  <a:lnTo>
                    <a:pt x="19223" y="11803"/>
                  </a:lnTo>
                  <a:lnTo>
                    <a:pt x="19523" y="11722"/>
                  </a:lnTo>
                  <a:lnTo>
                    <a:pt x="19764" y="11640"/>
                  </a:lnTo>
                  <a:lnTo>
                    <a:pt x="20004" y="11548"/>
                  </a:lnTo>
                  <a:lnTo>
                    <a:pt x="20244" y="11451"/>
                  </a:lnTo>
                  <a:lnTo>
                    <a:pt x="20424" y="11349"/>
                  </a:lnTo>
                  <a:lnTo>
                    <a:pt x="20635" y="11247"/>
                  </a:lnTo>
                  <a:lnTo>
                    <a:pt x="20785" y="11140"/>
                  </a:lnTo>
                  <a:lnTo>
                    <a:pt x="20905" y="11033"/>
                  </a:lnTo>
                  <a:lnTo>
                    <a:pt x="21025" y="10921"/>
                  </a:lnTo>
                  <a:lnTo>
                    <a:pt x="21085" y="10814"/>
                  </a:lnTo>
                  <a:lnTo>
                    <a:pt x="21145" y="10696"/>
                  </a:lnTo>
                  <a:lnTo>
                    <a:pt x="21145" y="10584"/>
                  </a:lnTo>
                  <a:lnTo>
                    <a:pt x="20364" y="10589"/>
                  </a:lnTo>
                  <a:lnTo>
                    <a:pt x="20184" y="10589"/>
                  </a:lnTo>
                  <a:lnTo>
                    <a:pt x="19553" y="10584"/>
                  </a:lnTo>
                  <a:lnTo>
                    <a:pt x="18863" y="10564"/>
                  </a:lnTo>
                  <a:lnTo>
                    <a:pt x="18142" y="10538"/>
                  </a:lnTo>
                  <a:lnTo>
                    <a:pt x="17361" y="10503"/>
                  </a:lnTo>
                  <a:lnTo>
                    <a:pt x="16610" y="10452"/>
                  </a:lnTo>
                  <a:lnTo>
                    <a:pt x="15829" y="10390"/>
                  </a:lnTo>
                  <a:lnTo>
                    <a:pt x="15439" y="10355"/>
                  </a:lnTo>
                  <a:lnTo>
                    <a:pt x="15078" y="10319"/>
                  </a:lnTo>
                  <a:lnTo>
                    <a:pt x="14688" y="10278"/>
                  </a:lnTo>
                  <a:lnTo>
                    <a:pt x="14327" y="10232"/>
                  </a:lnTo>
                  <a:lnTo>
                    <a:pt x="13967" y="10181"/>
                  </a:lnTo>
                  <a:lnTo>
                    <a:pt x="13607" y="10130"/>
                  </a:lnTo>
                  <a:lnTo>
                    <a:pt x="13276" y="10074"/>
                  </a:lnTo>
                  <a:lnTo>
                    <a:pt x="12946" y="10018"/>
                  </a:lnTo>
                  <a:lnTo>
                    <a:pt x="12615" y="9957"/>
                  </a:lnTo>
                  <a:lnTo>
                    <a:pt x="12315" y="9891"/>
                  </a:lnTo>
                  <a:lnTo>
                    <a:pt x="12045" y="9819"/>
                  </a:lnTo>
                  <a:lnTo>
                    <a:pt x="11774" y="9743"/>
                  </a:lnTo>
                  <a:lnTo>
                    <a:pt x="11534" y="9666"/>
                  </a:lnTo>
                  <a:lnTo>
                    <a:pt x="11294" y="9584"/>
                  </a:lnTo>
                  <a:lnTo>
                    <a:pt x="11084" y="9498"/>
                  </a:lnTo>
                  <a:lnTo>
                    <a:pt x="10903" y="9406"/>
                  </a:lnTo>
                  <a:lnTo>
                    <a:pt x="10753" y="9314"/>
                  </a:lnTo>
                  <a:lnTo>
                    <a:pt x="10603" y="9217"/>
                  </a:lnTo>
                  <a:lnTo>
                    <a:pt x="10513" y="9110"/>
                  </a:lnTo>
                  <a:lnTo>
                    <a:pt x="10423" y="9003"/>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3"/>
            <p:cNvSpPr/>
            <p:nvPr/>
          </p:nvSpPr>
          <p:spPr>
            <a:xfrm flipH="1">
              <a:off x="3831898" y="3330975"/>
              <a:ext cx="595577" cy="578570"/>
            </a:xfrm>
            <a:custGeom>
              <a:avLst/>
              <a:gdLst/>
              <a:ahLst/>
              <a:cxnLst/>
              <a:rect l="l" t="t" r="r" b="b"/>
              <a:pathLst>
                <a:path w="21146" h="3484" fill="none" extrusionOk="0">
                  <a:moveTo>
                    <a:pt x="10423" y="0"/>
                  </a:moveTo>
                  <a:lnTo>
                    <a:pt x="10423" y="0"/>
                  </a:lnTo>
                  <a:lnTo>
                    <a:pt x="10513" y="107"/>
                  </a:lnTo>
                  <a:lnTo>
                    <a:pt x="10603" y="214"/>
                  </a:lnTo>
                  <a:lnTo>
                    <a:pt x="10753" y="311"/>
                  </a:lnTo>
                  <a:lnTo>
                    <a:pt x="10903" y="403"/>
                  </a:lnTo>
                  <a:lnTo>
                    <a:pt x="11084" y="495"/>
                  </a:lnTo>
                  <a:lnTo>
                    <a:pt x="11294" y="581"/>
                  </a:lnTo>
                  <a:lnTo>
                    <a:pt x="11534" y="663"/>
                  </a:lnTo>
                  <a:lnTo>
                    <a:pt x="11774" y="740"/>
                  </a:lnTo>
                  <a:lnTo>
                    <a:pt x="12045" y="816"/>
                  </a:lnTo>
                  <a:lnTo>
                    <a:pt x="12315" y="888"/>
                  </a:lnTo>
                  <a:lnTo>
                    <a:pt x="12615" y="954"/>
                  </a:lnTo>
                  <a:lnTo>
                    <a:pt x="12946" y="1015"/>
                  </a:lnTo>
                  <a:lnTo>
                    <a:pt x="13276" y="1071"/>
                  </a:lnTo>
                  <a:lnTo>
                    <a:pt x="13607" y="1127"/>
                  </a:lnTo>
                  <a:lnTo>
                    <a:pt x="13967" y="1178"/>
                  </a:lnTo>
                  <a:lnTo>
                    <a:pt x="14327" y="1229"/>
                  </a:lnTo>
                  <a:lnTo>
                    <a:pt x="14688" y="1275"/>
                  </a:lnTo>
                  <a:lnTo>
                    <a:pt x="15078" y="1316"/>
                  </a:lnTo>
                  <a:lnTo>
                    <a:pt x="15439" y="1352"/>
                  </a:lnTo>
                  <a:lnTo>
                    <a:pt x="15829" y="1387"/>
                  </a:lnTo>
                  <a:lnTo>
                    <a:pt x="16610" y="1449"/>
                  </a:lnTo>
                  <a:lnTo>
                    <a:pt x="17361" y="1500"/>
                  </a:lnTo>
                  <a:lnTo>
                    <a:pt x="18142" y="1535"/>
                  </a:lnTo>
                  <a:lnTo>
                    <a:pt x="18863" y="1561"/>
                  </a:lnTo>
                  <a:lnTo>
                    <a:pt x="19553" y="1581"/>
                  </a:lnTo>
                  <a:lnTo>
                    <a:pt x="20184" y="1586"/>
                  </a:lnTo>
                  <a:lnTo>
                    <a:pt x="20184" y="1586"/>
                  </a:lnTo>
                  <a:lnTo>
                    <a:pt x="20364" y="1586"/>
                  </a:lnTo>
                  <a:lnTo>
                    <a:pt x="20364" y="1586"/>
                  </a:lnTo>
                  <a:lnTo>
                    <a:pt x="21145" y="1581"/>
                  </a:lnTo>
                  <a:lnTo>
                    <a:pt x="21145" y="1581"/>
                  </a:lnTo>
                  <a:lnTo>
                    <a:pt x="21145" y="1693"/>
                  </a:lnTo>
                  <a:lnTo>
                    <a:pt x="21085" y="1811"/>
                  </a:lnTo>
                  <a:lnTo>
                    <a:pt x="21025" y="1918"/>
                  </a:lnTo>
                  <a:lnTo>
                    <a:pt x="20905" y="2030"/>
                  </a:lnTo>
                  <a:lnTo>
                    <a:pt x="20785" y="2137"/>
                  </a:lnTo>
                  <a:lnTo>
                    <a:pt x="20635" y="2244"/>
                  </a:lnTo>
                  <a:lnTo>
                    <a:pt x="20424" y="2346"/>
                  </a:lnTo>
                  <a:lnTo>
                    <a:pt x="20244" y="2448"/>
                  </a:lnTo>
                  <a:lnTo>
                    <a:pt x="20004" y="2545"/>
                  </a:lnTo>
                  <a:lnTo>
                    <a:pt x="19764" y="2637"/>
                  </a:lnTo>
                  <a:lnTo>
                    <a:pt x="19523" y="2719"/>
                  </a:lnTo>
                  <a:lnTo>
                    <a:pt x="19223" y="2800"/>
                  </a:lnTo>
                  <a:lnTo>
                    <a:pt x="18953" y="2877"/>
                  </a:lnTo>
                  <a:lnTo>
                    <a:pt x="18652" y="2943"/>
                  </a:lnTo>
                  <a:lnTo>
                    <a:pt x="18352" y="3004"/>
                  </a:lnTo>
                  <a:lnTo>
                    <a:pt x="18022" y="3060"/>
                  </a:lnTo>
                  <a:lnTo>
                    <a:pt x="18022" y="3060"/>
                  </a:lnTo>
                  <a:lnTo>
                    <a:pt x="17661" y="3117"/>
                  </a:lnTo>
                  <a:lnTo>
                    <a:pt x="17301" y="3162"/>
                  </a:lnTo>
                  <a:lnTo>
                    <a:pt x="16910" y="3208"/>
                  </a:lnTo>
                  <a:lnTo>
                    <a:pt x="16550" y="3249"/>
                  </a:lnTo>
                  <a:lnTo>
                    <a:pt x="16129" y="3290"/>
                  </a:lnTo>
                  <a:lnTo>
                    <a:pt x="15739" y="3326"/>
                  </a:lnTo>
                  <a:lnTo>
                    <a:pt x="15319" y="3356"/>
                  </a:lnTo>
                  <a:lnTo>
                    <a:pt x="14928" y="3382"/>
                  </a:lnTo>
                  <a:lnTo>
                    <a:pt x="14478" y="3407"/>
                  </a:lnTo>
                  <a:lnTo>
                    <a:pt x="14057" y="3428"/>
                  </a:lnTo>
                  <a:lnTo>
                    <a:pt x="13637" y="3443"/>
                  </a:lnTo>
                  <a:lnTo>
                    <a:pt x="13186" y="3458"/>
                  </a:lnTo>
                  <a:lnTo>
                    <a:pt x="12766" y="3468"/>
                  </a:lnTo>
                  <a:lnTo>
                    <a:pt x="12315" y="3474"/>
                  </a:lnTo>
                  <a:lnTo>
                    <a:pt x="11414" y="3484"/>
                  </a:lnTo>
                  <a:lnTo>
                    <a:pt x="11414" y="3484"/>
                  </a:lnTo>
                  <a:lnTo>
                    <a:pt x="10843" y="3479"/>
                  </a:lnTo>
                  <a:lnTo>
                    <a:pt x="10243" y="3474"/>
                  </a:lnTo>
                  <a:lnTo>
                    <a:pt x="9642" y="3458"/>
                  </a:lnTo>
                  <a:lnTo>
                    <a:pt x="9041" y="3443"/>
                  </a:lnTo>
                  <a:lnTo>
                    <a:pt x="8471" y="3417"/>
                  </a:lnTo>
                  <a:lnTo>
                    <a:pt x="7900" y="3392"/>
                  </a:lnTo>
                  <a:lnTo>
                    <a:pt x="7329" y="3361"/>
                  </a:lnTo>
                  <a:lnTo>
                    <a:pt x="6759" y="3331"/>
                  </a:lnTo>
                  <a:lnTo>
                    <a:pt x="6188" y="3290"/>
                  </a:lnTo>
                  <a:lnTo>
                    <a:pt x="5647" y="3249"/>
                  </a:lnTo>
                  <a:lnTo>
                    <a:pt x="5137" y="3203"/>
                  </a:lnTo>
                  <a:lnTo>
                    <a:pt x="4626" y="3152"/>
                  </a:lnTo>
                  <a:lnTo>
                    <a:pt x="4116" y="3101"/>
                  </a:lnTo>
                  <a:lnTo>
                    <a:pt x="3635" y="3045"/>
                  </a:lnTo>
                  <a:lnTo>
                    <a:pt x="3185" y="2989"/>
                  </a:lnTo>
                  <a:lnTo>
                    <a:pt x="2734" y="2928"/>
                  </a:lnTo>
                  <a:lnTo>
                    <a:pt x="2734" y="2928"/>
                  </a:lnTo>
                  <a:lnTo>
                    <a:pt x="2374" y="2872"/>
                  </a:lnTo>
                  <a:lnTo>
                    <a:pt x="2073" y="2810"/>
                  </a:lnTo>
                  <a:lnTo>
                    <a:pt x="1773" y="2744"/>
                  </a:lnTo>
                  <a:lnTo>
                    <a:pt x="1503" y="2678"/>
                  </a:lnTo>
                  <a:lnTo>
                    <a:pt x="1262" y="2601"/>
                  </a:lnTo>
                  <a:lnTo>
                    <a:pt x="1022" y="2525"/>
                  </a:lnTo>
                  <a:lnTo>
                    <a:pt x="842" y="2443"/>
                  </a:lnTo>
                  <a:lnTo>
                    <a:pt x="662" y="2362"/>
                  </a:lnTo>
                  <a:lnTo>
                    <a:pt x="511" y="2275"/>
                  </a:lnTo>
                  <a:lnTo>
                    <a:pt x="391" y="2183"/>
                  </a:lnTo>
                  <a:lnTo>
                    <a:pt x="271" y="2096"/>
                  </a:lnTo>
                  <a:lnTo>
                    <a:pt x="181" y="2005"/>
                  </a:lnTo>
                  <a:lnTo>
                    <a:pt x="121" y="1908"/>
                  </a:lnTo>
                  <a:lnTo>
                    <a:pt x="61" y="1816"/>
                  </a:lnTo>
                  <a:lnTo>
                    <a:pt x="1" y="1627"/>
                  </a:lnTo>
                  <a:lnTo>
                    <a:pt x="1" y="1627"/>
                  </a:lnTo>
                  <a:lnTo>
                    <a:pt x="782" y="1617"/>
                  </a:lnTo>
                  <a:lnTo>
                    <a:pt x="1503" y="1602"/>
                  </a:lnTo>
                  <a:lnTo>
                    <a:pt x="2193" y="1586"/>
                  </a:lnTo>
                  <a:lnTo>
                    <a:pt x="2854" y="1561"/>
                  </a:lnTo>
                  <a:lnTo>
                    <a:pt x="3485" y="1535"/>
                  </a:lnTo>
                  <a:lnTo>
                    <a:pt x="4056" y="1505"/>
                  </a:lnTo>
                  <a:lnTo>
                    <a:pt x="4626" y="1469"/>
                  </a:lnTo>
                  <a:lnTo>
                    <a:pt x="5137" y="1428"/>
                  </a:lnTo>
                  <a:lnTo>
                    <a:pt x="5647" y="1387"/>
                  </a:lnTo>
                  <a:lnTo>
                    <a:pt x="6098" y="1341"/>
                  </a:lnTo>
                  <a:lnTo>
                    <a:pt x="6518" y="1290"/>
                  </a:lnTo>
                  <a:lnTo>
                    <a:pt x="6939" y="1245"/>
                  </a:lnTo>
                  <a:lnTo>
                    <a:pt x="7299" y="1188"/>
                  </a:lnTo>
                  <a:lnTo>
                    <a:pt x="7660" y="1132"/>
                  </a:lnTo>
                  <a:lnTo>
                    <a:pt x="7990" y="1076"/>
                  </a:lnTo>
                  <a:lnTo>
                    <a:pt x="8290" y="1015"/>
                  </a:lnTo>
                  <a:lnTo>
                    <a:pt x="8561" y="954"/>
                  </a:lnTo>
                  <a:lnTo>
                    <a:pt x="8801" y="893"/>
                  </a:lnTo>
                  <a:lnTo>
                    <a:pt x="9041" y="831"/>
                  </a:lnTo>
                  <a:lnTo>
                    <a:pt x="9221" y="765"/>
                  </a:lnTo>
                  <a:lnTo>
                    <a:pt x="9432" y="699"/>
                  </a:lnTo>
                  <a:lnTo>
                    <a:pt x="9582" y="632"/>
                  </a:lnTo>
                  <a:lnTo>
                    <a:pt x="9882" y="505"/>
                  </a:lnTo>
                  <a:lnTo>
                    <a:pt x="10092" y="372"/>
                  </a:lnTo>
                  <a:lnTo>
                    <a:pt x="10243" y="245"/>
                  </a:lnTo>
                  <a:lnTo>
                    <a:pt x="10363" y="117"/>
                  </a:lnTo>
                  <a:lnTo>
                    <a:pt x="1042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3"/>
            <p:cNvSpPr/>
            <p:nvPr/>
          </p:nvSpPr>
          <p:spPr>
            <a:xfrm flipH="1">
              <a:off x="3831053" y="1835881"/>
              <a:ext cx="596422" cy="1433307"/>
            </a:xfrm>
            <a:custGeom>
              <a:avLst/>
              <a:gdLst/>
              <a:ahLst/>
              <a:cxnLst/>
              <a:rect l="l" t="t" r="r" b="b"/>
              <a:pathLst>
                <a:path w="21176" h="8631" fill="none" extrusionOk="0">
                  <a:moveTo>
                    <a:pt x="9762" y="0"/>
                  </a:moveTo>
                  <a:lnTo>
                    <a:pt x="9762" y="0"/>
                  </a:lnTo>
                  <a:lnTo>
                    <a:pt x="10603" y="5"/>
                  </a:lnTo>
                  <a:lnTo>
                    <a:pt x="11474" y="21"/>
                  </a:lnTo>
                  <a:lnTo>
                    <a:pt x="12345" y="46"/>
                  </a:lnTo>
                  <a:lnTo>
                    <a:pt x="13246" y="87"/>
                  </a:lnTo>
                  <a:lnTo>
                    <a:pt x="14177" y="138"/>
                  </a:lnTo>
                  <a:lnTo>
                    <a:pt x="15108" y="199"/>
                  </a:lnTo>
                  <a:lnTo>
                    <a:pt x="16069" y="271"/>
                  </a:lnTo>
                  <a:lnTo>
                    <a:pt x="17031" y="357"/>
                  </a:lnTo>
                  <a:lnTo>
                    <a:pt x="17031" y="357"/>
                  </a:lnTo>
                  <a:lnTo>
                    <a:pt x="17601" y="419"/>
                  </a:lnTo>
                  <a:lnTo>
                    <a:pt x="18112" y="485"/>
                  </a:lnTo>
                  <a:lnTo>
                    <a:pt x="18622" y="561"/>
                  </a:lnTo>
                  <a:lnTo>
                    <a:pt x="19043" y="643"/>
                  </a:lnTo>
                  <a:lnTo>
                    <a:pt x="19463" y="730"/>
                  </a:lnTo>
                  <a:lnTo>
                    <a:pt x="19794" y="822"/>
                  </a:lnTo>
                  <a:lnTo>
                    <a:pt x="20124" y="918"/>
                  </a:lnTo>
                  <a:lnTo>
                    <a:pt x="20394" y="1020"/>
                  </a:lnTo>
                  <a:lnTo>
                    <a:pt x="20635" y="1128"/>
                  </a:lnTo>
                  <a:lnTo>
                    <a:pt x="20815" y="1240"/>
                  </a:lnTo>
                  <a:lnTo>
                    <a:pt x="20965" y="1352"/>
                  </a:lnTo>
                  <a:lnTo>
                    <a:pt x="21055" y="1464"/>
                  </a:lnTo>
                  <a:lnTo>
                    <a:pt x="21145" y="1582"/>
                  </a:lnTo>
                  <a:lnTo>
                    <a:pt x="21175" y="1699"/>
                  </a:lnTo>
                  <a:lnTo>
                    <a:pt x="21145" y="1816"/>
                  </a:lnTo>
                  <a:lnTo>
                    <a:pt x="21085" y="1933"/>
                  </a:lnTo>
                  <a:lnTo>
                    <a:pt x="21085" y="7009"/>
                  </a:lnTo>
                  <a:lnTo>
                    <a:pt x="21085" y="7009"/>
                  </a:lnTo>
                  <a:lnTo>
                    <a:pt x="20484" y="7009"/>
                  </a:lnTo>
                  <a:lnTo>
                    <a:pt x="20484" y="7009"/>
                  </a:lnTo>
                  <a:lnTo>
                    <a:pt x="19824" y="7014"/>
                  </a:lnTo>
                  <a:lnTo>
                    <a:pt x="19193" y="7019"/>
                  </a:lnTo>
                  <a:lnTo>
                    <a:pt x="19193" y="7019"/>
                  </a:lnTo>
                  <a:lnTo>
                    <a:pt x="18502" y="7034"/>
                  </a:lnTo>
                  <a:lnTo>
                    <a:pt x="17781" y="7055"/>
                  </a:lnTo>
                  <a:lnTo>
                    <a:pt x="17061" y="7080"/>
                  </a:lnTo>
                  <a:lnTo>
                    <a:pt x="16340" y="7111"/>
                  </a:lnTo>
                  <a:lnTo>
                    <a:pt x="15619" y="7151"/>
                  </a:lnTo>
                  <a:lnTo>
                    <a:pt x="14928" y="7208"/>
                  </a:lnTo>
                  <a:lnTo>
                    <a:pt x="14568" y="7238"/>
                  </a:lnTo>
                  <a:lnTo>
                    <a:pt x="14237" y="7269"/>
                  </a:lnTo>
                  <a:lnTo>
                    <a:pt x="13907" y="7310"/>
                  </a:lnTo>
                  <a:lnTo>
                    <a:pt x="13577" y="7345"/>
                  </a:lnTo>
                  <a:lnTo>
                    <a:pt x="13276" y="7391"/>
                  </a:lnTo>
                  <a:lnTo>
                    <a:pt x="12976" y="7442"/>
                  </a:lnTo>
                  <a:lnTo>
                    <a:pt x="12675" y="7493"/>
                  </a:lnTo>
                  <a:lnTo>
                    <a:pt x="12405" y="7549"/>
                  </a:lnTo>
                  <a:lnTo>
                    <a:pt x="12135" y="7611"/>
                  </a:lnTo>
                  <a:lnTo>
                    <a:pt x="11895" y="7677"/>
                  </a:lnTo>
                  <a:lnTo>
                    <a:pt x="11654" y="7748"/>
                  </a:lnTo>
                  <a:lnTo>
                    <a:pt x="11444" y="7820"/>
                  </a:lnTo>
                  <a:lnTo>
                    <a:pt x="11234" y="7901"/>
                  </a:lnTo>
                  <a:lnTo>
                    <a:pt x="11054" y="7988"/>
                  </a:lnTo>
                  <a:lnTo>
                    <a:pt x="10873" y="8080"/>
                  </a:lnTo>
                  <a:lnTo>
                    <a:pt x="10753" y="8177"/>
                  </a:lnTo>
                  <a:lnTo>
                    <a:pt x="10633" y="8279"/>
                  </a:lnTo>
                  <a:lnTo>
                    <a:pt x="10513" y="8391"/>
                  </a:lnTo>
                  <a:lnTo>
                    <a:pt x="10453" y="8508"/>
                  </a:lnTo>
                  <a:lnTo>
                    <a:pt x="10393" y="8631"/>
                  </a:lnTo>
                  <a:lnTo>
                    <a:pt x="10393" y="8631"/>
                  </a:lnTo>
                  <a:lnTo>
                    <a:pt x="10273" y="8508"/>
                  </a:lnTo>
                  <a:lnTo>
                    <a:pt x="10092" y="8386"/>
                  </a:lnTo>
                  <a:lnTo>
                    <a:pt x="9852" y="8258"/>
                  </a:lnTo>
                  <a:lnTo>
                    <a:pt x="9552" y="8131"/>
                  </a:lnTo>
                  <a:lnTo>
                    <a:pt x="9161" y="8003"/>
                  </a:lnTo>
                  <a:lnTo>
                    <a:pt x="8741" y="7876"/>
                  </a:lnTo>
                  <a:lnTo>
                    <a:pt x="8471" y="7815"/>
                  </a:lnTo>
                  <a:lnTo>
                    <a:pt x="8200" y="7753"/>
                  </a:lnTo>
                  <a:lnTo>
                    <a:pt x="7930" y="7697"/>
                  </a:lnTo>
                  <a:lnTo>
                    <a:pt x="7630" y="7636"/>
                  </a:lnTo>
                  <a:lnTo>
                    <a:pt x="7299" y="7580"/>
                  </a:lnTo>
                  <a:lnTo>
                    <a:pt x="6969" y="7524"/>
                  </a:lnTo>
                  <a:lnTo>
                    <a:pt x="6608" y="7473"/>
                  </a:lnTo>
                  <a:lnTo>
                    <a:pt x="6218" y="7422"/>
                  </a:lnTo>
                  <a:lnTo>
                    <a:pt x="5828" y="7376"/>
                  </a:lnTo>
                  <a:lnTo>
                    <a:pt x="5407" y="7330"/>
                  </a:lnTo>
                  <a:lnTo>
                    <a:pt x="4957" y="7289"/>
                  </a:lnTo>
                  <a:lnTo>
                    <a:pt x="4506" y="7253"/>
                  </a:lnTo>
                  <a:lnTo>
                    <a:pt x="3995" y="7218"/>
                  </a:lnTo>
                  <a:lnTo>
                    <a:pt x="3515" y="7187"/>
                  </a:lnTo>
                  <a:lnTo>
                    <a:pt x="2974" y="7157"/>
                  </a:lnTo>
                  <a:lnTo>
                    <a:pt x="2434" y="7136"/>
                  </a:lnTo>
                  <a:lnTo>
                    <a:pt x="1863" y="7116"/>
                  </a:lnTo>
                  <a:lnTo>
                    <a:pt x="1262" y="7100"/>
                  </a:lnTo>
                  <a:lnTo>
                    <a:pt x="632" y="7090"/>
                  </a:lnTo>
                  <a:lnTo>
                    <a:pt x="1" y="7085"/>
                  </a:lnTo>
                  <a:lnTo>
                    <a:pt x="1" y="7055"/>
                  </a:lnTo>
                  <a:lnTo>
                    <a:pt x="1" y="7055"/>
                  </a:lnTo>
                  <a:lnTo>
                    <a:pt x="511" y="7060"/>
                  </a:lnTo>
                  <a:lnTo>
                    <a:pt x="511" y="7060"/>
                  </a:lnTo>
                  <a:lnTo>
                    <a:pt x="1412" y="7049"/>
                  </a:lnTo>
                  <a:lnTo>
                    <a:pt x="1833" y="7044"/>
                  </a:lnTo>
                  <a:lnTo>
                    <a:pt x="2283" y="7034"/>
                  </a:lnTo>
                  <a:lnTo>
                    <a:pt x="2734" y="7019"/>
                  </a:lnTo>
                  <a:lnTo>
                    <a:pt x="3154" y="7004"/>
                  </a:lnTo>
                  <a:lnTo>
                    <a:pt x="3575" y="6983"/>
                  </a:lnTo>
                  <a:lnTo>
                    <a:pt x="3995" y="6958"/>
                  </a:lnTo>
                  <a:lnTo>
                    <a:pt x="4416" y="6932"/>
                  </a:lnTo>
                  <a:lnTo>
                    <a:pt x="4836" y="6902"/>
                  </a:lnTo>
                  <a:lnTo>
                    <a:pt x="5227" y="6866"/>
                  </a:lnTo>
                  <a:lnTo>
                    <a:pt x="5617" y="6830"/>
                  </a:lnTo>
                  <a:lnTo>
                    <a:pt x="6008" y="6784"/>
                  </a:lnTo>
                  <a:lnTo>
                    <a:pt x="6398" y="6738"/>
                  </a:lnTo>
                  <a:lnTo>
                    <a:pt x="6759" y="6692"/>
                  </a:lnTo>
                  <a:lnTo>
                    <a:pt x="7119" y="6636"/>
                  </a:lnTo>
                  <a:lnTo>
                    <a:pt x="7119" y="6636"/>
                  </a:lnTo>
                  <a:lnTo>
                    <a:pt x="7479" y="6575"/>
                  </a:lnTo>
                  <a:lnTo>
                    <a:pt x="7810" y="6509"/>
                  </a:lnTo>
                  <a:lnTo>
                    <a:pt x="8140" y="6427"/>
                  </a:lnTo>
                  <a:lnTo>
                    <a:pt x="8441" y="6346"/>
                  </a:lnTo>
                  <a:lnTo>
                    <a:pt x="8741" y="6249"/>
                  </a:lnTo>
                  <a:lnTo>
                    <a:pt x="9011" y="6152"/>
                  </a:lnTo>
                  <a:lnTo>
                    <a:pt x="9252" y="6050"/>
                  </a:lnTo>
                  <a:lnTo>
                    <a:pt x="9492" y="5938"/>
                  </a:lnTo>
                  <a:lnTo>
                    <a:pt x="9702" y="5825"/>
                  </a:lnTo>
                  <a:lnTo>
                    <a:pt x="9882" y="5708"/>
                  </a:lnTo>
                  <a:lnTo>
                    <a:pt x="10002" y="5586"/>
                  </a:lnTo>
                  <a:lnTo>
                    <a:pt x="10123" y="5463"/>
                  </a:lnTo>
                  <a:lnTo>
                    <a:pt x="10183" y="5336"/>
                  </a:lnTo>
                  <a:lnTo>
                    <a:pt x="10213" y="5213"/>
                  </a:lnTo>
                  <a:lnTo>
                    <a:pt x="10213" y="5086"/>
                  </a:lnTo>
                  <a:lnTo>
                    <a:pt x="10183" y="4958"/>
                  </a:lnTo>
                  <a:lnTo>
                    <a:pt x="10183" y="3229"/>
                  </a:lnTo>
                  <a:lnTo>
                    <a:pt x="10183" y="3229"/>
                  </a:lnTo>
                  <a:lnTo>
                    <a:pt x="10213" y="3112"/>
                  </a:lnTo>
                  <a:lnTo>
                    <a:pt x="10243" y="2989"/>
                  </a:lnTo>
                  <a:lnTo>
                    <a:pt x="10213" y="2872"/>
                  </a:lnTo>
                  <a:lnTo>
                    <a:pt x="10153" y="2760"/>
                  </a:lnTo>
                  <a:lnTo>
                    <a:pt x="10032" y="2642"/>
                  </a:lnTo>
                  <a:lnTo>
                    <a:pt x="9882" y="2530"/>
                  </a:lnTo>
                  <a:lnTo>
                    <a:pt x="9702" y="2423"/>
                  </a:lnTo>
                  <a:lnTo>
                    <a:pt x="9462" y="2316"/>
                  </a:lnTo>
                  <a:lnTo>
                    <a:pt x="9191" y="2214"/>
                  </a:lnTo>
                  <a:lnTo>
                    <a:pt x="8891" y="2112"/>
                  </a:lnTo>
                  <a:lnTo>
                    <a:pt x="8531" y="2020"/>
                  </a:lnTo>
                  <a:lnTo>
                    <a:pt x="8140" y="1933"/>
                  </a:lnTo>
                  <a:lnTo>
                    <a:pt x="7690" y="1852"/>
                  </a:lnTo>
                  <a:lnTo>
                    <a:pt x="7209" y="1775"/>
                  </a:lnTo>
                  <a:lnTo>
                    <a:pt x="6699" y="1709"/>
                  </a:lnTo>
                  <a:lnTo>
                    <a:pt x="6128" y="1648"/>
                  </a:lnTo>
                  <a:lnTo>
                    <a:pt x="6128" y="1648"/>
                  </a:lnTo>
                  <a:lnTo>
                    <a:pt x="5377" y="1582"/>
                  </a:lnTo>
                  <a:lnTo>
                    <a:pt x="4626" y="1520"/>
                  </a:lnTo>
                  <a:lnTo>
                    <a:pt x="3905" y="1469"/>
                  </a:lnTo>
                  <a:lnTo>
                    <a:pt x="3185" y="1423"/>
                  </a:lnTo>
                  <a:lnTo>
                    <a:pt x="2464" y="1388"/>
                  </a:lnTo>
                  <a:lnTo>
                    <a:pt x="1773" y="1352"/>
                  </a:lnTo>
                  <a:lnTo>
                    <a:pt x="1082" y="1327"/>
                  </a:lnTo>
                  <a:lnTo>
                    <a:pt x="391" y="1311"/>
                  </a:lnTo>
                  <a:lnTo>
                    <a:pt x="391" y="1311"/>
                  </a:lnTo>
                  <a:lnTo>
                    <a:pt x="571" y="1194"/>
                  </a:lnTo>
                  <a:lnTo>
                    <a:pt x="752" y="1082"/>
                  </a:lnTo>
                  <a:lnTo>
                    <a:pt x="962" y="975"/>
                  </a:lnTo>
                  <a:lnTo>
                    <a:pt x="1172" y="873"/>
                  </a:lnTo>
                  <a:lnTo>
                    <a:pt x="1443" y="781"/>
                  </a:lnTo>
                  <a:lnTo>
                    <a:pt x="1713" y="699"/>
                  </a:lnTo>
                  <a:lnTo>
                    <a:pt x="1983" y="623"/>
                  </a:lnTo>
                  <a:lnTo>
                    <a:pt x="2283" y="561"/>
                  </a:lnTo>
                  <a:lnTo>
                    <a:pt x="2283" y="561"/>
                  </a:lnTo>
                  <a:lnTo>
                    <a:pt x="2674" y="495"/>
                  </a:lnTo>
                  <a:lnTo>
                    <a:pt x="3034" y="434"/>
                  </a:lnTo>
                  <a:lnTo>
                    <a:pt x="3455" y="373"/>
                  </a:lnTo>
                  <a:lnTo>
                    <a:pt x="3845" y="322"/>
                  </a:lnTo>
                  <a:lnTo>
                    <a:pt x="4266" y="271"/>
                  </a:lnTo>
                  <a:lnTo>
                    <a:pt x="4716" y="225"/>
                  </a:lnTo>
                  <a:lnTo>
                    <a:pt x="5167" y="184"/>
                  </a:lnTo>
                  <a:lnTo>
                    <a:pt x="5617" y="143"/>
                  </a:lnTo>
                  <a:lnTo>
                    <a:pt x="6098" y="113"/>
                  </a:lnTo>
                  <a:lnTo>
                    <a:pt x="6578" y="82"/>
                  </a:lnTo>
                  <a:lnTo>
                    <a:pt x="7089" y="56"/>
                  </a:lnTo>
                  <a:lnTo>
                    <a:pt x="7600" y="36"/>
                  </a:lnTo>
                  <a:lnTo>
                    <a:pt x="8110" y="21"/>
                  </a:lnTo>
                  <a:lnTo>
                    <a:pt x="8651" y="11"/>
                  </a:lnTo>
                  <a:lnTo>
                    <a:pt x="9191" y="0"/>
                  </a:lnTo>
                  <a:lnTo>
                    <a:pt x="976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3"/>
            <p:cNvSpPr/>
            <p:nvPr/>
          </p:nvSpPr>
          <p:spPr>
            <a:xfrm flipH="1">
              <a:off x="4425753" y="1546096"/>
              <a:ext cx="596394" cy="1466520"/>
            </a:xfrm>
            <a:custGeom>
              <a:avLst/>
              <a:gdLst/>
              <a:ahLst/>
              <a:cxnLst/>
              <a:rect l="l" t="t" r="r" b="b"/>
              <a:pathLst>
                <a:path w="21175" h="8831" extrusionOk="0">
                  <a:moveTo>
                    <a:pt x="15709" y="1"/>
                  </a:moveTo>
                  <a:lnTo>
                    <a:pt x="15048" y="47"/>
                  </a:lnTo>
                  <a:lnTo>
                    <a:pt x="14357" y="83"/>
                  </a:lnTo>
                  <a:lnTo>
                    <a:pt x="13696" y="113"/>
                  </a:lnTo>
                  <a:lnTo>
                    <a:pt x="13036" y="139"/>
                  </a:lnTo>
                  <a:lnTo>
                    <a:pt x="12375" y="154"/>
                  </a:lnTo>
                  <a:lnTo>
                    <a:pt x="11714" y="169"/>
                  </a:lnTo>
                  <a:lnTo>
                    <a:pt x="11113" y="174"/>
                  </a:lnTo>
                  <a:lnTo>
                    <a:pt x="10513" y="179"/>
                  </a:lnTo>
                  <a:lnTo>
                    <a:pt x="10182" y="174"/>
                  </a:lnTo>
                  <a:lnTo>
                    <a:pt x="10182" y="230"/>
                  </a:lnTo>
                  <a:lnTo>
                    <a:pt x="10182" y="4882"/>
                  </a:lnTo>
                  <a:lnTo>
                    <a:pt x="10182" y="4918"/>
                  </a:lnTo>
                  <a:lnTo>
                    <a:pt x="10212" y="4811"/>
                  </a:lnTo>
                  <a:lnTo>
                    <a:pt x="10272" y="4699"/>
                  </a:lnTo>
                  <a:lnTo>
                    <a:pt x="10332" y="4597"/>
                  </a:lnTo>
                  <a:lnTo>
                    <a:pt x="10422" y="4490"/>
                  </a:lnTo>
                  <a:lnTo>
                    <a:pt x="10543" y="4387"/>
                  </a:lnTo>
                  <a:lnTo>
                    <a:pt x="10663" y="4291"/>
                  </a:lnTo>
                  <a:lnTo>
                    <a:pt x="10813" y="4194"/>
                  </a:lnTo>
                  <a:lnTo>
                    <a:pt x="10963" y="4102"/>
                  </a:lnTo>
                  <a:lnTo>
                    <a:pt x="11143" y="4010"/>
                  </a:lnTo>
                  <a:lnTo>
                    <a:pt x="11324" y="3928"/>
                  </a:lnTo>
                  <a:lnTo>
                    <a:pt x="11534" y="3847"/>
                  </a:lnTo>
                  <a:lnTo>
                    <a:pt x="11744" y="3775"/>
                  </a:lnTo>
                  <a:lnTo>
                    <a:pt x="11984" y="3709"/>
                  </a:lnTo>
                  <a:lnTo>
                    <a:pt x="12225" y="3648"/>
                  </a:lnTo>
                  <a:lnTo>
                    <a:pt x="12495" y="3597"/>
                  </a:lnTo>
                  <a:lnTo>
                    <a:pt x="12855" y="3531"/>
                  </a:lnTo>
                  <a:lnTo>
                    <a:pt x="13246" y="3469"/>
                  </a:lnTo>
                  <a:lnTo>
                    <a:pt x="13636" y="3413"/>
                  </a:lnTo>
                  <a:lnTo>
                    <a:pt x="14057" y="3357"/>
                  </a:lnTo>
                  <a:lnTo>
                    <a:pt x="14477" y="3306"/>
                  </a:lnTo>
                  <a:lnTo>
                    <a:pt x="14898" y="3260"/>
                  </a:lnTo>
                  <a:lnTo>
                    <a:pt x="15348" y="3219"/>
                  </a:lnTo>
                  <a:lnTo>
                    <a:pt x="15829" y="3184"/>
                  </a:lnTo>
                  <a:lnTo>
                    <a:pt x="16309" y="3148"/>
                  </a:lnTo>
                  <a:lnTo>
                    <a:pt x="16790" y="3117"/>
                  </a:lnTo>
                  <a:lnTo>
                    <a:pt x="17300" y="3097"/>
                  </a:lnTo>
                  <a:lnTo>
                    <a:pt x="17811" y="3072"/>
                  </a:lnTo>
                  <a:lnTo>
                    <a:pt x="18322" y="3056"/>
                  </a:lnTo>
                  <a:lnTo>
                    <a:pt x="18862" y="3046"/>
                  </a:lnTo>
                  <a:lnTo>
                    <a:pt x="19403" y="3041"/>
                  </a:lnTo>
                  <a:lnTo>
                    <a:pt x="19943" y="3036"/>
                  </a:lnTo>
                  <a:lnTo>
                    <a:pt x="20514" y="3041"/>
                  </a:lnTo>
                  <a:lnTo>
                    <a:pt x="21115" y="3046"/>
                  </a:lnTo>
                  <a:lnTo>
                    <a:pt x="21115" y="1694"/>
                  </a:lnTo>
                  <a:lnTo>
                    <a:pt x="21175" y="1577"/>
                  </a:lnTo>
                  <a:lnTo>
                    <a:pt x="21175" y="1460"/>
                  </a:lnTo>
                  <a:lnTo>
                    <a:pt x="21145" y="1342"/>
                  </a:lnTo>
                  <a:lnTo>
                    <a:pt x="21085" y="1225"/>
                  </a:lnTo>
                  <a:lnTo>
                    <a:pt x="20965" y="1113"/>
                  </a:lnTo>
                  <a:lnTo>
                    <a:pt x="20814" y="1001"/>
                  </a:lnTo>
                  <a:lnTo>
                    <a:pt x="20634" y="888"/>
                  </a:lnTo>
                  <a:lnTo>
                    <a:pt x="20394" y="781"/>
                  </a:lnTo>
                  <a:lnTo>
                    <a:pt x="20124" y="679"/>
                  </a:lnTo>
                  <a:lnTo>
                    <a:pt x="19823" y="582"/>
                  </a:lnTo>
                  <a:lnTo>
                    <a:pt x="19463" y="491"/>
                  </a:lnTo>
                  <a:lnTo>
                    <a:pt x="19072" y="404"/>
                  </a:lnTo>
                  <a:lnTo>
                    <a:pt x="18622" y="322"/>
                  </a:lnTo>
                  <a:lnTo>
                    <a:pt x="18141" y="246"/>
                  </a:lnTo>
                  <a:lnTo>
                    <a:pt x="17601" y="179"/>
                  </a:lnTo>
                  <a:lnTo>
                    <a:pt x="17030" y="118"/>
                  </a:lnTo>
                  <a:lnTo>
                    <a:pt x="16369" y="57"/>
                  </a:lnTo>
                  <a:lnTo>
                    <a:pt x="15709" y="1"/>
                  </a:lnTo>
                  <a:close/>
                  <a:moveTo>
                    <a:pt x="10182" y="4984"/>
                  </a:moveTo>
                  <a:lnTo>
                    <a:pt x="10152" y="5086"/>
                  </a:lnTo>
                  <a:lnTo>
                    <a:pt x="10092" y="5188"/>
                  </a:lnTo>
                  <a:lnTo>
                    <a:pt x="10032" y="5290"/>
                  </a:lnTo>
                  <a:lnTo>
                    <a:pt x="9942" y="5392"/>
                  </a:lnTo>
                  <a:lnTo>
                    <a:pt x="9852" y="5489"/>
                  </a:lnTo>
                  <a:lnTo>
                    <a:pt x="9732" y="5586"/>
                  </a:lnTo>
                  <a:lnTo>
                    <a:pt x="9582" y="5678"/>
                  </a:lnTo>
                  <a:lnTo>
                    <a:pt x="9431" y="5765"/>
                  </a:lnTo>
                  <a:lnTo>
                    <a:pt x="9251" y="5846"/>
                  </a:lnTo>
                  <a:lnTo>
                    <a:pt x="9071" y="5928"/>
                  </a:lnTo>
                  <a:lnTo>
                    <a:pt x="8861" y="6004"/>
                  </a:lnTo>
                  <a:lnTo>
                    <a:pt x="8650" y="6071"/>
                  </a:lnTo>
                  <a:lnTo>
                    <a:pt x="8410" y="6137"/>
                  </a:lnTo>
                  <a:lnTo>
                    <a:pt x="8170" y="6193"/>
                  </a:lnTo>
                  <a:lnTo>
                    <a:pt x="7900" y="6244"/>
                  </a:lnTo>
                  <a:lnTo>
                    <a:pt x="7509" y="6305"/>
                  </a:lnTo>
                  <a:lnTo>
                    <a:pt x="7119" y="6367"/>
                  </a:lnTo>
                  <a:lnTo>
                    <a:pt x="6698" y="6423"/>
                  </a:lnTo>
                  <a:lnTo>
                    <a:pt x="6278" y="6474"/>
                  </a:lnTo>
                  <a:lnTo>
                    <a:pt x="5857" y="6520"/>
                  </a:lnTo>
                  <a:lnTo>
                    <a:pt x="5407" y="6565"/>
                  </a:lnTo>
                  <a:lnTo>
                    <a:pt x="4926" y="6606"/>
                  </a:lnTo>
                  <a:lnTo>
                    <a:pt x="4446" y="6642"/>
                  </a:lnTo>
                  <a:lnTo>
                    <a:pt x="3965" y="6673"/>
                  </a:lnTo>
                  <a:lnTo>
                    <a:pt x="3484" y="6698"/>
                  </a:lnTo>
                  <a:lnTo>
                    <a:pt x="2974" y="6724"/>
                  </a:lnTo>
                  <a:lnTo>
                    <a:pt x="2433" y="6744"/>
                  </a:lnTo>
                  <a:lnTo>
                    <a:pt x="1893" y="6759"/>
                  </a:lnTo>
                  <a:lnTo>
                    <a:pt x="1352" y="6769"/>
                  </a:lnTo>
                  <a:lnTo>
                    <a:pt x="811" y="6775"/>
                  </a:lnTo>
                  <a:lnTo>
                    <a:pt x="241" y="6780"/>
                  </a:lnTo>
                  <a:lnTo>
                    <a:pt x="0" y="6780"/>
                  </a:lnTo>
                  <a:lnTo>
                    <a:pt x="0" y="6826"/>
                  </a:lnTo>
                  <a:lnTo>
                    <a:pt x="661" y="6815"/>
                  </a:lnTo>
                  <a:lnTo>
                    <a:pt x="1322" y="6810"/>
                  </a:lnTo>
                  <a:lnTo>
                    <a:pt x="1983" y="6815"/>
                  </a:lnTo>
                  <a:lnTo>
                    <a:pt x="2613" y="6826"/>
                  </a:lnTo>
                  <a:lnTo>
                    <a:pt x="3244" y="6841"/>
                  </a:lnTo>
                  <a:lnTo>
                    <a:pt x="3845" y="6861"/>
                  </a:lnTo>
                  <a:lnTo>
                    <a:pt x="4416" y="6887"/>
                  </a:lnTo>
                  <a:lnTo>
                    <a:pt x="4986" y="6917"/>
                  </a:lnTo>
                  <a:lnTo>
                    <a:pt x="5527" y="6958"/>
                  </a:lnTo>
                  <a:lnTo>
                    <a:pt x="6067" y="6999"/>
                  </a:lnTo>
                  <a:lnTo>
                    <a:pt x="6578" y="7045"/>
                  </a:lnTo>
                  <a:lnTo>
                    <a:pt x="7059" y="7096"/>
                  </a:lnTo>
                  <a:lnTo>
                    <a:pt x="7509" y="7152"/>
                  </a:lnTo>
                  <a:lnTo>
                    <a:pt x="7960" y="7213"/>
                  </a:lnTo>
                  <a:lnTo>
                    <a:pt x="8410" y="7274"/>
                  </a:lnTo>
                  <a:lnTo>
                    <a:pt x="8801" y="7341"/>
                  </a:lnTo>
                  <a:lnTo>
                    <a:pt x="9191" y="7412"/>
                  </a:lnTo>
                  <a:lnTo>
                    <a:pt x="9582" y="7484"/>
                  </a:lnTo>
                  <a:lnTo>
                    <a:pt x="9912" y="7560"/>
                  </a:lnTo>
                  <a:lnTo>
                    <a:pt x="10242" y="7637"/>
                  </a:lnTo>
                  <a:lnTo>
                    <a:pt x="10543" y="7713"/>
                  </a:lnTo>
                  <a:lnTo>
                    <a:pt x="10843" y="7795"/>
                  </a:lnTo>
                  <a:lnTo>
                    <a:pt x="11113" y="7876"/>
                  </a:lnTo>
                  <a:lnTo>
                    <a:pt x="11354" y="7963"/>
                  </a:lnTo>
                  <a:lnTo>
                    <a:pt x="11564" y="8050"/>
                  </a:lnTo>
                  <a:lnTo>
                    <a:pt x="11774" y="8136"/>
                  </a:lnTo>
                  <a:lnTo>
                    <a:pt x="11954" y="8223"/>
                  </a:lnTo>
                  <a:lnTo>
                    <a:pt x="12104" y="8310"/>
                  </a:lnTo>
                  <a:lnTo>
                    <a:pt x="12255" y="8397"/>
                  </a:lnTo>
                  <a:lnTo>
                    <a:pt x="12345" y="8483"/>
                  </a:lnTo>
                  <a:lnTo>
                    <a:pt x="12435" y="8570"/>
                  </a:lnTo>
                  <a:lnTo>
                    <a:pt x="12495" y="8657"/>
                  </a:lnTo>
                  <a:lnTo>
                    <a:pt x="12555" y="8743"/>
                  </a:lnTo>
                  <a:lnTo>
                    <a:pt x="12555" y="8830"/>
                  </a:lnTo>
                  <a:lnTo>
                    <a:pt x="21115" y="8830"/>
                  </a:lnTo>
                  <a:lnTo>
                    <a:pt x="21115" y="8800"/>
                  </a:lnTo>
                  <a:lnTo>
                    <a:pt x="20544" y="8794"/>
                  </a:lnTo>
                  <a:lnTo>
                    <a:pt x="19974" y="8784"/>
                  </a:lnTo>
                  <a:lnTo>
                    <a:pt x="19433" y="8769"/>
                  </a:lnTo>
                  <a:lnTo>
                    <a:pt x="18862" y="8749"/>
                  </a:lnTo>
                  <a:lnTo>
                    <a:pt x="18322" y="8728"/>
                  </a:lnTo>
                  <a:lnTo>
                    <a:pt x="17781" y="8698"/>
                  </a:lnTo>
                  <a:lnTo>
                    <a:pt x="17240" y="8667"/>
                  </a:lnTo>
                  <a:lnTo>
                    <a:pt x="16700" y="8636"/>
                  </a:lnTo>
                  <a:lnTo>
                    <a:pt x="16189" y="8596"/>
                  </a:lnTo>
                  <a:lnTo>
                    <a:pt x="15679" y="8555"/>
                  </a:lnTo>
                  <a:lnTo>
                    <a:pt x="15168" y="8514"/>
                  </a:lnTo>
                  <a:lnTo>
                    <a:pt x="14687" y="8463"/>
                  </a:lnTo>
                  <a:lnTo>
                    <a:pt x="14237" y="8417"/>
                  </a:lnTo>
                  <a:lnTo>
                    <a:pt x="13786" y="8361"/>
                  </a:lnTo>
                  <a:lnTo>
                    <a:pt x="13336" y="8305"/>
                  </a:lnTo>
                  <a:lnTo>
                    <a:pt x="12945" y="8249"/>
                  </a:lnTo>
                  <a:lnTo>
                    <a:pt x="12555" y="8193"/>
                  </a:lnTo>
                  <a:lnTo>
                    <a:pt x="12225" y="8126"/>
                  </a:lnTo>
                  <a:lnTo>
                    <a:pt x="11924" y="8060"/>
                  </a:lnTo>
                  <a:lnTo>
                    <a:pt x="11654" y="7983"/>
                  </a:lnTo>
                  <a:lnTo>
                    <a:pt x="11384" y="7907"/>
                  </a:lnTo>
                  <a:lnTo>
                    <a:pt x="11173" y="7825"/>
                  </a:lnTo>
                  <a:lnTo>
                    <a:pt x="10963" y="7739"/>
                  </a:lnTo>
                  <a:lnTo>
                    <a:pt x="10783" y="7652"/>
                  </a:lnTo>
                  <a:lnTo>
                    <a:pt x="10633" y="7560"/>
                  </a:lnTo>
                  <a:lnTo>
                    <a:pt x="10513" y="7468"/>
                  </a:lnTo>
                  <a:lnTo>
                    <a:pt x="10422" y="7371"/>
                  </a:lnTo>
                  <a:lnTo>
                    <a:pt x="10332" y="7274"/>
                  </a:lnTo>
                  <a:lnTo>
                    <a:pt x="10272" y="7178"/>
                  </a:lnTo>
                  <a:lnTo>
                    <a:pt x="10212" y="7076"/>
                  </a:lnTo>
                  <a:lnTo>
                    <a:pt x="10182" y="6979"/>
                  </a:lnTo>
                  <a:lnTo>
                    <a:pt x="10182" y="6882"/>
                  </a:lnTo>
                  <a:lnTo>
                    <a:pt x="10182" y="5025"/>
                  </a:lnTo>
                  <a:lnTo>
                    <a:pt x="10182" y="4984"/>
                  </a:lnTo>
                  <a:close/>
                </a:path>
              </a:pathLst>
            </a:custGeom>
            <a:solidFill>
              <a:srgbClr val="00B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3"/>
            <p:cNvSpPr/>
            <p:nvPr/>
          </p:nvSpPr>
          <p:spPr>
            <a:xfrm flipH="1">
              <a:off x="4425753" y="1546096"/>
              <a:ext cx="596394" cy="1466520"/>
            </a:xfrm>
            <a:custGeom>
              <a:avLst/>
              <a:gdLst/>
              <a:ahLst/>
              <a:cxnLst/>
              <a:rect l="l" t="t" r="r" b="b"/>
              <a:pathLst>
                <a:path w="21175" h="8831" fill="none" extrusionOk="0">
                  <a:moveTo>
                    <a:pt x="15709" y="1"/>
                  </a:moveTo>
                  <a:lnTo>
                    <a:pt x="15709" y="1"/>
                  </a:lnTo>
                  <a:lnTo>
                    <a:pt x="16369" y="57"/>
                  </a:lnTo>
                  <a:lnTo>
                    <a:pt x="17030" y="118"/>
                  </a:lnTo>
                  <a:lnTo>
                    <a:pt x="17030" y="118"/>
                  </a:lnTo>
                  <a:lnTo>
                    <a:pt x="17601" y="179"/>
                  </a:lnTo>
                  <a:lnTo>
                    <a:pt x="18141" y="246"/>
                  </a:lnTo>
                  <a:lnTo>
                    <a:pt x="18622" y="322"/>
                  </a:lnTo>
                  <a:lnTo>
                    <a:pt x="19072" y="404"/>
                  </a:lnTo>
                  <a:lnTo>
                    <a:pt x="19463" y="491"/>
                  </a:lnTo>
                  <a:lnTo>
                    <a:pt x="19823" y="582"/>
                  </a:lnTo>
                  <a:lnTo>
                    <a:pt x="20124" y="679"/>
                  </a:lnTo>
                  <a:lnTo>
                    <a:pt x="20394" y="781"/>
                  </a:lnTo>
                  <a:lnTo>
                    <a:pt x="20634" y="888"/>
                  </a:lnTo>
                  <a:lnTo>
                    <a:pt x="20814" y="1001"/>
                  </a:lnTo>
                  <a:lnTo>
                    <a:pt x="20965" y="1113"/>
                  </a:lnTo>
                  <a:lnTo>
                    <a:pt x="21085" y="1225"/>
                  </a:lnTo>
                  <a:lnTo>
                    <a:pt x="21145" y="1342"/>
                  </a:lnTo>
                  <a:lnTo>
                    <a:pt x="21175" y="1460"/>
                  </a:lnTo>
                  <a:lnTo>
                    <a:pt x="21175" y="1577"/>
                  </a:lnTo>
                  <a:lnTo>
                    <a:pt x="21115" y="1694"/>
                  </a:lnTo>
                  <a:lnTo>
                    <a:pt x="21115" y="3046"/>
                  </a:lnTo>
                  <a:lnTo>
                    <a:pt x="21115" y="3046"/>
                  </a:lnTo>
                  <a:lnTo>
                    <a:pt x="20514" y="3041"/>
                  </a:lnTo>
                  <a:lnTo>
                    <a:pt x="19943" y="3036"/>
                  </a:lnTo>
                  <a:lnTo>
                    <a:pt x="19943" y="3036"/>
                  </a:lnTo>
                  <a:lnTo>
                    <a:pt x="19403" y="3041"/>
                  </a:lnTo>
                  <a:lnTo>
                    <a:pt x="18862" y="3046"/>
                  </a:lnTo>
                  <a:lnTo>
                    <a:pt x="18322" y="3056"/>
                  </a:lnTo>
                  <a:lnTo>
                    <a:pt x="17811" y="3072"/>
                  </a:lnTo>
                  <a:lnTo>
                    <a:pt x="17300" y="3097"/>
                  </a:lnTo>
                  <a:lnTo>
                    <a:pt x="16790" y="3117"/>
                  </a:lnTo>
                  <a:lnTo>
                    <a:pt x="16309" y="3148"/>
                  </a:lnTo>
                  <a:lnTo>
                    <a:pt x="15829" y="3184"/>
                  </a:lnTo>
                  <a:lnTo>
                    <a:pt x="15348" y="3219"/>
                  </a:lnTo>
                  <a:lnTo>
                    <a:pt x="14898" y="3260"/>
                  </a:lnTo>
                  <a:lnTo>
                    <a:pt x="14477" y="3306"/>
                  </a:lnTo>
                  <a:lnTo>
                    <a:pt x="14057" y="3357"/>
                  </a:lnTo>
                  <a:lnTo>
                    <a:pt x="13636" y="3413"/>
                  </a:lnTo>
                  <a:lnTo>
                    <a:pt x="13246" y="3469"/>
                  </a:lnTo>
                  <a:lnTo>
                    <a:pt x="12855" y="3531"/>
                  </a:lnTo>
                  <a:lnTo>
                    <a:pt x="12495" y="3597"/>
                  </a:lnTo>
                  <a:lnTo>
                    <a:pt x="12495" y="3597"/>
                  </a:lnTo>
                  <a:lnTo>
                    <a:pt x="12225" y="3648"/>
                  </a:lnTo>
                  <a:lnTo>
                    <a:pt x="11984" y="3709"/>
                  </a:lnTo>
                  <a:lnTo>
                    <a:pt x="11744" y="3775"/>
                  </a:lnTo>
                  <a:lnTo>
                    <a:pt x="11534" y="3847"/>
                  </a:lnTo>
                  <a:lnTo>
                    <a:pt x="11324" y="3928"/>
                  </a:lnTo>
                  <a:lnTo>
                    <a:pt x="11143" y="4010"/>
                  </a:lnTo>
                  <a:lnTo>
                    <a:pt x="10963" y="4102"/>
                  </a:lnTo>
                  <a:lnTo>
                    <a:pt x="10813" y="4194"/>
                  </a:lnTo>
                  <a:lnTo>
                    <a:pt x="10663" y="4291"/>
                  </a:lnTo>
                  <a:lnTo>
                    <a:pt x="10543" y="4387"/>
                  </a:lnTo>
                  <a:lnTo>
                    <a:pt x="10422" y="4490"/>
                  </a:lnTo>
                  <a:lnTo>
                    <a:pt x="10332" y="4597"/>
                  </a:lnTo>
                  <a:lnTo>
                    <a:pt x="10272" y="4699"/>
                  </a:lnTo>
                  <a:lnTo>
                    <a:pt x="10212" y="4811"/>
                  </a:lnTo>
                  <a:lnTo>
                    <a:pt x="10182" y="4918"/>
                  </a:lnTo>
                  <a:lnTo>
                    <a:pt x="10182" y="5025"/>
                  </a:lnTo>
                  <a:lnTo>
                    <a:pt x="10182" y="6882"/>
                  </a:lnTo>
                  <a:lnTo>
                    <a:pt x="10182" y="6882"/>
                  </a:lnTo>
                  <a:lnTo>
                    <a:pt x="10182" y="6979"/>
                  </a:lnTo>
                  <a:lnTo>
                    <a:pt x="10212" y="7076"/>
                  </a:lnTo>
                  <a:lnTo>
                    <a:pt x="10272" y="7178"/>
                  </a:lnTo>
                  <a:lnTo>
                    <a:pt x="10332" y="7274"/>
                  </a:lnTo>
                  <a:lnTo>
                    <a:pt x="10422" y="7371"/>
                  </a:lnTo>
                  <a:lnTo>
                    <a:pt x="10513" y="7468"/>
                  </a:lnTo>
                  <a:lnTo>
                    <a:pt x="10633" y="7560"/>
                  </a:lnTo>
                  <a:lnTo>
                    <a:pt x="10783" y="7652"/>
                  </a:lnTo>
                  <a:lnTo>
                    <a:pt x="10963" y="7739"/>
                  </a:lnTo>
                  <a:lnTo>
                    <a:pt x="11173" y="7825"/>
                  </a:lnTo>
                  <a:lnTo>
                    <a:pt x="11384" y="7907"/>
                  </a:lnTo>
                  <a:lnTo>
                    <a:pt x="11654" y="7983"/>
                  </a:lnTo>
                  <a:lnTo>
                    <a:pt x="11924" y="8060"/>
                  </a:lnTo>
                  <a:lnTo>
                    <a:pt x="12225" y="8126"/>
                  </a:lnTo>
                  <a:lnTo>
                    <a:pt x="12555" y="8193"/>
                  </a:lnTo>
                  <a:lnTo>
                    <a:pt x="12945" y="8249"/>
                  </a:lnTo>
                  <a:lnTo>
                    <a:pt x="12945" y="8249"/>
                  </a:lnTo>
                  <a:lnTo>
                    <a:pt x="13336" y="8305"/>
                  </a:lnTo>
                  <a:lnTo>
                    <a:pt x="13786" y="8361"/>
                  </a:lnTo>
                  <a:lnTo>
                    <a:pt x="14237" y="8417"/>
                  </a:lnTo>
                  <a:lnTo>
                    <a:pt x="14687" y="8463"/>
                  </a:lnTo>
                  <a:lnTo>
                    <a:pt x="15168" y="8514"/>
                  </a:lnTo>
                  <a:lnTo>
                    <a:pt x="15679" y="8555"/>
                  </a:lnTo>
                  <a:lnTo>
                    <a:pt x="16189" y="8596"/>
                  </a:lnTo>
                  <a:lnTo>
                    <a:pt x="16700" y="8636"/>
                  </a:lnTo>
                  <a:lnTo>
                    <a:pt x="17240" y="8667"/>
                  </a:lnTo>
                  <a:lnTo>
                    <a:pt x="17781" y="8698"/>
                  </a:lnTo>
                  <a:lnTo>
                    <a:pt x="18322" y="8728"/>
                  </a:lnTo>
                  <a:lnTo>
                    <a:pt x="18862" y="8749"/>
                  </a:lnTo>
                  <a:lnTo>
                    <a:pt x="19433" y="8769"/>
                  </a:lnTo>
                  <a:lnTo>
                    <a:pt x="19974" y="8784"/>
                  </a:lnTo>
                  <a:lnTo>
                    <a:pt x="20544" y="8794"/>
                  </a:lnTo>
                  <a:lnTo>
                    <a:pt x="21115" y="8800"/>
                  </a:lnTo>
                  <a:lnTo>
                    <a:pt x="21115" y="8830"/>
                  </a:lnTo>
                  <a:lnTo>
                    <a:pt x="21115" y="8830"/>
                  </a:lnTo>
                  <a:lnTo>
                    <a:pt x="20814" y="8830"/>
                  </a:lnTo>
                  <a:lnTo>
                    <a:pt x="20814" y="8830"/>
                  </a:lnTo>
                  <a:lnTo>
                    <a:pt x="20724" y="8830"/>
                  </a:lnTo>
                  <a:lnTo>
                    <a:pt x="20724" y="8830"/>
                  </a:lnTo>
                  <a:lnTo>
                    <a:pt x="12555" y="8830"/>
                  </a:lnTo>
                  <a:lnTo>
                    <a:pt x="12555" y="8830"/>
                  </a:lnTo>
                  <a:lnTo>
                    <a:pt x="12555" y="8743"/>
                  </a:lnTo>
                  <a:lnTo>
                    <a:pt x="12495" y="8657"/>
                  </a:lnTo>
                  <a:lnTo>
                    <a:pt x="12435" y="8570"/>
                  </a:lnTo>
                  <a:lnTo>
                    <a:pt x="12345" y="8483"/>
                  </a:lnTo>
                  <a:lnTo>
                    <a:pt x="12255" y="8397"/>
                  </a:lnTo>
                  <a:lnTo>
                    <a:pt x="12104" y="8310"/>
                  </a:lnTo>
                  <a:lnTo>
                    <a:pt x="11954" y="8223"/>
                  </a:lnTo>
                  <a:lnTo>
                    <a:pt x="11774" y="8136"/>
                  </a:lnTo>
                  <a:lnTo>
                    <a:pt x="11564" y="8050"/>
                  </a:lnTo>
                  <a:lnTo>
                    <a:pt x="11354" y="7963"/>
                  </a:lnTo>
                  <a:lnTo>
                    <a:pt x="11113" y="7876"/>
                  </a:lnTo>
                  <a:lnTo>
                    <a:pt x="10843" y="7795"/>
                  </a:lnTo>
                  <a:lnTo>
                    <a:pt x="10543" y="7713"/>
                  </a:lnTo>
                  <a:lnTo>
                    <a:pt x="10242" y="7637"/>
                  </a:lnTo>
                  <a:lnTo>
                    <a:pt x="9912" y="7560"/>
                  </a:lnTo>
                  <a:lnTo>
                    <a:pt x="9582" y="7484"/>
                  </a:lnTo>
                  <a:lnTo>
                    <a:pt x="9191" y="7412"/>
                  </a:lnTo>
                  <a:lnTo>
                    <a:pt x="8801" y="7341"/>
                  </a:lnTo>
                  <a:lnTo>
                    <a:pt x="8410" y="7274"/>
                  </a:lnTo>
                  <a:lnTo>
                    <a:pt x="7960" y="7213"/>
                  </a:lnTo>
                  <a:lnTo>
                    <a:pt x="7509" y="7152"/>
                  </a:lnTo>
                  <a:lnTo>
                    <a:pt x="7059" y="7096"/>
                  </a:lnTo>
                  <a:lnTo>
                    <a:pt x="6578" y="7045"/>
                  </a:lnTo>
                  <a:lnTo>
                    <a:pt x="6067" y="6999"/>
                  </a:lnTo>
                  <a:lnTo>
                    <a:pt x="5527" y="6958"/>
                  </a:lnTo>
                  <a:lnTo>
                    <a:pt x="4986" y="6917"/>
                  </a:lnTo>
                  <a:lnTo>
                    <a:pt x="4416" y="6887"/>
                  </a:lnTo>
                  <a:lnTo>
                    <a:pt x="3845" y="6861"/>
                  </a:lnTo>
                  <a:lnTo>
                    <a:pt x="3244" y="6841"/>
                  </a:lnTo>
                  <a:lnTo>
                    <a:pt x="2613" y="6826"/>
                  </a:lnTo>
                  <a:lnTo>
                    <a:pt x="1983" y="6815"/>
                  </a:lnTo>
                  <a:lnTo>
                    <a:pt x="1322" y="6810"/>
                  </a:lnTo>
                  <a:lnTo>
                    <a:pt x="1322" y="6810"/>
                  </a:lnTo>
                  <a:lnTo>
                    <a:pt x="661" y="6815"/>
                  </a:lnTo>
                  <a:lnTo>
                    <a:pt x="0" y="6826"/>
                  </a:lnTo>
                  <a:lnTo>
                    <a:pt x="0" y="6780"/>
                  </a:lnTo>
                  <a:lnTo>
                    <a:pt x="0" y="6780"/>
                  </a:lnTo>
                  <a:lnTo>
                    <a:pt x="241" y="6780"/>
                  </a:lnTo>
                  <a:lnTo>
                    <a:pt x="241" y="6780"/>
                  </a:lnTo>
                  <a:lnTo>
                    <a:pt x="811" y="6775"/>
                  </a:lnTo>
                  <a:lnTo>
                    <a:pt x="1352" y="6769"/>
                  </a:lnTo>
                  <a:lnTo>
                    <a:pt x="1893" y="6759"/>
                  </a:lnTo>
                  <a:lnTo>
                    <a:pt x="2433" y="6744"/>
                  </a:lnTo>
                  <a:lnTo>
                    <a:pt x="2974" y="6724"/>
                  </a:lnTo>
                  <a:lnTo>
                    <a:pt x="3484" y="6698"/>
                  </a:lnTo>
                  <a:lnTo>
                    <a:pt x="3965" y="6673"/>
                  </a:lnTo>
                  <a:lnTo>
                    <a:pt x="4446" y="6642"/>
                  </a:lnTo>
                  <a:lnTo>
                    <a:pt x="4926" y="6606"/>
                  </a:lnTo>
                  <a:lnTo>
                    <a:pt x="5407" y="6565"/>
                  </a:lnTo>
                  <a:lnTo>
                    <a:pt x="5857" y="6520"/>
                  </a:lnTo>
                  <a:lnTo>
                    <a:pt x="6278" y="6474"/>
                  </a:lnTo>
                  <a:lnTo>
                    <a:pt x="6698" y="6423"/>
                  </a:lnTo>
                  <a:lnTo>
                    <a:pt x="7119" y="6367"/>
                  </a:lnTo>
                  <a:lnTo>
                    <a:pt x="7509" y="6305"/>
                  </a:lnTo>
                  <a:lnTo>
                    <a:pt x="7900" y="6244"/>
                  </a:lnTo>
                  <a:lnTo>
                    <a:pt x="7900" y="6244"/>
                  </a:lnTo>
                  <a:lnTo>
                    <a:pt x="8170" y="6193"/>
                  </a:lnTo>
                  <a:lnTo>
                    <a:pt x="8410" y="6137"/>
                  </a:lnTo>
                  <a:lnTo>
                    <a:pt x="8650" y="6071"/>
                  </a:lnTo>
                  <a:lnTo>
                    <a:pt x="8861" y="6004"/>
                  </a:lnTo>
                  <a:lnTo>
                    <a:pt x="9071" y="5928"/>
                  </a:lnTo>
                  <a:lnTo>
                    <a:pt x="9251" y="5846"/>
                  </a:lnTo>
                  <a:lnTo>
                    <a:pt x="9431" y="5765"/>
                  </a:lnTo>
                  <a:lnTo>
                    <a:pt x="9582" y="5678"/>
                  </a:lnTo>
                  <a:lnTo>
                    <a:pt x="9732" y="5586"/>
                  </a:lnTo>
                  <a:lnTo>
                    <a:pt x="9852" y="5489"/>
                  </a:lnTo>
                  <a:lnTo>
                    <a:pt x="9942" y="5392"/>
                  </a:lnTo>
                  <a:lnTo>
                    <a:pt x="10032" y="5290"/>
                  </a:lnTo>
                  <a:lnTo>
                    <a:pt x="10092" y="5188"/>
                  </a:lnTo>
                  <a:lnTo>
                    <a:pt x="10152" y="5086"/>
                  </a:lnTo>
                  <a:lnTo>
                    <a:pt x="10182" y="4984"/>
                  </a:lnTo>
                  <a:lnTo>
                    <a:pt x="10182" y="4882"/>
                  </a:lnTo>
                  <a:lnTo>
                    <a:pt x="10182" y="230"/>
                  </a:lnTo>
                  <a:lnTo>
                    <a:pt x="10182" y="230"/>
                  </a:lnTo>
                  <a:lnTo>
                    <a:pt x="10182" y="174"/>
                  </a:lnTo>
                  <a:lnTo>
                    <a:pt x="10182" y="174"/>
                  </a:lnTo>
                  <a:lnTo>
                    <a:pt x="10513" y="179"/>
                  </a:lnTo>
                  <a:lnTo>
                    <a:pt x="10513" y="179"/>
                  </a:lnTo>
                  <a:lnTo>
                    <a:pt x="11113" y="174"/>
                  </a:lnTo>
                  <a:lnTo>
                    <a:pt x="11714" y="169"/>
                  </a:lnTo>
                  <a:lnTo>
                    <a:pt x="12375" y="154"/>
                  </a:lnTo>
                  <a:lnTo>
                    <a:pt x="13036" y="139"/>
                  </a:lnTo>
                  <a:lnTo>
                    <a:pt x="13696" y="113"/>
                  </a:lnTo>
                  <a:lnTo>
                    <a:pt x="14357" y="83"/>
                  </a:lnTo>
                  <a:lnTo>
                    <a:pt x="15048" y="47"/>
                  </a:lnTo>
                  <a:lnTo>
                    <a:pt x="1570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3"/>
            <p:cNvSpPr/>
            <p:nvPr/>
          </p:nvSpPr>
          <p:spPr>
            <a:xfrm flipH="1">
              <a:off x="4887628" y="1279394"/>
              <a:ext cx="452583" cy="1392621"/>
            </a:xfrm>
            <a:custGeom>
              <a:avLst/>
              <a:gdLst/>
              <a:ahLst/>
              <a:cxnLst/>
              <a:rect l="l" t="t" r="r" b="b"/>
              <a:pathLst>
                <a:path w="16069" h="8386" extrusionOk="0">
                  <a:moveTo>
                    <a:pt x="9792" y="0"/>
                  </a:moveTo>
                  <a:lnTo>
                    <a:pt x="8891" y="5"/>
                  </a:lnTo>
                  <a:lnTo>
                    <a:pt x="7960" y="26"/>
                  </a:lnTo>
                  <a:lnTo>
                    <a:pt x="7539" y="36"/>
                  </a:lnTo>
                  <a:lnTo>
                    <a:pt x="7089" y="56"/>
                  </a:lnTo>
                  <a:lnTo>
                    <a:pt x="6638" y="72"/>
                  </a:lnTo>
                  <a:lnTo>
                    <a:pt x="6218" y="97"/>
                  </a:lnTo>
                  <a:lnTo>
                    <a:pt x="5767" y="123"/>
                  </a:lnTo>
                  <a:lnTo>
                    <a:pt x="5347" y="153"/>
                  </a:lnTo>
                  <a:lnTo>
                    <a:pt x="4956" y="184"/>
                  </a:lnTo>
                  <a:lnTo>
                    <a:pt x="4536" y="220"/>
                  </a:lnTo>
                  <a:lnTo>
                    <a:pt x="4145" y="260"/>
                  </a:lnTo>
                  <a:lnTo>
                    <a:pt x="3755" y="306"/>
                  </a:lnTo>
                  <a:lnTo>
                    <a:pt x="3364" y="352"/>
                  </a:lnTo>
                  <a:lnTo>
                    <a:pt x="3004" y="403"/>
                  </a:lnTo>
                  <a:lnTo>
                    <a:pt x="2643" y="459"/>
                  </a:lnTo>
                  <a:lnTo>
                    <a:pt x="2313" y="526"/>
                  </a:lnTo>
                  <a:lnTo>
                    <a:pt x="1983" y="602"/>
                  </a:lnTo>
                  <a:lnTo>
                    <a:pt x="1712" y="684"/>
                  </a:lnTo>
                  <a:lnTo>
                    <a:pt x="1442" y="770"/>
                  </a:lnTo>
                  <a:lnTo>
                    <a:pt x="1172" y="867"/>
                  </a:lnTo>
                  <a:lnTo>
                    <a:pt x="962" y="964"/>
                  </a:lnTo>
                  <a:lnTo>
                    <a:pt x="751" y="1071"/>
                  </a:lnTo>
                  <a:lnTo>
                    <a:pt x="571" y="1178"/>
                  </a:lnTo>
                  <a:lnTo>
                    <a:pt x="421" y="1291"/>
                  </a:lnTo>
                  <a:lnTo>
                    <a:pt x="301" y="1408"/>
                  </a:lnTo>
                  <a:lnTo>
                    <a:pt x="181" y="1525"/>
                  </a:lnTo>
                  <a:lnTo>
                    <a:pt x="91" y="1643"/>
                  </a:lnTo>
                  <a:lnTo>
                    <a:pt x="30" y="1765"/>
                  </a:lnTo>
                  <a:lnTo>
                    <a:pt x="0" y="1882"/>
                  </a:lnTo>
                  <a:lnTo>
                    <a:pt x="0" y="2005"/>
                  </a:lnTo>
                  <a:lnTo>
                    <a:pt x="0" y="6539"/>
                  </a:lnTo>
                  <a:lnTo>
                    <a:pt x="0" y="6651"/>
                  </a:lnTo>
                  <a:lnTo>
                    <a:pt x="30" y="6764"/>
                  </a:lnTo>
                  <a:lnTo>
                    <a:pt x="91" y="6876"/>
                  </a:lnTo>
                  <a:lnTo>
                    <a:pt x="151" y="6988"/>
                  </a:lnTo>
                  <a:lnTo>
                    <a:pt x="271" y="7095"/>
                  </a:lnTo>
                  <a:lnTo>
                    <a:pt x="391" y="7202"/>
                  </a:lnTo>
                  <a:lnTo>
                    <a:pt x="571" y="7309"/>
                  </a:lnTo>
                  <a:lnTo>
                    <a:pt x="781" y="7406"/>
                  </a:lnTo>
                  <a:lnTo>
                    <a:pt x="1022" y="7508"/>
                  </a:lnTo>
                  <a:lnTo>
                    <a:pt x="1322" y="7600"/>
                  </a:lnTo>
                  <a:lnTo>
                    <a:pt x="1652" y="7687"/>
                  </a:lnTo>
                  <a:lnTo>
                    <a:pt x="2013" y="7774"/>
                  </a:lnTo>
                  <a:lnTo>
                    <a:pt x="2433" y="7850"/>
                  </a:lnTo>
                  <a:lnTo>
                    <a:pt x="2914" y="7922"/>
                  </a:lnTo>
                  <a:lnTo>
                    <a:pt x="3454" y="7988"/>
                  </a:lnTo>
                  <a:lnTo>
                    <a:pt x="4025" y="8044"/>
                  </a:lnTo>
                  <a:lnTo>
                    <a:pt x="4986" y="8120"/>
                  </a:lnTo>
                  <a:lnTo>
                    <a:pt x="5947" y="8192"/>
                  </a:lnTo>
                  <a:lnTo>
                    <a:pt x="6878" y="8248"/>
                  </a:lnTo>
                  <a:lnTo>
                    <a:pt x="7809" y="8294"/>
                  </a:lnTo>
                  <a:lnTo>
                    <a:pt x="8710" y="8335"/>
                  </a:lnTo>
                  <a:lnTo>
                    <a:pt x="9581" y="8360"/>
                  </a:lnTo>
                  <a:lnTo>
                    <a:pt x="10452" y="8375"/>
                  </a:lnTo>
                  <a:lnTo>
                    <a:pt x="11293" y="8386"/>
                  </a:lnTo>
                  <a:lnTo>
                    <a:pt x="11293" y="3351"/>
                  </a:lnTo>
                  <a:lnTo>
                    <a:pt x="11323" y="3244"/>
                  </a:lnTo>
                  <a:lnTo>
                    <a:pt x="11354" y="3137"/>
                  </a:lnTo>
                  <a:lnTo>
                    <a:pt x="11384" y="3030"/>
                  </a:lnTo>
                  <a:lnTo>
                    <a:pt x="11474" y="2923"/>
                  </a:lnTo>
                  <a:lnTo>
                    <a:pt x="11564" y="2821"/>
                  </a:lnTo>
                  <a:lnTo>
                    <a:pt x="11654" y="2719"/>
                  </a:lnTo>
                  <a:lnTo>
                    <a:pt x="11774" y="2617"/>
                  </a:lnTo>
                  <a:lnTo>
                    <a:pt x="11924" y="2520"/>
                  </a:lnTo>
                  <a:lnTo>
                    <a:pt x="12074" y="2428"/>
                  </a:lnTo>
                  <a:lnTo>
                    <a:pt x="12255" y="2341"/>
                  </a:lnTo>
                  <a:lnTo>
                    <a:pt x="12435" y="2255"/>
                  </a:lnTo>
                  <a:lnTo>
                    <a:pt x="12645" y="2178"/>
                  </a:lnTo>
                  <a:lnTo>
                    <a:pt x="12855" y="2107"/>
                  </a:lnTo>
                  <a:lnTo>
                    <a:pt x="13096" y="2040"/>
                  </a:lnTo>
                  <a:lnTo>
                    <a:pt x="13336" y="1979"/>
                  </a:lnTo>
                  <a:lnTo>
                    <a:pt x="13606" y="1928"/>
                  </a:lnTo>
                  <a:lnTo>
                    <a:pt x="14177" y="1826"/>
                  </a:lnTo>
                  <a:lnTo>
                    <a:pt x="14777" y="1740"/>
                  </a:lnTo>
                  <a:lnTo>
                    <a:pt x="15408" y="1658"/>
                  </a:lnTo>
                  <a:lnTo>
                    <a:pt x="16069" y="1587"/>
                  </a:lnTo>
                  <a:lnTo>
                    <a:pt x="15588" y="1546"/>
                  </a:lnTo>
                  <a:lnTo>
                    <a:pt x="15138" y="1500"/>
                  </a:lnTo>
                  <a:lnTo>
                    <a:pt x="14687" y="1449"/>
                  </a:lnTo>
                  <a:lnTo>
                    <a:pt x="14267" y="1388"/>
                  </a:lnTo>
                  <a:lnTo>
                    <a:pt x="13846" y="1326"/>
                  </a:lnTo>
                  <a:lnTo>
                    <a:pt x="13486" y="1255"/>
                  </a:lnTo>
                  <a:lnTo>
                    <a:pt x="13096" y="1173"/>
                  </a:lnTo>
                  <a:lnTo>
                    <a:pt x="12765" y="1087"/>
                  </a:lnTo>
                  <a:lnTo>
                    <a:pt x="12465" y="990"/>
                  </a:lnTo>
                  <a:lnTo>
                    <a:pt x="12164" y="883"/>
                  </a:lnTo>
                  <a:lnTo>
                    <a:pt x="11924" y="770"/>
                  </a:lnTo>
                  <a:lnTo>
                    <a:pt x="11714" y="643"/>
                  </a:lnTo>
                  <a:lnTo>
                    <a:pt x="11534" y="510"/>
                  </a:lnTo>
                  <a:lnTo>
                    <a:pt x="11384" y="367"/>
                  </a:lnTo>
                  <a:lnTo>
                    <a:pt x="11293" y="209"/>
                  </a:lnTo>
                  <a:lnTo>
                    <a:pt x="11233" y="46"/>
                  </a:lnTo>
                  <a:lnTo>
                    <a:pt x="11233" y="16"/>
                  </a:lnTo>
                  <a:lnTo>
                    <a:pt x="10513" y="5"/>
                  </a:lnTo>
                  <a:lnTo>
                    <a:pt x="9792" y="0"/>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3"/>
            <p:cNvSpPr/>
            <p:nvPr/>
          </p:nvSpPr>
          <p:spPr>
            <a:xfrm flipH="1">
              <a:off x="4887628" y="1279394"/>
              <a:ext cx="452583" cy="1392621"/>
            </a:xfrm>
            <a:custGeom>
              <a:avLst/>
              <a:gdLst/>
              <a:ahLst/>
              <a:cxnLst/>
              <a:rect l="l" t="t" r="r" b="b"/>
              <a:pathLst>
                <a:path w="16069" h="8386" fill="none" extrusionOk="0">
                  <a:moveTo>
                    <a:pt x="9792" y="0"/>
                  </a:moveTo>
                  <a:lnTo>
                    <a:pt x="9792" y="0"/>
                  </a:lnTo>
                  <a:lnTo>
                    <a:pt x="10513" y="5"/>
                  </a:lnTo>
                  <a:lnTo>
                    <a:pt x="11233" y="16"/>
                  </a:lnTo>
                  <a:lnTo>
                    <a:pt x="11233" y="16"/>
                  </a:lnTo>
                  <a:lnTo>
                    <a:pt x="11233" y="46"/>
                  </a:lnTo>
                  <a:lnTo>
                    <a:pt x="11233" y="46"/>
                  </a:lnTo>
                  <a:lnTo>
                    <a:pt x="11293" y="209"/>
                  </a:lnTo>
                  <a:lnTo>
                    <a:pt x="11384" y="367"/>
                  </a:lnTo>
                  <a:lnTo>
                    <a:pt x="11534" y="510"/>
                  </a:lnTo>
                  <a:lnTo>
                    <a:pt x="11714" y="643"/>
                  </a:lnTo>
                  <a:lnTo>
                    <a:pt x="11924" y="770"/>
                  </a:lnTo>
                  <a:lnTo>
                    <a:pt x="12164" y="883"/>
                  </a:lnTo>
                  <a:lnTo>
                    <a:pt x="12465" y="990"/>
                  </a:lnTo>
                  <a:lnTo>
                    <a:pt x="12765" y="1087"/>
                  </a:lnTo>
                  <a:lnTo>
                    <a:pt x="13096" y="1173"/>
                  </a:lnTo>
                  <a:lnTo>
                    <a:pt x="13486" y="1255"/>
                  </a:lnTo>
                  <a:lnTo>
                    <a:pt x="13846" y="1326"/>
                  </a:lnTo>
                  <a:lnTo>
                    <a:pt x="14267" y="1388"/>
                  </a:lnTo>
                  <a:lnTo>
                    <a:pt x="14687" y="1449"/>
                  </a:lnTo>
                  <a:lnTo>
                    <a:pt x="15138" y="1500"/>
                  </a:lnTo>
                  <a:lnTo>
                    <a:pt x="15588" y="1546"/>
                  </a:lnTo>
                  <a:lnTo>
                    <a:pt x="16069" y="1587"/>
                  </a:lnTo>
                  <a:lnTo>
                    <a:pt x="16069" y="1587"/>
                  </a:lnTo>
                  <a:lnTo>
                    <a:pt x="15408" y="1658"/>
                  </a:lnTo>
                  <a:lnTo>
                    <a:pt x="14777" y="1740"/>
                  </a:lnTo>
                  <a:lnTo>
                    <a:pt x="14177" y="1826"/>
                  </a:lnTo>
                  <a:lnTo>
                    <a:pt x="13606" y="1928"/>
                  </a:lnTo>
                  <a:lnTo>
                    <a:pt x="13606" y="1928"/>
                  </a:lnTo>
                  <a:lnTo>
                    <a:pt x="13336" y="1979"/>
                  </a:lnTo>
                  <a:lnTo>
                    <a:pt x="13096" y="2040"/>
                  </a:lnTo>
                  <a:lnTo>
                    <a:pt x="12855" y="2107"/>
                  </a:lnTo>
                  <a:lnTo>
                    <a:pt x="12645" y="2178"/>
                  </a:lnTo>
                  <a:lnTo>
                    <a:pt x="12435" y="2255"/>
                  </a:lnTo>
                  <a:lnTo>
                    <a:pt x="12255" y="2341"/>
                  </a:lnTo>
                  <a:lnTo>
                    <a:pt x="12074" y="2428"/>
                  </a:lnTo>
                  <a:lnTo>
                    <a:pt x="11924" y="2520"/>
                  </a:lnTo>
                  <a:lnTo>
                    <a:pt x="11774" y="2617"/>
                  </a:lnTo>
                  <a:lnTo>
                    <a:pt x="11654" y="2719"/>
                  </a:lnTo>
                  <a:lnTo>
                    <a:pt x="11564" y="2821"/>
                  </a:lnTo>
                  <a:lnTo>
                    <a:pt x="11474" y="2923"/>
                  </a:lnTo>
                  <a:lnTo>
                    <a:pt x="11384" y="3030"/>
                  </a:lnTo>
                  <a:lnTo>
                    <a:pt x="11354" y="3137"/>
                  </a:lnTo>
                  <a:lnTo>
                    <a:pt x="11323" y="3244"/>
                  </a:lnTo>
                  <a:lnTo>
                    <a:pt x="11293" y="3351"/>
                  </a:lnTo>
                  <a:lnTo>
                    <a:pt x="11293" y="8386"/>
                  </a:lnTo>
                  <a:lnTo>
                    <a:pt x="11293" y="8386"/>
                  </a:lnTo>
                  <a:lnTo>
                    <a:pt x="10452" y="8375"/>
                  </a:lnTo>
                  <a:lnTo>
                    <a:pt x="9581" y="8360"/>
                  </a:lnTo>
                  <a:lnTo>
                    <a:pt x="8710" y="8335"/>
                  </a:lnTo>
                  <a:lnTo>
                    <a:pt x="7809" y="8294"/>
                  </a:lnTo>
                  <a:lnTo>
                    <a:pt x="6878" y="8248"/>
                  </a:lnTo>
                  <a:lnTo>
                    <a:pt x="5947" y="8192"/>
                  </a:lnTo>
                  <a:lnTo>
                    <a:pt x="4986" y="8120"/>
                  </a:lnTo>
                  <a:lnTo>
                    <a:pt x="4025" y="8044"/>
                  </a:lnTo>
                  <a:lnTo>
                    <a:pt x="4025" y="8044"/>
                  </a:lnTo>
                  <a:lnTo>
                    <a:pt x="3454" y="7988"/>
                  </a:lnTo>
                  <a:lnTo>
                    <a:pt x="2914" y="7922"/>
                  </a:lnTo>
                  <a:lnTo>
                    <a:pt x="2433" y="7850"/>
                  </a:lnTo>
                  <a:lnTo>
                    <a:pt x="2013" y="7774"/>
                  </a:lnTo>
                  <a:lnTo>
                    <a:pt x="1652" y="7687"/>
                  </a:lnTo>
                  <a:lnTo>
                    <a:pt x="1322" y="7600"/>
                  </a:lnTo>
                  <a:lnTo>
                    <a:pt x="1022" y="7508"/>
                  </a:lnTo>
                  <a:lnTo>
                    <a:pt x="781" y="7406"/>
                  </a:lnTo>
                  <a:lnTo>
                    <a:pt x="571" y="7309"/>
                  </a:lnTo>
                  <a:lnTo>
                    <a:pt x="391" y="7202"/>
                  </a:lnTo>
                  <a:lnTo>
                    <a:pt x="271" y="7095"/>
                  </a:lnTo>
                  <a:lnTo>
                    <a:pt x="151" y="6988"/>
                  </a:lnTo>
                  <a:lnTo>
                    <a:pt x="91" y="6876"/>
                  </a:lnTo>
                  <a:lnTo>
                    <a:pt x="30" y="6764"/>
                  </a:lnTo>
                  <a:lnTo>
                    <a:pt x="0" y="6651"/>
                  </a:lnTo>
                  <a:lnTo>
                    <a:pt x="0" y="6539"/>
                  </a:lnTo>
                  <a:lnTo>
                    <a:pt x="0" y="2005"/>
                  </a:lnTo>
                  <a:lnTo>
                    <a:pt x="0" y="2005"/>
                  </a:lnTo>
                  <a:lnTo>
                    <a:pt x="0" y="1882"/>
                  </a:lnTo>
                  <a:lnTo>
                    <a:pt x="30" y="1765"/>
                  </a:lnTo>
                  <a:lnTo>
                    <a:pt x="91" y="1643"/>
                  </a:lnTo>
                  <a:lnTo>
                    <a:pt x="181" y="1525"/>
                  </a:lnTo>
                  <a:lnTo>
                    <a:pt x="301" y="1408"/>
                  </a:lnTo>
                  <a:lnTo>
                    <a:pt x="421" y="1291"/>
                  </a:lnTo>
                  <a:lnTo>
                    <a:pt x="571" y="1178"/>
                  </a:lnTo>
                  <a:lnTo>
                    <a:pt x="751" y="1071"/>
                  </a:lnTo>
                  <a:lnTo>
                    <a:pt x="962" y="964"/>
                  </a:lnTo>
                  <a:lnTo>
                    <a:pt x="1172" y="867"/>
                  </a:lnTo>
                  <a:lnTo>
                    <a:pt x="1442" y="770"/>
                  </a:lnTo>
                  <a:lnTo>
                    <a:pt x="1712" y="684"/>
                  </a:lnTo>
                  <a:lnTo>
                    <a:pt x="1983" y="602"/>
                  </a:lnTo>
                  <a:lnTo>
                    <a:pt x="2313" y="526"/>
                  </a:lnTo>
                  <a:lnTo>
                    <a:pt x="2643" y="459"/>
                  </a:lnTo>
                  <a:lnTo>
                    <a:pt x="3004" y="403"/>
                  </a:lnTo>
                  <a:lnTo>
                    <a:pt x="3004" y="403"/>
                  </a:lnTo>
                  <a:lnTo>
                    <a:pt x="3364" y="352"/>
                  </a:lnTo>
                  <a:lnTo>
                    <a:pt x="3755" y="306"/>
                  </a:lnTo>
                  <a:lnTo>
                    <a:pt x="4145" y="260"/>
                  </a:lnTo>
                  <a:lnTo>
                    <a:pt x="4536" y="220"/>
                  </a:lnTo>
                  <a:lnTo>
                    <a:pt x="4956" y="184"/>
                  </a:lnTo>
                  <a:lnTo>
                    <a:pt x="5347" y="153"/>
                  </a:lnTo>
                  <a:lnTo>
                    <a:pt x="5767" y="123"/>
                  </a:lnTo>
                  <a:lnTo>
                    <a:pt x="6218" y="97"/>
                  </a:lnTo>
                  <a:lnTo>
                    <a:pt x="6638" y="72"/>
                  </a:lnTo>
                  <a:lnTo>
                    <a:pt x="7089" y="56"/>
                  </a:lnTo>
                  <a:lnTo>
                    <a:pt x="7539" y="36"/>
                  </a:lnTo>
                  <a:lnTo>
                    <a:pt x="7960" y="26"/>
                  </a:lnTo>
                  <a:lnTo>
                    <a:pt x="8891" y="5"/>
                  </a:lnTo>
                  <a:lnTo>
                    <a:pt x="979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3"/>
            <p:cNvSpPr/>
            <p:nvPr/>
          </p:nvSpPr>
          <p:spPr>
            <a:xfrm flipH="1">
              <a:off x="4735342" y="1542775"/>
              <a:ext cx="286804" cy="1129242"/>
            </a:xfrm>
            <a:custGeom>
              <a:avLst/>
              <a:gdLst/>
              <a:ahLst/>
              <a:cxnLst/>
              <a:rect l="l" t="t" r="r" b="b"/>
              <a:pathLst>
                <a:path w="10183" h="6800" extrusionOk="0">
                  <a:moveTo>
                    <a:pt x="4776" y="1"/>
                  </a:moveTo>
                  <a:lnTo>
                    <a:pt x="4115" y="72"/>
                  </a:lnTo>
                  <a:lnTo>
                    <a:pt x="3484" y="154"/>
                  </a:lnTo>
                  <a:lnTo>
                    <a:pt x="2884" y="240"/>
                  </a:lnTo>
                  <a:lnTo>
                    <a:pt x="2313" y="342"/>
                  </a:lnTo>
                  <a:lnTo>
                    <a:pt x="2043" y="393"/>
                  </a:lnTo>
                  <a:lnTo>
                    <a:pt x="1803" y="454"/>
                  </a:lnTo>
                  <a:lnTo>
                    <a:pt x="1562" y="521"/>
                  </a:lnTo>
                  <a:lnTo>
                    <a:pt x="1352" y="592"/>
                  </a:lnTo>
                  <a:lnTo>
                    <a:pt x="1142" y="669"/>
                  </a:lnTo>
                  <a:lnTo>
                    <a:pt x="962" y="755"/>
                  </a:lnTo>
                  <a:lnTo>
                    <a:pt x="781" y="842"/>
                  </a:lnTo>
                  <a:lnTo>
                    <a:pt x="631" y="934"/>
                  </a:lnTo>
                  <a:lnTo>
                    <a:pt x="481" y="1031"/>
                  </a:lnTo>
                  <a:lnTo>
                    <a:pt x="361" y="1133"/>
                  </a:lnTo>
                  <a:lnTo>
                    <a:pt x="271" y="1235"/>
                  </a:lnTo>
                  <a:lnTo>
                    <a:pt x="181" y="1337"/>
                  </a:lnTo>
                  <a:lnTo>
                    <a:pt x="91" y="1444"/>
                  </a:lnTo>
                  <a:lnTo>
                    <a:pt x="61" y="1551"/>
                  </a:lnTo>
                  <a:lnTo>
                    <a:pt x="30" y="1658"/>
                  </a:lnTo>
                  <a:lnTo>
                    <a:pt x="0" y="1765"/>
                  </a:lnTo>
                  <a:lnTo>
                    <a:pt x="0" y="6800"/>
                  </a:lnTo>
                  <a:lnTo>
                    <a:pt x="241" y="6800"/>
                  </a:lnTo>
                  <a:lnTo>
                    <a:pt x="811" y="6795"/>
                  </a:lnTo>
                  <a:lnTo>
                    <a:pt x="1352" y="6789"/>
                  </a:lnTo>
                  <a:lnTo>
                    <a:pt x="1893" y="6779"/>
                  </a:lnTo>
                  <a:lnTo>
                    <a:pt x="2433" y="6764"/>
                  </a:lnTo>
                  <a:lnTo>
                    <a:pt x="2974" y="6744"/>
                  </a:lnTo>
                  <a:lnTo>
                    <a:pt x="3484" y="6718"/>
                  </a:lnTo>
                  <a:lnTo>
                    <a:pt x="3965" y="6693"/>
                  </a:lnTo>
                  <a:lnTo>
                    <a:pt x="4446" y="6662"/>
                  </a:lnTo>
                  <a:lnTo>
                    <a:pt x="4926" y="6626"/>
                  </a:lnTo>
                  <a:lnTo>
                    <a:pt x="5407" y="6585"/>
                  </a:lnTo>
                  <a:lnTo>
                    <a:pt x="5857" y="6540"/>
                  </a:lnTo>
                  <a:lnTo>
                    <a:pt x="6278" y="6494"/>
                  </a:lnTo>
                  <a:lnTo>
                    <a:pt x="6698" y="6443"/>
                  </a:lnTo>
                  <a:lnTo>
                    <a:pt x="7119" y="6387"/>
                  </a:lnTo>
                  <a:lnTo>
                    <a:pt x="7509" y="6325"/>
                  </a:lnTo>
                  <a:lnTo>
                    <a:pt x="7900" y="6264"/>
                  </a:lnTo>
                  <a:lnTo>
                    <a:pt x="8170" y="6213"/>
                  </a:lnTo>
                  <a:lnTo>
                    <a:pt x="8410" y="6157"/>
                  </a:lnTo>
                  <a:lnTo>
                    <a:pt x="8650" y="6091"/>
                  </a:lnTo>
                  <a:lnTo>
                    <a:pt x="8861" y="6024"/>
                  </a:lnTo>
                  <a:lnTo>
                    <a:pt x="9071" y="5948"/>
                  </a:lnTo>
                  <a:lnTo>
                    <a:pt x="9251" y="5866"/>
                  </a:lnTo>
                  <a:lnTo>
                    <a:pt x="9431" y="5785"/>
                  </a:lnTo>
                  <a:lnTo>
                    <a:pt x="9582" y="5698"/>
                  </a:lnTo>
                  <a:lnTo>
                    <a:pt x="9732" y="5606"/>
                  </a:lnTo>
                  <a:lnTo>
                    <a:pt x="9852" y="5509"/>
                  </a:lnTo>
                  <a:lnTo>
                    <a:pt x="9942" y="5412"/>
                  </a:lnTo>
                  <a:lnTo>
                    <a:pt x="10032" y="5310"/>
                  </a:lnTo>
                  <a:lnTo>
                    <a:pt x="10092" y="5208"/>
                  </a:lnTo>
                  <a:lnTo>
                    <a:pt x="10152" y="5106"/>
                  </a:lnTo>
                  <a:lnTo>
                    <a:pt x="10182" y="5004"/>
                  </a:lnTo>
                  <a:lnTo>
                    <a:pt x="10182" y="4902"/>
                  </a:lnTo>
                  <a:lnTo>
                    <a:pt x="10182" y="250"/>
                  </a:lnTo>
                  <a:lnTo>
                    <a:pt x="10182" y="194"/>
                  </a:lnTo>
                  <a:lnTo>
                    <a:pt x="9672" y="194"/>
                  </a:lnTo>
                  <a:lnTo>
                    <a:pt x="9191" y="184"/>
                  </a:lnTo>
                  <a:lnTo>
                    <a:pt x="8110" y="164"/>
                  </a:lnTo>
                  <a:lnTo>
                    <a:pt x="7539" y="148"/>
                  </a:lnTo>
                  <a:lnTo>
                    <a:pt x="6999" y="128"/>
                  </a:lnTo>
                  <a:lnTo>
                    <a:pt x="6428" y="103"/>
                  </a:lnTo>
                  <a:lnTo>
                    <a:pt x="5857" y="72"/>
                  </a:lnTo>
                  <a:lnTo>
                    <a:pt x="5317" y="41"/>
                  </a:lnTo>
                  <a:lnTo>
                    <a:pt x="4776" y="1"/>
                  </a:lnTo>
                  <a:close/>
                </a:path>
              </a:pathLst>
            </a:custGeom>
            <a:solidFill>
              <a:srgbClr val="006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3"/>
            <p:cNvSpPr/>
            <p:nvPr/>
          </p:nvSpPr>
          <p:spPr>
            <a:xfrm flipH="1">
              <a:off x="4735342" y="1542775"/>
              <a:ext cx="286804" cy="1129242"/>
            </a:xfrm>
            <a:custGeom>
              <a:avLst/>
              <a:gdLst/>
              <a:ahLst/>
              <a:cxnLst/>
              <a:rect l="l" t="t" r="r" b="b"/>
              <a:pathLst>
                <a:path w="10183" h="6800" fill="none" extrusionOk="0">
                  <a:moveTo>
                    <a:pt x="4776" y="1"/>
                  </a:moveTo>
                  <a:lnTo>
                    <a:pt x="4776" y="1"/>
                  </a:lnTo>
                  <a:lnTo>
                    <a:pt x="5317" y="41"/>
                  </a:lnTo>
                  <a:lnTo>
                    <a:pt x="5857" y="72"/>
                  </a:lnTo>
                  <a:lnTo>
                    <a:pt x="6428" y="103"/>
                  </a:lnTo>
                  <a:lnTo>
                    <a:pt x="6999" y="128"/>
                  </a:lnTo>
                  <a:lnTo>
                    <a:pt x="7539" y="148"/>
                  </a:lnTo>
                  <a:lnTo>
                    <a:pt x="8110" y="164"/>
                  </a:lnTo>
                  <a:lnTo>
                    <a:pt x="9191" y="184"/>
                  </a:lnTo>
                  <a:lnTo>
                    <a:pt x="9191" y="184"/>
                  </a:lnTo>
                  <a:lnTo>
                    <a:pt x="9672" y="194"/>
                  </a:lnTo>
                  <a:lnTo>
                    <a:pt x="10182" y="194"/>
                  </a:lnTo>
                  <a:lnTo>
                    <a:pt x="10182" y="194"/>
                  </a:lnTo>
                  <a:lnTo>
                    <a:pt x="10182" y="250"/>
                  </a:lnTo>
                  <a:lnTo>
                    <a:pt x="10182" y="4902"/>
                  </a:lnTo>
                  <a:lnTo>
                    <a:pt x="10182" y="4902"/>
                  </a:lnTo>
                  <a:lnTo>
                    <a:pt x="10182" y="5004"/>
                  </a:lnTo>
                  <a:lnTo>
                    <a:pt x="10152" y="5106"/>
                  </a:lnTo>
                  <a:lnTo>
                    <a:pt x="10092" y="5208"/>
                  </a:lnTo>
                  <a:lnTo>
                    <a:pt x="10032" y="5310"/>
                  </a:lnTo>
                  <a:lnTo>
                    <a:pt x="9942" y="5412"/>
                  </a:lnTo>
                  <a:lnTo>
                    <a:pt x="9852" y="5509"/>
                  </a:lnTo>
                  <a:lnTo>
                    <a:pt x="9732" y="5606"/>
                  </a:lnTo>
                  <a:lnTo>
                    <a:pt x="9582" y="5698"/>
                  </a:lnTo>
                  <a:lnTo>
                    <a:pt x="9431" y="5785"/>
                  </a:lnTo>
                  <a:lnTo>
                    <a:pt x="9251" y="5866"/>
                  </a:lnTo>
                  <a:lnTo>
                    <a:pt x="9071" y="5948"/>
                  </a:lnTo>
                  <a:lnTo>
                    <a:pt x="8861" y="6024"/>
                  </a:lnTo>
                  <a:lnTo>
                    <a:pt x="8650" y="6091"/>
                  </a:lnTo>
                  <a:lnTo>
                    <a:pt x="8410" y="6157"/>
                  </a:lnTo>
                  <a:lnTo>
                    <a:pt x="8170" y="6213"/>
                  </a:lnTo>
                  <a:lnTo>
                    <a:pt x="7900" y="6264"/>
                  </a:lnTo>
                  <a:lnTo>
                    <a:pt x="7900" y="6264"/>
                  </a:lnTo>
                  <a:lnTo>
                    <a:pt x="7509" y="6325"/>
                  </a:lnTo>
                  <a:lnTo>
                    <a:pt x="7119" y="6387"/>
                  </a:lnTo>
                  <a:lnTo>
                    <a:pt x="6698" y="6443"/>
                  </a:lnTo>
                  <a:lnTo>
                    <a:pt x="6278" y="6494"/>
                  </a:lnTo>
                  <a:lnTo>
                    <a:pt x="5857" y="6540"/>
                  </a:lnTo>
                  <a:lnTo>
                    <a:pt x="5407" y="6585"/>
                  </a:lnTo>
                  <a:lnTo>
                    <a:pt x="4926" y="6626"/>
                  </a:lnTo>
                  <a:lnTo>
                    <a:pt x="4446" y="6662"/>
                  </a:lnTo>
                  <a:lnTo>
                    <a:pt x="3965" y="6693"/>
                  </a:lnTo>
                  <a:lnTo>
                    <a:pt x="3484" y="6718"/>
                  </a:lnTo>
                  <a:lnTo>
                    <a:pt x="2974" y="6744"/>
                  </a:lnTo>
                  <a:lnTo>
                    <a:pt x="2433" y="6764"/>
                  </a:lnTo>
                  <a:lnTo>
                    <a:pt x="1893" y="6779"/>
                  </a:lnTo>
                  <a:lnTo>
                    <a:pt x="1352" y="6789"/>
                  </a:lnTo>
                  <a:lnTo>
                    <a:pt x="811" y="6795"/>
                  </a:lnTo>
                  <a:lnTo>
                    <a:pt x="241" y="6800"/>
                  </a:lnTo>
                  <a:lnTo>
                    <a:pt x="241" y="6800"/>
                  </a:lnTo>
                  <a:lnTo>
                    <a:pt x="0" y="6800"/>
                  </a:lnTo>
                  <a:lnTo>
                    <a:pt x="0" y="1765"/>
                  </a:lnTo>
                  <a:lnTo>
                    <a:pt x="0" y="1765"/>
                  </a:lnTo>
                  <a:lnTo>
                    <a:pt x="30" y="1658"/>
                  </a:lnTo>
                  <a:lnTo>
                    <a:pt x="61" y="1551"/>
                  </a:lnTo>
                  <a:lnTo>
                    <a:pt x="91" y="1444"/>
                  </a:lnTo>
                  <a:lnTo>
                    <a:pt x="181" y="1337"/>
                  </a:lnTo>
                  <a:lnTo>
                    <a:pt x="271" y="1235"/>
                  </a:lnTo>
                  <a:lnTo>
                    <a:pt x="361" y="1133"/>
                  </a:lnTo>
                  <a:lnTo>
                    <a:pt x="481" y="1031"/>
                  </a:lnTo>
                  <a:lnTo>
                    <a:pt x="631" y="934"/>
                  </a:lnTo>
                  <a:lnTo>
                    <a:pt x="781" y="842"/>
                  </a:lnTo>
                  <a:lnTo>
                    <a:pt x="962" y="755"/>
                  </a:lnTo>
                  <a:lnTo>
                    <a:pt x="1142" y="669"/>
                  </a:lnTo>
                  <a:lnTo>
                    <a:pt x="1352" y="592"/>
                  </a:lnTo>
                  <a:lnTo>
                    <a:pt x="1562" y="521"/>
                  </a:lnTo>
                  <a:lnTo>
                    <a:pt x="1803" y="454"/>
                  </a:lnTo>
                  <a:lnTo>
                    <a:pt x="2043" y="393"/>
                  </a:lnTo>
                  <a:lnTo>
                    <a:pt x="2313" y="342"/>
                  </a:lnTo>
                  <a:lnTo>
                    <a:pt x="2313" y="342"/>
                  </a:lnTo>
                  <a:lnTo>
                    <a:pt x="2884" y="240"/>
                  </a:lnTo>
                  <a:lnTo>
                    <a:pt x="3484" y="154"/>
                  </a:lnTo>
                  <a:lnTo>
                    <a:pt x="4115" y="72"/>
                  </a:lnTo>
                  <a:lnTo>
                    <a:pt x="477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3"/>
            <p:cNvSpPr/>
            <p:nvPr/>
          </p:nvSpPr>
          <p:spPr>
            <a:xfrm flipH="1">
              <a:off x="4416435" y="2051934"/>
              <a:ext cx="11041" cy="113588"/>
            </a:xfrm>
            <a:custGeom>
              <a:avLst/>
              <a:gdLst/>
              <a:ahLst/>
              <a:cxnLst/>
              <a:rect l="l" t="t" r="r" b="b"/>
              <a:pathLst>
                <a:path w="392" h="684" extrusionOk="0">
                  <a:moveTo>
                    <a:pt x="1" y="0"/>
                  </a:moveTo>
                  <a:lnTo>
                    <a:pt x="1" y="684"/>
                  </a:lnTo>
                  <a:lnTo>
                    <a:pt x="31" y="510"/>
                  </a:lnTo>
                  <a:lnTo>
                    <a:pt x="91" y="342"/>
                  </a:lnTo>
                  <a:lnTo>
                    <a:pt x="241" y="173"/>
                  </a:lnTo>
                  <a:lnTo>
                    <a:pt x="391" y="10"/>
                  </a:lnTo>
                  <a:lnTo>
                    <a:pt x="1" y="0"/>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3"/>
            <p:cNvSpPr/>
            <p:nvPr/>
          </p:nvSpPr>
          <p:spPr>
            <a:xfrm flipH="1">
              <a:off x="4416435" y="2051934"/>
              <a:ext cx="11041" cy="955538"/>
            </a:xfrm>
            <a:custGeom>
              <a:avLst/>
              <a:gdLst/>
              <a:ahLst/>
              <a:cxnLst/>
              <a:rect l="l" t="t" r="r" b="b"/>
              <a:pathLst>
                <a:path w="392" h="5754" fill="none" extrusionOk="0">
                  <a:moveTo>
                    <a:pt x="1" y="0"/>
                  </a:moveTo>
                  <a:lnTo>
                    <a:pt x="1" y="0"/>
                  </a:lnTo>
                  <a:lnTo>
                    <a:pt x="391" y="10"/>
                  </a:lnTo>
                  <a:lnTo>
                    <a:pt x="391" y="10"/>
                  </a:lnTo>
                  <a:lnTo>
                    <a:pt x="241" y="173"/>
                  </a:lnTo>
                  <a:lnTo>
                    <a:pt x="91" y="342"/>
                  </a:lnTo>
                  <a:lnTo>
                    <a:pt x="31" y="510"/>
                  </a:lnTo>
                  <a:lnTo>
                    <a:pt x="1" y="684"/>
                  </a:lnTo>
                  <a:lnTo>
                    <a:pt x="1" y="5754"/>
                  </a:lnTo>
                  <a:lnTo>
                    <a:pt x="1" y="5754"/>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3"/>
            <p:cNvSpPr/>
            <p:nvPr/>
          </p:nvSpPr>
          <p:spPr>
            <a:xfrm flipH="1">
              <a:off x="4138981" y="2053594"/>
              <a:ext cx="288494" cy="954708"/>
            </a:xfrm>
            <a:custGeom>
              <a:avLst/>
              <a:gdLst/>
              <a:ahLst/>
              <a:cxnLst/>
              <a:rect l="l" t="t" r="r" b="b"/>
              <a:pathLst>
                <a:path w="10243" h="5749" extrusionOk="0">
                  <a:moveTo>
                    <a:pt x="391" y="0"/>
                  </a:moveTo>
                  <a:lnTo>
                    <a:pt x="241" y="163"/>
                  </a:lnTo>
                  <a:lnTo>
                    <a:pt x="91" y="332"/>
                  </a:lnTo>
                  <a:lnTo>
                    <a:pt x="31" y="500"/>
                  </a:lnTo>
                  <a:lnTo>
                    <a:pt x="1" y="674"/>
                  </a:lnTo>
                  <a:lnTo>
                    <a:pt x="1" y="5744"/>
                  </a:lnTo>
                  <a:lnTo>
                    <a:pt x="511" y="5749"/>
                  </a:lnTo>
                  <a:lnTo>
                    <a:pt x="1412" y="5738"/>
                  </a:lnTo>
                  <a:lnTo>
                    <a:pt x="1833" y="5733"/>
                  </a:lnTo>
                  <a:lnTo>
                    <a:pt x="2283" y="5723"/>
                  </a:lnTo>
                  <a:lnTo>
                    <a:pt x="2734" y="5708"/>
                  </a:lnTo>
                  <a:lnTo>
                    <a:pt x="3154" y="5693"/>
                  </a:lnTo>
                  <a:lnTo>
                    <a:pt x="3575" y="5672"/>
                  </a:lnTo>
                  <a:lnTo>
                    <a:pt x="3995" y="5647"/>
                  </a:lnTo>
                  <a:lnTo>
                    <a:pt x="4416" y="5621"/>
                  </a:lnTo>
                  <a:lnTo>
                    <a:pt x="4836" y="5591"/>
                  </a:lnTo>
                  <a:lnTo>
                    <a:pt x="5227" y="5555"/>
                  </a:lnTo>
                  <a:lnTo>
                    <a:pt x="5617" y="5519"/>
                  </a:lnTo>
                  <a:lnTo>
                    <a:pt x="6008" y="5473"/>
                  </a:lnTo>
                  <a:lnTo>
                    <a:pt x="6398" y="5427"/>
                  </a:lnTo>
                  <a:lnTo>
                    <a:pt x="6759" y="5381"/>
                  </a:lnTo>
                  <a:lnTo>
                    <a:pt x="7119" y="5325"/>
                  </a:lnTo>
                  <a:lnTo>
                    <a:pt x="7479" y="5264"/>
                  </a:lnTo>
                  <a:lnTo>
                    <a:pt x="7810" y="5198"/>
                  </a:lnTo>
                  <a:lnTo>
                    <a:pt x="8140" y="5116"/>
                  </a:lnTo>
                  <a:lnTo>
                    <a:pt x="8441" y="5035"/>
                  </a:lnTo>
                  <a:lnTo>
                    <a:pt x="8741" y="4938"/>
                  </a:lnTo>
                  <a:lnTo>
                    <a:pt x="9011" y="4841"/>
                  </a:lnTo>
                  <a:lnTo>
                    <a:pt x="9252" y="4739"/>
                  </a:lnTo>
                  <a:lnTo>
                    <a:pt x="9492" y="4627"/>
                  </a:lnTo>
                  <a:lnTo>
                    <a:pt x="9702" y="4514"/>
                  </a:lnTo>
                  <a:lnTo>
                    <a:pt x="9882" y="4397"/>
                  </a:lnTo>
                  <a:lnTo>
                    <a:pt x="10002" y="4275"/>
                  </a:lnTo>
                  <a:lnTo>
                    <a:pt x="10123" y="4152"/>
                  </a:lnTo>
                  <a:lnTo>
                    <a:pt x="10183" y="4025"/>
                  </a:lnTo>
                  <a:lnTo>
                    <a:pt x="10213" y="3902"/>
                  </a:lnTo>
                  <a:lnTo>
                    <a:pt x="10213" y="3775"/>
                  </a:lnTo>
                  <a:lnTo>
                    <a:pt x="10183" y="3647"/>
                  </a:lnTo>
                  <a:lnTo>
                    <a:pt x="10183" y="1918"/>
                  </a:lnTo>
                  <a:lnTo>
                    <a:pt x="10213" y="1801"/>
                  </a:lnTo>
                  <a:lnTo>
                    <a:pt x="10243" y="1678"/>
                  </a:lnTo>
                  <a:lnTo>
                    <a:pt x="10213" y="1561"/>
                  </a:lnTo>
                  <a:lnTo>
                    <a:pt x="10153" y="1449"/>
                  </a:lnTo>
                  <a:lnTo>
                    <a:pt x="10032" y="1331"/>
                  </a:lnTo>
                  <a:lnTo>
                    <a:pt x="9882" y="1219"/>
                  </a:lnTo>
                  <a:lnTo>
                    <a:pt x="9702" y="1112"/>
                  </a:lnTo>
                  <a:lnTo>
                    <a:pt x="9462" y="1005"/>
                  </a:lnTo>
                  <a:lnTo>
                    <a:pt x="9191" y="903"/>
                  </a:lnTo>
                  <a:lnTo>
                    <a:pt x="8891" y="801"/>
                  </a:lnTo>
                  <a:lnTo>
                    <a:pt x="8531" y="709"/>
                  </a:lnTo>
                  <a:lnTo>
                    <a:pt x="8140" y="622"/>
                  </a:lnTo>
                  <a:lnTo>
                    <a:pt x="7690" y="541"/>
                  </a:lnTo>
                  <a:lnTo>
                    <a:pt x="7209" y="464"/>
                  </a:lnTo>
                  <a:lnTo>
                    <a:pt x="6699" y="398"/>
                  </a:lnTo>
                  <a:lnTo>
                    <a:pt x="6128" y="337"/>
                  </a:lnTo>
                  <a:lnTo>
                    <a:pt x="5377" y="271"/>
                  </a:lnTo>
                  <a:lnTo>
                    <a:pt x="4626" y="209"/>
                  </a:lnTo>
                  <a:lnTo>
                    <a:pt x="3905" y="158"/>
                  </a:lnTo>
                  <a:lnTo>
                    <a:pt x="3185" y="112"/>
                  </a:lnTo>
                  <a:lnTo>
                    <a:pt x="2464" y="77"/>
                  </a:lnTo>
                  <a:lnTo>
                    <a:pt x="1773" y="41"/>
                  </a:lnTo>
                  <a:lnTo>
                    <a:pt x="1082" y="16"/>
                  </a:lnTo>
                  <a:lnTo>
                    <a:pt x="391" y="0"/>
                  </a:lnTo>
                  <a:close/>
                </a:path>
              </a:pathLst>
            </a:custGeom>
            <a:solidFill>
              <a:srgbClr val="0049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3"/>
            <p:cNvSpPr/>
            <p:nvPr/>
          </p:nvSpPr>
          <p:spPr>
            <a:xfrm flipH="1">
              <a:off x="4138981" y="2053594"/>
              <a:ext cx="288494" cy="954708"/>
            </a:xfrm>
            <a:custGeom>
              <a:avLst/>
              <a:gdLst/>
              <a:ahLst/>
              <a:cxnLst/>
              <a:rect l="l" t="t" r="r" b="b"/>
              <a:pathLst>
                <a:path w="10243" h="5749" fill="none" extrusionOk="0">
                  <a:moveTo>
                    <a:pt x="391" y="0"/>
                  </a:moveTo>
                  <a:lnTo>
                    <a:pt x="391" y="0"/>
                  </a:lnTo>
                  <a:lnTo>
                    <a:pt x="1082" y="16"/>
                  </a:lnTo>
                  <a:lnTo>
                    <a:pt x="1773" y="41"/>
                  </a:lnTo>
                  <a:lnTo>
                    <a:pt x="2464" y="77"/>
                  </a:lnTo>
                  <a:lnTo>
                    <a:pt x="3185" y="112"/>
                  </a:lnTo>
                  <a:lnTo>
                    <a:pt x="3905" y="158"/>
                  </a:lnTo>
                  <a:lnTo>
                    <a:pt x="4626" y="209"/>
                  </a:lnTo>
                  <a:lnTo>
                    <a:pt x="5377" y="271"/>
                  </a:lnTo>
                  <a:lnTo>
                    <a:pt x="6128" y="337"/>
                  </a:lnTo>
                  <a:lnTo>
                    <a:pt x="6128" y="337"/>
                  </a:lnTo>
                  <a:lnTo>
                    <a:pt x="6699" y="398"/>
                  </a:lnTo>
                  <a:lnTo>
                    <a:pt x="7209" y="464"/>
                  </a:lnTo>
                  <a:lnTo>
                    <a:pt x="7690" y="541"/>
                  </a:lnTo>
                  <a:lnTo>
                    <a:pt x="8140" y="622"/>
                  </a:lnTo>
                  <a:lnTo>
                    <a:pt x="8531" y="709"/>
                  </a:lnTo>
                  <a:lnTo>
                    <a:pt x="8891" y="801"/>
                  </a:lnTo>
                  <a:lnTo>
                    <a:pt x="9191" y="903"/>
                  </a:lnTo>
                  <a:lnTo>
                    <a:pt x="9462" y="1005"/>
                  </a:lnTo>
                  <a:lnTo>
                    <a:pt x="9702" y="1112"/>
                  </a:lnTo>
                  <a:lnTo>
                    <a:pt x="9882" y="1219"/>
                  </a:lnTo>
                  <a:lnTo>
                    <a:pt x="10032" y="1331"/>
                  </a:lnTo>
                  <a:lnTo>
                    <a:pt x="10153" y="1449"/>
                  </a:lnTo>
                  <a:lnTo>
                    <a:pt x="10213" y="1561"/>
                  </a:lnTo>
                  <a:lnTo>
                    <a:pt x="10243" y="1678"/>
                  </a:lnTo>
                  <a:lnTo>
                    <a:pt x="10213" y="1801"/>
                  </a:lnTo>
                  <a:lnTo>
                    <a:pt x="10183" y="1918"/>
                  </a:lnTo>
                  <a:lnTo>
                    <a:pt x="10183" y="3647"/>
                  </a:lnTo>
                  <a:lnTo>
                    <a:pt x="10183" y="3647"/>
                  </a:lnTo>
                  <a:lnTo>
                    <a:pt x="10213" y="3775"/>
                  </a:lnTo>
                  <a:lnTo>
                    <a:pt x="10213" y="3902"/>
                  </a:lnTo>
                  <a:lnTo>
                    <a:pt x="10183" y="4025"/>
                  </a:lnTo>
                  <a:lnTo>
                    <a:pt x="10123" y="4152"/>
                  </a:lnTo>
                  <a:lnTo>
                    <a:pt x="10002" y="4275"/>
                  </a:lnTo>
                  <a:lnTo>
                    <a:pt x="9882" y="4397"/>
                  </a:lnTo>
                  <a:lnTo>
                    <a:pt x="9702" y="4514"/>
                  </a:lnTo>
                  <a:lnTo>
                    <a:pt x="9492" y="4627"/>
                  </a:lnTo>
                  <a:lnTo>
                    <a:pt x="9252" y="4739"/>
                  </a:lnTo>
                  <a:lnTo>
                    <a:pt x="9011" y="4841"/>
                  </a:lnTo>
                  <a:lnTo>
                    <a:pt x="8741" y="4938"/>
                  </a:lnTo>
                  <a:lnTo>
                    <a:pt x="8441" y="5035"/>
                  </a:lnTo>
                  <a:lnTo>
                    <a:pt x="8140" y="5116"/>
                  </a:lnTo>
                  <a:lnTo>
                    <a:pt x="7810" y="5198"/>
                  </a:lnTo>
                  <a:lnTo>
                    <a:pt x="7479" y="5264"/>
                  </a:lnTo>
                  <a:lnTo>
                    <a:pt x="7119" y="5325"/>
                  </a:lnTo>
                  <a:lnTo>
                    <a:pt x="7119" y="5325"/>
                  </a:lnTo>
                  <a:lnTo>
                    <a:pt x="6759" y="5381"/>
                  </a:lnTo>
                  <a:lnTo>
                    <a:pt x="6398" y="5427"/>
                  </a:lnTo>
                  <a:lnTo>
                    <a:pt x="6008" y="5473"/>
                  </a:lnTo>
                  <a:lnTo>
                    <a:pt x="5617" y="5519"/>
                  </a:lnTo>
                  <a:lnTo>
                    <a:pt x="5227" y="5555"/>
                  </a:lnTo>
                  <a:lnTo>
                    <a:pt x="4836" y="5591"/>
                  </a:lnTo>
                  <a:lnTo>
                    <a:pt x="4416" y="5621"/>
                  </a:lnTo>
                  <a:lnTo>
                    <a:pt x="3995" y="5647"/>
                  </a:lnTo>
                  <a:lnTo>
                    <a:pt x="3575" y="5672"/>
                  </a:lnTo>
                  <a:lnTo>
                    <a:pt x="3154" y="5693"/>
                  </a:lnTo>
                  <a:lnTo>
                    <a:pt x="2734" y="5708"/>
                  </a:lnTo>
                  <a:lnTo>
                    <a:pt x="2283" y="5723"/>
                  </a:lnTo>
                  <a:lnTo>
                    <a:pt x="1833" y="5733"/>
                  </a:lnTo>
                  <a:lnTo>
                    <a:pt x="1412" y="5738"/>
                  </a:lnTo>
                  <a:lnTo>
                    <a:pt x="511" y="5749"/>
                  </a:lnTo>
                  <a:lnTo>
                    <a:pt x="511" y="5749"/>
                  </a:lnTo>
                  <a:lnTo>
                    <a:pt x="1" y="5744"/>
                  </a:lnTo>
                  <a:lnTo>
                    <a:pt x="1" y="674"/>
                  </a:lnTo>
                  <a:lnTo>
                    <a:pt x="1" y="674"/>
                  </a:lnTo>
                  <a:lnTo>
                    <a:pt x="31" y="500"/>
                  </a:lnTo>
                  <a:lnTo>
                    <a:pt x="91" y="332"/>
                  </a:lnTo>
                  <a:lnTo>
                    <a:pt x="241" y="163"/>
                  </a:lnTo>
                  <a:lnTo>
                    <a:pt x="39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3"/>
            <p:cNvSpPr/>
            <p:nvPr/>
          </p:nvSpPr>
          <p:spPr>
            <a:xfrm flipH="1">
              <a:off x="4427445" y="2050107"/>
              <a:ext cx="307928" cy="957365"/>
            </a:xfrm>
            <a:custGeom>
              <a:avLst/>
              <a:gdLst/>
              <a:ahLst/>
              <a:cxnLst/>
              <a:rect l="l" t="t" r="r" b="b"/>
              <a:pathLst>
                <a:path w="10933" h="5765" extrusionOk="0">
                  <a:moveTo>
                    <a:pt x="9761" y="1"/>
                  </a:moveTo>
                  <a:lnTo>
                    <a:pt x="9221" y="6"/>
                  </a:lnTo>
                  <a:lnTo>
                    <a:pt x="8680" y="11"/>
                  </a:lnTo>
                  <a:lnTo>
                    <a:pt x="8140" y="21"/>
                  </a:lnTo>
                  <a:lnTo>
                    <a:pt x="7629" y="37"/>
                  </a:lnTo>
                  <a:lnTo>
                    <a:pt x="7118" y="62"/>
                  </a:lnTo>
                  <a:lnTo>
                    <a:pt x="6608" y="82"/>
                  </a:lnTo>
                  <a:lnTo>
                    <a:pt x="6127" y="113"/>
                  </a:lnTo>
                  <a:lnTo>
                    <a:pt x="5647" y="149"/>
                  </a:lnTo>
                  <a:lnTo>
                    <a:pt x="5166" y="184"/>
                  </a:lnTo>
                  <a:lnTo>
                    <a:pt x="4716" y="225"/>
                  </a:lnTo>
                  <a:lnTo>
                    <a:pt x="4295" y="271"/>
                  </a:lnTo>
                  <a:lnTo>
                    <a:pt x="3875" y="322"/>
                  </a:lnTo>
                  <a:lnTo>
                    <a:pt x="3454" y="378"/>
                  </a:lnTo>
                  <a:lnTo>
                    <a:pt x="3064" y="434"/>
                  </a:lnTo>
                  <a:lnTo>
                    <a:pt x="2673" y="496"/>
                  </a:lnTo>
                  <a:lnTo>
                    <a:pt x="2313" y="562"/>
                  </a:lnTo>
                  <a:lnTo>
                    <a:pt x="2043" y="613"/>
                  </a:lnTo>
                  <a:lnTo>
                    <a:pt x="1802" y="674"/>
                  </a:lnTo>
                  <a:lnTo>
                    <a:pt x="1562" y="740"/>
                  </a:lnTo>
                  <a:lnTo>
                    <a:pt x="1352" y="812"/>
                  </a:lnTo>
                  <a:lnTo>
                    <a:pt x="1142" y="893"/>
                  </a:lnTo>
                  <a:lnTo>
                    <a:pt x="961" y="975"/>
                  </a:lnTo>
                  <a:lnTo>
                    <a:pt x="781" y="1067"/>
                  </a:lnTo>
                  <a:lnTo>
                    <a:pt x="631" y="1159"/>
                  </a:lnTo>
                  <a:lnTo>
                    <a:pt x="481" y="1256"/>
                  </a:lnTo>
                  <a:lnTo>
                    <a:pt x="361" y="1352"/>
                  </a:lnTo>
                  <a:lnTo>
                    <a:pt x="240" y="1455"/>
                  </a:lnTo>
                  <a:lnTo>
                    <a:pt x="150" y="1562"/>
                  </a:lnTo>
                  <a:lnTo>
                    <a:pt x="90" y="1664"/>
                  </a:lnTo>
                  <a:lnTo>
                    <a:pt x="30" y="1776"/>
                  </a:lnTo>
                  <a:lnTo>
                    <a:pt x="0" y="1883"/>
                  </a:lnTo>
                  <a:lnTo>
                    <a:pt x="0" y="1990"/>
                  </a:lnTo>
                  <a:lnTo>
                    <a:pt x="0" y="3847"/>
                  </a:lnTo>
                  <a:lnTo>
                    <a:pt x="0" y="3944"/>
                  </a:lnTo>
                  <a:lnTo>
                    <a:pt x="30" y="4041"/>
                  </a:lnTo>
                  <a:lnTo>
                    <a:pt x="90" y="4143"/>
                  </a:lnTo>
                  <a:lnTo>
                    <a:pt x="150" y="4239"/>
                  </a:lnTo>
                  <a:lnTo>
                    <a:pt x="240" y="4336"/>
                  </a:lnTo>
                  <a:lnTo>
                    <a:pt x="331" y="4433"/>
                  </a:lnTo>
                  <a:lnTo>
                    <a:pt x="451" y="4525"/>
                  </a:lnTo>
                  <a:lnTo>
                    <a:pt x="601" y="4617"/>
                  </a:lnTo>
                  <a:lnTo>
                    <a:pt x="781" y="4704"/>
                  </a:lnTo>
                  <a:lnTo>
                    <a:pt x="991" y="4790"/>
                  </a:lnTo>
                  <a:lnTo>
                    <a:pt x="1202" y="4872"/>
                  </a:lnTo>
                  <a:lnTo>
                    <a:pt x="1472" y="4948"/>
                  </a:lnTo>
                  <a:lnTo>
                    <a:pt x="1742" y="5025"/>
                  </a:lnTo>
                  <a:lnTo>
                    <a:pt x="2043" y="5091"/>
                  </a:lnTo>
                  <a:lnTo>
                    <a:pt x="2373" y="5158"/>
                  </a:lnTo>
                  <a:lnTo>
                    <a:pt x="2763" y="5214"/>
                  </a:lnTo>
                  <a:lnTo>
                    <a:pt x="3154" y="5270"/>
                  </a:lnTo>
                  <a:lnTo>
                    <a:pt x="3604" y="5326"/>
                  </a:lnTo>
                  <a:lnTo>
                    <a:pt x="4055" y="5382"/>
                  </a:lnTo>
                  <a:lnTo>
                    <a:pt x="4505" y="5428"/>
                  </a:lnTo>
                  <a:lnTo>
                    <a:pt x="4986" y="5479"/>
                  </a:lnTo>
                  <a:lnTo>
                    <a:pt x="5497" y="5520"/>
                  </a:lnTo>
                  <a:lnTo>
                    <a:pt x="6007" y="5561"/>
                  </a:lnTo>
                  <a:lnTo>
                    <a:pt x="6518" y="5601"/>
                  </a:lnTo>
                  <a:lnTo>
                    <a:pt x="7058" y="5632"/>
                  </a:lnTo>
                  <a:lnTo>
                    <a:pt x="7599" y="5663"/>
                  </a:lnTo>
                  <a:lnTo>
                    <a:pt x="8140" y="5693"/>
                  </a:lnTo>
                  <a:lnTo>
                    <a:pt x="8680" y="5714"/>
                  </a:lnTo>
                  <a:lnTo>
                    <a:pt x="9251" y="5734"/>
                  </a:lnTo>
                  <a:lnTo>
                    <a:pt x="9792" y="5749"/>
                  </a:lnTo>
                  <a:lnTo>
                    <a:pt x="10362" y="5759"/>
                  </a:lnTo>
                  <a:lnTo>
                    <a:pt x="10933" y="5765"/>
                  </a:lnTo>
                  <a:lnTo>
                    <a:pt x="10933" y="11"/>
                  </a:lnTo>
                  <a:lnTo>
                    <a:pt x="10332" y="6"/>
                  </a:lnTo>
                  <a:lnTo>
                    <a:pt x="9761" y="1"/>
                  </a:lnTo>
                  <a:close/>
                </a:path>
              </a:pathLst>
            </a:custGeom>
            <a:solidFill>
              <a:srgbClr val="006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3"/>
            <p:cNvSpPr/>
            <p:nvPr/>
          </p:nvSpPr>
          <p:spPr>
            <a:xfrm flipH="1">
              <a:off x="4427445" y="2050107"/>
              <a:ext cx="307928" cy="957365"/>
            </a:xfrm>
            <a:custGeom>
              <a:avLst/>
              <a:gdLst/>
              <a:ahLst/>
              <a:cxnLst/>
              <a:rect l="l" t="t" r="r" b="b"/>
              <a:pathLst>
                <a:path w="10933" h="5765" fill="none" extrusionOk="0">
                  <a:moveTo>
                    <a:pt x="9761" y="1"/>
                  </a:moveTo>
                  <a:lnTo>
                    <a:pt x="9761" y="1"/>
                  </a:lnTo>
                  <a:lnTo>
                    <a:pt x="10332" y="6"/>
                  </a:lnTo>
                  <a:lnTo>
                    <a:pt x="10933" y="11"/>
                  </a:lnTo>
                  <a:lnTo>
                    <a:pt x="10933" y="5765"/>
                  </a:lnTo>
                  <a:lnTo>
                    <a:pt x="10933" y="5765"/>
                  </a:lnTo>
                  <a:lnTo>
                    <a:pt x="10362" y="5759"/>
                  </a:lnTo>
                  <a:lnTo>
                    <a:pt x="9792" y="5749"/>
                  </a:lnTo>
                  <a:lnTo>
                    <a:pt x="9251" y="5734"/>
                  </a:lnTo>
                  <a:lnTo>
                    <a:pt x="8680" y="5714"/>
                  </a:lnTo>
                  <a:lnTo>
                    <a:pt x="8140" y="5693"/>
                  </a:lnTo>
                  <a:lnTo>
                    <a:pt x="7599" y="5663"/>
                  </a:lnTo>
                  <a:lnTo>
                    <a:pt x="7058" y="5632"/>
                  </a:lnTo>
                  <a:lnTo>
                    <a:pt x="6518" y="5601"/>
                  </a:lnTo>
                  <a:lnTo>
                    <a:pt x="6007" y="5561"/>
                  </a:lnTo>
                  <a:lnTo>
                    <a:pt x="5497" y="5520"/>
                  </a:lnTo>
                  <a:lnTo>
                    <a:pt x="4986" y="5479"/>
                  </a:lnTo>
                  <a:lnTo>
                    <a:pt x="4505" y="5428"/>
                  </a:lnTo>
                  <a:lnTo>
                    <a:pt x="4055" y="5382"/>
                  </a:lnTo>
                  <a:lnTo>
                    <a:pt x="3604" y="5326"/>
                  </a:lnTo>
                  <a:lnTo>
                    <a:pt x="3154" y="5270"/>
                  </a:lnTo>
                  <a:lnTo>
                    <a:pt x="2763" y="5214"/>
                  </a:lnTo>
                  <a:lnTo>
                    <a:pt x="2763" y="5214"/>
                  </a:lnTo>
                  <a:lnTo>
                    <a:pt x="2373" y="5158"/>
                  </a:lnTo>
                  <a:lnTo>
                    <a:pt x="2043" y="5091"/>
                  </a:lnTo>
                  <a:lnTo>
                    <a:pt x="1742" y="5025"/>
                  </a:lnTo>
                  <a:lnTo>
                    <a:pt x="1472" y="4948"/>
                  </a:lnTo>
                  <a:lnTo>
                    <a:pt x="1202" y="4872"/>
                  </a:lnTo>
                  <a:lnTo>
                    <a:pt x="991" y="4790"/>
                  </a:lnTo>
                  <a:lnTo>
                    <a:pt x="781" y="4704"/>
                  </a:lnTo>
                  <a:lnTo>
                    <a:pt x="601" y="4617"/>
                  </a:lnTo>
                  <a:lnTo>
                    <a:pt x="451" y="4525"/>
                  </a:lnTo>
                  <a:lnTo>
                    <a:pt x="331" y="4433"/>
                  </a:lnTo>
                  <a:lnTo>
                    <a:pt x="240" y="4336"/>
                  </a:lnTo>
                  <a:lnTo>
                    <a:pt x="150" y="4239"/>
                  </a:lnTo>
                  <a:lnTo>
                    <a:pt x="90" y="4143"/>
                  </a:lnTo>
                  <a:lnTo>
                    <a:pt x="30" y="4041"/>
                  </a:lnTo>
                  <a:lnTo>
                    <a:pt x="0" y="3944"/>
                  </a:lnTo>
                  <a:lnTo>
                    <a:pt x="0" y="3847"/>
                  </a:lnTo>
                  <a:lnTo>
                    <a:pt x="0" y="1990"/>
                  </a:lnTo>
                  <a:lnTo>
                    <a:pt x="0" y="1990"/>
                  </a:lnTo>
                  <a:lnTo>
                    <a:pt x="0" y="1883"/>
                  </a:lnTo>
                  <a:lnTo>
                    <a:pt x="30" y="1776"/>
                  </a:lnTo>
                  <a:lnTo>
                    <a:pt x="90" y="1664"/>
                  </a:lnTo>
                  <a:lnTo>
                    <a:pt x="150" y="1562"/>
                  </a:lnTo>
                  <a:lnTo>
                    <a:pt x="240" y="1455"/>
                  </a:lnTo>
                  <a:lnTo>
                    <a:pt x="361" y="1352"/>
                  </a:lnTo>
                  <a:lnTo>
                    <a:pt x="481" y="1256"/>
                  </a:lnTo>
                  <a:lnTo>
                    <a:pt x="631" y="1159"/>
                  </a:lnTo>
                  <a:lnTo>
                    <a:pt x="781" y="1067"/>
                  </a:lnTo>
                  <a:lnTo>
                    <a:pt x="961" y="975"/>
                  </a:lnTo>
                  <a:lnTo>
                    <a:pt x="1142" y="893"/>
                  </a:lnTo>
                  <a:lnTo>
                    <a:pt x="1352" y="812"/>
                  </a:lnTo>
                  <a:lnTo>
                    <a:pt x="1562" y="740"/>
                  </a:lnTo>
                  <a:lnTo>
                    <a:pt x="1802" y="674"/>
                  </a:lnTo>
                  <a:lnTo>
                    <a:pt x="2043" y="613"/>
                  </a:lnTo>
                  <a:lnTo>
                    <a:pt x="2313" y="562"/>
                  </a:lnTo>
                  <a:lnTo>
                    <a:pt x="2313" y="562"/>
                  </a:lnTo>
                  <a:lnTo>
                    <a:pt x="2673" y="496"/>
                  </a:lnTo>
                  <a:lnTo>
                    <a:pt x="3064" y="434"/>
                  </a:lnTo>
                  <a:lnTo>
                    <a:pt x="3454" y="378"/>
                  </a:lnTo>
                  <a:lnTo>
                    <a:pt x="3875" y="322"/>
                  </a:lnTo>
                  <a:lnTo>
                    <a:pt x="4295" y="271"/>
                  </a:lnTo>
                  <a:lnTo>
                    <a:pt x="4716" y="225"/>
                  </a:lnTo>
                  <a:lnTo>
                    <a:pt x="5166" y="184"/>
                  </a:lnTo>
                  <a:lnTo>
                    <a:pt x="5647" y="149"/>
                  </a:lnTo>
                  <a:lnTo>
                    <a:pt x="6127" y="113"/>
                  </a:lnTo>
                  <a:lnTo>
                    <a:pt x="6608" y="82"/>
                  </a:lnTo>
                  <a:lnTo>
                    <a:pt x="7118" y="62"/>
                  </a:lnTo>
                  <a:lnTo>
                    <a:pt x="7629" y="37"/>
                  </a:lnTo>
                  <a:lnTo>
                    <a:pt x="8140" y="21"/>
                  </a:lnTo>
                  <a:lnTo>
                    <a:pt x="8680" y="11"/>
                  </a:lnTo>
                  <a:lnTo>
                    <a:pt x="9221" y="6"/>
                  </a:lnTo>
                  <a:lnTo>
                    <a:pt x="976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3"/>
            <p:cNvSpPr/>
            <p:nvPr/>
          </p:nvSpPr>
          <p:spPr>
            <a:xfrm flipH="1">
              <a:off x="4427430" y="3012460"/>
              <a:ext cx="2174056" cy="588866"/>
            </a:xfrm>
            <a:custGeom>
              <a:avLst/>
              <a:gdLst/>
              <a:ahLst/>
              <a:cxnLst/>
              <a:rect l="l" t="t" r="r" b="b"/>
              <a:pathLst>
                <a:path w="77190" h="3546" extrusionOk="0">
                  <a:moveTo>
                    <a:pt x="10273" y="0"/>
                  </a:moveTo>
                  <a:lnTo>
                    <a:pt x="9492" y="5"/>
                  </a:lnTo>
                  <a:lnTo>
                    <a:pt x="8771" y="21"/>
                  </a:lnTo>
                  <a:lnTo>
                    <a:pt x="8050" y="36"/>
                  </a:lnTo>
                  <a:lnTo>
                    <a:pt x="7419" y="51"/>
                  </a:lnTo>
                  <a:lnTo>
                    <a:pt x="6789" y="77"/>
                  </a:lnTo>
                  <a:lnTo>
                    <a:pt x="6218" y="102"/>
                  </a:lnTo>
                  <a:lnTo>
                    <a:pt x="5647" y="133"/>
                  </a:lnTo>
                  <a:lnTo>
                    <a:pt x="5137" y="168"/>
                  </a:lnTo>
                  <a:lnTo>
                    <a:pt x="4656" y="204"/>
                  </a:lnTo>
                  <a:lnTo>
                    <a:pt x="4206" y="245"/>
                  </a:lnTo>
                  <a:lnTo>
                    <a:pt x="3815" y="291"/>
                  </a:lnTo>
                  <a:lnTo>
                    <a:pt x="3425" y="337"/>
                  </a:lnTo>
                  <a:lnTo>
                    <a:pt x="3064" y="383"/>
                  </a:lnTo>
                  <a:lnTo>
                    <a:pt x="2734" y="434"/>
                  </a:lnTo>
                  <a:lnTo>
                    <a:pt x="2403" y="485"/>
                  </a:lnTo>
                  <a:lnTo>
                    <a:pt x="2133" y="541"/>
                  </a:lnTo>
                  <a:lnTo>
                    <a:pt x="1863" y="597"/>
                  </a:lnTo>
                  <a:lnTo>
                    <a:pt x="1653" y="653"/>
                  </a:lnTo>
                  <a:lnTo>
                    <a:pt x="1412" y="714"/>
                  </a:lnTo>
                  <a:lnTo>
                    <a:pt x="1232" y="775"/>
                  </a:lnTo>
                  <a:lnTo>
                    <a:pt x="1052" y="837"/>
                  </a:lnTo>
                  <a:lnTo>
                    <a:pt x="902" y="898"/>
                  </a:lnTo>
                  <a:lnTo>
                    <a:pt x="631" y="1025"/>
                  </a:lnTo>
                  <a:lnTo>
                    <a:pt x="421" y="1153"/>
                  </a:lnTo>
                  <a:lnTo>
                    <a:pt x="271" y="1286"/>
                  </a:lnTo>
                  <a:lnTo>
                    <a:pt x="151" y="1413"/>
                  </a:lnTo>
                  <a:lnTo>
                    <a:pt x="61" y="1535"/>
                  </a:lnTo>
                  <a:lnTo>
                    <a:pt x="1" y="1663"/>
                  </a:lnTo>
                  <a:lnTo>
                    <a:pt x="1" y="1806"/>
                  </a:lnTo>
                  <a:lnTo>
                    <a:pt x="31" y="1959"/>
                  </a:lnTo>
                  <a:lnTo>
                    <a:pt x="151" y="2122"/>
                  </a:lnTo>
                  <a:lnTo>
                    <a:pt x="241" y="2204"/>
                  </a:lnTo>
                  <a:lnTo>
                    <a:pt x="331" y="2290"/>
                  </a:lnTo>
                  <a:lnTo>
                    <a:pt x="481" y="2372"/>
                  </a:lnTo>
                  <a:lnTo>
                    <a:pt x="631" y="2454"/>
                  </a:lnTo>
                  <a:lnTo>
                    <a:pt x="812" y="2540"/>
                  </a:lnTo>
                  <a:lnTo>
                    <a:pt x="992" y="2622"/>
                  </a:lnTo>
                  <a:lnTo>
                    <a:pt x="1232" y="2704"/>
                  </a:lnTo>
                  <a:lnTo>
                    <a:pt x="1472" y="2785"/>
                  </a:lnTo>
                  <a:lnTo>
                    <a:pt x="1773" y="2862"/>
                  </a:lnTo>
                  <a:lnTo>
                    <a:pt x="2073" y="2938"/>
                  </a:lnTo>
                  <a:lnTo>
                    <a:pt x="2434" y="3010"/>
                  </a:lnTo>
                  <a:lnTo>
                    <a:pt x="2824" y="3081"/>
                  </a:lnTo>
                  <a:lnTo>
                    <a:pt x="3214" y="3147"/>
                  </a:lnTo>
                  <a:lnTo>
                    <a:pt x="3665" y="3208"/>
                  </a:lnTo>
                  <a:lnTo>
                    <a:pt x="4176" y="3270"/>
                  </a:lnTo>
                  <a:lnTo>
                    <a:pt x="4686" y="3326"/>
                  </a:lnTo>
                  <a:lnTo>
                    <a:pt x="5257" y="3372"/>
                  </a:lnTo>
                  <a:lnTo>
                    <a:pt x="5857" y="3418"/>
                  </a:lnTo>
                  <a:lnTo>
                    <a:pt x="6518" y="3453"/>
                  </a:lnTo>
                  <a:lnTo>
                    <a:pt x="7209" y="3489"/>
                  </a:lnTo>
                  <a:lnTo>
                    <a:pt x="7930" y="3515"/>
                  </a:lnTo>
                  <a:lnTo>
                    <a:pt x="8711" y="3530"/>
                  </a:lnTo>
                  <a:lnTo>
                    <a:pt x="9552" y="3545"/>
                  </a:lnTo>
                  <a:lnTo>
                    <a:pt x="77190" y="3545"/>
                  </a:lnTo>
                  <a:lnTo>
                    <a:pt x="77190" y="3474"/>
                  </a:lnTo>
                  <a:lnTo>
                    <a:pt x="77190" y="1734"/>
                  </a:lnTo>
                  <a:lnTo>
                    <a:pt x="77130" y="1831"/>
                  </a:lnTo>
                  <a:lnTo>
                    <a:pt x="77040" y="1933"/>
                  </a:lnTo>
                  <a:lnTo>
                    <a:pt x="76920" y="2025"/>
                  </a:lnTo>
                  <a:lnTo>
                    <a:pt x="76799" y="2122"/>
                  </a:lnTo>
                  <a:lnTo>
                    <a:pt x="76649" y="2214"/>
                  </a:lnTo>
                  <a:lnTo>
                    <a:pt x="76499" y="2306"/>
                  </a:lnTo>
                  <a:lnTo>
                    <a:pt x="76289" y="2392"/>
                  </a:lnTo>
                  <a:lnTo>
                    <a:pt x="76109" y="2474"/>
                  </a:lnTo>
                  <a:lnTo>
                    <a:pt x="75898" y="2556"/>
                  </a:lnTo>
                  <a:lnTo>
                    <a:pt x="75658" y="2632"/>
                  </a:lnTo>
                  <a:lnTo>
                    <a:pt x="75448" y="2704"/>
                  </a:lnTo>
                  <a:lnTo>
                    <a:pt x="75178" y="2775"/>
                  </a:lnTo>
                  <a:lnTo>
                    <a:pt x="74937" y="2836"/>
                  </a:lnTo>
                  <a:lnTo>
                    <a:pt x="74667" y="2892"/>
                  </a:lnTo>
                  <a:lnTo>
                    <a:pt x="74397" y="2948"/>
                  </a:lnTo>
                  <a:lnTo>
                    <a:pt x="74126" y="2994"/>
                  </a:lnTo>
                  <a:lnTo>
                    <a:pt x="73766" y="3050"/>
                  </a:lnTo>
                  <a:lnTo>
                    <a:pt x="73375" y="3096"/>
                  </a:lnTo>
                  <a:lnTo>
                    <a:pt x="73015" y="3142"/>
                  </a:lnTo>
                  <a:lnTo>
                    <a:pt x="72625" y="3188"/>
                  </a:lnTo>
                  <a:lnTo>
                    <a:pt x="72234" y="3224"/>
                  </a:lnTo>
                  <a:lnTo>
                    <a:pt x="71814" y="3259"/>
                  </a:lnTo>
                  <a:lnTo>
                    <a:pt x="71423" y="3290"/>
                  </a:lnTo>
                  <a:lnTo>
                    <a:pt x="71003" y="3316"/>
                  </a:lnTo>
                  <a:lnTo>
                    <a:pt x="70582" y="3341"/>
                  </a:lnTo>
                  <a:lnTo>
                    <a:pt x="70162" y="3361"/>
                  </a:lnTo>
                  <a:lnTo>
                    <a:pt x="69711" y="3377"/>
                  </a:lnTo>
                  <a:lnTo>
                    <a:pt x="69291" y="3392"/>
                  </a:lnTo>
                  <a:lnTo>
                    <a:pt x="68840" y="3402"/>
                  </a:lnTo>
                  <a:lnTo>
                    <a:pt x="68390" y="3407"/>
                  </a:lnTo>
                  <a:lnTo>
                    <a:pt x="67519" y="3418"/>
                  </a:lnTo>
                  <a:lnTo>
                    <a:pt x="66918" y="3413"/>
                  </a:lnTo>
                  <a:lnTo>
                    <a:pt x="66317" y="3407"/>
                  </a:lnTo>
                  <a:lnTo>
                    <a:pt x="65717" y="3392"/>
                  </a:lnTo>
                  <a:lnTo>
                    <a:pt x="65146" y="3377"/>
                  </a:lnTo>
                  <a:lnTo>
                    <a:pt x="64545" y="3356"/>
                  </a:lnTo>
                  <a:lnTo>
                    <a:pt x="63975" y="3326"/>
                  </a:lnTo>
                  <a:lnTo>
                    <a:pt x="63404" y="3295"/>
                  </a:lnTo>
                  <a:lnTo>
                    <a:pt x="62833" y="3265"/>
                  </a:lnTo>
                  <a:lnTo>
                    <a:pt x="62293" y="3224"/>
                  </a:lnTo>
                  <a:lnTo>
                    <a:pt x="61752" y="3183"/>
                  </a:lnTo>
                  <a:lnTo>
                    <a:pt x="61211" y="3137"/>
                  </a:lnTo>
                  <a:lnTo>
                    <a:pt x="60701" y="3091"/>
                  </a:lnTo>
                  <a:lnTo>
                    <a:pt x="60190" y="3035"/>
                  </a:lnTo>
                  <a:lnTo>
                    <a:pt x="59740" y="2979"/>
                  </a:lnTo>
                  <a:lnTo>
                    <a:pt x="59259" y="2923"/>
                  </a:lnTo>
                  <a:lnTo>
                    <a:pt x="58839" y="2862"/>
                  </a:lnTo>
                  <a:lnTo>
                    <a:pt x="58508" y="2816"/>
                  </a:lnTo>
                  <a:lnTo>
                    <a:pt x="58238" y="2765"/>
                  </a:lnTo>
                  <a:lnTo>
                    <a:pt x="57968" y="2709"/>
                  </a:lnTo>
                  <a:lnTo>
                    <a:pt x="57727" y="2653"/>
                  </a:lnTo>
                  <a:lnTo>
                    <a:pt x="57517" y="2591"/>
                  </a:lnTo>
                  <a:lnTo>
                    <a:pt x="57307" y="2525"/>
                  </a:lnTo>
                  <a:lnTo>
                    <a:pt x="57127" y="2459"/>
                  </a:lnTo>
                  <a:lnTo>
                    <a:pt x="56946" y="2392"/>
                  </a:lnTo>
                  <a:lnTo>
                    <a:pt x="56796" y="2321"/>
                  </a:lnTo>
                  <a:lnTo>
                    <a:pt x="56646" y="2244"/>
                  </a:lnTo>
                  <a:lnTo>
                    <a:pt x="56436" y="2097"/>
                  </a:lnTo>
                  <a:lnTo>
                    <a:pt x="56256" y="1938"/>
                  </a:lnTo>
                  <a:lnTo>
                    <a:pt x="56166" y="1780"/>
                  </a:lnTo>
                  <a:lnTo>
                    <a:pt x="55685" y="1770"/>
                  </a:lnTo>
                  <a:lnTo>
                    <a:pt x="55234" y="1760"/>
                  </a:lnTo>
                  <a:lnTo>
                    <a:pt x="54784" y="1739"/>
                  </a:lnTo>
                  <a:lnTo>
                    <a:pt x="54333" y="1719"/>
                  </a:lnTo>
                  <a:lnTo>
                    <a:pt x="53883" y="1694"/>
                  </a:lnTo>
                  <a:lnTo>
                    <a:pt x="53432" y="1668"/>
                  </a:lnTo>
                  <a:lnTo>
                    <a:pt x="53012" y="1632"/>
                  </a:lnTo>
                  <a:lnTo>
                    <a:pt x="52591" y="1597"/>
                  </a:lnTo>
                  <a:lnTo>
                    <a:pt x="52201" y="1561"/>
                  </a:lnTo>
                  <a:lnTo>
                    <a:pt x="51811" y="1515"/>
                  </a:lnTo>
                  <a:lnTo>
                    <a:pt x="51420" y="1469"/>
                  </a:lnTo>
                  <a:lnTo>
                    <a:pt x="51030" y="1423"/>
                  </a:lnTo>
                  <a:lnTo>
                    <a:pt x="50669" y="1372"/>
                  </a:lnTo>
                  <a:lnTo>
                    <a:pt x="50339" y="1316"/>
                  </a:lnTo>
                  <a:lnTo>
                    <a:pt x="49978" y="1260"/>
                  </a:lnTo>
                  <a:lnTo>
                    <a:pt x="49678" y="1199"/>
                  </a:lnTo>
                  <a:lnTo>
                    <a:pt x="49348" y="1138"/>
                  </a:lnTo>
                  <a:lnTo>
                    <a:pt x="49077" y="1076"/>
                  </a:lnTo>
                  <a:lnTo>
                    <a:pt x="48777" y="1010"/>
                  </a:lnTo>
                  <a:lnTo>
                    <a:pt x="48537" y="939"/>
                  </a:lnTo>
                  <a:lnTo>
                    <a:pt x="48296" y="867"/>
                  </a:lnTo>
                  <a:lnTo>
                    <a:pt x="48056" y="796"/>
                  </a:lnTo>
                  <a:lnTo>
                    <a:pt x="47846" y="724"/>
                  </a:lnTo>
                  <a:lnTo>
                    <a:pt x="47666" y="648"/>
                  </a:lnTo>
                  <a:lnTo>
                    <a:pt x="47486" y="571"/>
                  </a:lnTo>
                  <a:lnTo>
                    <a:pt x="47335" y="495"/>
                  </a:lnTo>
                  <a:lnTo>
                    <a:pt x="47215" y="418"/>
                  </a:lnTo>
                  <a:lnTo>
                    <a:pt x="47125" y="337"/>
                  </a:lnTo>
                  <a:lnTo>
                    <a:pt x="47035" y="260"/>
                  </a:lnTo>
                  <a:lnTo>
                    <a:pt x="46975" y="179"/>
                  </a:lnTo>
                  <a:lnTo>
                    <a:pt x="46945" y="97"/>
                  </a:lnTo>
                  <a:lnTo>
                    <a:pt x="46915" y="15"/>
                  </a:lnTo>
                  <a:lnTo>
                    <a:pt x="46915" y="0"/>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3"/>
            <p:cNvSpPr/>
            <p:nvPr/>
          </p:nvSpPr>
          <p:spPr>
            <a:xfrm flipH="1">
              <a:off x="4427430" y="3012460"/>
              <a:ext cx="2174056" cy="588866"/>
            </a:xfrm>
            <a:custGeom>
              <a:avLst/>
              <a:gdLst/>
              <a:ahLst/>
              <a:cxnLst/>
              <a:rect l="l" t="t" r="r" b="b"/>
              <a:pathLst>
                <a:path w="77190" h="3546" fill="none" extrusionOk="0">
                  <a:moveTo>
                    <a:pt x="46915" y="0"/>
                  </a:moveTo>
                  <a:lnTo>
                    <a:pt x="46915" y="0"/>
                  </a:lnTo>
                  <a:lnTo>
                    <a:pt x="46915" y="15"/>
                  </a:lnTo>
                  <a:lnTo>
                    <a:pt x="46915" y="15"/>
                  </a:lnTo>
                  <a:lnTo>
                    <a:pt x="46945" y="97"/>
                  </a:lnTo>
                  <a:lnTo>
                    <a:pt x="46975" y="179"/>
                  </a:lnTo>
                  <a:lnTo>
                    <a:pt x="47035" y="260"/>
                  </a:lnTo>
                  <a:lnTo>
                    <a:pt x="47125" y="337"/>
                  </a:lnTo>
                  <a:lnTo>
                    <a:pt x="47215" y="418"/>
                  </a:lnTo>
                  <a:lnTo>
                    <a:pt x="47335" y="495"/>
                  </a:lnTo>
                  <a:lnTo>
                    <a:pt x="47486" y="571"/>
                  </a:lnTo>
                  <a:lnTo>
                    <a:pt x="47666" y="648"/>
                  </a:lnTo>
                  <a:lnTo>
                    <a:pt x="47846" y="724"/>
                  </a:lnTo>
                  <a:lnTo>
                    <a:pt x="48056" y="796"/>
                  </a:lnTo>
                  <a:lnTo>
                    <a:pt x="48296" y="867"/>
                  </a:lnTo>
                  <a:lnTo>
                    <a:pt x="48537" y="939"/>
                  </a:lnTo>
                  <a:lnTo>
                    <a:pt x="48777" y="1010"/>
                  </a:lnTo>
                  <a:lnTo>
                    <a:pt x="49077" y="1076"/>
                  </a:lnTo>
                  <a:lnTo>
                    <a:pt x="49348" y="1138"/>
                  </a:lnTo>
                  <a:lnTo>
                    <a:pt x="49678" y="1199"/>
                  </a:lnTo>
                  <a:lnTo>
                    <a:pt x="49978" y="1260"/>
                  </a:lnTo>
                  <a:lnTo>
                    <a:pt x="50339" y="1316"/>
                  </a:lnTo>
                  <a:lnTo>
                    <a:pt x="50669" y="1372"/>
                  </a:lnTo>
                  <a:lnTo>
                    <a:pt x="51030" y="1423"/>
                  </a:lnTo>
                  <a:lnTo>
                    <a:pt x="51420" y="1469"/>
                  </a:lnTo>
                  <a:lnTo>
                    <a:pt x="51811" y="1515"/>
                  </a:lnTo>
                  <a:lnTo>
                    <a:pt x="52201" y="1561"/>
                  </a:lnTo>
                  <a:lnTo>
                    <a:pt x="52591" y="1597"/>
                  </a:lnTo>
                  <a:lnTo>
                    <a:pt x="53012" y="1632"/>
                  </a:lnTo>
                  <a:lnTo>
                    <a:pt x="53432" y="1668"/>
                  </a:lnTo>
                  <a:lnTo>
                    <a:pt x="53883" y="1694"/>
                  </a:lnTo>
                  <a:lnTo>
                    <a:pt x="54333" y="1719"/>
                  </a:lnTo>
                  <a:lnTo>
                    <a:pt x="54784" y="1739"/>
                  </a:lnTo>
                  <a:lnTo>
                    <a:pt x="55234" y="1760"/>
                  </a:lnTo>
                  <a:lnTo>
                    <a:pt x="55685" y="1770"/>
                  </a:lnTo>
                  <a:lnTo>
                    <a:pt x="56166" y="1780"/>
                  </a:lnTo>
                  <a:lnTo>
                    <a:pt x="56166" y="1780"/>
                  </a:lnTo>
                  <a:lnTo>
                    <a:pt x="56256" y="1938"/>
                  </a:lnTo>
                  <a:lnTo>
                    <a:pt x="56436" y="2097"/>
                  </a:lnTo>
                  <a:lnTo>
                    <a:pt x="56646" y="2244"/>
                  </a:lnTo>
                  <a:lnTo>
                    <a:pt x="56796" y="2321"/>
                  </a:lnTo>
                  <a:lnTo>
                    <a:pt x="56946" y="2392"/>
                  </a:lnTo>
                  <a:lnTo>
                    <a:pt x="57127" y="2459"/>
                  </a:lnTo>
                  <a:lnTo>
                    <a:pt x="57307" y="2525"/>
                  </a:lnTo>
                  <a:lnTo>
                    <a:pt x="57517" y="2591"/>
                  </a:lnTo>
                  <a:lnTo>
                    <a:pt x="57727" y="2653"/>
                  </a:lnTo>
                  <a:lnTo>
                    <a:pt x="57968" y="2709"/>
                  </a:lnTo>
                  <a:lnTo>
                    <a:pt x="58238" y="2765"/>
                  </a:lnTo>
                  <a:lnTo>
                    <a:pt x="58508" y="2816"/>
                  </a:lnTo>
                  <a:lnTo>
                    <a:pt x="58839" y="2862"/>
                  </a:lnTo>
                  <a:lnTo>
                    <a:pt x="58839" y="2862"/>
                  </a:lnTo>
                  <a:lnTo>
                    <a:pt x="59259" y="2923"/>
                  </a:lnTo>
                  <a:lnTo>
                    <a:pt x="59740" y="2979"/>
                  </a:lnTo>
                  <a:lnTo>
                    <a:pt x="60190" y="3035"/>
                  </a:lnTo>
                  <a:lnTo>
                    <a:pt x="60701" y="3091"/>
                  </a:lnTo>
                  <a:lnTo>
                    <a:pt x="61211" y="3137"/>
                  </a:lnTo>
                  <a:lnTo>
                    <a:pt x="61752" y="3183"/>
                  </a:lnTo>
                  <a:lnTo>
                    <a:pt x="62293" y="3224"/>
                  </a:lnTo>
                  <a:lnTo>
                    <a:pt x="62833" y="3265"/>
                  </a:lnTo>
                  <a:lnTo>
                    <a:pt x="63404" y="3295"/>
                  </a:lnTo>
                  <a:lnTo>
                    <a:pt x="63975" y="3326"/>
                  </a:lnTo>
                  <a:lnTo>
                    <a:pt x="64545" y="3356"/>
                  </a:lnTo>
                  <a:lnTo>
                    <a:pt x="65146" y="3377"/>
                  </a:lnTo>
                  <a:lnTo>
                    <a:pt x="65717" y="3392"/>
                  </a:lnTo>
                  <a:lnTo>
                    <a:pt x="66317" y="3407"/>
                  </a:lnTo>
                  <a:lnTo>
                    <a:pt x="66918" y="3413"/>
                  </a:lnTo>
                  <a:lnTo>
                    <a:pt x="67519" y="3418"/>
                  </a:lnTo>
                  <a:lnTo>
                    <a:pt x="67519" y="3418"/>
                  </a:lnTo>
                  <a:lnTo>
                    <a:pt x="68390" y="3407"/>
                  </a:lnTo>
                  <a:lnTo>
                    <a:pt x="68840" y="3402"/>
                  </a:lnTo>
                  <a:lnTo>
                    <a:pt x="69291" y="3392"/>
                  </a:lnTo>
                  <a:lnTo>
                    <a:pt x="69711" y="3377"/>
                  </a:lnTo>
                  <a:lnTo>
                    <a:pt x="70162" y="3361"/>
                  </a:lnTo>
                  <a:lnTo>
                    <a:pt x="70582" y="3341"/>
                  </a:lnTo>
                  <a:lnTo>
                    <a:pt x="71003" y="3316"/>
                  </a:lnTo>
                  <a:lnTo>
                    <a:pt x="71423" y="3290"/>
                  </a:lnTo>
                  <a:lnTo>
                    <a:pt x="71814" y="3259"/>
                  </a:lnTo>
                  <a:lnTo>
                    <a:pt x="72234" y="3224"/>
                  </a:lnTo>
                  <a:lnTo>
                    <a:pt x="72625" y="3188"/>
                  </a:lnTo>
                  <a:lnTo>
                    <a:pt x="73015" y="3142"/>
                  </a:lnTo>
                  <a:lnTo>
                    <a:pt x="73375" y="3096"/>
                  </a:lnTo>
                  <a:lnTo>
                    <a:pt x="73766" y="3050"/>
                  </a:lnTo>
                  <a:lnTo>
                    <a:pt x="74126" y="2994"/>
                  </a:lnTo>
                  <a:lnTo>
                    <a:pt x="74126" y="2994"/>
                  </a:lnTo>
                  <a:lnTo>
                    <a:pt x="74397" y="2948"/>
                  </a:lnTo>
                  <a:lnTo>
                    <a:pt x="74667" y="2892"/>
                  </a:lnTo>
                  <a:lnTo>
                    <a:pt x="74937" y="2836"/>
                  </a:lnTo>
                  <a:lnTo>
                    <a:pt x="75178" y="2775"/>
                  </a:lnTo>
                  <a:lnTo>
                    <a:pt x="75448" y="2704"/>
                  </a:lnTo>
                  <a:lnTo>
                    <a:pt x="75658" y="2632"/>
                  </a:lnTo>
                  <a:lnTo>
                    <a:pt x="75898" y="2556"/>
                  </a:lnTo>
                  <a:lnTo>
                    <a:pt x="76109" y="2474"/>
                  </a:lnTo>
                  <a:lnTo>
                    <a:pt x="76289" y="2392"/>
                  </a:lnTo>
                  <a:lnTo>
                    <a:pt x="76499" y="2306"/>
                  </a:lnTo>
                  <a:lnTo>
                    <a:pt x="76649" y="2214"/>
                  </a:lnTo>
                  <a:lnTo>
                    <a:pt x="76799" y="2122"/>
                  </a:lnTo>
                  <a:lnTo>
                    <a:pt x="76920" y="2025"/>
                  </a:lnTo>
                  <a:lnTo>
                    <a:pt x="77040" y="1933"/>
                  </a:lnTo>
                  <a:lnTo>
                    <a:pt x="77130" y="1831"/>
                  </a:lnTo>
                  <a:lnTo>
                    <a:pt x="77190" y="1734"/>
                  </a:lnTo>
                  <a:lnTo>
                    <a:pt x="77190" y="3474"/>
                  </a:lnTo>
                  <a:lnTo>
                    <a:pt x="77190" y="3474"/>
                  </a:lnTo>
                  <a:lnTo>
                    <a:pt x="77190" y="3545"/>
                  </a:lnTo>
                  <a:lnTo>
                    <a:pt x="77190" y="3545"/>
                  </a:lnTo>
                  <a:lnTo>
                    <a:pt x="76679" y="3545"/>
                  </a:lnTo>
                  <a:lnTo>
                    <a:pt x="76679" y="3545"/>
                  </a:lnTo>
                  <a:lnTo>
                    <a:pt x="71934" y="3545"/>
                  </a:lnTo>
                  <a:lnTo>
                    <a:pt x="71934" y="3545"/>
                  </a:lnTo>
                  <a:lnTo>
                    <a:pt x="16520" y="3545"/>
                  </a:lnTo>
                  <a:lnTo>
                    <a:pt x="16520" y="3545"/>
                  </a:lnTo>
                  <a:lnTo>
                    <a:pt x="10813" y="3545"/>
                  </a:lnTo>
                  <a:lnTo>
                    <a:pt x="10813" y="3545"/>
                  </a:lnTo>
                  <a:lnTo>
                    <a:pt x="10423" y="3545"/>
                  </a:lnTo>
                  <a:lnTo>
                    <a:pt x="10423" y="3545"/>
                  </a:lnTo>
                  <a:lnTo>
                    <a:pt x="9552" y="3545"/>
                  </a:lnTo>
                  <a:lnTo>
                    <a:pt x="8711" y="3530"/>
                  </a:lnTo>
                  <a:lnTo>
                    <a:pt x="7930" y="3515"/>
                  </a:lnTo>
                  <a:lnTo>
                    <a:pt x="7209" y="3489"/>
                  </a:lnTo>
                  <a:lnTo>
                    <a:pt x="6518" y="3453"/>
                  </a:lnTo>
                  <a:lnTo>
                    <a:pt x="5857" y="3418"/>
                  </a:lnTo>
                  <a:lnTo>
                    <a:pt x="5257" y="3372"/>
                  </a:lnTo>
                  <a:lnTo>
                    <a:pt x="4686" y="3326"/>
                  </a:lnTo>
                  <a:lnTo>
                    <a:pt x="4176" y="3270"/>
                  </a:lnTo>
                  <a:lnTo>
                    <a:pt x="3665" y="3208"/>
                  </a:lnTo>
                  <a:lnTo>
                    <a:pt x="3214" y="3147"/>
                  </a:lnTo>
                  <a:lnTo>
                    <a:pt x="2824" y="3081"/>
                  </a:lnTo>
                  <a:lnTo>
                    <a:pt x="2434" y="3010"/>
                  </a:lnTo>
                  <a:lnTo>
                    <a:pt x="2073" y="2938"/>
                  </a:lnTo>
                  <a:lnTo>
                    <a:pt x="1773" y="2862"/>
                  </a:lnTo>
                  <a:lnTo>
                    <a:pt x="1472" y="2785"/>
                  </a:lnTo>
                  <a:lnTo>
                    <a:pt x="1232" y="2704"/>
                  </a:lnTo>
                  <a:lnTo>
                    <a:pt x="992" y="2622"/>
                  </a:lnTo>
                  <a:lnTo>
                    <a:pt x="812" y="2540"/>
                  </a:lnTo>
                  <a:lnTo>
                    <a:pt x="631" y="2454"/>
                  </a:lnTo>
                  <a:lnTo>
                    <a:pt x="481" y="2372"/>
                  </a:lnTo>
                  <a:lnTo>
                    <a:pt x="331" y="2290"/>
                  </a:lnTo>
                  <a:lnTo>
                    <a:pt x="241" y="2204"/>
                  </a:lnTo>
                  <a:lnTo>
                    <a:pt x="151" y="2122"/>
                  </a:lnTo>
                  <a:lnTo>
                    <a:pt x="31" y="1959"/>
                  </a:lnTo>
                  <a:lnTo>
                    <a:pt x="1" y="1806"/>
                  </a:lnTo>
                  <a:lnTo>
                    <a:pt x="1" y="1663"/>
                  </a:lnTo>
                  <a:lnTo>
                    <a:pt x="61" y="1535"/>
                  </a:lnTo>
                  <a:lnTo>
                    <a:pt x="61" y="1535"/>
                  </a:lnTo>
                  <a:lnTo>
                    <a:pt x="151" y="1413"/>
                  </a:lnTo>
                  <a:lnTo>
                    <a:pt x="271" y="1286"/>
                  </a:lnTo>
                  <a:lnTo>
                    <a:pt x="421" y="1153"/>
                  </a:lnTo>
                  <a:lnTo>
                    <a:pt x="631" y="1025"/>
                  </a:lnTo>
                  <a:lnTo>
                    <a:pt x="902" y="898"/>
                  </a:lnTo>
                  <a:lnTo>
                    <a:pt x="1052" y="837"/>
                  </a:lnTo>
                  <a:lnTo>
                    <a:pt x="1232" y="775"/>
                  </a:lnTo>
                  <a:lnTo>
                    <a:pt x="1412" y="714"/>
                  </a:lnTo>
                  <a:lnTo>
                    <a:pt x="1653" y="653"/>
                  </a:lnTo>
                  <a:lnTo>
                    <a:pt x="1863" y="597"/>
                  </a:lnTo>
                  <a:lnTo>
                    <a:pt x="2133" y="541"/>
                  </a:lnTo>
                  <a:lnTo>
                    <a:pt x="2403" y="485"/>
                  </a:lnTo>
                  <a:lnTo>
                    <a:pt x="2734" y="434"/>
                  </a:lnTo>
                  <a:lnTo>
                    <a:pt x="3064" y="383"/>
                  </a:lnTo>
                  <a:lnTo>
                    <a:pt x="3425" y="337"/>
                  </a:lnTo>
                  <a:lnTo>
                    <a:pt x="3815" y="291"/>
                  </a:lnTo>
                  <a:lnTo>
                    <a:pt x="4206" y="245"/>
                  </a:lnTo>
                  <a:lnTo>
                    <a:pt x="4656" y="204"/>
                  </a:lnTo>
                  <a:lnTo>
                    <a:pt x="5137" y="168"/>
                  </a:lnTo>
                  <a:lnTo>
                    <a:pt x="5647" y="133"/>
                  </a:lnTo>
                  <a:lnTo>
                    <a:pt x="6218" y="102"/>
                  </a:lnTo>
                  <a:lnTo>
                    <a:pt x="6789" y="77"/>
                  </a:lnTo>
                  <a:lnTo>
                    <a:pt x="7419" y="51"/>
                  </a:lnTo>
                  <a:lnTo>
                    <a:pt x="8050" y="36"/>
                  </a:lnTo>
                  <a:lnTo>
                    <a:pt x="8771" y="21"/>
                  </a:lnTo>
                  <a:lnTo>
                    <a:pt x="9492" y="5"/>
                  </a:lnTo>
                  <a:lnTo>
                    <a:pt x="10273" y="0"/>
                  </a:lnTo>
                  <a:lnTo>
                    <a:pt x="10273" y="0"/>
                  </a:lnTo>
                  <a:lnTo>
                    <a:pt x="10423" y="0"/>
                  </a:lnTo>
                  <a:lnTo>
                    <a:pt x="11114" y="0"/>
                  </a:lnTo>
                  <a:lnTo>
                    <a:pt x="11114" y="0"/>
                  </a:lnTo>
                  <a:lnTo>
                    <a:pt x="11264" y="0"/>
                  </a:lnTo>
                  <a:lnTo>
                    <a:pt x="4691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3"/>
            <p:cNvSpPr/>
            <p:nvPr/>
          </p:nvSpPr>
          <p:spPr>
            <a:xfrm flipH="1">
              <a:off x="4133912" y="3012460"/>
              <a:ext cx="293564" cy="588866"/>
            </a:xfrm>
            <a:custGeom>
              <a:avLst/>
              <a:gdLst/>
              <a:ahLst/>
              <a:cxnLst/>
              <a:rect l="l" t="t" r="r" b="b"/>
              <a:pathLst>
                <a:path w="10423" h="3546" extrusionOk="0">
                  <a:moveTo>
                    <a:pt x="1" y="0"/>
                  </a:moveTo>
                  <a:lnTo>
                    <a:pt x="1" y="1316"/>
                  </a:lnTo>
                  <a:lnTo>
                    <a:pt x="31" y="1423"/>
                  </a:lnTo>
                  <a:lnTo>
                    <a:pt x="61" y="1525"/>
                  </a:lnTo>
                  <a:lnTo>
                    <a:pt x="31" y="1632"/>
                  </a:lnTo>
                  <a:lnTo>
                    <a:pt x="1" y="1734"/>
                  </a:lnTo>
                  <a:lnTo>
                    <a:pt x="1" y="3474"/>
                  </a:lnTo>
                  <a:lnTo>
                    <a:pt x="1" y="3545"/>
                  </a:lnTo>
                  <a:lnTo>
                    <a:pt x="782" y="3535"/>
                  </a:lnTo>
                  <a:lnTo>
                    <a:pt x="1503" y="3520"/>
                  </a:lnTo>
                  <a:lnTo>
                    <a:pt x="2193" y="3504"/>
                  </a:lnTo>
                  <a:lnTo>
                    <a:pt x="2854" y="3479"/>
                  </a:lnTo>
                  <a:lnTo>
                    <a:pt x="3485" y="3453"/>
                  </a:lnTo>
                  <a:lnTo>
                    <a:pt x="4056" y="3423"/>
                  </a:lnTo>
                  <a:lnTo>
                    <a:pt x="4626" y="3387"/>
                  </a:lnTo>
                  <a:lnTo>
                    <a:pt x="5137" y="3346"/>
                  </a:lnTo>
                  <a:lnTo>
                    <a:pt x="5647" y="3305"/>
                  </a:lnTo>
                  <a:lnTo>
                    <a:pt x="6098" y="3259"/>
                  </a:lnTo>
                  <a:lnTo>
                    <a:pt x="6518" y="3208"/>
                  </a:lnTo>
                  <a:lnTo>
                    <a:pt x="6939" y="3163"/>
                  </a:lnTo>
                  <a:lnTo>
                    <a:pt x="7299" y="3106"/>
                  </a:lnTo>
                  <a:lnTo>
                    <a:pt x="7660" y="3050"/>
                  </a:lnTo>
                  <a:lnTo>
                    <a:pt x="7990" y="2994"/>
                  </a:lnTo>
                  <a:lnTo>
                    <a:pt x="8290" y="2933"/>
                  </a:lnTo>
                  <a:lnTo>
                    <a:pt x="8561" y="2872"/>
                  </a:lnTo>
                  <a:lnTo>
                    <a:pt x="8801" y="2811"/>
                  </a:lnTo>
                  <a:lnTo>
                    <a:pt x="9041" y="2749"/>
                  </a:lnTo>
                  <a:lnTo>
                    <a:pt x="9221" y="2683"/>
                  </a:lnTo>
                  <a:lnTo>
                    <a:pt x="9432" y="2617"/>
                  </a:lnTo>
                  <a:lnTo>
                    <a:pt x="9582" y="2550"/>
                  </a:lnTo>
                  <a:lnTo>
                    <a:pt x="9882" y="2423"/>
                  </a:lnTo>
                  <a:lnTo>
                    <a:pt x="10092" y="2290"/>
                  </a:lnTo>
                  <a:lnTo>
                    <a:pt x="10243" y="2163"/>
                  </a:lnTo>
                  <a:lnTo>
                    <a:pt x="10363" y="2035"/>
                  </a:lnTo>
                  <a:lnTo>
                    <a:pt x="10423" y="1918"/>
                  </a:lnTo>
                  <a:lnTo>
                    <a:pt x="10363" y="1770"/>
                  </a:lnTo>
                  <a:lnTo>
                    <a:pt x="10363" y="1612"/>
                  </a:lnTo>
                  <a:lnTo>
                    <a:pt x="10393" y="1546"/>
                  </a:lnTo>
                  <a:lnTo>
                    <a:pt x="10273" y="1423"/>
                  </a:lnTo>
                  <a:lnTo>
                    <a:pt x="10092" y="1301"/>
                  </a:lnTo>
                  <a:lnTo>
                    <a:pt x="9852" y="1173"/>
                  </a:lnTo>
                  <a:lnTo>
                    <a:pt x="9552" y="1046"/>
                  </a:lnTo>
                  <a:lnTo>
                    <a:pt x="9161" y="918"/>
                  </a:lnTo>
                  <a:lnTo>
                    <a:pt x="8741" y="791"/>
                  </a:lnTo>
                  <a:lnTo>
                    <a:pt x="8471" y="730"/>
                  </a:lnTo>
                  <a:lnTo>
                    <a:pt x="8200" y="668"/>
                  </a:lnTo>
                  <a:lnTo>
                    <a:pt x="7930" y="612"/>
                  </a:lnTo>
                  <a:lnTo>
                    <a:pt x="7630" y="551"/>
                  </a:lnTo>
                  <a:lnTo>
                    <a:pt x="7299" y="495"/>
                  </a:lnTo>
                  <a:lnTo>
                    <a:pt x="6969" y="439"/>
                  </a:lnTo>
                  <a:lnTo>
                    <a:pt x="6608" y="388"/>
                  </a:lnTo>
                  <a:lnTo>
                    <a:pt x="6218" y="337"/>
                  </a:lnTo>
                  <a:lnTo>
                    <a:pt x="5828" y="291"/>
                  </a:lnTo>
                  <a:lnTo>
                    <a:pt x="5407" y="245"/>
                  </a:lnTo>
                  <a:lnTo>
                    <a:pt x="4957" y="204"/>
                  </a:lnTo>
                  <a:lnTo>
                    <a:pt x="4506" y="168"/>
                  </a:lnTo>
                  <a:lnTo>
                    <a:pt x="3995" y="133"/>
                  </a:lnTo>
                  <a:lnTo>
                    <a:pt x="3515" y="102"/>
                  </a:lnTo>
                  <a:lnTo>
                    <a:pt x="2974" y="72"/>
                  </a:lnTo>
                  <a:lnTo>
                    <a:pt x="2434" y="51"/>
                  </a:lnTo>
                  <a:lnTo>
                    <a:pt x="1863" y="31"/>
                  </a:lnTo>
                  <a:lnTo>
                    <a:pt x="1262" y="15"/>
                  </a:lnTo>
                  <a:lnTo>
                    <a:pt x="632" y="5"/>
                  </a:lnTo>
                  <a:lnTo>
                    <a:pt x="1" y="0"/>
                  </a:lnTo>
                  <a:close/>
                </a:path>
              </a:pathLst>
            </a:custGeom>
            <a:solidFill>
              <a:srgbClr val="0049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3"/>
            <p:cNvSpPr/>
            <p:nvPr/>
          </p:nvSpPr>
          <p:spPr>
            <a:xfrm flipH="1">
              <a:off x="4133912" y="3012460"/>
              <a:ext cx="293564" cy="588866"/>
            </a:xfrm>
            <a:custGeom>
              <a:avLst/>
              <a:gdLst/>
              <a:ahLst/>
              <a:cxnLst/>
              <a:rect l="l" t="t" r="r" b="b"/>
              <a:pathLst>
                <a:path w="10423" h="3546" fill="none" extrusionOk="0">
                  <a:moveTo>
                    <a:pt x="1" y="0"/>
                  </a:moveTo>
                  <a:lnTo>
                    <a:pt x="1" y="0"/>
                  </a:lnTo>
                  <a:lnTo>
                    <a:pt x="632" y="5"/>
                  </a:lnTo>
                  <a:lnTo>
                    <a:pt x="1262" y="15"/>
                  </a:lnTo>
                  <a:lnTo>
                    <a:pt x="1863" y="31"/>
                  </a:lnTo>
                  <a:lnTo>
                    <a:pt x="2434" y="51"/>
                  </a:lnTo>
                  <a:lnTo>
                    <a:pt x="2974" y="72"/>
                  </a:lnTo>
                  <a:lnTo>
                    <a:pt x="3515" y="102"/>
                  </a:lnTo>
                  <a:lnTo>
                    <a:pt x="3995" y="133"/>
                  </a:lnTo>
                  <a:lnTo>
                    <a:pt x="4506" y="168"/>
                  </a:lnTo>
                  <a:lnTo>
                    <a:pt x="4957" y="204"/>
                  </a:lnTo>
                  <a:lnTo>
                    <a:pt x="5407" y="245"/>
                  </a:lnTo>
                  <a:lnTo>
                    <a:pt x="5828" y="291"/>
                  </a:lnTo>
                  <a:lnTo>
                    <a:pt x="6218" y="337"/>
                  </a:lnTo>
                  <a:lnTo>
                    <a:pt x="6608" y="388"/>
                  </a:lnTo>
                  <a:lnTo>
                    <a:pt x="6969" y="439"/>
                  </a:lnTo>
                  <a:lnTo>
                    <a:pt x="7299" y="495"/>
                  </a:lnTo>
                  <a:lnTo>
                    <a:pt x="7630" y="551"/>
                  </a:lnTo>
                  <a:lnTo>
                    <a:pt x="7930" y="612"/>
                  </a:lnTo>
                  <a:lnTo>
                    <a:pt x="8200" y="668"/>
                  </a:lnTo>
                  <a:lnTo>
                    <a:pt x="8471" y="730"/>
                  </a:lnTo>
                  <a:lnTo>
                    <a:pt x="8741" y="791"/>
                  </a:lnTo>
                  <a:lnTo>
                    <a:pt x="9161" y="918"/>
                  </a:lnTo>
                  <a:lnTo>
                    <a:pt x="9552" y="1046"/>
                  </a:lnTo>
                  <a:lnTo>
                    <a:pt x="9852" y="1173"/>
                  </a:lnTo>
                  <a:lnTo>
                    <a:pt x="10092" y="1301"/>
                  </a:lnTo>
                  <a:lnTo>
                    <a:pt x="10273" y="1423"/>
                  </a:lnTo>
                  <a:lnTo>
                    <a:pt x="10393" y="1546"/>
                  </a:lnTo>
                  <a:lnTo>
                    <a:pt x="10393" y="1546"/>
                  </a:lnTo>
                  <a:lnTo>
                    <a:pt x="10363" y="1612"/>
                  </a:lnTo>
                  <a:lnTo>
                    <a:pt x="10363" y="1612"/>
                  </a:lnTo>
                  <a:lnTo>
                    <a:pt x="10363" y="1770"/>
                  </a:lnTo>
                  <a:lnTo>
                    <a:pt x="10423" y="1918"/>
                  </a:lnTo>
                  <a:lnTo>
                    <a:pt x="10423" y="1918"/>
                  </a:lnTo>
                  <a:lnTo>
                    <a:pt x="10363" y="2035"/>
                  </a:lnTo>
                  <a:lnTo>
                    <a:pt x="10243" y="2163"/>
                  </a:lnTo>
                  <a:lnTo>
                    <a:pt x="10092" y="2290"/>
                  </a:lnTo>
                  <a:lnTo>
                    <a:pt x="9882" y="2423"/>
                  </a:lnTo>
                  <a:lnTo>
                    <a:pt x="9582" y="2550"/>
                  </a:lnTo>
                  <a:lnTo>
                    <a:pt x="9432" y="2617"/>
                  </a:lnTo>
                  <a:lnTo>
                    <a:pt x="9221" y="2683"/>
                  </a:lnTo>
                  <a:lnTo>
                    <a:pt x="9041" y="2749"/>
                  </a:lnTo>
                  <a:lnTo>
                    <a:pt x="8801" y="2811"/>
                  </a:lnTo>
                  <a:lnTo>
                    <a:pt x="8561" y="2872"/>
                  </a:lnTo>
                  <a:lnTo>
                    <a:pt x="8290" y="2933"/>
                  </a:lnTo>
                  <a:lnTo>
                    <a:pt x="7990" y="2994"/>
                  </a:lnTo>
                  <a:lnTo>
                    <a:pt x="7660" y="3050"/>
                  </a:lnTo>
                  <a:lnTo>
                    <a:pt x="7299" y="3106"/>
                  </a:lnTo>
                  <a:lnTo>
                    <a:pt x="6939" y="3163"/>
                  </a:lnTo>
                  <a:lnTo>
                    <a:pt x="6518" y="3208"/>
                  </a:lnTo>
                  <a:lnTo>
                    <a:pt x="6098" y="3259"/>
                  </a:lnTo>
                  <a:lnTo>
                    <a:pt x="5647" y="3305"/>
                  </a:lnTo>
                  <a:lnTo>
                    <a:pt x="5137" y="3346"/>
                  </a:lnTo>
                  <a:lnTo>
                    <a:pt x="4626" y="3387"/>
                  </a:lnTo>
                  <a:lnTo>
                    <a:pt x="4056" y="3423"/>
                  </a:lnTo>
                  <a:lnTo>
                    <a:pt x="3485" y="3453"/>
                  </a:lnTo>
                  <a:lnTo>
                    <a:pt x="2854" y="3479"/>
                  </a:lnTo>
                  <a:lnTo>
                    <a:pt x="2193" y="3504"/>
                  </a:lnTo>
                  <a:lnTo>
                    <a:pt x="1503" y="3520"/>
                  </a:lnTo>
                  <a:lnTo>
                    <a:pt x="782" y="3535"/>
                  </a:lnTo>
                  <a:lnTo>
                    <a:pt x="1" y="3545"/>
                  </a:lnTo>
                  <a:lnTo>
                    <a:pt x="1" y="3545"/>
                  </a:lnTo>
                  <a:lnTo>
                    <a:pt x="1" y="3474"/>
                  </a:lnTo>
                  <a:lnTo>
                    <a:pt x="1" y="1734"/>
                  </a:lnTo>
                  <a:lnTo>
                    <a:pt x="1" y="1734"/>
                  </a:lnTo>
                  <a:lnTo>
                    <a:pt x="31" y="1632"/>
                  </a:lnTo>
                  <a:lnTo>
                    <a:pt x="61" y="1525"/>
                  </a:lnTo>
                  <a:lnTo>
                    <a:pt x="31" y="1423"/>
                  </a:lnTo>
                  <a:lnTo>
                    <a:pt x="1" y="1316"/>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3"/>
            <p:cNvSpPr/>
            <p:nvPr/>
          </p:nvSpPr>
          <p:spPr>
            <a:xfrm flipH="1">
              <a:off x="4427443" y="3012460"/>
              <a:ext cx="592169" cy="567610"/>
            </a:xfrm>
            <a:custGeom>
              <a:avLst/>
              <a:gdLst/>
              <a:ahLst/>
              <a:cxnLst/>
              <a:rect l="l" t="t" r="r" b="b"/>
              <a:pathLst>
                <a:path w="21025" h="3418" extrusionOk="0">
                  <a:moveTo>
                    <a:pt x="12465" y="0"/>
                  </a:moveTo>
                  <a:lnTo>
                    <a:pt x="12465" y="15"/>
                  </a:lnTo>
                  <a:lnTo>
                    <a:pt x="12465" y="158"/>
                  </a:lnTo>
                  <a:lnTo>
                    <a:pt x="12405" y="291"/>
                  </a:lnTo>
                  <a:lnTo>
                    <a:pt x="12315" y="418"/>
                  </a:lnTo>
                  <a:lnTo>
                    <a:pt x="12195" y="541"/>
                  </a:lnTo>
                  <a:lnTo>
                    <a:pt x="12044" y="653"/>
                  </a:lnTo>
                  <a:lnTo>
                    <a:pt x="11834" y="760"/>
                  </a:lnTo>
                  <a:lnTo>
                    <a:pt x="11624" y="862"/>
                  </a:lnTo>
                  <a:lnTo>
                    <a:pt x="11384" y="954"/>
                  </a:lnTo>
                  <a:lnTo>
                    <a:pt x="11113" y="1041"/>
                  </a:lnTo>
                  <a:lnTo>
                    <a:pt x="10783" y="1122"/>
                  </a:lnTo>
                  <a:lnTo>
                    <a:pt x="10483" y="1194"/>
                  </a:lnTo>
                  <a:lnTo>
                    <a:pt x="10122" y="1265"/>
                  </a:lnTo>
                  <a:lnTo>
                    <a:pt x="9762" y="1326"/>
                  </a:lnTo>
                  <a:lnTo>
                    <a:pt x="9371" y="1388"/>
                  </a:lnTo>
                  <a:lnTo>
                    <a:pt x="8951" y="1439"/>
                  </a:lnTo>
                  <a:lnTo>
                    <a:pt x="8530" y="1490"/>
                  </a:lnTo>
                  <a:lnTo>
                    <a:pt x="8080" y="1530"/>
                  </a:lnTo>
                  <a:lnTo>
                    <a:pt x="7629" y="1571"/>
                  </a:lnTo>
                  <a:lnTo>
                    <a:pt x="7179" y="1607"/>
                  </a:lnTo>
                  <a:lnTo>
                    <a:pt x="6698" y="1637"/>
                  </a:lnTo>
                  <a:lnTo>
                    <a:pt x="6188" y="1663"/>
                  </a:lnTo>
                  <a:lnTo>
                    <a:pt x="5707" y="1688"/>
                  </a:lnTo>
                  <a:lnTo>
                    <a:pt x="5197" y="1709"/>
                  </a:lnTo>
                  <a:lnTo>
                    <a:pt x="4686" y="1729"/>
                  </a:lnTo>
                  <a:lnTo>
                    <a:pt x="3665" y="1755"/>
                  </a:lnTo>
                  <a:lnTo>
                    <a:pt x="2644" y="1770"/>
                  </a:lnTo>
                  <a:lnTo>
                    <a:pt x="1622" y="1780"/>
                  </a:lnTo>
                  <a:lnTo>
                    <a:pt x="1" y="1780"/>
                  </a:lnTo>
                  <a:lnTo>
                    <a:pt x="91" y="1938"/>
                  </a:lnTo>
                  <a:lnTo>
                    <a:pt x="271" y="2097"/>
                  </a:lnTo>
                  <a:lnTo>
                    <a:pt x="481" y="2244"/>
                  </a:lnTo>
                  <a:lnTo>
                    <a:pt x="631" y="2321"/>
                  </a:lnTo>
                  <a:lnTo>
                    <a:pt x="781" y="2392"/>
                  </a:lnTo>
                  <a:lnTo>
                    <a:pt x="962" y="2459"/>
                  </a:lnTo>
                  <a:lnTo>
                    <a:pt x="1142" y="2525"/>
                  </a:lnTo>
                  <a:lnTo>
                    <a:pt x="1352" y="2591"/>
                  </a:lnTo>
                  <a:lnTo>
                    <a:pt x="1562" y="2653"/>
                  </a:lnTo>
                  <a:lnTo>
                    <a:pt x="1803" y="2709"/>
                  </a:lnTo>
                  <a:lnTo>
                    <a:pt x="2073" y="2765"/>
                  </a:lnTo>
                  <a:lnTo>
                    <a:pt x="2343" y="2816"/>
                  </a:lnTo>
                  <a:lnTo>
                    <a:pt x="2674" y="2862"/>
                  </a:lnTo>
                  <a:lnTo>
                    <a:pt x="3094" y="2923"/>
                  </a:lnTo>
                  <a:lnTo>
                    <a:pt x="3575" y="2979"/>
                  </a:lnTo>
                  <a:lnTo>
                    <a:pt x="4025" y="3035"/>
                  </a:lnTo>
                  <a:lnTo>
                    <a:pt x="4536" y="3091"/>
                  </a:lnTo>
                  <a:lnTo>
                    <a:pt x="5046" y="3137"/>
                  </a:lnTo>
                  <a:lnTo>
                    <a:pt x="5587" y="3183"/>
                  </a:lnTo>
                  <a:lnTo>
                    <a:pt x="6128" y="3224"/>
                  </a:lnTo>
                  <a:lnTo>
                    <a:pt x="6668" y="3265"/>
                  </a:lnTo>
                  <a:lnTo>
                    <a:pt x="7239" y="3295"/>
                  </a:lnTo>
                  <a:lnTo>
                    <a:pt x="7810" y="3326"/>
                  </a:lnTo>
                  <a:lnTo>
                    <a:pt x="8380" y="3356"/>
                  </a:lnTo>
                  <a:lnTo>
                    <a:pt x="8981" y="3377"/>
                  </a:lnTo>
                  <a:lnTo>
                    <a:pt x="9552" y="3392"/>
                  </a:lnTo>
                  <a:lnTo>
                    <a:pt x="10152" y="3407"/>
                  </a:lnTo>
                  <a:lnTo>
                    <a:pt x="10753" y="3413"/>
                  </a:lnTo>
                  <a:lnTo>
                    <a:pt x="11354" y="3418"/>
                  </a:lnTo>
                  <a:lnTo>
                    <a:pt x="12225" y="3407"/>
                  </a:lnTo>
                  <a:lnTo>
                    <a:pt x="12675" y="3402"/>
                  </a:lnTo>
                  <a:lnTo>
                    <a:pt x="13126" y="3392"/>
                  </a:lnTo>
                  <a:lnTo>
                    <a:pt x="13546" y="3377"/>
                  </a:lnTo>
                  <a:lnTo>
                    <a:pt x="13997" y="3361"/>
                  </a:lnTo>
                  <a:lnTo>
                    <a:pt x="14417" y="3341"/>
                  </a:lnTo>
                  <a:lnTo>
                    <a:pt x="14838" y="3316"/>
                  </a:lnTo>
                  <a:lnTo>
                    <a:pt x="15258" y="3290"/>
                  </a:lnTo>
                  <a:lnTo>
                    <a:pt x="15649" y="3259"/>
                  </a:lnTo>
                  <a:lnTo>
                    <a:pt x="16069" y="3224"/>
                  </a:lnTo>
                  <a:lnTo>
                    <a:pt x="16460" y="3188"/>
                  </a:lnTo>
                  <a:lnTo>
                    <a:pt x="16850" y="3142"/>
                  </a:lnTo>
                  <a:lnTo>
                    <a:pt x="17210" y="3096"/>
                  </a:lnTo>
                  <a:lnTo>
                    <a:pt x="17601" y="3050"/>
                  </a:lnTo>
                  <a:lnTo>
                    <a:pt x="17961" y="2994"/>
                  </a:lnTo>
                  <a:lnTo>
                    <a:pt x="18232" y="2948"/>
                  </a:lnTo>
                  <a:lnTo>
                    <a:pt x="18502" y="2892"/>
                  </a:lnTo>
                  <a:lnTo>
                    <a:pt x="18772" y="2836"/>
                  </a:lnTo>
                  <a:lnTo>
                    <a:pt x="19013" y="2775"/>
                  </a:lnTo>
                  <a:lnTo>
                    <a:pt x="19283" y="2704"/>
                  </a:lnTo>
                  <a:lnTo>
                    <a:pt x="19493" y="2632"/>
                  </a:lnTo>
                  <a:lnTo>
                    <a:pt x="19733" y="2556"/>
                  </a:lnTo>
                  <a:lnTo>
                    <a:pt x="19944" y="2474"/>
                  </a:lnTo>
                  <a:lnTo>
                    <a:pt x="20124" y="2392"/>
                  </a:lnTo>
                  <a:lnTo>
                    <a:pt x="20334" y="2306"/>
                  </a:lnTo>
                  <a:lnTo>
                    <a:pt x="20484" y="2214"/>
                  </a:lnTo>
                  <a:lnTo>
                    <a:pt x="20634" y="2122"/>
                  </a:lnTo>
                  <a:lnTo>
                    <a:pt x="20755" y="2025"/>
                  </a:lnTo>
                  <a:lnTo>
                    <a:pt x="20875" y="1933"/>
                  </a:lnTo>
                  <a:lnTo>
                    <a:pt x="20965" y="1831"/>
                  </a:lnTo>
                  <a:lnTo>
                    <a:pt x="21025" y="1734"/>
                  </a:lnTo>
                  <a:lnTo>
                    <a:pt x="21025" y="1316"/>
                  </a:lnTo>
                  <a:lnTo>
                    <a:pt x="21025" y="0"/>
                  </a:lnTo>
                  <a:close/>
                </a:path>
              </a:pathLst>
            </a:custGeom>
            <a:solidFill>
              <a:srgbClr val="006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3"/>
            <p:cNvSpPr/>
            <p:nvPr/>
          </p:nvSpPr>
          <p:spPr>
            <a:xfrm flipH="1">
              <a:off x="4427443" y="3012460"/>
              <a:ext cx="592169" cy="567610"/>
            </a:xfrm>
            <a:custGeom>
              <a:avLst/>
              <a:gdLst/>
              <a:ahLst/>
              <a:cxnLst/>
              <a:rect l="l" t="t" r="r" b="b"/>
              <a:pathLst>
                <a:path w="21025" h="3418" fill="none" extrusionOk="0">
                  <a:moveTo>
                    <a:pt x="20634" y="0"/>
                  </a:moveTo>
                  <a:lnTo>
                    <a:pt x="20634" y="0"/>
                  </a:lnTo>
                  <a:lnTo>
                    <a:pt x="20634" y="0"/>
                  </a:lnTo>
                  <a:lnTo>
                    <a:pt x="20724" y="0"/>
                  </a:lnTo>
                  <a:lnTo>
                    <a:pt x="20724" y="0"/>
                  </a:lnTo>
                  <a:lnTo>
                    <a:pt x="21025" y="0"/>
                  </a:lnTo>
                  <a:lnTo>
                    <a:pt x="21025" y="1316"/>
                  </a:lnTo>
                  <a:lnTo>
                    <a:pt x="21025" y="1316"/>
                  </a:lnTo>
                  <a:lnTo>
                    <a:pt x="21025" y="1734"/>
                  </a:lnTo>
                  <a:lnTo>
                    <a:pt x="21025" y="1734"/>
                  </a:lnTo>
                  <a:lnTo>
                    <a:pt x="20965" y="1831"/>
                  </a:lnTo>
                  <a:lnTo>
                    <a:pt x="20875" y="1933"/>
                  </a:lnTo>
                  <a:lnTo>
                    <a:pt x="20755" y="2025"/>
                  </a:lnTo>
                  <a:lnTo>
                    <a:pt x="20634" y="2122"/>
                  </a:lnTo>
                  <a:lnTo>
                    <a:pt x="20484" y="2214"/>
                  </a:lnTo>
                  <a:lnTo>
                    <a:pt x="20334" y="2306"/>
                  </a:lnTo>
                  <a:lnTo>
                    <a:pt x="20124" y="2392"/>
                  </a:lnTo>
                  <a:lnTo>
                    <a:pt x="19944" y="2474"/>
                  </a:lnTo>
                  <a:lnTo>
                    <a:pt x="19733" y="2556"/>
                  </a:lnTo>
                  <a:lnTo>
                    <a:pt x="19493" y="2632"/>
                  </a:lnTo>
                  <a:lnTo>
                    <a:pt x="19283" y="2704"/>
                  </a:lnTo>
                  <a:lnTo>
                    <a:pt x="19013" y="2775"/>
                  </a:lnTo>
                  <a:lnTo>
                    <a:pt x="18772" y="2836"/>
                  </a:lnTo>
                  <a:lnTo>
                    <a:pt x="18502" y="2892"/>
                  </a:lnTo>
                  <a:lnTo>
                    <a:pt x="18232" y="2948"/>
                  </a:lnTo>
                  <a:lnTo>
                    <a:pt x="17961" y="2994"/>
                  </a:lnTo>
                  <a:lnTo>
                    <a:pt x="17961" y="2994"/>
                  </a:lnTo>
                  <a:lnTo>
                    <a:pt x="17601" y="3050"/>
                  </a:lnTo>
                  <a:lnTo>
                    <a:pt x="17210" y="3096"/>
                  </a:lnTo>
                  <a:lnTo>
                    <a:pt x="16850" y="3142"/>
                  </a:lnTo>
                  <a:lnTo>
                    <a:pt x="16460" y="3188"/>
                  </a:lnTo>
                  <a:lnTo>
                    <a:pt x="16069" y="3224"/>
                  </a:lnTo>
                  <a:lnTo>
                    <a:pt x="15649" y="3259"/>
                  </a:lnTo>
                  <a:lnTo>
                    <a:pt x="15258" y="3290"/>
                  </a:lnTo>
                  <a:lnTo>
                    <a:pt x="14838" y="3316"/>
                  </a:lnTo>
                  <a:lnTo>
                    <a:pt x="14417" y="3341"/>
                  </a:lnTo>
                  <a:lnTo>
                    <a:pt x="13997" y="3361"/>
                  </a:lnTo>
                  <a:lnTo>
                    <a:pt x="13546" y="3377"/>
                  </a:lnTo>
                  <a:lnTo>
                    <a:pt x="13126" y="3392"/>
                  </a:lnTo>
                  <a:lnTo>
                    <a:pt x="12675" y="3402"/>
                  </a:lnTo>
                  <a:lnTo>
                    <a:pt x="12225" y="3407"/>
                  </a:lnTo>
                  <a:lnTo>
                    <a:pt x="11354" y="3418"/>
                  </a:lnTo>
                  <a:lnTo>
                    <a:pt x="11354" y="3418"/>
                  </a:lnTo>
                  <a:lnTo>
                    <a:pt x="10753" y="3413"/>
                  </a:lnTo>
                  <a:lnTo>
                    <a:pt x="10152" y="3407"/>
                  </a:lnTo>
                  <a:lnTo>
                    <a:pt x="9552" y="3392"/>
                  </a:lnTo>
                  <a:lnTo>
                    <a:pt x="8981" y="3377"/>
                  </a:lnTo>
                  <a:lnTo>
                    <a:pt x="8380" y="3356"/>
                  </a:lnTo>
                  <a:lnTo>
                    <a:pt x="7810" y="3326"/>
                  </a:lnTo>
                  <a:lnTo>
                    <a:pt x="7239" y="3295"/>
                  </a:lnTo>
                  <a:lnTo>
                    <a:pt x="6668" y="3265"/>
                  </a:lnTo>
                  <a:lnTo>
                    <a:pt x="6128" y="3224"/>
                  </a:lnTo>
                  <a:lnTo>
                    <a:pt x="5587" y="3183"/>
                  </a:lnTo>
                  <a:lnTo>
                    <a:pt x="5046" y="3137"/>
                  </a:lnTo>
                  <a:lnTo>
                    <a:pt x="4536" y="3091"/>
                  </a:lnTo>
                  <a:lnTo>
                    <a:pt x="4025" y="3035"/>
                  </a:lnTo>
                  <a:lnTo>
                    <a:pt x="3575" y="2979"/>
                  </a:lnTo>
                  <a:lnTo>
                    <a:pt x="3094" y="2923"/>
                  </a:lnTo>
                  <a:lnTo>
                    <a:pt x="2674" y="2862"/>
                  </a:lnTo>
                  <a:lnTo>
                    <a:pt x="2674" y="2862"/>
                  </a:lnTo>
                  <a:lnTo>
                    <a:pt x="2343" y="2816"/>
                  </a:lnTo>
                  <a:lnTo>
                    <a:pt x="2073" y="2765"/>
                  </a:lnTo>
                  <a:lnTo>
                    <a:pt x="1803" y="2709"/>
                  </a:lnTo>
                  <a:lnTo>
                    <a:pt x="1562" y="2653"/>
                  </a:lnTo>
                  <a:lnTo>
                    <a:pt x="1352" y="2591"/>
                  </a:lnTo>
                  <a:lnTo>
                    <a:pt x="1142" y="2525"/>
                  </a:lnTo>
                  <a:lnTo>
                    <a:pt x="962" y="2459"/>
                  </a:lnTo>
                  <a:lnTo>
                    <a:pt x="781" y="2392"/>
                  </a:lnTo>
                  <a:lnTo>
                    <a:pt x="631" y="2321"/>
                  </a:lnTo>
                  <a:lnTo>
                    <a:pt x="481" y="2244"/>
                  </a:lnTo>
                  <a:lnTo>
                    <a:pt x="271" y="2097"/>
                  </a:lnTo>
                  <a:lnTo>
                    <a:pt x="91" y="1938"/>
                  </a:lnTo>
                  <a:lnTo>
                    <a:pt x="1" y="1780"/>
                  </a:lnTo>
                  <a:lnTo>
                    <a:pt x="1" y="1780"/>
                  </a:lnTo>
                  <a:lnTo>
                    <a:pt x="601" y="1780"/>
                  </a:lnTo>
                  <a:lnTo>
                    <a:pt x="601" y="1780"/>
                  </a:lnTo>
                  <a:lnTo>
                    <a:pt x="1622" y="1780"/>
                  </a:lnTo>
                  <a:lnTo>
                    <a:pt x="2644" y="1770"/>
                  </a:lnTo>
                  <a:lnTo>
                    <a:pt x="3665" y="1755"/>
                  </a:lnTo>
                  <a:lnTo>
                    <a:pt x="4686" y="1729"/>
                  </a:lnTo>
                  <a:lnTo>
                    <a:pt x="5197" y="1709"/>
                  </a:lnTo>
                  <a:lnTo>
                    <a:pt x="5707" y="1688"/>
                  </a:lnTo>
                  <a:lnTo>
                    <a:pt x="6188" y="1663"/>
                  </a:lnTo>
                  <a:lnTo>
                    <a:pt x="6698" y="1637"/>
                  </a:lnTo>
                  <a:lnTo>
                    <a:pt x="7179" y="1607"/>
                  </a:lnTo>
                  <a:lnTo>
                    <a:pt x="7629" y="1571"/>
                  </a:lnTo>
                  <a:lnTo>
                    <a:pt x="8080" y="1530"/>
                  </a:lnTo>
                  <a:lnTo>
                    <a:pt x="8530" y="1490"/>
                  </a:lnTo>
                  <a:lnTo>
                    <a:pt x="8951" y="1439"/>
                  </a:lnTo>
                  <a:lnTo>
                    <a:pt x="9371" y="1388"/>
                  </a:lnTo>
                  <a:lnTo>
                    <a:pt x="9762" y="1326"/>
                  </a:lnTo>
                  <a:lnTo>
                    <a:pt x="10122" y="1265"/>
                  </a:lnTo>
                  <a:lnTo>
                    <a:pt x="10483" y="1194"/>
                  </a:lnTo>
                  <a:lnTo>
                    <a:pt x="10783" y="1122"/>
                  </a:lnTo>
                  <a:lnTo>
                    <a:pt x="11113" y="1041"/>
                  </a:lnTo>
                  <a:lnTo>
                    <a:pt x="11384" y="954"/>
                  </a:lnTo>
                  <a:lnTo>
                    <a:pt x="11624" y="862"/>
                  </a:lnTo>
                  <a:lnTo>
                    <a:pt x="11834" y="760"/>
                  </a:lnTo>
                  <a:lnTo>
                    <a:pt x="12044" y="653"/>
                  </a:lnTo>
                  <a:lnTo>
                    <a:pt x="12195" y="541"/>
                  </a:lnTo>
                  <a:lnTo>
                    <a:pt x="12315" y="418"/>
                  </a:lnTo>
                  <a:lnTo>
                    <a:pt x="12405" y="291"/>
                  </a:lnTo>
                  <a:lnTo>
                    <a:pt x="12465" y="158"/>
                  </a:lnTo>
                  <a:lnTo>
                    <a:pt x="12465" y="15"/>
                  </a:lnTo>
                  <a:lnTo>
                    <a:pt x="12465" y="15"/>
                  </a:lnTo>
                  <a:lnTo>
                    <a:pt x="12465" y="0"/>
                  </a:lnTo>
                  <a:lnTo>
                    <a:pt x="2063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3"/>
            <p:cNvSpPr/>
            <p:nvPr/>
          </p:nvSpPr>
          <p:spPr>
            <a:xfrm flipH="1">
              <a:off x="4425757" y="3231004"/>
              <a:ext cx="1718" cy="69581"/>
            </a:xfrm>
            <a:custGeom>
              <a:avLst/>
              <a:gdLst/>
              <a:ahLst/>
              <a:cxnLst/>
              <a:rect l="l" t="t" r="r" b="b"/>
              <a:pathLst>
                <a:path w="61" h="419" extrusionOk="0">
                  <a:moveTo>
                    <a:pt x="1" y="0"/>
                  </a:moveTo>
                  <a:lnTo>
                    <a:pt x="1" y="418"/>
                  </a:lnTo>
                  <a:lnTo>
                    <a:pt x="31" y="316"/>
                  </a:lnTo>
                  <a:lnTo>
                    <a:pt x="61" y="209"/>
                  </a:lnTo>
                  <a:lnTo>
                    <a:pt x="31" y="107"/>
                  </a:lnTo>
                  <a:lnTo>
                    <a:pt x="1" y="0"/>
                  </a:lnTo>
                  <a:close/>
                </a:path>
              </a:pathLst>
            </a:custGeom>
            <a:solidFill>
              <a:srgbClr val="0036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3"/>
            <p:cNvSpPr/>
            <p:nvPr/>
          </p:nvSpPr>
          <p:spPr>
            <a:xfrm flipH="1">
              <a:off x="4425757" y="3231004"/>
              <a:ext cx="1718" cy="69581"/>
            </a:xfrm>
            <a:custGeom>
              <a:avLst/>
              <a:gdLst/>
              <a:ahLst/>
              <a:cxnLst/>
              <a:rect l="l" t="t" r="r" b="b"/>
              <a:pathLst>
                <a:path w="61" h="419" fill="none" extrusionOk="0">
                  <a:moveTo>
                    <a:pt x="1" y="0"/>
                  </a:moveTo>
                  <a:lnTo>
                    <a:pt x="1" y="0"/>
                  </a:lnTo>
                  <a:lnTo>
                    <a:pt x="31" y="107"/>
                  </a:lnTo>
                  <a:lnTo>
                    <a:pt x="61" y="209"/>
                  </a:lnTo>
                  <a:lnTo>
                    <a:pt x="31" y="316"/>
                  </a:lnTo>
                  <a:lnTo>
                    <a:pt x="1" y="418"/>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3"/>
            <p:cNvSpPr/>
            <p:nvPr/>
          </p:nvSpPr>
          <p:spPr>
            <a:xfrm flipH="1">
              <a:off x="3561209" y="2999673"/>
              <a:ext cx="272412" cy="594015"/>
            </a:xfrm>
            <a:custGeom>
              <a:avLst/>
              <a:gdLst/>
              <a:ahLst/>
              <a:cxnLst/>
              <a:rect l="l" t="t" r="r" b="b"/>
              <a:pathLst>
                <a:path w="9672" h="3577" extrusionOk="0">
                  <a:moveTo>
                    <a:pt x="0" y="1"/>
                  </a:moveTo>
                  <a:lnTo>
                    <a:pt x="0" y="3377"/>
                  </a:lnTo>
                  <a:lnTo>
                    <a:pt x="60" y="3479"/>
                  </a:lnTo>
                  <a:lnTo>
                    <a:pt x="60" y="3576"/>
                  </a:lnTo>
                  <a:lnTo>
                    <a:pt x="751" y="3566"/>
                  </a:lnTo>
                  <a:lnTo>
                    <a:pt x="1502" y="3556"/>
                  </a:lnTo>
                  <a:lnTo>
                    <a:pt x="2253" y="3530"/>
                  </a:lnTo>
                  <a:lnTo>
                    <a:pt x="3034" y="3495"/>
                  </a:lnTo>
                  <a:lnTo>
                    <a:pt x="3815" y="3454"/>
                  </a:lnTo>
                  <a:lnTo>
                    <a:pt x="4205" y="3423"/>
                  </a:lnTo>
                  <a:lnTo>
                    <a:pt x="4595" y="3398"/>
                  </a:lnTo>
                  <a:lnTo>
                    <a:pt x="4986" y="3362"/>
                  </a:lnTo>
                  <a:lnTo>
                    <a:pt x="5376" y="3326"/>
                  </a:lnTo>
                  <a:lnTo>
                    <a:pt x="5737" y="3280"/>
                  </a:lnTo>
                  <a:lnTo>
                    <a:pt x="6127" y="3234"/>
                  </a:lnTo>
                  <a:lnTo>
                    <a:pt x="6488" y="3189"/>
                  </a:lnTo>
                  <a:lnTo>
                    <a:pt x="6818" y="3132"/>
                  </a:lnTo>
                  <a:lnTo>
                    <a:pt x="7148" y="3071"/>
                  </a:lnTo>
                  <a:lnTo>
                    <a:pt x="7479" y="3010"/>
                  </a:lnTo>
                  <a:lnTo>
                    <a:pt x="7779" y="2939"/>
                  </a:lnTo>
                  <a:lnTo>
                    <a:pt x="8049" y="2867"/>
                  </a:lnTo>
                  <a:lnTo>
                    <a:pt x="8320" y="2786"/>
                  </a:lnTo>
                  <a:lnTo>
                    <a:pt x="8590" y="2704"/>
                  </a:lnTo>
                  <a:lnTo>
                    <a:pt x="8800" y="2612"/>
                  </a:lnTo>
                  <a:lnTo>
                    <a:pt x="9011" y="2515"/>
                  </a:lnTo>
                  <a:lnTo>
                    <a:pt x="9191" y="2408"/>
                  </a:lnTo>
                  <a:lnTo>
                    <a:pt x="9341" y="2301"/>
                  </a:lnTo>
                  <a:lnTo>
                    <a:pt x="9461" y="2184"/>
                  </a:lnTo>
                  <a:lnTo>
                    <a:pt x="9551" y="2061"/>
                  </a:lnTo>
                  <a:lnTo>
                    <a:pt x="9641" y="1934"/>
                  </a:lnTo>
                  <a:lnTo>
                    <a:pt x="9671" y="1796"/>
                  </a:lnTo>
                  <a:lnTo>
                    <a:pt x="9671" y="1669"/>
                  </a:lnTo>
                  <a:lnTo>
                    <a:pt x="9641" y="1546"/>
                  </a:lnTo>
                  <a:lnTo>
                    <a:pt x="9551" y="1429"/>
                  </a:lnTo>
                  <a:lnTo>
                    <a:pt x="9461" y="1317"/>
                  </a:lnTo>
                  <a:lnTo>
                    <a:pt x="9341" y="1215"/>
                  </a:lnTo>
                  <a:lnTo>
                    <a:pt x="9191" y="1113"/>
                  </a:lnTo>
                  <a:lnTo>
                    <a:pt x="9011" y="1016"/>
                  </a:lnTo>
                  <a:lnTo>
                    <a:pt x="8800" y="929"/>
                  </a:lnTo>
                  <a:lnTo>
                    <a:pt x="8560" y="842"/>
                  </a:lnTo>
                  <a:lnTo>
                    <a:pt x="8320" y="766"/>
                  </a:lnTo>
                  <a:lnTo>
                    <a:pt x="8049" y="689"/>
                  </a:lnTo>
                  <a:lnTo>
                    <a:pt x="7749" y="623"/>
                  </a:lnTo>
                  <a:lnTo>
                    <a:pt x="7449" y="557"/>
                  </a:lnTo>
                  <a:lnTo>
                    <a:pt x="7118" y="495"/>
                  </a:lnTo>
                  <a:lnTo>
                    <a:pt x="6788" y="439"/>
                  </a:lnTo>
                  <a:lnTo>
                    <a:pt x="6428" y="383"/>
                  </a:lnTo>
                  <a:lnTo>
                    <a:pt x="6037" y="337"/>
                  </a:lnTo>
                  <a:lnTo>
                    <a:pt x="5677" y="291"/>
                  </a:lnTo>
                  <a:lnTo>
                    <a:pt x="5286" y="251"/>
                  </a:lnTo>
                  <a:lnTo>
                    <a:pt x="4896" y="215"/>
                  </a:lnTo>
                  <a:lnTo>
                    <a:pt x="4475" y="179"/>
                  </a:lnTo>
                  <a:lnTo>
                    <a:pt x="4085" y="149"/>
                  </a:lnTo>
                  <a:lnTo>
                    <a:pt x="3664" y="123"/>
                  </a:lnTo>
                  <a:lnTo>
                    <a:pt x="3244" y="98"/>
                  </a:lnTo>
                  <a:lnTo>
                    <a:pt x="2403" y="62"/>
                  </a:lnTo>
                  <a:lnTo>
                    <a:pt x="1592" y="31"/>
                  </a:lnTo>
                  <a:lnTo>
                    <a:pt x="781" y="11"/>
                  </a:lnTo>
                  <a:lnTo>
                    <a:pt x="0" y="1"/>
                  </a:lnTo>
                  <a:close/>
                </a:path>
              </a:pathLst>
            </a:custGeom>
            <a:solidFill>
              <a:srgbClr val="00B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3"/>
            <p:cNvSpPr/>
            <p:nvPr/>
          </p:nvSpPr>
          <p:spPr>
            <a:xfrm flipH="1">
              <a:off x="3561209" y="2999673"/>
              <a:ext cx="272412" cy="594015"/>
            </a:xfrm>
            <a:custGeom>
              <a:avLst/>
              <a:gdLst/>
              <a:ahLst/>
              <a:cxnLst/>
              <a:rect l="l" t="t" r="r" b="b"/>
              <a:pathLst>
                <a:path w="9672" h="3577" fill="none" extrusionOk="0">
                  <a:moveTo>
                    <a:pt x="0" y="1"/>
                  </a:moveTo>
                  <a:lnTo>
                    <a:pt x="0" y="1"/>
                  </a:lnTo>
                  <a:lnTo>
                    <a:pt x="781" y="11"/>
                  </a:lnTo>
                  <a:lnTo>
                    <a:pt x="1592" y="31"/>
                  </a:lnTo>
                  <a:lnTo>
                    <a:pt x="2403" y="62"/>
                  </a:lnTo>
                  <a:lnTo>
                    <a:pt x="3244" y="98"/>
                  </a:lnTo>
                  <a:lnTo>
                    <a:pt x="3664" y="123"/>
                  </a:lnTo>
                  <a:lnTo>
                    <a:pt x="4085" y="149"/>
                  </a:lnTo>
                  <a:lnTo>
                    <a:pt x="4475" y="179"/>
                  </a:lnTo>
                  <a:lnTo>
                    <a:pt x="4896" y="215"/>
                  </a:lnTo>
                  <a:lnTo>
                    <a:pt x="5286" y="251"/>
                  </a:lnTo>
                  <a:lnTo>
                    <a:pt x="5677" y="291"/>
                  </a:lnTo>
                  <a:lnTo>
                    <a:pt x="6037" y="337"/>
                  </a:lnTo>
                  <a:lnTo>
                    <a:pt x="6428" y="383"/>
                  </a:lnTo>
                  <a:lnTo>
                    <a:pt x="6788" y="439"/>
                  </a:lnTo>
                  <a:lnTo>
                    <a:pt x="7118" y="495"/>
                  </a:lnTo>
                  <a:lnTo>
                    <a:pt x="7449" y="557"/>
                  </a:lnTo>
                  <a:lnTo>
                    <a:pt x="7749" y="623"/>
                  </a:lnTo>
                  <a:lnTo>
                    <a:pt x="8049" y="689"/>
                  </a:lnTo>
                  <a:lnTo>
                    <a:pt x="8320" y="766"/>
                  </a:lnTo>
                  <a:lnTo>
                    <a:pt x="8560" y="842"/>
                  </a:lnTo>
                  <a:lnTo>
                    <a:pt x="8800" y="929"/>
                  </a:lnTo>
                  <a:lnTo>
                    <a:pt x="9011" y="1016"/>
                  </a:lnTo>
                  <a:lnTo>
                    <a:pt x="9191" y="1113"/>
                  </a:lnTo>
                  <a:lnTo>
                    <a:pt x="9341" y="1215"/>
                  </a:lnTo>
                  <a:lnTo>
                    <a:pt x="9461" y="1317"/>
                  </a:lnTo>
                  <a:lnTo>
                    <a:pt x="9551" y="1429"/>
                  </a:lnTo>
                  <a:lnTo>
                    <a:pt x="9641" y="1546"/>
                  </a:lnTo>
                  <a:lnTo>
                    <a:pt x="9671" y="1669"/>
                  </a:lnTo>
                  <a:lnTo>
                    <a:pt x="9671" y="1796"/>
                  </a:lnTo>
                  <a:lnTo>
                    <a:pt x="9671" y="1796"/>
                  </a:lnTo>
                  <a:lnTo>
                    <a:pt x="9641" y="1934"/>
                  </a:lnTo>
                  <a:lnTo>
                    <a:pt x="9551" y="2061"/>
                  </a:lnTo>
                  <a:lnTo>
                    <a:pt x="9461" y="2184"/>
                  </a:lnTo>
                  <a:lnTo>
                    <a:pt x="9341" y="2301"/>
                  </a:lnTo>
                  <a:lnTo>
                    <a:pt x="9191" y="2408"/>
                  </a:lnTo>
                  <a:lnTo>
                    <a:pt x="9011" y="2515"/>
                  </a:lnTo>
                  <a:lnTo>
                    <a:pt x="8800" y="2612"/>
                  </a:lnTo>
                  <a:lnTo>
                    <a:pt x="8590" y="2704"/>
                  </a:lnTo>
                  <a:lnTo>
                    <a:pt x="8320" y="2786"/>
                  </a:lnTo>
                  <a:lnTo>
                    <a:pt x="8049" y="2867"/>
                  </a:lnTo>
                  <a:lnTo>
                    <a:pt x="7779" y="2939"/>
                  </a:lnTo>
                  <a:lnTo>
                    <a:pt x="7479" y="3010"/>
                  </a:lnTo>
                  <a:lnTo>
                    <a:pt x="7148" y="3071"/>
                  </a:lnTo>
                  <a:lnTo>
                    <a:pt x="6818" y="3132"/>
                  </a:lnTo>
                  <a:lnTo>
                    <a:pt x="6488" y="3189"/>
                  </a:lnTo>
                  <a:lnTo>
                    <a:pt x="6127" y="3234"/>
                  </a:lnTo>
                  <a:lnTo>
                    <a:pt x="5737" y="3280"/>
                  </a:lnTo>
                  <a:lnTo>
                    <a:pt x="5376" y="3326"/>
                  </a:lnTo>
                  <a:lnTo>
                    <a:pt x="4986" y="3362"/>
                  </a:lnTo>
                  <a:lnTo>
                    <a:pt x="4595" y="3398"/>
                  </a:lnTo>
                  <a:lnTo>
                    <a:pt x="4205" y="3423"/>
                  </a:lnTo>
                  <a:lnTo>
                    <a:pt x="3815" y="3454"/>
                  </a:lnTo>
                  <a:lnTo>
                    <a:pt x="3034" y="3495"/>
                  </a:lnTo>
                  <a:lnTo>
                    <a:pt x="2253" y="3530"/>
                  </a:lnTo>
                  <a:lnTo>
                    <a:pt x="1502" y="3556"/>
                  </a:lnTo>
                  <a:lnTo>
                    <a:pt x="751" y="3566"/>
                  </a:lnTo>
                  <a:lnTo>
                    <a:pt x="60" y="3576"/>
                  </a:lnTo>
                  <a:lnTo>
                    <a:pt x="60" y="3576"/>
                  </a:lnTo>
                  <a:lnTo>
                    <a:pt x="60" y="3479"/>
                  </a:lnTo>
                  <a:lnTo>
                    <a:pt x="0" y="3377"/>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3"/>
            <p:cNvSpPr/>
            <p:nvPr/>
          </p:nvSpPr>
          <p:spPr>
            <a:xfrm flipH="1">
              <a:off x="3831901" y="2999673"/>
              <a:ext cx="302886" cy="594845"/>
            </a:xfrm>
            <a:custGeom>
              <a:avLst/>
              <a:gdLst/>
              <a:ahLst/>
              <a:cxnLst/>
              <a:rect l="l" t="t" r="r" b="b"/>
              <a:pathLst>
                <a:path w="10754" h="3582" extrusionOk="0">
                  <a:moveTo>
                    <a:pt x="10092" y="1"/>
                  </a:moveTo>
                  <a:lnTo>
                    <a:pt x="9432" y="6"/>
                  </a:lnTo>
                  <a:lnTo>
                    <a:pt x="8801" y="11"/>
                  </a:lnTo>
                  <a:lnTo>
                    <a:pt x="8110" y="26"/>
                  </a:lnTo>
                  <a:lnTo>
                    <a:pt x="7389" y="47"/>
                  </a:lnTo>
                  <a:lnTo>
                    <a:pt x="6669" y="72"/>
                  </a:lnTo>
                  <a:lnTo>
                    <a:pt x="5948" y="103"/>
                  </a:lnTo>
                  <a:lnTo>
                    <a:pt x="5227" y="143"/>
                  </a:lnTo>
                  <a:lnTo>
                    <a:pt x="4536" y="200"/>
                  </a:lnTo>
                  <a:lnTo>
                    <a:pt x="4176" y="230"/>
                  </a:lnTo>
                  <a:lnTo>
                    <a:pt x="3845" y="261"/>
                  </a:lnTo>
                  <a:lnTo>
                    <a:pt x="3515" y="302"/>
                  </a:lnTo>
                  <a:lnTo>
                    <a:pt x="3185" y="337"/>
                  </a:lnTo>
                  <a:lnTo>
                    <a:pt x="2884" y="383"/>
                  </a:lnTo>
                  <a:lnTo>
                    <a:pt x="2584" y="434"/>
                  </a:lnTo>
                  <a:lnTo>
                    <a:pt x="2283" y="485"/>
                  </a:lnTo>
                  <a:lnTo>
                    <a:pt x="2013" y="541"/>
                  </a:lnTo>
                  <a:lnTo>
                    <a:pt x="1743" y="603"/>
                  </a:lnTo>
                  <a:lnTo>
                    <a:pt x="1503" y="669"/>
                  </a:lnTo>
                  <a:lnTo>
                    <a:pt x="1262" y="740"/>
                  </a:lnTo>
                  <a:lnTo>
                    <a:pt x="1052" y="812"/>
                  </a:lnTo>
                  <a:lnTo>
                    <a:pt x="842" y="893"/>
                  </a:lnTo>
                  <a:lnTo>
                    <a:pt x="662" y="980"/>
                  </a:lnTo>
                  <a:lnTo>
                    <a:pt x="481" y="1072"/>
                  </a:lnTo>
                  <a:lnTo>
                    <a:pt x="361" y="1169"/>
                  </a:lnTo>
                  <a:lnTo>
                    <a:pt x="241" y="1271"/>
                  </a:lnTo>
                  <a:lnTo>
                    <a:pt x="121" y="1383"/>
                  </a:lnTo>
                  <a:lnTo>
                    <a:pt x="61" y="1500"/>
                  </a:lnTo>
                  <a:lnTo>
                    <a:pt x="1" y="1623"/>
                  </a:lnTo>
                  <a:lnTo>
                    <a:pt x="61" y="1704"/>
                  </a:lnTo>
                  <a:lnTo>
                    <a:pt x="61" y="1786"/>
                  </a:lnTo>
                  <a:lnTo>
                    <a:pt x="61" y="1888"/>
                  </a:lnTo>
                  <a:lnTo>
                    <a:pt x="31" y="1995"/>
                  </a:lnTo>
                  <a:lnTo>
                    <a:pt x="121" y="2102"/>
                  </a:lnTo>
                  <a:lnTo>
                    <a:pt x="211" y="2209"/>
                  </a:lnTo>
                  <a:lnTo>
                    <a:pt x="361" y="2306"/>
                  </a:lnTo>
                  <a:lnTo>
                    <a:pt x="511" y="2398"/>
                  </a:lnTo>
                  <a:lnTo>
                    <a:pt x="692" y="2490"/>
                  </a:lnTo>
                  <a:lnTo>
                    <a:pt x="902" y="2576"/>
                  </a:lnTo>
                  <a:lnTo>
                    <a:pt x="1142" y="2658"/>
                  </a:lnTo>
                  <a:lnTo>
                    <a:pt x="1382" y="2735"/>
                  </a:lnTo>
                  <a:lnTo>
                    <a:pt x="1653" y="2811"/>
                  </a:lnTo>
                  <a:lnTo>
                    <a:pt x="1923" y="2883"/>
                  </a:lnTo>
                  <a:lnTo>
                    <a:pt x="2223" y="2949"/>
                  </a:lnTo>
                  <a:lnTo>
                    <a:pt x="2554" y="3010"/>
                  </a:lnTo>
                  <a:lnTo>
                    <a:pt x="2884" y="3066"/>
                  </a:lnTo>
                  <a:lnTo>
                    <a:pt x="3215" y="3122"/>
                  </a:lnTo>
                  <a:lnTo>
                    <a:pt x="3575" y="3173"/>
                  </a:lnTo>
                  <a:lnTo>
                    <a:pt x="3935" y="3224"/>
                  </a:lnTo>
                  <a:lnTo>
                    <a:pt x="4296" y="3270"/>
                  </a:lnTo>
                  <a:lnTo>
                    <a:pt x="4686" y="3311"/>
                  </a:lnTo>
                  <a:lnTo>
                    <a:pt x="5047" y="3347"/>
                  </a:lnTo>
                  <a:lnTo>
                    <a:pt x="5437" y="3382"/>
                  </a:lnTo>
                  <a:lnTo>
                    <a:pt x="6218" y="3444"/>
                  </a:lnTo>
                  <a:lnTo>
                    <a:pt x="6969" y="3495"/>
                  </a:lnTo>
                  <a:lnTo>
                    <a:pt x="7750" y="3530"/>
                  </a:lnTo>
                  <a:lnTo>
                    <a:pt x="8471" y="3556"/>
                  </a:lnTo>
                  <a:lnTo>
                    <a:pt x="9161" y="3576"/>
                  </a:lnTo>
                  <a:lnTo>
                    <a:pt x="9792" y="3581"/>
                  </a:lnTo>
                  <a:lnTo>
                    <a:pt x="9972" y="3581"/>
                  </a:lnTo>
                  <a:lnTo>
                    <a:pt x="10753" y="3576"/>
                  </a:lnTo>
                  <a:lnTo>
                    <a:pt x="10753" y="3479"/>
                  </a:lnTo>
                  <a:lnTo>
                    <a:pt x="10693" y="3377"/>
                  </a:lnTo>
                  <a:lnTo>
                    <a:pt x="10693" y="1"/>
                  </a:lnTo>
                  <a:close/>
                </a:path>
              </a:pathLst>
            </a:custGeom>
            <a:solidFill>
              <a:srgbClr val="006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3"/>
            <p:cNvSpPr/>
            <p:nvPr/>
          </p:nvSpPr>
          <p:spPr>
            <a:xfrm flipH="1">
              <a:off x="3831901" y="2999673"/>
              <a:ext cx="302886" cy="594845"/>
            </a:xfrm>
            <a:custGeom>
              <a:avLst/>
              <a:gdLst/>
              <a:ahLst/>
              <a:cxnLst/>
              <a:rect l="l" t="t" r="r" b="b"/>
              <a:pathLst>
                <a:path w="10754" h="3582" fill="none" extrusionOk="0">
                  <a:moveTo>
                    <a:pt x="10092" y="1"/>
                  </a:moveTo>
                  <a:lnTo>
                    <a:pt x="10092" y="1"/>
                  </a:lnTo>
                  <a:lnTo>
                    <a:pt x="10693" y="1"/>
                  </a:lnTo>
                  <a:lnTo>
                    <a:pt x="10693" y="3377"/>
                  </a:lnTo>
                  <a:lnTo>
                    <a:pt x="10693" y="3377"/>
                  </a:lnTo>
                  <a:lnTo>
                    <a:pt x="10753" y="3479"/>
                  </a:lnTo>
                  <a:lnTo>
                    <a:pt x="10753" y="3576"/>
                  </a:lnTo>
                  <a:lnTo>
                    <a:pt x="10753" y="3576"/>
                  </a:lnTo>
                  <a:lnTo>
                    <a:pt x="9972" y="3581"/>
                  </a:lnTo>
                  <a:lnTo>
                    <a:pt x="9972" y="3581"/>
                  </a:lnTo>
                  <a:lnTo>
                    <a:pt x="9792" y="3581"/>
                  </a:lnTo>
                  <a:lnTo>
                    <a:pt x="9792" y="3581"/>
                  </a:lnTo>
                  <a:lnTo>
                    <a:pt x="9161" y="3576"/>
                  </a:lnTo>
                  <a:lnTo>
                    <a:pt x="8471" y="3556"/>
                  </a:lnTo>
                  <a:lnTo>
                    <a:pt x="7750" y="3530"/>
                  </a:lnTo>
                  <a:lnTo>
                    <a:pt x="6969" y="3495"/>
                  </a:lnTo>
                  <a:lnTo>
                    <a:pt x="6218" y="3444"/>
                  </a:lnTo>
                  <a:lnTo>
                    <a:pt x="5437" y="3382"/>
                  </a:lnTo>
                  <a:lnTo>
                    <a:pt x="5047" y="3347"/>
                  </a:lnTo>
                  <a:lnTo>
                    <a:pt x="4686" y="3311"/>
                  </a:lnTo>
                  <a:lnTo>
                    <a:pt x="4296" y="3270"/>
                  </a:lnTo>
                  <a:lnTo>
                    <a:pt x="3935" y="3224"/>
                  </a:lnTo>
                  <a:lnTo>
                    <a:pt x="3575" y="3173"/>
                  </a:lnTo>
                  <a:lnTo>
                    <a:pt x="3215" y="3122"/>
                  </a:lnTo>
                  <a:lnTo>
                    <a:pt x="2884" y="3066"/>
                  </a:lnTo>
                  <a:lnTo>
                    <a:pt x="2554" y="3010"/>
                  </a:lnTo>
                  <a:lnTo>
                    <a:pt x="2223" y="2949"/>
                  </a:lnTo>
                  <a:lnTo>
                    <a:pt x="1923" y="2883"/>
                  </a:lnTo>
                  <a:lnTo>
                    <a:pt x="1653" y="2811"/>
                  </a:lnTo>
                  <a:lnTo>
                    <a:pt x="1382" y="2735"/>
                  </a:lnTo>
                  <a:lnTo>
                    <a:pt x="1142" y="2658"/>
                  </a:lnTo>
                  <a:lnTo>
                    <a:pt x="902" y="2576"/>
                  </a:lnTo>
                  <a:lnTo>
                    <a:pt x="692" y="2490"/>
                  </a:lnTo>
                  <a:lnTo>
                    <a:pt x="511" y="2398"/>
                  </a:lnTo>
                  <a:lnTo>
                    <a:pt x="361" y="2306"/>
                  </a:lnTo>
                  <a:lnTo>
                    <a:pt x="211" y="2209"/>
                  </a:lnTo>
                  <a:lnTo>
                    <a:pt x="121" y="2102"/>
                  </a:lnTo>
                  <a:lnTo>
                    <a:pt x="31" y="1995"/>
                  </a:lnTo>
                  <a:lnTo>
                    <a:pt x="31" y="1995"/>
                  </a:lnTo>
                  <a:lnTo>
                    <a:pt x="61" y="1888"/>
                  </a:lnTo>
                  <a:lnTo>
                    <a:pt x="61" y="1786"/>
                  </a:lnTo>
                  <a:lnTo>
                    <a:pt x="61" y="1786"/>
                  </a:lnTo>
                  <a:lnTo>
                    <a:pt x="61" y="1704"/>
                  </a:lnTo>
                  <a:lnTo>
                    <a:pt x="1" y="1623"/>
                  </a:lnTo>
                  <a:lnTo>
                    <a:pt x="1" y="1623"/>
                  </a:lnTo>
                  <a:lnTo>
                    <a:pt x="61" y="1500"/>
                  </a:lnTo>
                  <a:lnTo>
                    <a:pt x="121" y="1383"/>
                  </a:lnTo>
                  <a:lnTo>
                    <a:pt x="241" y="1271"/>
                  </a:lnTo>
                  <a:lnTo>
                    <a:pt x="361" y="1169"/>
                  </a:lnTo>
                  <a:lnTo>
                    <a:pt x="481" y="1072"/>
                  </a:lnTo>
                  <a:lnTo>
                    <a:pt x="662" y="980"/>
                  </a:lnTo>
                  <a:lnTo>
                    <a:pt x="842" y="893"/>
                  </a:lnTo>
                  <a:lnTo>
                    <a:pt x="1052" y="812"/>
                  </a:lnTo>
                  <a:lnTo>
                    <a:pt x="1262" y="740"/>
                  </a:lnTo>
                  <a:lnTo>
                    <a:pt x="1503" y="669"/>
                  </a:lnTo>
                  <a:lnTo>
                    <a:pt x="1743" y="603"/>
                  </a:lnTo>
                  <a:lnTo>
                    <a:pt x="2013" y="541"/>
                  </a:lnTo>
                  <a:lnTo>
                    <a:pt x="2283" y="485"/>
                  </a:lnTo>
                  <a:lnTo>
                    <a:pt x="2584" y="434"/>
                  </a:lnTo>
                  <a:lnTo>
                    <a:pt x="2884" y="383"/>
                  </a:lnTo>
                  <a:lnTo>
                    <a:pt x="3185" y="337"/>
                  </a:lnTo>
                  <a:lnTo>
                    <a:pt x="3515" y="302"/>
                  </a:lnTo>
                  <a:lnTo>
                    <a:pt x="3845" y="261"/>
                  </a:lnTo>
                  <a:lnTo>
                    <a:pt x="4176" y="230"/>
                  </a:lnTo>
                  <a:lnTo>
                    <a:pt x="4536" y="200"/>
                  </a:lnTo>
                  <a:lnTo>
                    <a:pt x="5227" y="143"/>
                  </a:lnTo>
                  <a:lnTo>
                    <a:pt x="5948" y="103"/>
                  </a:lnTo>
                  <a:lnTo>
                    <a:pt x="6669" y="72"/>
                  </a:lnTo>
                  <a:lnTo>
                    <a:pt x="7389" y="47"/>
                  </a:lnTo>
                  <a:lnTo>
                    <a:pt x="8110" y="26"/>
                  </a:lnTo>
                  <a:lnTo>
                    <a:pt x="8801" y="11"/>
                  </a:lnTo>
                  <a:lnTo>
                    <a:pt x="8801" y="11"/>
                  </a:lnTo>
                  <a:lnTo>
                    <a:pt x="9432" y="6"/>
                  </a:lnTo>
                  <a:lnTo>
                    <a:pt x="1009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3"/>
            <p:cNvSpPr/>
            <p:nvPr/>
          </p:nvSpPr>
          <p:spPr>
            <a:xfrm flipH="1">
              <a:off x="4133069" y="3269033"/>
              <a:ext cx="2563" cy="62108"/>
            </a:xfrm>
            <a:custGeom>
              <a:avLst/>
              <a:gdLst/>
              <a:ahLst/>
              <a:cxnLst/>
              <a:rect l="l" t="t" r="r" b="b"/>
              <a:pathLst>
                <a:path w="91" h="374" extrusionOk="0">
                  <a:moveTo>
                    <a:pt x="31" y="1"/>
                  </a:moveTo>
                  <a:lnTo>
                    <a:pt x="1" y="67"/>
                  </a:lnTo>
                  <a:lnTo>
                    <a:pt x="1" y="225"/>
                  </a:lnTo>
                  <a:lnTo>
                    <a:pt x="61" y="373"/>
                  </a:lnTo>
                  <a:lnTo>
                    <a:pt x="91" y="266"/>
                  </a:lnTo>
                  <a:lnTo>
                    <a:pt x="91" y="164"/>
                  </a:lnTo>
                  <a:lnTo>
                    <a:pt x="91" y="82"/>
                  </a:lnTo>
                  <a:lnTo>
                    <a:pt x="31" y="1"/>
                  </a:lnTo>
                  <a:close/>
                </a:path>
              </a:pathLst>
            </a:custGeom>
            <a:solidFill>
              <a:srgbClr val="003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3"/>
            <p:cNvSpPr/>
            <p:nvPr/>
          </p:nvSpPr>
          <p:spPr>
            <a:xfrm flipH="1">
              <a:off x="4133069" y="3269033"/>
              <a:ext cx="2563" cy="62108"/>
            </a:xfrm>
            <a:custGeom>
              <a:avLst/>
              <a:gdLst/>
              <a:ahLst/>
              <a:cxnLst/>
              <a:rect l="l" t="t" r="r" b="b"/>
              <a:pathLst>
                <a:path w="91" h="374" fill="none" extrusionOk="0">
                  <a:moveTo>
                    <a:pt x="31" y="1"/>
                  </a:moveTo>
                  <a:lnTo>
                    <a:pt x="31" y="1"/>
                  </a:lnTo>
                  <a:lnTo>
                    <a:pt x="91" y="82"/>
                  </a:lnTo>
                  <a:lnTo>
                    <a:pt x="91" y="164"/>
                  </a:lnTo>
                  <a:lnTo>
                    <a:pt x="91" y="164"/>
                  </a:lnTo>
                  <a:lnTo>
                    <a:pt x="91" y="266"/>
                  </a:lnTo>
                  <a:lnTo>
                    <a:pt x="61" y="373"/>
                  </a:lnTo>
                  <a:lnTo>
                    <a:pt x="61" y="373"/>
                  </a:lnTo>
                  <a:lnTo>
                    <a:pt x="1" y="225"/>
                  </a:lnTo>
                  <a:lnTo>
                    <a:pt x="1" y="67"/>
                  </a:lnTo>
                  <a:lnTo>
                    <a:pt x="1" y="67"/>
                  </a:lnTo>
                  <a:lnTo>
                    <a:pt x="3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3"/>
            <p:cNvSpPr/>
            <p:nvPr/>
          </p:nvSpPr>
          <p:spPr>
            <a:xfrm flipH="1">
              <a:off x="5022116" y="2679498"/>
              <a:ext cx="258048" cy="333126"/>
            </a:xfrm>
            <a:custGeom>
              <a:avLst/>
              <a:gdLst/>
              <a:ahLst/>
              <a:cxnLst/>
              <a:rect l="l" t="t" r="r" b="b"/>
              <a:pathLst>
                <a:path w="9162" h="2006" extrusionOk="0">
                  <a:moveTo>
                    <a:pt x="9161" y="1"/>
                  </a:moveTo>
                  <a:lnTo>
                    <a:pt x="8591" y="16"/>
                  </a:lnTo>
                  <a:lnTo>
                    <a:pt x="8050" y="36"/>
                  </a:lnTo>
                  <a:lnTo>
                    <a:pt x="7510" y="57"/>
                  </a:lnTo>
                  <a:lnTo>
                    <a:pt x="6999" y="87"/>
                  </a:lnTo>
                  <a:lnTo>
                    <a:pt x="6518" y="123"/>
                  </a:lnTo>
                  <a:lnTo>
                    <a:pt x="6038" y="159"/>
                  </a:lnTo>
                  <a:lnTo>
                    <a:pt x="5587" y="200"/>
                  </a:lnTo>
                  <a:lnTo>
                    <a:pt x="5137" y="245"/>
                  </a:lnTo>
                  <a:lnTo>
                    <a:pt x="4716" y="296"/>
                  </a:lnTo>
                  <a:lnTo>
                    <a:pt x="4326" y="353"/>
                  </a:lnTo>
                  <a:lnTo>
                    <a:pt x="3935" y="409"/>
                  </a:lnTo>
                  <a:lnTo>
                    <a:pt x="3575" y="465"/>
                  </a:lnTo>
                  <a:lnTo>
                    <a:pt x="3215" y="531"/>
                  </a:lnTo>
                  <a:lnTo>
                    <a:pt x="2884" y="592"/>
                  </a:lnTo>
                  <a:lnTo>
                    <a:pt x="2584" y="664"/>
                  </a:lnTo>
                  <a:lnTo>
                    <a:pt x="2284" y="730"/>
                  </a:lnTo>
                  <a:lnTo>
                    <a:pt x="2013" y="801"/>
                  </a:lnTo>
                  <a:lnTo>
                    <a:pt x="1773" y="878"/>
                  </a:lnTo>
                  <a:lnTo>
                    <a:pt x="1533" y="954"/>
                  </a:lnTo>
                  <a:lnTo>
                    <a:pt x="1292" y="1031"/>
                  </a:lnTo>
                  <a:lnTo>
                    <a:pt x="1082" y="1107"/>
                  </a:lnTo>
                  <a:lnTo>
                    <a:pt x="902" y="1189"/>
                  </a:lnTo>
                  <a:lnTo>
                    <a:pt x="752" y="1271"/>
                  </a:lnTo>
                  <a:lnTo>
                    <a:pt x="602" y="1352"/>
                  </a:lnTo>
                  <a:lnTo>
                    <a:pt x="331" y="1515"/>
                  </a:lnTo>
                  <a:lnTo>
                    <a:pt x="151" y="1679"/>
                  </a:lnTo>
                  <a:lnTo>
                    <a:pt x="61" y="1842"/>
                  </a:lnTo>
                  <a:lnTo>
                    <a:pt x="1" y="2005"/>
                  </a:lnTo>
                  <a:lnTo>
                    <a:pt x="9161" y="2005"/>
                  </a:lnTo>
                  <a:lnTo>
                    <a:pt x="9161" y="1"/>
                  </a:lnTo>
                  <a:close/>
                </a:path>
              </a:pathLst>
            </a:custGeom>
            <a:solidFill>
              <a:srgbClr val="00B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3"/>
            <p:cNvSpPr/>
            <p:nvPr/>
          </p:nvSpPr>
          <p:spPr>
            <a:xfrm flipH="1">
              <a:off x="5022116" y="2679498"/>
              <a:ext cx="258048" cy="333126"/>
            </a:xfrm>
            <a:custGeom>
              <a:avLst/>
              <a:gdLst/>
              <a:ahLst/>
              <a:cxnLst/>
              <a:rect l="l" t="t" r="r" b="b"/>
              <a:pathLst>
                <a:path w="9162" h="2006" fill="none" extrusionOk="0">
                  <a:moveTo>
                    <a:pt x="9161" y="1"/>
                  </a:moveTo>
                  <a:lnTo>
                    <a:pt x="9161" y="2005"/>
                  </a:lnTo>
                  <a:lnTo>
                    <a:pt x="1" y="2005"/>
                  </a:lnTo>
                  <a:lnTo>
                    <a:pt x="1" y="2005"/>
                  </a:lnTo>
                  <a:lnTo>
                    <a:pt x="61" y="1842"/>
                  </a:lnTo>
                  <a:lnTo>
                    <a:pt x="151" y="1679"/>
                  </a:lnTo>
                  <a:lnTo>
                    <a:pt x="331" y="1515"/>
                  </a:lnTo>
                  <a:lnTo>
                    <a:pt x="602" y="1352"/>
                  </a:lnTo>
                  <a:lnTo>
                    <a:pt x="752" y="1271"/>
                  </a:lnTo>
                  <a:lnTo>
                    <a:pt x="902" y="1189"/>
                  </a:lnTo>
                  <a:lnTo>
                    <a:pt x="1082" y="1107"/>
                  </a:lnTo>
                  <a:lnTo>
                    <a:pt x="1292" y="1031"/>
                  </a:lnTo>
                  <a:lnTo>
                    <a:pt x="1533" y="954"/>
                  </a:lnTo>
                  <a:lnTo>
                    <a:pt x="1773" y="878"/>
                  </a:lnTo>
                  <a:lnTo>
                    <a:pt x="2013" y="801"/>
                  </a:lnTo>
                  <a:lnTo>
                    <a:pt x="2284" y="730"/>
                  </a:lnTo>
                  <a:lnTo>
                    <a:pt x="2584" y="664"/>
                  </a:lnTo>
                  <a:lnTo>
                    <a:pt x="2884" y="592"/>
                  </a:lnTo>
                  <a:lnTo>
                    <a:pt x="3215" y="531"/>
                  </a:lnTo>
                  <a:lnTo>
                    <a:pt x="3575" y="465"/>
                  </a:lnTo>
                  <a:lnTo>
                    <a:pt x="3935" y="409"/>
                  </a:lnTo>
                  <a:lnTo>
                    <a:pt x="4326" y="353"/>
                  </a:lnTo>
                  <a:lnTo>
                    <a:pt x="4716" y="296"/>
                  </a:lnTo>
                  <a:lnTo>
                    <a:pt x="5137" y="245"/>
                  </a:lnTo>
                  <a:lnTo>
                    <a:pt x="5587" y="200"/>
                  </a:lnTo>
                  <a:lnTo>
                    <a:pt x="6038" y="159"/>
                  </a:lnTo>
                  <a:lnTo>
                    <a:pt x="6518" y="123"/>
                  </a:lnTo>
                  <a:lnTo>
                    <a:pt x="6999" y="87"/>
                  </a:lnTo>
                  <a:lnTo>
                    <a:pt x="7510" y="57"/>
                  </a:lnTo>
                  <a:lnTo>
                    <a:pt x="8050" y="36"/>
                  </a:lnTo>
                  <a:lnTo>
                    <a:pt x="8591" y="16"/>
                  </a:lnTo>
                  <a:lnTo>
                    <a:pt x="916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3"/>
            <p:cNvSpPr/>
            <p:nvPr/>
          </p:nvSpPr>
          <p:spPr>
            <a:xfrm flipH="1">
              <a:off x="4668535" y="2677007"/>
              <a:ext cx="353612" cy="335617"/>
            </a:xfrm>
            <a:custGeom>
              <a:avLst/>
              <a:gdLst/>
              <a:ahLst/>
              <a:cxnLst/>
              <a:rect l="l" t="t" r="r" b="b"/>
              <a:pathLst>
                <a:path w="12555" h="2021" extrusionOk="0">
                  <a:moveTo>
                    <a:pt x="1322" y="0"/>
                  </a:moveTo>
                  <a:lnTo>
                    <a:pt x="661" y="5"/>
                  </a:lnTo>
                  <a:lnTo>
                    <a:pt x="0" y="16"/>
                  </a:lnTo>
                  <a:lnTo>
                    <a:pt x="0" y="2020"/>
                  </a:lnTo>
                  <a:lnTo>
                    <a:pt x="12555" y="2020"/>
                  </a:lnTo>
                  <a:lnTo>
                    <a:pt x="12555" y="1933"/>
                  </a:lnTo>
                  <a:lnTo>
                    <a:pt x="12495" y="1847"/>
                  </a:lnTo>
                  <a:lnTo>
                    <a:pt x="12435" y="1760"/>
                  </a:lnTo>
                  <a:lnTo>
                    <a:pt x="12345" y="1673"/>
                  </a:lnTo>
                  <a:lnTo>
                    <a:pt x="12255" y="1587"/>
                  </a:lnTo>
                  <a:lnTo>
                    <a:pt x="12104" y="1500"/>
                  </a:lnTo>
                  <a:lnTo>
                    <a:pt x="11954" y="1413"/>
                  </a:lnTo>
                  <a:lnTo>
                    <a:pt x="11774" y="1326"/>
                  </a:lnTo>
                  <a:lnTo>
                    <a:pt x="11564" y="1240"/>
                  </a:lnTo>
                  <a:lnTo>
                    <a:pt x="11354" y="1153"/>
                  </a:lnTo>
                  <a:lnTo>
                    <a:pt x="11113" y="1066"/>
                  </a:lnTo>
                  <a:lnTo>
                    <a:pt x="10843" y="985"/>
                  </a:lnTo>
                  <a:lnTo>
                    <a:pt x="10543" y="903"/>
                  </a:lnTo>
                  <a:lnTo>
                    <a:pt x="10242" y="827"/>
                  </a:lnTo>
                  <a:lnTo>
                    <a:pt x="9912" y="750"/>
                  </a:lnTo>
                  <a:lnTo>
                    <a:pt x="9582" y="674"/>
                  </a:lnTo>
                  <a:lnTo>
                    <a:pt x="9191" y="602"/>
                  </a:lnTo>
                  <a:lnTo>
                    <a:pt x="8801" y="531"/>
                  </a:lnTo>
                  <a:lnTo>
                    <a:pt x="8410" y="464"/>
                  </a:lnTo>
                  <a:lnTo>
                    <a:pt x="7960" y="403"/>
                  </a:lnTo>
                  <a:lnTo>
                    <a:pt x="7509" y="342"/>
                  </a:lnTo>
                  <a:lnTo>
                    <a:pt x="7059" y="286"/>
                  </a:lnTo>
                  <a:lnTo>
                    <a:pt x="6578" y="235"/>
                  </a:lnTo>
                  <a:lnTo>
                    <a:pt x="6067" y="189"/>
                  </a:lnTo>
                  <a:lnTo>
                    <a:pt x="5527" y="148"/>
                  </a:lnTo>
                  <a:lnTo>
                    <a:pt x="4986" y="107"/>
                  </a:lnTo>
                  <a:lnTo>
                    <a:pt x="4416" y="77"/>
                  </a:lnTo>
                  <a:lnTo>
                    <a:pt x="3845" y="51"/>
                  </a:lnTo>
                  <a:lnTo>
                    <a:pt x="3244" y="31"/>
                  </a:lnTo>
                  <a:lnTo>
                    <a:pt x="2613" y="16"/>
                  </a:lnTo>
                  <a:lnTo>
                    <a:pt x="1983" y="5"/>
                  </a:lnTo>
                  <a:lnTo>
                    <a:pt x="1322" y="0"/>
                  </a:lnTo>
                  <a:close/>
                </a:path>
              </a:pathLst>
            </a:custGeom>
            <a:solidFill>
              <a:srgbClr val="008F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3"/>
            <p:cNvSpPr/>
            <p:nvPr/>
          </p:nvSpPr>
          <p:spPr>
            <a:xfrm flipH="1">
              <a:off x="4668535" y="2677007"/>
              <a:ext cx="353612" cy="335617"/>
            </a:xfrm>
            <a:custGeom>
              <a:avLst/>
              <a:gdLst/>
              <a:ahLst/>
              <a:cxnLst/>
              <a:rect l="l" t="t" r="r" b="b"/>
              <a:pathLst>
                <a:path w="12555" h="2021" fill="none" extrusionOk="0">
                  <a:moveTo>
                    <a:pt x="1322" y="0"/>
                  </a:moveTo>
                  <a:lnTo>
                    <a:pt x="1322" y="0"/>
                  </a:lnTo>
                  <a:lnTo>
                    <a:pt x="1983" y="5"/>
                  </a:lnTo>
                  <a:lnTo>
                    <a:pt x="2613" y="16"/>
                  </a:lnTo>
                  <a:lnTo>
                    <a:pt x="3244" y="31"/>
                  </a:lnTo>
                  <a:lnTo>
                    <a:pt x="3845" y="51"/>
                  </a:lnTo>
                  <a:lnTo>
                    <a:pt x="4416" y="77"/>
                  </a:lnTo>
                  <a:lnTo>
                    <a:pt x="4986" y="107"/>
                  </a:lnTo>
                  <a:lnTo>
                    <a:pt x="5527" y="148"/>
                  </a:lnTo>
                  <a:lnTo>
                    <a:pt x="6067" y="189"/>
                  </a:lnTo>
                  <a:lnTo>
                    <a:pt x="6578" y="235"/>
                  </a:lnTo>
                  <a:lnTo>
                    <a:pt x="7059" y="286"/>
                  </a:lnTo>
                  <a:lnTo>
                    <a:pt x="7509" y="342"/>
                  </a:lnTo>
                  <a:lnTo>
                    <a:pt x="7960" y="403"/>
                  </a:lnTo>
                  <a:lnTo>
                    <a:pt x="8410" y="464"/>
                  </a:lnTo>
                  <a:lnTo>
                    <a:pt x="8801" y="531"/>
                  </a:lnTo>
                  <a:lnTo>
                    <a:pt x="9191" y="602"/>
                  </a:lnTo>
                  <a:lnTo>
                    <a:pt x="9582" y="674"/>
                  </a:lnTo>
                  <a:lnTo>
                    <a:pt x="9912" y="750"/>
                  </a:lnTo>
                  <a:lnTo>
                    <a:pt x="10242" y="827"/>
                  </a:lnTo>
                  <a:lnTo>
                    <a:pt x="10543" y="903"/>
                  </a:lnTo>
                  <a:lnTo>
                    <a:pt x="10843" y="985"/>
                  </a:lnTo>
                  <a:lnTo>
                    <a:pt x="11113" y="1066"/>
                  </a:lnTo>
                  <a:lnTo>
                    <a:pt x="11354" y="1153"/>
                  </a:lnTo>
                  <a:lnTo>
                    <a:pt x="11564" y="1240"/>
                  </a:lnTo>
                  <a:lnTo>
                    <a:pt x="11774" y="1326"/>
                  </a:lnTo>
                  <a:lnTo>
                    <a:pt x="11954" y="1413"/>
                  </a:lnTo>
                  <a:lnTo>
                    <a:pt x="12104" y="1500"/>
                  </a:lnTo>
                  <a:lnTo>
                    <a:pt x="12255" y="1587"/>
                  </a:lnTo>
                  <a:lnTo>
                    <a:pt x="12345" y="1673"/>
                  </a:lnTo>
                  <a:lnTo>
                    <a:pt x="12435" y="1760"/>
                  </a:lnTo>
                  <a:lnTo>
                    <a:pt x="12495" y="1847"/>
                  </a:lnTo>
                  <a:lnTo>
                    <a:pt x="12555" y="1933"/>
                  </a:lnTo>
                  <a:lnTo>
                    <a:pt x="12555" y="2020"/>
                  </a:lnTo>
                  <a:lnTo>
                    <a:pt x="0" y="2020"/>
                  </a:lnTo>
                  <a:lnTo>
                    <a:pt x="0" y="16"/>
                  </a:lnTo>
                  <a:lnTo>
                    <a:pt x="0" y="16"/>
                  </a:lnTo>
                  <a:lnTo>
                    <a:pt x="661" y="5"/>
                  </a:lnTo>
                  <a:lnTo>
                    <a:pt x="132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3"/>
            <p:cNvSpPr/>
            <p:nvPr/>
          </p:nvSpPr>
          <p:spPr>
            <a:xfrm flipH="1">
              <a:off x="5019582" y="3012460"/>
              <a:ext cx="260583" cy="295762"/>
            </a:xfrm>
            <a:custGeom>
              <a:avLst/>
              <a:gdLst/>
              <a:ahLst/>
              <a:cxnLst/>
              <a:rect l="l" t="t" r="r" b="b"/>
              <a:pathLst>
                <a:path w="9252" h="1781" extrusionOk="0">
                  <a:moveTo>
                    <a:pt x="1" y="0"/>
                  </a:moveTo>
                  <a:lnTo>
                    <a:pt x="1" y="15"/>
                  </a:lnTo>
                  <a:lnTo>
                    <a:pt x="31" y="97"/>
                  </a:lnTo>
                  <a:lnTo>
                    <a:pt x="61" y="179"/>
                  </a:lnTo>
                  <a:lnTo>
                    <a:pt x="121" y="260"/>
                  </a:lnTo>
                  <a:lnTo>
                    <a:pt x="211" y="337"/>
                  </a:lnTo>
                  <a:lnTo>
                    <a:pt x="301" y="418"/>
                  </a:lnTo>
                  <a:lnTo>
                    <a:pt x="421" y="495"/>
                  </a:lnTo>
                  <a:lnTo>
                    <a:pt x="572" y="571"/>
                  </a:lnTo>
                  <a:lnTo>
                    <a:pt x="752" y="648"/>
                  </a:lnTo>
                  <a:lnTo>
                    <a:pt x="932" y="724"/>
                  </a:lnTo>
                  <a:lnTo>
                    <a:pt x="1142" y="796"/>
                  </a:lnTo>
                  <a:lnTo>
                    <a:pt x="1382" y="867"/>
                  </a:lnTo>
                  <a:lnTo>
                    <a:pt x="1623" y="939"/>
                  </a:lnTo>
                  <a:lnTo>
                    <a:pt x="1863" y="1010"/>
                  </a:lnTo>
                  <a:lnTo>
                    <a:pt x="2163" y="1076"/>
                  </a:lnTo>
                  <a:lnTo>
                    <a:pt x="2434" y="1138"/>
                  </a:lnTo>
                  <a:lnTo>
                    <a:pt x="2764" y="1199"/>
                  </a:lnTo>
                  <a:lnTo>
                    <a:pt x="3064" y="1260"/>
                  </a:lnTo>
                  <a:lnTo>
                    <a:pt x="3425" y="1316"/>
                  </a:lnTo>
                  <a:lnTo>
                    <a:pt x="3755" y="1372"/>
                  </a:lnTo>
                  <a:lnTo>
                    <a:pt x="4116" y="1423"/>
                  </a:lnTo>
                  <a:lnTo>
                    <a:pt x="4506" y="1469"/>
                  </a:lnTo>
                  <a:lnTo>
                    <a:pt x="4897" y="1515"/>
                  </a:lnTo>
                  <a:lnTo>
                    <a:pt x="5287" y="1561"/>
                  </a:lnTo>
                  <a:lnTo>
                    <a:pt x="5677" y="1597"/>
                  </a:lnTo>
                  <a:lnTo>
                    <a:pt x="6098" y="1632"/>
                  </a:lnTo>
                  <a:lnTo>
                    <a:pt x="6518" y="1668"/>
                  </a:lnTo>
                  <a:lnTo>
                    <a:pt x="6969" y="1694"/>
                  </a:lnTo>
                  <a:lnTo>
                    <a:pt x="7419" y="1719"/>
                  </a:lnTo>
                  <a:lnTo>
                    <a:pt x="7870" y="1739"/>
                  </a:lnTo>
                  <a:lnTo>
                    <a:pt x="8320" y="1760"/>
                  </a:lnTo>
                  <a:lnTo>
                    <a:pt x="8771" y="1770"/>
                  </a:lnTo>
                  <a:lnTo>
                    <a:pt x="9252" y="1780"/>
                  </a:lnTo>
                  <a:lnTo>
                    <a:pt x="9191" y="1637"/>
                  </a:lnTo>
                  <a:lnTo>
                    <a:pt x="9161" y="1490"/>
                  </a:lnTo>
                  <a:lnTo>
                    <a:pt x="9161" y="0"/>
                  </a:lnTo>
                  <a:close/>
                </a:path>
              </a:pathLst>
            </a:custGeom>
            <a:solidFill>
              <a:srgbClr val="006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3"/>
            <p:cNvSpPr/>
            <p:nvPr/>
          </p:nvSpPr>
          <p:spPr>
            <a:xfrm flipH="1">
              <a:off x="5019582" y="3012460"/>
              <a:ext cx="260583" cy="295762"/>
            </a:xfrm>
            <a:custGeom>
              <a:avLst/>
              <a:gdLst/>
              <a:ahLst/>
              <a:cxnLst/>
              <a:rect l="l" t="t" r="r" b="b"/>
              <a:pathLst>
                <a:path w="9252" h="1781" fill="none" extrusionOk="0">
                  <a:moveTo>
                    <a:pt x="9161" y="0"/>
                  </a:moveTo>
                  <a:lnTo>
                    <a:pt x="9161" y="1490"/>
                  </a:lnTo>
                  <a:lnTo>
                    <a:pt x="9161" y="1490"/>
                  </a:lnTo>
                  <a:lnTo>
                    <a:pt x="9191" y="1637"/>
                  </a:lnTo>
                  <a:lnTo>
                    <a:pt x="9252" y="1780"/>
                  </a:lnTo>
                  <a:lnTo>
                    <a:pt x="9252" y="1780"/>
                  </a:lnTo>
                  <a:lnTo>
                    <a:pt x="8771" y="1770"/>
                  </a:lnTo>
                  <a:lnTo>
                    <a:pt x="8320" y="1760"/>
                  </a:lnTo>
                  <a:lnTo>
                    <a:pt x="7870" y="1739"/>
                  </a:lnTo>
                  <a:lnTo>
                    <a:pt x="7419" y="1719"/>
                  </a:lnTo>
                  <a:lnTo>
                    <a:pt x="6969" y="1694"/>
                  </a:lnTo>
                  <a:lnTo>
                    <a:pt x="6518" y="1668"/>
                  </a:lnTo>
                  <a:lnTo>
                    <a:pt x="6098" y="1632"/>
                  </a:lnTo>
                  <a:lnTo>
                    <a:pt x="5677" y="1597"/>
                  </a:lnTo>
                  <a:lnTo>
                    <a:pt x="5287" y="1561"/>
                  </a:lnTo>
                  <a:lnTo>
                    <a:pt x="4897" y="1515"/>
                  </a:lnTo>
                  <a:lnTo>
                    <a:pt x="4506" y="1469"/>
                  </a:lnTo>
                  <a:lnTo>
                    <a:pt x="4116" y="1423"/>
                  </a:lnTo>
                  <a:lnTo>
                    <a:pt x="3755" y="1372"/>
                  </a:lnTo>
                  <a:lnTo>
                    <a:pt x="3425" y="1316"/>
                  </a:lnTo>
                  <a:lnTo>
                    <a:pt x="3064" y="1260"/>
                  </a:lnTo>
                  <a:lnTo>
                    <a:pt x="2764" y="1199"/>
                  </a:lnTo>
                  <a:lnTo>
                    <a:pt x="2434" y="1138"/>
                  </a:lnTo>
                  <a:lnTo>
                    <a:pt x="2163" y="1076"/>
                  </a:lnTo>
                  <a:lnTo>
                    <a:pt x="1863" y="1010"/>
                  </a:lnTo>
                  <a:lnTo>
                    <a:pt x="1623" y="939"/>
                  </a:lnTo>
                  <a:lnTo>
                    <a:pt x="1382" y="867"/>
                  </a:lnTo>
                  <a:lnTo>
                    <a:pt x="1142" y="796"/>
                  </a:lnTo>
                  <a:lnTo>
                    <a:pt x="932" y="724"/>
                  </a:lnTo>
                  <a:lnTo>
                    <a:pt x="752" y="648"/>
                  </a:lnTo>
                  <a:lnTo>
                    <a:pt x="572" y="571"/>
                  </a:lnTo>
                  <a:lnTo>
                    <a:pt x="421" y="495"/>
                  </a:lnTo>
                  <a:lnTo>
                    <a:pt x="301" y="418"/>
                  </a:lnTo>
                  <a:lnTo>
                    <a:pt x="211" y="337"/>
                  </a:lnTo>
                  <a:lnTo>
                    <a:pt x="121" y="260"/>
                  </a:lnTo>
                  <a:lnTo>
                    <a:pt x="61" y="179"/>
                  </a:lnTo>
                  <a:lnTo>
                    <a:pt x="31" y="97"/>
                  </a:lnTo>
                  <a:lnTo>
                    <a:pt x="1" y="15"/>
                  </a:lnTo>
                  <a:lnTo>
                    <a:pt x="1" y="15"/>
                  </a:lnTo>
                  <a:lnTo>
                    <a:pt x="1" y="0"/>
                  </a:lnTo>
                  <a:lnTo>
                    <a:pt x="916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3"/>
            <p:cNvSpPr/>
            <p:nvPr/>
          </p:nvSpPr>
          <p:spPr>
            <a:xfrm flipH="1">
              <a:off x="4668535" y="3012460"/>
              <a:ext cx="353612" cy="295762"/>
            </a:xfrm>
            <a:custGeom>
              <a:avLst/>
              <a:gdLst/>
              <a:ahLst/>
              <a:cxnLst/>
              <a:rect l="l" t="t" r="r" b="b"/>
              <a:pathLst>
                <a:path w="12555" h="1781" extrusionOk="0">
                  <a:moveTo>
                    <a:pt x="0" y="0"/>
                  </a:moveTo>
                  <a:lnTo>
                    <a:pt x="0" y="1490"/>
                  </a:lnTo>
                  <a:lnTo>
                    <a:pt x="30" y="1637"/>
                  </a:lnTo>
                  <a:lnTo>
                    <a:pt x="91" y="1780"/>
                  </a:lnTo>
                  <a:lnTo>
                    <a:pt x="1712" y="1780"/>
                  </a:lnTo>
                  <a:lnTo>
                    <a:pt x="2734" y="1770"/>
                  </a:lnTo>
                  <a:lnTo>
                    <a:pt x="3755" y="1755"/>
                  </a:lnTo>
                  <a:lnTo>
                    <a:pt x="4776" y="1729"/>
                  </a:lnTo>
                  <a:lnTo>
                    <a:pt x="5287" y="1709"/>
                  </a:lnTo>
                  <a:lnTo>
                    <a:pt x="5797" y="1688"/>
                  </a:lnTo>
                  <a:lnTo>
                    <a:pt x="6278" y="1663"/>
                  </a:lnTo>
                  <a:lnTo>
                    <a:pt x="6788" y="1637"/>
                  </a:lnTo>
                  <a:lnTo>
                    <a:pt x="7269" y="1607"/>
                  </a:lnTo>
                  <a:lnTo>
                    <a:pt x="7719" y="1571"/>
                  </a:lnTo>
                  <a:lnTo>
                    <a:pt x="8170" y="1530"/>
                  </a:lnTo>
                  <a:lnTo>
                    <a:pt x="8620" y="1490"/>
                  </a:lnTo>
                  <a:lnTo>
                    <a:pt x="9041" y="1439"/>
                  </a:lnTo>
                  <a:lnTo>
                    <a:pt x="9461" y="1388"/>
                  </a:lnTo>
                  <a:lnTo>
                    <a:pt x="9852" y="1326"/>
                  </a:lnTo>
                  <a:lnTo>
                    <a:pt x="10212" y="1265"/>
                  </a:lnTo>
                  <a:lnTo>
                    <a:pt x="10573" y="1194"/>
                  </a:lnTo>
                  <a:lnTo>
                    <a:pt x="10873" y="1122"/>
                  </a:lnTo>
                  <a:lnTo>
                    <a:pt x="11203" y="1041"/>
                  </a:lnTo>
                  <a:lnTo>
                    <a:pt x="11474" y="954"/>
                  </a:lnTo>
                  <a:lnTo>
                    <a:pt x="11714" y="862"/>
                  </a:lnTo>
                  <a:lnTo>
                    <a:pt x="11924" y="760"/>
                  </a:lnTo>
                  <a:lnTo>
                    <a:pt x="12134" y="653"/>
                  </a:lnTo>
                  <a:lnTo>
                    <a:pt x="12285" y="541"/>
                  </a:lnTo>
                  <a:lnTo>
                    <a:pt x="12405" y="418"/>
                  </a:lnTo>
                  <a:lnTo>
                    <a:pt x="12495" y="291"/>
                  </a:lnTo>
                  <a:lnTo>
                    <a:pt x="12555" y="158"/>
                  </a:lnTo>
                  <a:lnTo>
                    <a:pt x="12555" y="15"/>
                  </a:lnTo>
                  <a:lnTo>
                    <a:pt x="12555" y="0"/>
                  </a:lnTo>
                  <a:close/>
                </a:path>
              </a:pathLst>
            </a:custGeom>
            <a:solidFill>
              <a:srgbClr val="004C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3"/>
            <p:cNvSpPr/>
            <p:nvPr/>
          </p:nvSpPr>
          <p:spPr>
            <a:xfrm flipH="1">
              <a:off x="4668535" y="3012460"/>
              <a:ext cx="353612" cy="295762"/>
            </a:xfrm>
            <a:custGeom>
              <a:avLst/>
              <a:gdLst/>
              <a:ahLst/>
              <a:cxnLst/>
              <a:rect l="l" t="t" r="r" b="b"/>
              <a:pathLst>
                <a:path w="12555" h="1781" fill="none" extrusionOk="0">
                  <a:moveTo>
                    <a:pt x="12555" y="0"/>
                  </a:moveTo>
                  <a:lnTo>
                    <a:pt x="12555" y="0"/>
                  </a:lnTo>
                  <a:lnTo>
                    <a:pt x="12555" y="15"/>
                  </a:lnTo>
                  <a:lnTo>
                    <a:pt x="12555" y="15"/>
                  </a:lnTo>
                  <a:lnTo>
                    <a:pt x="12555" y="158"/>
                  </a:lnTo>
                  <a:lnTo>
                    <a:pt x="12495" y="291"/>
                  </a:lnTo>
                  <a:lnTo>
                    <a:pt x="12405" y="418"/>
                  </a:lnTo>
                  <a:lnTo>
                    <a:pt x="12285" y="541"/>
                  </a:lnTo>
                  <a:lnTo>
                    <a:pt x="12134" y="653"/>
                  </a:lnTo>
                  <a:lnTo>
                    <a:pt x="11924" y="760"/>
                  </a:lnTo>
                  <a:lnTo>
                    <a:pt x="11714" y="862"/>
                  </a:lnTo>
                  <a:lnTo>
                    <a:pt x="11474" y="954"/>
                  </a:lnTo>
                  <a:lnTo>
                    <a:pt x="11203" y="1041"/>
                  </a:lnTo>
                  <a:lnTo>
                    <a:pt x="10873" y="1122"/>
                  </a:lnTo>
                  <a:lnTo>
                    <a:pt x="10573" y="1194"/>
                  </a:lnTo>
                  <a:lnTo>
                    <a:pt x="10212" y="1265"/>
                  </a:lnTo>
                  <a:lnTo>
                    <a:pt x="9852" y="1326"/>
                  </a:lnTo>
                  <a:lnTo>
                    <a:pt x="9461" y="1388"/>
                  </a:lnTo>
                  <a:lnTo>
                    <a:pt x="9041" y="1439"/>
                  </a:lnTo>
                  <a:lnTo>
                    <a:pt x="8620" y="1490"/>
                  </a:lnTo>
                  <a:lnTo>
                    <a:pt x="8170" y="1530"/>
                  </a:lnTo>
                  <a:lnTo>
                    <a:pt x="7719" y="1571"/>
                  </a:lnTo>
                  <a:lnTo>
                    <a:pt x="7269" y="1607"/>
                  </a:lnTo>
                  <a:lnTo>
                    <a:pt x="6788" y="1637"/>
                  </a:lnTo>
                  <a:lnTo>
                    <a:pt x="6278" y="1663"/>
                  </a:lnTo>
                  <a:lnTo>
                    <a:pt x="5797" y="1688"/>
                  </a:lnTo>
                  <a:lnTo>
                    <a:pt x="5287" y="1709"/>
                  </a:lnTo>
                  <a:lnTo>
                    <a:pt x="4776" y="1729"/>
                  </a:lnTo>
                  <a:lnTo>
                    <a:pt x="3755" y="1755"/>
                  </a:lnTo>
                  <a:lnTo>
                    <a:pt x="2734" y="1770"/>
                  </a:lnTo>
                  <a:lnTo>
                    <a:pt x="1712" y="1780"/>
                  </a:lnTo>
                  <a:lnTo>
                    <a:pt x="691" y="1780"/>
                  </a:lnTo>
                  <a:lnTo>
                    <a:pt x="691" y="1780"/>
                  </a:lnTo>
                  <a:lnTo>
                    <a:pt x="91" y="1780"/>
                  </a:lnTo>
                  <a:lnTo>
                    <a:pt x="91" y="1780"/>
                  </a:lnTo>
                  <a:lnTo>
                    <a:pt x="30" y="1637"/>
                  </a:lnTo>
                  <a:lnTo>
                    <a:pt x="0" y="1490"/>
                  </a:lnTo>
                  <a:lnTo>
                    <a:pt x="0" y="0"/>
                  </a:lnTo>
                  <a:lnTo>
                    <a:pt x="1255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3"/>
            <p:cNvSpPr/>
            <p:nvPr/>
          </p:nvSpPr>
          <p:spPr>
            <a:xfrm flipH="1">
              <a:off x="4423218" y="964200"/>
              <a:ext cx="600619" cy="582058"/>
            </a:xfrm>
            <a:custGeom>
              <a:avLst/>
              <a:gdLst/>
              <a:ahLst/>
              <a:cxnLst/>
              <a:rect l="l" t="t" r="r" b="b"/>
              <a:pathLst>
                <a:path w="21325" h="3505" extrusionOk="0">
                  <a:moveTo>
                    <a:pt x="10272" y="1"/>
                  </a:moveTo>
                  <a:lnTo>
                    <a:pt x="9551" y="6"/>
                  </a:lnTo>
                  <a:lnTo>
                    <a:pt x="8771" y="26"/>
                  </a:lnTo>
                  <a:lnTo>
                    <a:pt x="7930" y="57"/>
                  </a:lnTo>
                  <a:lnTo>
                    <a:pt x="7089" y="103"/>
                  </a:lnTo>
                  <a:lnTo>
                    <a:pt x="6638" y="128"/>
                  </a:lnTo>
                  <a:lnTo>
                    <a:pt x="6218" y="159"/>
                  </a:lnTo>
                  <a:lnTo>
                    <a:pt x="5767" y="195"/>
                  </a:lnTo>
                  <a:lnTo>
                    <a:pt x="5347" y="235"/>
                  </a:lnTo>
                  <a:lnTo>
                    <a:pt x="4926" y="276"/>
                  </a:lnTo>
                  <a:lnTo>
                    <a:pt x="4506" y="322"/>
                  </a:lnTo>
                  <a:lnTo>
                    <a:pt x="4085" y="373"/>
                  </a:lnTo>
                  <a:lnTo>
                    <a:pt x="3665" y="424"/>
                  </a:lnTo>
                  <a:lnTo>
                    <a:pt x="3274" y="485"/>
                  </a:lnTo>
                  <a:lnTo>
                    <a:pt x="2914" y="547"/>
                  </a:lnTo>
                  <a:lnTo>
                    <a:pt x="2523" y="613"/>
                  </a:lnTo>
                  <a:lnTo>
                    <a:pt x="2193" y="684"/>
                  </a:lnTo>
                  <a:lnTo>
                    <a:pt x="1863" y="761"/>
                  </a:lnTo>
                  <a:lnTo>
                    <a:pt x="1562" y="842"/>
                  </a:lnTo>
                  <a:lnTo>
                    <a:pt x="1262" y="924"/>
                  </a:lnTo>
                  <a:lnTo>
                    <a:pt x="992" y="1016"/>
                  </a:lnTo>
                  <a:lnTo>
                    <a:pt x="751" y="1108"/>
                  </a:lnTo>
                  <a:lnTo>
                    <a:pt x="541" y="1210"/>
                  </a:lnTo>
                  <a:lnTo>
                    <a:pt x="361" y="1312"/>
                  </a:lnTo>
                  <a:lnTo>
                    <a:pt x="211" y="1424"/>
                  </a:lnTo>
                  <a:lnTo>
                    <a:pt x="121" y="1536"/>
                  </a:lnTo>
                  <a:lnTo>
                    <a:pt x="30" y="1658"/>
                  </a:lnTo>
                  <a:lnTo>
                    <a:pt x="0" y="1781"/>
                  </a:lnTo>
                  <a:lnTo>
                    <a:pt x="0" y="1914"/>
                  </a:lnTo>
                  <a:lnTo>
                    <a:pt x="511" y="1924"/>
                  </a:lnTo>
                  <a:lnTo>
                    <a:pt x="1022" y="1939"/>
                  </a:lnTo>
                  <a:lnTo>
                    <a:pt x="1532" y="1954"/>
                  </a:lnTo>
                  <a:lnTo>
                    <a:pt x="2043" y="1975"/>
                  </a:lnTo>
                  <a:lnTo>
                    <a:pt x="3064" y="2026"/>
                  </a:lnTo>
                  <a:lnTo>
                    <a:pt x="4025" y="2087"/>
                  </a:lnTo>
                  <a:lnTo>
                    <a:pt x="4956" y="2158"/>
                  </a:lnTo>
                  <a:lnTo>
                    <a:pt x="5857" y="2240"/>
                  </a:lnTo>
                  <a:lnTo>
                    <a:pt x="6698" y="2332"/>
                  </a:lnTo>
                  <a:lnTo>
                    <a:pt x="7119" y="2378"/>
                  </a:lnTo>
                  <a:lnTo>
                    <a:pt x="7509" y="2429"/>
                  </a:lnTo>
                  <a:lnTo>
                    <a:pt x="7749" y="2464"/>
                  </a:lnTo>
                  <a:lnTo>
                    <a:pt x="8020" y="2505"/>
                  </a:lnTo>
                  <a:lnTo>
                    <a:pt x="8230" y="2546"/>
                  </a:lnTo>
                  <a:lnTo>
                    <a:pt x="8440" y="2592"/>
                  </a:lnTo>
                  <a:lnTo>
                    <a:pt x="8650" y="2638"/>
                  </a:lnTo>
                  <a:lnTo>
                    <a:pt x="8831" y="2689"/>
                  </a:lnTo>
                  <a:lnTo>
                    <a:pt x="9191" y="2791"/>
                  </a:lnTo>
                  <a:lnTo>
                    <a:pt x="9461" y="2903"/>
                  </a:lnTo>
                  <a:lnTo>
                    <a:pt x="9702" y="3020"/>
                  </a:lnTo>
                  <a:lnTo>
                    <a:pt x="9882" y="3138"/>
                  </a:lnTo>
                  <a:lnTo>
                    <a:pt x="10032" y="3265"/>
                  </a:lnTo>
                  <a:lnTo>
                    <a:pt x="10693" y="3270"/>
                  </a:lnTo>
                  <a:lnTo>
                    <a:pt x="11384" y="3280"/>
                  </a:lnTo>
                  <a:lnTo>
                    <a:pt x="12104" y="3301"/>
                  </a:lnTo>
                  <a:lnTo>
                    <a:pt x="12795" y="3326"/>
                  </a:lnTo>
                  <a:lnTo>
                    <a:pt x="13516" y="3362"/>
                  </a:lnTo>
                  <a:lnTo>
                    <a:pt x="14267" y="3403"/>
                  </a:lnTo>
                  <a:lnTo>
                    <a:pt x="15018" y="3449"/>
                  </a:lnTo>
                  <a:lnTo>
                    <a:pt x="15769" y="3505"/>
                  </a:lnTo>
                  <a:lnTo>
                    <a:pt x="16309" y="3459"/>
                  </a:lnTo>
                  <a:lnTo>
                    <a:pt x="16880" y="3408"/>
                  </a:lnTo>
                  <a:lnTo>
                    <a:pt x="17421" y="3352"/>
                  </a:lnTo>
                  <a:lnTo>
                    <a:pt x="17931" y="3286"/>
                  </a:lnTo>
                  <a:lnTo>
                    <a:pt x="18412" y="3214"/>
                  </a:lnTo>
                  <a:lnTo>
                    <a:pt x="18892" y="3133"/>
                  </a:lnTo>
                  <a:lnTo>
                    <a:pt x="19313" y="3041"/>
                  </a:lnTo>
                  <a:lnTo>
                    <a:pt x="19733" y="2944"/>
                  </a:lnTo>
                  <a:lnTo>
                    <a:pt x="20094" y="2842"/>
                  </a:lnTo>
                  <a:lnTo>
                    <a:pt x="20424" y="2725"/>
                  </a:lnTo>
                  <a:lnTo>
                    <a:pt x="20694" y="2602"/>
                  </a:lnTo>
                  <a:lnTo>
                    <a:pt x="20935" y="2469"/>
                  </a:lnTo>
                  <a:lnTo>
                    <a:pt x="21115" y="2327"/>
                  </a:lnTo>
                  <a:lnTo>
                    <a:pt x="21235" y="2174"/>
                  </a:lnTo>
                  <a:lnTo>
                    <a:pt x="21325" y="2010"/>
                  </a:lnTo>
                  <a:lnTo>
                    <a:pt x="21325" y="1832"/>
                  </a:lnTo>
                  <a:lnTo>
                    <a:pt x="21295" y="1684"/>
                  </a:lnTo>
                  <a:lnTo>
                    <a:pt x="21205" y="1541"/>
                  </a:lnTo>
                  <a:lnTo>
                    <a:pt x="21085" y="1403"/>
                  </a:lnTo>
                  <a:lnTo>
                    <a:pt x="20935" y="1276"/>
                  </a:lnTo>
                  <a:lnTo>
                    <a:pt x="20754" y="1159"/>
                  </a:lnTo>
                  <a:lnTo>
                    <a:pt x="20544" y="1046"/>
                  </a:lnTo>
                  <a:lnTo>
                    <a:pt x="20304" y="944"/>
                  </a:lnTo>
                  <a:lnTo>
                    <a:pt x="20034" y="847"/>
                  </a:lnTo>
                  <a:lnTo>
                    <a:pt x="19733" y="756"/>
                  </a:lnTo>
                  <a:lnTo>
                    <a:pt x="19403" y="674"/>
                  </a:lnTo>
                  <a:lnTo>
                    <a:pt x="19072" y="592"/>
                  </a:lnTo>
                  <a:lnTo>
                    <a:pt x="18712" y="521"/>
                  </a:lnTo>
                  <a:lnTo>
                    <a:pt x="18352" y="460"/>
                  </a:lnTo>
                  <a:lnTo>
                    <a:pt x="17931" y="399"/>
                  </a:lnTo>
                  <a:lnTo>
                    <a:pt x="17541" y="343"/>
                  </a:lnTo>
                  <a:lnTo>
                    <a:pt x="17120" y="292"/>
                  </a:lnTo>
                  <a:lnTo>
                    <a:pt x="16700" y="251"/>
                  </a:lnTo>
                  <a:lnTo>
                    <a:pt x="16249" y="210"/>
                  </a:lnTo>
                  <a:lnTo>
                    <a:pt x="15829" y="174"/>
                  </a:lnTo>
                  <a:lnTo>
                    <a:pt x="15378" y="144"/>
                  </a:lnTo>
                  <a:lnTo>
                    <a:pt x="14928" y="113"/>
                  </a:lnTo>
                  <a:lnTo>
                    <a:pt x="14477" y="87"/>
                  </a:lnTo>
                  <a:lnTo>
                    <a:pt x="13606" y="52"/>
                  </a:lnTo>
                  <a:lnTo>
                    <a:pt x="12735" y="26"/>
                  </a:lnTo>
                  <a:lnTo>
                    <a:pt x="11924" y="11"/>
                  </a:lnTo>
                  <a:lnTo>
                    <a:pt x="11143"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3"/>
            <p:cNvSpPr/>
            <p:nvPr/>
          </p:nvSpPr>
          <p:spPr>
            <a:xfrm flipH="1">
              <a:off x="4423218" y="964200"/>
              <a:ext cx="600619" cy="582058"/>
            </a:xfrm>
            <a:custGeom>
              <a:avLst/>
              <a:gdLst/>
              <a:ahLst/>
              <a:cxnLst/>
              <a:rect l="l" t="t" r="r" b="b"/>
              <a:pathLst>
                <a:path w="21325" h="3505" fill="none" extrusionOk="0">
                  <a:moveTo>
                    <a:pt x="10452" y="1"/>
                  </a:moveTo>
                  <a:lnTo>
                    <a:pt x="10452" y="1"/>
                  </a:lnTo>
                  <a:lnTo>
                    <a:pt x="11143" y="1"/>
                  </a:lnTo>
                  <a:lnTo>
                    <a:pt x="11924" y="11"/>
                  </a:lnTo>
                  <a:lnTo>
                    <a:pt x="12735" y="26"/>
                  </a:lnTo>
                  <a:lnTo>
                    <a:pt x="13606" y="52"/>
                  </a:lnTo>
                  <a:lnTo>
                    <a:pt x="14477" y="87"/>
                  </a:lnTo>
                  <a:lnTo>
                    <a:pt x="14928" y="113"/>
                  </a:lnTo>
                  <a:lnTo>
                    <a:pt x="15378" y="144"/>
                  </a:lnTo>
                  <a:lnTo>
                    <a:pt x="15829" y="174"/>
                  </a:lnTo>
                  <a:lnTo>
                    <a:pt x="16249" y="210"/>
                  </a:lnTo>
                  <a:lnTo>
                    <a:pt x="16700" y="251"/>
                  </a:lnTo>
                  <a:lnTo>
                    <a:pt x="17120" y="292"/>
                  </a:lnTo>
                  <a:lnTo>
                    <a:pt x="17541" y="343"/>
                  </a:lnTo>
                  <a:lnTo>
                    <a:pt x="17931" y="399"/>
                  </a:lnTo>
                  <a:lnTo>
                    <a:pt x="18352" y="460"/>
                  </a:lnTo>
                  <a:lnTo>
                    <a:pt x="18712" y="521"/>
                  </a:lnTo>
                  <a:lnTo>
                    <a:pt x="19072" y="592"/>
                  </a:lnTo>
                  <a:lnTo>
                    <a:pt x="19403" y="674"/>
                  </a:lnTo>
                  <a:lnTo>
                    <a:pt x="19733" y="756"/>
                  </a:lnTo>
                  <a:lnTo>
                    <a:pt x="20034" y="847"/>
                  </a:lnTo>
                  <a:lnTo>
                    <a:pt x="20304" y="944"/>
                  </a:lnTo>
                  <a:lnTo>
                    <a:pt x="20544" y="1046"/>
                  </a:lnTo>
                  <a:lnTo>
                    <a:pt x="20754" y="1159"/>
                  </a:lnTo>
                  <a:lnTo>
                    <a:pt x="20935" y="1276"/>
                  </a:lnTo>
                  <a:lnTo>
                    <a:pt x="21085" y="1403"/>
                  </a:lnTo>
                  <a:lnTo>
                    <a:pt x="21205" y="1541"/>
                  </a:lnTo>
                  <a:lnTo>
                    <a:pt x="21295" y="1684"/>
                  </a:lnTo>
                  <a:lnTo>
                    <a:pt x="21325" y="1832"/>
                  </a:lnTo>
                  <a:lnTo>
                    <a:pt x="21325" y="1832"/>
                  </a:lnTo>
                  <a:lnTo>
                    <a:pt x="21325" y="2010"/>
                  </a:lnTo>
                  <a:lnTo>
                    <a:pt x="21235" y="2174"/>
                  </a:lnTo>
                  <a:lnTo>
                    <a:pt x="21115" y="2327"/>
                  </a:lnTo>
                  <a:lnTo>
                    <a:pt x="20935" y="2469"/>
                  </a:lnTo>
                  <a:lnTo>
                    <a:pt x="20694" y="2602"/>
                  </a:lnTo>
                  <a:lnTo>
                    <a:pt x="20424" y="2725"/>
                  </a:lnTo>
                  <a:lnTo>
                    <a:pt x="20094" y="2842"/>
                  </a:lnTo>
                  <a:lnTo>
                    <a:pt x="19733" y="2944"/>
                  </a:lnTo>
                  <a:lnTo>
                    <a:pt x="19313" y="3041"/>
                  </a:lnTo>
                  <a:lnTo>
                    <a:pt x="18892" y="3133"/>
                  </a:lnTo>
                  <a:lnTo>
                    <a:pt x="18412" y="3214"/>
                  </a:lnTo>
                  <a:lnTo>
                    <a:pt x="17931" y="3286"/>
                  </a:lnTo>
                  <a:lnTo>
                    <a:pt x="17421" y="3352"/>
                  </a:lnTo>
                  <a:lnTo>
                    <a:pt x="16880" y="3408"/>
                  </a:lnTo>
                  <a:lnTo>
                    <a:pt x="16309" y="3459"/>
                  </a:lnTo>
                  <a:lnTo>
                    <a:pt x="15769" y="3505"/>
                  </a:lnTo>
                  <a:lnTo>
                    <a:pt x="15769" y="3505"/>
                  </a:lnTo>
                  <a:lnTo>
                    <a:pt x="15018" y="3449"/>
                  </a:lnTo>
                  <a:lnTo>
                    <a:pt x="14267" y="3403"/>
                  </a:lnTo>
                  <a:lnTo>
                    <a:pt x="13516" y="3362"/>
                  </a:lnTo>
                  <a:lnTo>
                    <a:pt x="12795" y="3326"/>
                  </a:lnTo>
                  <a:lnTo>
                    <a:pt x="12104" y="3301"/>
                  </a:lnTo>
                  <a:lnTo>
                    <a:pt x="11384" y="3280"/>
                  </a:lnTo>
                  <a:lnTo>
                    <a:pt x="10693" y="3270"/>
                  </a:lnTo>
                  <a:lnTo>
                    <a:pt x="10032" y="3265"/>
                  </a:lnTo>
                  <a:lnTo>
                    <a:pt x="10032" y="3265"/>
                  </a:lnTo>
                  <a:lnTo>
                    <a:pt x="9882" y="3138"/>
                  </a:lnTo>
                  <a:lnTo>
                    <a:pt x="9702" y="3020"/>
                  </a:lnTo>
                  <a:lnTo>
                    <a:pt x="9461" y="2903"/>
                  </a:lnTo>
                  <a:lnTo>
                    <a:pt x="9191" y="2791"/>
                  </a:lnTo>
                  <a:lnTo>
                    <a:pt x="8831" y="2689"/>
                  </a:lnTo>
                  <a:lnTo>
                    <a:pt x="8650" y="2638"/>
                  </a:lnTo>
                  <a:lnTo>
                    <a:pt x="8440" y="2592"/>
                  </a:lnTo>
                  <a:lnTo>
                    <a:pt x="8230" y="2546"/>
                  </a:lnTo>
                  <a:lnTo>
                    <a:pt x="8020" y="2505"/>
                  </a:lnTo>
                  <a:lnTo>
                    <a:pt x="7749" y="2464"/>
                  </a:lnTo>
                  <a:lnTo>
                    <a:pt x="7509" y="2429"/>
                  </a:lnTo>
                  <a:lnTo>
                    <a:pt x="7509" y="2429"/>
                  </a:lnTo>
                  <a:lnTo>
                    <a:pt x="7119" y="2378"/>
                  </a:lnTo>
                  <a:lnTo>
                    <a:pt x="6698" y="2332"/>
                  </a:lnTo>
                  <a:lnTo>
                    <a:pt x="5857" y="2240"/>
                  </a:lnTo>
                  <a:lnTo>
                    <a:pt x="4956" y="2158"/>
                  </a:lnTo>
                  <a:lnTo>
                    <a:pt x="4025" y="2087"/>
                  </a:lnTo>
                  <a:lnTo>
                    <a:pt x="3064" y="2026"/>
                  </a:lnTo>
                  <a:lnTo>
                    <a:pt x="2043" y="1975"/>
                  </a:lnTo>
                  <a:lnTo>
                    <a:pt x="1532" y="1954"/>
                  </a:lnTo>
                  <a:lnTo>
                    <a:pt x="1022" y="1939"/>
                  </a:lnTo>
                  <a:lnTo>
                    <a:pt x="511" y="1924"/>
                  </a:lnTo>
                  <a:lnTo>
                    <a:pt x="0" y="1914"/>
                  </a:lnTo>
                  <a:lnTo>
                    <a:pt x="0" y="1914"/>
                  </a:lnTo>
                  <a:lnTo>
                    <a:pt x="0" y="1781"/>
                  </a:lnTo>
                  <a:lnTo>
                    <a:pt x="30" y="1658"/>
                  </a:lnTo>
                  <a:lnTo>
                    <a:pt x="121" y="1536"/>
                  </a:lnTo>
                  <a:lnTo>
                    <a:pt x="211" y="1424"/>
                  </a:lnTo>
                  <a:lnTo>
                    <a:pt x="361" y="1312"/>
                  </a:lnTo>
                  <a:lnTo>
                    <a:pt x="541" y="1210"/>
                  </a:lnTo>
                  <a:lnTo>
                    <a:pt x="751" y="1108"/>
                  </a:lnTo>
                  <a:lnTo>
                    <a:pt x="992" y="1016"/>
                  </a:lnTo>
                  <a:lnTo>
                    <a:pt x="1262" y="924"/>
                  </a:lnTo>
                  <a:lnTo>
                    <a:pt x="1562" y="842"/>
                  </a:lnTo>
                  <a:lnTo>
                    <a:pt x="1863" y="761"/>
                  </a:lnTo>
                  <a:lnTo>
                    <a:pt x="2193" y="684"/>
                  </a:lnTo>
                  <a:lnTo>
                    <a:pt x="2523" y="613"/>
                  </a:lnTo>
                  <a:lnTo>
                    <a:pt x="2914" y="547"/>
                  </a:lnTo>
                  <a:lnTo>
                    <a:pt x="3274" y="485"/>
                  </a:lnTo>
                  <a:lnTo>
                    <a:pt x="3665" y="424"/>
                  </a:lnTo>
                  <a:lnTo>
                    <a:pt x="4085" y="373"/>
                  </a:lnTo>
                  <a:lnTo>
                    <a:pt x="4506" y="322"/>
                  </a:lnTo>
                  <a:lnTo>
                    <a:pt x="4926" y="276"/>
                  </a:lnTo>
                  <a:lnTo>
                    <a:pt x="5347" y="235"/>
                  </a:lnTo>
                  <a:lnTo>
                    <a:pt x="5767" y="195"/>
                  </a:lnTo>
                  <a:lnTo>
                    <a:pt x="6218" y="159"/>
                  </a:lnTo>
                  <a:lnTo>
                    <a:pt x="6638" y="128"/>
                  </a:lnTo>
                  <a:lnTo>
                    <a:pt x="7089" y="103"/>
                  </a:lnTo>
                  <a:lnTo>
                    <a:pt x="7930" y="57"/>
                  </a:lnTo>
                  <a:lnTo>
                    <a:pt x="8771" y="26"/>
                  </a:lnTo>
                  <a:lnTo>
                    <a:pt x="9551" y="6"/>
                  </a:lnTo>
                  <a:lnTo>
                    <a:pt x="10272" y="1"/>
                  </a:lnTo>
                  <a:lnTo>
                    <a:pt x="10272" y="1"/>
                  </a:lnTo>
                  <a:lnTo>
                    <a:pt x="1045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3"/>
            <p:cNvSpPr/>
            <p:nvPr/>
          </p:nvSpPr>
          <p:spPr>
            <a:xfrm flipH="1">
              <a:off x="4579705" y="1506406"/>
              <a:ext cx="161611" cy="69581"/>
            </a:xfrm>
            <a:custGeom>
              <a:avLst/>
              <a:gdLst/>
              <a:ahLst/>
              <a:cxnLst/>
              <a:rect l="l" t="t" r="r" b="b"/>
              <a:pathLst>
                <a:path w="5738" h="419" extrusionOk="0">
                  <a:moveTo>
                    <a:pt x="1" y="0"/>
                  </a:moveTo>
                  <a:lnTo>
                    <a:pt x="91" y="102"/>
                  </a:lnTo>
                  <a:lnTo>
                    <a:pt x="151" y="204"/>
                  </a:lnTo>
                  <a:lnTo>
                    <a:pt x="181" y="311"/>
                  </a:lnTo>
                  <a:lnTo>
                    <a:pt x="211" y="413"/>
                  </a:lnTo>
                  <a:lnTo>
                    <a:pt x="542" y="418"/>
                  </a:lnTo>
                  <a:lnTo>
                    <a:pt x="1142" y="413"/>
                  </a:lnTo>
                  <a:lnTo>
                    <a:pt x="1743" y="408"/>
                  </a:lnTo>
                  <a:lnTo>
                    <a:pt x="2404" y="393"/>
                  </a:lnTo>
                  <a:lnTo>
                    <a:pt x="3065" y="378"/>
                  </a:lnTo>
                  <a:lnTo>
                    <a:pt x="3725" y="352"/>
                  </a:lnTo>
                  <a:lnTo>
                    <a:pt x="4386" y="322"/>
                  </a:lnTo>
                  <a:lnTo>
                    <a:pt x="5077" y="286"/>
                  </a:lnTo>
                  <a:lnTo>
                    <a:pt x="5738" y="240"/>
                  </a:lnTo>
                  <a:lnTo>
                    <a:pt x="4987" y="184"/>
                  </a:lnTo>
                  <a:lnTo>
                    <a:pt x="4236" y="138"/>
                  </a:lnTo>
                  <a:lnTo>
                    <a:pt x="3485" y="97"/>
                  </a:lnTo>
                  <a:lnTo>
                    <a:pt x="2764" y="61"/>
                  </a:lnTo>
                  <a:lnTo>
                    <a:pt x="2073" y="36"/>
                  </a:lnTo>
                  <a:lnTo>
                    <a:pt x="1353" y="15"/>
                  </a:lnTo>
                  <a:lnTo>
                    <a:pt x="662" y="5"/>
                  </a:lnTo>
                  <a:lnTo>
                    <a:pt x="1" y="0"/>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3"/>
            <p:cNvSpPr/>
            <p:nvPr/>
          </p:nvSpPr>
          <p:spPr>
            <a:xfrm flipH="1">
              <a:off x="4579705" y="1506406"/>
              <a:ext cx="161611" cy="69581"/>
            </a:xfrm>
            <a:custGeom>
              <a:avLst/>
              <a:gdLst/>
              <a:ahLst/>
              <a:cxnLst/>
              <a:rect l="l" t="t" r="r" b="b"/>
              <a:pathLst>
                <a:path w="5738" h="419" fill="none" extrusionOk="0">
                  <a:moveTo>
                    <a:pt x="1" y="0"/>
                  </a:moveTo>
                  <a:lnTo>
                    <a:pt x="1" y="0"/>
                  </a:lnTo>
                  <a:lnTo>
                    <a:pt x="662" y="5"/>
                  </a:lnTo>
                  <a:lnTo>
                    <a:pt x="1353" y="15"/>
                  </a:lnTo>
                  <a:lnTo>
                    <a:pt x="2073" y="36"/>
                  </a:lnTo>
                  <a:lnTo>
                    <a:pt x="2764" y="61"/>
                  </a:lnTo>
                  <a:lnTo>
                    <a:pt x="3485" y="97"/>
                  </a:lnTo>
                  <a:lnTo>
                    <a:pt x="4236" y="138"/>
                  </a:lnTo>
                  <a:lnTo>
                    <a:pt x="4987" y="184"/>
                  </a:lnTo>
                  <a:lnTo>
                    <a:pt x="5738" y="240"/>
                  </a:lnTo>
                  <a:lnTo>
                    <a:pt x="5738" y="240"/>
                  </a:lnTo>
                  <a:lnTo>
                    <a:pt x="5077" y="286"/>
                  </a:lnTo>
                  <a:lnTo>
                    <a:pt x="4386" y="322"/>
                  </a:lnTo>
                  <a:lnTo>
                    <a:pt x="3725" y="352"/>
                  </a:lnTo>
                  <a:lnTo>
                    <a:pt x="3065" y="378"/>
                  </a:lnTo>
                  <a:lnTo>
                    <a:pt x="2404" y="393"/>
                  </a:lnTo>
                  <a:lnTo>
                    <a:pt x="1743" y="408"/>
                  </a:lnTo>
                  <a:lnTo>
                    <a:pt x="1142" y="413"/>
                  </a:lnTo>
                  <a:lnTo>
                    <a:pt x="542" y="418"/>
                  </a:lnTo>
                  <a:lnTo>
                    <a:pt x="542" y="418"/>
                  </a:lnTo>
                  <a:lnTo>
                    <a:pt x="211" y="413"/>
                  </a:lnTo>
                  <a:lnTo>
                    <a:pt x="211" y="413"/>
                  </a:lnTo>
                  <a:lnTo>
                    <a:pt x="181" y="311"/>
                  </a:lnTo>
                  <a:lnTo>
                    <a:pt x="151" y="204"/>
                  </a:lnTo>
                  <a:lnTo>
                    <a:pt x="91" y="102"/>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3"/>
            <p:cNvSpPr/>
            <p:nvPr/>
          </p:nvSpPr>
          <p:spPr>
            <a:xfrm flipH="1">
              <a:off x="4741285" y="1281885"/>
              <a:ext cx="282551" cy="261054"/>
            </a:xfrm>
            <a:custGeom>
              <a:avLst/>
              <a:gdLst/>
              <a:ahLst/>
              <a:cxnLst/>
              <a:rect l="l" t="t" r="r" b="b"/>
              <a:pathLst>
                <a:path w="10032" h="1572" extrusionOk="0">
                  <a:moveTo>
                    <a:pt x="0" y="1"/>
                  </a:moveTo>
                  <a:lnTo>
                    <a:pt x="0" y="31"/>
                  </a:lnTo>
                  <a:lnTo>
                    <a:pt x="60" y="194"/>
                  </a:lnTo>
                  <a:lnTo>
                    <a:pt x="151" y="352"/>
                  </a:lnTo>
                  <a:lnTo>
                    <a:pt x="301" y="495"/>
                  </a:lnTo>
                  <a:lnTo>
                    <a:pt x="481" y="628"/>
                  </a:lnTo>
                  <a:lnTo>
                    <a:pt x="691" y="755"/>
                  </a:lnTo>
                  <a:lnTo>
                    <a:pt x="931" y="868"/>
                  </a:lnTo>
                  <a:lnTo>
                    <a:pt x="1232" y="975"/>
                  </a:lnTo>
                  <a:lnTo>
                    <a:pt x="1532" y="1072"/>
                  </a:lnTo>
                  <a:lnTo>
                    <a:pt x="1863" y="1158"/>
                  </a:lnTo>
                  <a:lnTo>
                    <a:pt x="2253" y="1240"/>
                  </a:lnTo>
                  <a:lnTo>
                    <a:pt x="2613" y="1311"/>
                  </a:lnTo>
                  <a:lnTo>
                    <a:pt x="3034" y="1373"/>
                  </a:lnTo>
                  <a:lnTo>
                    <a:pt x="3454" y="1434"/>
                  </a:lnTo>
                  <a:lnTo>
                    <a:pt x="3905" y="1485"/>
                  </a:lnTo>
                  <a:lnTo>
                    <a:pt x="4355" y="1531"/>
                  </a:lnTo>
                  <a:lnTo>
                    <a:pt x="4836" y="1572"/>
                  </a:lnTo>
                  <a:lnTo>
                    <a:pt x="5407" y="1521"/>
                  </a:lnTo>
                  <a:lnTo>
                    <a:pt x="5977" y="1475"/>
                  </a:lnTo>
                  <a:lnTo>
                    <a:pt x="6578" y="1439"/>
                  </a:lnTo>
                  <a:lnTo>
                    <a:pt x="7179" y="1408"/>
                  </a:lnTo>
                  <a:lnTo>
                    <a:pt x="7809" y="1383"/>
                  </a:lnTo>
                  <a:lnTo>
                    <a:pt x="8470" y="1367"/>
                  </a:lnTo>
                  <a:lnTo>
                    <a:pt x="9131" y="1352"/>
                  </a:lnTo>
                  <a:lnTo>
                    <a:pt x="10032" y="1352"/>
                  </a:lnTo>
                  <a:lnTo>
                    <a:pt x="9882" y="1225"/>
                  </a:lnTo>
                  <a:lnTo>
                    <a:pt x="9702" y="1107"/>
                  </a:lnTo>
                  <a:lnTo>
                    <a:pt x="9461" y="990"/>
                  </a:lnTo>
                  <a:lnTo>
                    <a:pt x="9191" y="878"/>
                  </a:lnTo>
                  <a:lnTo>
                    <a:pt x="8831" y="776"/>
                  </a:lnTo>
                  <a:lnTo>
                    <a:pt x="8650" y="725"/>
                  </a:lnTo>
                  <a:lnTo>
                    <a:pt x="8440" y="679"/>
                  </a:lnTo>
                  <a:lnTo>
                    <a:pt x="8230" y="633"/>
                  </a:lnTo>
                  <a:lnTo>
                    <a:pt x="8020" y="592"/>
                  </a:lnTo>
                  <a:lnTo>
                    <a:pt x="7749" y="551"/>
                  </a:lnTo>
                  <a:lnTo>
                    <a:pt x="7509" y="516"/>
                  </a:lnTo>
                  <a:lnTo>
                    <a:pt x="7119" y="465"/>
                  </a:lnTo>
                  <a:lnTo>
                    <a:pt x="6698" y="419"/>
                  </a:lnTo>
                  <a:lnTo>
                    <a:pt x="5857" y="327"/>
                  </a:lnTo>
                  <a:lnTo>
                    <a:pt x="4956" y="245"/>
                  </a:lnTo>
                  <a:lnTo>
                    <a:pt x="4025" y="174"/>
                  </a:lnTo>
                  <a:lnTo>
                    <a:pt x="3064" y="113"/>
                  </a:lnTo>
                  <a:lnTo>
                    <a:pt x="2043" y="62"/>
                  </a:lnTo>
                  <a:lnTo>
                    <a:pt x="1532" y="41"/>
                  </a:lnTo>
                  <a:lnTo>
                    <a:pt x="1022" y="26"/>
                  </a:lnTo>
                  <a:lnTo>
                    <a:pt x="511" y="11"/>
                  </a:lnTo>
                  <a:lnTo>
                    <a:pt x="0" y="1"/>
                  </a:lnTo>
                  <a:close/>
                </a:path>
              </a:pathLst>
            </a:custGeom>
            <a:solidFill>
              <a:srgbClr val="0062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3"/>
            <p:cNvSpPr/>
            <p:nvPr/>
          </p:nvSpPr>
          <p:spPr>
            <a:xfrm flipH="1">
              <a:off x="4741285" y="1281885"/>
              <a:ext cx="282551" cy="261054"/>
            </a:xfrm>
            <a:custGeom>
              <a:avLst/>
              <a:gdLst/>
              <a:ahLst/>
              <a:cxnLst/>
              <a:rect l="l" t="t" r="r" b="b"/>
              <a:pathLst>
                <a:path w="10032" h="1572" fill="none" extrusionOk="0">
                  <a:moveTo>
                    <a:pt x="0" y="1"/>
                  </a:moveTo>
                  <a:lnTo>
                    <a:pt x="0" y="1"/>
                  </a:lnTo>
                  <a:lnTo>
                    <a:pt x="511" y="11"/>
                  </a:lnTo>
                  <a:lnTo>
                    <a:pt x="1022" y="26"/>
                  </a:lnTo>
                  <a:lnTo>
                    <a:pt x="1532" y="41"/>
                  </a:lnTo>
                  <a:lnTo>
                    <a:pt x="2043" y="62"/>
                  </a:lnTo>
                  <a:lnTo>
                    <a:pt x="3064" y="113"/>
                  </a:lnTo>
                  <a:lnTo>
                    <a:pt x="4025" y="174"/>
                  </a:lnTo>
                  <a:lnTo>
                    <a:pt x="4956" y="245"/>
                  </a:lnTo>
                  <a:lnTo>
                    <a:pt x="5857" y="327"/>
                  </a:lnTo>
                  <a:lnTo>
                    <a:pt x="6698" y="419"/>
                  </a:lnTo>
                  <a:lnTo>
                    <a:pt x="7119" y="465"/>
                  </a:lnTo>
                  <a:lnTo>
                    <a:pt x="7509" y="516"/>
                  </a:lnTo>
                  <a:lnTo>
                    <a:pt x="7509" y="516"/>
                  </a:lnTo>
                  <a:lnTo>
                    <a:pt x="7749" y="551"/>
                  </a:lnTo>
                  <a:lnTo>
                    <a:pt x="8020" y="592"/>
                  </a:lnTo>
                  <a:lnTo>
                    <a:pt x="8230" y="633"/>
                  </a:lnTo>
                  <a:lnTo>
                    <a:pt x="8440" y="679"/>
                  </a:lnTo>
                  <a:lnTo>
                    <a:pt x="8650" y="725"/>
                  </a:lnTo>
                  <a:lnTo>
                    <a:pt x="8831" y="776"/>
                  </a:lnTo>
                  <a:lnTo>
                    <a:pt x="9191" y="878"/>
                  </a:lnTo>
                  <a:lnTo>
                    <a:pt x="9461" y="990"/>
                  </a:lnTo>
                  <a:lnTo>
                    <a:pt x="9702" y="1107"/>
                  </a:lnTo>
                  <a:lnTo>
                    <a:pt x="9882" y="1225"/>
                  </a:lnTo>
                  <a:lnTo>
                    <a:pt x="10032" y="1352"/>
                  </a:lnTo>
                  <a:lnTo>
                    <a:pt x="10032" y="1352"/>
                  </a:lnTo>
                  <a:lnTo>
                    <a:pt x="9822" y="1352"/>
                  </a:lnTo>
                  <a:lnTo>
                    <a:pt x="9822" y="1352"/>
                  </a:lnTo>
                  <a:lnTo>
                    <a:pt x="9131" y="1352"/>
                  </a:lnTo>
                  <a:lnTo>
                    <a:pt x="8470" y="1367"/>
                  </a:lnTo>
                  <a:lnTo>
                    <a:pt x="7809" y="1383"/>
                  </a:lnTo>
                  <a:lnTo>
                    <a:pt x="7179" y="1408"/>
                  </a:lnTo>
                  <a:lnTo>
                    <a:pt x="6578" y="1439"/>
                  </a:lnTo>
                  <a:lnTo>
                    <a:pt x="5977" y="1475"/>
                  </a:lnTo>
                  <a:lnTo>
                    <a:pt x="5407" y="1521"/>
                  </a:lnTo>
                  <a:lnTo>
                    <a:pt x="4836" y="1572"/>
                  </a:lnTo>
                  <a:lnTo>
                    <a:pt x="4836" y="1572"/>
                  </a:lnTo>
                  <a:lnTo>
                    <a:pt x="4355" y="1531"/>
                  </a:lnTo>
                  <a:lnTo>
                    <a:pt x="3905" y="1485"/>
                  </a:lnTo>
                  <a:lnTo>
                    <a:pt x="3454" y="1434"/>
                  </a:lnTo>
                  <a:lnTo>
                    <a:pt x="3034" y="1373"/>
                  </a:lnTo>
                  <a:lnTo>
                    <a:pt x="2613" y="1311"/>
                  </a:lnTo>
                  <a:lnTo>
                    <a:pt x="2253" y="1240"/>
                  </a:lnTo>
                  <a:lnTo>
                    <a:pt x="1863" y="1158"/>
                  </a:lnTo>
                  <a:lnTo>
                    <a:pt x="1532" y="1072"/>
                  </a:lnTo>
                  <a:lnTo>
                    <a:pt x="1232" y="975"/>
                  </a:lnTo>
                  <a:lnTo>
                    <a:pt x="931" y="868"/>
                  </a:lnTo>
                  <a:lnTo>
                    <a:pt x="691" y="755"/>
                  </a:lnTo>
                  <a:lnTo>
                    <a:pt x="481" y="628"/>
                  </a:lnTo>
                  <a:lnTo>
                    <a:pt x="301" y="495"/>
                  </a:lnTo>
                  <a:lnTo>
                    <a:pt x="151" y="352"/>
                  </a:lnTo>
                  <a:lnTo>
                    <a:pt x="60" y="194"/>
                  </a:lnTo>
                  <a:lnTo>
                    <a:pt x="0" y="31"/>
                  </a:lnTo>
                  <a:lnTo>
                    <a:pt x="0" y="3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3"/>
            <p:cNvSpPr/>
            <p:nvPr/>
          </p:nvSpPr>
          <p:spPr>
            <a:xfrm flipH="1">
              <a:off x="4735343" y="1506406"/>
              <a:ext cx="152316" cy="68751"/>
            </a:xfrm>
            <a:custGeom>
              <a:avLst/>
              <a:gdLst/>
              <a:ahLst/>
              <a:cxnLst/>
              <a:rect l="l" t="t" r="r" b="b"/>
              <a:pathLst>
                <a:path w="5408" h="414" extrusionOk="0">
                  <a:moveTo>
                    <a:pt x="4296" y="0"/>
                  </a:moveTo>
                  <a:lnTo>
                    <a:pt x="3635" y="15"/>
                  </a:lnTo>
                  <a:lnTo>
                    <a:pt x="2974" y="31"/>
                  </a:lnTo>
                  <a:lnTo>
                    <a:pt x="2344" y="56"/>
                  </a:lnTo>
                  <a:lnTo>
                    <a:pt x="1743" y="87"/>
                  </a:lnTo>
                  <a:lnTo>
                    <a:pt x="1142" y="123"/>
                  </a:lnTo>
                  <a:lnTo>
                    <a:pt x="572" y="169"/>
                  </a:lnTo>
                  <a:lnTo>
                    <a:pt x="1" y="220"/>
                  </a:lnTo>
                  <a:lnTo>
                    <a:pt x="542" y="260"/>
                  </a:lnTo>
                  <a:lnTo>
                    <a:pt x="1082" y="291"/>
                  </a:lnTo>
                  <a:lnTo>
                    <a:pt x="1653" y="322"/>
                  </a:lnTo>
                  <a:lnTo>
                    <a:pt x="2224" y="347"/>
                  </a:lnTo>
                  <a:lnTo>
                    <a:pt x="2764" y="367"/>
                  </a:lnTo>
                  <a:lnTo>
                    <a:pt x="3335" y="383"/>
                  </a:lnTo>
                  <a:lnTo>
                    <a:pt x="4416" y="403"/>
                  </a:lnTo>
                  <a:lnTo>
                    <a:pt x="4897" y="413"/>
                  </a:lnTo>
                  <a:lnTo>
                    <a:pt x="5407" y="413"/>
                  </a:lnTo>
                  <a:lnTo>
                    <a:pt x="5377" y="311"/>
                  </a:lnTo>
                  <a:lnTo>
                    <a:pt x="5347" y="204"/>
                  </a:lnTo>
                  <a:lnTo>
                    <a:pt x="5287" y="102"/>
                  </a:lnTo>
                  <a:lnTo>
                    <a:pt x="5197" y="0"/>
                  </a:lnTo>
                  <a:close/>
                </a:path>
              </a:pathLst>
            </a:custGeom>
            <a:solidFill>
              <a:srgbClr val="004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3"/>
            <p:cNvSpPr/>
            <p:nvPr/>
          </p:nvSpPr>
          <p:spPr>
            <a:xfrm flipH="1">
              <a:off x="4735343" y="1506406"/>
              <a:ext cx="152316" cy="68751"/>
            </a:xfrm>
            <a:custGeom>
              <a:avLst/>
              <a:gdLst/>
              <a:ahLst/>
              <a:cxnLst/>
              <a:rect l="l" t="t" r="r" b="b"/>
              <a:pathLst>
                <a:path w="5408" h="414" fill="none" extrusionOk="0">
                  <a:moveTo>
                    <a:pt x="4987" y="0"/>
                  </a:moveTo>
                  <a:lnTo>
                    <a:pt x="4987" y="0"/>
                  </a:lnTo>
                  <a:lnTo>
                    <a:pt x="5197" y="0"/>
                  </a:lnTo>
                  <a:lnTo>
                    <a:pt x="5197" y="0"/>
                  </a:lnTo>
                  <a:lnTo>
                    <a:pt x="5287" y="102"/>
                  </a:lnTo>
                  <a:lnTo>
                    <a:pt x="5347" y="204"/>
                  </a:lnTo>
                  <a:lnTo>
                    <a:pt x="5377" y="311"/>
                  </a:lnTo>
                  <a:lnTo>
                    <a:pt x="5407" y="413"/>
                  </a:lnTo>
                  <a:lnTo>
                    <a:pt x="5407" y="413"/>
                  </a:lnTo>
                  <a:lnTo>
                    <a:pt x="4897" y="413"/>
                  </a:lnTo>
                  <a:lnTo>
                    <a:pt x="4416" y="403"/>
                  </a:lnTo>
                  <a:lnTo>
                    <a:pt x="4416" y="403"/>
                  </a:lnTo>
                  <a:lnTo>
                    <a:pt x="3335" y="383"/>
                  </a:lnTo>
                  <a:lnTo>
                    <a:pt x="2764" y="367"/>
                  </a:lnTo>
                  <a:lnTo>
                    <a:pt x="2224" y="347"/>
                  </a:lnTo>
                  <a:lnTo>
                    <a:pt x="1653" y="322"/>
                  </a:lnTo>
                  <a:lnTo>
                    <a:pt x="1082" y="291"/>
                  </a:lnTo>
                  <a:lnTo>
                    <a:pt x="542" y="260"/>
                  </a:lnTo>
                  <a:lnTo>
                    <a:pt x="1" y="220"/>
                  </a:lnTo>
                  <a:lnTo>
                    <a:pt x="1" y="220"/>
                  </a:lnTo>
                  <a:lnTo>
                    <a:pt x="572" y="169"/>
                  </a:lnTo>
                  <a:lnTo>
                    <a:pt x="1142" y="123"/>
                  </a:lnTo>
                  <a:lnTo>
                    <a:pt x="1743" y="87"/>
                  </a:lnTo>
                  <a:lnTo>
                    <a:pt x="2344" y="56"/>
                  </a:lnTo>
                  <a:lnTo>
                    <a:pt x="2974" y="31"/>
                  </a:lnTo>
                  <a:lnTo>
                    <a:pt x="3635" y="15"/>
                  </a:lnTo>
                  <a:lnTo>
                    <a:pt x="4296" y="0"/>
                  </a:lnTo>
                  <a:lnTo>
                    <a:pt x="498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 name="Google Shape;157;p23"/>
          <p:cNvSpPr txBox="1">
            <a:spLocks noGrp="1"/>
          </p:cNvSpPr>
          <p:nvPr>
            <p:ph type="title"/>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58" name="Google Shape;158;p23"/>
          <p:cNvSpPr txBox="1">
            <a:spLocks noGrp="1"/>
          </p:cNvSpPr>
          <p:nvPr>
            <p:ph type="subTitle" idx="3"/>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59" name="Google Shape;159;p23"/>
          <p:cNvSpPr txBox="1">
            <a:spLocks noGrp="1"/>
          </p:cNvSpPr>
          <p:nvPr>
            <p:ph type="subTitle" idx="4"/>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60" name="Google Shape;160;p23"/>
          <p:cNvSpPr txBox="1">
            <a:spLocks noGrp="1"/>
          </p:cNvSpPr>
          <p:nvPr>
            <p:ph type="subTitle" idx="5"/>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1pPr>
            <a:lvl2pPr lvl="1"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2pPr>
            <a:lvl3pPr lvl="2"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3pPr>
            <a:lvl4pPr lvl="3"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4pPr>
            <a:lvl5pPr lvl="4"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5pPr>
            <a:lvl6pPr lvl="5"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6pPr>
            <a:lvl7pPr lvl="6"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7pPr>
            <a:lvl8pPr lvl="7"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8pPr>
            <a:lvl9pPr lvl="8" rtl="0">
              <a:spcBef>
                <a:spcPts val="1600"/>
              </a:spcBef>
              <a:spcAft>
                <a:spcPts val="1600"/>
              </a:spcAft>
              <a:buClr>
                <a:srgbClr val="1CBDEF"/>
              </a:buClr>
              <a:buSzPts val="900"/>
              <a:buFont typeface="Lato Black"/>
              <a:buNone/>
              <a:defRPr>
                <a:solidFill>
                  <a:srgbClr val="1CBDEF"/>
                </a:solidFill>
                <a:latin typeface="Lato Black"/>
                <a:ea typeface="Lato Black"/>
                <a:cs typeface="Lato Black"/>
                <a:sym typeface="Lato Black"/>
              </a:defRPr>
            </a:lvl9pPr>
          </a:lstStyle>
          <a:p>
            <a:endParaRPr/>
          </a:p>
        </p:txBody>
      </p:sp>
      <p:sp>
        <p:nvSpPr>
          <p:cNvPr id="161" name="Google Shape;161;p23"/>
          <p:cNvSpPr txBox="1">
            <a:spLocks noGrp="1"/>
          </p:cNvSpPr>
          <p:nvPr>
            <p:ph type="subTitle" idx="6"/>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1pPr>
            <a:lvl2pPr lvl="1"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2pPr>
            <a:lvl3pPr lvl="2"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3pPr>
            <a:lvl4pPr lvl="3"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4pPr>
            <a:lvl5pPr lvl="4"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5pPr>
            <a:lvl6pPr lvl="5"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6pPr>
            <a:lvl7pPr lvl="6"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7pPr>
            <a:lvl8pPr lvl="7"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8pPr>
            <a:lvl9pPr lvl="8" rtl="0">
              <a:spcBef>
                <a:spcPts val="1600"/>
              </a:spcBef>
              <a:spcAft>
                <a:spcPts val="1600"/>
              </a:spcAft>
              <a:buClr>
                <a:srgbClr val="1CBDEF"/>
              </a:buClr>
              <a:buSzPts val="900"/>
              <a:buFont typeface="Lato Black"/>
              <a:buNone/>
              <a:defRPr>
                <a:solidFill>
                  <a:srgbClr val="1CBDEF"/>
                </a:solidFill>
                <a:latin typeface="Lato Black"/>
                <a:ea typeface="Lato Black"/>
                <a:cs typeface="Lato Black"/>
                <a:sym typeface="Lato Black"/>
              </a:defRPr>
            </a:lvl9pPr>
          </a:lstStyle>
          <a:p>
            <a:endParaRPr/>
          </a:p>
        </p:txBody>
      </p:sp>
      <p:sp>
        <p:nvSpPr>
          <p:cNvPr id="162" name="Google Shape;162;p23"/>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ue - 2 Photo">
  <p:cSld name="TITLE_AND_BODY_2_2">
    <p:spTree>
      <p:nvGrpSpPr>
        <p:cNvPr id="1" name="Shape 163"/>
        <p:cNvGrpSpPr/>
        <p:nvPr/>
      </p:nvGrpSpPr>
      <p:grpSpPr>
        <a:xfrm>
          <a:off x="0" y="0"/>
          <a:ext cx="0" cy="0"/>
          <a:chOff x="0" y="0"/>
          <a:chExt cx="0" cy="0"/>
        </a:xfrm>
      </p:grpSpPr>
      <p:sp>
        <p:nvSpPr>
          <p:cNvPr id="164" name="Google Shape;164;p24"/>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4"/>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4"/>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67" name="Google Shape;167;p24"/>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4"/>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4"/>
          <p:cNvSpPr>
            <a:spLocks noGrp="1"/>
          </p:cNvSpPr>
          <p:nvPr>
            <p:ph type="pic" idx="2"/>
          </p:nvPr>
        </p:nvSpPr>
        <p:spPr>
          <a:xfrm>
            <a:off x="848575" y="492900"/>
            <a:ext cx="2633700" cy="2633700"/>
          </a:xfrm>
          <a:prstGeom prst="ellipse">
            <a:avLst/>
          </a:prstGeom>
          <a:noFill/>
          <a:ln>
            <a:noFill/>
          </a:ln>
        </p:spPr>
      </p:sp>
      <p:sp>
        <p:nvSpPr>
          <p:cNvPr id="170" name="Google Shape;170;p24"/>
          <p:cNvSpPr txBox="1">
            <a:spLocks noGrp="1"/>
          </p:cNvSpPr>
          <p:nvPr>
            <p:ph type="title"/>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71" name="Google Shape;171;p24"/>
          <p:cNvSpPr txBox="1">
            <a:spLocks noGrp="1"/>
          </p:cNvSpPr>
          <p:nvPr>
            <p:ph type="subTitle" idx="3"/>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72" name="Google Shape;172;p24"/>
          <p:cNvSpPr txBox="1">
            <a:spLocks noGrp="1"/>
          </p:cNvSpPr>
          <p:nvPr>
            <p:ph type="subTitle" idx="4"/>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73" name="Google Shape;173;p24"/>
          <p:cNvSpPr txBox="1">
            <a:spLocks noGrp="1"/>
          </p:cNvSpPr>
          <p:nvPr>
            <p:ph type="subTitle" idx="5"/>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1pPr>
            <a:lvl2pPr lvl="1"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2pPr>
            <a:lvl3pPr lvl="2"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3pPr>
            <a:lvl4pPr lvl="3"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4pPr>
            <a:lvl5pPr lvl="4"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5pPr>
            <a:lvl6pPr lvl="5"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6pPr>
            <a:lvl7pPr lvl="6"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7pPr>
            <a:lvl8pPr lvl="7"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8pPr>
            <a:lvl9pPr lvl="8" rtl="0">
              <a:spcBef>
                <a:spcPts val="1600"/>
              </a:spcBef>
              <a:spcAft>
                <a:spcPts val="1600"/>
              </a:spcAft>
              <a:buClr>
                <a:srgbClr val="1CBDEF"/>
              </a:buClr>
              <a:buSzPts val="900"/>
              <a:buFont typeface="Lato Black"/>
              <a:buNone/>
              <a:defRPr>
                <a:solidFill>
                  <a:srgbClr val="1CBDEF"/>
                </a:solidFill>
                <a:latin typeface="Lato Black"/>
                <a:ea typeface="Lato Black"/>
                <a:cs typeface="Lato Black"/>
                <a:sym typeface="Lato Black"/>
              </a:defRPr>
            </a:lvl9pPr>
          </a:lstStyle>
          <a:p>
            <a:endParaRPr/>
          </a:p>
        </p:txBody>
      </p:sp>
      <p:sp>
        <p:nvSpPr>
          <p:cNvPr id="174" name="Google Shape;174;p24"/>
          <p:cNvSpPr txBox="1">
            <a:spLocks noGrp="1"/>
          </p:cNvSpPr>
          <p:nvPr>
            <p:ph type="subTitle" idx="6"/>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1pPr>
            <a:lvl2pPr lvl="1"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2pPr>
            <a:lvl3pPr lvl="2"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3pPr>
            <a:lvl4pPr lvl="3"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4pPr>
            <a:lvl5pPr lvl="4"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5pPr>
            <a:lvl6pPr lvl="5"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6pPr>
            <a:lvl7pPr lvl="6"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7pPr>
            <a:lvl8pPr lvl="7"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8pPr>
            <a:lvl9pPr lvl="8" rtl="0">
              <a:spcBef>
                <a:spcPts val="1600"/>
              </a:spcBef>
              <a:spcAft>
                <a:spcPts val="1600"/>
              </a:spcAft>
              <a:buClr>
                <a:srgbClr val="1CBDEF"/>
              </a:buClr>
              <a:buSzPts val="900"/>
              <a:buFont typeface="Lato Black"/>
              <a:buNone/>
              <a:defRPr>
                <a:solidFill>
                  <a:srgbClr val="1CBDEF"/>
                </a:solidFill>
                <a:latin typeface="Lato Black"/>
                <a:ea typeface="Lato Black"/>
                <a:cs typeface="Lato Black"/>
                <a:sym typeface="Lato Black"/>
              </a:defRPr>
            </a:lvl9pPr>
          </a:lstStyle>
          <a:p>
            <a:endParaRPr/>
          </a:p>
        </p:txBody>
      </p:sp>
      <p:sp>
        <p:nvSpPr>
          <p:cNvPr id="175" name="Google Shape;175;p24"/>
          <p:cNvSpPr/>
          <p:nvPr/>
        </p:nvSpPr>
        <p:spPr>
          <a:xfrm flipH="1">
            <a:off x="457189" y="2412050"/>
            <a:ext cx="1294665" cy="624664"/>
          </a:xfrm>
          <a:custGeom>
            <a:avLst/>
            <a:gdLst/>
            <a:ahLst/>
            <a:cxnLst/>
            <a:rect l="l" t="t" r="r" b="b"/>
            <a:pathLst>
              <a:path w="50249" h="4112" extrusionOk="0">
                <a:moveTo>
                  <a:pt x="38145" y="1"/>
                </a:moveTo>
                <a:lnTo>
                  <a:pt x="37334" y="6"/>
                </a:lnTo>
                <a:lnTo>
                  <a:pt x="36493" y="16"/>
                </a:lnTo>
                <a:lnTo>
                  <a:pt x="14928" y="16"/>
                </a:lnTo>
                <a:lnTo>
                  <a:pt x="14117" y="6"/>
                </a:lnTo>
                <a:lnTo>
                  <a:pt x="12525" y="6"/>
                </a:lnTo>
                <a:lnTo>
                  <a:pt x="11714" y="16"/>
                </a:lnTo>
                <a:lnTo>
                  <a:pt x="10933" y="31"/>
                </a:lnTo>
                <a:lnTo>
                  <a:pt x="10182" y="52"/>
                </a:lnTo>
                <a:lnTo>
                  <a:pt x="9401" y="72"/>
                </a:lnTo>
                <a:lnTo>
                  <a:pt x="8681" y="103"/>
                </a:lnTo>
                <a:lnTo>
                  <a:pt x="7960" y="138"/>
                </a:lnTo>
                <a:lnTo>
                  <a:pt x="7269" y="174"/>
                </a:lnTo>
                <a:lnTo>
                  <a:pt x="6608" y="215"/>
                </a:lnTo>
                <a:lnTo>
                  <a:pt x="5978" y="261"/>
                </a:lnTo>
                <a:lnTo>
                  <a:pt x="5377" y="307"/>
                </a:lnTo>
                <a:lnTo>
                  <a:pt x="4806" y="358"/>
                </a:lnTo>
                <a:lnTo>
                  <a:pt x="4296" y="414"/>
                </a:lnTo>
                <a:lnTo>
                  <a:pt x="3815" y="470"/>
                </a:lnTo>
                <a:lnTo>
                  <a:pt x="3364" y="526"/>
                </a:lnTo>
                <a:lnTo>
                  <a:pt x="3004" y="587"/>
                </a:lnTo>
                <a:lnTo>
                  <a:pt x="2584" y="664"/>
                </a:lnTo>
                <a:lnTo>
                  <a:pt x="2193" y="745"/>
                </a:lnTo>
                <a:lnTo>
                  <a:pt x="1833" y="827"/>
                </a:lnTo>
                <a:lnTo>
                  <a:pt x="1532" y="909"/>
                </a:lnTo>
                <a:lnTo>
                  <a:pt x="1232" y="995"/>
                </a:lnTo>
                <a:lnTo>
                  <a:pt x="992" y="1082"/>
                </a:lnTo>
                <a:lnTo>
                  <a:pt x="751" y="1174"/>
                </a:lnTo>
                <a:lnTo>
                  <a:pt x="571" y="1266"/>
                </a:lnTo>
                <a:lnTo>
                  <a:pt x="391" y="1357"/>
                </a:lnTo>
                <a:lnTo>
                  <a:pt x="271" y="1449"/>
                </a:lnTo>
                <a:lnTo>
                  <a:pt x="151" y="1541"/>
                </a:lnTo>
                <a:lnTo>
                  <a:pt x="91" y="1638"/>
                </a:lnTo>
                <a:lnTo>
                  <a:pt x="31" y="1735"/>
                </a:lnTo>
                <a:lnTo>
                  <a:pt x="1" y="1832"/>
                </a:lnTo>
                <a:lnTo>
                  <a:pt x="1" y="1924"/>
                </a:lnTo>
                <a:lnTo>
                  <a:pt x="31" y="2021"/>
                </a:lnTo>
                <a:lnTo>
                  <a:pt x="91" y="2117"/>
                </a:lnTo>
                <a:lnTo>
                  <a:pt x="151" y="2214"/>
                </a:lnTo>
                <a:lnTo>
                  <a:pt x="271" y="2311"/>
                </a:lnTo>
                <a:lnTo>
                  <a:pt x="391" y="2408"/>
                </a:lnTo>
                <a:lnTo>
                  <a:pt x="511" y="2500"/>
                </a:lnTo>
                <a:lnTo>
                  <a:pt x="691" y="2597"/>
                </a:lnTo>
                <a:lnTo>
                  <a:pt x="872" y="2689"/>
                </a:lnTo>
                <a:lnTo>
                  <a:pt x="1082" y="2781"/>
                </a:lnTo>
                <a:lnTo>
                  <a:pt x="1292" y="2867"/>
                </a:lnTo>
                <a:lnTo>
                  <a:pt x="1532" y="2959"/>
                </a:lnTo>
                <a:lnTo>
                  <a:pt x="1803" y="3041"/>
                </a:lnTo>
                <a:lnTo>
                  <a:pt x="2073" y="3127"/>
                </a:lnTo>
                <a:lnTo>
                  <a:pt x="2373" y="3209"/>
                </a:lnTo>
                <a:lnTo>
                  <a:pt x="2674" y="3291"/>
                </a:lnTo>
                <a:lnTo>
                  <a:pt x="3004" y="3367"/>
                </a:lnTo>
                <a:lnTo>
                  <a:pt x="3334" y="3444"/>
                </a:lnTo>
                <a:lnTo>
                  <a:pt x="20454" y="3444"/>
                </a:lnTo>
                <a:lnTo>
                  <a:pt x="21295" y="3433"/>
                </a:lnTo>
                <a:lnTo>
                  <a:pt x="22106" y="3428"/>
                </a:lnTo>
                <a:lnTo>
                  <a:pt x="22887" y="3433"/>
                </a:lnTo>
                <a:lnTo>
                  <a:pt x="23668" y="3444"/>
                </a:lnTo>
                <a:lnTo>
                  <a:pt x="24449" y="3459"/>
                </a:lnTo>
                <a:lnTo>
                  <a:pt x="25230" y="3474"/>
                </a:lnTo>
                <a:lnTo>
                  <a:pt x="25981" y="3500"/>
                </a:lnTo>
                <a:lnTo>
                  <a:pt x="26731" y="3530"/>
                </a:lnTo>
                <a:lnTo>
                  <a:pt x="27422" y="3566"/>
                </a:lnTo>
                <a:lnTo>
                  <a:pt x="28113" y="3602"/>
                </a:lnTo>
                <a:lnTo>
                  <a:pt x="28774" y="3643"/>
                </a:lnTo>
                <a:lnTo>
                  <a:pt x="29435" y="3688"/>
                </a:lnTo>
                <a:lnTo>
                  <a:pt x="30005" y="3739"/>
                </a:lnTo>
                <a:lnTo>
                  <a:pt x="30576" y="3790"/>
                </a:lnTo>
                <a:lnTo>
                  <a:pt x="31117" y="3847"/>
                </a:lnTo>
                <a:lnTo>
                  <a:pt x="31567" y="3908"/>
                </a:lnTo>
                <a:lnTo>
                  <a:pt x="32018" y="3969"/>
                </a:lnTo>
                <a:lnTo>
                  <a:pt x="32378" y="4030"/>
                </a:lnTo>
                <a:lnTo>
                  <a:pt x="32798" y="4112"/>
                </a:lnTo>
                <a:lnTo>
                  <a:pt x="36102" y="4112"/>
                </a:lnTo>
                <a:lnTo>
                  <a:pt x="36883" y="4107"/>
                </a:lnTo>
                <a:lnTo>
                  <a:pt x="37664" y="4102"/>
                </a:lnTo>
                <a:lnTo>
                  <a:pt x="38415" y="4091"/>
                </a:lnTo>
                <a:lnTo>
                  <a:pt x="39166" y="4076"/>
                </a:lnTo>
                <a:lnTo>
                  <a:pt x="39917" y="4061"/>
                </a:lnTo>
                <a:lnTo>
                  <a:pt x="40638" y="4035"/>
                </a:lnTo>
                <a:lnTo>
                  <a:pt x="41358" y="4010"/>
                </a:lnTo>
                <a:lnTo>
                  <a:pt x="42019" y="3984"/>
                </a:lnTo>
                <a:lnTo>
                  <a:pt x="42680" y="3949"/>
                </a:lnTo>
                <a:lnTo>
                  <a:pt x="43311" y="3913"/>
                </a:lnTo>
                <a:lnTo>
                  <a:pt x="43911" y="3877"/>
                </a:lnTo>
                <a:lnTo>
                  <a:pt x="44482" y="3836"/>
                </a:lnTo>
                <a:lnTo>
                  <a:pt x="44993" y="3796"/>
                </a:lnTo>
                <a:lnTo>
                  <a:pt x="45473" y="3750"/>
                </a:lnTo>
                <a:lnTo>
                  <a:pt x="45894" y="3699"/>
                </a:lnTo>
                <a:lnTo>
                  <a:pt x="46254" y="3653"/>
                </a:lnTo>
                <a:lnTo>
                  <a:pt x="46675" y="3586"/>
                </a:lnTo>
                <a:lnTo>
                  <a:pt x="47065" y="3525"/>
                </a:lnTo>
                <a:lnTo>
                  <a:pt x="47425" y="3459"/>
                </a:lnTo>
                <a:lnTo>
                  <a:pt x="47756" y="3388"/>
                </a:lnTo>
                <a:lnTo>
                  <a:pt x="48086" y="3316"/>
                </a:lnTo>
                <a:lnTo>
                  <a:pt x="48386" y="3245"/>
                </a:lnTo>
                <a:lnTo>
                  <a:pt x="48687" y="3168"/>
                </a:lnTo>
                <a:lnTo>
                  <a:pt x="48927" y="3092"/>
                </a:lnTo>
                <a:lnTo>
                  <a:pt x="49167" y="3015"/>
                </a:lnTo>
                <a:lnTo>
                  <a:pt x="49378" y="2934"/>
                </a:lnTo>
                <a:lnTo>
                  <a:pt x="49588" y="2852"/>
                </a:lnTo>
                <a:lnTo>
                  <a:pt x="49738" y="2765"/>
                </a:lnTo>
                <a:lnTo>
                  <a:pt x="49888" y="2679"/>
                </a:lnTo>
                <a:lnTo>
                  <a:pt x="50008" y="2592"/>
                </a:lnTo>
                <a:lnTo>
                  <a:pt x="50098" y="2500"/>
                </a:lnTo>
                <a:lnTo>
                  <a:pt x="50189" y="2413"/>
                </a:lnTo>
                <a:lnTo>
                  <a:pt x="50219" y="2322"/>
                </a:lnTo>
                <a:lnTo>
                  <a:pt x="50249" y="2225"/>
                </a:lnTo>
                <a:lnTo>
                  <a:pt x="50249" y="2128"/>
                </a:lnTo>
                <a:lnTo>
                  <a:pt x="50219" y="2031"/>
                </a:lnTo>
                <a:lnTo>
                  <a:pt x="50159" y="1934"/>
                </a:lnTo>
                <a:lnTo>
                  <a:pt x="50068" y="1837"/>
                </a:lnTo>
                <a:lnTo>
                  <a:pt x="49948" y="1735"/>
                </a:lnTo>
                <a:lnTo>
                  <a:pt x="49828" y="1633"/>
                </a:lnTo>
                <a:lnTo>
                  <a:pt x="49648" y="1531"/>
                </a:lnTo>
                <a:lnTo>
                  <a:pt x="49468" y="1424"/>
                </a:lnTo>
                <a:lnTo>
                  <a:pt x="49227" y="1322"/>
                </a:lnTo>
                <a:lnTo>
                  <a:pt x="48987" y="1215"/>
                </a:lnTo>
                <a:lnTo>
                  <a:pt x="48717" y="1108"/>
                </a:lnTo>
                <a:lnTo>
                  <a:pt x="48417" y="1000"/>
                </a:lnTo>
                <a:lnTo>
                  <a:pt x="48056" y="893"/>
                </a:lnTo>
                <a:lnTo>
                  <a:pt x="47696" y="781"/>
                </a:lnTo>
                <a:lnTo>
                  <a:pt x="47335" y="684"/>
                </a:lnTo>
                <a:lnTo>
                  <a:pt x="46915" y="592"/>
                </a:lnTo>
                <a:lnTo>
                  <a:pt x="46464" y="511"/>
                </a:lnTo>
                <a:lnTo>
                  <a:pt x="45984" y="434"/>
                </a:lnTo>
                <a:lnTo>
                  <a:pt x="45443" y="363"/>
                </a:lnTo>
                <a:lnTo>
                  <a:pt x="44902" y="297"/>
                </a:lnTo>
                <a:lnTo>
                  <a:pt x="44302" y="240"/>
                </a:lnTo>
                <a:lnTo>
                  <a:pt x="43701" y="189"/>
                </a:lnTo>
                <a:lnTo>
                  <a:pt x="43070" y="144"/>
                </a:lnTo>
                <a:lnTo>
                  <a:pt x="42410" y="108"/>
                </a:lnTo>
                <a:lnTo>
                  <a:pt x="41719" y="77"/>
                </a:lnTo>
                <a:lnTo>
                  <a:pt x="41028" y="47"/>
                </a:lnTo>
                <a:lnTo>
                  <a:pt x="40337" y="26"/>
                </a:lnTo>
                <a:lnTo>
                  <a:pt x="39616" y="16"/>
                </a:lnTo>
                <a:lnTo>
                  <a:pt x="38896" y="6"/>
                </a:lnTo>
                <a:lnTo>
                  <a:pt x="38145"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4"/>
          <p:cNvSpPr/>
          <p:nvPr/>
        </p:nvSpPr>
        <p:spPr>
          <a:xfrm flipH="1">
            <a:off x="457189" y="2412050"/>
            <a:ext cx="1294665" cy="624664"/>
          </a:xfrm>
          <a:custGeom>
            <a:avLst/>
            <a:gdLst/>
            <a:ahLst/>
            <a:cxnLst/>
            <a:rect l="l" t="t" r="r" b="b"/>
            <a:pathLst>
              <a:path w="50249" h="4112" fill="none" extrusionOk="0">
                <a:moveTo>
                  <a:pt x="38145" y="1"/>
                </a:moveTo>
                <a:lnTo>
                  <a:pt x="38145" y="1"/>
                </a:lnTo>
                <a:lnTo>
                  <a:pt x="38896" y="6"/>
                </a:lnTo>
                <a:lnTo>
                  <a:pt x="39616" y="16"/>
                </a:lnTo>
                <a:lnTo>
                  <a:pt x="40337" y="26"/>
                </a:lnTo>
                <a:lnTo>
                  <a:pt x="41028" y="47"/>
                </a:lnTo>
                <a:lnTo>
                  <a:pt x="41719" y="77"/>
                </a:lnTo>
                <a:lnTo>
                  <a:pt x="42410" y="108"/>
                </a:lnTo>
                <a:lnTo>
                  <a:pt x="43070" y="144"/>
                </a:lnTo>
                <a:lnTo>
                  <a:pt x="43701" y="189"/>
                </a:lnTo>
                <a:lnTo>
                  <a:pt x="44302" y="240"/>
                </a:lnTo>
                <a:lnTo>
                  <a:pt x="44902" y="297"/>
                </a:lnTo>
                <a:lnTo>
                  <a:pt x="45443" y="363"/>
                </a:lnTo>
                <a:lnTo>
                  <a:pt x="45984" y="434"/>
                </a:lnTo>
                <a:lnTo>
                  <a:pt x="46464" y="511"/>
                </a:lnTo>
                <a:lnTo>
                  <a:pt x="46915" y="592"/>
                </a:lnTo>
                <a:lnTo>
                  <a:pt x="47335" y="684"/>
                </a:lnTo>
                <a:lnTo>
                  <a:pt x="47696" y="781"/>
                </a:lnTo>
                <a:lnTo>
                  <a:pt x="47696" y="781"/>
                </a:lnTo>
                <a:lnTo>
                  <a:pt x="48056" y="893"/>
                </a:lnTo>
                <a:lnTo>
                  <a:pt x="48417" y="1000"/>
                </a:lnTo>
                <a:lnTo>
                  <a:pt x="48717" y="1108"/>
                </a:lnTo>
                <a:lnTo>
                  <a:pt x="48987" y="1215"/>
                </a:lnTo>
                <a:lnTo>
                  <a:pt x="49227" y="1322"/>
                </a:lnTo>
                <a:lnTo>
                  <a:pt x="49468" y="1424"/>
                </a:lnTo>
                <a:lnTo>
                  <a:pt x="49648" y="1531"/>
                </a:lnTo>
                <a:lnTo>
                  <a:pt x="49828" y="1633"/>
                </a:lnTo>
                <a:lnTo>
                  <a:pt x="49948" y="1735"/>
                </a:lnTo>
                <a:lnTo>
                  <a:pt x="50068" y="1837"/>
                </a:lnTo>
                <a:lnTo>
                  <a:pt x="50159" y="1934"/>
                </a:lnTo>
                <a:lnTo>
                  <a:pt x="50219" y="2031"/>
                </a:lnTo>
                <a:lnTo>
                  <a:pt x="50249" y="2128"/>
                </a:lnTo>
                <a:lnTo>
                  <a:pt x="50249" y="2225"/>
                </a:lnTo>
                <a:lnTo>
                  <a:pt x="50219" y="2322"/>
                </a:lnTo>
                <a:lnTo>
                  <a:pt x="50189" y="2413"/>
                </a:lnTo>
                <a:lnTo>
                  <a:pt x="50098" y="2500"/>
                </a:lnTo>
                <a:lnTo>
                  <a:pt x="50008" y="2592"/>
                </a:lnTo>
                <a:lnTo>
                  <a:pt x="49888" y="2679"/>
                </a:lnTo>
                <a:lnTo>
                  <a:pt x="49738" y="2765"/>
                </a:lnTo>
                <a:lnTo>
                  <a:pt x="49588" y="2852"/>
                </a:lnTo>
                <a:lnTo>
                  <a:pt x="49378" y="2934"/>
                </a:lnTo>
                <a:lnTo>
                  <a:pt x="49167" y="3015"/>
                </a:lnTo>
                <a:lnTo>
                  <a:pt x="48927" y="3092"/>
                </a:lnTo>
                <a:lnTo>
                  <a:pt x="48687" y="3168"/>
                </a:lnTo>
                <a:lnTo>
                  <a:pt x="48386" y="3245"/>
                </a:lnTo>
                <a:lnTo>
                  <a:pt x="48086" y="3316"/>
                </a:lnTo>
                <a:lnTo>
                  <a:pt x="47756" y="3388"/>
                </a:lnTo>
                <a:lnTo>
                  <a:pt x="47425" y="3459"/>
                </a:lnTo>
                <a:lnTo>
                  <a:pt x="47065" y="3525"/>
                </a:lnTo>
                <a:lnTo>
                  <a:pt x="46675" y="3586"/>
                </a:lnTo>
                <a:lnTo>
                  <a:pt x="46254" y="3653"/>
                </a:lnTo>
                <a:lnTo>
                  <a:pt x="46254" y="3653"/>
                </a:lnTo>
                <a:lnTo>
                  <a:pt x="45894" y="3699"/>
                </a:lnTo>
                <a:lnTo>
                  <a:pt x="45473" y="3750"/>
                </a:lnTo>
                <a:lnTo>
                  <a:pt x="44993" y="3796"/>
                </a:lnTo>
                <a:lnTo>
                  <a:pt x="44482" y="3836"/>
                </a:lnTo>
                <a:lnTo>
                  <a:pt x="43911" y="3877"/>
                </a:lnTo>
                <a:lnTo>
                  <a:pt x="43311" y="3913"/>
                </a:lnTo>
                <a:lnTo>
                  <a:pt x="42680" y="3949"/>
                </a:lnTo>
                <a:lnTo>
                  <a:pt x="42019" y="3984"/>
                </a:lnTo>
                <a:lnTo>
                  <a:pt x="41358" y="4010"/>
                </a:lnTo>
                <a:lnTo>
                  <a:pt x="40638" y="4035"/>
                </a:lnTo>
                <a:lnTo>
                  <a:pt x="39917" y="4061"/>
                </a:lnTo>
                <a:lnTo>
                  <a:pt x="39166" y="4076"/>
                </a:lnTo>
                <a:lnTo>
                  <a:pt x="38415" y="4091"/>
                </a:lnTo>
                <a:lnTo>
                  <a:pt x="37664" y="4102"/>
                </a:lnTo>
                <a:lnTo>
                  <a:pt x="36883" y="4107"/>
                </a:lnTo>
                <a:lnTo>
                  <a:pt x="36102" y="4112"/>
                </a:lnTo>
                <a:lnTo>
                  <a:pt x="32798" y="4112"/>
                </a:lnTo>
                <a:lnTo>
                  <a:pt x="32798" y="4112"/>
                </a:lnTo>
                <a:lnTo>
                  <a:pt x="32378" y="4030"/>
                </a:lnTo>
                <a:lnTo>
                  <a:pt x="32378" y="4030"/>
                </a:lnTo>
                <a:lnTo>
                  <a:pt x="32018" y="3969"/>
                </a:lnTo>
                <a:lnTo>
                  <a:pt x="31567" y="3908"/>
                </a:lnTo>
                <a:lnTo>
                  <a:pt x="31117" y="3847"/>
                </a:lnTo>
                <a:lnTo>
                  <a:pt x="30576" y="3790"/>
                </a:lnTo>
                <a:lnTo>
                  <a:pt x="30005" y="3739"/>
                </a:lnTo>
                <a:lnTo>
                  <a:pt x="29435" y="3688"/>
                </a:lnTo>
                <a:lnTo>
                  <a:pt x="28774" y="3643"/>
                </a:lnTo>
                <a:lnTo>
                  <a:pt x="28113" y="3602"/>
                </a:lnTo>
                <a:lnTo>
                  <a:pt x="27422" y="3566"/>
                </a:lnTo>
                <a:lnTo>
                  <a:pt x="26731" y="3530"/>
                </a:lnTo>
                <a:lnTo>
                  <a:pt x="25981" y="3500"/>
                </a:lnTo>
                <a:lnTo>
                  <a:pt x="25230" y="3474"/>
                </a:lnTo>
                <a:lnTo>
                  <a:pt x="24449" y="3459"/>
                </a:lnTo>
                <a:lnTo>
                  <a:pt x="23668" y="3444"/>
                </a:lnTo>
                <a:lnTo>
                  <a:pt x="22887" y="3433"/>
                </a:lnTo>
                <a:lnTo>
                  <a:pt x="22106" y="3428"/>
                </a:lnTo>
                <a:lnTo>
                  <a:pt x="22106" y="3428"/>
                </a:lnTo>
                <a:lnTo>
                  <a:pt x="21295" y="3433"/>
                </a:lnTo>
                <a:lnTo>
                  <a:pt x="20454" y="3444"/>
                </a:lnTo>
                <a:lnTo>
                  <a:pt x="3334" y="3444"/>
                </a:lnTo>
                <a:lnTo>
                  <a:pt x="3334" y="3444"/>
                </a:lnTo>
                <a:lnTo>
                  <a:pt x="3004" y="3367"/>
                </a:lnTo>
                <a:lnTo>
                  <a:pt x="2674" y="3291"/>
                </a:lnTo>
                <a:lnTo>
                  <a:pt x="2373" y="3209"/>
                </a:lnTo>
                <a:lnTo>
                  <a:pt x="2073" y="3127"/>
                </a:lnTo>
                <a:lnTo>
                  <a:pt x="1803" y="3041"/>
                </a:lnTo>
                <a:lnTo>
                  <a:pt x="1532" y="2959"/>
                </a:lnTo>
                <a:lnTo>
                  <a:pt x="1292" y="2867"/>
                </a:lnTo>
                <a:lnTo>
                  <a:pt x="1082" y="2781"/>
                </a:lnTo>
                <a:lnTo>
                  <a:pt x="872" y="2689"/>
                </a:lnTo>
                <a:lnTo>
                  <a:pt x="691" y="2597"/>
                </a:lnTo>
                <a:lnTo>
                  <a:pt x="511" y="2500"/>
                </a:lnTo>
                <a:lnTo>
                  <a:pt x="391" y="2408"/>
                </a:lnTo>
                <a:lnTo>
                  <a:pt x="271" y="2311"/>
                </a:lnTo>
                <a:lnTo>
                  <a:pt x="151" y="2214"/>
                </a:lnTo>
                <a:lnTo>
                  <a:pt x="91" y="2117"/>
                </a:lnTo>
                <a:lnTo>
                  <a:pt x="31" y="2021"/>
                </a:lnTo>
                <a:lnTo>
                  <a:pt x="1" y="1924"/>
                </a:lnTo>
                <a:lnTo>
                  <a:pt x="1" y="1832"/>
                </a:lnTo>
                <a:lnTo>
                  <a:pt x="31" y="1735"/>
                </a:lnTo>
                <a:lnTo>
                  <a:pt x="91" y="1638"/>
                </a:lnTo>
                <a:lnTo>
                  <a:pt x="151" y="1541"/>
                </a:lnTo>
                <a:lnTo>
                  <a:pt x="271" y="1449"/>
                </a:lnTo>
                <a:lnTo>
                  <a:pt x="391" y="1357"/>
                </a:lnTo>
                <a:lnTo>
                  <a:pt x="571" y="1266"/>
                </a:lnTo>
                <a:lnTo>
                  <a:pt x="751" y="1174"/>
                </a:lnTo>
                <a:lnTo>
                  <a:pt x="992" y="1082"/>
                </a:lnTo>
                <a:lnTo>
                  <a:pt x="1232" y="995"/>
                </a:lnTo>
                <a:lnTo>
                  <a:pt x="1532" y="909"/>
                </a:lnTo>
                <a:lnTo>
                  <a:pt x="1833" y="827"/>
                </a:lnTo>
                <a:lnTo>
                  <a:pt x="2193" y="745"/>
                </a:lnTo>
                <a:lnTo>
                  <a:pt x="2584" y="664"/>
                </a:lnTo>
                <a:lnTo>
                  <a:pt x="3004" y="587"/>
                </a:lnTo>
                <a:lnTo>
                  <a:pt x="3004" y="587"/>
                </a:lnTo>
                <a:lnTo>
                  <a:pt x="3364" y="526"/>
                </a:lnTo>
                <a:lnTo>
                  <a:pt x="3815" y="470"/>
                </a:lnTo>
                <a:lnTo>
                  <a:pt x="4296" y="414"/>
                </a:lnTo>
                <a:lnTo>
                  <a:pt x="4806" y="358"/>
                </a:lnTo>
                <a:lnTo>
                  <a:pt x="5377" y="307"/>
                </a:lnTo>
                <a:lnTo>
                  <a:pt x="5978" y="261"/>
                </a:lnTo>
                <a:lnTo>
                  <a:pt x="6608" y="215"/>
                </a:lnTo>
                <a:lnTo>
                  <a:pt x="7269" y="174"/>
                </a:lnTo>
                <a:lnTo>
                  <a:pt x="7960" y="138"/>
                </a:lnTo>
                <a:lnTo>
                  <a:pt x="8681" y="103"/>
                </a:lnTo>
                <a:lnTo>
                  <a:pt x="9401" y="72"/>
                </a:lnTo>
                <a:lnTo>
                  <a:pt x="10182" y="52"/>
                </a:lnTo>
                <a:lnTo>
                  <a:pt x="10933" y="31"/>
                </a:lnTo>
                <a:lnTo>
                  <a:pt x="11714" y="16"/>
                </a:lnTo>
                <a:lnTo>
                  <a:pt x="12525" y="6"/>
                </a:lnTo>
                <a:lnTo>
                  <a:pt x="13306" y="6"/>
                </a:lnTo>
                <a:lnTo>
                  <a:pt x="13306" y="6"/>
                </a:lnTo>
                <a:lnTo>
                  <a:pt x="14117" y="6"/>
                </a:lnTo>
                <a:lnTo>
                  <a:pt x="14928" y="16"/>
                </a:lnTo>
                <a:lnTo>
                  <a:pt x="36493" y="16"/>
                </a:lnTo>
                <a:lnTo>
                  <a:pt x="36493" y="16"/>
                </a:lnTo>
                <a:lnTo>
                  <a:pt x="37334" y="6"/>
                </a:lnTo>
                <a:lnTo>
                  <a:pt x="3814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4"/>
          <p:cNvSpPr/>
          <p:nvPr/>
        </p:nvSpPr>
        <p:spPr>
          <a:xfrm flipH="1">
            <a:off x="840212" y="2932808"/>
            <a:ext cx="2650446" cy="650186"/>
          </a:xfrm>
          <a:custGeom>
            <a:avLst/>
            <a:gdLst/>
            <a:ahLst/>
            <a:cxnLst/>
            <a:rect l="l" t="t" r="r" b="b"/>
            <a:pathLst>
              <a:path w="102870" h="4280" extrusionOk="0">
                <a:moveTo>
                  <a:pt x="12075" y="0"/>
                </a:moveTo>
                <a:lnTo>
                  <a:pt x="11324" y="5"/>
                </a:lnTo>
                <a:lnTo>
                  <a:pt x="10603" y="11"/>
                </a:lnTo>
                <a:lnTo>
                  <a:pt x="9912" y="26"/>
                </a:lnTo>
                <a:lnTo>
                  <a:pt x="9191" y="46"/>
                </a:lnTo>
                <a:lnTo>
                  <a:pt x="8501" y="72"/>
                </a:lnTo>
                <a:lnTo>
                  <a:pt x="7840" y="107"/>
                </a:lnTo>
                <a:lnTo>
                  <a:pt x="7179" y="143"/>
                </a:lnTo>
                <a:lnTo>
                  <a:pt x="6548" y="189"/>
                </a:lnTo>
                <a:lnTo>
                  <a:pt x="5918" y="245"/>
                </a:lnTo>
                <a:lnTo>
                  <a:pt x="5347" y="301"/>
                </a:lnTo>
                <a:lnTo>
                  <a:pt x="4806" y="368"/>
                </a:lnTo>
                <a:lnTo>
                  <a:pt x="4266" y="444"/>
                </a:lnTo>
                <a:lnTo>
                  <a:pt x="3785" y="521"/>
                </a:lnTo>
                <a:lnTo>
                  <a:pt x="3335" y="607"/>
                </a:lnTo>
                <a:lnTo>
                  <a:pt x="2914" y="704"/>
                </a:lnTo>
                <a:lnTo>
                  <a:pt x="2554" y="806"/>
                </a:lnTo>
                <a:lnTo>
                  <a:pt x="2193" y="924"/>
                </a:lnTo>
                <a:lnTo>
                  <a:pt x="1863" y="1036"/>
                </a:lnTo>
                <a:lnTo>
                  <a:pt x="1532" y="1153"/>
                </a:lnTo>
                <a:lnTo>
                  <a:pt x="1262" y="1265"/>
                </a:lnTo>
                <a:lnTo>
                  <a:pt x="1022" y="1378"/>
                </a:lnTo>
                <a:lnTo>
                  <a:pt x="782" y="1485"/>
                </a:lnTo>
                <a:lnTo>
                  <a:pt x="601" y="1597"/>
                </a:lnTo>
                <a:lnTo>
                  <a:pt x="451" y="1704"/>
                </a:lnTo>
                <a:lnTo>
                  <a:pt x="301" y="1811"/>
                </a:lnTo>
                <a:lnTo>
                  <a:pt x="181" y="1913"/>
                </a:lnTo>
                <a:lnTo>
                  <a:pt x="121" y="2020"/>
                </a:lnTo>
                <a:lnTo>
                  <a:pt x="61" y="2122"/>
                </a:lnTo>
                <a:lnTo>
                  <a:pt x="31" y="2224"/>
                </a:lnTo>
                <a:lnTo>
                  <a:pt x="1" y="2321"/>
                </a:lnTo>
                <a:lnTo>
                  <a:pt x="31" y="2418"/>
                </a:lnTo>
                <a:lnTo>
                  <a:pt x="91" y="2515"/>
                </a:lnTo>
                <a:lnTo>
                  <a:pt x="151" y="2612"/>
                </a:lnTo>
                <a:lnTo>
                  <a:pt x="241" y="2704"/>
                </a:lnTo>
                <a:lnTo>
                  <a:pt x="361" y="2796"/>
                </a:lnTo>
                <a:lnTo>
                  <a:pt x="511" y="2882"/>
                </a:lnTo>
                <a:lnTo>
                  <a:pt x="661" y="2974"/>
                </a:lnTo>
                <a:lnTo>
                  <a:pt x="872" y="3061"/>
                </a:lnTo>
                <a:lnTo>
                  <a:pt x="1082" y="3142"/>
                </a:lnTo>
                <a:lnTo>
                  <a:pt x="1322" y="3224"/>
                </a:lnTo>
                <a:lnTo>
                  <a:pt x="1562" y="3306"/>
                </a:lnTo>
                <a:lnTo>
                  <a:pt x="1863" y="3382"/>
                </a:lnTo>
                <a:lnTo>
                  <a:pt x="2163" y="3459"/>
                </a:lnTo>
                <a:lnTo>
                  <a:pt x="2494" y="3535"/>
                </a:lnTo>
                <a:lnTo>
                  <a:pt x="2824" y="3607"/>
                </a:lnTo>
                <a:lnTo>
                  <a:pt x="3184" y="3678"/>
                </a:lnTo>
                <a:lnTo>
                  <a:pt x="3575" y="3744"/>
                </a:lnTo>
                <a:lnTo>
                  <a:pt x="3995" y="3811"/>
                </a:lnTo>
                <a:lnTo>
                  <a:pt x="4326" y="3856"/>
                </a:lnTo>
                <a:lnTo>
                  <a:pt x="4686" y="3902"/>
                </a:lnTo>
                <a:lnTo>
                  <a:pt x="5077" y="3948"/>
                </a:lnTo>
                <a:lnTo>
                  <a:pt x="5527" y="3989"/>
                </a:lnTo>
                <a:lnTo>
                  <a:pt x="5978" y="4030"/>
                </a:lnTo>
                <a:lnTo>
                  <a:pt x="6488" y="4071"/>
                </a:lnTo>
                <a:lnTo>
                  <a:pt x="6999" y="4106"/>
                </a:lnTo>
                <a:lnTo>
                  <a:pt x="7569" y="4137"/>
                </a:lnTo>
                <a:lnTo>
                  <a:pt x="8140" y="4168"/>
                </a:lnTo>
                <a:lnTo>
                  <a:pt x="8711" y="4198"/>
                </a:lnTo>
                <a:lnTo>
                  <a:pt x="9341" y="4219"/>
                </a:lnTo>
                <a:lnTo>
                  <a:pt x="9972" y="4239"/>
                </a:lnTo>
                <a:lnTo>
                  <a:pt x="10603" y="4259"/>
                </a:lnTo>
                <a:lnTo>
                  <a:pt x="11264" y="4270"/>
                </a:lnTo>
                <a:lnTo>
                  <a:pt x="11924" y="4275"/>
                </a:lnTo>
                <a:lnTo>
                  <a:pt x="12585" y="4280"/>
                </a:lnTo>
                <a:lnTo>
                  <a:pt x="13366" y="4275"/>
                </a:lnTo>
                <a:lnTo>
                  <a:pt x="14147" y="4264"/>
                </a:lnTo>
                <a:lnTo>
                  <a:pt x="38145" y="4264"/>
                </a:lnTo>
                <a:lnTo>
                  <a:pt x="38505" y="4183"/>
                </a:lnTo>
                <a:lnTo>
                  <a:pt x="38926" y="4101"/>
                </a:lnTo>
                <a:lnTo>
                  <a:pt x="39346" y="4025"/>
                </a:lnTo>
                <a:lnTo>
                  <a:pt x="39797" y="3948"/>
                </a:lnTo>
                <a:lnTo>
                  <a:pt x="40187" y="3897"/>
                </a:lnTo>
                <a:lnTo>
                  <a:pt x="40608" y="3846"/>
                </a:lnTo>
                <a:lnTo>
                  <a:pt x="41088" y="3800"/>
                </a:lnTo>
                <a:lnTo>
                  <a:pt x="41599" y="3754"/>
                </a:lnTo>
                <a:lnTo>
                  <a:pt x="42169" y="3709"/>
                </a:lnTo>
                <a:lnTo>
                  <a:pt x="42770" y="3673"/>
                </a:lnTo>
                <a:lnTo>
                  <a:pt x="43371" y="3637"/>
                </a:lnTo>
                <a:lnTo>
                  <a:pt x="44032" y="3601"/>
                </a:lnTo>
                <a:lnTo>
                  <a:pt x="44722" y="3571"/>
                </a:lnTo>
                <a:lnTo>
                  <a:pt x="45443" y="3545"/>
                </a:lnTo>
                <a:lnTo>
                  <a:pt x="46164" y="3525"/>
                </a:lnTo>
                <a:lnTo>
                  <a:pt x="46915" y="3504"/>
                </a:lnTo>
                <a:lnTo>
                  <a:pt x="47666" y="3489"/>
                </a:lnTo>
                <a:lnTo>
                  <a:pt x="48417" y="3479"/>
                </a:lnTo>
                <a:lnTo>
                  <a:pt x="49198" y="3474"/>
                </a:lnTo>
                <a:lnTo>
                  <a:pt x="49948" y="3469"/>
                </a:lnTo>
                <a:lnTo>
                  <a:pt x="99085" y="3469"/>
                </a:lnTo>
                <a:lnTo>
                  <a:pt x="100016" y="3474"/>
                </a:lnTo>
                <a:lnTo>
                  <a:pt x="100587" y="3321"/>
                </a:lnTo>
                <a:lnTo>
                  <a:pt x="101127" y="3158"/>
                </a:lnTo>
                <a:lnTo>
                  <a:pt x="101578" y="2984"/>
                </a:lnTo>
                <a:lnTo>
                  <a:pt x="101968" y="2811"/>
                </a:lnTo>
                <a:lnTo>
                  <a:pt x="102149" y="2724"/>
                </a:lnTo>
                <a:lnTo>
                  <a:pt x="102299" y="2632"/>
                </a:lnTo>
                <a:lnTo>
                  <a:pt x="102449" y="2540"/>
                </a:lnTo>
                <a:lnTo>
                  <a:pt x="102569" y="2449"/>
                </a:lnTo>
                <a:lnTo>
                  <a:pt x="102659" y="2357"/>
                </a:lnTo>
                <a:lnTo>
                  <a:pt x="102749" y="2265"/>
                </a:lnTo>
                <a:lnTo>
                  <a:pt x="102809" y="2173"/>
                </a:lnTo>
                <a:lnTo>
                  <a:pt x="102839" y="2081"/>
                </a:lnTo>
                <a:lnTo>
                  <a:pt x="102869" y="1990"/>
                </a:lnTo>
                <a:lnTo>
                  <a:pt x="102869" y="1893"/>
                </a:lnTo>
                <a:lnTo>
                  <a:pt x="102839" y="1801"/>
                </a:lnTo>
                <a:lnTo>
                  <a:pt x="102779" y="1709"/>
                </a:lnTo>
                <a:lnTo>
                  <a:pt x="102719" y="1617"/>
                </a:lnTo>
                <a:lnTo>
                  <a:pt x="102629" y="1525"/>
                </a:lnTo>
                <a:lnTo>
                  <a:pt x="102509" y="1439"/>
                </a:lnTo>
                <a:lnTo>
                  <a:pt x="102359" y="1347"/>
                </a:lnTo>
                <a:lnTo>
                  <a:pt x="102209" y="1260"/>
                </a:lnTo>
                <a:lnTo>
                  <a:pt x="101998" y="1173"/>
                </a:lnTo>
                <a:lnTo>
                  <a:pt x="101788" y="1087"/>
                </a:lnTo>
                <a:lnTo>
                  <a:pt x="101548" y="1005"/>
                </a:lnTo>
                <a:lnTo>
                  <a:pt x="101278" y="918"/>
                </a:lnTo>
                <a:lnTo>
                  <a:pt x="100977" y="842"/>
                </a:lnTo>
                <a:lnTo>
                  <a:pt x="100647" y="760"/>
                </a:lnTo>
                <a:lnTo>
                  <a:pt x="100286" y="684"/>
                </a:lnTo>
                <a:lnTo>
                  <a:pt x="80464" y="684"/>
                </a:lnTo>
                <a:lnTo>
                  <a:pt x="79773" y="674"/>
                </a:lnTo>
                <a:lnTo>
                  <a:pt x="79052" y="669"/>
                </a:lnTo>
                <a:lnTo>
                  <a:pt x="78361" y="653"/>
                </a:lnTo>
                <a:lnTo>
                  <a:pt x="77670" y="638"/>
                </a:lnTo>
                <a:lnTo>
                  <a:pt x="76980" y="612"/>
                </a:lnTo>
                <a:lnTo>
                  <a:pt x="76319" y="587"/>
                </a:lnTo>
                <a:lnTo>
                  <a:pt x="75688" y="556"/>
                </a:lnTo>
                <a:lnTo>
                  <a:pt x="75057" y="521"/>
                </a:lnTo>
                <a:lnTo>
                  <a:pt x="74457" y="485"/>
                </a:lnTo>
                <a:lnTo>
                  <a:pt x="73856" y="439"/>
                </a:lnTo>
                <a:lnTo>
                  <a:pt x="73315" y="388"/>
                </a:lnTo>
                <a:lnTo>
                  <a:pt x="72775" y="332"/>
                </a:lnTo>
                <a:lnTo>
                  <a:pt x="72294" y="271"/>
                </a:lnTo>
                <a:lnTo>
                  <a:pt x="71844" y="209"/>
                </a:lnTo>
                <a:lnTo>
                  <a:pt x="71423" y="138"/>
                </a:lnTo>
                <a:lnTo>
                  <a:pt x="70822" y="16"/>
                </a:lnTo>
                <a:lnTo>
                  <a:pt x="13757" y="16"/>
                </a:lnTo>
                <a:lnTo>
                  <a:pt x="12916" y="5"/>
                </a:lnTo>
                <a:lnTo>
                  <a:pt x="12075" y="0"/>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4"/>
          <p:cNvSpPr/>
          <p:nvPr/>
        </p:nvSpPr>
        <p:spPr>
          <a:xfrm flipH="1">
            <a:off x="840212" y="2932808"/>
            <a:ext cx="2650446" cy="650186"/>
          </a:xfrm>
          <a:custGeom>
            <a:avLst/>
            <a:gdLst/>
            <a:ahLst/>
            <a:cxnLst/>
            <a:rect l="l" t="t" r="r" b="b"/>
            <a:pathLst>
              <a:path w="102870" h="4280" fill="none" extrusionOk="0">
                <a:moveTo>
                  <a:pt x="12075" y="0"/>
                </a:moveTo>
                <a:lnTo>
                  <a:pt x="12075" y="0"/>
                </a:lnTo>
                <a:lnTo>
                  <a:pt x="12916" y="5"/>
                </a:lnTo>
                <a:lnTo>
                  <a:pt x="13757" y="16"/>
                </a:lnTo>
                <a:lnTo>
                  <a:pt x="70822" y="16"/>
                </a:lnTo>
                <a:lnTo>
                  <a:pt x="70822" y="16"/>
                </a:lnTo>
                <a:lnTo>
                  <a:pt x="71423" y="138"/>
                </a:lnTo>
                <a:lnTo>
                  <a:pt x="71423" y="138"/>
                </a:lnTo>
                <a:lnTo>
                  <a:pt x="71844" y="209"/>
                </a:lnTo>
                <a:lnTo>
                  <a:pt x="72294" y="271"/>
                </a:lnTo>
                <a:lnTo>
                  <a:pt x="72775" y="332"/>
                </a:lnTo>
                <a:lnTo>
                  <a:pt x="73315" y="388"/>
                </a:lnTo>
                <a:lnTo>
                  <a:pt x="73856" y="439"/>
                </a:lnTo>
                <a:lnTo>
                  <a:pt x="74457" y="485"/>
                </a:lnTo>
                <a:lnTo>
                  <a:pt x="75057" y="521"/>
                </a:lnTo>
                <a:lnTo>
                  <a:pt x="75688" y="556"/>
                </a:lnTo>
                <a:lnTo>
                  <a:pt x="76319" y="587"/>
                </a:lnTo>
                <a:lnTo>
                  <a:pt x="76980" y="612"/>
                </a:lnTo>
                <a:lnTo>
                  <a:pt x="77670" y="638"/>
                </a:lnTo>
                <a:lnTo>
                  <a:pt x="78361" y="653"/>
                </a:lnTo>
                <a:lnTo>
                  <a:pt x="79052" y="669"/>
                </a:lnTo>
                <a:lnTo>
                  <a:pt x="79773" y="674"/>
                </a:lnTo>
                <a:lnTo>
                  <a:pt x="80464" y="684"/>
                </a:lnTo>
                <a:lnTo>
                  <a:pt x="81154" y="684"/>
                </a:lnTo>
                <a:lnTo>
                  <a:pt x="100286" y="684"/>
                </a:lnTo>
                <a:lnTo>
                  <a:pt x="100286" y="684"/>
                </a:lnTo>
                <a:lnTo>
                  <a:pt x="100647" y="760"/>
                </a:lnTo>
                <a:lnTo>
                  <a:pt x="100977" y="842"/>
                </a:lnTo>
                <a:lnTo>
                  <a:pt x="101278" y="918"/>
                </a:lnTo>
                <a:lnTo>
                  <a:pt x="101548" y="1005"/>
                </a:lnTo>
                <a:lnTo>
                  <a:pt x="101788" y="1087"/>
                </a:lnTo>
                <a:lnTo>
                  <a:pt x="101998" y="1173"/>
                </a:lnTo>
                <a:lnTo>
                  <a:pt x="102209" y="1260"/>
                </a:lnTo>
                <a:lnTo>
                  <a:pt x="102359" y="1347"/>
                </a:lnTo>
                <a:lnTo>
                  <a:pt x="102509" y="1439"/>
                </a:lnTo>
                <a:lnTo>
                  <a:pt x="102629" y="1525"/>
                </a:lnTo>
                <a:lnTo>
                  <a:pt x="102719" y="1617"/>
                </a:lnTo>
                <a:lnTo>
                  <a:pt x="102779" y="1709"/>
                </a:lnTo>
                <a:lnTo>
                  <a:pt x="102839" y="1801"/>
                </a:lnTo>
                <a:lnTo>
                  <a:pt x="102869" y="1893"/>
                </a:lnTo>
                <a:lnTo>
                  <a:pt x="102869" y="1990"/>
                </a:lnTo>
                <a:lnTo>
                  <a:pt x="102839" y="2081"/>
                </a:lnTo>
                <a:lnTo>
                  <a:pt x="102809" y="2173"/>
                </a:lnTo>
                <a:lnTo>
                  <a:pt x="102749" y="2265"/>
                </a:lnTo>
                <a:lnTo>
                  <a:pt x="102659" y="2357"/>
                </a:lnTo>
                <a:lnTo>
                  <a:pt x="102569" y="2449"/>
                </a:lnTo>
                <a:lnTo>
                  <a:pt x="102449" y="2540"/>
                </a:lnTo>
                <a:lnTo>
                  <a:pt x="102299" y="2632"/>
                </a:lnTo>
                <a:lnTo>
                  <a:pt x="102149" y="2724"/>
                </a:lnTo>
                <a:lnTo>
                  <a:pt x="101968" y="2811"/>
                </a:lnTo>
                <a:lnTo>
                  <a:pt x="101578" y="2984"/>
                </a:lnTo>
                <a:lnTo>
                  <a:pt x="101127" y="3158"/>
                </a:lnTo>
                <a:lnTo>
                  <a:pt x="100587" y="3321"/>
                </a:lnTo>
                <a:lnTo>
                  <a:pt x="100016" y="3474"/>
                </a:lnTo>
                <a:lnTo>
                  <a:pt x="100016" y="3474"/>
                </a:lnTo>
                <a:lnTo>
                  <a:pt x="99085" y="3469"/>
                </a:lnTo>
                <a:lnTo>
                  <a:pt x="49948" y="3469"/>
                </a:lnTo>
                <a:lnTo>
                  <a:pt x="49948" y="3469"/>
                </a:lnTo>
                <a:lnTo>
                  <a:pt x="49198" y="3474"/>
                </a:lnTo>
                <a:lnTo>
                  <a:pt x="48417" y="3479"/>
                </a:lnTo>
                <a:lnTo>
                  <a:pt x="47666" y="3489"/>
                </a:lnTo>
                <a:lnTo>
                  <a:pt x="46915" y="3504"/>
                </a:lnTo>
                <a:lnTo>
                  <a:pt x="46164" y="3525"/>
                </a:lnTo>
                <a:lnTo>
                  <a:pt x="45443" y="3545"/>
                </a:lnTo>
                <a:lnTo>
                  <a:pt x="44722" y="3571"/>
                </a:lnTo>
                <a:lnTo>
                  <a:pt x="44032" y="3601"/>
                </a:lnTo>
                <a:lnTo>
                  <a:pt x="43371" y="3637"/>
                </a:lnTo>
                <a:lnTo>
                  <a:pt x="42770" y="3673"/>
                </a:lnTo>
                <a:lnTo>
                  <a:pt x="42169" y="3709"/>
                </a:lnTo>
                <a:lnTo>
                  <a:pt x="41599" y="3754"/>
                </a:lnTo>
                <a:lnTo>
                  <a:pt x="41088" y="3800"/>
                </a:lnTo>
                <a:lnTo>
                  <a:pt x="40608" y="3846"/>
                </a:lnTo>
                <a:lnTo>
                  <a:pt x="40187" y="3897"/>
                </a:lnTo>
                <a:lnTo>
                  <a:pt x="39797" y="3948"/>
                </a:lnTo>
                <a:lnTo>
                  <a:pt x="39797" y="3948"/>
                </a:lnTo>
                <a:lnTo>
                  <a:pt x="39346" y="4025"/>
                </a:lnTo>
                <a:lnTo>
                  <a:pt x="38926" y="4101"/>
                </a:lnTo>
                <a:lnTo>
                  <a:pt x="38505" y="4183"/>
                </a:lnTo>
                <a:lnTo>
                  <a:pt x="38145" y="4264"/>
                </a:lnTo>
                <a:lnTo>
                  <a:pt x="14147" y="4264"/>
                </a:lnTo>
                <a:lnTo>
                  <a:pt x="14147" y="4264"/>
                </a:lnTo>
                <a:lnTo>
                  <a:pt x="13366" y="4275"/>
                </a:lnTo>
                <a:lnTo>
                  <a:pt x="12585" y="4280"/>
                </a:lnTo>
                <a:lnTo>
                  <a:pt x="12585" y="4280"/>
                </a:lnTo>
                <a:lnTo>
                  <a:pt x="11924" y="4275"/>
                </a:lnTo>
                <a:lnTo>
                  <a:pt x="11264" y="4270"/>
                </a:lnTo>
                <a:lnTo>
                  <a:pt x="10603" y="4259"/>
                </a:lnTo>
                <a:lnTo>
                  <a:pt x="9972" y="4239"/>
                </a:lnTo>
                <a:lnTo>
                  <a:pt x="9341" y="4219"/>
                </a:lnTo>
                <a:lnTo>
                  <a:pt x="8711" y="4198"/>
                </a:lnTo>
                <a:lnTo>
                  <a:pt x="8140" y="4168"/>
                </a:lnTo>
                <a:lnTo>
                  <a:pt x="7569" y="4137"/>
                </a:lnTo>
                <a:lnTo>
                  <a:pt x="6999" y="4106"/>
                </a:lnTo>
                <a:lnTo>
                  <a:pt x="6488" y="4071"/>
                </a:lnTo>
                <a:lnTo>
                  <a:pt x="5978" y="4030"/>
                </a:lnTo>
                <a:lnTo>
                  <a:pt x="5527" y="3989"/>
                </a:lnTo>
                <a:lnTo>
                  <a:pt x="5077" y="3948"/>
                </a:lnTo>
                <a:lnTo>
                  <a:pt x="4686" y="3902"/>
                </a:lnTo>
                <a:lnTo>
                  <a:pt x="4326" y="3856"/>
                </a:lnTo>
                <a:lnTo>
                  <a:pt x="3995" y="3811"/>
                </a:lnTo>
                <a:lnTo>
                  <a:pt x="3995" y="3811"/>
                </a:lnTo>
                <a:lnTo>
                  <a:pt x="3575" y="3744"/>
                </a:lnTo>
                <a:lnTo>
                  <a:pt x="3184" y="3678"/>
                </a:lnTo>
                <a:lnTo>
                  <a:pt x="2824" y="3607"/>
                </a:lnTo>
                <a:lnTo>
                  <a:pt x="2494" y="3535"/>
                </a:lnTo>
                <a:lnTo>
                  <a:pt x="2163" y="3459"/>
                </a:lnTo>
                <a:lnTo>
                  <a:pt x="1863" y="3382"/>
                </a:lnTo>
                <a:lnTo>
                  <a:pt x="1562" y="3306"/>
                </a:lnTo>
                <a:lnTo>
                  <a:pt x="1322" y="3224"/>
                </a:lnTo>
                <a:lnTo>
                  <a:pt x="1082" y="3142"/>
                </a:lnTo>
                <a:lnTo>
                  <a:pt x="872" y="3061"/>
                </a:lnTo>
                <a:lnTo>
                  <a:pt x="661" y="2974"/>
                </a:lnTo>
                <a:lnTo>
                  <a:pt x="511" y="2882"/>
                </a:lnTo>
                <a:lnTo>
                  <a:pt x="361" y="2796"/>
                </a:lnTo>
                <a:lnTo>
                  <a:pt x="241" y="2704"/>
                </a:lnTo>
                <a:lnTo>
                  <a:pt x="151" y="2612"/>
                </a:lnTo>
                <a:lnTo>
                  <a:pt x="91" y="2515"/>
                </a:lnTo>
                <a:lnTo>
                  <a:pt x="31" y="2418"/>
                </a:lnTo>
                <a:lnTo>
                  <a:pt x="1" y="2321"/>
                </a:lnTo>
                <a:lnTo>
                  <a:pt x="31" y="2224"/>
                </a:lnTo>
                <a:lnTo>
                  <a:pt x="61" y="2122"/>
                </a:lnTo>
                <a:lnTo>
                  <a:pt x="121" y="2020"/>
                </a:lnTo>
                <a:lnTo>
                  <a:pt x="181" y="1913"/>
                </a:lnTo>
                <a:lnTo>
                  <a:pt x="301" y="1811"/>
                </a:lnTo>
                <a:lnTo>
                  <a:pt x="451" y="1704"/>
                </a:lnTo>
                <a:lnTo>
                  <a:pt x="601" y="1597"/>
                </a:lnTo>
                <a:lnTo>
                  <a:pt x="782" y="1485"/>
                </a:lnTo>
                <a:lnTo>
                  <a:pt x="1022" y="1378"/>
                </a:lnTo>
                <a:lnTo>
                  <a:pt x="1262" y="1265"/>
                </a:lnTo>
                <a:lnTo>
                  <a:pt x="1532" y="1153"/>
                </a:lnTo>
                <a:lnTo>
                  <a:pt x="1863" y="1036"/>
                </a:lnTo>
                <a:lnTo>
                  <a:pt x="2193" y="924"/>
                </a:lnTo>
                <a:lnTo>
                  <a:pt x="2554" y="806"/>
                </a:lnTo>
                <a:lnTo>
                  <a:pt x="2554" y="806"/>
                </a:lnTo>
                <a:lnTo>
                  <a:pt x="2914" y="704"/>
                </a:lnTo>
                <a:lnTo>
                  <a:pt x="3335" y="607"/>
                </a:lnTo>
                <a:lnTo>
                  <a:pt x="3785" y="521"/>
                </a:lnTo>
                <a:lnTo>
                  <a:pt x="4266" y="444"/>
                </a:lnTo>
                <a:lnTo>
                  <a:pt x="4806" y="368"/>
                </a:lnTo>
                <a:lnTo>
                  <a:pt x="5347" y="301"/>
                </a:lnTo>
                <a:lnTo>
                  <a:pt x="5918" y="245"/>
                </a:lnTo>
                <a:lnTo>
                  <a:pt x="6548" y="189"/>
                </a:lnTo>
                <a:lnTo>
                  <a:pt x="7179" y="143"/>
                </a:lnTo>
                <a:lnTo>
                  <a:pt x="7840" y="107"/>
                </a:lnTo>
                <a:lnTo>
                  <a:pt x="8501" y="72"/>
                </a:lnTo>
                <a:lnTo>
                  <a:pt x="9191" y="46"/>
                </a:lnTo>
                <a:lnTo>
                  <a:pt x="9912" y="26"/>
                </a:lnTo>
                <a:lnTo>
                  <a:pt x="10603" y="11"/>
                </a:lnTo>
                <a:lnTo>
                  <a:pt x="11324" y="5"/>
                </a:lnTo>
                <a:lnTo>
                  <a:pt x="1207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4"/>
          <p:cNvSpPr/>
          <p:nvPr/>
        </p:nvSpPr>
        <p:spPr>
          <a:xfrm flipH="1">
            <a:off x="906789" y="2932808"/>
            <a:ext cx="759166" cy="103908"/>
          </a:xfrm>
          <a:custGeom>
            <a:avLst/>
            <a:gdLst/>
            <a:ahLst/>
            <a:cxnLst/>
            <a:rect l="l" t="t" r="r" b="b"/>
            <a:pathLst>
              <a:path w="29465" h="684" extrusionOk="0">
                <a:moveTo>
                  <a:pt x="18772" y="0"/>
                </a:moveTo>
                <a:lnTo>
                  <a:pt x="17961" y="5"/>
                </a:lnTo>
                <a:lnTo>
                  <a:pt x="17120" y="16"/>
                </a:lnTo>
                <a:lnTo>
                  <a:pt x="0" y="16"/>
                </a:lnTo>
                <a:lnTo>
                  <a:pt x="601" y="138"/>
                </a:lnTo>
                <a:lnTo>
                  <a:pt x="1022" y="209"/>
                </a:lnTo>
                <a:lnTo>
                  <a:pt x="1472" y="271"/>
                </a:lnTo>
                <a:lnTo>
                  <a:pt x="1953" y="332"/>
                </a:lnTo>
                <a:lnTo>
                  <a:pt x="2493" y="388"/>
                </a:lnTo>
                <a:lnTo>
                  <a:pt x="3034" y="439"/>
                </a:lnTo>
                <a:lnTo>
                  <a:pt x="3635" y="485"/>
                </a:lnTo>
                <a:lnTo>
                  <a:pt x="4235" y="521"/>
                </a:lnTo>
                <a:lnTo>
                  <a:pt x="4866" y="556"/>
                </a:lnTo>
                <a:lnTo>
                  <a:pt x="5497" y="587"/>
                </a:lnTo>
                <a:lnTo>
                  <a:pt x="6158" y="612"/>
                </a:lnTo>
                <a:lnTo>
                  <a:pt x="6848" y="638"/>
                </a:lnTo>
                <a:lnTo>
                  <a:pt x="7539" y="653"/>
                </a:lnTo>
                <a:lnTo>
                  <a:pt x="8230" y="669"/>
                </a:lnTo>
                <a:lnTo>
                  <a:pt x="8951" y="674"/>
                </a:lnTo>
                <a:lnTo>
                  <a:pt x="9642" y="684"/>
                </a:lnTo>
                <a:lnTo>
                  <a:pt x="29464" y="684"/>
                </a:lnTo>
                <a:lnTo>
                  <a:pt x="29044" y="602"/>
                </a:lnTo>
                <a:lnTo>
                  <a:pt x="28684" y="541"/>
                </a:lnTo>
                <a:lnTo>
                  <a:pt x="28233" y="480"/>
                </a:lnTo>
                <a:lnTo>
                  <a:pt x="27783" y="419"/>
                </a:lnTo>
                <a:lnTo>
                  <a:pt x="27242" y="362"/>
                </a:lnTo>
                <a:lnTo>
                  <a:pt x="26671" y="311"/>
                </a:lnTo>
                <a:lnTo>
                  <a:pt x="26101" y="260"/>
                </a:lnTo>
                <a:lnTo>
                  <a:pt x="25440" y="215"/>
                </a:lnTo>
                <a:lnTo>
                  <a:pt x="24779" y="174"/>
                </a:lnTo>
                <a:lnTo>
                  <a:pt x="24088" y="138"/>
                </a:lnTo>
                <a:lnTo>
                  <a:pt x="23397" y="102"/>
                </a:lnTo>
                <a:lnTo>
                  <a:pt x="22647" y="72"/>
                </a:lnTo>
                <a:lnTo>
                  <a:pt x="21896" y="46"/>
                </a:lnTo>
                <a:lnTo>
                  <a:pt x="21115" y="31"/>
                </a:lnTo>
                <a:lnTo>
                  <a:pt x="20334" y="16"/>
                </a:lnTo>
                <a:lnTo>
                  <a:pt x="19553" y="5"/>
                </a:lnTo>
                <a:lnTo>
                  <a:pt x="18772" y="0"/>
                </a:lnTo>
                <a:close/>
              </a:path>
            </a:pathLst>
          </a:custGeom>
          <a:solidFill>
            <a:srgbClr val="0062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4"/>
          <p:cNvSpPr/>
          <p:nvPr/>
        </p:nvSpPr>
        <p:spPr>
          <a:xfrm flipH="1">
            <a:off x="906789" y="2932808"/>
            <a:ext cx="759166" cy="103908"/>
          </a:xfrm>
          <a:custGeom>
            <a:avLst/>
            <a:gdLst/>
            <a:ahLst/>
            <a:cxnLst/>
            <a:rect l="l" t="t" r="r" b="b"/>
            <a:pathLst>
              <a:path w="29465" h="684" fill="none" extrusionOk="0">
                <a:moveTo>
                  <a:pt x="18772" y="0"/>
                </a:moveTo>
                <a:lnTo>
                  <a:pt x="18772" y="0"/>
                </a:lnTo>
                <a:lnTo>
                  <a:pt x="19553" y="5"/>
                </a:lnTo>
                <a:lnTo>
                  <a:pt x="20334" y="16"/>
                </a:lnTo>
                <a:lnTo>
                  <a:pt x="21115" y="31"/>
                </a:lnTo>
                <a:lnTo>
                  <a:pt x="21896" y="46"/>
                </a:lnTo>
                <a:lnTo>
                  <a:pt x="22647" y="72"/>
                </a:lnTo>
                <a:lnTo>
                  <a:pt x="23397" y="102"/>
                </a:lnTo>
                <a:lnTo>
                  <a:pt x="24088" y="138"/>
                </a:lnTo>
                <a:lnTo>
                  <a:pt x="24779" y="174"/>
                </a:lnTo>
                <a:lnTo>
                  <a:pt x="25440" y="215"/>
                </a:lnTo>
                <a:lnTo>
                  <a:pt x="26101" y="260"/>
                </a:lnTo>
                <a:lnTo>
                  <a:pt x="26671" y="311"/>
                </a:lnTo>
                <a:lnTo>
                  <a:pt x="27242" y="362"/>
                </a:lnTo>
                <a:lnTo>
                  <a:pt x="27783" y="419"/>
                </a:lnTo>
                <a:lnTo>
                  <a:pt x="28233" y="480"/>
                </a:lnTo>
                <a:lnTo>
                  <a:pt x="28684" y="541"/>
                </a:lnTo>
                <a:lnTo>
                  <a:pt x="29044" y="602"/>
                </a:lnTo>
                <a:lnTo>
                  <a:pt x="29044" y="602"/>
                </a:lnTo>
                <a:lnTo>
                  <a:pt x="29464" y="684"/>
                </a:lnTo>
                <a:lnTo>
                  <a:pt x="10332" y="684"/>
                </a:lnTo>
                <a:lnTo>
                  <a:pt x="10332" y="684"/>
                </a:lnTo>
                <a:lnTo>
                  <a:pt x="9642" y="684"/>
                </a:lnTo>
                <a:lnTo>
                  <a:pt x="8951" y="674"/>
                </a:lnTo>
                <a:lnTo>
                  <a:pt x="8230" y="669"/>
                </a:lnTo>
                <a:lnTo>
                  <a:pt x="7539" y="653"/>
                </a:lnTo>
                <a:lnTo>
                  <a:pt x="6848" y="638"/>
                </a:lnTo>
                <a:lnTo>
                  <a:pt x="6158" y="612"/>
                </a:lnTo>
                <a:lnTo>
                  <a:pt x="5497" y="587"/>
                </a:lnTo>
                <a:lnTo>
                  <a:pt x="4866" y="556"/>
                </a:lnTo>
                <a:lnTo>
                  <a:pt x="4235" y="521"/>
                </a:lnTo>
                <a:lnTo>
                  <a:pt x="3635" y="485"/>
                </a:lnTo>
                <a:lnTo>
                  <a:pt x="3034" y="439"/>
                </a:lnTo>
                <a:lnTo>
                  <a:pt x="2493" y="388"/>
                </a:lnTo>
                <a:lnTo>
                  <a:pt x="1953" y="332"/>
                </a:lnTo>
                <a:lnTo>
                  <a:pt x="1472" y="271"/>
                </a:lnTo>
                <a:lnTo>
                  <a:pt x="1022" y="209"/>
                </a:lnTo>
                <a:lnTo>
                  <a:pt x="601" y="138"/>
                </a:lnTo>
                <a:lnTo>
                  <a:pt x="601" y="138"/>
                </a:lnTo>
                <a:lnTo>
                  <a:pt x="0" y="16"/>
                </a:lnTo>
                <a:lnTo>
                  <a:pt x="17120" y="16"/>
                </a:lnTo>
                <a:lnTo>
                  <a:pt x="17120" y="16"/>
                </a:lnTo>
                <a:lnTo>
                  <a:pt x="17961" y="5"/>
                </a:lnTo>
                <a:lnTo>
                  <a:pt x="1877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4"/>
          <p:cNvSpPr/>
          <p:nvPr/>
        </p:nvSpPr>
        <p:spPr>
          <a:xfrm flipH="1">
            <a:off x="585641" y="3460403"/>
            <a:ext cx="1981818" cy="658845"/>
          </a:xfrm>
          <a:custGeom>
            <a:avLst/>
            <a:gdLst/>
            <a:ahLst/>
            <a:cxnLst/>
            <a:rect l="l" t="t" r="r" b="b"/>
            <a:pathLst>
              <a:path w="76919" h="4337" extrusionOk="0">
                <a:moveTo>
                  <a:pt x="64184" y="1"/>
                </a:moveTo>
                <a:lnTo>
                  <a:pt x="63674" y="128"/>
                </a:lnTo>
                <a:lnTo>
                  <a:pt x="63103" y="246"/>
                </a:lnTo>
                <a:lnTo>
                  <a:pt x="62743" y="312"/>
                </a:lnTo>
                <a:lnTo>
                  <a:pt x="62352" y="373"/>
                </a:lnTo>
                <a:lnTo>
                  <a:pt x="61962" y="429"/>
                </a:lnTo>
                <a:lnTo>
                  <a:pt x="61511" y="485"/>
                </a:lnTo>
                <a:lnTo>
                  <a:pt x="61061" y="536"/>
                </a:lnTo>
                <a:lnTo>
                  <a:pt x="60580" y="582"/>
                </a:lnTo>
                <a:lnTo>
                  <a:pt x="60069" y="623"/>
                </a:lnTo>
                <a:lnTo>
                  <a:pt x="59559" y="664"/>
                </a:lnTo>
                <a:lnTo>
                  <a:pt x="59018" y="695"/>
                </a:lnTo>
                <a:lnTo>
                  <a:pt x="58448" y="725"/>
                </a:lnTo>
                <a:lnTo>
                  <a:pt x="57877" y="751"/>
                </a:lnTo>
                <a:lnTo>
                  <a:pt x="57306" y="771"/>
                </a:lnTo>
                <a:lnTo>
                  <a:pt x="56736" y="786"/>
                </a:lnTo>
                <a:lnTo>
                  <a:pt x="56135" y="797"/>
                </a:lnTo>
                <a:lnTo>
                  <a:pt x="55534" y="807"/>
                </a:lnTo>
                <a:lnTo>
                  <a:pt x="54933" y="807"/>
                </a:lnTo>
                <a:lnTo>
                  <a:pt x="54153" y="802"/>
                </a:lnTo>
                <a:lnTo>
                  <a:pt x="53372" y="791"/>
                </a:lnTo>
                <a:lnTo>
                  <a:pt x="2313" y="791"/>
                </a:lnTo>
                <a:lnTo>
                  <a:pt x="2042" y="858"/>
                </a:lnTo>
                <a:lnTo>
                  <a:pt x="1772" y="924"/>
                </a:lnTo>
                <a:lnTo>
                  <a:pt x="1532" y="990"/>
                </a:lnTo>
                <a:lnTo>
                  <a:pt x="1322" y="1062"/>
                </a:lnTo>
                <a:lnTo>
                  <a:pt x="1111" y="1133"/>
                </a:lnTo>
                <a:lnTo>
                  <a:pt x="931" y="1205"/>
                </a:lnTo>
                <a:lnTo>
                  <a:pt x="751" y="1281"/>
                </a:lnTo>
                <a:lnTo>
                  <a:pt x="601" y="1353"/>
                </a:lnTo>
                <a:lnTo>
                  <a:pt x="451" y="1434"/>
                </a:lnTo>
                <a:lnTo>
                  <a:pt x="330" y="1511"/>
                </a:lnTo>
                <a:lnTo>
                  <a:pt x="240" y="1587"/>
                </a:lnTo>
                <a:lnTo>
                  <a:pt x="150" y="1669"/>
                </a:lnTo>
                <a:lnTo>
                  <a:pt x="90" y="1750"/>
                </a:lnTo>
                <a:lnTo>
                  <a:pt x="30" y="1837"/>
                </a:lnTo>
                <a:lnTo>
                  <a:pt x="0" y="1919"/>
                </a:lnTo>
                <a:lnTo>
                  <a:pt x="0" y="2005"/>
                </a:lnTo>
                <a:lnTo>
                  <a:pt x="0" y="2092"/>
                </a:lnTo>
                <a:lnTo>
                  <a:pt x="30" y="2179"/>
                </a:lnTo>
                <a:lnTo>
                  <a:pt x="90" y="2266"/>
                </a:lnTo>
                <a:lnTo>
                  <a:pt x="150" y="2357"/>
                </a:lnTo>
                <a:lnTo>
                  <a:pt x="240" y="2449"/>
                </a:lnTo>
                <a:lnTo>
                  <a:pt x="330" y="2541"/>
                </a:lnTo>
                <a:lnTo>
                  <a:pt x="481" y="2633"/>
                </a:lnTo>
                <a:lnTo>
                  <a:pt x="601" y="2725"/>
                </a:lnTo>
                <a:lnTo>
                  <a:pt x="781" y="2822"/>
                </a:lnTo>
                <a:lnTo>
                  <a:pt x="961" y="2913"/>
                </a:lnTo>
                <a:lnTo>
                  <a:pt x="1171" y="3010"/>
                </a:lnTo>
                <a:lnTo>
                  <a:pt x="1412" y="3107"/>
                </a:lnTo>
                <a:lnTo>
                  <a:pt x="1922" y="3306"/>
                </a:lnTo>
                <a:lnTo>
                  <a:pt x="2553" y="3505"/>
                </a:lnTo>
                <a:lnTo>
                  <a:pt x="2913" y="3607"/>
                </a:lnTo>
                <a:lnTo>
                  <a:pt x="3334" y="3704"/>
                </a:lnTo>
                <a:lnTo>
                  <a:pt x="3784" y="3791"/>
                </a:lnTo>
                <a:lnTo>
                  <a:pt x="4295" y="3877"/>
                </a:lnTo>
                <a:lnTo>
                  <a:pt x="4806" y="3949"/>
                </a:lnTo>
                <a:lnTo>
                  <a:pt x="5376" y="4020"/>
                </a:lnTo>
                <a:lnTo>
                  <a:pt x="5977" y="4081"/>
                </a:lnTo>
                <a:lnTo>
                  <a:pt x="6578" y="4138"/>
                </a:lnTo>
                <a:lnTo>
                  <a:pt x="7238" y="4183"/>
                </a:lnTo>
                <a:lnTo>
                  <a:pt x="7899" y="4224"/>
                </a:lnTo>
                <a:lnTo>
                  <a:pt x="8590" y="4260"/>
                </a:lnTo>
                <a:lnTo>
                  <a:pt x="9281" y="4285"/>
                </a:lnTo>
                <a:lnTo>
                  <a:pt x="10002" y="4311"/>
                </a:lnTo>
                <a:lnTo>
                  <a:pt x="10722" y="4326"/>
                </a:lnTo>
                <a:lnTo>
                  <a:pt x="11443" y="4336"/>
                </a:lnTo>
                <a:lnTo>
                  <a:pt x="12194" y="4336"/>
                </a:lnTo>
                <a:lnTo>
                  <a:pt x="12975" y="4331"/>
                </a:lnTo>
                <a:lnTo>
                  <a:pt x="13756" y="4321"/>
                </a:lnTo>
                <a:lnTo>
                  <a:pt x="62022" y="4321"/>
                </a:lnTo>
                <a:lnTo>
                  <a:pt x="62773" y="4331"/>
                </a:lnTo>
                <a:lnTo>
                  <a:pt x="63523" y="4336"/>
                </a:lnTo>
                <a:lnTo>
                  <a:pt x="64334" y="4331"/>
                </a:lnTo>
                <a:lnTo>
                  <a:pt x="65115" y="4321"/>
                </a:lnTo>
                <a:lnTo>
                  <a:pt x="65896" y="4306"/>
                </a:lnTo>
                <a:lnTo>
                  <a:pt x="66677" y="4285"/>
                </a:lnTo>
                <a:lnTo>
                  <a:pt x="67458" y="4260"/>
                </a:lnTo>
                <a:lnTo>
                  <a:pt x="68209" y="4229"/>
                </a:lnTo>
                <a:lnTo>
                  <a:pt x="68930" y="4194"/>
                </a:lnTo>
                <a:lnTo>
                  <a:pt x="69620" y="4153"/>
                </a:lnTo>
                <a:lnTo>
                  <a:pt x="70281" y="4107"/>
                </a:lnTo>
                <a:lnTo>
                  <a:pt x="70942" y="4061"/>
                </a:lnTo>
                <a:lnTo>
                  <a:pt x="71543" y="4005"/>
                </a:lnTo>
                <a:lnTo>
                  <a:pt x="72113" y="3954"/>
                </a:lnTo>
                <a:lnTo>
                  <a:pt x="72624" y="3893"/>
                </a:lnTo>
                <a:lnTo>
                  <a:pt x="73104" y="3837"/>
                </a:lnTo>
                <a:lnTo>
                  <a:pt x="73555" y="3770"/>
                </a:lnTo>
                <a:lnTo>
                  <a:pt x="73945" y="3709"/>
                </a:lnTo>
                <a:lnTo>
                  <a:pt x="74366" y="3622"/>
                </a:lnTo>
                <a:lnTo>
                  <a:pt x="74786" y="3536"/>
                </a:lnTo>
                <a:lnTo>
                  <a:pt x="75147" y="3444"/>
                </a:lnTo>
                <a:lnTo>
                  <a:pt x="75477" y="3347"/>
                </a:lnTo>
                <a:lnTo>
                  <a:pt x="75748" y="3255"/>
                </a:lnTo>
                <a:lnTo>
                  <a:pt x="76018" y="3153"/>
                </a:lnTo>
                <a:lnTo>
                  <a:pt x="76258" y="3056"/>
                </a:lnTo>
                <a:lnTo>
                  <a:pt x="76438" y="2954"/>
                </a:lnTo>
                <a:lnTo>
                  <a:pt x="76588" y="2852"/>
                </a:lnTo>
                <a:lnTo>
                  <a:pt x="76709" y="2745"/>
                </a:lnTo>
                <a:lnTo>
                  <a:pt x="76799" y="2643"/>
                </a:lnTo>
                <a:lnTo>
                  <a:pt x="76889" y="2536"/>
                </a:lnTo>
                <a:lnTo>
                  <a:pt x="76919" y="2429"/>
                </a:lnTo>
                <a:lnTo>
                  <a:pt x="76919" y="2322"/>
                </a:lnTo>
                <a:lnTo>
                  <a:pt x="76889" y="2215"/>
                </a:lnTo>
                <a:lnTo>
                  <a:pt x="76859" y="2107"/>
                </a:lnTo>
                <a:lnTo>
                  <a:pt x="76769" y="2000"/>
                </a:lnTo>
                <a:lnTo>
                  <a:pt x="76679" y="1893"/>
                </a:lnTo>
                <a:lnTo>
                  <a:pt x="76558" y="1791"/>
                </a:lnTo>
                <a:lnTo>
                  <a:pt x="76408" y="1684"/>
                </a:lnTo>
                <a:lnTo>
                  <a:pt x="76228" y="1582"/>
                </a:lnTo>
                <a:lnTo>
                  <a:pt x="76018" y="1480"/>
                </a:lnTo>
                <a:lnTo>
                  <a:pt x="75808" y="1378"/>
                </a:lnTo>
                <a:lnTo>
                  <a:pt x="75567" y="1276"/>
                </a:lnTo>
                <a:lnTo>
                  <a:pt x="75297" y="1179"/>
                </a:lnTo>
                <a:lnTo>
                  <a:pt x="75027" y="1082"/>
                </a:lnTo>
                <a:lnTo>
                  <a:pt x="74726" y="990"/>
                </a:lnTo>
                <a:lnTo>
                  <a:pt x="74426" y="899"/>
                </a:lnTo>
                <a:lnTo>
                  <a:pt x="74096" y="812"/>
                </a:lnTo>
                <a:lnTo>
                  <a:pt x="73735" y="725"/>
                </a:lnTo>
                <a:lnTo>
                  <a:pt x="73375" y="644"/>
                </a:lnTo>
                <a:lnTo>
                  <a:pt x="72984" y="567"/>
                </a:lnTo>
                <a:lnTo>
                  <a:pt x="72594" y="496"/>
                </a:lnTo>
                <a:lnTo>
                  <a:pt x="72203" y="434"/>
                </a:lnTo>
                <a:lnTo>
                  <a:pt x="71753" y="373"/>
                </a:lnTo>
                <a:lnTo>
                  <a:pt x="71272" y="322"/>
                </a:lnTo>
                <a:lnTo>
                  <a:pt x="70792" y="271"/>
                </a:lnTo>
                <a:lnTo>
                  <a:pt x="70281" y="225"/>
                </a:lnTo>
                <a:lnTo>
                  <a:pt x="69711" y="185"/>
                </a:lnTo>
                <a:lnTo>
                  <a:pt x="69170" y="149"/>
                </a:lnTo>
                <a:lnTo>
                  <a:pt x="68569" y="118"/>
                </a:lnTo>
                <a:lnTo>
                  <a:pt x="67999" y="88"/>
                </a:lnTo>
                <a:lnTo>
                  <a:pt x="67368" y="67"/>
                </a:lnTo>
                <a:lnTo>
                  <a:pt x="66767" y="47"/>
                </a:lnTo>
                <a:lnTo>
                  <a:pt x="66136" y="31"/>
                </a:lnTo>
                <a:lnTo>
                  <a:pt x="65476" y="16"/>
                </a:lnTo>
                <a:lnTo>
                  <a:pt x="64845" y="6"/>
                </a:lnTo>
                <a:lnTo>
                  <a:pt x="64184" y="1"/>
                </a:lnTo>
                <a:close/>
              </a:path>
            </a:pathLst>
          </a:custGeom>
          <a:solidFill>
            <a:srgbClr val="00B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4"/>
          <p:cNvSpPr/>
          <p:nvPr/>
        </p:nvSpPr>
        <p:spPr>
          <a:xfrm flipH="1">
            <a:off x="585641" y="3460403"/>
            <a:ext cx="1981818" cy="658845"/>
          </a:xfrm>
          <a:custGeom>
            <a:avLst/>
            <a:gdLst/>
            <a:ahLst/>
            <a:cxnLst/>
            <a:rect l="l" t="t" r="r" b="b"/>
            <a:pathLst>
              <a:path w="76919" h="4337" fill="none" extrusionOk="0">
                <a:moveTo>
                  <a:pt x="64184" y="1"/>
                </a:moveTo>
                <a:lnTo>
                  <a:pt x="64184" y="1"/>
                </a:lnTo>
                <a:lnTo>
                  <a:pt x="64845" y="6"/>
                </a:lnTo>
                <a:lnTo>
                  <a:pt x="65476" y="16"/>
                </a:lnTo>
                <a:lnTo>
                  <a:pt x="66136" y="31"/>
                </a:lnTo>
                <a:lnTo>
                  <a:pt x="66767" y="47"/>
                </a:lnTo>
                <a:lnTo>
                  <a:pt x="67368" y="67"/>
                </a:lnTo>
                <a:lnTo>
                  <a:pt x="67999" y="88"/>
                </a:lnTo>
                <a:lnTo>
                  <a:pt x="68569" y="118"/>
                </a:lnTo>
                <a:lnTo>
                  <a:pt x="69170" y="149"/>
                </a:lnTo>
                <a:lnTo>
                  <a:pt x="69711" y="185"/>
                </a:lnTo>
                <a:lnTo>
                  <a:pt x="70281" y="225"/>
                </a:lnTo>
                <a:lnTo>
                  <a:pt x="70792" y="271"/>
                </a:lnTo>
                <a:lnTo>
                  <a:pt x="71272" y="322"/>
                </a:lnTo>
                <a:lnTo>
                  <a:pt x="71753" y="373"/>
                </a:lnTo>
                <a:lnTo>
                  <a:pt x="72203" y="434"/>
                </a:lnTo>
                <a:lnTo>
                  <a:pt x="72594" y="496"/>
                </a:lnTo>
                <a:lnTo>
                  <a:pt x="72984" y="567"/>
                </a:lnTo>
                <a:lnTo>
                  <a:pt x="72984" y="567"/>
                </a:lnTo>
                <a:lnTo>
                  <a:pt x="73375" y="644"/>
                </a:lnTo>
                <a:lnTo>
                  <a:pt x="73735" y="725"/>
                </a:lnTo>
                <a:lnTo>
                  <a:pt x="74096" y="812"/>
                </a:lnTo>
                <a:lnTo>
                  <a:pt x="74426" y="899"/>
                </a:lnTo>
                <a:lnTo>
                  <a:pt x="74726" y="990"/>
                </a:lnTo>
                <a:lnTo>
                  <a:pt x="75027" y="1082"/>
                </a:lnTo>
                <a:lnTo>
                  <a:pt x="75297" y="1179"/>
                </a:lnTo>
                <a:lnTo>
                  <a:pt x="75567" y="1276"/>
                </a:lnTo>
                <a:lnTo>
                  <a:pt x="75808" y="1378"/>
                </a:lnTo>
                <a:lnTo>
                  <a:pt x="76018" y="1480"/>
                </a:lnTo>
                <a:lnTo>
                  <a:pt x="76228" y="1582"/>
                </a:lnTo>
                <a:lnTo>
                  <a:pt x="76408" y="1684"/>
                </a:lnTo>
                <a:lnTo>
                  <a:pt x="76558" y="1791"/>
                </a:lnTo>
                <a:lnTo>
                  <a:pt x="76679" y="1893"/>
                </a:lnTo>
                <a:lnTo>
                  <a:pt x="76769" y="2000"/>
                </a:lnTo>
                <a:lnTo>
                  <a:pt x="76859" y="2107"/>
                </a:lnTo>
                <a:lnTo>
                  <a:pt x="76889" y="2215"/>
                </a:lnTo>
                <a:lnTo>
                  <a:pt x="76919" y="2322"/>
                </a:lnTo>
                <a:lnTo>
                  <a:pt x="76919" y="2429"/>
                </a:lnTo>
                <a:lnTo>
                  <a:pt x="76889" y="2536"/>
                </a:lnTo>
                <a:lnTo>
                  <a:pt x="76799" y="2643"/>
                </a:lnTo>
                <a:lnTo>
                  <a:pt x="76709" y="2745"/>
                </a:lnTo>
                <a:lnTo>
                  <a:pt x="76588" y="2852"/>
                </a:lnTo>
                <a:lnTo>
                  <a:pt x="76438" y="2954"/>
                </a:lnTo>
                <a:lnTo>
                  <a:pt x="76258" y="3056"/>
                </a:lnTo>
                <a:lnTo>
                  <a:pt x="76018" y="3153"/>
                </a:lnTo>
                <a:lnTo>
                  <a:pt x="75748" y="3255"/>
                </a:lnTo>
                <a:lnTo>
                  <a:pt x="75477" y="3347"/>
                </a:lnTo>
                <a:lnTo>
                  <a:pt x="75147" y="3444"/>
                </a:lnTo>
                <a:lnTo>
                  <a:pt x="74786" y="3536"/>
                </a:lnTo>
                <a:lnTo>
                  <a:pt x="74366" y="3622"/>
                </a:lnTo>
                <a:lnTo>
                  <a:pt x="73945" y="3709"/>
                </a:lnTo>
                <a:lnTo>
                  <a:pt x="73945" y="3709"/>
                </a:lnTo>
                <a:lnTo>
                  <a:pt x="73555" y="3770"/>
                </a:lnTo>
                <a:lnTo>
                  <a:pt x="73104" y="3837"/>
                </a:lnTo>
                <a:lnTo>
                  <a:pt x="72624" y="3893"/>
                </a:lnTo>
                <a:lnTo>
                  <a:pt x="72113" y="3954"/>
                </a:lnTo>
                <a:lnTo>
                  <a:pt x="71543" y="4005"/>
                </a:lnTo>
                <a:lnTo>
                  <a:pt x="70942" y="4061"/>
                </a:lnTo>
                <a:lnTo>
                  <a:pt x="70281" y="4107"/>
                </a:lnTo>
                <a:lnTo>
                  <a:pt x="69620" y="4153"/>
                </a:lnTo>
                <a:lnTo>
                  <a:pt x="68930" y="4194"/>
                </a:lnTo>
                <a:lnTo>
                  <a:pt x="68209" y="4229"/>
                </a:lnTo>
                <a:lnTo>
                  <a:pt x="67458" y="4260"/>
                </a:lnTo>
                <a:lnTo>
                  <a:pt x="66677" y="4285"/>
                </a:lnTo>
                <a:lnTo>
                  <a:pt x="65896" y="4306"/>
                </a:lnTo>
                <a:lnTo>
                  <a:pt x="65115" y="4321"/>
                </a:lnTo>
                <a:lnTo>
                  <a:pt x="64334" y="4331"/>
                </a:lnTo>
                <a:lnTo>
                  <a:pt x="63523" y="4336"/>
                </a:lnTo>
                <a:lnTo>
                  <a:pt x="63523" y="4336"/>
                </a:lnTo>
                <a:lnTo>
                  <a:pt x="62773" y="4331"/>
                </a:lnTo>
                <a:lnTo>
                  <a:pt x="62022" y="4321"/>
                </a:lnTo>
                <a:lnTo>
                  <a:pt x="13756" y="4321"/>
                </a:lnTo>
                <a:lnTo>
                  <a:pt x="13756" y="4321"/>
                </a:lnTo>
                <a:lnTo>
                  <a:pt x="12975" y="4331"/>
                </a:lnTo>
                <a:lnTo>
                  <a:pt x="12194" y="4336"/>
                </a:lnTo>
                <a:lnTo>
                  <a:pt x="12194" y="4336"/>
                </a:lnTo>
                <a:lnTo>
                  <a:pt x="11443" y="4336"/>
                </a:lnTo>
                <a:lnTo>
                  <a:pt x="10722" y="4326"/>
                </a:lnTo>
                <a:lnTo>
                  <a:pt x="10002" y="4311"/>
                </a:lnTo>
                <a:lnTo>
                  <a:pt x="9281" y="4285"/>
                </a:lnTo>
                <a:lnTo>
                  <a:pt x="8590" y="4260"/>
                </a:lnTo>
                <a:lnTo>
                  <a:pt x="7899" y="4224"/>
                </a:lnTo>
                <a:lnTo>
                  <a:pt x="7238" y="4183"/>
                </a:lnTo>
                <a:lnTo>
                  <a:pt x="6578" y="4138"/>
                </a:lnTo>
                <a:lnTo>
                  <a:pt x="5977" y="4081"/>
                </a:lnTo>
                <a:lnTo>
                  <a:pt x="5376" y="4020"/>
                </a:lnTo>
                <a:lnTo>
                  <a:pt x="4806" y="3949"/>
                </a:lnTo>
                <a:lnTo>
                  <a:pt x="4295" y="3877"/>
                </a:lnTo>
                <a:lnTo>
                  <a:pt x="3784" y="3791"/>
                </a:lnTo>
                <a:lnTo>
                  <a:pt x="3334" y="3704"/>
                </a:lnTo>
                <a:lnTo>
                  <a:pt x="2913" y="3607"/>
                </a:lnTo>
                <a:lnTo>
                  <a:pt x="2553" y="3505"/>
                </a:lnTo>
                <a:lnTo>
                  <a:pt x="2553" y="3505"/>
                </a:lnTo>
                <a:lnTo>
                  <a:pt x="1922" y="3306"/>
                </a:lnTo>
                <a:lnTo>
                  <a:pt x="1412" y="3107"/>
                </a:lnTo>
                <a:lnTo>
                  <a:pt x="1171" y="3010"/>
                </a:lnTo>
                <a:lnTo>
                  <a:pt x="961" y="2913"/>
                </a:lnTo>
                <a:lnTo>
                  <a:pt x="781" y="2822"/>
                </a:lnTo>
                <a:lnTo>
                  <a:pt x="601" y="2725"/>
                </a:lnTo>
                <a:lnTo>
                  <a:pt x="481" y="2633"/>
                </a:lnTo>
                <a:lnTo>
                  <a:pt x="330" y="2541"/>
                </a:lnTo>
                <a:lnTo>
                  <a:pt x="240" y="2449"/>
                </a:lnTo>
                <a:lnTo>
                  <a:pt x="150" y="2357"/>
                </a:lnTo>
                <a:lnTo>
                  <a:pt x="90" y="2266"/>
                </a:lnTo>
                <a:lnTo>
                  <a:pt x="30" y="2179"/>
                </a:lnTo>
                <a:lnTo>
                  <a:pt x="0" y="2092"/>
                </a:lnTo>
                <a:lnTo>
                  <a:pt x="0" y="2005"/>
                </a:lnTo>
                <a:lnTo>
                  <a:pt x="0" y="1919"/>
                </a:lnTo>
                <a:lnTo>
                  <a:pt x="30" y="1837"/>
                </a:lnTo>
                <a:lnTo>
                  <a:pt x="90" y="1750"/>
                </a:lnTo>
                <a:lnTo>
                  <a:pt x="150" y="1669"/>
                </a:lnTo>
                <a:lnTo>
                  <a:pt x="240" y="1587"/>
                </a:lnTo>
                <a:lnTo>
                  <a:pt x="330" y="1511"/>
                </a:lnTo>
                <a:lnTo>
                  <a:pt x="451" y="1434"/>
                </a:lnTo>
                <a:lnTo>
                  <a:pt x="601" y="1353"/>
                </a:lnTo>
                <a:lnTo>
                  <a:pt x="751" y="1281"/>
                </a:lnTo>
                <a:lnTo>
                  <a:pt x="931" y="1205"/>
                </a:lnTo>
                <a:lnTo>
                  <a:pt x="1111" y="1133"/>
                </a:lnTo>
                <a:lnTo>
                  <a:pt x="1322" y="1062"/>
                </a:lnTo>
                <a:lnTo>
                  <a:pt x="1532" y="990"/>
                </a:lnTo>
                <a:lnTo>
                  <a:pt x="1772" y="924"/>
                </a:lnTo>
                <a:lnTo>
                  <a:pt x="2042" y="858"/>
                </a:lnTo>
                <a:lnTo>
                  <a:pt x="2313" y="791"/>
                </a:lnTo>
                <a:lnTo>
                  <a:pt x="53372" y="791"/>
                </a:lnTo>
                <a:lnTo>
                  <a:pt x="53372" y="791"/>
                </a:lnTo>
                <a:lnTo>
                  <a:pt x="54153" y="802"/>
                </a:lnTo>
                <a:lnTo>
                  <a:pt x="54933" y="807"/>
                </a:lnTo>
                <a:lnTo>
                  <a:pt x="54933" y="807"/>
                </a:lnTo>
                <a:lnTo>
                  <a:pt x="55534" y="807"/>
                </a:lnTo>
                <a:lnTo>
                  <a:pt x="56135" y="797"/>
                </a:lnTo>
                <a:lnTo>
                  <a:pt x="56736" y="786"/>
                </a:lnTo>
                <a:lnTo>
                  <a:pt x="57306" y="771"/>
                </a:lnTo>
                <a:lnTo>
                  <a:pt x="57877" y="751"/>
                </a:lnTo>
                <a:lnTo>
                  <a:pt x="58448" y="725"/>
                </a:lnTo>
                <a:lnTo>
                  <a:pt x="59018" y="695"/>
                </a:lnTo>
                <a:lnTo>
                  <a:pt x="59559" y="664"/>
                </a:lnTo>
                <a:lnTo>
                  <a:pt x="60069" y="623"/>
                </a:lnTo>
                <a:lnTo>
                  <a:pt x="60580" y="582"/>
                </a:lnTo>
                <a:lnTo>
                  <a:pt x="61061" y="536"/>
                </a:lnTo>
                <a:lnTo>
                  <a:pt x="61511" y="485"/>
                </a:lnTo>
                <a:lnTo>
                  <a:pt x="61962" y="429"/>
                </a:lnTo>
                <a:lnTo>
                  <a:pt x="62352" y="373"/>
                </a:lnTo>
                <a:lnTo>
                  <a:pt x="62743" y="312"/>
                </a:lnTo>
                <a:lnTo>
                  <a:pt x="63103" y="246"/>
                </a:lnTo>
                <a:lnTo>
                  <a:pt x="63103" y="246"/>
                </a:lnTo>
                <a:lnTo>
                  <a:pt x="63674" y="128"/>
                </a:lnTo>
                <a:lnTo>
                  <a:pt x="6418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4"/>
          <p:cNvSpPr/>
          <p:nvPr/>
        </p:nvSpPr>
        <p:spPr>
          <a:xfrm flipH="1">
            <a:off x="913733" y="3459643"/>
            <a:ext cx="1594158" cy="123353"/>
          </a:xfrm>
          <a:custGeom>
            <a:avLst/>
            <a:gdLst/>
            <a:ahLst/>
            <a:cxnLst/>
            <a:rect l="l" t="t" r="r" b="b"/>
            <a:pathLst>
              <a:path w="61873" h="812" extrusionOk="0">
                <a:moveTo>
                  <a:pt x="11804" y="1"/>
                </a:moveTo>
                <a:lnTo>
                  <a:pt x="11054" y="6"/>
                </a:lnTo>
                <a:lnTo>
                  <a:pt x="10273" y="11"/>
                </a:lnTo>
                <a:lnTo>
                  <a:pt x="9522" y="21"/>
                </a:lnTo>
                <a:lnTo>
                  <a:pt x="8771" y="36"/>
                </a:lnTo>
                <a:lnTo>
                  <a:pt x="8020" y="57"/>
                </a:lnTo>
                <a:lnTo>
                  <a:pt x="7299" y="77"/>
                </a:lnTo>
                <a:lnTo>
                  <a:pt x="6578" y="103"/>
                </a:lnTo>
                <a:lnTo>
                  <a:pt x="5888" y="133"/>
                </a:lnTo>
                <a:lnTo>
                  <a:pt x="5227" y="169"/>
                </a:lnTo>
                <a:lnTo>
                  <a:pt x="4626" y="205"/>
                </a:lnTo>
                <a:lnTo>
                  <a:pt x="4025" y="241"/>
                </a:lnTo>
                <a:lnTo>
                  <a:pt x="3455" y="286"/>
                </a:lnTo>
                <a:lnTo>
                  <a:pt x="2944" y="332"/>
                </a:lnTo>
                <a:lnTo>
                  <a:pt x="2464" y="378"/>
                </a:lnTo>
                <a:lnTo>
                  <a:pt x="2043" y="429"/>
                </a:lnTo>
                <a:lnTo>
                  <a:pt x="1653" y="480"/>
                </a:lnTo>
                <a:lnTo>
                  <a:pt x="1202" y="557"/>
                </a:lnTo>
                <a:lnTo>
                  <a:pt x="782" y="633"/>
                </a:lnTo>
                <a:lnTo>
                  <a:pt x="361" y="715"/>
                </a:lnTo>
                <a:lnTo>
                  <a:pt x="1" y="796"/>
                </a:lnTo>
                <a:lnTo>
                  <a:pt x="51060" y="796"/>
                </a:lnTo>
                <a:lnTo>
                  <a:pt x="51841" y="807"/>
                </a:lnTo>
                <a:lnTo>
                  <a:pt x="52621" y="812"/>
                </a:lnTo>
                <a:lnTo>
                  <a:pt x="53222" y="812"/>
                </a:lnTo>
                <a:lnTo>
                  <a:pt x="53823" y="802"/>
                </a:lnTo>
                <a:lnTo>
                  <a:pt x="54424" y="791"/>
                </a:lnTo>
                <a:lnTo>
                  <a:pt x="54994" y="776"/>
                </a:lnTo>
                <a:lnTo>
                  <a:pt x="55565" y="756"/>
                </a:lnTo>
                <a:lnTo>
                  <a:pt x="56136" y="730"/>
                </a:lnTo>
                <a:lnTo>
                  <a:pt x="56706" y="700"/>
                </a:lnTo>
                <a:lnTo>
                  <a:pt x="57247" y="669"/>
                </a:lnTo>
                <a:lnTo>
                  <a:pt x="57757" y="628"/>
                </a:lnTo>
                <a:lnTo>
                  <a:pt x="58268" y="587"/>
                </a:lnTo>
                <a:lnTo>
                  <a:pt x="58749" y="541"/>
                </a:lnTo>
                <a:lnTo>
                  <a:pt x="59199" y="490"/>
                </a:lnTo>
                <a:lnTo>
                  <a:pt x="59650" y="434"/>
                </a:lnTo>
                <a:lnTo>
                  <a:pt x="60040" y="378"/>
                </a:lnTo>
                <a:lnTo>
                  <a:pt x="60431" y="317"/>
                </a:lnTo>
                <a:lnTo>
                  <a:pt x="60791" y="251"/>
                </a:lnTo>
                <a:lnTo>
                  <a:pt x="61362" y="133"/>
                </a:lnTo>
                <a:lnTo>
                  <a:pt x="61872" y="6"/>
                </a:lnTo>
                <a:lnTo>
                  <a:pt x="60941" y="1"/>
                </a:lnTo>
                <a:close/>
              </a:path>
            </a:pathLst>
          </a:custGeom>
          <a:solidFill>
            <a:srgbClr val="006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4"/>
          <p:cNvSpPr/>
          <p:nvPr/>
        </p:nvSpPr>
        <p:spPr>
          <a:xfrm flipH="1">
            <a:off x="913733" y="3459643"/>
            <a:ext cx="1594158" cy="123353"/>
          </a:xfrm>
          <a:custGeom>
            <a:avLst/>
            <a:gdLst/>
            <a:ahLst/>
            <a:cxnLst/>
            <a:rect l="l" t="t" r="r" b="b"/>
            <a:pathLst>
              <a:path w="61873" h="812" fill="none" extrusionOk="0">
                <a:moveTo>
                  <a:pt x="11804" y="1"/>
                </a:moveTo>
                <a:lnTo>
                  <a:pt x="60941" y="1"/>
                </a:lnTo>
                <a:lnTo>
                  <a:pt x="60941" y="1"/>
                </a:lnTo>
                <a:lnTo>
                  <a:pt x="61872" y="6"/>
                </a:lnTo>
                <a:lnTo>
                  <a:pt x="61872" y="6"/>
                </a:lnTo>
                <a:lnTo>
                  <a:pt x="61362" y="133"/>
                </a:lnTo>
                <a:lnTo>
                  <a:pt x="60791" y="251"/>
                </a:lnTo>
                <a:lnTo>
                  <a:pt x="60791" y="251"/>
                </a:lnTo>
                <a:lnTo>
                  <a:pt x="60431" y="317"/>
                </a:lnTo>
                <a:lnTo>
                  <a:pt x="60040" y="378"/>
                </a:lnTo>
                <a:lnTo>
                  <a:pt x="59650" y="434"/>
                </a:lnTo>
                <a:lnTo>
                  <a:pt x="59199" y="490"/>
                </a:lnTo>
                <a:lnTo>
                  <a:pt x="58749" y="541"/>
                </a:lnTo>
                <a:lnTo>
                  <a:pt x="58268" y="587"/>
                </a:lnTo>
                <a:lnTo>
                  <a:pt x="57757" y="628"/>
                </a:lnTo>
                <a:lnTo>
                  <a:pt x="57247" y="669"/>
                </a:lnTo>
                <a:lnTo>
                  <a:pt x="56706" y="700"/>
                </a:lnTo>
                <a:lnTo>
                  <a:pt x="56136" y="730"/>
                </a:lnTo>
                <a:lnTo>
                  <a:pt x="55565" y="756"/>
                </a:lnTo>
                <a:lnTo>
                  <a:pt x="54994" y="776"/>
                </a:lnTo>
                <a:lnTo>
                  <a:pt x="54424" y="791"/>
                </a:lnTo>
                <a:lnTo>
                  <a:pt x="53823" y="802"/>
                </a:lnTo>
                <a:lnTo>
                  <a:pt x="53222" y="812"/>
                </a:lnTo>
                <a:lnTo>
                  <a:pt x="52621" y="812"/>
                </a:lnTo>
                <a:lnTo>
                  <a:pt x="52621" y="812"/>
                </a:lnTo>
                <a:lnTo>
                  <a:pt x="51841" y="807"/>
                </a:lnTo>
                <a:lnTo>
                  <a:pt x="51060" y="796"/>
                </a:lnTo>
                <a:lnTo>
                  <a:pt x="1" y="796"/>
                </a:lnTo>
                <a:lnTo>
                  <a:pt x="1" y="796"/>
                </a:lnTo>
                <a:lnTo>
                  <a:pt x="361" y="715"/>
                </a:lnTo>
                <a:lnTo>
                  <a:pt x="782" y="633"/>
                </a:lnTo>
                <a:lnTo>
                  <a:pt x="1202" y="557"/>
                </a:lnTo>
                <a:lnTo>
                  <a:pt x="1653" y="480"/>
                </a:lnTo>
                <a:lnTo>
                  <a:pt x="1653" y="480"/>
                </a:lnTo>
                <a:lnTo>
                  <a:pt x="2043" y="429"/>
                </a:lnTo>
                <a:lnTo>
                  <a:pt x="2464" y="378"/>
                </a:lnTo>
                <a:lnTo>
                  <a:pt x="2944" y="332"/>
                </a:lnTo>
                <a:lnTo>
                  <a:pt x="3455" y="286"/>
                </a:lnTo>
                <a:lnTo>
                  <a:pt x="4025" y="241"/>
                </a:lnTo>
                <a:lnTo>
                  <a:pt x="4626" y="205"/>
                </a:lnTo>
                <a:lnTo>
                  <a:pt x="5227" y="169"/>
                </a:lnTo>
                <a:lnTo>
                  <a:pt x="5888" y="133"/>
                </a:lnTo>
                <a:lnTo>
                  <a:pt x="6578" y="103"/>
                </a:lnTo>
                <a:lnTo>
                  <a:pt x="7299" y="77"/>
                </a:lnTo>
                <a:lnTo>
                  <a:pt x="8020" y="57"/>
                </a:lnTo>
                <a:lnTo>
                  <a:pt x="8771" y="36"/>
                </a:lnTo>
                <a:lnTo>
                  <a:pt x="9522" y="21"/>
                </a:lnTo>
                <a:lnTo>
                  <a:pt x="10273" y="11"/>
                </a:lnTo>
                <a:lnTo>
                  <a:pt x="11054" y="6"/>
                </a:lnTo>
                <a:lnTo>
                  <a:pt x="1180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4"/>
          <p:cNvSpPr>
            <a:spLocks noGrp="1"/>
          </p:cNvSpPr>
          <p:nvPr>
            <p:ph type="pic" idx="7"/>
          </p:nvPr>
        </p:nvSpPr>
        <p:spPr>
          <a:xfrm>
            <a:off x="2359050" y="3308000"/>
            <a:ext cx="1425300" cy="1425300"/>
          </a:xfrm>
          <a:prstGeom prst="ellipse">
            <a:avLst/>
          </a:prstGeom>
          <a:noFill/>
          <a:ln>
            <a:noFill/>
          </a:ln>
        </p:spPr>
      </p:sp>
      <p:sp>
        <p:nvSpPr>
          <p:cNvPr id="186" name="Google Shape;186;p24"/>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ue - Photo + Quote Right">
  <p:cSld name="TITLE_AND_BODY_2_1">
    <p:spTree>
      <p:nvGrpSpPr>
        <p:cNvPr id="1" name="Shape 187"/>
        <p:cNvGrpSpPr/>
        <p:nvPr/>
      </p:nvGrpSpPr>
      <p:grpSpPr>
        <a:xfrm>
          <a:off x="0" y="0"/>
          <a:ext cx="0" cy="0"/>
          <a:chOff x="0" y="0"/>
          <a:chExt cx="0" cy="0"/>
        </a:xfrm>
      </p:grpSpPr>
      <p:sp>
        <p:nvSpPr>
          <p:cNvPr id="188" name="Google Shape;188;p25"/>
          <p:cNvSpPr>
            <a:spLocks noGrp="1"/>
          </p:cNvSpPr>
          <p:nvPr>
            <p:ph type="pic" idx="2"/>
          </p:nvPr>
        </p:nvSpPr>
        <p:spPr>
          <a:xfrm>
            <a:off x="6782225" y="640075"/>
            <a:ext cx="1888500" cy="1888500"/>
          </a:xfrm>
          <a:prstGeom prst="ellipse">
            <a:avLst/>
          </a:prstGeom>
          <a:noFill/>
          <a:ln>
            <a:noFill/>
          </a:ln>
        </p:spPr>
      </p:sp>
      <p:sp>
        <p:nvSpPr>
          <p:cNvPr id="189" name="Google Shape;189;p25"/>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5"/>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5"/>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92" name="Google Shape;192;p25"/>
          <p:cNvSpPr txBox="1">
            <a:spLocks noGrp="1"/>
          </p:cNvSpPr>
          <p:nvPr>
            <p:ph type="subTitle" idx="3"/>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93" name="Google Shape;193;p25"/>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5"/>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5"/>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96" name="Google Shape;196;p25"/>
          <p:cNvSpPr txBox="1">
            <a:spLocks noGrp="1"/>
          </p:cNvSpPr>
          <p:nvPr>
            <p:ph type="subTitle" idx="4"/>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97" name="Google Shape;197;p25"/>
          <p:cNvSpPr txBox="1">
            <a:spLocks noGrp="1"/>
          </p:cNvSpPr>
          <p:nvPr>
            <p:ph type="subTitle" idx="5"/>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98" name="Google Shape;198;p25"/>
          <p:cNvSpPr txBox="1">
            <a:spLocks noGrp="1"/>
          </p:cNvSpPr>
          <p:nvPr>
            <p:ph type="subTitle" idx="6"/>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1pPr>
            <a:lvl2pPr lvl="1" rtl="0">
              <a:spcBef>
                <a:spcPts val="160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2pPr>
            <a:lvl3pPr lvl="2" rtl="0">
              <a:spcBef>
                <a:spcPts val="160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3pPr>
            <a:lvl4pPr lvl="3" rtl="0">
              <a:spcBef>
                <a:spcPts val="160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4pPr>
            <a:lvl5pPr lvl="4" rtl="0">
              <a:spcBef>
                <a:spcPts val="160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5pPr>
            <a:lvl6pPr lvl="5" rtl="0">
              <a:spcBef>
                <a:spcPts val="160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6pPr>
            <a:lvl7pPr lvl="6" rtl="0">
              <a:spcBef>
                <a:spcPts val="160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7pPr>
            <a:lvl8pPr lvl="7" rtl="0">
              <a:spcBef>
                <a:spcPts val="160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8pPr>
            <a:lvl9pPr lvl="8" rtl="0">
              <a:spcBef>
                <a:spcPts val="1600"/>
              </a:spcBef>
              <a:spcAft>
                <a:spcPts val="1600"/>
              </a:spcAft>
              <a:buClr>
                <a:srgbClr val="0088CF"/>
              </a:buClr>
              <a:buSzPts val="900"/>
              <a:buFont typeface="Lato Black"/>
              <a:buNone/>
              <a:defRPr>
                <a:solidFill>
                  <a:srgbClr val="0088CF"/>
                </a:solidFill>
                <a:latin typeface="Lato Black"/>
                <a:ea typeface="Lato Black"/>
                <a:cs typeface="Lato Black"/>
                <a:sym typeface="Lato Black"/>
              </a:defRPr>
            </a:lvl9pPr>
          </a:lstStyle>
          <a:p>
            <a:endParaRPr/>
          </a:p>
        </p:txBody>
      </p:sp>
      <p:sp>
        <p:nvSpPr>
          <p:cNvPr id="199" name="Google Shape;199;p25"/>
          <p:cNvSpPr txBox="1">
            <a:spLocks noGrp="1"/>
          </p:cNvSpPr>
          <p:nvPr>
            <p:ph type="subTitle" idx="7"/>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1pPr>
            <a:lvl2pPr lvl="1" rtl="0">
              <a:spcBef>
                <a:spcPts val="160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2pPr>
            <a:lvl3pPr lvl="2" rtl="0">
              <a:spcBef>
                <a:spcPts val="160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3pPr>
            <a:lvl4pPr lvl="3" rtl="0">
              <a:spcBef>
                <a:spcPts val="160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4pPr>
            <a:lvl5pPr lvl="4" rtl="0">
              <a:spcBef>
                <a:spcPts val="160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5pPr>
            <a:lvl6pPr lvl="5" rtl="0">
              <a:spcBef>
                <a:spcPts val="160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6pPr>
            <a:lvl7pPr lvl="6" rtl="0">
              <a:spcBef>
                <a:spcPts val="160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7pPr>
            <a:lvl8pPr lvl="7" rtl="0">
              <a:spcBef>
                <a:spcPts val="1600"/>
              </a:spcBef>
              <a:spcAft>
                <a:spcPts val="0"/>
              </a:spcAft>
              <a:buClr>
                <a:srgbClr val="0088CF"/>
              </a:buClr>
              <a:buSzPts val="900"/>
              <a:buFont typeface="Lato Black"/>
              <a:buNone/>
              <a:defRPr>
                <a:solidFill>
                  <a:srgbClr val="0088CF"/>
                </a:solidFill>
                <a:latin typeface="Lato Black"/>
                <a:ea typeface="Lato Black"/>
                <a:cs typeface="Lato Black"/>
                <a:sym typeface="Lato Black"/>
              </a:defRPr>
            </a:lvl8pPr>
            <a:lvl9pPr lvl="8" rtl="0">
              <a:spcBef>
                <a:spcPts val="1600"/>
              </a:spcBef>
              <a:spcAft>
                <a:spcPts val="1600"/>
              </a:spcAft>
              <a:buClr>
                <a:srgbClr val="0088CF"/>
              </a:buClr>
              <a:buSzPts val="900"/>
              <a:buFont typeface="Lato Black"/>
              <a:buNone/>
              <a:defRPr>
                <a:solidFill>
                  <a:srgbClr val="0088CF"/>
                </a:solidFill>
                <a:latin typeface="Lato Black"/>
                <a:ea typeface="Lato Black"/>
                <a:cs typeface="Lato Black"/>
                <a:sym typeface="Lato Black"/>
              </a:defRPr>
            </a:lvl9pPr>
          </a:lstStyle>
          <a:p>
            <a:endParaRPr/>
          </a:p>
        </p:txBody>
      </p:sp>
      <p:grpSp>
        <p:nvGrpSpPr>
          <p:cNvPr id="200" name="Google Shape;200;p25"/>
          <p:cNvGrpSpPr/>
          <p:nvPr/>
        </p:nvGrpSpPr>
        <p:grpSpPr>
          <a:xfrm>
            <a:off x="5076270" y="1600381"/>
            <a:ext cx="3594458" cy="2612276"/>
            <a:chOff x="2041413" y="1026825"/>
            <a:chExt cx="3355857" cy="2438872"/>
          </a:xfrm>
        </p:grpSpPr>
        <p:sp>
          <p:nvSpPr>
            <p:cNvPr id="201" name="Google Shape;201;p25"/>
            <p:cNvSpPr/>
            <p:nvPr/>
          </p:nvSpPr>
          <p:spPr>
            <a:xfrm flipH="1">
              <a:off x="4650484" y="2963573"/>
              <a:ext cx="532683" cy="502125"/>
            </a:xfrm>
            <a:custGeom>
              <a:avLst/>
              <a:gdLst/>
              <a:ahLst/>
              <a:cxnLst/>
              <a:rect l="l" t="t" r="r" b="b"/>
              <a:pathLst>
                <a:path w="15318" h="2449" extrusionOk="0">
                  <a:moveTo>
                    <a:pt x="4566" y="1"/>
                  </a:moveTo>
                  <a:lnTo>
                    <a:pt x="4175" y="26"/>
                  </a:lnTo>
                  <a:lnTo>
                    <a:pt x="3815" y="52"/>
                  </a:lnTo>
                  <a:lnTo>
                    <a:pt x="3484" y="82"/>
                  </a:lnTo>
                  <a:lnTo>
                    <a:pt x="3154" y="113"/>
                  </a:lnTo>
                  <a:lnTo>
                    <a:pt x="2854" y="143"/>
                  </a:lnTo>
                  <a:lnTo>
                    <a:pt x="2583" y="179"/>
                  </a:lnTo>
                  <a:lnTo>
                    <a:pt x="2313" y="220"/>
                  </a:lnTo>
                  <a:lnTo>
                    <a:pt x="2073" y="256"/>
                  </a:lnTo>
                  <a:lnTo>
                    <a:pt x="1832" y="302"/>
                  </a:lnTo>
                  <a:lnTo>
                    <a:pt x="1622" y="342"/>
                  </a:lnTo>
                  <a:lnTo>
                    <a:pt x="1232" y="434"/>
                  </a:lnTo>
                  <a:lnTo>
                    <a:pt x="901" y="526"/>
                  </a:lnTo>
                  <a:lnTo>
                    <a:pt x="661" y="623"/>
                  </a:lnTo>
                  <a:lnTo>
                    <a:pt x="451" y="725"/>
                  </a:lnTo>
                  <a:lnTo>
                    <a:pt x="271" y="822"/>
                  </a:lnTo>
                  <a:lnTo>
                    <a:pt x="150" y="919"/>
                  </a:lnTo>
                  <a:lnTo>
                    <a:pt x="60" y="1016"/>
                  </a:lnTo>
                  <a:lnTo>
                    <a:pt x="30" y="1113"/>
                  </a:lnTo>
                  <a:lnTo>
                    <a:pt x="0" y="1199"/>
                  </a:lnTo>
                  <a:lnTo>
                    <a:pt x="30" y="1281"/>
                  </a:lnTo>
                  <a:lnTo>
                    <a:pt x="60" y="1357"/>
                  </a:lnTo>
                  <a:lnTo>
                    <a:pt x="120" y="1444"/>
                  </a:lnTo>
                  <a:lnTo>
                    <a:pt x="211" y="1536"/>
                  </a:lnTo>
                  <a:lnTo>
                    <a:pt x="331" y="1628"/>
                  </a:lnTo>
                  <a:lnTo>
                    <a:pt x="451" y="1714"/>
                  </a:lnTo>
                  <a:lnTo>
                    <a:pt x="661" y="1806"/>
                  </a:lnTo>
                  <a:lnTo>
                    <a:pt x="871" y="1893"/>
                  </a:lnTo>
                  <a:lnTo>
                    <a:pt x="1172" y="1980"/>
                  </a:lnTo>
                  <a:lnTo>
                    <a:pt x="1502" y="2061"/>
                  </a:lnTo>
                  <a:lnTo>
                    <a:pt x="1712" y="2102"/>
                  </a:lnTo>
                  <a:lnTo>
                    <a:pt x="1923" y="2138"/>
                  </a:lnTo>
                  <a:lnTo>
                    <a:pt x="2163" y="2173"/>
                  </a:lnTo>
                  <a:lnTo>
                    <a:pt x="2403" y="2209"/>
                  </a:lnTo>
                  <a:lnTo>
                    <a:pt x="2673" y="2240"/>
                  </a:lnTo>
                  <a:lnTo>
                    <a:pt x="2974" y="2270"/>
                  </a:lnTo>
                  <a:lnTo>
                    <a:pt x="3304" y="2301"/>
                  </a:lnTo>
                  <a:lnTo>
                    <a:pt x="3635" y="2327"/>
                  </a:lnTo>
                  <a:lnTo>
                    <a:pt x="3995" y="2352"/>
                  </a:lnTo>
                  <a:lnTo>
                    <a:pt x="4385" y="2372"/>
                  </a:lnTo>
                  <a:lnTo>
                    <a:pt x="4806" y="2393"/>
                  </a:lnTo>
                  <a:lnTo>
                    <a:pt x="5226" y="2408"/>
                  </a:lnTo>
                  <a:lnTo>
                    <a:pt x="5677" y="2423"/>
                  </a:lnTo>
                  <a:lnTo>
                    <a:pt x="6187" y="2434"/>
                  </a:lnTo>
                  <a:lnTo>
                    <a:pt x="6698" y="2444"/>
                  </a:lnTo>
                  <a:lnTo>
                    <a:pt x="7239" y="2449"/>
                  </a:lnTo>
                  <a:lnTo>
                    <a:pt x="7599" y="2449"/>
                  </a:lnTo>
                  <a:lnTo>
                    <a:pt x="8140" y="2444"/>
                  </a:lnTo>
                  <a:lnTo>
                    <a:pt x="8650" y="2439"/>
                  </a:lnTo>
                  <a:lnTo>
                    <a:pt x="9131" y="2429"/>
                  </a:lnTo>
                  <a:lnTo>
                    <a:pt x="9581" y="2413"/>
                  </a:lnTo>
                  <a:lnTo>
                    <a:pt x="10032" y="2393"/>
                  </a:lnTo>
                  <a:lnTo>
                    <a:pt x="10452" y="2372"/>
                  </a:lnTo>
                  <a:lnTo>
                    <a:pt x="10843" y="2347"/>
                  </a:lnTo>
                  <a:lnTo>
                    <a:pt x="11233" y="2316"/>
                  </a:lnTo>
                  <a:lnTo>
                    <a:pt x="11594" y="2286"/>
                  </a:lnTo>
                  <a:lnTo>
                    <a:pt x="11924" y="2255"/>
                  </a:lnTo>
                  <a:lnTo>
                    <a:pt x="12254" y="2214"/>
                  </a:lnTo>
                  <a:lnTo>
                    <a:pt x="12555" y="2179"/>
                  </a:lnTo>
                  <a:lnTo>
                    <a:pt x="12855" y="2138"/>
                  </a:lnTo>
                  <a:lnTo>
                    <a:pt x="13125" y="2092"/>
                  </a:lnTo>
                  <a:lnTo>
                    <a:pt x="13366" y="2046"/>
                  </a:lnTo>
                  <a:lnTo>
                    <a:pt x="13606" y="2000"/>
                  </a:lnTo>
                  <a:lnTo>
                    <a:pt x="14027" y="1908"/>
                  </a:lnTo>
                  <a:lnTo>
                    <a:pt x="14387" y="1806"/>
                  </a:lnTo>
                  <a:lnTo>
                    <a:pt x="14687" y="1704"/>
                  </a:lnTo>
                  <a:lnTo>
                    <a:pt x="14928" y="1607"/>
                  </a:lnTo>
                  <a:lnTo>
                    <a:pt x="15108" y="1505"/>
                  </a:lnTo>
                  <a:lnTo>
                    <a:pt x="15228" y="1408"/>
                  </a:lnTo>
                  <a:lnTo>
                    <a:pt x="15288" y="1322"/>
                  </a:lnTo>
                  <a:lnTo>
                    <a:pt x="15318" y="1235"/>
                  </a:lnTo>
                  <a:lnTo>
                    <a:pt x="15318" y="1158"/>
                  </a:lnTo>
                  <a:lnTo>
                    <a:pt x="15288" y="1077"/>
                  </a:lnTo>
                  <a:lnTo>
                    <a:pt x="15258" y="985"/>
                  </a:lnTo>
                  <a:lnTo>
                    <a:pt x="15168" y="893"/>
                  </a:lnTo>
                  <a:lnTo>
                    <a:pt x="15048" y="796"/>
                  </a:lnTo>
                  <a:lnTo>
                    <a:pt x="14867" y="694"/>
                  </a:lnTo>
                  <a:lnTo>
                    <a:pt x="14657" y="597"/>
                  </a:lnTo>
                  <a:lnTo>
                    <a:pt x="14357" y="495"/>
                  </a:lnTo>
                  <a:lnTo>
                    <a:pt x="12975" y="460"/>
                  </a:lnTo>
                  <a:lnTo>
                    <a:pt x="11624" y="409"/>
                  </a:lnTo>
                  <a:lnTo>
                    <a:pt x="10332" y="358"/>
                  </a:lnTo>
                  <a:lnTo>
                    <a:pt x="9041" y="296"/>
                  </a:lnTo>
                  <a:lnTo>
                    <a:pt x="7839" y="230"/>
                  </a:lnTo>
                  <a:lnTo>
                    <a:pt x="6668" y="159"/>
                  </a:lnTo>
                  <a:lnTo>
                    <a:pt x="5587" y="82"/>
                  </a:lnTo>
                  <a:lnTo>
                    <a:pt x="4566" y="1"/>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5"/>
            <p:cNvSpPr/>
            <p:nvPr/>
          </p:nvSpPr>
          <p:spPr>
            <a:xfrm flipH="1">
              <a:off x="4650484" y="2963573"/>
              <a:ext cx="532683" cy="502125"/>
            </a:xfrm>
            <a:custGeom>
              <a:avLst/>
              <a:gdLst/>
              <a:ahLst/>
              <a:cxnLst/>
              <a:rect l="l" t="t" r="r" b="b"/>
              <a:pathLst>
                <a:path w="15318" h="2449" fill="none" extrusionOk="0">
                  <a:moveTo>
                    <a:pt x="4566" y="1"/>
                  </a:moveTo>
                  <a:lnTo>
                    <a:pt x="4566" y="1"/>
                  </a:lnTo>
                  <a:lnTo>
                    <a:pt x="5587" y="82"/>
                  </a:lnTo>
                  <a:lnTo>
                    <a:pt x="6668" y="159"/>
                  </a:lnTo>
                  <a:lnTo>
                    <a:pt x="7839" y="230"/>
                  </a:lnTo>
                  <a:lnTo>
                    <a:pt x="9041" y="296"/>
                  </a:lnTo>
                  <a:lnTo>
                    <a:pt x="10332" y="358"/>
                  </a:lnTo>
                  <a:lnTo>
                    <a:pt x="11624" y="409"/>
                  </a:lnTo>
                  <a:lnTo>
                    <a:pt x="12975" y="460"/>
                  </a:lnTo>
                  <a:lnTo>
                    <a:pt x="14357" y="495"/>
                  </a:lnTo>
                  <a:lnTo>
                    <a:pt x="14357" y="495"/>
                  </a:lnTo>
                  <a:lnTo>
                    <a:pt x="14657" y="597"/>
                  </a:lnTo>
                  <a:lnTo>
                    <a:pt x="14867" y="694"/>
                  </a:lnTo>
                  <a:lnTo>
                    <a:pt x="15048" y="796"/>
                  </a:lnTo>
                  <a:lnTo>
                    <a:pt x="15168" y="893"/>
                  </a:lnTo>
                  <a:lnTo>
                    <a:pt x="15258" y="985"/>
                  </a:lnTo>
                  <a:lnTo>
                    <a:pt x="15288" y="1077"/>
                  </a:lnTo>
                  <a:lnTo>
                    <a:pt x="15318" y="1158"/>
                  </a:lnTo>
                  <a:lnTo>
                    <a:pt x="15318" y="1235"/>
                  </a:lnTo>
                  <a:lnTo>
                    <a:pt x="15318" y="1235"/>
                  </a:lnTo>
                  <a:lnTo>
                    <a:pt x="15288" y="1322"/>
                  </a:lnTo>
                  <a:lnTo>
                    <a:pt x="15228" y="1408"/>
                  </a:lnTo>
                  <a:lnTo>
                    <a:pt x="15108" y="1505"/>
                  </a:lnTo>
                  <a:lnTo>
                    <a:pt x="14928" y="1607"/>
                  </a:lnTo>
                  <a:lnTo>
                    <a:pt x="14687" y="1704"/>
                  </a:lnTo>
                  <a:lnTo>
                    <a:pt x="14387" y="1806"/>
                  </a:lnTo>
                  <a:lnTo>
                    <a:pt x="14027" y="1908"/>
                  </a:lnTo>
                  <a:lnTo>
                    <a:pt x="13606" y="2000"/>
                  </a:lnTo>
                  <a:lnTo>
                    <a:pt x="13366" y="2046"/>
                  </a:lnTo>
                  <a:lnTo>
                    <a:pt x="13125" y="2092"/>
                  </a:lnTo>
                  <a:lnTo>
                    <a:pt x="12855" y="2138"/>
                  </a:lnTo>
                  <a:lnTo>
                    <a:pt x="12555" y="2179"/>
                  </a:lnTo>
                  <a:lnTo>
                    <a:pt x="12254" y="2214"/>
                  </a:lnTo>
                  <a:lnTo>
                    <a:pt x="11924" y="2255"/>
                  </a:lnTo>
                  <a:lnTo>
                    <a:pt x="11594" y="2286"/>
                  </a:lnTo>
                  <a:lnTo>
                    <a:pt x="11233" y="2316"/>
                  </a:lnTo>
                  <a:lnTo>
                    <a:pt x="10843" y="2347"/>
                  </a:lnTo>
                  <a:lnTo>
                    <a:pt x="10452" y="2372"/>
                  </a:lnTo>
                  <a:lnTo>
                    <a:pt x="10032" y="2393"/>
                  </a:lnTo>
                  <a:lnTo>
                    <a:pt x="9581" y="2413"/>
                  </a:lnTo>
                  <a:lnTo>
                    <a:pt x="9131" y="2429"/>
                  </a:lnTo>
                  <a:lnTo>
                    <a:pt x="8650" y="2439"/>
                  </a:lnTo>
                  <a:lnTo>
                    <a:pt x="8140" y="2444"/>
                  </a:lnTo>
                  <a:lnTo>
                    <a:pt x="7599" y="2449"/>
                  </a:lnTo>
                  <a:lnTo>
                    <a:pt x="7599" y="2449"/>
                  </a:lnTo>
                  <a:lnTo>
                    <a:pt x="7239" y="2449"/>
                  </a:lnTo>
                  <a:lnTo>
                    <a:pt x="7239" y="2449"/>
                  </a:lnTo>
                  <a:lnTo>
                    <a:pt x="6698" y="2444"/>
                  </a:lnTo>
                  <a:lnTo>
                    <a:pt x="6187" y="2434"/>
                  </a:lnTo>
                  <a:lnTo>
                    <a:pt x="5677" y="2423"/>
                  </a:lnTo>
                  <a:lnTo>
                    <a:pt x="5226" y="2408"/>
                  </a:lnTo>
                  <a:lnTo>
                    <a:pt x="4806" y="2393"/>
                  </a:lnTo>
                  <a:lnTo>
                    <a:pt x="4385" y="2372"/>
                  </a:lnTo>
                  <a:lnTo>
                    <a:pt x="3995" y="2352"/>
                  </a:lnTo>
                  <a:lnTo>
                    <a:pt x="3635" y="2327"/>
                  </a:lnTo>
                  <a:lnTo>
                    <a:pt x="3304" y="2301"/>
                  </a:lnTo>
                  <a:lnTo>
                    <a:pt x="2974" y="2270"/>
                  </a:lnTo>
                  <a:lnTo>
                    <a:pt x="2673" y="2240"/>
                  </a:lnTo>
                  <a:lnTo>
                    <a:pt x="2403" y="2209"/>
                  </a:lnTo>
                  <a:lnTo>
                    <a:pt x="2163" y="2173"/>
                  </a:lnTo>
                  <a:lnTo>
                    <a:pt x="1923" y="2138"/>
                  </a:lnTo>
                  <a:lnTo>
                    <a:pt x="1712" y="2102"/>
                  </a:lnTo>
                  <a:lnTo>
                    <a:pt x="1502" y="2061"/>
                  </a:lnTo>
                  <a:lnTo>
                    <a:pt x="1172" y="1980"/>
                  </a:lnTo>
                  <a:lnTo>
                    <a:pt x="871" y="1893"/>
                  </a:lnTo>
                  <a:lnTo>
                    <a:pt x="661" y="1806"/>
                  </a:lnTo>
                  <a:lnTo>
                    <a:pt x="451" y="1714"/>
                  </a:lnTo>
                  <a:lnTo>
                    <a:pt x="331" y="1628"/>
                  </a:lnTo>
                  <a:lnTo>
                    <a:pt x="211" y="1536"/>
                  </a:lnTo>
                  <a:lnTo>
                    <a:pt x="120" y="1444"/>
                  </a:lnTo>
                  <a:lnTo>
                    <a:pt x="60" y="1357"/>
                  </a:lnTo>
                  <a:lnTo>
                    <a:pt x="60" y="1357"/>
                  </a:lnTo>
                  <a:lnTo>
                    <a:pt x="30" y="1281"/>
                  </a:lnTo>
                  <a:lnTo>
                    <a:pt x="0" y="1199"/>
                  </a:lnTo>
                  <a:lnTo>
                    <a:pt x="30" y="1113"/>
                  </a:lnTo>
                  <a:lnTo>
                    <a:pt x="60" y="1016"/>
                  </a:lnTo>
                  <a:lnTo>
                    <a:pt x="150" y="919"/>
                  </a:lnTo>
                  <a:lnTo>
                    <a:pt x="271" y="822"/>
                  </a:lnTo>
                  <a:lnTo>
                    <a:pt x="451" y="725"/>
                  </a:lnTo>
                  <a:lnTo>
                    <a:pt x="661" y="623"/>
                  </a:lnTo>
                  <a:lnTo>
                    <a:pt x="901" y="526"/>
                  </a:lnTo>
                  <a:lnTo>
                    <a:pt x="1232" y="434"/>
                  </a:lnTo>
                  <a:lnTo>
                    <a:pt x="1622" y="342"/>
                  </a:lnTo>
                  <a:lnTo>
                    <a:pt x="1832" y="302"/>
                  </a:lnTo>
                  <a:lnTo>
                    <a:pt x="2073" y="256"/>
                  </a:lnTo>
                  <a:lnTo>
                    <a:pt x="2313" y="220"/>
                  </a:lnTo>
                  <a:lnTo>
                    <a:pt x="2583" y="179"/>
                  </a:lnTo>
                  <a:lnTo>
                    <a:pt x="2854" y="143"/>
                  </a:lnTo>
                  <a:lnTo>
                    <a:pt x="3154" y="113"/>
                  </a:lnTo>
                  <a:lnTo>
                    <a:pt x="3484" y="82"/>
                  </a:lnTo>
                  <a:lnTo>
                    <a:pt x="3815" y="52"/>
                  </a:lnTo>
                  <a:lnTo>
                    <a:pt x="4175" y="26"/>
                  </a:lnTo>
                  <a:lnTo>
                    <a:pt x="456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5"/>
            <p:cNvSpPr/>
            <p:nvPr/>
          </p:nvSpPr>
          <p:spPr>
            <a:xfrm flipH="1">
              <a:off x="4861470" y="3145643"/>
              <a:ext cx="133710" cy="121379"/>
            </a:xfrm>
            <a:custGeom>
              <a:avLst/>
              <a:gdLst/>
              <a:ahLst/>
              <a:cxnLst/>
              <a:rect l="l" t="t" r="r" b="b"/>
              <a:pathLst>
                <a:path w="3845" h="592" extrusionOk="0">
                  <a:moveTo>
                    <a:pt x="451" y="0"/>
                  </a:moveTo>
                  <a:lnTo>
                    <a:pt x="271" y="56"/>
                  </a:lnTo>
                  <a:lnTo>
                    <a:pt x="121" y="117"/>
                  </a:lnTo>
                  <a:lnTo>
                    <a:pt x="31" y="174"/>
                  </a:lnTo>
                  <a:lnTo>
                    <a:pt x="1" y="230"/>
                  </a:lnTo>
                  <a:lnTo>
                    <a:pt x="31" y="281"/>
                  </a:lnTo>
                  <a:lnTo>
                    <a:pt x="91" y="327"/>
                  </a:lnTo>
                  <a:lnTo>
                    <a:pt x="181" y="378"/>
                  </a:lnTo>
                  <a:lnTo>
                    <a:pt x="331" y="423"/>
                  </a:lnTo>
                  <a:lnTo>
                    <a:pt x="481" y="469"/>
                  </a:lnTo>
                  <a:lnTo>
                    <a:pt x="691" y="510"/>
                  </a:lnTo>
                  <a:lnTo>
                    <a:pt x="932" y="551"/>
                  </a:lnTo>
                  <a:lnTo>
                    <a:pt x="1232" y="592"/>
                  </a:lnTo>
                  <a:lnTo>
                    <a:pt x="1773" y="536"/>
                  </a:lnTo>
                  <a:lnTo>
                    <a:pt x="1863" y="520"/>
                  </a:lnTo>
                  <a:lnTo>
                    <a:pt x="1893" y="505"/>
                  </a:lnTo>
                  <a:lnTo>
                    <a:pt x="1863" y="485"/>
                  </a:lnTo>
                  <a:lnTo>
                    <a:pt x="1803" y="469"/>
                  </a:lnTo>
                  <a:lnTo>
                    <a:pt x="1652" y="439"/>
                  </a:lnTo>
                  <a:lnTo>
                    <a:pt x="1532" y="403"/>
                  </a:lnTo>
                  <a:lnTo>
                    <a:pt x="1412" y="352"/>
                  </a:lnTo>
                  <a:lnTo>
                    <a:pt x="1382" y="327"/>
                  </a:lnTo>
                  <a:lnTo>
                    <a:pt x="1352" y="296"/>
                  </a:lnTo>
                  <a:lnTo>
                    <a:pt x="1382" y="260"/>
                  </a:lnTo>
                  <a:lnTo>
                    <a:pt x="1442" y="225"/>
                  </a:lnTo>
                  <a:lnTo>
                    <a:pt x="1532" y="184"/>
                  </a:lnTo>
                  <a:lnTo>
                    <a:pt x="1652" y="143"/>
                  </a:lnTo>
                  <a:lnTo>
                    <a:pt x="1713" y="128"/>
                  </a:lnTo>
                  <a:lnTo>
                    <a:pt x="1713" y="112"/>
                  </a:lnTo>
                  <a:lnTo>
                    <a:pt x="1682" y="97"/>
                  </a:lnTo>
                  <a:lnTo>
                    <a:pt x="1652" y="82"/>
                  </a:lnTo>
                  <a:lnTo>
                    <a:pt x="1562" y="72"/>
                  </a:lnTo>
                  <a:lnTo>
                    <a:pt x="1472" y="61"/>
                  </a:lnTo>
                  <a:lnTo>
                    <a:pt x="451" y="0"/>
                  </a:lnTo>
                  <a:close/>
                  <a:moveTo>
                    <a:pt x="2403" y="0"/>
                  </a:moveTo>
                  <a:lnTo>
                    <a:pt x="2223" y="56"/>
                  </a:lnTo>
                  <a:lnTo>
                    <a:pt x="2073" y="117"/>
                  </a:lnTo>
                  <a:lnTo>
                    <a:pt x="2013" y="174"/>
                  </a:lnTo>
                  <a:lnTo>
                    <a:pt x="1983" y="230"/>
                  </a:lnTo>
                  <a:lnTo>
                    <a:pt x="1983" y="281"/>
                  </a:lnTo>
                  <a:lnTo>
                    <a:pt x="2043" y="327"/>
                  </a:lnTo>
                  <a:lnTo>
                    <a:pt x="2133" y="378"/>
                  </a:lnTo>
                  <a:lnTo>
                    <a:pt x="2283" y="423"/>
                  </a:lnTo>
                  <a:lnTo>
                    <a:pt x="2463" y="469"/>
                  </a:lnTo>
                  <a:lnTo>
                    <a:pt x="2674" y="510"/>
                  </a:lnTo>
                  <a:lnTo>
                    <a:pt x="2914" y="551"/>
                  </a:lnTo>
                  <a:lnTo>
                    <a:pt x="3184" y="592"/>
                  </a:lnTo>
                  <a:lnTo>
                    <a:pt x="3725" y="536"/>
                  </a:lnTo>
                  <a:lnTo>
                    <a:pt x="3815" y="520"/>
                  </a:lnTo>
                  <a:lnTo>
                    <a:pt x="3845" y="505"/>
                  </a:lnTo>
                  <a:lnTo>
                    <a:pt x="3815" y="485"/>
                  </a:lnTo>
                  <a:lnTo>
                    <a:pt x="3755" y="469"/>
                  </a:lnTo>
                  <a:lnTo>
                    <a:pt x="3635" y="439"/>
                  </a:lnTo>
                  <a:lnTo>
                    <a:pt x="3485" y="403"/>
                  </a:lnTo>
                  <a:lnTo>
                    <a:pt x="3364" y="352"/>
                  </a:lnTo>
                  <a:lnTo>
                    <a:pt x="3334" y="327"/>
                  </a:lnTo>
                  <a:lnTo>
                    <a:pt x="3334" y="296"/>
                  </a:lnTo>
                  <a:lnTo>
                    <a:pt x="3334" y="260"/>
                  </a:lnTo>
                  <a:lnTo>
                    <a:pt x="3394" y="225"/>
                  </a:lnTo>
                  <a:lnTo>
                    <a:pt x="3485" y="184"/>
                  </a:lnTo>
                  <a:lnTo>
                    <a:pt x="3605" y="143"/>
                  </a:lnTo>
                  <a:lnTo>
                    <a:pt x="3665" y="128"/>
                  </a:lnTo>
                  <a:lnTo>
                    <a:pt x="3665" y="112"/>
                  </a:lnTo>
                  <a:lnTo>
                    <a:pt x="3665" y="97"/>
                  </a:lnTo>
                  <a:lnTo>
                    <a:pt x="3605" y="82"/>
                  </a:lnTo>
                  <a:lnTo>
                    <a:pt x="3515" y="72"/>
                  </a:lnTo>
                  <a:lnTo>
                    <a:pt x="3425" y="61"/>
                  </a:lnTo>
                  <a:lnTo>
                    <a:pt x="24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5"/>
            <p:cNvSpPr/>
            <p:nvPr/>
          </p:nvSpPr>
          <p:spPr>
            <a:xfrm flipH="1">
              <a:off x="2204419" y="1026825"/>
              <a:ext cx="532718" cy="502125"/>
            </a:xfrm>
            <a:custGeom>
              <a:avLst/>
              <a:gdLst/>
              <a:ahLst/>
              <a:cxnLst/>
              <a:rect l="l" t="t" r="r" b="b"/>
              <a:pathLst>
                <a:path w="15319" h="2449" extrusionOk="0">
                  <a:moveTo>
                    <a:pt x="7209" y="0"/>
                  </a:moveTo>
                  <a:lnTo>
                    <a:pt x="6698" y="10"/>
                  </a:lnTo>
                  <a:lnTo>
                    <a:pt x="6218" y="21"/>
                  </a:lnTo>
                  <a:lnTo>
                    <a:pt x="5737" y="36"/>
                  </a:lnTo>
                  <a:lnTo>
                    <a:pt x="5317" y="51"/>
                  </a:lnTo>
                  <a:lnTo>
                    <a:pt x="4896" y="77"/>
                  </a:lnTo>
                  <a:lnTo>
                    <a:pt x="4476" y="102"/>
                  </a:lnTo>
                  <a:lnTo>
                    <a:pt x="4115" y="128"/>
                  </a:lnTo>
                  <a:lnTo>
                    <a:pt x="3755" y="158"/>
                  </a:lnTo>
                  <a:lnTo>
                    <a:pt x="3394" y="194"/>
                  </a:lnTo>
                  <a:lnTo>
                    <a:pt x="3064" y="230"/>
                  </a:lnTo>
                  <a:lnTo>
                    <a:pt x="2764" y="271"/>
                  </a:lnTo>
                  <a:lnTo>
                    <a:pt x="2493" y="311"/>
                  </a:lnTo>
                  <a:lnTo>
                    <a:pt x="2223" y="357"/>
                  </a:lnTo>
                  <a:lnTo>
                    <a:pt x="1953" y="398"/>
                  </a:lnTo>
                  <a:lnTo>
                    <a:pt x="1713" y="444"/>
                  </a:lnTo>
                  <a:lnTo>
                    <a:pt x="1292" y="541"/>
                  </a:lnTo>
                  <a:lnTo>
                    <a:pt x="932" y="643"/>
                  </a:lnTo>
                  <a:lnTo>
                    <a:pt x="661" y="740"/>
                  </a:lnTo>
                  <a:lnTo>
                    <a:pt x="421" y="842"/>
                  </a:lnTo>
                  <a:lnTo>
                    <a:pt x="241" y="939"/>
                  </a:lnTo>
                  <a:lnTo>
                    <a:pt x="91" y="1036"/>
                  </a:lnTo>
                  <a:lnTo>
                    <a:pt x="31" y="1127"/>
                  </a:lnTo>
                  <a:lnTo>
                    <a:pt x="1" y="1209"/>
                  </a:lnTo>
                  <a:lnTo>
                    <a:pt x="31" y="1352"/>
                  </a:lnTo>
                  <a:lnTo>
                    <a:pt x="61" y="1428"/>
                  </a:lnTo>
                  <a:lnTo>
                    <a:pt x="121" y="1510"/>
                  </a:lnTo>
                  <a:lnTo>
                    <a:pt x="211" y="1592"/>
                  </a:lnTo>
                  <a:lnTo>
                    <a:pt x="331" y="1678"/>
                  </a:lnTo>
                  <a:lnTo>
                    <a:pt x="481" y="1765"/>
                  </a:lnTo>
                  <a:lnTo>
                    <a:pt x="691" y="1852"/>
                  </a:lnTo>
                  <a:lnTo>
                    <a:pt x="2103" y="1903"/>
                  </a:lnTo>
                  <a:lnTo>
                    <a:pt x="3485" y="1959"/>
                  </a:lnTo>
                  <a:lnTo>
                    <a:pt x="4806" y="2020"/>
                  </a:lnTo>
                  <a:lnTo>
                    <a:pt x="6098" y="2091"/>
                  </a:lnTo>
                  <a:lnTo>
                    <a:pt x="7359" y="2173"/>
                  </a:lnTo>
                  <a:lnTo>
                    <a:pt x="8530" y="2255"/>
                  </a:lnTo>
                  <a:lnTo>
                    <a:pt x="9672" y="2352"/>
                  </a:lnTo>
                  <a:lnTo>
                    <a:pt x="10723" y="2449"/>
                  </a:lnTo>
                  <a:lnTo>
                    <a:pt x="11113" y="2423"/>
                  </a:lnTo>
                  <a:lnTo>
                    <a:pt x="11474" y="2398"/>
                  </a:lnTo>
                  <a:lnTo>
                    <a:pt x="11804" y="2372"/>
                  </a:lnTo>
                  <a:lnTo>
                    <a:pt x="12135" y="2341"/>
                  </a:lnTo>
                  <a:lnTo>
                    <a:pt x="12435" y="2306"/>
                  </a:lnTo>
                  <a:lnTo>
                    <a:pt x="12735" y="2270"/>
                  </a:lnTo>
                  <a:lnTo>
                    <a:pt x="13006" y="2234"/>
                  </a:lnTo>
                  <a:lnTo>
                    <a:pt x="13246" y="2193"/>
                  </a:lnTo>
                  <a:lnTo>
                    <a:pt x="13486" y="2153"/>
                  </a:lnTo>
                  <a:lnTo>
                    <a:pt x="13696" y="2107"/>
                  </a:lnTo>
                  <a:lnTo>
                    <a:pt x="14087" y="2020"/>
                  </a:lnTo>
                  <a:lnTo>
                    <a:pt x="14417" y="1923"/>
                  </a:lnTo>
                  <a:lnTo>
                    <a:pt x="14657" y="1826"/>
                  </a:lnTo>
                  <a:lnTo>
                    <a:pt x="14898" y="1729"/>
                  </a:lnTo>
                  <a:lnTo>
                    <a:pt x="15048" y="1627"/>
                  </a:lnTo>
                  <a:lnTo>
                    <a:pt x="15168" y="1530"/>
                  </a:lnTo>
                  <a:lnTo>
                    <a:pt x="15258" y="1433"/>
                  </a:lnTo>
                  <a:lnTo>
                    <a:pt x="15288" y="1337"/>
                  </a:lnTo>
                  <a:lnTo>
                    <a:pt x="15318" y="1250"/>
                  </a:lnTo>
                  <a:lnTo>
                    <a:pt x="15318" y="1168"/>
                  </a:lnTo>
                  <a:lnTo>
                    <a:pt x="15258" y="1092"/>
                  </a:lnTo>
                  <a:lnTo>
                    <a:pt x="15198" y="1005"/>
                  </a:lnTo>
                  <a:lnTo>
                    <a:pt x="15108" y="913"/>
                  </a:lnTo>
                  <a:lnTo>
                    <a:pt x="15018" y="821"/>
                  </a:lnTo>
                  <a:lnTo>
                    <a:pt x="14868" y="730"/>
                  </a:lnTo>
                  <a:lnTo>
                    <a:pt x="14687" y="643"/>
                  </a:lnTo>
                  <a:lnTo>
                    <a:pt x="14447" y="551"/>
                  </a:lnTo>
                  <a:lnTo>
                    <a:pt x="14147" y="469"/>
                  </a:lnTo>
                  <a:lnTo>
                    <a:pt x="13816" y="388"/>
                  </a:lnTo>
                  <a:lnTo>
                    <a:pt x="13606" y="347"/>
                  </a:lnTo>
                  <a:lnTo>
                    <a:pt x="13396" y="311"/>
                  </a:lnTo>
                  <a:lnTo>
                    <a:pt x="13156" y="276"/>
                  </a:lnTo>
                  <a:lnTo>
                    <a:pt x="12915" y="240"/>
                  </a:lnTo>
                  <a:lnTo>
                    <a:pt x="12645" y="209"/>
                  </a:lnTo>
                  <a:lnTo>
                    <a:pt x="12345" y="174"/>
                  </a:lnTo>
                  <a:lnTo>
                    <a:pt x="12044" y="148"/>
                  </a:lnTo>
                  <a:lnTo>
                    <a:pt x="11684" y="123"/>
                  </a:lnTo>
                  <a:lnTo>
                    <a:pt x="11324" y="97"/>
                  </a:lnTo>
                  <a:lnTo>
                    <a:pt x="10933" y="77"/>
                  </a:lnTo>
                  <a:lnTo>
                    <a:pt x="10543" y="56"/>
                  </a:lnTo>
                  <a:lnTo>
                    <a:pt x="10092" y="41"/>
                  </a:lnTo>
                  <a:lnTo>
                    <a:pt x="9642" y="26"/>
                  </a:lnTo>
                  <a:lnTo>
                    <a:pt x="9161" y="15"/>
                  </a:lnTo>
                  <a:lnTo>
                    <a:pt x="8620" y="5"/>
                  </a:lnTo>
                  <a:lnTo>
                    <a:pt x="8080" y="0"/>
                  </a:lnTo>
                  <a:close/>
                </a:path>
              </a:pathLst>
            </a:custGeom>
            <a:solidFill>
              <a:srgbClr val="00B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5"/>
            <p:cNvSpPr/>
            <p:nvPr/>
          </p:nvSpPr>
          <p:spPr>
            <a:xfrm flipH="1">
              <a:off x="2204419" y="1026825"/>
              <a:ext cx="532718" cy="502125"/>
            </a:xfrm>
            <a:custGeom>
              <a:avLst/>
              <a:gdLst/>
              <a:ahLst/>
              <a:cxnLst/>
              <a:rect l="l" t="t" r="r" b="b"/>
              <a:pathLst>
                <a:path w="15319" h="2449" fill="none" extrusionOk="0">
                  <a:moveTo>
                    <a:pt x="7719" y="0"/>
                  </a:moveTo>
                  <a:lnTo>
                    <a:pt x="7719" y="0"/>
                  </a:lnTo>
                  <a:lnTo>
                    <a:pt x="8080" y="0"/>
                  </a:lnTo>
                  <a:lnTo>
                    <a:pt x="8080" y="0"/>
                  </a:lnTo>
                  <a:lnTo>
                    <a:pt x="8620" y="5"/>
                  </a:lnTo>
                  <a:lnTo>
                    <a:pt x="9161" y="15"/>
                  </a:lnTo>
                  <a:lnTo>
                    <a:pt x="9642" y="26"/>
                  </a:lnTo>
                  <a:lnTo>
                    <a:pt x="10092" y="41"/>
                  </a:lnTo>
                  <a:lnTo>
                    <a:pt x="10543" y="56"/>
                  </a:lnTo>
                  <a:lnTo>
                    <a:pt x="10933" y="77"/>
                  </a:lnTo>
                  <a:lnTo>
                    <a:pt x="11324" y="97"/>
                  </a:lnTo>
                  <a:lnTo>
                    <a:pt x="11684" y="123"/>
                  </a:lnTo>
                  <a:lnTo>
                    <a:pt x="12044" y="148"/>
                  </a:lnTo>
                  <a:lnTo>
                    <a:pt x="12345" y="174"/>
                  </a:lnTo>
                  <a:lnTo>
                    <a:pt x="12645" y="209"/>
                  </a:lnTo>
                  <a:lnTo>
                    <a:pt x="12915" y="240"/>
                  </a:lnTo>
                  <a:lnTo>
                    <a:pt x="13156" y="276"/>
                  </a:lnTo>
                  <a:lnTo>
                    <a:pt x="13396" y="311"/>
                  </a:lnTo>
                  <a:lnTo>
                    <a:pt x="13606" y="347"/>
                  </a:lnTo>
                  <a:lnTo>
                    <a:pt x="13816" y="388"/>
                  </a:lnTo>
                  <a:lnTo>
                    <a:pt x="14147" y="469"/>
                  </a:lnTo>
                  <a:lnTo>
                    <a:pt x="14447" y="551"/>
                  </a:lnTo>
                  <a:lnTo>
                    <a:pt x="14687" y="643"/>
                  </a:lnTo>
                  <a:lnTo>
                    <a:pt x="14868" y="730"/>
                  </a:lnTo>
                  <a:lnTo>
                    <a:pt x="15018" y="821"/>
                  </a:lnTo>
                  <a:lnTo>
                    <a:pt x="15108" y="913"/>
                  </a:lnTo>
                  <a:lnTo>
                    <a:pt x="15198" y="1005"/>
                  </a:lnTo>
                  <a:lnTo>
                    <a:pt x="15258" y="1092"/>
                  </a:lnTo>
                  <a:lnTo>
                    <a:pt x="15258" y="1092"/>
                  </a:lnTo>
                  <a:lnTo>
                    <a:pt x="15318" y="1168"/>
                  </a:lnTo>
                  <a:lnTo>
                    <a:pt x="15318" y="1250"/>
                  </a:lnTo>
                  <a:lnTo>
                    <a:pt x="15288" y="1337"/>
                  </a:lnTo>
                  <a:lnTo>
                    <a:pt x="15258" y="1433"/>
                  </a:lnTo>
                  <a:lnTo>
                    <a:pt x="15168" y="1530"/>
                  </a:lnTo>
                  <a:lnTo>
                    <a:pt x="15048" y="1627"/>
                  </a:lnTo>
                  <a:lnTo>
                    <a:pt x="14898" y="1729"/>
                  </a:lnTo>
                  <a:lnTo>
                    <a:pt x="14657" y="1826"/>
                  </a:lnTo>
                  <a:lnTo>
                    <a:pt x="14417" y="1923"/>
                  </a:lnTo>
                  <a:lnTo>
                    <a:pt x="14087" y="2020"/>
                  </a:lnTo>
                  <a:lnTo>
                    <a:pt x="13696" y="2107"/>
                  </a:lnTo>
                  <a:lnTo>
                    <a:pt x="13486" y="2153"/>
                  </a:lnTo>
                  <a:lnTo>
                    <a:pt x="13246" y="2193"/>
                  </a:lnTo>
                  <a:lnTo>
                    <a:pt x="13006" y="2234"/>
                  </a:lnTo>
                  <a:lnTo>
                    <a:pt x="12735" y="2270"/>
                  </a:lnTo>
                  <a:lnTo>
                    <a:pt x="12435" y="2306"/>
                  </a:lnTo>
                  <a:lnTo>
                    <a:pt x="12135" y="2341"/>
                  </a:lnTo>
                  <a:lnTo>
                    <a:pt x="11804" y="2372"/>
                  </a:lnTo>
                  <a:lnTo>
                    <a:pt x="11474" y="2398"/>
                  </a:lnTo>
                  <a:lnTo>
                    <a:pt x="11113" y="2423"/>
                  </a:lnTo>
                  <a:lnTo>
                    <a:pt x="10723" y="2449"/>
                  </a:lnTo>
                  <a:lnTo>
                    <a:pt x="10723" y="2449"/>
                  </a:lnTo>
                  <a:lnTo>
                    <a:pt x="9672" y="2352"/>
                  </a:lnTo>
                  <a:lnTo>
                    <a:pt x="8530" y="2255"/>
                  </a:lnTo>
                  <a:lnTo>
                    <a:pt x="7359" y="2173"/>
                  </a:lnTo>
                  <a:lnTo>
                    <a:pt x="6098" y="2091"/>
                  </a:lnTo>
                  <a:lnTo>
                    <a:pt x="4806" y="2020"/>
                  </a:lnTo>
                  <a:lnTo>
                    <a:pt x="3485" y="1959"/>
                  </a:lnTo>
                  <a:lnTo>
                    <a:pt x="2103" y="1903"/>
                  </a:lnTo>
                  <a:lnTo>
                    <a:pt x="691" y="1852"/>
                  </a:lnTo>
                  <a:lnTo>
                    <a:pt x="691" y="1852"/>
                  </a:lnTo>
                  <a:lnTo>
                    <a:pt x="481" y="1765"/>
                  </a:lnTo>
                  <a:lnTo>
                    <a:pt x="331" y="1678"/>
                  </a:lnTo>
                  <a:lnTo>
                    <a:pt x="211" y="1592"/>
                  </a:lnTo>
                  <a:lnTo>
                    <a:pt x="121" y="1510"/>
                  </a:lnTo>
                  <a:lnTo>
                    <a:pt x="61" y="1428"/>
                  </a:lnTo>
                  <a:lnTo>
                    <a:pt x="31" y="1352"/>
                  </a:lnTo>
                  <a:lnTo>
                    <a:pt x="1" y="1209"/>
                  </a:lnTo>
                  <a:lnTo>
                    <a:pt x="1" y="1209"/>
                  </a:lnTo>
                  <a:lnTo>
                    <a:pt x="31" y="1127"/>
                  </a:lnTo>
                  <a:lnTo>
                    <a:pt x="91" y="1036"/>
                  </a:lnTo>
                  <a:lnTo>
                    <a:pt x="241" y="939"/>
                  </a:lnTo>
                  <a:lnTo>
                    <a:pt x="421" y="842"/>
                  </a:lnTo>
                  <a:lnTo>
                    <a:pt x="661" y="740"/>
                  </a:lnTo>
                  <a:lnTo>
                    <a:pt x="932" y="643"/>
                  </a:lnTo>
                  <a:lnTo>
                    <a:pt x="1292" y="541"/>
                  </a:lnTo>
                  <a:lnTo>
                    <a:pt x="1713" y="444"/>
                  </a:lnTo>
                  <a:lnTo>
                    <a:pt x="1953" y="398"/>
                  </a:lnTo>
                  <a:lnTo>
                    <a:pt x="2223" y="357"/>
                  </a:lnTo>
                  <a:lnTo>
                    <a:pt x="2493" y="311"/>
                  </a:lnTo>
                  <a:lnTo>
                    <a:pt x="2764" y="271"/>
                  </a:lnTo>
                  <a:lnTo>
                    <a:pt x="3064" y="230"/>
                  </a:lnTo>
                  <a:lnTo>
                    <a:pt x="3394" y="194"/>
                  </a:lnTo>
                  <a:lnTo>
                    <a:pt x="3755" y="158"/>
                  </a:lnTo>
                  <a:lnTo>
                    <a:pt x="4115" y="128"/>
                  </a:lnTo>
                  <a:lnTo>
                    <a:pt x="4476" y="102"/>
                  </a:lnTo>
                  <a:lnTo>
                    <a:pt x="4896" y="77"/>
                  </a:lnTo>
                  <a:lnTo>
                    <a:pt x="5317" y="51"/>
                  </a:lnTo>
                  <a:lnTo>
                    <a:pt x="5737" y="36"/>
                  </a:lnTo>
                  <a:lnTo>
                    <a:pt x="6218" y="21"/>
                  </a:lnTo>
                  <a:lnTo>
                    <a:pt x="6698" y="10"/>
                  </a:lnTo>
                  <a:lnTo>
                    <a:pt x="7209" y="0"/>
                  </a:lnTo>
                  <a:lnTo>
                    <a:pt x="771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5"/>
            <p:cNvSpPr/>
            <p:nvPr/>
          </p:nvSpPr>
          <p:spPr>
            <a:xfrm flipH="1">
              <a:off x="2392454" y="1225503"/>
              <a:ext cx="133710" cy="121379"/>
            </a:xfrm>
            <a:custGeom>
              <a:avLst/>
              <a:gdLst/>
              <a:ahLst/>
              <a:cxnLst/>
              <a:rect l="l" t="t" r="r" b="b"/>
              <a:pathLst>
                <a:path w="3845" h="592" extrusionOk="0">
                  <a:moveTo>
                    <a:pt x="661" y="0"/>
                  </a:moveTo>
                  <a:lnTo>
                    <a:pt x="121" y="51"/>
                  </a:lnTo>
                  <a:lnTo>
                    <a:pt x="31" y="72"/>
                  </a:lnTo>
                  <a:lnTo>
                    <a:pt x="1" y="87"/>
                  </a:lnTo>
                  <a:lnTo>
                    <a:pt x="31" y="107"/>
                  </a:lnTo>
                  <a:lnTo>
                    <a:pt x="91" y="123"/>
                  </a:lnTo>
                  <a:lnTo>
                    <a:pt x="241" y="148"/>
                  </a:lnTo>
                  <a:lnTo>
                    <a:pt x="361" y="189"/>
                  </a:lnTo>
                  <a:lnTo>
                    <a:pt x="481" y="235"/>
                  </a:lnTo>
                  <a:lnTo>
                    <a:pt x="511" y="266"/>
                  </a:lnTo>
                  <a:lnTo>
                    <a:pt x="541" y="296"/>
                  </a:lnTo>
                  <a:lnTo>
                    <a:pt x="511" y="327"/>
                  </a:lnTo>
                  <a:lnTo>
                    <a:pt x="451" y="368"/>
                  </a:lnTo>
                  <a:lnTo>
                    <a:pt x="361" y="403"/>
                  </a:lnTo>
                  <a:lnTo>
                    <a:pt x="241" y="449"/>
                  </a:lnTo>
                  <a:lnTo>
                    <a:pt x="211" y="464"/>
                  </a:lnTo>
                  <a:lnTo>
                    <a:pt x="181" y="480"/>
                  </a:lnTo>
                  <a:lnTo>
                    <a:pt x="211" y="495"/>
                  </a:lnTo>
                  <a:lnTo>
                    <a:pt x="241" y="505"/>
                  </a:lnTo>
                  <a:lnTo>
                    <a:pt x="331" y="521"/>
                  </a:lnTo>
                  <a:lnTo>
                    <a:pt x="421" y="526"/>
                  </a:lnTo>
                  <a:lnTo>
                    <a:pt x="1442" y="592"/>
                  </a:lnTo>
                  <a:lnTo>
                    <a:pt x="1652" y="536"/>
                  </a:lnTo>
                  <a:lnTo>
                    <a:pt x="1773" y="475"/>
                  </a:lnTo>
                  <a:lnTo>
                    <a:pt x="1863" y="419"/>
                  </a:lnTo>
                  <a:lnTo>
                    <a:pt x="1893" y="357"/>
                  </a:lnTo>
                  <a:lnTo>
                    <a:pt x="1863" y="311"/>
                  </a:lnTo>
                  <a:lnTo>
                    <a:pt x="1803" y="260"/>
                  </a:lnTo>
                  <a:lnTo>
                    <a:pt x="1713" y="215"/>
                  </a:lnTo>
                  <a:lnTo>
                    <a:pt x="1562" y="169"/>
                  </a:lnTo>
                  <a:lnTo>
                    <a:pt x="1412" y="123"/>
                  </a:lnTo>
                  <a:lnTo>
                    <a:pt x="1202" y="82"/>
                  </a:lnTo>
                  <a:lnTo>
                    <a:pt x="962" y="41"/>
                  </a:lnTo>
                  <a:lnTo>
                    <a:pt x="661" y="0"/>
                  </a:lnTo>
                  <a:close/>
                  <a:moveTo>
                    <a:pt x="2644" y="0"/>
                  </a:moveTo>
                  <a:lnTo>
                    <a:pt x="2103" y="51"/>
                  </a:lnTo>
                  <a:lnTo>
                    <a:pt x="1983" y="72"/>
                  </a:lnTo>
                  <a:lnTo>
                    <a:pt x="1953" y="87"/>
                  </a:lnTo>
                  <a:lnTo>
                    <a:pt x="1983" y="107"/>
                  </a:lnTo>
                  <a:lnTo>
                    <a:pt x="2073" y="123"/>
                  </a:lnTo>
                  <a:lnTo>
                    <a:pt x="2193" y="148"/>
                  </a:lnTo>
                  <a:lnTo>
                    <a:pt x="2343" y="189"/>
                  </a:lnTo>
                  <a:lnTo>
                    <a:pt x="2433" y="235"/>
                  </a:lnTo>
                  <a:lnTo>
                    <a:pt x="2493" y="266"/>
                  </a:lnTo>
                  <a:lnTo>
                    <a:pt x="2493" y="296"/>
                  </a:lnTo>
                  <a:lnTo>
                    <a:pt x="2463" y="327"/>
                  </a:lnTo>
                  <a:lnTo>
                    <a:pt x="2433" y="368"/>
                  </a:lnTo>
                  <a:lnTo>
                    <a:pt x="2343" y="403"/>
                  </a:lnTo>
                  <a:lnTo>
                    <a:pt x="2193" y="449"/>
                  </a:lnTo>
                  <a:lnTo>
                    <a:pt x="2163" y="464"/>
                  </a:lnTo>
                  <a:lnTo>
                    <a:pt x="2133" y="480"/>
                  </a:lnTo>
                  <a:lnTo>
                    <a:pt x="2163" y="495"/>
                  </a:lnTo>
                  <a:lnTo>
                    <a:pt x="2223" y="505"/>
                  </a:lnTo>
                  <a:lnTo>
                    <a:pt x="2283" y="521"/>
                  </a:lnTo>
                  <a:lnTo>
                    <a:pt x="2403" y="526"/>
                  </a:lnTo>
                  <a:lnTo>
                    <a:pt x="3394" y="592"/>
                  </a:lnTo>
                  <a:lnTo>
                    <a:pt x="3605" y="536"/>
                  </a:lnTo>
                  <a:lnTo>
                    <a:pt x="3725" y="475"/>
                  </a:lnTo>
                  <a:lnTo>
                    <a:pt x="3815" y="419"/>
                  </a:lnTo>
                  <a:lnTo>
                    <a:pt x="3845" y="357"/>
                  </a:lnTo>
                  <a:lnTo>
                    <a:pt x="3815" y="311"/>
                  </a:lnTo>
                  <a:lnTo>
                    <a:pt x="3755" y="260"/>
                  </a:lnTo>
                  <a:lnTo>
                    <a:pt x="3665" y="215"/>
                  </a:lnTo>
                  <a:lnTo>
                    <a:pt x="3545" y="169"/>
                  </a:lnTo>
                  <a:lnTo>
                    <a:pt x="3364" y="123"/>
                  </a:lnTo>
                  <a:lnTo>
                    <a:pt x="3154" y="82"/>
                  </a:lnTo>
                  <a:lnTo>
                    <a:pt x="2914" y="41"/>
                  </a:lnTo>
                  <a:lnTo>
                    <a:pt x="26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5"/>
            <p:cNvSpPr/>
            <p:nvPr/>
          </p:nvSpPr>
          <p:spPr>
            <a:xfrm flipH="1">
              <a:off x="2041413" y="1387479"/>
              <a:ext cx="3355857" cy="1694389"/>
            </a:xfrm>
            <a:custGeom>
              <a:avLst/>
              <a:gdLst/>
              <a:ahLst/>
              <a:cxnLst/>
              <a:rect l="l" t="t" r="r" b="b"/>
              <a:pathLst>
                <a:path w="96502" h="8264" extrusionOk="0">
                  <a:moveTo>
                    <a:pt x="23007" y="1"/>
                  </a:moveTo>
                  <a:lnTo>
                    <a:pt x="21625" y="6"/>
                  </a:lnTo>
                  <a:lnTo>
                    <a:pt x="20244" y="26"/>
                  </a:lnTo>
                  <a:lnTo>
                    <a:pt x="18862" y="52"/>
                  </a:lnTo>
                  <a:lnTo>
                    <a:pt x="18201" y="72"/>
                  </a:lnTo>
                  <a:lnTo>
                    <a:pt x="17510" y="93"/>
                  </a:lnTo>
                  <a:lnTo>
                    <a:pt x="16850" y="118"/>
                  </a:lnTo>
                  <a:lnTo>
                    <a:pt x="16189" y="144"/>
                  </a:lnTo>
                  <a:lnTo>
                    <a:pt x="15558" y="174"/>
                  </a:lnTo>
                  <a:lnTo>
                    <a:pt x="14897" y="205"/>
                  </a:lnTo>
                  <a:lnTo>
                    <a:pt x="14267" y="241"/>
                  </a:lnTo>
                  <a:lnTo>
                    <a:pt x="13666" y="281"/>
                  </a:lnTo>
                  <a:lnTo>
                    <a:pt x="13035" y="322"/>
                  </a:lnTo>
                  <a:lnTo>
                    <a:pt x="12435" y="368"/>
                  </a:lnTo>
                  <a:lnTo>
                    <a:pt x="11864" y="419"/>
                  </a:lnTo>
                  <a:lnTo>
                    <a:pt x="11293" y="470"/>
                  </a:lnTo>
                  <a:lnTo>
                    <a:pt x="10723" y="526"/>
                  </a:lnTo>
                  <a:lnTo>
                    <a:pt x="10182" y="582"/>
                  </a:lnTo>
                  <a:lnTo>
                    <a:pt x="9641" y="644"/>
                  </a:lnTo>
                  <a:lnTo>
                    <a:pt x="9101" y="710"/>
                  </a:lnTo>
                  <a:lnTo>
                    <a:pt x="8590" y="781"/>
                  </a:lnTo>
                  <a:lnTo>
                    <a:pt x="8110" y="853"/>
                  </a:lnTo>
                  <a:lnTo>
                    <a:pt x="7629" y="924"/>
                  </a:lnTo>
                  <a:lnTo>
                    <a:pt x="7178" y="1006"/>
                  </a:lnTo>
                  <a:lnTo>
                    <a:pt x="6728" y="1087"/>
                  </a:lnTo>
                  <a:lnTo>
                    <a:pt x="6307" y="1174"/>
                  </a:lnTo>
                  <a:lnTo>
                    <a:pt x="5917" y="1261"/>
                  </a:lnTo>
                  <a:lnTo>
                    <a:pt x="5527" y="1353"/>
                  </a:lnTo>
                  <a:lnTo>
                    <a:pt x="5166" y="1450"/>
                  </a:lnTo>
                  <a:lnTo>
                    <a:pt x="4836" y="1552"/>
                  </a:lnTo>
                  <a:lnTo>
                    <a:pt x="4115" y="1771"/>
                  </a:lnTo>
                  <a:lnTo>
                    <a:pt x="3484" y="1990"/>
                  </a:lnTo>
                  <a:lnTo>
                    <a:pt x="2914" y="2210"/>
                  </a:lnTo>
                  <a:lnTo>
                    <a:pt x="2373" y="2424"/>
                  </a:lnTo>
                  <a:lnTo>
                    <a:pt x="1892" y="2638"/>
                  </a:lnTo>
                  <a:lnTo>
                    <a:pt x="1472" y="2852"/>
                  </a:lnTo>
                  <a:lnTo>
                    <a:pt x="1111" y="3061"/>
                  </a:lnTo>
                  <a:lnTo>
                    <a:pt x="811" y="3265"/>
                  </a:lnTo>
                  <a:lnTo>
                    <a:pt x="541" y="3474"/>
                  </a:lnTo>
                  <a:lnTo>
                    <a:pt x="331" y="3673"/>
                  </a:lnTo>
                  <a:lnTo>
                    <a:pt x="180" y="3877"/>
                  </a:lnTo>
                  <a:lnTo>
                    <a:pt x="60" y="4071"/>
                  </a:lnTo>
                  <a:lnTo>
                    <a:pt x="0" y="4270"/>
                  </a:lnTo>
                  <a:lnTo>
                    <a:pt x="0" y="4459"/>
                  </a:lnTo>
                  <a:lnTo>
                    <a:pt x="30" y="4648"/>
                  </a:lnTo>
                  <a:lnTo>
                    <a:pt x="120" y="4836"/>
                  </a:lnTo>
                  <a:lnTo>
                    <a:pt x="240" y="5020"/>
                  </a:lnTo>
                  <a:lnTo>
                    <a:pt x="421" y="5198"/>
                  </a:lnTo>
                  <a:lnTo>
                    <a:pt x="661" y="5377"/>
                  </a:lnTo>
                  <a:lnTo>
                    <a:pt x="931" y="5550"/>
                  </a:lnTo>
                  <a:lnTo>
                    <a:pt x="1262" y="5719"/>
                  </a:lnTo>
                  <a:lnTo>
                    <a:pt x="1622" y="5887"/>
                  </a:lnTo>
                  <a:lnTo>
                    <a:pt x="2013" y="6050"/>
                  </a:lnTo>
                  <a:lnTo>
                    <a:pt x="2463" y="6208"/>
                  </a:lnTo>
                  <a:lnTo>
                    <a:pt x="2974" y="6367"/>
                  </a:lnTo>
                  <a:lnTo>
                    <a:pt x="3514" y="6514"/>
                  </a:lnTo>
                  <a:lnTo>
                    <a:pt x="4085" y="6662"/>
                  </a:lnTo>
                  <a:lnTo>
                    <a:pt x="4686" y="6805"/>
                  </a:lnTo>
                  <a:lnTo>
                    <a:pt x="5346" y="6943"/>
                  </a:lnTo>
                  <a:lnTo>
                    <a:pt x="6067" y="7081"/>
                  </a:lnTo>
                  <a:lnTo>
                    <a:pt x="6788" y="7208"/>
                  </a:lnTo>
                  <a:lnTo>
                    <a:pt x="7569" y="7336"/>
                  </a:lnTo>
                  <a:lnTo>
                    <a:pt x="7899" y="7382"/>
                  </a:lnTo>
                  <a:lnTo>
                    <a:pt x="8230" y="7427"/>
                  </a:lnTo>
                  <a:lnTo>
                    <a:pt x="8981" y="7519"/>
                  </a:lnTo>
                  <a:lnTo>
                    <a:pt x="9822" y="7606"/>
                  </a:lnTo>
                  <a:lnTo>
                    <a:pt x="10723" y="7688"/>
                  </a:lnTo>
                  <a:lnTo>
                    <a:pt x="11353" y="7657"/>
                  </a:lnTo>
                  <a:lnTo>
                    <a:pt x="12044" y="7637"/>
                  </a:lnTo>
                  <a:lnTo>
                    <a:pt x="12765" y="7621"/>
                  </a:lnTo>
                  <a:lnTo>
                    <a:pt x="13846" y="7621"/>
                  </a:lnTo>
                  <a:lnTo>
                    <a:pt x="14537" y="7626"/>
                  </a:lnTo>
                  <a:lnTo>
                    <a:pt x="15168" y="7637"/>
                  </a:lnTo>
                  <a:lnTo>
                    <a:pt x="15768" y="7652"/>
                  </a:lnTo>
                  <a:lnTo>
                    <a:pt x="16339" y="7672"/>
                  </a:lnTo>
                  <a:lnTo>
                    <a:pt x="16850" y="7698"/>
                  </a:lnTo>
                  <a:lnTo>
                    <a:pt x="17360" y="7728"/>
                  </a:lnTo>
                  <a:lnTo>
                    <a:pt x="17811" y="7759"/>
                  </a:lnTo>
                  <a:lnTo>
                    <a:pt x="18231" y="7795"/>
                  </a:lnTo>
                  <a:lnTo>
                    <a:pt x="18622" y="7836"/>
                  </a:lnTo>
                  <a:lnTo>
                    <a:pt x="18952" y="7881"/>
                  </a:lnTo>
                  <a:lnTo>
                    <a:pt x="19282" y="7922"/>
                  </a:lnTo>
                  <a:lnTo>
                    <a:pt x="19583" y="7973"/>
                  </a:lnTo>
                  <a:lnTo>
                    <a:pt x="19853" y="8024"/>
                  </a:lnTo>
                  <a:lnTo>
                    <a:pt x="20093" y="8075"/>
                  </a:lnTo>
                  <a:lnTo>
                    <a:pt x="20304" y="8126"/>
                  </a:lnTo>
                  <a:lnTo>
                    <a:pt x="20514" y="8182"/>
                  </a:lnTo>
                  <a:lnTo>
                    <a:pt x="22076" y="8218"/>
                  </a:lnTo>
                  <a:lnTo>
                    <a:pt x="23668" y="8244"/>
                  </a:lnTo>
                  <a:lnTo>
                    <a:pt x="25289" y="8259"/>
                  </a:lnTo>
                  <a:lnTo>
                    <a:pt x="26881" y="8264"/>
                  </a:lnTo>
                  <a:lnTo>
                    <a:pt x="71813" y="8264"/>
                  </a:lnTo>
                  <a:lnTo>
                    <a:pt x="73165" y="8254"/>
                  </a:lnTo>
                  <a:lnTo>
                    <a:pt x="74486" y="8233"/>
                  </a:lnTo>
                  <a:lnTo>
                    <a:pt x="75808" y="8203"/>
                  </a:lnTo>
                  <a:lnTo>
                    <a:pt x="77129" y="8172"/>
                  </a:lnTo>
                  <a:lnTo>
                    <a:pt x="78421" y="8126"/>
                  </a:lnTo>
                  <a:lnTo>
                    <a:pt x="79682" y="8075"/>
                  </a:lnTo>
                  <a:lnTo>
                    <a:pt x="80914" y="8009"/>
                  </a:lnTo>
                  <a:lnTo>
                    <a:pt x="82115" y="7943"/>
                  </a:lnTo>
                  <a:lnTo>
                    <a:pt x="83256" y="7861"/>
                  </a:lnTo>
                  <a:lnTo>
                    <a:pt x="83827" y="7815"/>
                  </a:lnTo>
                  <a:lnTo>
                    <a:pt x="84368" y="7769"/>
                  </a:lnTo>
                  <a:lnTo>
                    <a:pt x="84908" y="7718"/>
                  </a:lnTo>
                  <a:lnTo>
                    <a:pt x="85419" y="7667"/>
                  </a:lnTo>
                  <a:lnTo>
                    <a:pt x="85929" y="7616"/>
                  </a:lnTo>
                  <a:lnTo>
                    <a:pt x="86410" y="7560"/>
                  </a:lnTo>
                  <a:lnTo>
                    <a:pt x="86891" y="7499"/>
                  </a:lnTo>
                  <a:lnTo>
                    <a:pt x="87341" y="7438"/>
                  </a:lnTo>
                  <a:lnTo>
                    <a:pt x="87792" y="7371"/>
                  </a:lnTo>
                  <a:lnTo>
                    <a:pt x="88212" y="7305"/>
                  </a:lnTo>
                  <a:lnTo>
                    <a:pt x="88633" y="7234"/>
                  </a:lnTo>
                  <a:lnTo>
                    <a:pt x="88993" y="7162"/>
                  </a:lnTo>
                  <a:lnTo>
                    <a:pt x="89744" y="7009"/>
                  </a:lnTo>
                  <a:lnTo>
                    <a:pt x="90435" y="6856"/>
                  </a:lnTo>
                  <a:lnTo>
                    <a:pt x="91095" y="6693"/>
                  </a:lnTo>
                  <a:lnTo>
                    <a:pt x="91726" y="6525"/>
                  </a:lnTo>
                  <a:lnTo>
                    <a:pt x="92327" y="6351"/>
                  </a:lnTo>
                  <a:lnTo>
                    <a:pt x="92897" y="6173"/>
                  </a:lnTo>
                  <a:lnTo>
                    <a:pt x="93438" y="5989"/>
                  </a:lnTo>
                  <a:lnTo>
                    <a:pt x="93919" y="5805"/>
                  </a:lnTo>
                  <a:lnTo>
                    <a:pt x="94369" y="5617"/>
                  </a:lnTo>
                  <a:lnTo>
                    <a:pt x="94790" y="5423"/>
                  </a:lnTo>
                  <a:lnTo>
                    <a:pt x="95150" y="5224"/>
                  </a:lnTo>
                  <a:lnTo>
                    <a:pt x="95510" y="5025"/>
                  </a:lnTo>
                  <a:lnTo>
                    <a:pt x="95781" y="4826"/>
                  </a:lnTo>
                  <a:lnTo>
                    <a:pt x="96021" y="4622"/>
                  </a:lnTo>
                  <a:lnTo>
                    <a:pt x="96201" y="4418"/>
                  </a:lnTo>
                  <a:lnTo>
                    <a:pt x="96351" y="4214"/>
                  </a:lnTo>
                  <a:lnTo>
                    <a:pt x="96442" y="4010"/>
                  </a:lnTo>
                  <a:lnTo>
                    <a:pt x="96502" y="3806"/>
                  </a:lnTo>
                  <a:lnTo>
                    <a:pt x="96472" y="3602"/>
                  </a:lnTo>
                  <a:lnTo>
                    <a:pt x="96412" y="3398"/>
                  </a:lnTo>
                  <a:lnTo>
                    <a:pt x="96291" y="3194"/>
                  </a:lnTo>
                  <a:lnTo>
                    <a:pt x="96111" y="2995"/>
                  </a:lnTo>
                  <a:lnTo>
                    <a:pt x="95871" y="2796"/>
                  </a:lnTo>
                  <a:lnTo>
                    <a:pt x="95571" y="2597"/>
                  </a:lnTo>
                  <a:lnTo>
                    <a:pt x="95210" y="2403"/>
                  </a:lnTo>
                  <a:lnTo>
                    <a:pt x="94790" y="2215"/>
                  </a:lnTo>
                  <a:lnTo>
                    <a:pt x="94279" y="2026"/>
                  </a:lnTo>
                  <a:lnTo>
                    <a:pt x="93738" y="1842"/>
                  </a:lnTo>
                  <a:lnTo>
                    <a:pt x="93438" y="1756"/>
                  </a:lnTo>
                  <a:lnTo>
                    <a:pt x="93108" y="1664"/>
                  </a:lnTo>
                  <a:lnTo>
                    <a:pt x="92777" y="1577"/>
                  </a:lnTo>
                  <a:lnTo>
                    <a:pt x="92417" y="1490"/>
                  </a:lnTo>
                  <a:lnTo>
                    <a:pt x="92026" y="1409"/>
                  </a:lnTo>
                  <a:lnTo>
                    <a:pt x="91636" y="1322"/>
                  </a:lnTo>
                  <a:lnTo>
                    <a:pt x="91246" y="1240"/>
                  </a:lnTo>
                  <a:lnTo>
                    <a:pt x="90795" y="1159"/>
                  </a:lnTo>
                  <a:lnTo>
                    <a:pt x="90435" y="1098"/>
                  </a:lnTo>
                  <a:lnTo>
                    <a:pt x="90044" y="1036"/>
                  </a:lnTo>
                  <a:lnTo>
                    <a:pt x="89654" y="975"/>
                  </a:lnTo>
                  <a:lnTo>
                    <a:pt x="89203" y="914"/>
                  </a:lnTo>
                  <a:lnTo>
                    <a:pt x="88753" y="858"/>
                  </a:lnTo>
                  <a:lnTo>
                    <a:pt x="88272" y="797"/>
                  </a:lnTo>
                  <a:lnTo>
                    <a:pt x="87762" y="746"/>
                  </a:lnTo>
                  <a:lnTo>
                    <a:pt x="87221" y="690"/>
                  </a:lnTo>
                  <a:lnTo>
                    <a:pt x="86590" y="720"/>
                  </a:lnTo>
                  <a:lnTo>
                    <a:pt x="85929" y="741"/>
                  </a:lnTo>
                  <a:lnTo>
                    <a:pt x="85179" y="751"/>
                  </a:lnTo>
                  <a:lnTo>
                    <a:pt x="84398" y="756"/>
                  </a:lnTo>
                  <a:lnTo>
                    <a:pt x="84127" y="756"/>
                  </a:lnTo>
                  <a:lnTo>
                    <a:pt x="83376" y="751"/>
                  </a:lnTo>
                  <a:lnTo>
                    <a:pt x="82686" y="735"/>
                  </a:lnTo>
                  <a:lnTo>
                    <a:pt x="82025" y="720"/>
                  </a:lnTo>
                  <a:lnTo>
                    <a:pt x="81424" y="695"/>
                  </a:lnTo>
                  <a:lnTo>
                    <a:pt x="80854" y="664"/>
                  </a:lnTo>
                  <a:lnTo>
                    <a:pt x="80343" y="628"/>
                  </a:lnTo>
                  <a:lnTo>
                    <a:pt x="79862" y="587"/>
                  </a:lnTo>
                  <a:lnTo>
                    <a:pt x="79412" y="547"/>
                  </a:lnTo>
                  <a:lnTo>
                    <a:pt x="79021" y="496"/>
                  </a:lnTo>
                  <a:lnTo>
                    <a:pt x="78661" y="450"/>
                  </a:lnTo>
                  <a:lnTo>
                    <a:pt x="78361" y="394"/>
                  </a:lnTo>
                  <a:lnTo>
                    <a:pt x="78060" y="338"/>
                  </a:lnTo>
                  <a:lnTo>
                    <a:pt x="77790" y="281"/>
                  </a:lnTo>
                  <a:lnTo>
                    <a:pt x="77580" y="220"/>
                  </a:lnTo>
                  <a:lnTo>
                    <a:pt x="77370" y="159"/>
                  </a:lnTo>
                  <a:lnTo>
                    <a:pt x="77189" y="93"/>
                  </a:lnTo>
                  <a:lnTo>
                    <a:pt x="75718" y="57"/>
                  </a:lnTo>
                  <a:lnTo>
                    <a:pt x="74216" y="26"/>
                  </a:lnTo>
                  <a:lnTo>
                    <a:pt x="72684" y="11"/>
                  </a:lnTo>
                  <a:lnTo>
                    <a:pt x="71152" y="6"/>
                  </a:lnTo>
                  <a:lnTo>
                    <a:pt x="69621" y="11"/>
                  </a:lnTo>
                  <a:lnTo>
                    <a:pt x="68870" y="21"/>
                  </a:lnTo>
                  <a:lnTo>
                    <a:pt x="68119" y="32"/>
                  </a:lnTo>
                  <a:lnTo>
                    <a:pt x="26190" y="32"/>
                  </a:lnTo>
                  <a:lnTo>
                    <a:pt x="25380" y="16"/>
                  </a:lnTo>
                  <a:lnTo>
                    <a:pt x="24599" y="11"/>
                  </a:lnTo>
                  <a:lnTo>
                    <a:pt x="23788" y="6"/>
                  </a:lnTo>
                  <a:lnTo>
                    <a:pt x="23007"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5"/>
            <p:cNvSpPr/>
            <p:nvPr/>
          </p:nvSpPr>
          <p:spPr>
            <a:xfrm flipH="1">
              <a:off x="2041413" y="1387479"/>
              <a:ext cx="3355857" cy="1694389"/>
            </a:xfrm>
            <a:custGeom>
              <a:avLst/>
              <a:gdLst/>
              <a:ahLst/>
              <a:cxnLst/>
              <a:rect l="l" t="t" r="r" b="b"/>
              <a:pathLst>
                <a:path w="96502" h="8264" fill="none" extrusionOk="0">
                  <a:moveTo>
                    <a:pt x="23007" y="1"/>
                  </a:moveTo>
                  <a:lnTo>
                    <a:pt x="23007" y="1"/>
                  </a:lnTo>
                  <a:lnTo>
                    <a:pt x="23788" y="6"/>
                  </a:lnTo>
                  <a:lnTo>
                    <a:pt x="24599" y="11"/>
                  </a:lnTo>
                  <a:lnTo>
                    <a:pt x="25380" y="16"/>
                  </a:lnTo>
                  <a:lnTo>
                    <a:pt x="26190" y="32"/>
                  </a:lnTo>
                  <a:lnTo>
                    <a:pt x="68119" y="32"/>
                  </a:lnTo>
                  <a:lnTo>
                    <a:pt x="68119" y="32"/>
                  </a:lnTo>
                  <a:lnTo>
                    <a:pt x="68870" y="21"/>
                  </a:lnTo>
                  <a:lnTo>
                    <a:pt x="69621" y="11"/>
                  </a:lnTo>
                  <a:lnTo>
                    <a:pt x="71152" y="6"/>
                  </a:lnTo>
                  <a:lnTo>
                    <a:pt x="71152" y="6"/>
                  </a:lnTo>
                  <a:lnTo>
                    <a:pt x="72684" y="11"/>
                  </a:lnTo>
                  <a:lnTo>
                    <a:pt x="74216" y="26"/>
                  </a:lnTo>
                  <a:lnTo>
                    <a:pt x="75718" y="57"/>
                  </a:lnTo>
                  <a:lnTo>
                    <a:pt x="77189" y="93"/>
                  </a:lnTo>
                  <a:lnTo>
                    <a:pt x="77189" y="93"/>
                  </a:lnTo>
                  <a:lnTo>
                    <a:pt x="77370" y="159"/>
                  </a:lnTo>
                  <a:lnTo>
                    <a:pt x="77580" y="220"/>
                  </a:lnTo>
                  <a:lnTo>
                    <a:pt x="77790" y="281"/>
                  </a:lnTo>
                  <a:lnTo>
                    <a:pt x="78060" y="338"/>
                  </a:lnTo>
                  <a:lnTo>
                    <a:pt x="78361" y="394"/>
                  </a:lnTo>
                  <a:lnTo>
                    <a:pt x="78661" y="450"/>
                  </a:lnTo>
                  <a:lnTo>
                    <a:pt x="79021" y="496"/>
                  </a:lnTo>
                  <a:lnTo>
                    <a:pt x="79412" y="547"/>
                  </a:lnTo>
                  <a:lnTo>
                    <a:pt x="79862" y="587"/>
                  </a:lnTo>
                  <a:lnTo>
                    <a:pt x="80343" y="628"/>
                  </a:lnTo>
                  <a:lnTo>
                    <a:pt x="80854" y="664"/>
                  </a:lnTo>
                  <a:lnTo>
                    <a:pt x="81424" y="695"/>
                  </a:lnTo>
                  <a:lnTo>
                    <a:pt x="82025" y="720"/>
                  </a:lnTo>
                  <a:lnTo>
                    <a:pt x="82686" y="735"/>
                  </a:lnTo>
                  <a:lnTo>
                    <a:pt x="83376" y="751"/>
                  </a:lnTo>
                  <a:lnTo>
                    <a:pt x="84127" y="756"/>
                  </a:lnTo>
                  <a:lnTo>
                    <a:pt x="84127" y="756"/>
                  </a:lnTo>
                  <a:lnTo>
                    <a:pt x="84398" y="756"/>
                  </a:lnTo>
                  <a:lnTo>
                    <a:pt x="84398" y="756"/>
                  </a:lnTo>
                  <a:lnTo>
                    <a:pt x="85179" y="751"/>
                  </a:lnTo>
                  <a:lnTo>
                    <a:pt x="85929" y="741"/>
                  </a:lnTo>
                  <a:lnTo>
                    <a:pt x="86590" y="720"/>
                  </a:lnTo>
                  <a:lnTo>
                    <a:pt x="87221" y="690"/>
                  </a:lnTo>
                  <a:lnTo>
                    <a:pt x="87221" y="690"/>
                  </a:lnTo>
                  <a:lnTo>
                    <a:pt x="87762" y="746"/>
                  </a:lnTo>
                  <a:lnTo>
                    <a:pt x="88272" y="797"/>
                  </a:lnTo>
                  <a:lnTo>
                    <a:pt x="88753" y="858"/>
                  </a:lnTo>
                  <a:lnTo>
                    <a:pt x="89203" y="914"/>
                  </a:lnTo>
                  <a:lnTo>
                    <a:pt x="89654" y="975"/>
                  </a:lnTo>
                  <a:lnTo>
                    <a:pt x="90044" y="1036"/>
                  </a:lnTo>
                  <a:lnTo>
                    <a:pt x="90435" y="1098"/>
                  </a:lnTo>
                  <a:lnTo>
                    <a:pt x="90795" y="1159"/>
                  </a:lnTo>
                  <a:lnTo>
                    <a:pt x="90795" y="1159"/>
                  </a:lnTo>
                  <a:lnTo>
                    <a:pt x="91246" y="1240"/>
                  </a:lnTo>
                  <a:lnTo>
                    <a:pt x="91636" y="1322"/>
                  </a:lnTo>
                  <a:lnTo>
                    <a:pt x="92026" y="1409"/>
                  </a:lnTo>
                  <a:lnTo>
                    <a:pt x="92417" y="1490"/>
                  </a:lnTo>
                  <a:lnTo>
                    <a:pt x="92777" y="1577"/>
                  </a:lnTo>
                  <a:lnTo>
                    <a:pt x="93108" y="1664"/>
                  </a:lnTo>
                  <a:lnTo>
                    <a:pt x="93438" y="1756"/>
                  </a:lnTo>
                  <a:lnTo>
                    <a:pt x="93738" y="1842"/>
                  </a:lnTo>
                  <a:lnTo>
                    <a:pt x="94279" y="2026"/>
                  </a:lnTo>
                  <a:lnTo>
                    <a:pt x="94790" y="2215"/>
                  </a:lnTo>
                  <a:lnTo>
                    <a:pt x="95210" y="2403"/>
                  </a:lnTo>
                  <a:lnTo>
                    <a:pt x="95571" y="2597"/>
                  </a:lnTo>
                  <a:lnTo>
                    <a:pt x="95871" y="2796"/>
                  </a:lnTo>
                  <a:lnTo>
                    <a:pt x="96111" y="2995"/>
                  </a:lnTo>
                  <a:lnTo>
                    <a:pt x="96291" y="3194"/>
                  </a:lnTo>
                  <a:lnTo>
                    <a:pt x="96412" y="3398"/>
                  </a:lnTo>
                  <a:lnTo>
                    <a:pt x="96472" y="3602"/>
                  </a:lnTo>
                  <a:lnTo>
                    <a:pt x="96502" y="3806"/>
                  </a:lnTo>
                  <a:lnTo>
                    <a:pt x="96442" y="4010"/>
                  </a:lnTo>
                  <a:lnTo>
                    <a:pt x="96351" y="4214"/>
                  </a:lnTo>
                  <a:lnTo>
                    <a:pt x="96201" y="4418"/>
                  </a:lnTo>
                  <a:lnTo>
                    <a:pt x="96021" y="4622"/>
                  </a:lnTo>
                  <a:lnTo>
                    <a:pt x="95781" y="4826"/>
                  </a:lnTo>
                  <a:lnTo>
                    <a:pt x="95510" y="5025"/>
                  </a:lnTo>
                  <a:lnTo>
                    <a:pt x="95150" y="5224"/>
                  </a:lnTo>
                  <a:lnTo>
                    <a:pt x="94790" y="5423"/>
                  </a:lnTo>
                  <a:lnTo>
                    <a:pt x="94369" y="5617"/>
                  </a:lnTo>
                  <a:lnTo>
                    <a:pt x="93919" y="5805"/>
                  </a:lnTo>
                  <a:lnTo>
                    <a:pt x="93438" y="5989"/>
                  </a:lnTo>
                  <a:lnTo>
                    <a:pt x="92897" y="6173"/>
                  </a:lnTo>
                  <a:lnTo>
                    <a:pt x="92327" y="6351"/>
                  </a:lnTo>
                  <a:lnTo>
                    <a:pt x="91726" y="6525"/>
                  </a:lnTo>
                  <a:lnTo>
                    <a:pt x="91095" y="6693"/>
                  </a:lnTo>
                  <a:lnTo>
                    <a:pt x="90435" y="6856"/>
                  </a:lnTo>
                  <a:lnTo>
                    <a:pt x="89744" y="7009"/>
                  </a:lnTo>
                  <a:lnTo>
                    <a:pt x="88993" y="7162"/>
                  </a:lnTo>
                  <a:lnTo>
                    <a:pt x="88993" y="7162"/>
                  </a:lnTo>
                  <a:lnTo>
                    <a:pt x="88633" y="7234"/>
                  </a:lnTo>
                  <a:lnTo>
                    <a:pt x="88212" y="7305"/>
                  </a:lnTo>
                  <a:lnTo>
                    <a:pt x="87792" y="7371"/>
                  </a:lnTo>
                  <a:lnTo>
                    <a:pt x="87341" y="7438"/>
                  </a:lnTo>
                  <a:lnTo>
                    <a:pt x="86891" y="7499"/>
                  </a:lnTo>
                  <a:lnTo>
                    <a:pt x="86410" y="7560"/>
                  </a:lnTo>
                  <a:lnTo>
                    <a:pt x="85929" y="7616"/>
                  </a:lnTo>
                  <a:lnTo>
                    <a:pt x="85419" y="7667"/>
                  </a:lnTo>
                  <a:lnTo>
                    <a:pt x="84908" y="7718"/>
                  </a:lnTo>
                  <a:lnTo>
                    <a:pt x="84368" y="7769"/>
                  </a:lnTo>
                  <a:lnTo>
                    <a:pt x="83827" y="7815"/>
                  </a:lnTo>
                  <a:lnTo>
                    <a:pt x="83256" y="7861"/>
                  </a:lnTo>
                  <a:lnTo>
                    <a:pt x="82115" y="7943"/>
                  </a:lnTo>
                  <a:lnTo>
                    <a:pt x="80914" y="8009"/>
                  </a:lnTo>
                  <a:lnTo>
                    <a:pt x="79682" y="8075"/>
                  </a:lnTo>
                  <a:lnTo>
                    <a:pt x="78421" y="8126"/>
                  </a:lnTo>
                  <a:lnTo>
                    <a:pt x="77129" y="8172"/>
                  </a:lnTo>
                  <a:lnTo>
                    <a:pt x="75808" y="8203"/>
                  </a:lnTo>
                  <a:lnTo>
                    <a:pt x="74486" y="8233"/>
                  </a:lnTo>
                  <a:lnTo>
                    <a:pt x="73165" y="8254"/>
                  </a:lnTo>
                  <a:lnTo>
                    <a:pt x="71813" y="8264"/>
                  </a:lnTo>
                  <a:lnTo>
                    <a:pt x="70462" y="8264"/>
                  </a:lnTo>
                  <a:lnTo>
                    <a:pt x="26881" y="8264"/>
                  </a:lnTo>
                  <a:lnTo>
                    <a:pt x="26881" y="8264"/>
                  </a:lnTo>
                  <a:lnTo>
                    <a:pt x="25289" y="8259"/>
                  </a:lnTo>
                  <a:lnTo>
                    <a:pt x="23668" y="8244"/>
                  </a:lnTo>
                  <a:lnTo>
                    <a:pt x="22076" y="8218"/>
                  </a:lnTo>
                  <a:lnTo>
                    <a:pt x="20514" y="8182"/>
                  </a:lnTo>
                  <a:lnTo>
                    <a:pt x="20514" y="8182"/>
                  </a:lnTo>
                  <a:lnTo>
                    <a:pt x="20304" y="8126"/>
                  </a:lnTo>
                  <a:lnTo>
                    <a:pt x="20093" y="8075"/>
                  </a:lnTo>
                  <a:lnTo>
                    <a:pt x="19853" y="8024"/>
                  </a:lnTo>
                  <a:lnTo>
                    <a:pt x="19583" y="7973"/>
                  </a:lnTo>
                  <a:lnTo>
                    <a:pt x="19282" y="7922"/>
                  </a:lnTo>
                  <a:lnTo>
                    <a:pt x="18952" y="7881"/>
                  </a:lnTo>
                  <a:lnTo>
                    <a:pt x="18622" y="7836"/>
                  </a:lnTo>
                  <a:lnTo>
                    <a:pt x="18231" y="7795"/>
                  </a:lnTo>
                  <a:lnTo>
                    <a:pt x="17811" y="7759"/>
                  </a:lnTo>
                  <a:lnTo>
                    <a:pt x="17360" y="7728"/>
                  </a:lnTo>
                  <a:lnTo>
                    <a:pt x="16850" y="7698"/>
                  </a:lnTo>
                  <a:lnTo>
                    <a:pt x="16339" y="7672"/>
                  </a:lnTo>
                  <a:lnTo>
                    <a:pt x="15768" y="7652"/>
                  </a:lnTo>
                  <a:lnTo>
                    <a:pt x="15168" y="7637"/>
                  </a:lnTo>
                  <a:lnTo>
                    <a:pt x="14537" y="7626"/>
                  </a:lnTo>
                  <a:lnTo>
                    <a:pt x="13846" y="7621"/>
                  </a:lnTo>
                  <a:lnTo>
                    <a:pt x="13846" y="7621"/>
                  </a:lnTo>
                  <a:lnTo>
                    <a:pt x="13576" y="7621"/>
                  </a:lnTo>
                  <a:lnTo>
                    <a:pt x="13576" y="7621"/>
                  </a:lnTo>
                  <a:lnTo>
                    <a:pt x="12765" y="7621"/>
                  </a:lnTo>
                  <a:lnTo>
                    <a:pt x="12044" y="7637"/>
                  </a:lnTo>
                  <a:lnTo>
                    <a:pt x="11353" y="7657"/>
                  </a:lnTo>
                  <a:lnTo>
                    <a:pt x="10723" y="7688"/>
                  </a:lnTo>
                  <a:lnTo>
                    <a:pt x="10723" y="7688"/>
                  </a:lnTo>
                  <a:lnTo>
                    <a:pt x="9822" y="7606"/>
                  </a:lnTo>
                  <a:lnTo>
                    <a:pt x="8981" y="7519"/>
                  </a:lnTo>
                  <a:lnTo>
                    <a:pt x="8230" y="7427"/>
                  </a:lnTo>
                  <a:lnTo>
                    <a:pt x="7899" y="7382"/>
                  </a:lnTo>
                  <a:lnTo>
                    <a:pt x="7569" y="7336"/>
                  </a:lnTo>
                  <a:lnTo>
                    <a:pt x="7569" y="7336"/>
                  </a:lnTo>
                  <a:lnTo>
                    <a:pt x="6788" y="7208"/>
                  </a:lnTo>
                  <a:lnTo>
                    <a:pt x="6067" y="7081"/>
                  </a:lnTo>
                  <a:lnTo>
                    <a:pt x="5346" y="6943"/>
                  </a:lnTo>
                  <a:lnTo>
                    <a:pt x="4686" y="6805"/>
                  </a:lnTo>
                  <a:lnTo>
                    <a:pt x="4085" y="6662"/>
                  </a:lnTo>
                  <a:lnTo>
                    <a:pt x="3514" y="6514"/>
                  </a:lnTo>
                  <a:lnTo>
                    <a:pt x="2974" y="6367"/>
                  </a:lnTo>
                  <a:lnTo>
                    <a:pt x="2463" y="6208"/>
                  </a:lnTo>
                  <a:lnTo>
                    <a:pt x="2013" y="6050"/>
                  </a:lnTo>
                  <a:lnTo>
                    <a:pt x="1622" y="5887"/>
                  </a:lnTo>
                  <a:lnTo>
                    <a:pt x="1262" y="5719"/>
                  </a:lnTo>
                  <a:lnTo>
                    <a:pt x="931" y="5550"/>
                  </a:lnTo>
                  <a:lnTo>
                    <a:pt x="661" y="5377"/>
                  </a:lnTo>
                  <a:lnTo>
                    <a:pt x="421" y="5198"/>
                  </a:lnTo>
                  <a:lnTo>
                    <a:pt x="240" y="5020"/>
                  </a:lnTo>
                  <a:lnTo>
                    <a:pt x="120" y="4836"/>
                  </a:lnTo>
                  <a:lnTo>
                    <a:pt x="30" y="4648"/>
                  </a:lnTo>
                  <a:lnTo>
                    <a:pt x="0" y="4459"/>
                  </a:lnTo>
                  <a:lnTo>
                    <a:pt x="0" y="4270"/>
                  </a:lnTo>
                  <a:lnTo>
                    <a:pt x="60" y="4071"/>
                  </a:lnTo>
                  <a:lnTo>
                    <a:pt x="180" y="3877"/>
                  </a:lnTo>
                  <a:lnTo>
                    <a:pt x="331" y="3673"/>
                  </a:lnTo>
                  <a:lnTo>
                    <a:pt x="541" y="3474"/>
                  </a:lnTo>
                  <a:lnTo>
                    <a:pt x="811" y="3265"/>
                  </a:lnTo>
                  <a:lnTo>
                    <a:pt x="1111" y="3061"/>
                  </a:lnTo>
                  <a:lnTo>
                    <a:pt x="1472" y="2852"/>
                  </a:lnTo>
                  <a:lnTo>
                    <a:pt x="1892" y="2638"/>
                  </a:lnTo>
                  <a:lnTo>
                    <a:pt x="2373" y="2424"/>
                  </a:lnTo>
                  <a:lnTo>
                    <a:pt x="2914" y="2210"/>
                  </a:lnTo>
                  <a:lnTo>
                    <a:pt x="3484" y="1990"/>
                  </a:lnTo>
                  <a:lnTo>
                    <a:pt x="4115" y="1771"/>
                  </a:lnTo>
                  <a:lnTo>
                    <a:pt x="4836" y="1552"/>
                  </a:lnTo>
                  <a:lnTo>
                    <a:pt x="4836" y="1552"/>
                  </a:lnTo>
                  <a:lnTo>
                    <a:pt x="5166" y="1450"/>
                  </a:lnTo>
                  <a:lnTo>
                    <a:pt x="5527" y="1353"/>
                  </a:lnTo>
                  <a:lnTo>
                    <a:pt x="5917" y="1261"/>
                  </a:lnTo>
                  <a:lnTo>
                    <a:pt x="6307" y="1174"/>
                  </a:lnTo>
                  <a:lnTo>
                    <a:pt x="6728" y="1087"/>
                  </a:lnTo>
                  <a:lnTo>
                    <a:pt x="7178" y="1006"/>
                  </a:lnTo>
                  <a:lnTo>
                    <a:pt x="7629" y="924"/>
                  </a:lnTo>
                  <a:lnTo>
                    <a:pt x="8110" y="853"/>
                  </a:lnTo>
                  <a:lnTo>
                    <a:pt x="8590" y="781"/>
                  </a:lnTo>
                  <a:lnTo>
                    <a:pt x="9101" y="710"/>
                  </a:lnTo>
                  <a:lnTo>
                    <a:pt x="9641" y="644"/>
                  </a:lnTo>
                  <a:lnTo>
                    <a:pt x="10182" y="582"/>
                  </a:lnTo>
                  <a:lnTo>
                    <a:pt x="10723" y="526"/>
                  </a:lnTo>
                  <a:lnTo>
                    <a:pt x="11293" y="470"/>
                  </a:lnTo>
                  <a:lnTo>
                    <a:pt x="11864" y="419"/>
                  </a:lnTo>
                  <a:lnTo>
                    <a:pt x="12435" y="368"/>
                  </a:lnTo>
                  <a:lnTo>
                    <a:pt x="13035" y="322"/>
                  </a:lnTo>
                  <a:lnTo>
                    <a:pt x="13666" y="281"/>
                  </a:lnTo>
                  <a:lnTo>
                    <a:pt x="14267" y="241"/>
                  </a:lnTo>
                  <a:lnTo>
                    <a:pt x="14897" y="205"/>
                  </a:lnTo>
                  <a:lnTo>
                    <a:pt x="15558" y="174"/>
                  </a:lnTo>
                  <a:lnTo>
                    <a:pt x="16189" y="144"/>
                  </a:lnTo>
                  <a:lnTo>
                    <a:pt x="16850" y="118"/>
                  </a:lnTo>
                  <a:lnTo>
                    <a:pt x="17510" y="93"/>
                  </a:lnTo>
                  <a:lnTo>
                    <a:pt x="18201" y="72"/>
                  </a:lnTo>
                  <a:lnTo>
                    <a:pt x="18862" y="52"/>
                  </a:lnTo>
                  <a:lnTo>
                    <a:pt x="20244" y="26"/>
                  </a:lnTo>
                  <a:lnTo>
                    <a:pt x="21625" y="6"/>
                  </a:lnTo>
                  <a:lnTo>
                    <a:pt x="2300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5"/>
            <p:cNvSpPr/>
            <p:nvPr/>
          </p:nvSpPr>
          <p:spPr>
            <a:xfrm flipH="1">
              <a:off x="4683908" y="2950040"/>
              <a:ext cx="340517" cy="115228"/>
            </a:xfrm>
            <a:custGeom>
              <a:avLst/>
              <a:gdLst/>
              <a:ahLst/>
              <a:cxnLst/>
              <a:rect l="l" t="t" r="r" b="b"/>
              <a:pathLst>
                <a:path w="9792" h="562" extrusionOk="0">
                  <a:moveTo>
                    <a:pt x="2043" y="0"/>
                  </a:moveTo>
                  <a:lnTo>
                    <a:pt x="1322" y="16"/>
                  </a:lnTo>
                  <a:lnTo>
                    <a:pt x="631" y="36"/>
                  </a:lnTo>
                  <a:lnTo>
                    <a:pt x="1" y="67"/>
                  </a:lnTo>
                  <a:lnTo>
                    <a:pt x="1022" y="148"/>
                  </a:lnTo>
                  <a:lnTo>
                    <a:pt x="2103" y="225"/>
                  </a:lnTo>
                  <a:lnTo>
                    <a:pt x="3274" y="296"/>
                  </a:lnTo>
                  <a:lnTo>
                    <a:pt x="4476" y="362"/>
                  </a:lnTo>
                  <a:lnTo>
                    <a:pt x="5767" y="424"/>
                  </a:lnTo>
                  <a:lnTo>
                    <a:pt x="7059" y="475"/>
                  </a:lnTo>
                  <a:lnTo>
                    <a:pt x="8410" y="526"/>
                  </a:lnTo>
                  <a:lnTo>
                    <a:pt x="9792" y="561"/>
                  </a:lnTo>
                  <a:lnTo>
                    <a:pt x="9792" y="561"/>
                  </a:lnTo>
                  <a:lnTo>
                    <a:pt x="9582" y="505"/>
                  </a:lnTo>
                  <a:lnTo>
                    <a:pt x="9371" y="454"/>
                  </a:lnTo>
                  <a:lnTo>
                    <a:pt x="9131" y="403"/>
                  </a:lnTo>
                  <a:lnTo>
                    <a:pt x="8861" y="352"/>
                  </a:lnTo>
                  <a:lnTo>
                    <a:pt x="8560" y="301"/>
                  </a:lnTo>
                  <a:lnTo>
                    <a:pt x="8230" y="260"/>
                  </a:lnTo>
                  <a:lnTo>
                    <a:pt x="7900" y="215"/>
                  </a:lnTo>
                  <a:lnTo>
                    <a:pt x="7509" y="174"/>
                  </a:lnTo>
                  <a:lnTo>
                    <a:pt x="7089" y="138"/>
                  </a:lnTo>
                  <a:lnTo>
                    <a:pt x="6638" y="107"/>
                  </a:lnTo>
                  <a:lnTo>
                    <a:pt x="6128" y="77"/>
                  </a:lnTo>
                  <a:lnTo>
                    <a:pt x="5617" y="51"/>
                  </a:lnTo>
                  <a:lnTo>
                    <a:pt x="5046" y="31"/>
                  </a:lnTo>
                  <a:lnTo>
                    <a:pt x="4446" y="16"/>
                  </a:lnTo>
                  <a:lnTo>
                    <a:pt x="3815" y="5"/>
                  </a:lnTo>
                  <a:lnTo>
                    <a:pt x="3124" y="0"/>
                  </a:lnTo>
                  <a:close/>
                </a:path>
              </a:pathLst>
            </a:custGeom>
            <a:solidFill>
              <a:srgbClr val="0062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5"/>
            <p:cNvSpPr/>
            <p:nvPr/>
          </p:nvSpPr>
          <p:spPr>
            <a:xfrm flipH="1">
              <a:off x="4683908" y="2950040"/>
              <a:ext cx="340517" cy="115228"/>
            </a:xfrm>
            <a:custGeom>
              <a:avLst/>
              <a:gdLst/>
              <a:ahLst/>
              <a:cxnLst/>
              <a:rect l="l" t="t" r="r" b="b"/>
              <a:pathLst>
                <a:path w="9792" h="562" fill="none" extrusionOk="0">
                  <a:moveTo>
                    <a:pt x="2854" y="0"/>
                  </a:moveTo>
                  <a:lnTo>
                    <a:pt x="2854" y="0"/>
                  </a:lnTo>
                  <a:lnTo>
                    <a:pt x="3124" y="0"/>
                  </a:lnTo>
                  <a:lnTo>
                    <a:pt x="3124" y="0"/>
                  </a:lnTo>
                  <a:lnTo>
                    <a:pt x="3815" y="5"/>
                  </a:lnTo>
                  <a:lnTo>
                    <a:pt x="4446" y="16"/>
                  </a:lnTo>
                  <a:lnTo>
                    <a:pt x="5046" y="31"/>
                  </a:lnTo>
                  <a:lnTo>
                    <a:pt x="5617" y="51"/>
                  </a:lnTo>
                  <a:lnTo>
                    <a:pt x="6128" y="77"/>
                  </a:lnTo>
                  <a:lnTo>
                    <a:pt x="6638" y="107"/>
                  </a:lnTo>
                  <a:lnTo>
                    <a:pt x="7089" y="138"/>
                  </a:lnTo>
                  <a:lnTo>
                    <a:pt x="7509" y="174"/>
                  </a:lnTo>
                  <a:lnTo>
                    <a:pt x="7900" y="215"/>
                  </a:lnTo>
                  <a:lnTo>
                    <a:pt x="8230" y="260"/>
                  </a:lnTo>
                  <a:lnTo>
                    <a:pt x="8560" y="301"/>
                  </a:lnTo>
                  <a:lnTo>
                    <a:pt x="8861" y="352"/>
                  </a:lnTo>
                  <a:lnTo>
                    <a:pt x="9131" y="403"/>
                  </a:lnTo>
                  <a:lnTo>
                    <a:pt x="9371" y="454"/>
                  </a:lnTo>
                  <a:lnTo>
                    <a:pt x="9582" y="505"/>
                  </a:lnTo>
                  <a:lnTo>
                    <a:pt x="9792" y="561"/>
                  </a:lnTo>
                  <a:lnTo>
                    <a:pt x="9792" y="561"/>
                  </a:lnTo>
                  <a:lnTo>
                    <a:pt x="8410" y="526"/>
                  </a:lnTo>
                  <a:lnTo>
                    <a:pt x="7059" y="475"/>
                  </a:lnTo>
                  <a:lnTo>
                    <a:pt x="5767" y="424"/>
                  </a:lnTo>
                  <a:lnTo>
                    <a:pt x="4476" y="362"/>
                  </a:lnTo>
                  <a:lnTo>
                    <a:pt x="3274" y="296"/>
                  </a:lnTo>
                  <a:lnTo>
                    <a:pt x="2103" y="225"/>
                  </a:lnTo>
                  <a:lnTo>
                    <a:pt x="1022" y="148"/>
                  </a:lnTo>
                  <a:lnTo>
                    <a:pt x="1" y="67"/>
                  </a:lnTo>
                  <a:lnTo>
                    <a:pt x="1" y="67"/>
                  </a:lnTo>
                  <a:lnTo>
                    <a:pt x="631" y="36"/>
                  </a:lnTo>
                  <a:lnTo>
                    <a:pt x="1322" y="16"/>
                  </a:lnTo>
                  <a:lnTo>
                    <a:pt x="2043" y="0"/>
                  </a:lnTo>
                  <a:lnTo>
                    <a:pt x="285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5"/>
            <p:cNvSpPr/>
            <p:nvPr/>
          </p:nvSpPr>
          <p:spPr>
            <a:xfrm flipH="1">
              <a:off x="2364245" y="1406342"/>
              <a:ext cx="348863" cy="136142"/>
            </a:xfrm>
            <a:custGeom>
              <a:avLst/>
              <a:gdLst/>
              <a:ahLst/>
              <a:cxnLst/>
              <a:rect l="l" t="t" r="r" b="b"/>
              <a:pathLst>
                <a:path w="10032" h="664" extrusionOk="0">
                  <a:moveTo>
                    <a:pt x="0" y="1"/>
                  </a:moveTo>
                  <a:lnTo>
                    <a:pt x="181" y="67"/>
                  </a:lnTo>
                  <a:lnTo>
                    <a:pt x="391" y="128"/>
                  </a:lnTo>
                  <a:lnTo>
                    <a:pt x="601" y="189"/>
                  </a:lnTo>
                  <a:lnTo>
                    <a:pt x="871" y="246"/>
                  </a:lnTo>
                  <a:lnTo>
                    <a:pt x="1172" y="302"/>
                  </a:lnTo>
                  <a:lnTo>
                    <a:pt x="1472" y="358"/>
                  </a:lnTo>
                  <a:lnTo>
                    <a:pt x="1832" y="404"/>
                  </a:lnTo>
                  <a:lnTo>
                    <a:pt x="2223" y="455"/>
                  </a:lnTo>
                  <a:lnTo>
                    <a:pt x="2673" y="495"/>
                  </a:lnTo>
                  <a:lnTo>
                    <a:pt x="3154" y="536"/>
                  </a:lnTo>
                  <a:lnTo>
                    <a:pt x="3665" y="572"/>
                  </a:lnTo>
                  <a:lnTo>
                    <a:pt x="4235" y="603"/>
                  </a:lnTo>
                  <a:lnTo>
                    <a:pt x="4836" y="628"/>
                  </a:lnTo>
                  <a:lnTo>
                    <a:pt x="5497" y="643"/>
                  </a:lnTo>
                  <a:lnTo>
                    <a:pt x="6187" y="659"/>
                  </a:lnTo>
                  <a:lnTo>
                    <a:pt x="6938" y="664"/>
                  </a:lnTo>
                  <a:lnTo>
                    <a:pt x="7209" y="664"/>
                  </a:lnTo>
                  <a:lnTo>
                    <a:pt x="7990" y="659"/>
                  </a:lnTo>
                  <a:lnTo>
                    <a:pt x="8740" y="649"/>
                  </a:lnTo>
                  <a:lnTo>
                    <a:pt x="9401" y="628"/>
                  </a:lnTo>
                  <a:lnTo>
                    <a:pt x="10032" y="598"/>
                  </a:lnTo>
                  <a:lnTo>
                    <a:pt x="8981" y="501"/>
                  </a:lnTo>
                  <a:lnTo>
                    <a:pt x="7839" y="404"/>
                  </a:lnTo>
                  <a:lnTo>
                    <a:pt x="6668" y="322"/>
                  </a:lnTo>
                  <a:lnTo>
                    <a:pt x="5407" y="240"/>
                  </a:lnTo>
                  <a:lnTo>
                    <a:pt x="4115" y="169"/>
                  </a:lnTo>
                  <a:lnTo>
                    <a:pt x="2794" y="108"/>
                  </a:lnTo>
                  <a:lnTo>
                    <a:pt x="1412" y="52"/>
                  </a:lnTo>
                  <a:lnTo>
                    <a:pt x="0" y="1"/>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5"/>
            <p:cNvSpPr/>
            <p:nvPr/>
          </p:nvSpPr>
          <p:spPr>
            <a:xfrm flipH="1">
              <a:off x="2364245" y="1406342"/>
              <a:ext cx="348863" cy="136142"/>
            </a:xfrm>
            <a:custGeom>
              <a:avLst/>
              <a:gdLst/>
              <a:ahLst/>
              <a:cxnLst/>
              <a:rect l="l" t="t" r="r" b="b"/>
              <a:pathLst>
                <a:path w="10032" h="664" fill="none" extrusionOk="0">
                  <a:moveTo>
                    <a:pt x="0" y="1"/>
                  </a:moveTo>
                  <a:lnTo>
                    <a:pt x="0" y="1"/>
                  </a:lnTo>
                  <a:lnTo>
                    <a:pt x="1412" y="52"/>
                  </a:lnTo>
                  <a:lnTo>
                    <a:pt x="2794" y="108"/>
                  </a:lnTo>
                  <a:lnTo>
                    <a:pt x="4115" y="169"/>
                  </a:lnTo>
                  <a:lnTo>
                    <a:pt x="5407" y="240"/>
                  </a:lnTo>
                  <a:lnTo>
                    <a:pt x="6668" y="322"/>
                  </a:lnTo>
                  <a:lnTo>
                    <a:pt x="7839" y="404"/>
                  </a:lnTo>
                  <a:lnTo>
                    <a:pt x="8981" y="501"/>
                  </a:lnTo>
                  <a:lnTo>
                    <a:pt x="10032" y="598"/>
                  </a:lnTo>
                  <a:lnTo>
                    <a:pt x="10032" y="598"/>
                  </a:lnTo>
                  <a:lnTo>
                    <a:pt x="9401" y="628"/>
                  </a:lnTo>
                  <a:lnTo>
                    <a:pt x="8740" y="649"/>
                  </a:lnTo>
                  <a:lnTo>
                    <a:pt x="7990" y="659"/>
                  </a:lnTo>
                  <a:lnTo>
                    <a:pt x="7209" y="664"/>
                  </a:lnTo>
                  <a:lnTo>
                    <a:pt x="7209" y="664"/>
                  </a:lnTo>
                  <a:lnTo>
                    <a:pt x="6938" y="664"/>
                  </a:lnTo>
                  <a:lnTo>
                    <a:pt x="6938" y="664"/>
                  </a:lnTo>
                  <a:lnTo>
                    <a:pt x="6187" y="659"/>
                  </a:lnTo>
                  <a:lnTo>
                    <a:pt x="5497" y="643"/>
                  </a:lnTo>
                  <a:lnTo>
                    <a:pt x="4836" y="628"/>
                  </a:lnTo>
                  <a:lnTo>
                    <a:pt x="4235" y="603"/>
                  </a:lnTo>
                  <a:lnTo>
                    <a:pt x="3665" y="572"/>
                  </a:lnTo>
                  <a:lnTo>
                    <a:pt x="3154" y="536"/>
                  </a:lnTo>
                  <a:lnTo>
                    <a:pt x="2673" y="495"/>
                  </a:lnTo>
                  <a:lnTo>
                    <a:pt x="2223" y="455"/>
                  </a:lnTo>
                  <a:lnTo>
                    <a:pt x="1832" y="404"/>
                  </a:lnTo>
                  <a:lnTo>
                    <a:pt x="1472" y="358"/>
                  </a:lnTo>
                  <a:lnTo>
                    <a:pt x="1172" y="302"/>
                  </a:lnTo>
                  <a:lnTo>
                    <a:pt x="871" y="246"/>
                  </a:lnTo>
                  <a:lnTo>
                    <a:pt x="601" y="189"/>
                  </a:lnTo>
                  <a:lnTo>
                    <a:pt x="391" y="128"/>
                  </a:lnTo>
                  <a:lnTo>
                    <a:pt x="181" y="67"/>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3" name="Google Shape;213;p25"/>
          <p:cNvSpPr txBox="1">
            <a:spLocks noGrp="1"/>
          </p:cNvSpPr>
          <p:nvPr>
            <p:ph type="title" idx="8"/>
          </p:nvPr>
        </p:nvSpPr>
        <p:spPr>
          <a:xfrm>
            <a:off x="5604325" y="2324400"/>
            <a:ext cx="2506800" cy="8373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214" name="Google Shape;214;p25"/>
          <p:cNvSpPr txBox="1">
            <a:spLocks noGrp="1"/>
          </p:cNvSpPr>
          <p:nvPr>
            <p:ph type="title" idx="9"/>
          </p:nvPr>
        </p:nvSpPr>
        <p:spPr>
          <a:xfrm>
            <a:off x="5604325" y="3254700"/>
            <a:ext cx="2610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215" name="Google Shape;215;p25"/>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ue - Photo + Quote Right 1">
  <p:cSld name="TITLE_AND_BODY_2_1_3">
    <p:spTree>
      <p:nvGrpSpPr>
        <p:cNvPr id="1" name="Shape 216"/>
        <p:cNvGrpSpPr/>
        <p:nvPr/>
      </p:nvGrpSpPr>
      <p:grpSpPr>
        <a:xfrm>
          <a:off x="0" y="0"/>
          <a:ext cx="0" cy="0"/>
          <a:chOff x="0" y="0"/>
          <a:chExt cx="0" cy="0"/>
        </a:xfrm>
      </p:grpSpPr>
      <p:sp>
        <p:nvSpPr>
          <p:cNvPr id="217" name="Google Shape;217;p26"/>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6"/>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6"/>
          <p:cNvSpPr txBox="1">
            <a:spLocks noGrp="1"/>
          </p:cNvSpPr>
          <p:nvPr>
            <p:ph type="subTitle" idx="1"/>
          </p:nvPr>
        </p:nvSpPr>
        <p:spPr>
          <a:xfrm>
            <a:off x="457200" y="1219950"/>
            <a:ext cx="3657600" cy="34434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220" name="Google Shape;220;p26"/>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221" name="Google Shape;221;p26"/>
          <p:cNvSpPr/>
          <p:nvPr/>
        </p:nvSpPr>
        <p:spPr>
          <a:xfrm rot="10800000">
            <a:off x="8508368" y="1127933"/>
            <a:ext cx="162495" cy="3295"/>
          </a:xfrm>
          <a:custGeom>
            <a:avLst/>
            <a:gdLst/>
            <a:ahLst/>
            <a:cxnLst/>
            <a:rect l="l" t="t" r="r" b="b"/>
            <a:pathLst>
              <a:path w="1773" h="8" extrusionOk="0">
                <a:moveTo>
                  <a:pt x="451" y="1"/>
                </a:moveTo>
                <a:lnTo>
                  <a:pt x="1" y="7"/>
                </a:lnTo>
                <a:lnTo>
                  <a:pt x="1773" y="7"/>
                </a:lnTo>
                <a:lnTo>
                  <a:pt x="13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6"/>
          <p:cNvSpPr/>
          <p:nvPr/>
        </p:nvSpPr>
        <p:spPr>
          <a:xfrm rot="10800000">
            <a:off x="8508368" y="1127933"/>
            <a:ext cx="162495" cy="3295"/>
          </a:xfrm>
          <a:custGeom>
            <a:avLst/>
            <a:gdLst/>
            <a:ahLst/>
            <a:cxnLst/>
            <a:rect l="l" t="t" r="r" b="b"/>
            <a:pathLst>
              <a:path w="1773" h="8" fill="none" extrusionOk="0">
                <a:moveTo>
                  <a:pt x="1" y="7"/>
                </a:moveTo>
                <a:lnTo>
                  <a:pt x="1773" y="7"/>
                </a:lnTo>
                <a:lnTo>
                  <a:pt x="1773" y="7"/>
                </a:lnTo>
                <a:lnTo>
                  <a:pt x="132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6"/>
          <p:cNvSpPr/>
          <p:nvPr/>
        </p:nvSpPr>
        <p:spPr>
          <a:xfrm rot="10800000">
            <a:off x="4592699" y="6876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6"/>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grpSp>
        <p:nvGrpSpPr>
          <p:cNvPr id="225" name="Google Shape;225;p26"/>
          <p:cNvGrpSpPr/>
          <p:nvPr/>
        </p:nvGrpSpPr>
        <p:grpSpPr>
          <a:xfrm>
            <a:off x="5076270" y="304981"/>
            <a:ext cx="3594458" cy="2612276"/>
            <a:chOff x="2041413" y="1026825"/>
            <a:chExt cx="3355857" cy="2438872"/>
          </a:xfrm>
        </p:grpSpPr>
        <p:sp>
          <p:nvSpPr>
            <p:cNvPr id="226" name="Google Shape;226;p26"/>
            <p:cNvSpPr/>
            <p:nvPr/>
          </p:nvSpPr>
          <p:spPr>
            <a:xfrm flipH="1">
              <a:off x="4650484" y="2963573"/>
              <a:ext cx="532683" cy="502125"/>
            </a:xfrm>
            <a:custGeom>
              <a:avLst/>
              <a:gdLst/>
              <a:ahLst/>
              <a:cxnLst/>
              <a:rect l="l" t="t" r="r" b="b"/>
              <a:pathLst>
                <a:path w="15318" h="2449" extrusionOk="0">
                  <a:moveTo>
                    <a:pt x="4566" y="1"/>
                  </a:moveTo>
                  <a:lnTo>
                    <a:pt x="4175" y="26"/>
                  </a:lnTo>
                  <a:lnTo>
                    <a:pt x="3815" y="52"/>
                  </a:lnTo>
                  <a:lnTo>
                    <a:pt x="3484" y="82"/>
                  </a:lnTo>
                  <a:lnTo>
                    <a:pt x="3154" y="113"/>
                  </a:lnTo>
                  <a:lnTo>
                    <a:pt x="2854" y="143"/>
                  </a:lnTo>
                  <a:lnTo>
                    <a:pt x="2583" y="179"/>
                  </a:lnTo>
                  <a:lnTo>
                    <a:pt x="2313" y="220"/>
                  </a:lnTo>
                  <a:lnTo>
                    <a:pt x="2073" y="256"/>
                  </a:lnTo>
                  <a:lnTo>
                    <a:pt x="1832" y="302"/>
                  </a:lnTo>
                  <a:lnTo>
                    <a:pt x="1622" y="342"/>
                  </a:lnTo>
                  <a:lnTo>
                    <a:pt x="1232" y="434"/>
                  </a:lnTo>
                  <a:lnTo>
                    <a:pt x="901" y="526"/>
                  </a:lnTo>
                  <a:lnTo>
                    <a:pt x="661" y="623"/>
                  </a:lnTo>
                  <a:lnTo>
                    <a:pt x="451" y="725"/>
                  </a:lnTo>
                  <a:lnTo>
                    <a:pt x="271" y="822"/>
                  </a:lnTo>
                  <a:lnTo>
                    <a:pt x="150" y="919"/>
                  </a:lnTo>
                  <a:lnTo>
                    <a:pt x="60" y="1016"/>
                  </a:lnTo>
                  <a:lnTo>
                    <a:pt x="30" y="1113"/>
                  </a:lnTo>
                  <a:lnTo>
                    <a:pt x="0" y="1199"/>
                  </a:lnTo>
                  <a:lnTo>
                    <a:pt x="30" y="1281"/>
                  </a:lnTo>
                  <a:lnTo>
                    <a:pt x="60" y="1357"/>
                  </a:lnTo>
                  <a:lnTo>
                    <a:pt x="120" y="1444"/>
                  </a:lnTo>
                  <a:lnTo>
                    <a:pt x="211" y="1536"/>
                  </a:lnTo>
                  <a:lnTo>
                    <a:pt x="331" y="1628"/>
                  </a:lnTo>
                  <a:lnTo>
                    <a:pt x="451" y="1714"/>
                  </a:lnTo>
                  <a:lnTo>
                    <a:pt x="661" y="1806"/>
                  </a:lnTo>
                  <a:lnTo>
                    <a:pt x="871" y="1893"/>
                  </a:lnTo>
                  <a:lnTo>
                    <a:pt x="1172" y="1980"/>
                  </a:lnTo>
                  <a:lnTo>
                    <a:pt x="1502" y="2061"/>
                  </a:lnTo>
                  <a:lnTo>
                    <a:pt x="1712" y="2102"/>
                  </a:lnTo>
                  <a:lnTo>
                    <a:pt x="1923" y="2138"/>
                  </a:lnTo>
                  <a:lnTo>
                    <a:pt x="2163" y="2173"/>
                  </a:lnTo>
                  <a:lnTo>
                    <a:pt x="2403" y="2209"/>
                  </a:lnTo>
                  <a:lnTo>
                    <a:pt x="2673" y="2240"/>
                  </a:lnTo>
                  <a:lnTo>
                    <a:pt x="2974" y="2270"/>
                  </a:lnTo>
                  <a:lnTo>
                    <a:pt x="3304" y="2301"/>
                  </a:lnTo>
                  <a:lnTo>
                    <a:pt x="3635" y="2327"/>
                  </a:lnTo>
                  <a:lnTo>
                    <a:pt x="3995" y="2352"/>
                  </a:lnTo>
                  <a:lnTo>
                    <a:pt x="4385" y="2372"/>
                  </a:lnTo>
                  <a:lnTo>
                    <a:pt x="4806" y="2393"/>
                  </a:lnTo>
                  <a:lnTo>
                    <a:pt x="5226" y="2408"/>
                  </a:lnTo>
                  <a:lnTo>
                    <a:pt x="5677" y="2423"/>
                  </a:lnTo>
                  <a:lnTo>
                    <a:pt x="6187" y="2434"/>
                  </a:lnTo>
                  <a:lnTo>
                    <a:pt x="6698" y="2444"/>
                  </a:lnTo>
                  <a:lnTo>
                    <a:pt x="7239" y="2449"/>
                  </a:lnTo>
                  <a:lnTo>
                    <a:pt x="7599" y="2449"/>
                  </a:lnTo>
                  <a:lnTo>
                    <a:pt x="8140" y="2444"/>
                  </a:lnTo>
                  <a:lnTo>
                    <a:pt x="8650" y="2439"/>
                  </a:lnTo>
                  <a:lnTo>
                    <a:pt x="9131" y="2429"/>
                  </a:lnTo>
                  <a:lnTo>
                    <a:pt x="9581" y="2413"/>
                  </a:lnTo>
                  <a:lnTo>
                    <a:pt x="10032" y="2393"/>
                  </a:lnTo>
                  <a:lnTo>
                    <a:pt x="10452" y="2372"/>
                  </a:lnTo>
                  <a:lnTo>
                    <a:pt x="10843" y="2347"/>
                  </a:lnTo>
                  <a:lnTo>
                    <a:pt x="11233" y="2316"/>
                  </a:lnTo>
                  <a:lnTo>
                    <a:pt x="11594" y="2286"/>
                  </a:lnTo>
                  <a:lnTo>
                    <a:pt x="11924" y="2255"/>
                  </a:lnTo>
                  <a:lnTo>
                    <a:pt x="12254" y="2214"/>
                  </a:lnTo>
                  <a:lnTo>
                    <a:pt x="12555" y="2179"/>
                  </a:lnTo>
                  <a:lnTo>
                    <a:pt x="12855" y="2138"/>
                  </a:lnTo>
                  <a:lnTo>
                    <a:pt x="13125" y="2092"/>
                  </a:lnTo>
                  <a:lnTo>
                    <a:pt x="13366" y="2046"/>
                  </a:lnTo>
                  <a:lnTo>
                    <a:pt x="13606" y="2000"/>
                  </a:lnTo>
                  <a:lnTo>
                    <a:pt x="14027" y="1908"/>
                  </a:lnTo>
                  <a:lnTo>
                    <a:pt x="14387" y="1806"/>
                  </a:lnTo>
                  <a:lnTo>
                    <a:pt x="14687" y="1704"/>
                  </a:lnTo>
                  <a:lnTo>
                    <a:pt x="14928" y="1607"/>
                  </a:lnTo>
                  <a:lnTo>
                    <a:pt x="15108" y="1505"/>
                  </a:lnTo>
                  <a:lnTo>
                    <a:pt x="15228" y="1408"/>
                  </a:lnTo>
                  <a:lnTo>
                    <a:pt x="15288" y="1322"/>
                  </a:lnTo>
                  <a:lnTo>
                    <a:pt x="15318" y="1235"/>
                  </a:lnTo>
                  <a:lnTo>
                    <a:pt x="15318" y="1158"/>
                  </a:lnTo>
                  <a:lnTo>
                    <a:pt x="15288" y="1077"/>
                  </a:lnTo>
                  <a:lnTo>
                    <a:pt x="15258" y="985"/>
                  </a:lnTo>
                  <a:lnTo>
                    <a:pt x="15168" y="893"/>
                  </a:lnTo>
                  <a:lnTo>
                    <a:pt x="15048" y="796"/>
                  </a:lnTo>
                  <a:lnTo>
                    <a:pt x="14867" y="694"/>
                  </a:lnTo>
                  <a:lnTo>
                    <a:pt x="14657" y="597"/>
                  </a:lnTo>
                  <a:lnTo>
                    <a:pt x="14357" y="495"/>
                  </a:lnTo>
                  <a:lnTo>
                    <a:pt x="12975" y="460"/>
                  </a:lnTo>
                  <a:lnTo>
                    <a:pt x="11624" y="409"/>
                  </a:lnTo>
                  <a:lnTo>
                    <a:pt x="10332" y="358"/>
                  </a:lnTo>
                  <a:lnTo>
                    <a:pt x="9041" y="296"/>
                  </a:lnTo>
                  <a:lnTo>
                    <a:pt x="7839" y="230"/>
                  </a:lnTo>
                  <a:lnTo>
                    <a:pt x="6668" y="159"/>
                  </a:lnTo>
                  <a:lnTo>
                    <a:pt x="5587" y="82"/>
                  </a:lnTo>
                  <a:lnTo>
                    <a:pt x="4566" y="1"/>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6"/>
            <p:cNvSpPr/>
            <p:nvPr/>
          </p:nvSpPr>
          <p:spPr>
            <a:xfrm flipH="1">
              <a:off x="4650484" y="2963573"/>
              <a:ext cx="532683" cy="502125"/>
            </a:xfrm>
            <a:custGeom>
              <a:avLst/>
              <a:gdLst/>
              <a:ahLst/>
              <a:cxnLst/>
              <a:rect l="l" t="t" r="r" b="b"/>
              <a:pathLst>
                <a:path w="15318" h="2449" fill="none" extrusionOk="0">
                  <a:moveTo>
                    <a:pt x="4566" y="1"/>
                  </a:moveTo>
                  <a:lnTo>
                    <a:pt x="4566" y="1"/>
                  </a:lnTo>
                  <a:lnTo>
                    <a:pt x="5587" y="82"/>
                  </a:lnTo>
                  <a:lnTo>
                    <a:pt x="6668" y="159"/>
                  </a:lnTo>
                  <a:lnTo>
                    <a:pt x="7839" y="230"/>
                  </a:lnTo>
                  <a:lnTo>
                    <a:pt x="9041" y="296"/>
                  </a:lnTo>
                  <a:lnTo>
                    <a:pt x="10332" y="358"/>
                  </a:lnTo>
                  <a:lnTo>
                    <a:pt x="11624" y="409"/>
                  </a:lnTo>
                  <a:lnTo>
                    <a:pt x="12975" y="460"/>
                  </a:lnTo>
                  <a:lnTo>
                    <a:pt x="14357" y="495"/>
                  </a:lnTo>
                  <a:lnTo>
                    <a:pt x="14357" y="495"/>
                  </a:lnTo>
                  <a:lnTo>
                    <a:pt x="14657" y="597"/>
                  </a:lnTo>
                  <a:lnTo>
                    <a:pt x="14867" y="694"/>
                  </a:lnTo>
                  <a:lnTo>
                    <a:pt x="15048" y="796"/>
                  </a:lnTo>
                  <a:lnTo>
                    <a:pt x="15168" y="893"/>
                  </a:lnTo>
                  <a:lnTo>
                    <a:pt x="15258" y="985"/>
                  </a:lnTo>
                  <a:lnTo>
                    <a:pt x="15288" y="1077"/>
                  </a:lnTo>
                  <a:lnTo>
                    <a:pt x="15318" y="1158"/>
                  </a:lnTo>
                  <a:lnTo>
                    <a:pt x="15318" y="1235"/>
                  </a:lnTo>
                  <a:lnTo>
                    <a:pt x="15318" y="1235"/>
                  </a:lnTo>
                  <a:lnTo>
                    <a:pt x="15288" y="1322"/>
                  </a:lnTo>
                  <a:lnTo>
                    <a:pt x="15228" y="1408"/>
                  </a:lnTo>
                  <a:lnTo>
                    <a:pt x="15108" y="1505"/>
                  </a:lnTo>
                  <a:lnTo>
                    <a:pt x="14928" y="1607"/>
                  </a:lnTo>
                  <a:lnTo>
                    <a:pt x="14687" y="1704"/>
                  </a:lnTo>
                  <a:lnTo>
                    <a:pt x="14387" y="1806"/>
                  </a:lnTo>
                  <a:lnTo>
                    <a:pt x="14027" y="1908"/>
                  </a:lnTo>
                  <a:lnTo>
                    <a:pt x="13606" y="2000"/>
                  </a:lnTo>
                  <a:lnTo>
                    <a:pt x="13366" y="2046"/>
                  </a:lnTo>
                  <a:lnTo>
                    <a:pt x="13125" y="2092"/>
                  </a:lnTo>
                  <a:lnTo>
                    <a:pt x="12855" y="2138"/>
                  </a:lnTo>
                  <a:lnTo>
                    <a:pt x="12555" y="2179"/>
                  </a:lnTo>
                  <a:lnTo>
                    <a:pt x="12254" y="2214"/>
                  </a:lnTo>
                  <a:lnTo>
                    <a:pt x="11924" y="2255"/>
                  </a:lnTo>
                  <a:lnTo>
                    <a:pt x="11594" y="2286"/>
                  </a:lnTo>
                  <a:lnTo>
                    <a:pt x="11233" y="2316"/>
                  </a:lnTo>
                  <a:lnTo>
                    <a:pt x="10843" y="2347"/>
                  </a:lnTo>
                  <a:lnTo>
                    <a:pt x="10452" y="2372"/>
                  </a:lnTo>
                  <a:lnTo>
                    <a:pt x="10032" y="2393"/>
                  </a:lnTo>
                  <a:lnTo>
                    <a:pt x="9581" y="2413"/>
                  </a:lnTo>
                  <a:lnTo>
                    <a:pt x="9131" y="2429"/>
                  </a:lnTo>
                  <a:lnTo>
                    <a:pt x="8650" y="2439"/>
                  </a:lnTo>
                  <a:lnTo>
                    <a:pt x="8140" y="2444"/>
                  </a:lnTo>
                  <a:lnTo>
                    <a:pt x="7599" y="2449"/>
                  </a:lnTo>
                  <a:lnTo>
                    <a:pt x="7599" y="2449"/>
                  </a:lnTo>
                  <a:lnTo>
                    <a:pt x="7239" y="2449"/>
                  </a:lnTo>
                  <a:lnTo>
                    <a:pt x="7239" y="2449"/>
                  </a:lnTo>
                  <a:lnTo>
                    <a:pt x="6698" y="2444"/>
                  </a:lnTo>
                  <a:lnTo>
                    <a:pt x="6187" y="2434"/>
                  </a:lnTo>
                  <a:lnTo>
                    <a:pt x="5677" y="2423"/>
                  </a:lnTo>
                  <a:lnTo>
                    <a:pt x="5226" y="2408"/>
                  </a:lnTo>
                  <a:lnTo>
                    <a:pt x="4806" y="2393"/>
                  </a:lnTo>
                  <a:lnTo>
                    <a:pt x="4385" y="2372"/>
                  </a:lnTo>
                  <a:lnTo>
                    <a:pt x="3995" y="2352"/>
                  </a:lnTo>
                  <a:lnTo>
                    <a:pt x="3635" y="2327"/>
                  </a:lnTo>
                  <a:lnTo>
                    <a:pt x="3304" y="2301"/>
                  </a:lnTo>
                  <a:lnTo>
                    <a:pt x="2974" y="2270"/>
                  </a:lnTo>
                  <a:lnTo>
                    <a:pt x="2673" y="2240"/>
                  </a:lnTo>
                  <a:lnTo>
                    <a:pt x="2403" y="2209"/>
                  </a:lnTo>
                  <a:lnTo>
                    <a:pt x="2163" y="2173"/>
                  </a:lnTo>
                  <a:lnTo>
                    <a:pt x="1923" y="2138"/>
                  </a:lnTo>
                  <a:lnTo>
                    <a:pt x="1712" y="2102"/>
                  </a:lnTo>
                  <a:lnTo>
                    <a:pt x="1502" y="2061"/>
                  </a:lnTo>
                  <a:lnTo>
                    <a:pt x="1172" y="1980"/>
                  </a:lnTo>
                  <a:lnTo>
                    <a:pt x="871" y="1893"/>
                  </a:lnTo>
                  <a:lnTo>
                    <a:pt x="661" y="1806"/>
                  </a:lnTo>
                  <a:lnTo>
                    <a:pt x="451" y="1714"/>
                  </a:lnTo>
                  <a:lnTo>
                    <a:pt x="331" y="1628"/>
                  </a:lnTo>
                  <a:lnTo>
                    <a:pt x="211" y="1536"/>
                  </a:lnTo>
                  <a:lnTo>
                    <a:pt x="120" y="1444"/>
                  </a:lnTo>
                  <a:lnTo>
                    <a:pt x="60" y="1357"/>
                  </a:lnTo>
                  <a:lnTo>
                    <a:pt x="60" y="1357"/>
                  </a:lnTo>
                  <a:lnTo>
                    <a:pt x="30" y="1281"/>
                  </a:lnTo>
                  <a:lnTo>
                    <a:pt x="0" y="1199"/>
                  </a:lnTo>
                  <a:lnTo>
                    <a:pt x="30" y="1113"/>
                  </a:lnTo>
                  <a:lnTo>
                    <a:pt x="60" y="1016"/>
                  </a:lnTo>
                  <a:lnTo>
                    <a:pt x="150" y="919"/>
                  </a:lnTo>
                  <a:lnTo>
                    <a:pt x="271" y="822"/>
                  </a:lnTo>
                  <a:lnTo>
                    <a:pt x="451" y="725"/>
                  </a:lnTo>
                  <a:lnTo>
                    <a:pt x="661" y="623"/>
                  </a:lnTo>
                  <a:lnTo>
                    <a:pt x="901" y="526"/>
                  </a:lnTo>
                  <a:lnTo>
                    <a:pt x="1232" y="434"/>
                  </a:lnTo>
                  <a:lnTo>
                    <a:pt x="1622" y="342"/>
                  </a:lnTo>
                  <a:lnTo>
                    <a:pt x="1832" y="302"/>
                  </a:lnTo>
                  <a:lnTo>
                    <a:pt x="2073" y="256"/>
                  </a:lnTo>
                  <a:lnTo>
                    <a:pt x="2313" y="220"/>
                  </a:lnTo>
                  <a:lnTo>
                    <a:pt x="2583" y="179"/>
                  </a:lnTo>
                  <a:lnTo>
                    <a:pt x="2854" y="143"/>
                  </a:lnTo>
                  <a:lnTo>
                    <a:pt x="3154" y="113"/>
                  </a:lnTo>
                  <a:lnTo>
                    <a:pt x="3484" y="82"/>
                  </a:lnTo>
                  <a:lnTo>
                    <a:pt x="3815" y="52"/>
                  </a:lnTo>
                  <a:lnTo>
                    <a:pt x="4175" y="26"/>
                  </a:lnTo>
                  <a:lnTo>
                    <a:pt x="456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6"/>
            <p:cNvSpPr/>
            <p:nvPr/>
          </p:nvSpPr>
          <p:spPr>
            <a:xfrm flipH="1">
              <a:off x="4861470" y="3145643"/>
              <a:ext cx="133710" cy="121379"/>
            </a:xfrm>
            <a:custGeom>
              <a:avLst/>
              <a:gdLst/>
              <a:ahLst/>
              <a:cxnLst/>
              <a:rect l="l" t="t" r="r" b="b"/>
              <a:pathLst>
                <a:path w="3845" h="592" extrusionOk="0">
                  <a:moveTo>
                    <a:pt x="451" y="0"/>
                  </a:moveTo>
                  <a:lnTo>
                    <a:pt x="271" y="56"/>
                  </a:lnTo>
                  <a:lnTo>
                    <a:pt x="121" y="117"/>
                  </a:lnTo>
                  <a:lnTo>
                    <a:pt x="31" y="174"/>
                  </a:lnTo>
                  <a:lnTo>
                    <a:pt x="1" y="230"/>
                  </a:lnTo>
                  <a:lnTo>
                    <a:pt x="31" y="281"/>
                  </a:lnTo>
                  <a:lnTo>
                    <a:pt x="91" y="327"/>
                  </a:lnTo>
                  <a:lnTo>
                    <a:pt x="181" y="378"/>
                  </a:lnTo>
                  <a:lnTo>
                    <a:pt x="331" y="423"/>
                  </a:lnTo>
                  <a:lnTo>
                    <a:pt x="481" y="469"/>
                  </a:lnTo>
                  <a:lnTo>
                    <a:pt x="691" y="510"/>
                  </a:lnTo>
                  <a:lnTo>
                    <a:pt x="932" y="551"/>
                  </a:lnTo>
                  <a:lnTo>
                    <a:pt x="1232" y="592"/>
                  </a:lnTo>
                  <a:lnTo>
                    <a:pt x="1773" y="536"/>
                  </a:lnTo>
                  <a:lnTo>
                    <a:pt x="1863" y="520"/>
                  </a:lnTo>
                  <a:lnTo>
                    <a:pt x="1893" y="505"/>
                  </a:lnTo>
                  <a:lnTo>
                    <a:pt x="1863" y="485"/>
                  </a:lnTo>
                  <a:lnTo>
                    <a:pt x="1803" y="469"/>
                  </a:lnTo>
                  <a:lnTo>
                    <a:pt x="1652" y="439"/>
                  </a:lnTo>
                  <a:lnTo>
                    <a:pt x="1532" y="403"/>
                  </a:lnTo>
                  <a:lnTo>
                    <a:pt x="1412" y="352"/>
                  </a:lnTo>
                  <a:lnTo>
                    <a:pt x="1382" y="327"/>
                  </a:lnTo>
                  <a:lnTo>
                    <a:pt x="1352" y="296"/>
                  </a:lnTo>
                  <a:lnTo>
                    <a:pt x="1382" y="260"/>
                  </a:lnTo>
                  <a:lnTo>
                    <a:pt x="1442" y="225"/>
                  </a:lnTo>
                  <a:lnTo>
                    <a:pt x="1532" y="184"/>
                  </a:lnTo>
                  <a:lnTo>
                    <a:pt x="1652" y="143"/>
                  </a:lnTo>
                  <a:lnTo>
                    <a:pt x="1713" y="128"/>
                  </a:lnTo>
                  <a:lnTo>
                    <a:pt x="1713" y="112"/>
                  </a:lnTo>
                  <a:lnTo>
                    <a:pt x="1682" y="97"/>
                  </a:lnTo>
                  <a:lnTo>
                    <a:pt x="1652" y="82"/>
                  </a:lnTo>
                  <a:lnTo>
                    <a:pt x="1562" y="72"/>
                  </a:lnTo>
                  <a:lnTo>
                    <a:pt x="1472" y="61"/>
                  </a:lnTo>
                  <a:lnTo>
                    <a:pt x="451" y="0"/>
                  </a:lnTo>
                  <a:close/>
                  <a:moveTo>
                    <a:pt x="2403" y="0"/>
                  </a:moveTo>
                  <a:lnTo>
                    <a:pt x="2223" y="56"/>
                  </a:lnTo>
                  <a:lnTo>
                    <a:pt x="2073" y="117"/>
                  </a:lnTo>
                  <a:lnTo>
                    <a:pt x="2013" y="174"/>
                  </a:lnTo>
                  <a:lnTo>
                    <a:pt x="1983" y="230"/>
                  </a:lnTo>
                  <a:lnTo>
                    <a:pt x="1983" y="281"/>
                  </a:lnTo>
                  <a:lnTo>
                    <a:pt x="2043" y="327"/>
                  </a:lnTo>
                  <a:lnTo>
                    <a:pt x="2133" y="378"/>
                  </a:lnTo>
                  <a:lnTo>
                    <a:pt x="2283" y="423"/>
                  </a:lnTo>
                  <a:lnTo>
                    <a:pt x="2463" y="469"/>
                  </a:lnTo>
                  <a:lnTo>
                    <a:pt x="2674" y="510"/>
                  </a:lnTo>
                  <a:lnTo>
                    <a:pt x="2914" y="551"/>
                  </a:lnTo>
                  <a:lnTo>
                    <a:pt x="3184" y="592"/>
                  </a:lnTo>
                  <a:lnTo>
                    <a:pt x="3725" y="536"/>
                  </a:lnTo>
                  <a:lnTo>
                    <a:pt x="3815" y="520"/>
                  </a:lnTo>
                  <a:lnTo>
                    <a:pt x="3845" y="505"/>
                  </a:lnTo>
                  <a:lnTo>
                    <a:pt x="3815" y="485"/>
                  </a:lnTo>
                  <a:lnTo>
                    <a:pt x="3755" y="469"/>
                  </a:lnTo>
                  <a:lnTo>
                    <a:pt x="3635" y="439"/>
                  </a:lnTo>
                  <a:lnTo>
                    <a:pt x="3485" y="403"/>
                  </a:lnTo>
                  <a:lnTo>
                    <a:pt x="3364" y="352"/>
                  </a:lnTo>
                  <a:lnTo>
                    <a:pt x="3334" y="327"/>
                  </a:lnTo>
                  <a:lnTo>
                    <a:pt x="3334" y="296"/>
                  </a:lnTo>
                  <a:lnTo>
                    <a:pt x="3334" y="260"/>
                  </a:lnTo>
                  <a:lnTo>
                    <a:pt x="3394" y="225"/>
                  </a:lnTo>
                  <a:lnTo>
                    <a:pt x="3485" y="184"/>
                  </a:lnTo>
                  <a:lnTo>
                    <a:pt x="3605" y="143"/>
                  </a:lnTo>
                  <a:lnTo>
                    <a:pt x="3665" y="128"/>
                  </a:lnTo>
                  <a:lnTo>
                    <a:pt x="3665" y="112"/>
                  </a:lnTo>
                  <a:lnTo>
                    <a:pt x="3665" y="97"/>
                  </a:lnTo>
                  <a:lnTo>
                    <a:pt x="3605" y="82"/>
                  </a:lnTo>
                  <a:lnTo>
                    <a:pt x="3515" y="72"/>
                  </a:lnTo>
                  <a:lnTo>
                    <a:pt x="3425" y="61"/>
                  </a:lnTo>
                  <a:lnTo>
                    <a:pt x="24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6"/>
            <p:cNvSpPr/>
            <p:nvPr/>
          </p:nvSpPr>
          <p:spPr>
            <a:xfrm flipH="1">
              <a:off x="2204419" y="1026825"/>
              <a:ext cx="532718" cy="502125"/>
            </a:xfrm>
            <a:custGeom>
              <a:avLst/>
              <a:gdLst/>
              <a:ahLst/>
              <a:cxnLst/>
              <a:rect l="l" t="t" r="r" b="b"/>
              <a:pathLst>
                <a:path w="15319" h="2449" extrusionOk="0">
                  <a:moveTo>
                    <a:pt x="7209" y="0"/>
                  </a:moveTo>
                  <a:lnTo>
                    <a:pt x="6698" y="10"/>
                  </a:lnTo>
                  <a:lnTo>
                    <a:pt x="6218" y="21"/>
                  </a:lnTo>
                  <a:lnTo>
                    <a:pt x="5737" y="36"/>
                  </a:lnTo>
                  <a:lnTo>
                    <a:pt x="5317" y="51"/>
                  </a:lnTo>
                  <a:lnTo>
                    <a:pt x="4896" y="77"/>
                  </a:lnTo>
                  <a:lnTo>
                    <a:pt x="4476" y="102"/>
                  </a:lnTo>
                  <a:lnTo>
                    <a:pt x="4115" y="128"/>
                  </a:lnTo>
                  <a:lnTo>
                    <a:pt x="3755" y="158"/>
                  </a:lnTo>
                  <a:lnTo>
                    <a:pt x="3394" y="194"/>
                  </a:lnTo>
                  <a:lnTo>
                    <a:pt x="3064" y="230"/>
                  </a:lnTo>
                  <a:lnTo>
                    <a:pt x="2764" y="271"/>
                  </a:lnTo>
                  <a:lnTo>
                    <a:pt x="2493" y="311"/>
                  </a:lnTo>
                  <a:lnTo>
                    <a:pt x="2223" y="357"/>
                  </a:lnTo>
                  <a:lnTo>
                    <a:pt x="1953" y="398"/>
                  </a:lnTo>
                  <a:lnTo>
                    <a:pt x="1713" y="444"/>
                  </a:lnTo>
                  <a:lnTo>
                    <a:pt x="1292" y="541"/>
                  </a:lnTo>
                  <a:lnTo>
                    <a:pt x="932" y="643"/>
                  </a:lnTo>
                  <a:lnTo>
                    <a:pt x="661" y="740"/>
                  </a:lnTo>
                  <a:lnTo>
                    <a:pt x="421" y="842"/>
                  </a:lnTo>
                  <a:lnTo>
                    <a:pt x="241" y="939"/>
                  </a:lnTo>
                  <a:lnTo>
                    <a:pt x="91" y="1036"/>
                  </a:lnTo>
                  <a:lnTo>
                    <a:pt x="31" y="1127"/>
                  </a:lnTo>
                  <a:lnTo>
                    <a:pt x="1" y="1209"/>
                  </a:lnTo>
                  <a:lnTo>
                    <a:pt x="31" y="1352"/>
                  </a:lnTo>
                  <a:lnTo>
                    <a:pt x="61" y="1428"/>
                  </a:lnTo>
                  <a:lnTo>
                    <a:pt x="121" y="1510"/>
                  </a:lnTo>
                  <a:lnTo>
                    <a:pt x="211" y="1592"/>
                  </a:lnTo>
                  <a:lnTo>
                    <a:pt x="331" y="1678"/>
                  </a:lnTo>
                  <a:lnTo>
                    <a:pt x="481" y="1765"/>
                  </a:lnTo>
                  <a:lnTo>
                    <a:pt x="691" y="1852"/>
                  </a:lnTo>
                  <a:lnTo>
                    <a:pt x="2103" y="1903"/>
                  </a:lnTo>
                  <a:lnTo>
                    <a:pt x="3485" y="1959"/>
                  </a:lnTo>
                  <a:lnTo>
                    <a:pt x="4806" y="2020"/>
                  </a:lnTo>
                  <a:lnTo>
                    <a:pt x="6098" y="2091"/>
                  </a:lnTo>
                  <a:lnTo>
                    <a:pt x="7359" y="2173"/>
                  </a:lnTo>
                  <a:lnTo>
                    <a:pt x="8530" y="2255"/>
                  </a:lnTo>
                  <a:lnTo>
                    <a:pt x="9672" y="2352"/>
                  </a:lnTo>
                  <a:lnTo>
                    <a:pt x="10723" y="2449"/>
                  </a:lnTo>
                  <a:lnTo>
                    <a:pt x="11113" y="2423"/>
                  </a:lnTo>
                  <a:lnTo>
                    <a:pt x="11474" y="2398"/>
                  </a:lnTo>
                  <a:lnTo>
                    <a:pt x="11804" y="2372"/>
                  </a:lnTo>
                  <a:lnTo>
                    <a:pt x="12135" y="2341"/>
                  </a:lnTo>
                  <a:lnTo>
                    <a:pt x="12435" y="2306"/>
                  </a:lnTo>
                  <a:lnTo>
                    <a:pt x="12735" y="2270"/>
                  </a:lnTo>
                  <a:lnTo>
                    <a:pt x="13006" y="2234"/>
                  </a:lnTo>
                  <a:lnTo>
                    <a:pt x="13246" y="2193"/>
                  </a:lnTo>
                  <a:lnTo>
                    <a:pt x="13486" y="2153"/>
                  </a:lnTo>
                  <a:lnTo>
                    <a:pt x="13696" y="2107"/>
                  </a:lnTo>
                  <a:lnTo>
                    <a:pt x="14087" y="2020"/>
                  </a:lnTo>
                  <a:lnTo>
                    <a:pt x="14417" y="1923"/>
                  </a:lnTo>
                  <a:lnTo>
                    <a:pt x="14657" y="1826"/>
                  </a:lnTo>
                  <a:lnTo>
                    <a:pt x="14898" y="1729"/>
                  </a:lnTo>
                  <a:lnTo>
                    <a:pt x="15048" y="1627"/>
                  </a:lnTo>
                  <a:lnTo>
                    <a:pt x="15168" y="1530"/>
                  </a:lnTo>
                  <a:lnTo>
                    <a:pt x="15258" y="1433"/>
                  </a:lnTo>
                  <a:lnTo>
                    <a:pt x="15288" y="1337"/>
                  </a:lnTo>
                  <a:lnTo>
                    <a:pt x="15318" y="1250"/>
                  </a:lnTo>
                  <a:lnTo>
                    <a:pt x="15318" y="1168"/>
                  </a:lnTo>
                  <a:lnTo>
                    <a:pt x="15258" y="1092"/>
                  </a:lnTo>
                  <a:lnTo>
                    <a:pt x="15198" y="1005"/>
                  </a:lnTo>
                  <a:lnTo>
                    <a:pt x="15108" y="913"/>
                  </a:lnTo>
                  <a:lnTo>
                    <a:pt x="15018" y="821"/>
                  </a:lnTo>
                  <a:lnTo>
                    <a:pt x="14868" y="730"/>
                  </a:lnTo>
                  <a:lnTo>
                    <a:pt x="14687" y="643"/>
                  </a:lnTo>
                  <a:lnTo>
                    <a:pt x="14447" y="551"/>
                  </a:lnTo>
                  <a:lnTo>
                    <a:pt x="14147" y="469"/>
                  </a:lnTo>
                  <a:lnTo>
                    <a:pt x="13816" y="388"/>
                  </a:lnTo>
                  <a:lnTo>
                    <a:pt x="13606" y="347"/>
                  </a:lnTo>
                  <a:lnTo>
                    <a:pt x="13396" y="311"/>
                  </a:lnTo>
                  <a:lnTo>
                    <a:pt x="13156" y="276"/>
                  </a:lnTo>
                  <a:lnTo>
                    <a:pt x="12915" y="240"/>
                  </a:lnTo>
                  <a:lnTo>
                    <a:pt x="12645" y="209"/>
                  </a:lnTo>
                  <a:lnTo>
                    <a:pt x="12345" y="174"/>
                  </a:lnTo>
                  <a:lnTo>
                    <a:pt x="12044" y="148"/>
                  </a:lnTo>
                  <a:lnTo>
                    <a:pt x="11684" y="123"/>
                  </a:lnTo>
                  <a:lnTo>
                    <a:pt x="11324" y="97"/>
                  </a:lnTo>
                  <a:lnTo>
                    <a:pt x="10933" y="77"/>
                  </a:lnTo>
                  <a:lnTo>
                    <a:pt x="10543" y="56"/>
                  </a:lnTo>
                  <a:lnTo>
                    <a:pt x="10092" y="41"/>
                  </a:lnTo>
                  <a:lnTo>
                    <a:pt x="9642" y="26"/>
                  </a:lnTo>
                  <a:lnTo>
                    <a:pt x="9161" y="15"/>
                  </a:lnTo>
                  <a:lnTo>
                    <a:pt x="8620" y="5"/>
                  </a:lnTo>
                  <a:lnTo>
                    <a:pt x="8080" y="0"/>
                  </a:lnTo>
                  <a:close/>
                </a:path>
              </a:pathLst>
            </a:custGeom>
            <a:solidFill>
              <a:srgbClr val="00B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6"/>
            <p:cNvSpPr/>
            <p:nvPr/>
          </p:nvSpPr>
          <p:spPr>
            <a:xfrm flipH="1">
              <a:off x="2204419" y="1026825"/>
              <a:ext cx="532718" cy="502125"/>
            </a:xfrm>
            <a:custGeom>
              <a:avLst/>
              <a:gdLst/>
              <a:ahLst/>
              <a:cxnLst/>
              <a:rect l="l" t="t" r="r" b="b"/>
              <a:pathLst>
                <a:path w="15319" h="2449" fill="none" extrusionOk="0">
                  <a:moveTo>
                    <a:pt x="7719" y="0"/>
                  </a:moveTo>
                  <a:lnTo>
                    <a:pt x="7719" y="0"/>
                  </a:lnTo>
                  <a:lnTo>
                    <a:pt x="8080" y="0"/>
                  </a:lnTo>
                  <a:lnTo>
                    <a:pt x="8080" y="0"/>
                  </a:lnTo>
                  <a:lnTo>
                    <a:pt x="8620" y="5"/>
                  </a:lnTo>
                  <a:lnTo>
                    <a:pt x="9161" y="15"/>
                  </a:lnTo>
                  <a:lnTo>
                    <a:pt x="9642" y="26"/>
                  </a:lnTo>
                  <a:lnTo>
                    <a:pt x="10092" y="41"/>
                  </a:lnTo>
                  <a:lnTo>
                    <a:pt x="10543" y="56"/>
                  </a:lnTo>
                  <a:lnTo>
                    <a:pt x="10933" y="77"/>
                  </a:lnTo>
                  <a:lnTo>
                    <a:pt x="11324" y="97"/>
                  </a:lnTo>
                  <a:lnTo>
                    <a:pt x="11684" y="123"/>
                  </a:lnTo>
                  <a:lnTo>
                    <a:pt x="12044" y="148"/>
                  </a:lnTo>
                  <a:lnTo>
                    <a:pt x="12345" y="174"/>
                  </a:lnTo>
                  <a:lnTo>
                    <a:pt x="12645" y="209"/>
                  </a:lnTo>
                  <a:lnTo>
                    <a:pt x="12915" y="240"/>
                  </a:lnTo>
                  <a:lnTo>
                    <a:pt x="13156" y="276"/>
                  </a:lnTo>
                  <a:lnTo>
                    <a:pt x="13396" y="311"/>
                  </a:lnTo>
                  <a:lnTo>
                    <a:pt x="13606" y="347"/>
                  </a:lnTo>
                  <a:lnTo>
                    <a:pt x="13816" y="388"/>
                  </a:lnTo>
                  <a:lnTo>
                    <a:pt x="14147" y="469"/>
                  </a:lnTo>
                  <a:lnTo>
                    <a:pt x="14447" y="551"/>
                  </a:lnTo>
                  <a:lnTo>
                    <a:pt x="14687" y="643"/>
                  </a:lnTo>
                  <a:lnTo>
                    <a:pt x="14868" y="730"/>
                  </a:lnTo>
                  <a:lnTo>
                    <a:pt x="15018" y="821"/>
                  </a:lnTo>
                  <a:lnTo>
                    <a:pt x="15108" y="913"/>
                  </a:lnTo>
                  <a:lnTo>
                    <a:pt x="15198" y="1005"/>
                  </a:lnTo>
                  <a:lnTo>
                    <a:pt x="15258" y="1092"/>
                  </a:lnTo>
                  <a:lnTo>
                    <a:pt x="15258" y="1092"/>
                  </a:lnTo>
                  <a:lnTo>
                    <a:pt x="15318" y="1168"/>
                  </a:lnTo>
                  <a:lnTo>
                    <a:pt x="15318" y="1250"/>
                  </a:lnTo>
                  <a:lnTo>
                    <a:pt x="15288" y="1337"/>
                  </a:lnTo>
                  <a:lnTo>
                    <a:pt x="15258" y="1433"/>
                  </a:lnTo>
                  <a:lnTo>
                    <a:pt x="15168" y="1530"/>
                  </a:lnTo>
                  <a:lnTo>
                    <a:pt x="15048" y="1627"/>
                  </a:lnTo>
                  <a:lnTo>
                    <a:pt x="14898" y="1729"/>
                  </a:lnTo>
                  <a:lnTo>
                    <a:pt x="14657" y="1826"/>
                  </a:lnTo>
                  <a:lnTo>
                    <a:pt x="14417" y="1923"/>
                  </a:lnTo>
                  <a:lnTo>
                    <a:pt x="14087" y="2020"/>
                  </a:lnTo>
                  <a:lnTo>
                    <a:pt x="13696" y="2107"/>
                  </a:lnTo>
                  <a:lnTo>
                    <a:pt x="13486" y="2153"/>
                  </a:lnTo>
                  <a:lnTo>
                    <a:pt x="13246" y="2193"/>
                  </a:lnTo>
                  <a:lnTo>
                    <a:pt x="13006" y="2234"/>
                  </a:lnTo>
                  <a:lnTo>
                    <a:pt x="12735" y="2270"/>
                  </a:lnTo>
                  <a:lnTo>
                    <a:pt x="12435" y="2306"/>
                  </a:lnTo>
                  <a:lnTo>
                    <a:pt x="12135" y="2341"/>
                  </a:lnTo>
                  <a:lnTo>
                    <a:pt x="11804" y="2372"/>
                  </a:lnTo>
                  <a:lnTo>
                    <a:pt x="11474" y="2398"/>
                  </a:lnTo>
                  <a:lnTo>
                    <a:pt x="11113" y="2423"/>
                  </a:lnTo>
                  <a:lnTo>
                    <a:pt x="10723" y="2449"/>
                  </a:lnTo>
                  <a:lnTo>
                    <a:pt x="10723" y="2449"/>
                  </a:lnTo>
                  <a:lnTo>
                    <a:pt x="9672" y="2352"/>
                  </a:lnTo>
                  <a:lnTo>
                    <a:pt x="8530" y="2255"/>
                  </a:lnTo>
                  <a:lnTo>
                    <a:pt x="7359" y="2173"/>
                  </a:lnTo>
                  <a:lnTo>
                    <a:pt x="6098" y="2091"/>
                  </a:lnTo>
                  <a:lnTo>
                    <a:pt x="4806" y="2020"/>
                  </a:lnTo>
                  <a:lnTo>
                    <a:pt x="3485" y="1959"/>
                  </a:lnTo>
                  <a:lnTo>
                    <a:pt x="2103" y="1903"/>
                  </a:lnTo>
                  <a:lnTo>
                    <a:pt x="691" y="1852"/>
                  </a:lnTo>
                  <a:lnTo>
                    <a:pt x="691" y="1852"/>
                  </a:lnTo>
                  <a:lnTo>
                    <a:pt x="481" y="1765"/>
                  </a:lnTo>
                  <a:lnTo>
                    <a:pt x="331" y="1678"/>
                  </a:lnTo>
                  <a:lnTo>
                    <a:pt x="211" y="1592"/>
                  </a:lnTo>
                  <a:lnTo>
                    <a:pt x="121" y="1510"/>
                  </a:lnTo>
                  <a:lnTo>
                    <a:pt x="61" y="1428"/>
                  </a:lnTo>
                  <a:lnTo>
                    <a:pt x="31" y="1352"/>
                  </a:lnTo>
                  <a:lnTo>
                    <a:pt x="1" y="1209"/>
                  </a:lnTo>
                  <a:lnTo>
                    <a:pt x="1" y="1209"/>
                  </a:lnTo>
                  <a:lnTo>
                    <a:pt x="31" y="1127"/>
                  </a:lnTo>
                  <a:lnTo>
                    <a:pt x="91" y="1036"/>
                  </a:lnTo>
                  <a:lnTo>
                    <a:pt x="241" y="939"/>
                  </a:lnTo>
                  <a:lnTo>
                    <a:pt x="421" y="842"/>
                  </a:lnTo>
                  <a:lnTo>
                    <a:pt x="661" y="740"/>
                  </a:lnTo>
                  <a:lnTo>
                    <a:pt x="932" y="643"/>
                  </a:lnTo>
                  <a:lnTo>
                    <a:pt x="1292" y="541"/>
                  </a:lnTo>
                  <a:lnTo>
                    <a:pt x="1713" y="444"/>
                  </a:lnTo>
                  <a:lnTo>
                    <a:pt x="1953" y="398"/>
                  </a:lnTo>
                  <a:lnTo>
                    <a:pt x="2223" y="357"/>
                  </a:lnTo>
                  <a:lnTo>
                    <a:pt x="2493" y="311"/>
                  </a:lnTo>
                  <a:lnTo>
                    <a:pt x="2764" y="271"/>
                  </a:lnTo>
                  <a:lnTo>
                    <a:pt x="3064" y="230"/>
                  </a:lnTo>
                  <a:lnTo>
                    <a:pt x="3394" y="194"/>
                  </a:lnTo>
                  <a:lnTo>
                    <a:pt x="3755" y="158"/>
                  </a:lnTo>
                  <a:lnTo>
                    <a:pt x="4115" y="128"/>
                  </a:lnTo>
                  <a:lnTo>
                    <a:pt x="4476" y="102"/>
                  </a:lnTo>
                  <a:lnTo>
                    <a:pt x="4896" y="77"/>
                  </a:lnTo>
                  <a:lnTo>
                    <a:pt x="5317" y="51"/>
                  </a:lnTo>
                  <a:lnTo>
                    <a:pt x="5737" y="36"/>
                  </a:lnTo>
                  <a:lnTo>
                    <a:pt x="6218" y="21"/>
                  </a:lnTo>
                  <a:lnTo>
                    <a:pt x="6698" y="10"/>
                  </a:lnTo>
                  <a:lnTo>
                    <a:pt x="7209" y="0"/>
                  </a:lnTo>
                  <a:lnTo>
                    <a:pt x="771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6"/>
            <p:cNvSpPr/>
            <p:nvPr/>
          </p:nvSpPr>
          <p:spPr>
            <a:xfrm flipH="1">
              <a:off x="2392454" y="1225503"/>
              <a:ext cx="133710" cy="121379"/>
            </a:xfrm>
            <a:custGeom>
              <a:avLst/>
              <a:gdLst/>
              <a:ahLst/>
              <a:cxnLst/>
              <a:rect l="l" t="t" r="r" b="b"/>
              <a:pathLst>
                <a:path w="3845" h="592" extrusionOk="0">
                  <a:moveTo>
                    <a:pt x="661" y="0"/>
                  </a:moveTo>
                  <a:lnTo>
                    <a:pt x="121" y="51"/>
                  </a:lnTo>
                  <a:lnTo>
                    <a:pt x="31" y="72"/>
                  </a:lnTo>
                  <a:lnTo>
                    <a:pt x="1" y="87"/>
                  </a:lnTo>
                  <a:lnTo>
                    <a:pt x="31" y="107"/>
                  </a:lnTo>
                  <a:lnTo>
                    <a:pt x="91" y="123"/>
                  </a:lnTo>
                  <a:lnTo>
                    <a:pt x="241" y="148"/>
                  </a:lnTo>
                  <a:lnTo>
                    <a:pt x="361" y="189"/>
                  </a:lnTo>
                  <a:lnTo>
                    <a:pt x="481" y="235"/>
                  </a:lnTo>
                  <a:lnTo>
                    <a:pt x="511" y="266"/>
                  </a:lnTo>
                  <a:lnTo>
                    <a:pt x="541" y="296"/>
                  </a:lnTo>
                  <a:lnTo>
                    <a:pt x="511" y="327"/>
                  </a:lnTo>
                  <a:lnTo>
                    <a:pt x="451" y="368"/>
                  </a:lnTo>
                  <a:lnTo>
                    <a:pt x="361" y="403"/>
                  </a:lnTo>
                  <a:lnTo>
                    <a:pt x="241" y="449"/>
                  </a:lnTo>
                  <a:lnTo>
                    <a:pt x="211" y="464"/>
                  </a:lnTo>
                  <a:lnTo>
                    <a:pt x="181" y="480"/>
                  </a:lnTo>
                  <a:lnTo>
                    <a:pt x="211" y="495"/>
                  </a:lnTo>
                  <a:lnTo>
                    <a:pt x="241" y="505"/>
                  </a:lnTo>
                  <a:lnTo>
                    <a:pt x="331" y="521"/>
                  </a:lnTo>
                  <a:lnTo>
                    <a:pt x="421" y="526"/>
                  </a:lnTo>
                  <a:lnTo>
                    <a:pt x="1442" y="592"/>
                  </a:lnTo>
                  <a:lnTo>
                    <a:pt x="1652" y="536"/>
                  </a:lnTo>
                  <a:lnTo>
                    <a:pt x="1773" y="475"/>
                  </a:lnTo>
                  <a:lnTo>
                    <a:pt x="1863" y="419"/>
                  </a:lnTo>
                  <a:lnTo>
                    <a:pt x="1893" y="357"/>
                  </a:lnTo>
                  <a:lnTo>
                    <a:pt x="1863" y="311"/>
                  </a:lnTo>
                  <a:lnTo>
                    <a:pt x="1803" y="260"/>
                  </a:lnTo>
                  <a:lnTo>
                    <a:pt x="1713" y="215"/>
                  </a:lnTo>
                  <a:lnTo>
                    <a:pt x="1562" y="169"/>
                  </a:lnTo>
                  <a:lnTo>
                    <a:pt x="1412" y="123"/>
                  </a:lnTo>
                  <a:lnTo>
                    <a:pt x="1202" y="82"/>
                  </a:lnTo>
                  <a:lnTo>
                    <a:pt x="962" y="41"/>
                  </a:lnTo>
                  <a:lnTo>
                    <a:pt x="661" y="0"/>
                  </a:lnTo>
                  <a:close/>
                  <a:moveTo>
                    <a:pt x="2644" y="0"/>
                  </a:moveTo>
                  <a:lnTo>
                    <a:pt x="2103" y="51"/>
                  </a:lnTo>
                  <a:lnTo>
                    <a:pt x="1983" y="72"/>
                  </a:lnTo>
                  <a:lnTo>
                    <a:pt x="1953" y="87"/>
                  </a:lnTo>
                  <a:lnTo>
                    <a:pt x="1983" y="107"/>
                  </a:lnTo>
                  <a:lnTo>
                    <a:pt x="2073" y="123"/>
                  </a:lnTo>
                  <a:lnTo>
                    <a:pt x="2193" y="148"/>
                  </a:lnTo>
                  <a:lnTo>
                    <a:pt x="2343" y="189"/>
                  </a:lnTo>
                  <a:lnTo>
                    <a:pt x="2433" y="235"/>
                  </a:lnTo>
                  <a:lnTo>
                    <a:pt x="2493" y="266"/>
                  </a:lnTo>
                  <a:lnTo>
                    <a:pt x="2493" y="296"/>
                  </a:lnTo>
                  <a:lnTo>
                    <a:pt x="2463" y="327"/>
                  </a:lnTo>
                  <a:lnTo>
                    <a:pt x="2433" y="368"/>
                  </a:lnTo>
                  <a:lnTo>
                    <a:pt x="2343" y="403"/>
                  </a:lnTo>
                  <a:lnTo>
                    <a:pt x="2193" y="449"/>
                  </a:lnTo>
                  <a:lnTo>
                    <a:pt x="2163" y="464"/>
                  </a:lnTo>
                  <a:lnTo>
                    <a:pt x="2133" y="480"/>
                  </a:lnTo>
                  <a:lnTo>
                    <a:pt x="2163" y="495"/>
                  </a:lnTo>
                  <a:lnTo>
                    <a:pt x="2223" y="505"/>
                  </a:lnTo>
                  <a:lnTo>
                    <a:pt x="2283" y="521"/>
                  </a:lnTo>
                  <a:lnTo>
                    <a:pt x="2403" y="526"/>
                  </a:lnTo>
                  <a:lnTo>
                    <a:pt x="3394" y="592"/>
                  </a:lnTo>
                  <a:lnTo>
                    <a:pt x="3605" y="536"/>
                  </a:lnTo>
                  <a:lnTo>
                    <a:pt x="3725" y="475"/>
                  </a:lnTo>
                  <a:lnTo>
                    <a:pt x="3815" y="419"/>
                  </a:lnTo>
                  <a:lnTo>
                    <a:pt x="3845" y="357"/>
                  </a:lnTo>
                  <a:lnTo>
                    <a:pt x="3815" y="311"/>
                  </a:lnTo>
                  <a:lnTo>
                    <a:pt x="3755" y="260"/>
                  </a:lnTo>
                  <a:lnTo>
                    <a:pt x="3665" y="215"/>
                  </a:lnTo>
                  <a:lnTo>
                    <a:pt x="3545" y="169"/>
                  </a:lnTo>
                  <a:lnTo>
                    <a:pt x="3364" y="123"/>
                  </a:lnTo>
                  <a:lnTo>
                    <a:pt x="3154" y="82"/>
                  </a:lnTo>
                  <a:lnTo>
                    <a:pt x="2914" y="41"/>
                  </a:lnTo>
                  <a:lnTo>
                    <a:pt x="26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6"/>
            <p:cNvSpPr/>
            <p:nvPr/>
          </p:nvSpPr>
          <p:spPr>
            <a:xfrm flipH="1">
              <a:off x="2041413" y="1387479"/>
              <a:ext cx="3355857" cy="1694389"/>
            </a:xfrm>
            <a:custGeom>
              <a:avLst/>
              <a:gdLst/>
              <a:ahLst/>
              <a:cxnLst/>
              <a:rect l="l" t="t" r="r" b="b"/>
              <a:pathLst>
                <a:path w="96502" h="8264" extrusionOk="0">
                  <a:moveTo>
                    <a:pt x="23007" y="1"/>
                  </a:moveTo>
                  <a:lnTo>
                    <a:pt x="21625" y="6"/>
                  </a:lnTo>
                  <a:lnTo>
                    <a:pt x="20244" y="26"/>
                  </a:lnTo>
                  <a:lnTo>
                    <a:pt x="18862" y="52"/>
                  </a:lnTo>
                  <a:lnTo>
                    <a:pt x="18201" y="72"/>
                  </a:lnTo>
                  <a:lnTo>
                    <a:pt x="17510" y="93"/>
                  </a:lnTo>
                  <a:lnTo>
                    <a:pt x="16850" y="118"/>
                  </a:lnTo>
                  <a:lnTo>
                    <a:pt x="16189" y="144"/>
                  </a:lnTo>
                  <a:lnTo>
                    <a:pt x="15558" y="174"/>
                  </a:lnTo>
                  <a:lnTo>
                    <a:pt x="14897" y="205"/>
                  </a:lnTo>
                  <a:lnTo>
                    <a:pt x="14267" y="241"/>
                  </a:lnTo>
                  <a:lnTo>
                    <a:pt x="13666" y="281"/>
                  </a:lnTo>
                  <a:lnTo>
                    <a:pt x="13035" y="322"/>
                  </a:lnTo>
                  <a:lnTo>
                    <a:pt x="12435" y="368"/>
                  </a:lnTo>
                  <a:lnTo>
                    <a:pt x="11864" y="419"/>
                  </a:lnTo>
                  <a:lnTo>
                    <a:pt x="11293" y="470"/>
                  </a:lnTo>
                  <a:lnTo>
                    <a:pt x="10723" y="526"/>
                  </a:lnTo>
                  <a:lnTo>
                    <a:pt x="10182" y="582"/>
                  </a:lnTo>
                  <a:lnTo>
                    <a:pt x="9641" y="644"/>
                  </a:lnTo>
                  <a:lnTo>
                    <a:pt x="9101" y="710"/>
                  </a:lnTo>
                  <a:lnTo>
                    <a:pt x="8590" y="781"/>
                  </a:lnTo>
                  <a:lnTo>
                    <a:pt x="8110" y="853"/>
                  </a:lnTo>
                  <a:lnTo>
                    <a:pt x="7629" y="924"/>
                  </a:lnTo>
                  <a:lnTo>
                    <a:pt x="7178" y="1006"/>
                  </a:lnTo>
                  <a:lnTo>
                    <a:pt x="6728" y="1087"/>
                  </a:lnTo>
                  <a:lnTo>
                    <a:pt x="6307" y="1174"/>
                  </a:lnTo>
                  <a:lnTo>
                    <a:pt x="5917" y="1261"/>
                  </a:lnTo>
                  <a:lnTo>
                    <a:pt x="5527" y="1353"/>
                  </a:lnTo>
                  <a:lnTo>
                    <a:pt x="5166" y="1450"/>
                  </a:lnTo>
                  <a:lnTo>
                    <a:pt x="4836" y="1552"/>
                  </a:lnTo>
                  <a:lnTo>
                    <a:pt x="4115" y="1771"/>
                  </a:lnTo>
                  <a:lnTo>
                    <a:pt x="3484" y="1990"/>
                  </a:lnTo>
                  <a:lnTo>
                    <a:pt x="2914" y="2210"/>
                  </a:lnTo>
                  <a:lnTo>
                    <a:pt x="2373" y="2424"/>
                  </a:lnTo>
                  <a:lnTo>
                    <a:pt x="1892" y="2638"/>
                  </a:lnTo>
                  <a:lnTo>
                    <a:pt x="1472" y="2852"/>
                  </a:lnTo>
                  <a:lnTo>
                    <a:pt x="1111" y="3061"/>
                  </a:lnTo>
                  <a:lnTo>
                    <a:pt x="811" y="3265"/>
                  </a:lnTo>
                  <a:lnTo>
                    <a:pt x="541" y="3474"/>
                  </a:lnTo>
                  <a:lnTo>
                    <a:pt x="331" y="3673"/>
                  </a:lnTo>
                  <a:lnTo>
                    <a:pt x="180" y="3877"/>
                  </a:lnTo>
                  <a:lnTo>
                    <a:pt x="60" y="4071"/>
                  </a:lnTo>
                  <a:lnTo>
                    <a:pt x="0" y="4270"/>
                  </a:lnTo>
                  <a:lnTo>
                    <a:pt x="0" y="4459"/>
                  </a:lnTo>
                  <a:lnTo>
                    <a:pt x="30" y="4648"/>
                  </a:lnTo>
                  <a:lnTo>
                    <a:pt x="120" y="4836"/>
                  </a:lnTo>
                  <a:lnTo>
                    <a:pt x="240" y="5020"/>
                  </a:lnTo>
                  <a:lnTo>
                    <a:pt x="421" y="5198"/>
                  </a:lnTo>
                  <a:lnTo>
                    <a:pt x="661" y="5377"/>
                  </a:lnTo>
                  <a:lnTo>
                    <a:pt x="931" y="5550"/>
                  </a:lnTo>
                  <a:lnTo>
                    <a:pt x="1262" y="5719"/>
                  </a:lnTo>
                  <a:lnTo>
                    <a:pt x="1622" y="5887"/>
                  </a:lnTo>
                  <a:lnTo>
                    <a:pt x="2013" y="6050"/>
                  </a:lnTo>
                  <a:lnTo>
                    <a:pt x="2463" y="6208"/>
                  </a:lnTo>
                  <a:lnTo>
                    <a:pt x="2974" y="6367"/>
                  </a:lnTo>
                  <a:lnTo>
                    <a:pt x="3514" y="6514"/>
                  </a:lnTo>
                  <a:lnTo>
                    <a:pt x="4085" y="6662"/>
                  </a:lnTo>
                  <a:lnTo>
                    <a:pt x="4686" y="6805"/>
                  </a:lnTo>
                  <a:lnTo>
                    <a:pt x="5346" y="6943"/>
                  </a:lnTo>
                  <a:lnTo>
                    <a:pt x="6067" y="7081"/>
                  </a:lnTo>
                  <a:lnTo>
                    <a:pt x="6788" y="7208"/>
                  </a:lnTo>
                  <a:lnTo>
                    <a:pt x="7569" y="7336"/>
                  </a:lnTo>
                  <a:lnTo>
                    <a:pt x="7899" y="7382"/>
                  </a:lnTo>
                  <a:lnTo>
                    <a:pt x="8230" y="7427"/>
                  </a:lnTo>
                  <a:lnTo>
                    <a:pt x="8981" y="7519"/>
                  </a:lnTo>
                  <a:lnTo>
                    <a:pt x="9822" y="7606"/>
                  </a:lnTo>
                  <a:lnTo>
                    <a:pt x="10723" y="7688"/>
                  </a:lnTo>
                  <a:lnTo>
                    <a:pt x="11353" y="7657"/>
                  </a:lnTo>
                  <a:lnTo>
                    <a:pt x="12044" y="7637"/>
                  </a:lnTo>
                  <a:lnTo>
                    <a:pt x="12765" y="7621"/>
                  </a:lnTo>
                  <a:lnTo>
                    <a:pt x="13846" y="7621"/>
                  </a:lnTo>
                  <a:lnTo>
                    <a:pt x="14537" y="7626"/>
                  </a:lnTo>
                  <a:lnTo>
                    <a:pt x="15168" y="7637"/>
                  </a:lnTo>
                  <a:lnTo>
                    <a:pt x="15768" y="7652"/>
                  </a:lnTo>
                  <a:lnTo>
                    <a:pt x="16339" y="7672"/>
                  </a:lnTo>
                  <a:lnTo>
                    <a:pt x="16850" y="7698"/>
                  </a:lnTo>
                  <a:lnTo>
                    <a:pt x="17360" y="7728"/>
                  </a:lnTo>
                  <a:lnTo>
                    <a:pt x="17811" y="7759"/>
                  </a:lnTo>
                  <a:lnTo>
                    <a:pt x="18231" y="7795"/>
                  </a:lnTo>
                  <a:lnTo>
                    <a:pt x="18622" y="7836"/>
                  </a:lnTo>
                  <a:lnTo>
                    <a:pt x="18952" y="7881"/>
                  </a:lnTo>
                  <a:lnTo>
                    <a:pt x="19282" y="7922"/>
                  </a:lnTo>
                  <a:lnTo>
                    <a:pt x="19583" y="7973"/>
                  </a:lnTo>
                  <a:lnTo>
                    <a:pt x="19853" y="8024"/>
                  </a:lnTo>
                  <a:lnTo>
                    <a:pt x="20093" y="8075"/>
                  </a:lnTo>
                  <a:lnTo>
                    <a:pt x="20304" y="8126"/>
                  </a:lnTo>
                  <a:lnTo>
                    <a:pt x="20514" y="8182"/>
                  </a:lnTo>
                  <a:lnTo>
                    <a:pt x="22076" y="8218"/>
                  </a:lnTo>
                  <a:lnTo>
                    <a:pt x="23668" y="8244"/>
                  </a:lnTo>
                  <a:lnTo>
                    <a:pt x="25289" y="8259"/>
                  </a:lnTo>
                  <a:lnTo>
                    <a:pt x="26881" y="8264"/>
                  </a:lnTo>
                  <a:lnTo>
                    <a:pt x="71813" y="8264"/>
                  </a:lnTo>
                  <a:lnTo>
                    <a:pt x="73165" y="8254"/>
                  </a:lnTo>
                  <a:lnTo>
                    <a:pt x="74486" y="8233"/>
                  </a:lnTo>
                  <a:lnTo>
                    <a:pt x="75808" y="8203"/>
                  </a:lnTo>
                  <a:lnTo>
                    <a:pt x="77129" y="8172"/>
                  </a:lnTo>
                  <a:lnTo>
                    <a:pt x="78421" y="8126"/>
                  </a:lnTo>
                  <a:lnTo>
                    <a:pt x="79682" y="8075"/>
                  </a:lnTo>
                  <a:lnTo>
                    <a:pt x="80914" y="8009"/>
                  </a:lnTo>
                  <a:lnTo>
                    <a:pt x="82115" y="7943"/>
                  </a:lnTo>
                  <a:lnTo>
                    <a:pt x="83256" y="7861"/>
                  </a:lnTo>
                  <a:lnTo>
                    <a:pt x="83827" y="7815"/>
                  </a:lnTo>
                  <a:lnTo>
                    <a:pt x="84368" y="7769"/>
                  </a:lnTo>
                  <a:lnTo>
                    <a:pt x="84908" y="7718"/>
                  </a:lnTo>
                  <a:lnTo>
                    <a:pt x="85419" y="7667"/>
                  </a:lnTo>
                  <a:lnTo>
                    <a:pt x="85929" y="7616"/>
                  </a:lnTo>
                  <a:lnTo>
                    <a:pt x="86410" y="7560"/>
                  </a:lnTo>
                  <a:lnTo>
                    <a:pt x="86891" y="7499"/>
                  </a:lnTo>
                  <a:lnTo>
                    <a:pt x="87341" y="7438"/>
                  </a:lnTo>
                  <a:lnTo>
                    <a:pt x="87792" y="7371"/>
                  </a:lnTo>
                  <a:lnTo>
                    <a:pt x="88212" y="7305"/>
                  </a:lnTo>
                  <a:lnTo>
                    <a:pt x="88633" y="7234"/>
                  </a:lnTo>
                  <a:lnTo>
                    <a:pt x="88993" y="7162"/>
                  </a:lnTo>
                  <a:lnTo>
                    <a:pt x="89744" y="7009"/>
                  </a:lnTo>
                  <a:lnTo>
                    <a:pt x="90435" y="6856"/>
                  </a:lnTo>
                  <a:lnTo>
                    <a:pt x="91095" y="6693"/>
                  </a:lnTo>
                  <a:lnTo>
                    <a:pt x="91726" y="6525"/>
                  </a:lnTo>
                  <a:lnTo>
                    <a:pt x="92327" y="6351"/>
                  </a:lnTo>
                  <a:lnTo>
                    <a:pt x="92897" y="6173"/>
                  </a:lnTo>
                  <a:lnTo>
                    <a:pt x="93438" y="5989"/>
                  </a:lnTo>
                  <a:lnTo>
                    <a:pt x="93919" y="5805"/>
                  </a:lnTo>
                  <a:lnTo>
                    <a:pt x="94369" y="5617"/>
                  </a:lnTo>
                  <a:lnTo>
                    <a:pt x="94790" y="5423"/>
                  </a:lnTo>
                  <a:lnTo>
                    <a:pt x="95150" y="5224"/>
                  </a:lnTo>
                  <a:lnTo>
                    <a:pt x="95510" y="5025"/>
                  </a:lnTo>
                  <a:lnTo>
                    <a:pt x="95781" y="4826"/>
                  </a:lnTo>
                  <a:lnTo>
                    <a:pt x="96021" y="4622"/>
                  </a:lnTo>
                  <a:lnTo>
                    <a:pt x="96201" y="4418"/>
                  </a:lnTo>
                  <a:lnTo>
                    <a:pt x="96351" y="4214"/>
                  </a:lnTo>
                  <a:lnTo>
                    <a:pt x="96442" y="4010"/>
                  </a:lnTo>
                  <a:lnTo>
                    <a:pt x="96502" y="3806"/>
                  </a:lnTo>
                  <a:lnTo>
                    <a:pt x="96472" y="3602"/>
                  </a:lnTo>
                  <a:lnTo>
                    <a:pt x="96412" y="3398"/>
                  </a:lnTo>
                  <a:lnTo>
                    <a:pt x="96291" y="3194"/>
                  </a:lnTo>
                  <a:lnTo>
                    <a:pt x="96111" y="2995"/>
                  </a:lnTo>
                  <a:lnTo>
                    <a:pt x="95871" y="2796"/>
                  </a:lnTo>
                  <a:lnTo>
                    <a:pt x="95571" y="2597"/>
                  </a:lnTo>
                  <a:lnTo>
                    <a:pt x="95210" y="2403"/>
                  </a:lnTo>
                  <a:lnTo>
                    <a:pt x="94790" y="2215"/>
                  </a:lnTo>
                  <a:lnTo>
                    <a:pt x="94279" y="2026"/>
                  </a:lnTo>
                  <a:lnTo>
                    <a:pt x="93738" y="1842"/>
                  </a:lnTo>
                  <a:lnTo>
                    <a:pt x="93438" y="1756"/>
                  </a:lnTo>
                  <a:lnTo>
                    <a:pt x="93108" y="1664"/>
                  </a:lnTo>
                  <a:lnTo>
                    <a:pt x="92777" y="1577"/>
                  </a:lnTo>
                  <a:lnTo>
                    <a:pt x="92417" y="1490"/>
                  </a:lnTo>
                  <a:lnTo>
                    <a:pt x="92026" y="1409"/>
                  </a:lnTo>
                  <a:lnTo>
                    <a:pt x="91636" y="1322"/>
                  </a:lnTo>
                  <a:lnTo>
                    <a:pt x="91246" y="1240"/>
                  </a:lnTo>
                  <a:lnTo>
                    <a:pt x="90795" y="1159"/>
                  </a:lnTo>
                  <a:lnTo>
                    <a:pt x="90435" y="1098"/>
                  </a:lnTo>
                  <a:lnTo>
                    <a:pt x="90044" y="1036"/>
                  </a:lnTo>
                  <a:lnTo>
                    <a:pt x="89654" y="975"/>
                  </a:lnTo>
                  <a:lnTo>
                    <a:pt x="89203" y="914"/>
                  </a:lnTo>
                  <a:lnTo>
                    <a:pt x="88753" y="858"/>
                  </a:lnTo>
                  <a:lnTo>
                    <a:pt x="88272" y="797"/>
                  </a:lnTo>
                  <a:lnTo>
                    <a:pt x="87762" y="746"/>
                  </a:lnTo>
                  <a:lnTo>
                    <a:pt x="87221" y="690"/>
                  </a:lnTo>
                  <a:lnTo>
                    <a:pt x="86590" y="720"/>
                  </a:lnTo>
                  <a:lnTo>
                    <a:pt x="85929" y="741"/>
                  </a:lnTo>
                  <a:lnTo>
                    <a:pt x="85179" y="751"/>
                  </a:lnTo>
                  <a:lnTo>
                    <a:pt x="84398" y="756"/>
                  </a:lnTo>
                  <a:lnTo>
                    <a:pt x="84127" y="756"/>
                  </a:lnTo>
                  <a:lnTo>
                    <a:pt x="83376" y="751"/>
                  </a:lnTo>
                  <a:lnTo>
                    <a:pt x="82686" y="735"/>
                  </a:lnTo>
                  <a:lnTo>
                    <a:pt x="82025" y="720"/>
                  </a:lnTo>
                  <a:lnTo>
                    <a:pt x="81424" y="695"/>
                  </a:lnTo>
                  <a:lnTo>
                    <a:pt x="80854" y="664"/>
                  </a:lnTo>
                  <a:lnTo>
                    <a:pt x="80343" y="628"/>
                  </a:lnTo>
                  <a:lnTo>
                    <a:pt x="79862" y="587"/>
                  </a:lnTo>
                  <a:lnTo>
                    <a:pt x="79412" y="547"/>
                  </a:lnTo>
                  <a:lnTo>
                    <a:pt x="79021" y="496"/>
                  </a:lnTo>
                  <a:lnTo>
                    <a:pt x="78661" y="450"/>
                  </a:lnTo>
                  <a:lnTo>
                    <a:pt x="78361" y="394"/>
                  </a:lnTo>
                  <a:lnTo>
                    <a:pt x="78060" y="338"/>
                  </a:lnTo>
                  <a:lnTo>
                    <a:pt x="77790" y="281"/>
                  </a:lnTo>
                  <a:lnTo>
                    <a:pt x="77580" y="220"/>
                  </a:lnTo>
                  <a:lnTo>
                    <a:pt x="77370" y="159"/>
                  </a:lnTo>
                  <a:lnTo>
                    <a:pt x="77189" y="93"/>
                  </a:lnTo>
                  <a:lnTo>
                    <a:pt x="75718" y="57"/>
                  </a:lnTo>
                  <a:lnTo>
                    <a:pt x="74216" y="26"/>
                  </a:lnTo>
                  <a:lnTo>
                    <a:pt x="72684" y="11"/>
                  </a:lnTo>
                  <a:lnTo>
                    <a:pt x="71152" y="6"/>
                  </a:lnTo>
                  <a:lnTo>
                    <a:pt x="69621" y="11"/>
                  </a:lnTo>
                  <a:lnTo>
                    <a:pt x="68870" y="21"/>
                  </a:lnTo>
                  <a:lnTo>
                    <a:pt x="68119" y="32"/>
                  </a:lnTo>
                  <a:lnTo>
                    <a:pt x="26190" y="32"/>
                  </a:lnTo>
                  <a:lnTo>
                    <a:pt x="25380" y="16"/>
                  </a:lnTo>
                  <a:lnTo>
                    <a:pt x="24599" y="11"/>
                  </a:lnTo>
                  <a:lnTo>
                    <a:pt x="23788" y="6"/>
                  </a:lnTo>
                  <a:lnTo>
                    <a:pt x="23007"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6"/>
            <p:cNvSpPr/>
            <p:nvPr/>
          </p:nvSpPr>
          <p:spPr>
            <a:xfrm flipH="1">
              <a:off x="2041413" y="1387479"/>
              <a:ext cx="3355857" cy="1694389"/>
            </a:xfrm>
            <a:custGeom>
              <a:avLst/>
              <a:gdLst/>
              <a:ahLst/>
              <a:cxnLst/>
              <a:rect l="l" t="t" r="r" b="b"/>
              <a:pathLst>
                <a:path w="96502" h="8264" fill="none" extrusionOk="0">
                  <a:moveTo>
                    <a:pt x="23007" y="1"/>
                  </a:moveTo>
                  <a:lnTo>
                    <a:pt x="23007" y="1"/>
                  </a:lnTo>
                  <a:lnTo>
                    <a:pt x="23788" y="6"/>
                  </a:lnTo>
                  <a:lnTo>
                    <a:pt x="24599" y="11"/>
                  </a:lnTo>
                  <a:lnTo>
                    <a:pt x="25380" y="16"/>
                  </a:lnTo>
                  <a:lnTo>
                    <a:pt x="26190" y="32"/>
                  </a:lnTo>
                  <a:lnTo>
                    <a:pt x="68119" y="32"/>
                  </a:lnTo>
                  <a:lnTo>
                    <a:pt x="68119" y="32"/>
                  </a:lnTo>
                  <a:lnTo>
                    <a:pt x="68870" y="21"/>
                  </a:lnTo>
                  <a:lnTo>
                    <a:pt x="69621" y="11"/>
                  </a:lnTo>
                  <a:lnTo>
                    <a:pt x="71152" y="6"/>
                  </a:lnTo>
                  <a:lnTo>
                    <a:pt x="71152" y="6"/>
                  </a:lnTo>
                  <a:lnTo>
                    <a:pt x="72684" y="11"/>
                  </a:lnTo>
                  <a:lnTo>
                    <a:pt x="74216" y="26"/>
                  </a:lnTo>
                  <a:lnTo>
                    <a:pt x="75718" y="57"/>
                  </a:lnTo>
                  <a:lnTo>
                    <a:pt x="77189" y="93"/>
                  </a:lnTo>
                  <a:lnTo>
                    <a:pt x="77189" y="93"/>
                  </a:lnTo>
                  <a:lnTo>
                    <a:pt x="77370" y="159"/>
                  </a:lnTo>
                  <a:lnTo>
                    <a:pt x="77580" y="220"/>
                  </a:lnTo>
                  <a:lnTo>
                    <a:pt x="77790" y="281"/>
                  </a:lnTo>
                  <a:lnTo>
                    <a:pt x="78060" y="338"/>
                  </a:lnTo>
                  <a:lnTo>
                    <a:pt x="78361" y="394"/>
                  </a:lnTo>
                  <a:lnTo>
                    <a:pt x="78661" y="450"/>
                  </a:lnTo>
                  <a:lnTo>
                    <a:pt x="79021" y="496"/>
                  </a:lnTo>
                  <a:lnTo>
                    <a:pt x="79412" y="547"/>
                  </a:lnTo>
                  <a:lnTo>
                    <a:pt x="79862" y="587"/>
                  </a:lnTo>
                  <a:lnTo>
                    <a:pt x="80343" y="628"/>
                  </a:lnTo>
                  <a:lnTo>
                    <a:pt x="80854" y="664"/>
                  </a:lnTo>
                  <a:lnTo>
                    <a:pt x="81424" y="695"/>
                  </a:lnTo>
                  <a:lnTo>
                    <a:pt x="82025" y="720"/>
                  </a:lnTo>
                  <a:lnTo>
                    <a:pt x="82686" y="735"/>
                  </a:lnTo>
                  <a:lnTo>
                    <a:pt x="83376" y="751"/>
                  </a:lnTo>
                  <a:lnTo>
                    <a:pt x="84127" y="756"/>
                  </a:lnTo>
                  <a:lnTo>
                    <a:pt x="84127" y="756"/>
                  </a:lnTo>
                  <a:lnTo>
                    <a:pt x="84398" y="756"/>
                  </a:lnTo>
                  <a:lnTo>
                    <a:pt x="84398" y="756"/>
                  </a:lnTo>
                  <a:lnTo>
                    <a:pt x="85179" y="751"/>
                  </a:lnTo>
                  <a:lnTo>
                    <a:pt x="85929" y="741"/>
                  </a:lnTo>
                  <a:lnTo>
                    <a:pt x="86590" y="720"/>
                  </a:lnTo>
                  <a:lnTo>
                    <a:pt x="87221" y="690"/>
                  </a:lnTo>
                  <a:lnTo>
                    <a:pt x="87221" y="690"/>
                  </a:lnTo>
                  <a:lnTo>
                    <a:pt x="87762" y="746"/>
                  </a:lnTo>
                  <a:lnTo>
                    <a:pt x="88272" y="797"/>
                  </a:lnTo>
                  <a:lnTo>
                    <a:pt x="88753" y="858"/>
                  </a:lnTo>
                  <a:lnTo>
                    <a:pt x="89203" y="914"/>
                  </a:lnTo>
                  <a:lnTo>
                    <a:pt x="89654" y="975"/>
                  </a:lnTo>
                  <a:lnTo>
                    <a:pt x="90044" y="1036"/>
                  </a:lnTo>
                  <a:lnTo>
                    <a:pt x="90435" y="1098"/>
                  </a:lnTo>
                  <a:lnTo>
                    <a:pt x="90795" y="1159"/>
                  </a:lnTo>
                  <a:lnTo>
                    <a:pt x="90795" y="1159"/>
                  </a:lnTo>
                  <a:lnTo>
                    <a:pt x="91246" y="1240"/>
                  </a:lnTo>
                  <a:lnTo>
                    <a:pt x="91636" y="1322"/>
                  </a:lnTo>
                  <a:lnTo>
                    <a:pt x="92026" y="1409"/>
                  </a:lnTo>
                  <a:lnTo>
                    <a:pt x="92417" y="1490"/>
                  </a:lnTo>
                  <a:lnTo>
                    <a:pt x="92777" y="1577"/>
                  </a:lnTo>
                  <a:lnTo>
                    <a:pt x="93108" y="1664"/>
                  </a:lnTo>
                  <a:lnTo>
                    <a:pt x="93438" y="1756"/>
                  </a:lnTo>
                  <a:lnTo>
                    <a:pt x="93738" y="1842"/>
                  </a:lnTo>
                  <a:lnTo>
                    <a:pt x="94279" y="2026"/>
                  </a:lnTo>
                  <a:lnTo>
                    <a:pt x="94790" y="2215"/>
                  </a:lnTo>
                  <a:lnTo>
                    <a:pt x="95210" y="2403"/>
                  </a:lnTo>
                  <a:lnTo>
                    <a:pt x="95571" y="2597"/>
                  </a:lnTo>
                  <a:lnTo>
                    <a:pt x="95871" y="2796"/>
                  </a:lnTo>
                  <a:lnTo>
                    <a:pt x="96111" y="2995"/>
                  </a:lnTo>
                  <a:lnTo>
                    <a:pt x="96291" y="3194"/>
                  </a:lnTo>
                  <a:lnTo>
                    <a:pt x="96412" y="3398"/>
                  </a:lnTo>
                  <a:lnTo>
                    <a:pt x="96472" y="3602"/>
                  </a:lnTo>
                  <a:lnTo>
                    <a:pt x="96502" y="3806"/>
                  </a:lnTo>
                  <a:lnTo>
                    <a:pt x="96442" y="4010"/>
                  </a:lnTo>
                  <a:lnTo>
                    <a:pt x="96351" y="4214"/>
                  </a:lnTo>
                  <a:lnTo>
                    <a:pt x="96201" y="4418"/>
                  </a:lnTo>
                  <a:lnTo>
                    <a:pt x="96021" y="4622"/>
                  </a:lnTo>
                  <a:lnTo>
                    <a:pt x="95781" y="4826"/>
                  </a:lnTo>
                  <a:lnTo>
                    <a:pt x="95510" y="5025"/>
                  </a:lnTo>
                  <a:lnTo>
                    <a:pt x="95150" y="5224"/>
                  </a:lnTo>
                  <a:lnTo>
                    <a:pt x="94790" y="5423"/>
                  </a:lnTo>
                  <a:lnTo>
                    <a:pt x="94369" y="5617"/>
                  </a:lnTo>
                  <a:lnTo>
                    <a:pt x="93919" y="5805"/>
                  </a:lnTo>
                  <a:lnTo>
                    <a:pt x="93438" y="5989"/>
                  </a:lnTo>
                  <a:lnTo>
                    <a:pt x="92897" y="6173"/>
                  </a:lnTo>
                  <a:lnTo>
                    <a:pt x="92327" y="6351"/>
                  </a:lnTo>
                  <a:lnTo>
                    <a:pt x="91726" y="6525"/>
                  </a:lnTo>
                  <a:lnTo>
                    <a:pt x="91095" y="6693"/>
                  </a:lnTo>
                  <a:lnTo>
                    <a:pt x="90435" y="6856"/>
                  </a:lnTo>
                  <a:lnTo>
                    <a:pt x="89744" y="7009"/>
                  </a:lnTo>
                  <a:lnTo>
                    <a:pt x="88993" y="7162"/>
                  </a:lnTo>
                  <a:lnTo>
                    <a:pt x="88993" y="7162"/>
                  </a:lnTo>
                  <a:lnTo>
                    <a:pt x="88633" y="7234"/>
                  </a:lnTo>
                  <a:lnTo>
                    <a:pt x="88212" y="7305"/>
                  </a:lnTo>
                  <a:lnTo>
                    <a:pt x="87792" y="7371"/>
                  </a:lnTo>
                  <a:lnTo>
                    <a:pt x="87341" y="7438"/>
                  </a:lnTo>
                  <a:lnTo>
                    <a:pt x="86891" y="7499"/>
                  </a:lnTo>
                  <a:lnTo>
                    <a:pt x="86410" y="7560"/>
                  </a:lnTo>
                  <a:lnTo>
                    <a:pt x="85929" y="7616"/>
                  </a:lnTo>
                  <a:lnTo>
                    <a:pt x="85419" y="7667"/>
                  </a:lnTo>
                  <a:lnTo>
                    <a:pt x="84908" y="7718"/>
                  </a:lnTo>
                  <a:lnTo>
                    <a:pt x="84368" y="7769"/>
                  </a:lnTo>
                  <a:lnTo>
                    <a:pt x="83827" y="7815"/>
                  </a:lnTo>
                  <a:lnTo>
                    <a:pt x="83256" y="7861"/>
                  </a:lnTo>
                  <a:lnTo>
                    <a:pt x="82115" y="7943"/>
                  </a:lnTo>
                  <a:lnTo>
                    <a:pt x="80914" y="8009"/>
                  </a:lnTo>
                  <a:lnTo>
                    <a:pt x="79682" y="8075"/>
                  </a:lnTo>
                  <a:lnTo>
                    <a:pt x="78421" y="8126"/>
                  </a:lnTo>
                  <a:lnTo>
                    <a:pt x="77129" y="8172"/>
                  </a:lnTo>
                  <a:lnTo>
                    <a:pt x="75808" y="8203"/>
                  </a:lnTo>
                  <a:lnTo>
                    <a:pt x="74486" y="8233"/>
                  </a:lnTo>
                  <a:lnTo>
                    <a:pt x="73165" y="8254"/>
                  </a:lnTo>
                  <a:lnTo>
                    <a:pt x="71813" y="8264"/>
                  </a:lnTo>
                  <a:lnTo>
                    <a:pt x="70462" y="8264"/>
                  </a:lnTo>
                  <a:lnTo>
                    <a:pt x="26881" y="8264"/>
                  </a:lnTo>
                  <a:lnTo>
                    <a:pt x="26881" y="8264"/>
                  </a:lnTo>
                  <a:lnTo>
                    <a:pt x="25289" y="8259"/>
                  </a:lnTo>
                  <a:lnTo>
                    <a:pt x="23668" y="8244"/>
                  </a:lnTo>
                  <a:lnTo>
                    <a:pt x="22076" y="8218"/>
                  </a:lnTo>
                  <a:lnTo>
                    <a:pt x="20514" y="8182"/>
                  </a:lnTo>
                  <a:lnTo>
                    <a:pt x="20514" y="8182"/>
                  </a:lnTo>
                  <a:lnTo>
                    <a:pt x="20304" y="8126"/>
                  </a:lnTo>
                  <a:lnTo>
                    <a:pt x="20093" y="8075"/>
                  </a:lnTo>
                  <a:lnTo>
                    <a:pt x="19853" y="8024"/>
                  </a:lnTo>
                  <a:lnTo>
                    <a:pt x="19583" y="7973"/>
                  </a:lnTo>
                  <a:lnTo>
                    <a:pt x="19282" y="7922"/>
                  </a:lnTo>
                  <a:lnTo>
                    <a:pt x="18952" y="7881"/>
                  </a:lnTo>
                  <a:lnTo>
                    <a:pt x="18622" y="7836"/>
                  </a:lnTo>
                  <a:lnTo>
                    <a:pt x="18231" y="7795"/>
                  </a:lnTo>
                  <a:lnTo>
                    <a:pt x="17811" y="7759"/>
                  </a:lnTo>
                  <a:lnTo>
                    <a:pt x="17360" y="7728"/>
                  </a:lnTo>
                  <a:lnTo>
                    <a:pt x="16850" y="7698"/>
                  </a:lnTo>
                  <a:lnTo>
                    <a:pt x="16339" y="7672"/>
                  </a:lnTo>
                  <a:lnTo>
                    <a:pt x="15768" y="7652"/>
                  </a:lnTo>
                  <a:lnTo>
                    <a:pt x="15168" y="7637"/>
                  </a:lnTo>
                  <a:lnTo>
                    <a:pt x="14537" y="7626"/>
                  </a:lnTo>
                  <a:lnTo>
                    <a:pt x="13846" y="7621"/>
                  </a:lnTo>
                  <a:lnTo>
                    <a:pt x="13846" y="7621"/>
                  </a:lnTo>
                  <a:lnTo>
                    <a:pt x="13576" y="7621"/>
                  </a:lnTo>
                  <a:lnTo>
                    <a:pt x="13576" y="7621"/>
                  </a:lnTo>
                  <a:lnTo>
                    <a:pt x="12765" y="7621"/>
                  </a:lnTo>
                  <a:lnTo>
                    <a:pt x="12044" y="7637"/>
                  </a:lnTo>
                  <a:lnTo>
                    <a:pt x="11353" y="7657"/>
                  </a:lnTo>
                  <a:lnTo>
                    <a:pt x="10723" y="7688"/>
                  </a:lnTo>
                  <a:lnTo>
                    <a:pt x="10723" y="7688"/>
                  </a:lnTo>
                  <a:lnTo>
                    <a:pt x="9822" y="7606"/>
                  </a:lnTo>
                  <a:lnTo>
                    <a:pt x="8981" y="7519"/>
                  </a:lnTo>
                  <a:lnTo>
                    <a:pt x="8230" y="7427"/>
                  </a:lnTo>
                  <a:lnTo>
                    <a:pt x="7899" y="7382"/>
                  </a:lnTo>
                  <a:lnTo>
                    <a:pt x="7569" y="7336"/>
                  </a:lnTo>
                  <a:lnTo>
                    <a:pt x="7569" y="7336"/>
                  </a:lnTo>
                  <a:lnTo>
                    <a:pt x="6788" y="7208"/>
                  </a:lnTo>
                  <a:lnTo>
                    <a:pt x="6067" y="7081"/>
                  </a:lnTo>
                  <a:lnTo>
                    <a:pt x="5346" y="6943"/>
                  </a:lnTo>
                  <a:lnTo>
                    <a:pt x="4686" y="6805"/>
                  </a:lnTo>
                  <a:lnTo>
                    <a:pt x="4085" y="6662"/>
                  </a:lnTo>
                  <a:lnTo>
                    <a:pt x="3514" y="6514"/>
                  </a:lnTo>
                  <a:lnTo>
                    <a:pt x="2974" y="6367"/>
                  </a:lnTo>
                  <a:lnTo>
                    <a:pt x="2463" y="6208"/>
                  </a:lnTo>
                  <a:lnTo>
                    <a:pt x="2013" y="6050"/>
                  </a:lnTo>
                  <a:lnTo>
                    <a:pt x="1622" y="5887"/>
                  </a:lnTo>
                  <a:lnTo>
                    <a:pt x="1262" y="5719"/>
                  </a:lnTo>
                  <a:lnTo>
                    <a:pt x="931" y="5550"/>
                  </a:lnTo>
                  <a:lnTo>
                    <a:pt x="661" y="5377"/>
                  </a:lnTo>
                  <a:lnTo>
                    <a:pt x="421" y="5198"/>
                  </a:lnTo>
                  <a:lnTo>
                    <a:pt x="240" y="5020"/>
                  </a:lnTo>
                  <a:lnTo>
                    <a:pt x="120" y="4836"/>
                  </a:lnTo>
                  <a:lnTo>
                    <a:pt x="30" y="4648"/>
                  </a:lnTo>
                  <a:lnTo>
                    <a:pt x="0" y="4459"/>
                  </a:lnTo>
                  <a:lnTo>
                    <a:pt x="0" y="4270"/>
                  </a:lnTo>
                  <a:lnTo>
                    <a:pt x="60" y="4071"/>
                  </a:lnTo>
                  <a:lnTo>
                    <a:pt x="180" y="3877"/>
                  </a:lnTo>
                  <a:lnTo>
                    <a:pt x="331" y="3673"/>
                  </a:lnTo>
                  <a:lnTo>
                    <a:pt x="541" y="3474"/>
                  </a:lnTo>
                  <a:lnTo>
                    <a:pt x="811" y="3265"/>
                  </a:lnTo>
                  <a:lnTo>
                    <a:pt x="1111" y="3061"/>
                  </a:lnTo>
                  <a:lnTo>
                    <a:pt x="1472" y="2852"/>
                  </a:lnTo>
                  <a:lnTo>
                    <a:pt x="1892" y="2638"/>
                  </a:lnTo>
                  <a:lnTo>
                    <a:pt x="2373" y="2424"/>
                  </a:lnTo>
                  <a:lnTo>
                    <a:pt x="2914" y="2210"/>
                  </a:lnTo>
                  <a:lnTo>
                    <a:pt x="3484" y="1990"/>
                  </a:lnTo>
                  <a:lnTo>
                    <a:pt x="4115" y="1771"/>
                  </a:lnTo>
                  <a:lnTo>
                    <a:pt x="4836" y="1552"/>
                  </a:lnTo>
                  <a:lnTo>
                    <a:pt x="4836" y="1552"/>
                  </a:lnTo>
                  <a:lnTo>
                    <a:pt x="5166" y="1450"/>
                  </a:lnTo>
                  <a:lnTo>
                    <a:pt x="5527" y="1353"/>
                  </a:lnTo>
                  <a:lnTo>
                    <a:pt x="5917" y="1261"/>
                  </a:lnTo>
                  <a:lnTo>
                    <a:pt x="6307" y="1174"/>
                  </a:lnTo>
                  <a:lnTo>
                    <a:pt x="6728" y="1087"/>
                  </a:lnTo>
                  <a:lnTo>
                    <a:pt x="7178" y="1006"/>
                  </a:lnTo>
                  <a:lnTo>
                    <a:pt x="7629" y="924"/>
                  </a:lnTo>
                  <a:lnTo>
                    <a:pt x="8110" y="853"/>
                  </a:lnTo>
                  <a:lnTo>
                    <a:pt x="8590" y="781"/>
                  </a:lnTo>
                  <a:lnTo>
                    <a:pt x="9101" y="710"/>
                  </a:lnTo>
                  <a:lnTo>
                    <a:pt x="9641" y="644"/>
                  </a:lnTo>
                  <a:lnTo>
                    <a:pt x="10182" y="582"/>
                  </a:lnTo>
                  <a:lnTo>
                    <a:pt x="10723" y="526"/>
                  </a:lnTo>
                  <a:lnTo>
                    <a:pt x="11293" y="470"/>
                  </a:lnTo>
                  <a:lnTo>
                    <a:pt x="11864" y="419"/>
                  </a:lnTo>
                  <a:lnTo>
                    <a:pt x="12435" y="368"/>
                  </a:lnTo>
                  <a:lnTo>
                    <a:pt x="13035" y="322"/>
                  </a:lnTo>
                  <a:lnTo>
                    <a:pt x="13666" y="281"/>
                  </a:lnTo>
                  <a:lnTo>
                    <a:pt x="14267" y="241"/>
                  </a:lnTo>
                  <a:lnTo>
                    <a:pt x="14897" y="205"/>
                  </a:lnTo>
                  <a:lnTo>
                    <a:pt x="15558" y="174"/>
                  </a:lnTo>
                  <a:lnTo>
                    <a:pt x="16189" y="144"/>
                  </a:lnTo>
                  <a:lnTo>
                    <a:pt x="16850" y="118"/>
                  </a:lnTo>
                  <a:lnTo>
                    <a:pt x="17510" y="93"/>
                  </a:lnTo>
                  <a:lnTo>
                    <a:pt x="18201" y="72"/>
                  </a:lnTo>
                  <a:lnTo>
                    <a:pt x="18862" y="52"/>
                  </a:lnTo>
                  <a:lnTo>
                    <a:pt x="20244" y="26"/>
                  </a:lnTo>
                  <a:lnTo>
                    <a:pt x="21625" y="6"/>
                  </a:lnTo>
                  <a:lnTo>
                    <a:pt x="2300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6"/>
            <p:cNvSpPr/>
            <p:nvPr/>
          </p:nvSpPr>
          <p:spPr>
            <a:xfrm flipH="1">
              <a:off x="4683908" y="2950040"/>
              <a:ext cx="340517" cy="115228"/>
            </a:xfrm>
            <a:custGeom>
              <a:avLst/>
              <a:gdLst/>
              <a:ahLst/>
              <a:cxnLst/>
              <a:rect l="l" t="t" r="r" b="b"/>
              <a:pathLst>
                <a:path w="9792" h="562" extrusionOk="0">
                  <a:moveTo>
                    <a:pt x="2043" y="0"/>
                  </a:moveTo>
                  <a:lnTo>
                    <a:pt x="1322" y="16"/>
                  </a:lnTo>
                  <a:lnTo>
                    <a:pt x="631" y="36"/>
                  </a:lnTo>
                  <a:lnTo>
                    <a:pt x="1" y="67"/>
                  </a:lnTo>
                  <a:lnTo>
                    <a:pt x="1022" y="148"/>
                  </a:lnTo>
                  <a:lnTo>
                    <a:pt x="2103" y="225"/>
                  </a:lnTo>
                  <a:lnTo>
                    <a:pt x="3274" y="296"/>
                  </a:lnTo>
                  <a:lnTo>
                    <a:pt x="4476" y="362"/>
                  </a:lnTo>
                  <a:lnTo>
                    <a:pt x="5767" y="424"/>
                  </a:lnTo>
                  <a:lnTo>
                    <a:pt x="7059" y="475"/>
                  </a:lnTo>
                  <a:lnTo>
                    <a:pt x="8410" y="526"/>
                  </a:lnTo>
                  <a:lnTo>
                    <a:pt x="9792" y="561"/>
                  </a:lnTo>
                  <a:lnTo>
                    <a:pt x="9792" y="561"/>
                  </a:lnTo>
                  <a:lnTo>
                    <a:pt x="9582" y="505"/>
                  </a:lnTo>
                  <a:lnTo>
                    <a:pt x="9371" y="454"/>
                  </a:lnTo>
                  <a:lnTo>
                    <a:pt x="9131" y="403"/>
                  </a:lnTo>
                  <a:lnTo>
                    <a:pt x="8861" y="352"/>
                  </a:lnTo>
                  <a:lnTo>
                    <a:pt x="8560" y="301"/>
                  </a:lnTo>
                  <a:lnTo>
                    <a:pt x="8230" y="260"/>
                  </a:lnTo>
                  <a:lnTo>
                    <a:pt x="7900" y="215"/>
                  </a:lnTo>
                  <a:lnTo>
                    <a:pt x="7509" y="174"/>
                  </a:lnTo>
                  <a:lnTo>
                    <a:pt x="7089" y="138"/>
                  </a:lnTo>
                  <a:lnTo>
                    <a:pt x="6638" y="107"/>
                  </a:lnTo>
                  <a:lnTo>
                    <a:pt x="6128" y="77"/>
                  </a:lnTo>
                  <a:lnTo>
                    <a:pt x="5617" y="51"/>
                  </a:lnTo>
                  <a:lnTo>
                    <a:pt x="5046" y="31"/>
                  </a:lnTo>
                  <a:lnTo>
                    <a:pt x="4446" y="16"/>
                  </a:lnTo>
                  <a:lnTo>
                    <a:pt x="3815" y="5"/>
                  </a:lnTo>
                  <a:lnTo>
                    <a:pt x="3124" y="0"/>
                  </a:lnTo>
                  <a:close/>
                </a:path>
              </a:pathLst>
            </a:custGeom>
            <a:solidFill>
              <a:srgbClr val="0062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6"/>
            <p:cNvSpPr/>
            <p:nvPr/>
          </p:nvSpPr>
          <p:spPr>
            <a:xfrm flipH="1">
              <a:off x="4683908" y="2950040"/>
              <a:ext cx="340517" cy="115228"/>
            </a:xfrm>
            <a:custGeom>
              <a:avLst/>
              <a:gdLst/>
              <a:ahLst/>
              <a:cxnLst/>
              <a:rect l="l" t="t" r="r" b="b"/>
              <a:pathLst>
                <a:path w="9792" h="562" fill="none" extrusionOk="0">
                  <a:moveTo>
                    <a:pt x="2854" y="0"/>
                  </a:moveTo>
                  <a:lnTo>
                    <a:pt x="2854" y="0"/>
                  </a:lnTo>
                  <a:lnTo>
                    <a:pt x="3124" y="0"/>
                  </a:lnTo>
                  <a:lnTo>
                    <a:pt x="3124" y="0"/>
                  </a:lnTo>
                  <a:lnTo>
                    <a:pt x="3815" y="5"/>
                  </a:lnTo>
                  <a:lnTo>
                    <a:pt x="4446" y="16"/>
                  </a:lnTo>
                  <a:lnTo>
                    <a:pt x="5046" y="31"/>
                  </a:lnTo>
                  <a:lnTo>
                    <a:pt x="5617" y="51"/>
                  </a:lnTo>
                  <a:lnTo>
                    <a:pt x="6128" y="77"/>
                  </a:lnTo>
                  <a:lnTo>
                    <a:pt x="6638" y="107"/>
                  </a:lnTo>
                  <a:lnTo>
                    <a:pt x="7089" y="138"/>
                  </a:lnTo>
                  <a:lnTo>
                    <a:pt x="7509" y="174"/>
                  </a:lnTo>
                  <a:lnTo>
                    <a:pt x="7900" y="215"/>
                  </a:lnTo>
                  <a:lnTo>
                    <a:pt x="8230" y="260"/>
                  </a:lnTo>
                  <a:lnTo>
                    <a:pt x="8560" y="301"/>
                  </a:lnTo>
                  <a:lnTo>
                    <a:pt x="8861" y="352"/>
                  </a:lnTo>
                  <a:lnTo>
                    <a:pt x="9131" y="403"/>
                  </a:lnTo>
                  <a:lnTo>
                    <a:pt x="9371" y="454"/>
                  </a:lnTo>
                  <a:lnTo>
                    <a:pt x="9582" y="505"/>
                  </a:lnTo>
                  <a:lnTo>
                    <a:pt x="9792" y="561"/>
                  </a:lnTo>
                  <a:lnTo>
                    <a:pt x="9792" y="561"/>
                  </a:lnTo>
                  <a:lnTo>
                    <a:pt x="8410" y="526"/>
                  </a:lnTo>
                  <a:lnTo>
                    <a:pt x="7059" y="475"/>
                  </a:lnTo>
                  <a:lnTo>
                    <a:pt x="5767" y="424"/>
                  </a:lnTo>
                  <a:lnTo>
                    <a:pt x="4476" y="362"/>
                  </a:lnTo>
                  <a:lnTo>
                    <a:pt x="3274" y="296"/>
                  </a:lnTo>
                  <a:lnTo>
                    <a:pt x="2103" y="225"/>
                  </a:lnTo>
                  <a:lnTo>
                    <a:pt x="1022" y="148"/>
                  </a:lnTo>
                  <a:lnTo>
                    <a:pt x="1" y="67"/>
                  </a:lnTo>
                  <a:lnTo>
                    <a:pt x="1" y="67"/>
                  </a:lnTo>
                  <a:lnTo>
                    <a:pt x="631" y="36"/>
                  </a:lnTo>
                  <a:lnTo>
                    <a:pt x="1322" y="16"/>
                  </a:lnTo>
                  <a:lnTo>
                    <a:pt x="2043" y="0"/>
                  </a:lnTo>
                  <a:lnTo>
                    <a:pt x="285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6"/>
            <p:cNvSpPr/>
            <p:nvPr/>
          </p:nvSpPr>
          <p:spPr>
            <a:xfrm flipH="1">
              <a:off x="2364245" y="1406342"/>
              <a:ext cx="348863" cy="136142"/>
            </a:xfrm>
            <a:custGeom>
              <a:avLst/>
              <a:gdLst/>
              <a:ahLst/>
              <a:cxnLst/>
              <a:rect l="l" t="t" r="r" b="b"/>
              <a:pathLst>
                <a:path w="10032" h="664" extrusionOk="0">
                  <a:moveTo>
                    <a:pt x="0" y="1"/>
                  </a:moveTo>
                  <a:lnTo>
                    <a:pt x="181" y="67"/>
                  </a:lnTo>
                  <a:lnTo>
                    <a:pt x="391" y="128"/>
                  </a:lnTo>
                  <a:lnTo>
                    <a:pt x="601" y="189"/>
                  </a:lnTo>
                  <a:lnTo>
                    <a:pt x="871" y="246"/>
                  </a:lnTo>
                  <a:lnTo>
                    <a:pt x="1172" y="302"/>
                  </a:lnTo>
                  <a:lnTo>
                    <a:pt x="1472" y="358"/>
                  </a:lnTo>
                  <a:lnTo>
                    <a:pt x="1832" y="404"/>
                  </a:lnTo>
                  <a:lnTo>
                    <a:pt x="2223" y="455"/>
                  </a:lnTo>
                  <a:lnTo>
                    <a:pt x="2673" y="495"/>
                  </a:lnTo>
                  <a:lnTo>
                    <a:pt x="3154" y="536"/>
                  </a:lnTo>
                  <a:lnTo>
                    <a:pt x="3665" y="572"/>
                  </a:lnTo>
                  <a:lnTo>
                    <a:pt x="4235" y="603"/>
                  </a:lnTo>
                  <a:lnTo>
                    <a:pt x="4836" y="628"/>
                  </a:lnTo>
                  <a:lnTo>
                    <a:pt x="5497" y="643"/>
                  </a:lnTo>
                  <a:lnTo>
                    <a:pt x="6187" y="659"/>
                  </a:lnTo>
                  <a:lnTo>
                    <a:pt x="6938" y="664"/>
                  </a:lnTo>
                  <a:lnTo>
                    <a:pt x="7209" y="664"/>
                  </a:lnTo>
                  <a:lnTo>
                    <a:pt x="7990" y="659"/>
                  </a:lnTo>
                  <a:lnTo>
                    <a:pt x="8740" y="649"/>
                  </a:lnTo>
                  <a:lnTo>
                    <a:pt x="9401" y="628"/>
                  </a:lnTo>
                  <a:lnTo>
                    <a:pt x="10032" y="598"/>
                  </a:lnTo>
                  <a:lnTo>
                    <a:pt x="8981" y="501"/>
                  </a:lnTo>
                  <a:lnTo>
                    <a:pt x="7839" y="404"/>
                  </a:lnTo>
                  <a:lnTo>
                    <a:pt x="6668" y="322"/>
                  </a:lnTo>
                  <a:lnTo>
                    <a:pt x="5407" y="240"/>
                  </a:lnTo>
                  <a:lnTo>
                    <a:pt x="4115" y="169"/>
                  </a:lnTo>
                  <a:lnTo>
                    <a:pt x="2794" y="108"/>
                  </a:lnTo>
                  <a:lnTo>
                    <a:pt x="1412" y="52"/>
                  </a:lnTo>
                  <a:lnTo>
                    <a:pt x="0" y="1"/>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6"/>
            <p:cNvSpPr/>
            <p:nvPr/>
          </p:nvSpPr>
          <p:spPr>
            <a:xfrm flipH="1">
              <a:off x="2364245" y="1406342"/>
              <a:ext cx="348863" cy="136142"/>
            </a:xfrm>
            <a:custGeom>
              <a:avLst/>
              <a:gdLst/>
              <a:ahLst/>
              <a:cxnLst/>
              <a:rect l="l" t="t" r="r" b="b"/>
              <a:pathLst>
                <a:path w="10032" h="664" fill="none" extrusionOk="0">
                  <a:moveTo>
                    <a:pt x="0" y="1"/>
                  </a:moveTo>
                  <a:lnTo>
                    <a:pt x="0" y="1"/>
                  </a:lnTo>
                  <a:lnTo>
                    <a:pt x="1412" y="52"/>
                  </a:lnTo>
                  <a:lnTo>
                    <a:pt x="2794" y="108"/>
                  </a:lnTo>
                  <a:lnTo>
                    <a:pt x="4115" y="169"/>
                  </a:lnTo>
                  <a:lnTo>
                    <a:pt x="5407" y="240"/>
                  </a:lnTo>
                  <a:lnTo>
                    <a:pt x="6668" y="322"/>
                  </a:lnTo>
                  <a:lnTo>
                    <a:pt x="7839" y="404"/>
                  </a:lnTo>
                  <a:lnTo>
                    <a:pt x="8981" y="501"/>
                  </a:lnTo>
                  <a:lnTo>
                    <a:pt x="10032" y="598"/>
                  </a:lnTo>
                  <a:lnTo>
                    <a:pt x="10032" y="598"/>
                  </a:lnTo>
                  <a:lnTo>
                    <a:pt x="9401" y="628"/>
                  </a:lnTo>
                  <a:lnTo>
                    <a:pt x="8740" y="649"/>
                  </a:lnTo>
                  <a:lnTo>
                    <a:pt x="7990" y="659"/>
                  </a:lnTo>
                  <a:lnTo>
                    <a:pt x="7209" y="664"/>
                  </a:lnTo>
                  <a:lnTo>
                    <a:pt x="7209" y="664"/>
                  </a:lnTo>
                  <a:lnTo>
                    <a:pt x="6938" y="664"/>
                  </a:lnTo>
                  <a:lnTo>
                    <a:pt x="6938" y="664"/>
                  </a:lnTo>
                  <a:lnTo>
                    <a:pt x="6187" y="659"/>
                  </a:lnTo>
                  <a:lnTo>
                    <a:pt x="5497" y="643"/>
                  </a:lnTo>
                  <a:lnTo>
                    <a:pt x="4836" y="628"/>
                  </a:lnTo>
                  <a:lnTo>
                    <a:pt x="4235" y="603"/>
                  </a:lnTo>
                  <a:lnTo>
                    <a:pt x="3665" y="572"/>
                  </a:lnTo>
                  <a:lnTo>
                    <a:pt x="3154" y="536"/>
                  </a:lnTo>
                  <a:lnTo>
                    <a:pt x="2673" y="495"/>
                  </a:lnTo>
                  <a:lnTo>
                    <a:pt x="2223" y="455"/>
                  </a:lnTo>
                  <a:lnTo>
                    <a:pt x="1832" y="404"/>
                  </a:lnTo>
                  <a:lnTo>
                    <a:pt x="1472" y="358"/>
                  </a:lnTo>
                  <a:lnTo>
                    <a:pt x="1172" y="302"/>
                  </a:lnTo>
                  <a:lnTo>
                    <a:pt x="871" y="246"/>
                  </a:lnTo>
                  <a:lnTo>
                    <a:pt x="601" y="189"/>
                  </a:lnTo>
                  <a:lnTo>
                    <a:pt x="391" y="128"/>
                  </a:lnTo>
                  <a:lnTo>
                    <a:pt x="181" y="67"/>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 name="Google Shape;238;p26"/>
          <p:cNvSpPr txBox="1">
            <a:spLocks noGrp="1"/>
          </p:cNvSpPr>
          <p:nvPr>
            <p:ph type="title" idx="3"/>
          </p:nvPr>
        </p:nvSpPr>
        <p:spPr>
          <a:xfrm>
            <a:off x="5604325" y="1029000"/>
            <a:ext cx="2506800" cy="8373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239" name="Google Shape;239;p26"/>
          <p:cNvSpPr txBox="1">
            <a:spLocks noGrp="1"/>
          </p:cNvSpPr>
          <p:nvPr>
            <p:ph type="title" idx="4"/>
          </p:nvPr>
        </p:nvSpPr>
        <p:spPr>
          <a:xfrm>
            <a:off x="5604325" y="1959300"/>
            <a:ext cx="2610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240" name="Google Shape;240;p26"/>
          <p:cNvSpPr txBox="1">
            <a:spLocks noGrp="1"/>
          </p:cNvSpPr>
          <p:nvPr>
            <p:ph type="subTitle" idx="5"/>
          </p:nvPr>
        </p:nvSpPr>
        <p:spPr>
          <a:xfrm>
            <a:off x="5080975" y="3226450"/>
            <a:ext cx="3657600" cy="14370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241" name="Google Shape;241;p26"/>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ue - Photo Right">
  <p:cSld name="TITLE_AND_BODY_1">
    <p:spTree>
      <p:nvGrpSpPr>
        <p:cNvPr id="1" name="Shape 242"/>
        <p:cNvGrpSpPr/>
        <p:nvPr/>
      </p:nvGrpSpPr>
      <p:grpSpPr>
        <a:xfrm>
          <a:off x="0" y="0"/>
          <a:ext cx="0" cy="0"/>
          <a:chOff x="0" y="0"/>
          <a:chExt cx="0" cy="0"/>
        </a:xfrm>
      </p:grpSpPr>
      <p:sp>
        <p:nvSpPr>
          <p:cNvPr id="243" name="Google Shape;243;p27"/>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7"/>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7"/>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246" name="Google Shape;246;p27"/>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247" name="Google Shape;247;p27"/>
          <p:cNvSpPr txBox="1">
            <a:spLocks noGrp="1"/>
          </p:cNvSpPr>
          <p:nvPr>
            <p:ph type="subTitle" idx="3"/>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248" name="Google Shape;248;p27"/>
          <p:cNvSpPr txBox="1">
            <a:spLocks noGrp="1"/>
          </p:cNvSpPr>
          <p:nvPr>
            <p:ph type="subTitle" idx="4"/>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249" name="Google Shape;249;p27"/>
          <p:cNvSpPr txBox="1">
            <a:spLocks noGrp="1"/>
          </p:cNvSpPr>
          <p:nvPr>
            <p:ph type="subTitle" idx="5"/>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1pPr>
            <a:lvl2pPr lvl="1" rtl="0">
              <a:spcBef>
                <a:spcPts val="160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2pPr>
            <a:lvl3pPr lvl="2" rtl="0">
              <a:spcBef>
                <a:spcPts val="160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3pPr>
            <a:lvl4pPr lvl="3" rtl="0">
              <a:spcBef>
                <a:spcPts val="160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4pPr>
            <a:lvl5pPr lvl="4" rtl="0">
              <a:spcBef>
                <a:spcPts val="160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5pPr>
            <a:lvl6pPr lvl="5" rtl="0">
              <a:spcBef>
                <a:spcPts val="160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6pPr>
            <a:lvl7pPr lvl="6" rtl="0">
              <a:spcBef>
                <a:spcPts val="160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7pPr>
            <a:lvl8pPr lvl="7" rtl="0">
              <a:spcBef>
                <a:spcPts val="160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8pPr>
            <a:lvl9pPr lvl="8" rtl="0">
              <a:spcBef>
                <a:spcPts val="1600"/>
              </a:spcBef>
              <a:spcAft>
                <a:spcPts val="1600"/>
              </a:spcAft>
              <a:buClr>
                <a:srgbClr val="1CBDEF"/>
              </a:buClr>
              <a:buSzPts val="800"/>
              <a:buFont typeface="Lato Black"/>
              <a:buNone/>
              <a:defRPr sz="800">
                <a:solidFill>
                  <a:srgbClr val="1CBDEF"/>
                </a:solidFill>
                <a:latin typeface="Lato Black"/>
                <a:ea typeface="Lato Black"/>
                <a:cs typeface="Lato Black"/>
                <a:sym typeface="Lato Black"/>
              </a:defRPr>
            </a:lvl9pPr>
          </a:lstStyle>
          <a:p>
            <a:endParaRPr/>
          </a:p>
        </p:txBody>
      </p:sp>
      <p:sp>
        <p:nvSpPr>
          <p:cNvPr id="250" name="Google Shape;250;p27"/>
          <p:cNvSpPr txBox="1">
            <a:spLocks noGrp="1"/>
          </p:cNvSpPr>
          <p:nvPr>
            <p:ph type="subTitle" idx="6"/>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1pPr>
            <a:lvl2pPr lvl="1" rtl="0">
              <a:spcBef>
                <a:spcPts val="160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2pPr>
            <a:lvl3pPr lvl="2" rtl="0">
              <a:spcBef>
                <a:spcPts val="160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3pPr>
            <a:lvl4pPr lvl="3" rtl="0">
              <a:spcBef>
                <a:spcPts val="160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4pPr>
            <a:lvl5pPr lvl="4" rtl="0">
              <a:spcBef>
                <a:spcPts val="160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5pPr>
            <a:lvl6pPr lvl="5" rtl="0">
              <a:spcBef>
                <a:spcPts val="160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6pPr>
            <a:lvl7pPr lvl="6" rtl="0">
              <a:spcBef>
                <a:spcPts val="160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7pPr>
            <a:lvl8pPr lvl="7" rtl="0">
              <a:spcBef>
                <a:spcPts val="1600"/>
              </a:spcBef>
              <a:spcAft>
                <a:spcPts val="0"/>
              </a:spcAft>
              <a:buClr>
                <a:srgbClr val="1CBDEF"/>
              </a:buClr>
              <a:buSzPts val="800"/>
              <a:buFont typeface="Lato Black"/>
              <a:buNone/>
              <a:defRPr sz="800">
                <a:solidFill>
                  <a:srgbClr val="1CBDEF"/>
                </a:solidFill>
                <a:latin typeface="Lato Black"/>
                <a:ea typeface="Lato Black"/>
                <a:cs typeface="Lato Black"/>
                <a:sym typeface="Lato Black"/>
              </a:defRPr>
            </a:lvl8pPr>
            <a:lvl9pPr lvl="8" rtl="0">
              <a:spcBef>
                <a:spcPts val="1600"/>
              </a:spcBef>
              <a:spcAft>
                <a:spcPts val="1600"/>
              </a:spcAft>
              <a:buClr>
                <a:srgbClr val="1CBDEF"/>
              </a:buClr>
              <a:buSzPts val="800"/>
              <a:buFont typeface="Lato Black"/>
              <a:buNone/>
              <a:defRPr sz="800">
                <a:solidFill>
                  <a:srgbClr val="1CBDEF"/>
                </a:solidFill>
                <a:latin typeface="Lato Black"/>
                <a:ea typeface="Lato Black"/>
                <a:cs typeface="Lato Black"/>
                <a:sym typeface="Lato Black"/>
              </a:defRPr>
            </a:lvl9pPr>
          </a:lstStyle>
          <a:p>
            <a:endParaRPr/>
          </a:p>
        </p:txBody>
      </p:sp>
      <p:sp>
        <p:nvSpPr>
          <p:cNvPr id="251" name="Google Shape;251;p27"/>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252" name="Google Shape;252;p27"/>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ue - Big Quotes">
  <p:cSld name="CUSTOM_1">
    <p:spTree>
      <p:nvGrpSpPr>
        <p:cNvPr id="1" name="Shape 253"/>
        <p:cNvGrpSpPr/>
        <p:nvPr/>
      </p:nvGrpSpPr>
      <p:grpSpPr>
        <a:xfrm>
          <a:off x="0" y="0"/>
          <a:ext cx="0" cy="0"/>
          <a:chOff x="0" y="0"/>
          <a:chExt cx="0" cy="0"/>
        </a:xfrm>
      </p:grpSpPr>
      <p:sp>
        <p:nvSpPr>
          <p:cNvPr id="254" name="Google Shape;254;p28"/>
          <p:cNvSpPr txBox="1">
            <a:spLocks noGrp="1"/>
          </p:cNvSpPr>
          <p:nvPr>
            <p:ph type="title"/>
          </p:nvPr>
        </p:nvSpPr>
        <p:spPr>
          <a:xfrm>
            <a:off x="457200" y="1540025"/>
            <a:ext cx="18885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grpSp>
        <p:nvGrpSpPr>
          <p:cNvPr id="255" name="Google Shape;255;p28"/>
          <p:cNvGrpSpPr/>
          <p:nvPr/>
        </p:nvGrpSpPr>
        <p:grpSpPr>
          <a:xfrm>
            <a:off x="2663521" y="185339"/>
            <a:ext cx="6156363" cy="4772501"/>
            <a:chOff x="517475" y="238125"/>
            <a:chExt cx="6585050" cy="5238750"/>
          </a:xfrm>
        </p:grpSpPr>
        <p:sp>
          <p:nvSpPr>
            <p:cNvPr id="256" name="Google Shape;256;p28"/>
            <p:cNvSpPr/>
            <p:nvPr/>
          </p:nvSpPr>
          <p:spPr>
            <a:xfrm>
              <a:off x="517475" y="747600"/>
              <a:ext cx="4651400" cy="4499625"/>
            </a:xfrm>
            <a:custGeom>
              <a:avLst/>
              <a:gdLst/>
              <a:ahLst/>
              <a:cxnLst/>
              <a:rect l="l" t="t" r="r" b="b"/>
              <a:pathLst>
                <a:path w="186056" h="179985" extrusionOk="0">
                  <a:moveTo>
                    <a:pt x="90124" y="1"/>
                  </a:moveTo>
                  <a:lnTo>
                    <a:pt x="87906" y="53"/>
                  </a:lnTo>
                  <a:lnTo>
                    <a:pt x="84316" y="212"/>
                  </a:lnTo>
                  <a:lnTo>
                    <a:pt x="80884" y="423"/>
                  </a:lnTo>
                  <a:lnTo>
                    <a:pt x="77505" y="740"/>
                  </a:lnTo>
                  <a:lnTo>
                    <a:pt x="74232" y="1056"/>
                  </a:lnTo>
                  <a:lnTo>
                    <a:pt x="71064" y="1479"/>
                  </a:lnTo>
                  <a:lnTo>
                    <a:pt x="68002" y="1954"/>
                  </a:lnTo>
                  <a:lnTo>
                    <a:pt x="64993" y="2429"/>
                  </a:lnTo>
                  <a:lnTo>
                    <a:pt x="62089" y="3010"/>
                  </a:lnTo>
                  <a:lnTo>
                    <a:pt x="61878" y="3907"/>
                  </a:lnTo>
                  <a:lnTo>
                    <a:pt x="61561" y="4752"/>
                  </a:lnTo>
                  <a:lnTo>
                    <a:pt x="61138" y="5650"/>
                  </a:lnTo>
                  <a:lnTo>
                    <a:pt x="60716" y="6495"/>
                  </a:lnTo>
                  <a:lnTo>
                    <a:pt x="60188" y="7339"/>
                  </a:lnTo>
                  <a:lnTo>
                    <a:pt x="59607" y="8131"/>
                  </a:lnTo>
                  <a:lnTo>
                    <a:pt x="58868" y="8870"/>
                  </a:lnTo>
                  <a:lnTo>
                    <a:pt x="58076" y="9610"/>
                  </a:lnTo>
                  <a:lnTo>
                    <a:pt x="57231" y="10296"/>
                  </a:lnTo>
                  <a:lnTo>
                    <a:pt x="56228" y="10877"/>
                  </a:lnTo>
                  <a:lnTo>
                    <a:pt x="55120" y="11457"/>
                  </a:lnTo>
                  <a:lnTo>
                    <a:pt x="53905" y="11933"/>
                  </a:lnTo>
                  <a:lnTo>
                    <a:pt x="52533" y="12302"/>
                  </a:lnTo>
                  <a:lnTo>
                    <a:pt x="51054" y="12619"/>
                  </a:lnTo>
                  <a:lnTo>
                    <a:pt x="49470" y="12777"/>
                  </a:lnTo>
                  <a:lnTo>
                    <a:pt x="47675" y="12883"/>
                  </a:lnTo>
                  <a:lnTo>
                    <a:pt x="45933" y="12883"/>
                  </a:lnTo>
                  <a:lnTo>
                    <a:pt x="44719" y="12777"/>
                  </a:lnTo>
                  <a:lnTo>
                    <a:pt x="43610" y="12619"/>
                  </a:lnTo>
                  <a:lnTo>
                    <a:pt x="42607" y="12408"/>
                  </a:lnTo>
                  <a:lnTo>
                    <a:pt x="41604" y="12091"/>
                  </a:lnTo>
                  <a:lnTo>
                    <a:pt x="40706" y="11774"/>
                  </a:lnTo>
                  <a:lnTo>
                    <a:pt x="39861" y="11405"/>
                  </a:lnTo>
                  <a:lnTo>
                    <a:pt x="39069" y="10982"/>
                  </a:lnTo>
                  <a:lnTo>
                    <a:pt x="37697" y="11721"/>
                  </a:lnTo>
                  <a:lnTo>
                    <a:pt x="36324" y="12461"/>
                  </a:lnTo>
                  <a:lnTo>
                    <a:pt x="35057" y="13200"/>
                  </a:lnTo>
                  <a:lnTo>
                    <a:pt x="33737" y="13992"/>
                  </a:lnTo>
                  <a:lnTo>
                    <a:pt x="32523" y="14784"/>
                  </a:lnTo>
                  <a:lnTo>
                    <a:pt x="31308" y="15628"/>
                  </a:lnTo>
                  <a:lnTo>
                    <a:pt x="30147" y="16420"/>
                  </a:lnTo>
                  <a:lnTo>
                    <a:pt x="28985" y="17318"/>
                  </a:lnTo>
                  <a:lnTo>
                    <a:pt x="26768" y="19060"/>
                  </a:lnTo>
                  <a:lnTo>
                    <a:pt x="24709" y="20855"/>
                  </a:lnTo>
                  <a:lnTo>
                    <a:pt x="22755" y="22703"/>
                  </a:lnTo>
                  <a:lnTo>
                    <a:pt x="20907" y="24604"/>
                  </a:lnTo>
                  <a:lnTo>
                    <a:pt x="19165" y="26557"/>
                  </a:lnTo>
                  <a:lnTo>
                    <a:pt x="17476" y="28616"/>
                  </a:lnTo>
                  <a:lnTo>
                    <a:pt x="15945" y="30675"/>
                  </a:lnTo>
                  <a:lnTo>
                    <a:pt x="14519" y="32734"/>
                  </a:lnTo>
                  <a:lnTo>
                    <a:pt x="13199" y="34899"/>
                  </a:lnTo>
                  <a:lnTo>
                    <a:pt x="11932" y="37064"/>
                  </a:lnTo>
                  <a:lnTo>
                    <a:pt x="10770" y="39228"/>
                  </a:lnTo>
                  <a:lnTo>
                    <a:pt x="9662" y="41446"/>
                  </a:lnTo>
                  <a:lnTo>
                    <a:pt x="8659" y="43716"/>
                  </a:lnTo>
                  <a:lnTo>
                    <a:pt x="7708" y="45986"/>
                  </a:lnTo>
                  <a:lnTo>
                    <a:pt x="6864" y="48257"/>
                  </a:lnTo>
                  <a:lnTo>
                    <a:pt x="6072" y="50580"/>
                  </a:lnTo>
                  <a:lnTo>
                    <a:pt x="5332" y="52903"/>
                  </a:lnTo>
                  <a:lnTo>
                    <a:pt x="4699" y="55173"/>
                  </a:lnTo>
                  <a:lnTo>
                    <a:pt x="4065" y="57496"/>
                  </a:lnTo>
                  <a:lnTo>
                    <a:pt x="3537" y="59819"/>
                  </a:lnTo>
                  <a:lnTo>
                    <a:pt x="3009" y="62142"/>
                  </a:lnTo>
                  <a:lnTo>
                    <a:pt x="2534" y="64465"/>
                  </a:lnTo>
                  <a:lnTo>
                    <a:pt x="2165" y="66788"/>
                  </a:lnTo>
                  <a:lnTo>
                    <a:pt x="1795" y="69059"/>
                  </a:lnTo>
                  <a:lnTo>
                    <a:pt x="1109" y="73599"/>
                  </a:lnTo>
                  <a:lnTo>
                    <a:pt x="581" y="78034"/>
                  </a:lnTo>
                  <a:lnTo>
                    <a:pt x="317" y="81202"/>
                  </a:lnTo>
                  <a:lnTo>
                    <a:pt x="106" y="84528"/>
                  </a:lnTo>
                  <a:lnTo>
                    <a:pt x="0" y="88065"/>
                  </a:lnTo>
                  <a:lnTo>
                    <a:pt x="53" y="91708"/>
                  </a:lnTo>
                  <a:lnTo>
                    <a:pt x="106" y="93609"/>
                  </a:lnTo>
                  <a:lnTo>
                    <a:pt x="158" y="95563"/>
                  </a:lnTo>
                  <a:lnTo>
                    <a:pt x="317" y="97516"/>
                  </a:lnTo>
                  <a:lnTo>
                    <a:pt x="475" y="99469"/>
                  </a:lnTo>
                  <a:lnTo>
                    <a:pt x="634" y="101476"/>
                  </a:lnTo>
                  <a:lnTo>
                    <a:pt x="898" y="103535"/>
                  </a:lnTo>
                  <a:lnTo>
                    <a:pt x="1162" y="105594"/>
                  </a:lnTo>
                  <a:lnTo>
                    <a:pt x="1478" y="107653"/>
                  </a:lnTo>
                  <a:lnTo>
                    <a:pt x="1848" y="109712"/>
                  </a:lnTo>
                  <a:lnTo>
                    <a:pt x="2217" y="111824"/>
                  </a:lnTo>
                  <a:lnTo>
                    <a:pt x="2640" y="113936"/>
                  </a:lnTo>
                  <a:lnTo>
                    <a:pt x="3168" y="116048"/>
                  </a:lnTo>
                  <a:lnTo>
                    <a:pt x="3696" y="118159"/>
                  </a:lnTo>
                  <a:lnTo>
                    <a:pt x="4277" y="120271"/>
                  </a:lnTo>
                  <a:lnTo>
                    <a:pt x="4910" y="122436"/>
                  </a:lnTo>
                  <a:lnTo>
                    <a:pt x="5596" y="124548"/>
                  </a:lnTo>
                  <a:lnTo>
                    <a:pt x="6283" y="126660"/>
                  </a:lnTo>
                  <a:lnTo>
                    <a:pt x="7075" y="128772"/>
                  </a:lnTo>
                  <a:lnTo>
                    <a:pt x="7919" y="130883"/>
                  </a:lnTo>
                  <a:lnTo>
                    <a:pt x="8817" y="132943"/>
                  </a:lnTo>
                  <a:lnTo>
                    <a:pt x="9820" y="135054"/>
                  </a:lnTo>
                  <a:lnTo>
                    <a:pt x="10823" y="137113"/>
                  </a:lnTo>
                  <a:lnTo>
                    <a:pt x="11879" y="139120"/>
                  </a:lnTo>
                  <a:lnTo>
                    <a:pt x="13041" y="141179"/>
                  </a:lnTo>
                  <a:lnTo>
                    <a:pt x="14255" y="143132"/>
                  </a:lnTo>
                  <a:lnTo>
                    <a:pt x="15522" y="145139"/>
                  </a:lnTo>
                  <a:lnTo>
                    <a:pt x="16842" y="147092"/>
                  </a:lnTo>
                  <a:lnTo>
                    <a:pt x="18215" y="148993"/>
                  </a:lnTo>
                  <a:lnTo>
                    <a:pt x="19693" y="150841"/>
                  </a:lnTo>
                  <a:lnTo>
                    <a:pt x="21224" y="152689"/>
                  </a:lnTo>
                  <a:lnTo>
                    <a:pt x="22861" y="154484"/>
                  </a:lnTo>
                  <a:lnTo>
                    <a:pt x="24498" y="156279"/>
                  </a:lnTo>
                  <a:lnTo>
                    <a:pt x="26293" y="157968"/>
                  </a:lnTo>
                  <a:lnTo>
                    <a:pt x="28088" y="159658"/>
                  </a:lnTo>
                  <a:lnTo>
                    <a:pt x="29988" y="161294"/>
                  </a:lnTo>
                  <a:lnTo>
                    <a:pt x="31995" y="162878"/>
                  </a:lnTo>
                  <a:lnTo>
                    <a:pt x="34054" y="164357"/>
                  </a:lnTo>
                  <a:lnTo>
                    <a:pt x="36166" y="165835"/>
                  </a:lnTo>
                  <a:lnTo>
                    <a:pt x="38383" y="167260"/>
                  </a:lnTo>
                  <a:lnTo>
                    <a:pt x="40706" y="168580"/>
                  </a:lnTo>
                  <a:lnTo>
                    <a:pt x="43082" y="169900"/>
                  </a:lnTo>
                  <a:lnTo>
                    <a:pt x="45563" y="171115"/>
                  </a:lnTo>
                  <a:lnTo>
                    <a:pt x="48150" y="172276"/>
                  </a:lnTo>
                  <a:lnTo>
                    <a:pt x="50790" y="173332"/>
                  </a:lnTo>
                  <a:lnTo>
                    <a:pt x="53536" y="174335"/>
                  </a:lnTo>
                  <a:lnTo>
                    <a:pt x="56334" y="175285"/>
                  </a:lnTo>
                  <a:lnTo>
                    <a:pt x="59291" y="176130"/>
                  </a:lnTo>
                  <a:lnTo>
                    <a:pt x="62300" y="176922"/>
                  </a:lnTo>
                  <a:lnTo>
                    <a:pt x="65415" y="177609"/>
                  </a:lnTo>
                  <a:lnTo>
                    <a:pt x="68636" y="178242"/>
                  </a:lnTo>
                  <a:lnTo>
                    <a:pt x="71909" y="178717"/>
                  </a:lnTo>
                  <a:lnTo>
                    <a:pt x="75341" y="179192"/>
                  </a:lnTo>
                  <a:lnTo>
                    <a:pt x="78825" y="179509"/>
                  </a:lnTo>
                  <a:lnTo>
                    <a:pt x="82415" y="179773"/>
                  </a:lnTo>
                  <a:lnTo>
                    <a:pt x="86111" y="179932"/>
                  </a:lnTo>
                  <a:lnTo>
                    <a:pt x="89965" y="179984"/>
                  </a:lnTo>
                  <a:lnTo>
                    <a:pt x="93344" y="179932"/>
                  </a:lnTo>
                  <a:lnTo>
                    <a:pt x="96354" y="179826"/>
                  </a:lnTo>
                  <a:lnTo>
                    <a:pt x="99258" y="179668"/>
                  </a:lnTo>
                  <a:lnTo>
                    <a:pt x="102161" y="179509"/>
                  </a:lnTo>
                  <a:lnTo>
                    <a:pt x="104960" y="179245"/>
                  </a:lnTo>
                  <a:lnTo>
                    <a:pt x="107705" y="178981"/>
                  </a:lnTo>
                  <a:lnTo>
                    <a:pt x="110398" y="178664"/>
                  </a:lnTo>
                  <a:lnTo>
                    <a:pt x="112985" y="178242"/>
                  </a:lnTo>
                  <a:lnTo>
                    <a:pt x="115572" y="177820"/>
                  </a:lnTo>
                  <a:lnTo>
                    <a:pt x="118053" y="177397"/>
                  </a:lnTo>
                  <a:lnTo>
                    <a:pt x="120482" y="176869"/>
                  </a:lnTo>
                  <a:lnTo>
                    <a:pt x="122858" y="176341"/>
                  </a:lnTo>
                  <a:lnTo>
                    <a:pt x="125233" y="175708"/>
                  </a:lnTo>
                  <a:lnTo>
                    <a:pt x="127504" y="175127"/>
                  </a:lnTo>
                  <a:lnTo>
                    <a:pt x="129668" y="174441"/>
                  </a:lnTo>
                  <a:lnTo>
                    <a:pt x="131833" y="173754"/>
                  </a:lnTo>
                  <a:lnTo>
                    <a:pt x="133945" y="173015"/>
                  </a:lnTo>
                  <a:lnTo>
                    <a:pt x="134050" y="172012"/>
                  </a:lnTo>
                  <a:lnTo>
                    <a:pt x="134209" y="171009"/>
                  </a:lnTo>
                  <a:lnTo>
                    <a:pt x="134473" y="169953"/>
                  </a:lnTo>
                  <a:lnTo>
                    <a:pt x="134790" y="168844"/>
                  </a:lnTo>
                  <a:lnTo>
                    <a:pt x="135212" y="167788"/>
                  </a:lnTo>
                  <a:lnTo>
                    <a:pt x="135687" y="166732"/>
                  </a:lnTo>
                  <a:lnTo>
                    <a:pt x="136321" y="165729"/>
                  </a:lnTo>
                  <a:lnTo>
                    <a:pt x="136690" y="165201"/>
                  </a:lnTo>
                  <a:lnTo>
                    <a:pt x="137113" y="164726"/>
                  </a:lnTo>
                  <a:lnTo>
                    <a:pt x="137535" y="164251"/>
                  </a:lnTo>
                  <a:lnTo>
                    <a:pt x="137957" y="163776"/>
                  </a:lnTo>
                  <a:lnTo>
                    <a:pt x="138485" y="163353"/>
                  </a:lnTo>
                  <a:lnTo>
                    <a:pt x="139013" y="162931"/>
                  </a:lnTo>
                  <a:lnTo>
                    <a:pt x="139594" y="162561"/>
                  </a:lnTo>
                  <a:lnTo>
                    <a:pt x="140175" y="162192"/>
                  </a:lnTo>
                  <a:lnTo>
                    <a:pt x="140861" y="161822"/>
                  </a:lnTo>
                  <a:lnTo>
                    <a:pt x="141548" y="161506"/>
                  </a:lnTo>
                  <a:lnTo>
                    <a:pt x="142287" y="161189"/>
                  </a:lnTo>
                  <a:lnTo>
                    <a:pt x="143079" y="160925"/>
                  </a:lnTo>
                  <a:lnTo>
                    <a:pt x="143923" y="160714"/>
                  </a:lnTo>
                  <a:lnTo>
                    <a:pt x="144821" y="160502"/>
                  </a:lnTo>
                  <a:lnTo>
                    <a:pt x="145771" y="160344"/>
                  </a:lnTo>
                  <a:lnTo>
                    <a:pt x="146722" y="160186"/>
                  </a:lnTo>
                  <a:lnTo>
                    <a:pt x="147778" y="160133"/>
                  </a:lnTo>
                  <a:lnTo>
                    <a:pt x="148886" y="160080"/>
                  </a:lnTo>
                  <a:lnTo>
                    <a:pt x="150312" y="160080"/>
                  </a:lnTo>
                  <a:lnTo>
                    <a:pt x="151209" y="160133"/>
                  </a:lnTo>
                  <a:lnTo>
                    <a:pt x="152054" y="160238"/>
                  </a:lnTo>
                  <a:lnTo>
                    <a:pt x="152846" y="160344"/>
                  </a:lnTo>
                  <a:lnTo>
                    <a:pt x="153638" y="160502"/>
                  </a:lnTo>
                  <a:lnTo>
                    <a:pt x="154377" y="160661"/>
                  </a:lnTo>
                  <a:lnTo>
                    <a:pt x="155063" y="160872"/>
                  </a:lnTo>
                  <a:lnTo>
                    <a:pt x="155697" y="161136"/>
                  </a:lnTo>
                  <a:lnTo>
                    <a:pt x="156964" y="160186"/>
                  </a:lnTo>
                  <a:lnTo>
                    <a:pt x="158126" y="159182"/>
                  </a:lnTo>
                  <a:lnTo>
                    <a:pt x="159287" y="158179"/>
                  </a:lnTo>
                  <a:lnTo>
                    <a:pt x="160396" y="157176"/>
                  </a:lnTo>
                  <a:lnTo>
                    <a:pt x="161505" y="156120"/>
                  </a:lnTo>
                  <a:lnTo>
                    <a:pt x="162561" y="155117"/>
                  </a:lnTo>
                  <a:lnTo>
                    <a:pt x="164567" y="152952"/>
                  </a:lnTo>
                  <a:lnTo>
                    <a:pt x="166468" y="150788"/>
                  </a:lnTo>
                  <a:lnTo>
                    <a:pt x="168263" y="148570"/>
                  </a:lnTo>
                  <a:lnTo>
                    <a:pt x="169952" y="146300"/>
                  </a:lnTo>
                  <a:lnTo>
                    <a:pt x="171536" y="143977"/>
                  </a:lnTo>
                  <a:lnTo>
                    <a:pt x="173014" y="141654"/>
                  </a:lnTo>
                  <a:lnTo>
                    <a:pt x="174387" y="139278"/>
                  </a:lnTo>
                  <a:lnTo>
                    <a:pt x="175707" y="136850"/>
                  </a:lnTo>
                  <a:lnTo>
                    <a:pt x="176868" y="134421"/>
                  </a:lnTo>
                  <a:lnTo>
                    <a:pt x="177977" y="131992"/>
                  </a:lnTo>
                  <a:lnTo>
                    <a:pt x="178980" y="129564"/>
                  </a:lnTo>
                  <a:lnTo>
                    <a:pt x="179878" y="127135"/>
                  </a:lnTo>
                  <a:lnTo>
                    <a:pt x="180723" y="124653"/>
                  </a:lnTo>
                  <a:lnTo>
                    <a:pt x="180723" y="122964"/>
                  </a:lnTo>
                  <a:lnTo>
                    <a:pt x="180723" y="121380"/>
                  </a:lnTo>
                  <a:lnTo>
                    <a:pt x="180828" y="119849"/>
                  </a:lnTo>
                  <a:lnTo>
                    <a:pt x="180934" y="118423"/>
                  </a:lnTo>
                  <a:lnTo>
                    <a:pt x="181145" y="116470"/>
                  </a:lnTo>
                  <a:lnTo>
                    <a:pt x="181462" y="114411"/>
                  </a:lnTo>
                  <a:lnTo>
                    <a:pt x="181831" y="112405"/>
                  </a:lnTo>
                  <a:lnTo>
                    <a:pt x="182307" y="110346"/>
                  </a:lnTo>
                  <a:lnTo>
                    <a:pt x="182887" y="108287"/>
                  </a:lnTo>
                  <a:lnTo>
                    <a:pt x="183204" y="107231"/>
                  </a:lnTo>
                  <a:lnTo>
                    <a:pt x="183574" y="106227"/>
                  </a:lnTo>
                  <a:lnTo>
                    <a:pt x="183943" y="105224"/>
                  </a:lnTo>
                  <a:lnTo>
                    <a:pt x="184366" y="104221"/>
                  </a:lnTo>
                  <a:lnTo>
                    <a:pt x="184841" y="103218"/>
                  </a:lnTo>
                  <a:lnTo>
                    <a:pt x="185369" y="102268"/>
                  </a:lnTo>
                  <a:lnTo>
                    <a:pt x="185580" y="100103"/>
                  </a:lnTo>
                  <a:lnTo>
                    <a:pt x="185738" y="98044"/>
                  </a:lnTo>
                  <a:lnTo>
                    <a:pt x="185949" y="93979"/>
                  </a:lnTo>
                  <a:lnTo>
                    <a:pt x="186055" y="90177"/>
                  </a:lnTo>
                  <a:lnTo>
                    <a:pt x="186055" y="86640"/>
                  </a:lnTo>
                  <a:lnTo>
                    <a:pt x="186002" y="85162"/>
                  </a:lnTo>
                  <a:lnTo>
                    <a:pt x="185949" y="83630"/>
                  </a:lnTo>
                  <a:lnTo>
                    <a:pt x="185844" y="82099"/>
                  </a:lnTo>
                  <a:lnTo>
                    <a:pt x="185685" y="80515"/>
                  </a:lnTo>
                  <a:lnTo>
                    <a:pt x="185527" y="78879"/>
                  </a:lnTo>
                  <a:lnTo>
                    <a:pt x="185316" y="77242"/>
                  </a:lnTo>
                  <a:lnTo>
                    <a:pt x="185052" y="75553"/>
                  </a:lnTo>
                  <a:lnTo>
                    <a:pt x="184735" y="73810"/>
                  </a:lnTo>
                  <a:lnTo>
                    <a:pt x="182834" y="72860"/>
                  </a:lnTo>
                  <a:lnTo>
                    <a:pt x="181039" y="71804"/>
                  </a:lnTo>
                  <a:lnTo>
                    <a:pt x="179350" y="70642"/>
                  </a:lnTo>
                  <a:lnTo>
                    <a:pt x="177713" y="69481"/>
                  </a:lnTo>
                  <a:lnTo>
                    <a:pt x="176235" y="68214"/>
                  </a:lnTo>
                  <a:lnTo>
                    <a:pt x="174757" y="66894"/>
                  </a:lnTo>
                  <a:lnTo>
                    <a:pt x="173437" y="65574"/>
                  </a:lnTo>
                  <a:lnTo>
                    <a:pt x="172117" y="64148"/>
                  </a:lnTo>
                  <a:lnTo>
                    <a:pt x="170955" y="62723"/>
                  </a:lnTo>
                  <a:lnTo>
                    <a:pt x="169794" y="61245"/>
                  </a:lnTo>
                  <a:lnTo>
                    <a:pt x="168791" y="59714"/>
                  </a:lnTo>
                  <a:lnTo>
                    <a:pt x="167787" y="58182"/>
                  </a:lnTo>
                  <a:lnTo>
                    <a:pt x="166890" y="56599"/>
                  </a:lnTo>
                  <a:lnTo>
                    <a:pt x="166045" y="55015"/>
                  </a:lnTo>
                  <a:lnTo>
                    <a:pt x="165306" y="53378"/>
                  </a:lnTo>
                  <a:lnTo>
                    <a:pt x="164567" y="51741"/>
                  </a:lnTo>
                  <a:lnTo>
                    <a:pt x="163933" y="50105"/>
                  </a:lnTo>
                  <a:lnTo>
                    <a:pt x="163353" y="48468"/>
                  </a:lnTo>
                  <a:lnTo>
                    <a:pt x="162825" y="46831"/>
                  </a:lnTo>
                  <a:lnTo>
                    <a:pt x="162349" y="45142"/>
                  </a:lnTo>
                  <a:lnTo>
                    <a:pt x="161927" y="43505"/>
                  </a:lnTo>
                  <a:lnTo>
                    <a:pt x="161557" y="41815"/>
                  </a:lnTo>
                  <a:lnTo>
                    <a:pt x="161241" y="40179"/>
                  </a:lnTo>
                  <a:lnTo>
                    <a:pt x="160977" y="38595"/>
                  </a:lnTo>
                  <a:lnTo>
                    <a:pt x="160766" y="36958"/>
                  </a:lnTo>
                  <a:lnTo>
                    <a:pt x="160607" y="35374"/>
                  </a:lnTo>
                  <a:lnTo>
                    <a:pt x="160449" y="33843"/>
                  </a:lnTo>
                  <a:lnTo>
                    <a:pt x="160343" y="32312"/>
                  </a:lnTo>
                  <a:lnTo>
                    <a:pt x="160290" y="30781"/>
                  </a:lnTo>
                  <a:lnTo>
                    <a:pt x="160290" y="29355"/>
                  </a:lnTo>
                  <a:lnTo>
                    <a:pt x="160290" y="27930"/>
                  </a:lnTo>
                  <a:lnTo>
                    <a:pt x="160343" y="26557"/>
                  </a:lnTo>
                  <a:lnTo>
                    <a:pt x="158918" y="25132"/>
                  </a:lnTo>
                  <a:lnTo>
                    <a:pt x="157439" y="23759"/>
                  </a:lnTo>
                  <a:lnTo>
                    <a:pt x="155961" y="22386"/>
                  </a:lnTo>
                  <a:lnTo>
                    <a:pt x="154430" y="21014"/>
                  </a:lnTo>
                  <a:lnTo>
                    <a:pt x="152846" y="19694"/>
                  </a:lnTo>
                  <a:lnTo>
                    <a:pt x="151209" y="18427"/>
                  </a:lnTo>
                  <a:lnTo>
                    <a:pt x="149520" y="17212"/>
                  </a:lnTo>
                  <a:lnTo>
                    <a:pt x="147830" y="15945"/>
                  </a:lnTo>
                  <a:lnTo>
                    <a:pt x="146088" y="14784"/>
                  </a:lnTo>
                  <a:lnTo>
                    <a:pt x="144240" y="13622"/>
                  </a:lnTo>
                  <a:lnTo>
                    <a:pt x="142392" y="12513"/>
                  </a:lnTo>
                  <a:lnTo>
                    <a:pt x="140492" y="11457"/>
                  </a:lnTo>
                  <a:lnTo>
                    <a:pt x="138538" y="10401"/>
                  </a:lnTo>
                  <a:lnTo>
                    <a:pt x="136585" y="9398"/>
                  </a:lnTo>
                  <a:lnTo>
                    <a:pt x="134526" y="8448"/>
                  </a:lnTo>
                  <a:lnTo>
                    <a:pt x="132467" y="7550"/>
                  </a:lnTo>
                  <a:lnTo>
                    <a:pt x="130302" y="6706"/>
                  </a:lnTo>
                  <a:lnTo>
                    <a:pt x="128137" y="5861"/>
                  </a:lnTo>
                  <a:lnTo>
                    <a:pt x="125920" y="5122"/>
                  </a:lnTo>
                  <a:lnTo>
                    <a:pt x="123597" y="4383"/>
                  </a:lnTo>
                  <a:lnTo>
                    <a:pt x="121274" y="3696"/>
                  </a:lnTo>
                  <a:lnTo>
                    <a:pt x="118898" y="3116"/>
                  </a:lnTo>
                  <a:lnTo>
                    <a:pt x="116469" y="2535"/>
                  </a:lnTo>
                  <a:lnTo>
                    <a:pt x="113988" y="2007"/>
                  </a:lnTo>
                  <a:lnTo>
                    <a:pt x="111454" y="1532"/>
                  </a:lnTo>
                  <a:lnTo>
                    <a:pt x="108866" y="1162"/>
                  </a:lnTo>
                  <a:lnTo>
                    <a:pt x="106227" y="792"/>
                  </a:lnTo>
                  <a:lnTo>
                    <a:pt x="103534" y="528"/>
                  </a:lnTo>
                  <a:lnTo>
                    <a:pt x="100841" y="317"/>
                  </a:lnTo>
                  <a:lnTo>
                    <a:pt x="98043" y="159"/>
                  </a:lnTo>
                  <a:lnTo>
                    <a:pt x="95192" y="53"/>
                  </a:lnTo>
                  <a:lnTo>
                    <a:pt x="92288" y="1"/>
                  </a:lnTo>
                  <a:close/>
                </a:path>
              </a:pathLst>
            </a:custGeom>
            <a:solidFill>
              <a:srgbClr val="00B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8"/>
            <p:cNvSpPr/>
            <p:nvPr/>
          </p:nvSpPr>
          <p:spPr>
            <a:xfrm>
              <a:off x="517475" y="747600"/>
              <a:ext cx="4651400" cy="4499625"/>
            </a:xfrm>
            <a:custGeom>
              <a:avLst/>
              <a:gdLst/>
              <a:ahLst/>
              <a:cxnLst/>
              <a:rect l="l" t="t" r="r" b="b"/>
              <a:pathLst>
                <a:path w="186056" h="179985" fill="none" extrusionOk="0">
                  <a:moveTo>
                    <a:pt x="92288" y="1"/>
                  </a:moveTo>
                  <a:lnTo>
                    <a:pt x="92288" y="1"/>
                  </a:lnTo>
                  <a:lnTo>
                    <a:pt x="90124" y="1"/>
                  </a:lnTo>
                  <a:lnTo>
                    <a:pt x="87906" y="53"/>
                  </a:lnTo>
                  <a:lnTo>
                    <a:pt x="87906" y="53"/>
                  </a:lnTo>
                  <a:lnTo>
                    <a:pt x="84316" y="212"/>
                  </a:lnTo>
                  <a:lnTo>
                    <a:pt x="80884" y="423"/>
                  </a:lnTo>
                  <a:lnTo>
                    <a:pt x="77505" y="740"/>
                  </a:lnTo>
                  <a:lnTo>
                    <a:pt x="74232" y="1056"/>
                  </a:lnTo>
                  <a:lnTo>
                    <a:pt x="71064" y="1479"/>
                  </a:lnTo>
                  <a:lnTo>
                    <a:pt x="68002" y="1954"/>
                  </a:lnTo>
                  <a:lnTo>
                    <a:pt x="64993" y="2429"/>
                  </a:lnTo>
                  <a:lnTo>
                    <a:pt x="62089" y="3010"/>
                  </a:lnTo>
                  <a:lnTo>
                    <a:pt x="62089" y="3010"/>
                  </a:lnTo>
                  <a:lnTo>
                    <a:pt x="61878" y="3907"/>
                  </a:lnTo>
                  <a:lnTo>
                    <a:pt x="61561" y="4752"/>
                  </a:lnTo>
                  <a:lnTo>
                    <a:pt x="61138" y="5650"/>
                  </a:lnTo>
                  <a:lnTo>
                    <a:pt x="60716" y="6495"/>
                  </a:lnTo>
                  <a:lnTo>
                    <a:pt x="60188" y="7339"/>
                  </a:lnTo>
                  <a:lnTo>
                    <a:pt x="59607" y="8131"/>
                  </a:lnTo>
                  <a:lnTo>
                    <a:pt x="58868" y="8870"/>
                  </a:lnTo>
                  <a:lnTo>
                    <a:pt x="58076" y="9610"/>
                  </a:lnTo>
                  <a:lnTo>
                    <a:pt x="57231" y="10296"/>
                  </a:lnTo>
                  <a:lnTo>
                    <a:pt x="56228" y="10877"/>
                  </a:lnTo>
                  <a:lnTo>
                    <a:pt x="55120" y="11457"/>
                  </a:lnTo>
                  <a:lnTo>
                    <a:pt x="53905" y="11933"/>
                  </a:lnTo>
                  <a:lnTo>
                    <a:pt x="52533" y="12302"/>
                  </a:lnTo>
                  <a:lnTo>
                    <a:pt x="51054" y="12619"/>
                  </a:lnTo>
                  <a:lnTo>
                    <a:pt x="49470" y="12777"/>
                  </a:lnTo>
                  <a:lnTo>
                    <a:pt x="47675" y="12883"/>
                  </a:lnTo>
                  <a:lnTo>
                    <a:pt x="47675" y="12883"/>
                  </a:lnTo>
                  <a:lnTo>
                    <a:pt x="47147" y="12883"/>
                  </a:lnTo>
                  <a:lnTo>
                    <a:pt x="47147" y="12883"/>
                  </a:lnTo>
                  <a:lnTo>
                    <a:pt x="45933" y="12883"/>
                  </a:lnTo>
                  <a:lnTo>
                    <a:pt x="44719" y="12777"/>
                  </a:lnTo>
                  <a:lnTo>
                    <a:pt x="43610" y="12619"/>
                  </a:lnTo>
                  <a:lnTo>
                    <a:pt x="42607" y="12408"/>
                  </a:lnTo>
                  <a:lnTo>
                    <a:pt x="41604" y="12091"/>
                  </a:lnTo>
                  <a:lnTo>
                    <a:pt x="40706" y="11774"/>
                  </a:lnTo>
                  <a:lnTo>
                    <a:pt x="39861" y="11405"/>
                  </a:lnTo>
                  <a:lnTo>
                    <a:pt x="39069" y="10982"/>
                  </a:lnTo>
                  <a:lnTo>
                    <a:pt x="39069" y="10982"/>
                  </a:lnTo>
                  <a:lnTo>
                    <a:pt x="37697" y="11721"/>
                  </a:lnTo>
                  <a:lnTo>
                    <a:pt x="36324" y="12461"/>
                  </a:lnTo>
                  <a:lnTo>
                    <a:pt x="35057" y="13200"/>
                  </a:lnTo>
                  <a:lnTo>
                    <a:pt x="33737" y="13992"/>
                  </a:lnTo>
                  <a:lnTo>
                    <a:pt x="32523" y="14784"/>
                  </a:lnTo>
                  <a:lnTo>
                    <a:pt x="31308" y="15628"/>
                  </a:lnTo>
                  <a:lnTo>
                    <a:pt x="30147" y="16420"/>
                  </a:lnTo>
                  <a:lnTo>
                    <a:pt x="28985" y="17318"/>
                  </a:lnTo>
                  <a:lnTo>
                    <a:pt x="26768" y="19060"/>
                  </a:lnTo>
                  <a:lnTo>
                    <a:pt x="24709" y="20855"/>
                  </a:lnTo>
                  <a:lnTo>
                    <a:pt x="22755" y="22703"/>
                  </a:lnTo>
                  <a:lnTo>
                    <a:pt x="20907" y="24604"/>
                  </a:lnTo>
                  <a:lnTo>
                    <a:pt x="19165" y="26557"/>
                  </a:lnTo>
                  <a:lnTo>
                    <a:pt x="17476" y="28616"/>
                  </a:lnTo>
                  <a:lnTo>
                    <a:pt x="15945" y="30675"/>
                  </a:lnTo>
                  <a:lnTo>
                    <a:pt x="14519" y="32734"/>
                  </a:lnTo>
                  <a:lnTo>
                    <a:pt x="13199" y="34899"/>
                  </a:lnTo>
                  <a:lnTo>
                    <a:pt x="11932" y="37064"/>
                  </a:lnTo>
                  <a:lnTo>
                    <a:pt x="10770" y="39228"/>
                  </a:lnTo>
                  <a:lnTo>
                    <a:pt x="9662" y="41446"/>
                  </a:lnTo>
                  <a:lnTo>
                    <a:pt x="8659" y="43716"/>
                  </a:lnTo>
                  <a:lnTo>
                    <a:pt x="7708" y="45986"/>
                  </a:lnTo>
                  <a:lnTo>
                    <a:pt x="6864" y="48257"/>
                  </a:lnTo>
                  <a:lnTo>
                    <a:pt x="6072" y="50580"/>
                  </a:lnTo>
                  <a:lnTo>
                    <a:pt x="5332" y="52903"/>
                  </a:lnTo>
                  <a:lnTo>
                    <a:pt x="4699" y="55173"/>
                  </a:lnTo>
                  <a:lnTo>
                    <a:pt x="4065" y="57496"/>
                  </a:lnTo>
                  <a:lnTo>
                    <a:pt x="3537" y="59819"/>
                  </a:lnTo>
                  <a:lnTo>
                    <a:pt x="3009" y="62142"/>
                  </a:lnTo>
                  <a:lnTo>
                    <a:pt x="2534" y="64465"/>
                  </a:lnTo>
                  <a:lnTo>
                    <a:pt x="2165" y="66788"/>
                  </a:lnTo>
                  <a:lnTo>
                    <a:pt x="1795" y="69059"/>
                  </a:lnTo>
                  <a:lnTo>
                    <a:pt x="1109" y="73599"/>
                  </a:lnTo>
                  <a:lnTo>
                    <a:pt x="581" y="78034"/>
                  </a:lnTo>
                  <a:lnTo>
                    <a:pt x="581" y="78034"/>
                  </a:lnTo>
                  <a:lnTo>
                    <a:pt x="317" y="81202"/>
                  </a:lnTo>
                  <a:lnTo>
                    <a:pt x="106" y="84528"/>
                  </a:lnTo>
                  <a:lnTo>
                    <a:pt x="0" y="88065"/>
                  </a:lnTo>
                  <a:lnTo>
                    <a:pt x="53" y="91708"/>
                  </a:lnTo>
                  <a:lnTo>
                    <a:pt x="106" y="93609"/>
                  </a:lnTo>
                  <a:lnTo>
                    <a:pt x="158" y="95563"/>
                  </a:lnTo>
                  <a:lnTo>
                    <a:pt x="317" y="97516"/>
                  </a:lnTo>
                  <a:lnTo>
                    <a:pt x="475" y="99469"/>
                  </a:lnTo>
                  <a:lnTo>
                    <a:pt x="634" y="101476"/>
                  </a:lnTo>
                  <a:lnTo>
                    <a:pt x="898" y="103535"/>
                  </a:lnTo>
                  <a:lnTo>
                    <a:pt x="1162" y="105594"/>
                  </a:lnTo>
                  <a:lnTo>
                    <a:pt x="1478" y="107653"/>
                  </a:lnTo>
                  <a:lnTo>
                    <a:pt x="1848" y="109712"/>
                  </a:lnTo>
                  <a:lnTo>
                    <a:pt x="2217" y="111824"/>
                  </a:lnTo>
                  <a:lnTo>
                    <a:pt x="2640" y="113936"/>
                  </a:lnTo>
                  <a:lnTo>
                    <a:pt x="3168" y="116048"/>
                  </a:lnTo>
                  <a:lnTo>
                    <a:pt x="3696" y="118159"/>
                  </a:lnTo>
                  <a:lnTo>
                    <a:pt x="4277" y="120271"/>
                  </a:lnTo>
                  <a:lnTo>
                    <a:pt x="4910" y="122436"/>
                  </a:lnTo>
                  <a:lnTo>
                    <a:pt x="5596" y="124548"/>
                  </a:lnTo>
                  <a:lnTo>
                    <a:pt x="6283" y="126660"/>
                  </a:lnTo>
                  <a:lnTo>
                    <a:pt x="7075" y="128772"/>
                  </a:lnTo>
                  <a:lnTo>
                    <a:pt x="7919" y="130883"/>
                  </a:lnTo>
                  <a:lnTo>
                    <a:pt x="8817" y="132943"/>
                  </a:lnTo>
                  <a:lnTo>
                    <a:pt x="9820" y="135054"/>
                  </a:lnTo>
                  <a:lnTo>
                    <a:pt x="10823" y="137113"/>
                  </a:lnTo>
                  <a:lnTo>
                    <a:pt x="11879" y="139120"/>
                  </a:lnTo>
                  <a:lnTo>
                    <a:pt x="13041" y="141179"/>
                  </a:lnTo>
                  <a:lnTo>
                    <a:pt x="14255" y="143132"/>
                  </a:lnTo>
                  <a:lnTo>
                    <a:pt x="15522" y="145139"/>
                  </a:lnTo>
                  <a:lnTo>
                    <a:pt x="16842" y="147092"/>
                  </a:lnTo>
                  <a:lnTo>
                    <a:pt x="18215" y="148993"/>
                  </a:lnTo>
                  <a:lnTo>
                    <a:pt x="19693" y="150841"/>
                  </a:lnTo>
                  <a:lnTo>
                    <a:pt x="21224" y="152689"/>
                  </a:lnTo>
                  <a:lnTo>
                    <a:pt x="22861" y="154484"/>
                  </a:lnTo>
                  <a:lnTo>
                    <a:pt x="24498" y="156279"/>
                  </a:lnTo>
                  <a:lnTo>
                    <a:pt x="26293" y="157968"/>
                  </a:lnTo>
                  <a:lnTo>
                    <a:pt x="28088" y="159658"/>
                  </a:lnTo>
                  <a:lnTo>
                    <a:pt x="29988" y="161294"/>
                  </a:lnTo>
                  <a:lnTo>
                    <a:pt x="31995" y="162878"/>
                  </a:lnTo>
                  <a:lnTo>
                    <a:pt x="34054" y="164357"/>
                  </a:lnTo>
                  <a:lnTo>
                    <a:pt x="36166" y="165835"/>
                  </a:lnTo>
                  <a:lnTo>
                    <a:pt x="38383" y="167260"/>
                  </a:lnTo>
                  <a:lnTo>
                    <a:pt x="40706" y="168580"/>
                  </a:lnTo>
                  <a:lnTo>
                    <a:pt x="43082" y="169900"/>
                  </a:lnTo>
                  <a:lnTo>
                    <a:pt x="45563" y="171115"/>
                  </a:lnTo>
                  <a:lnTo>
                    <a:pt x="48150" y="172276"/>
                  </a:lnTo>
                  <a:lnTo>
                    <a:pt x="50790" y="173332"/>
                  </a:lnTo>
                  <a:lnTo>
                    <a:pt x="53536" y="174335"/>
                  </a:lnTo>
                  <a:lnTo>
                    <a:pt x="56334" y="175285"/>
                  </a:lnTo>
                  <a:lnTo>
                    <a:pt x="59291" y="176130"/>
                  </a:lnTo>
                  <a:lnTo>
                    <a:pt x="62300" y="176922"/>
                  </a:lnTo>
                  <a:lnTo>
                    <a:pt x="65415" y="177609"/>
                  </a:lnTo>
                  <a:lnTo>
                    <a:pt x="68636" y="178242"/>
                  </a:lnTo>
                  <a:lnTo>
                    <a:pt x="71909" y="178717"/>
                  </a:lnTo>
                  <a:lnTo>
                    <a:pt x="75341" y="179192"/>
                  </a:lnTo>
                  <a:lnTo>
                    <a:pt x="78825" y="179509"/>
                  </a:lnTo>
                  <a:lnTo>
                    <a:pt x="82415" y="179773"/>
                  </a:lnTo>
                  <a:lnTo>
                    <a:pt x="86111" y="179932"/>
                  </a:lnTo>
                  <a:lnTo>
                    <a:pt x="89965" y="179984"/>
                  </a:lnTo>
                  <a:lnTo>
                    <a:pt x="89965" y="179984"/>
                  </a:lnTo>
                  <a:lnTo>
                    <a:pt x="93344" y="179932"/>
                  </a:lnTo>
                  <a:lnTo>
                    <a:pt x="93344" y="179932"/>
                  </a:lnTo>
                  <a:lnTo>
                    <a:pt x="96354" y="179826"/>
                  </a:lnTo>
                  <a:lnTo>
                    <a:pt x="99258" y="179668"/>
                  </a:lnTo>
                  <a:lnTo>
                    <a:pt x="102161" y="179509"/>
                  </a:lnTo>
                  <a:lnTo>
                    <a:pt x="104960" y="179245"/>
                  </a:lnTo>
                  <a:lnTo>
                    <a:pt x="107705" y="178981"/>
                  </a:lnTo>
                  <a:lnTo>
                    <a:pt x="110398" y="178664"/>
                  </a:lnTo>
                  <a:lnTo>
                    <a:pt x="112985" y="178242"/>
                  </a:lnTo>
                  <a:lnTo>
                    <a:pt x="115572" y="177820"/>
                  </a:lnTo>
                  <a:lnTo>
                    <a:pt x="118053" y="177397"/>
                  </a:lnTo>
                  <a:lnTo>
                    <a:pt x="120482" y="176869"/>
                  </a:lnTo>
                  <a:lnTo>
                    <a:pt x="122858" y="176341"/>
                  </a:lnTo>
                  <a:lnTo>
                    <a:pt x="125233" y="175708"/>
                  </a:lnTo>
                  <a:lnTo>
                    <a:pt x="127504" y="175127"/>
                  </a:lnTo>
                  <a:lnTo>
                    <a:pt x="129668" y="174441"/>
                  </a:lnTo>
                  <a:lnTo>
                    <a:pt x="131833" y="173754"/>
                  </a:lnTo>
                  <a:lnTo>
                    <a:pt x="133945" y="173015"/>
                  </a:lnTo>
                  <a:lnTo>
                    <a:pt x="133945" y="173015"/>
                  </a:lnTo>
                  <a:lnTo>
                    <a:pt x="134050" y="172012"/>
                  </a:lnTo>
                  <a:lnTo>
                    <a:pt x="134209" y="171009"/>
                  </a:lnTo>
                  <a:lnTo>
                    <a:pt x="134473" y="169953"/>
                  </a:lnTo>
                  <a:lnTo>
                    <a:pt x="134790" y="168844"/>
                  </a:lnTo>
                  <a:lnTo>
                    <a:pt x="135212" y="167788"/>
                  </a:lnTo>
                  <a:lnTo>
                    <a:pt x="135687" y="166732"/>
                  </a:lnTo>
                  <a:lnTo>
                    <a:pt x="136321" y="165729"/>
                  </a:lnTo>
                  <a:lnTo>
                    <a:pt x="136690" y="165201"/>
                  </a:lnTo>
                  <a:lnTo>
                    <a:pt x="137113" y="164726"/>
                  </a:lnTo>
                  <a:lnTo>
                    <a:pt x="137535" y="164251"/>
                  </a:lnTo>
                  <a:lnTo>
                    <a:pt x="137957" y="163776"/>
                  </a:lnTo>
                  <a:lnTo>
                    <a:pt x="138485" y="163353"/>
                  </a:lnTo>
                  <a:lnTo>
                    <a:pt x="139013" y="162931"/>
                  </a:lnTo>
                  <a:lnTo>
                    <a:pt x="139594" y="162561"/>
                  </a:lnTo>
                  <a:lnTo>
                    <a:pt x="140175" y="162192"/>
                  </a:lnTo>
                  <a:lnTo>
                    <a:pt x="140861" y="161822"/>
                  </a:lnTo>
                  <a:lnTo>
                    <a:pt x="141548" y="161506"/>
                  </a:lnTo>
                  <a:lnTo>
                    <a:pt x="142287" y="161189"/>
                  </a:lnTo>
                  <a:lnTo>
                    <a:pt x="143079" y="160925"/>
                  </a:lnTo>
                  <a:lnTo>
                    <a:pt x="143923" y="160714"/>
                  </a:lnTo>
                  <a:lnTo>
                    <a:pt x="144821" y="160502"/>
                  </a:lnTo>
                  <a:lnTo>
                    <a:pt x="145771" y="160344"/>
                  </a:lnTo>
                  <a:lnTo>
                    <a:pt x="146722" y="160186"/>
                  </a:lnTo>
                  <a:lnTo>
                    <a:pt x="147778" y="160133"/>
                  </a:lnTo>
                  <a:lnTo>
                    <a:pt x="148886" y="160080"/>
                  </a:lnTo>
                  <a:lnTo>
                    <a:pt x="148886" y="160080"/>
                  </a:lnTo>
                  <a:lnTo>
                    <a:pt x="149414" y="160080"/>
                  </a:lnTo>
                  <a:lnTo>
                    <a:pt x="149414" y="160080"/>
                  </a:lnTo>
                  <a:lnTo>
                    <a:pt x="150312" y="160080"/>
                  </a:lnTo>
                  <a:lnTo>
                    <a:pt x="151209" y="160133"/>
                  </a:lnTo>
                  <a:lnTo>
                    <a:pt x="152054" y="160238"/>
                  </a:lnTo>
                  <a:lnTo>
                    <a:pt x="152846" y="160344"/>
                  </a:lnTo>
                  <a:lnTo>
                    <a:pt x="153638" y="160502"/>
                  </a:lnTo>
                  <a:lnTo>
                    <a:pt x="154377" y="160661"/>
                  </a:lnTo>
                  <a:lnTo>
                    <a:pt x="155063" y="160872"/>
                  </a:lnTo>
                  <a:lnTo>
                    <a:pt x="155697" y="161136"/>
                  </a:lnTo>
                  <a:lnTo>
                    <a:pt x="155697" y="161136"/>
                  </a:lnTo>
                  <a:lnTo>
                    <a:pt x="156964" y="160186"/>
                  </a:lnTo>
                  <a:lnTo>
                    <a:pt x="158126" y="159182"/>
                  </a:lnTo>
                  <a:lnTo>
                    <a:pt x="159287" y="158179"/>
                  </a:lnTo>
                  <a:lnTo>
                    <a:pt x="160396" y="157176"/>
                  </a:lnTo>
                  <a:lnTo>
                    <a:pt x="161505" y="156120"/>
                  </a:lnTo>
                  <a:lnTo>
                    <a:pt x="162561" y="155117"/>
                  </a:lnTo>
                  <a:lnTo>
                    <a:pt x="164567" y="152952"/>
                  </a:lnTo>
                  <a:lnTo>
                    <a:pt x="166468" y="150788"/>
                  </a:lnTo>
                  <a:lnTo>
                    <a:pt x="168263" y="148570"/>
                  </a:lnTo>
                  <a:lnTo>
                    <a:pt x="169952" y="146300"/>
                  </a:lnTo>
                  <a:lnTo>
                    <a:pt x="171536" y="143977"/>
                  </a:lnTo>
                  <a:lnTo>
                    <a:pt x="173014" y="141654"/>
                  </a:lnTo>
                  <a:lnTo>
                    <a:pt x="174387" y="139278"/>
                  </a:lnTo>
                  <a:lnTo>
                    <a:pt x="175707" y="136850"/>
                  </a:lnTo>
                  <a:lnTo>
                    <a:pt x="176868" y="134421"/>
                  </a:lnTo>
                  <a:lnTo>
                    <a:pt x="177977" y="131992"/>
                  </a:lnTo>
                  <a:lnTo>
                    <a:pt x="178980" y="129564"/>
                  </a:lnTo>
                  <a:lnTo>
                    <a:pt x="179878" y="127135"/>
                  </a:lnTo>
                  <a:lnTo>
                    <a:pt x="180723" y="124653"/>
                  </a:lnTo>
                  <a:lnTo>
                    <a:pt x="180723" y="124653"/>
                  </a:lnTo>
                  <a:lnTo>
                    <a:pt x="180723" y="122964"/>
                  </a:lnTo>
                  <a:lnTo>
                    <a:pt x="180723" y="121380"/>
                  </a:lnTo>
                  <a:lnTo>
                    <a:pt x="180828" y="119849"/>
                  </a:lnTo>
                  <a:lnTo>
                    <a:pt x="180934" y="118423"/>
                  </a:lnTo>
                  <a:lnTo>
                    <a:pt x="180934" y="118423"/>
                  </a:lnTo>
                  <a:lnTo>
                    <a:pt x="181145" y="116470"/>
                  </a:lnTo>
                  <a:lnTo>
                    <a:pt x="181462" y="114411"/>
                  </a:lnTo>
                  <a:lnTo>
                    <a:pt x="181831" y="112405"/>
                  </a:lnTo>
                  <a:lnTo>
                    <a:pt x="182307" y="110346"/>
                  </a:lnTo>
                  <a:lnTo>
                    <a:pt x="182887" y="108287"/>
                  </a:lnTo>
                  <a:lnTo>
                    <a:pt x="183204" y="107231"/>
                  </a:lnTo>
                  <a:lnTo>
                    <a:pt x="183574" y="106227"/>
                  </a:lnTo>
                  <a:lnTo>
                    <a:pt x="183943" y="105224"/>
                  </a:lnTo>
                  <a:lnTo>
                    <a:pt x="184366" y="104221"/>
                  </a:lnTo>
                  <a:lnTo>
                    <a:pt x="184841" y="103218"/>
                  </a:lnTo>
                  <a:lnTo>
                    <a:pt x="185369" y="102268"/>
                  </a:lnTo>
                  <a:lnTo>
                    <a:pt x="185369" y="102268"/>
                  </a:lnTo>
                  <a:lnTo>
                    <a:pt x="185580" y="100103"/>
                  </a:lnTo>
                  <a:lnTo>
                    <a:pt x="185738" y="98044"/>
                  </a:lnTo>
                  <a:lnTo>
                    <a:pt x="185949" y="93979"/>
                  </a:lnTo>
                  <a:lnTo>
                    <a:pt x="186055" y="90177"/>
                  </a:lnTo>
                  <a:lnTo>
                    <a:pt x="186055" y="86640"/>
                  </a:lnTo>
                  <a:lnTo>
                    <a:pt x="186055" y="86640"/>
                  </a:lnTo>
                  <a:lnTo>
                    <a:pt x="186002" y="85162"/>
                  </a:lnTo>
                  <a:lnTo>
                    <a:pt x="185949" y="83630"/>
                  </a:lnTo>
                  <a:lnTo>
                    <a:pt x="185844" y="82099"/>
                  </a:lnTo>
                  <a:lnTo>
                    <a:pt x="185685" y="80515"/>
                  </a:lnTo>
                  <a:lnTo>
                    <a:pt x="185527" y="78879"/>
                  </a:lnTo>
                  <a:lnTo>
                    <a:pt x="185316" y="77242"/>
                  </a:lnTo>
                  <a:lnTo>
                    <a:pt x="185052" y="75553"/>
                  </a:lnTo>
                  <a:lnTo>
                    <a:pt x="184735" y="73810"/>
                  </a:lnTo>
                  <a:lnTo>
                    <a:pt x="184735" y="73810"/>
                  </a:lnTo>
                  <a:lnTo>
                    <a:pt x="182834" y="72860"/>
                  </a:lnTo>
                  <a:lnTo>
                    <a:pt x="181039" y="71804"/>
                  </a:lnTo>
                  <a:lnTo>
                    <a:pt x="179350" y="70642"/>
                  </a:lnTo>
                  <a:lnTo>
                    <a:pt x="177713" y="69481"/>
                  </a:lnTo>
                  <a:lnTo>
                    <a:pt x="176235" y="68214"/>
                  </a:lnTo>
                  <a:lnTo>
                    <a:pt x="174757" y="66894"/>
                  </a:lnTo>
                  <a:lnTo>
                    <a:pt x="173437" y="65574"/>
                  </a:lnTo>
                  <a:lnTo>
                    <a:pt x="172117" y="64148"/>
                  </a:lnTo>
                  <a:lnTo>
                    <a:pt x="170955" y="62723"/>
                  </a:lnTo>
                  <a:lnTo>
                    <a:pt x="169794" y="61245"/>
                  </a:lnTo>
                  <a:lnTo>
                    <a:pt x="168791" y="59714"/>
                  </a:lnTo>
                  <a:lnTo>
                    <a:pt x="167787" y="58182"/>
                  </a:lnTo>
                  <a:lnTo>
                    <a:pt x="166890" y="56599"/>
                  </a:lnTo>
                  <a:lnTo>
                    <a:pt x="166045" y="55015"/>
                  </a:lnTo>
                  <a:lnTo>
                    <a:pt x="165306" y="53378"/>
                  </a:lnTo>
                  <a:lnTo>
                    <a:pt x="164567" y="51741"/>
                  </a:lnTo>
                  <a:lnTo>
                    <a:pt x="163933" y="50105"/>
                  </a:lnTo>
                  <a:lnTo>
                    <a:pt x="163353" y="48468"/>
                  </a:lnTo>
                  <a:lnTo>
                    <a:pt x="162825" y="46831"/>
                  </a:lnTo>
                  <a:lnTo>
                    <a:pt x="162349" y="45142"/>
                  </a:lnTo>
                  <a:lnTo>
                    <a:pt x="161927" y="43505"/>
                  </a:lnTo>
                  <a:lnTo>
                    <a:pt x="161557" y="41815"/>
                  </a:lnTo>
                  <a:lnTo>
                    <a:pt x="161241" y="40179"/>
                  </a:lnTo>
                  <a:lnTo>
                    <a:pt x="160977" y="38595"/>
                  </a:lnTo>
                  <a:lnTo>
                    <a:pt x="160766" y="36958"/>
                  </a:lnTo>
                  <a:lnTo>
                    <a:pt x="160607" y="35374"/>
                  </a:lnTo>
                  <a:lnTo>
                    <a:pt x="160449" y="33843"/>
                  </a:lnTo>
                  <a:lnTo>
                    <a:pt x="160343" y="32312"/>
                  </a:lnTo>
                  <a:lnTo>
                    <a:pt x="160290" y="30781"/>
                  </a:lnTo>
                  <a:lnTo>
                    <a:pt x="160290" y="29355"/>
                  </a:lnTo>
                  <a:lnTo>
                    <a:pt x="160290" y="27930"/>
                  </a:lnTo>
                  <a:lnTo>
                    <a:pt x="160343" y="26557"/>
                  </a:lnTo>
                  <a:lnTo>
                    <a:pt x="160343" y="26557"/>
                  </a:lnTo>
                  <a:lnTo>
                    <a:pt x="158918" y="25132"/>
                  </a:lnTo>
                  <a:lnTo>
                    <a:pt x="157439" y="23759"/>
                  </a:lnTo>
                  <a:lnTo>
                    <a:pt x="155961" y="22386"/>
                  </a:lnTo>
                  <a:lnTo>
                    <a:pt x="154430" y="21014"/>
                  </a:lnTo>
                  <a:lnTo>
                    <a:pt x="152846" y="19694"/>
                  </a:lnTo>
                  <a:lnTo>
                    <a:pt x="151209" y="18427"/>
                  </a:lnTo>
                  <a:lnTo>
                    <a:pt x="149520" y="17212"/>
                  </a:lnTo>
                  <a:lnTo>
                    <a:pt x="147830" y="15945"/>
                  </a:lnTo>
                  <a:lnTo>
                    <a:pt x="146088" y="14784"/>
                  </a:lnTo>
                  <a:lnTo>
                    <a:pt x="144240" y="13622"/>
                  </a:lnTo>
                  <a:lnTo>
                    <a:pt x="142392" y="12513"/>
                  </a:lnTo>
                  <a:lnTo>
                    <a:pt x="140492" y="11457"/>
                  </a:lnTo>
                  <a:lnTo>
                    <a:pt x="138538" y="10401"/>
                  </a:lnTo>
                  <a:lnTo>
                    <a:pt x="136585" y="9398"/>
                  </a:lnTo>
                  <a:lnTo>
                    <a:pt x="134526" y="8448"/>
                  </a:lnTo>
                  <a:lnTo>
                    <a:pt x="132467" y="7550"/>
                  </a:lnTo>
                  <a:lnTo>
                    <a:pt x="130302" y="6706"/>
                  </a:lnTo>
                  <a:lnTo>
                    <a:pt x="128137" y="5861"/>
                  </a:lnTo>
                  <a:lnTo>
                    <a:pt x="125920" y="5122"/>
                  </a:lnTo>
                  <a:lnTo>
                    <a:pt x="123597" y="4383"/>
                  </a:lnTo>
                  <a:lnTo>
                    <a:pt x="121274" y="3696"/>
                  </a:lnTo>
                  <a:lnTo>
                    <a:pt x="118898" y="3116"/>
                  </a:lnTo>
                  <a:lnTo>
                    <a:pt x="116469" y="2535"/>
                  </a:lnTo>
                  <a:lnTo>
                    <a:pt x="113988" y="2007"/>
                  </a:lnTo>
                  <a:lnTo>
                    <a:pt x="111454" y="1532"/>
                  </a:lnTo>
                  <a:lnTo>
                    <a:pt x="108866" y="1162"/>
                  </a:lnTo>
                  <a:lnTo>
                    <a:pt x="106227" y="792"/>
                  </a:lnTo>
                  <a:lnTo>
                    <a:pt x="103534" y="528"/>
                  </a:lnTo>
                  <a:lnTo>
                    <a:pt x="100841" y="317"/>
                  </a:lnTo>
                  <a:lnTo>
                    <a:pt x="98043" y="159"/>
                  </a:lnTo>
                  <a:lnTo>
                    <a:pt x="95192" y="53"/>
                  </a:lnTo>
                  <a:lnTo>
                    <a:pt x="9228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8"/>
            <p:cNvSpPr/>
            <p:nvPr/>
          </p:nvSpPr>
          <p:spPr>
            <a:xfrm>
              <a:off x="3864775" y="4775975"/>
              <a:ext cx="751050" cy="700900"/>
            </a:xfrm>
            <a:custGeom>
              <a:avLst/>
              <a:gdLst/>
              <a:ahLst/>
              <a:cxnLst/>
              <a:rect l="l" t="t" r="r" b="b"/>
              <a:pathLst>
                <a:path w="30042" h="28036" extrusionOk="0">
                  <a:moveTo>
                    <a:pt x="21805" y="1"/>
                  </a:moveTo>
                  <a:lnTo>
                    <a:pt x="19535" y="1743"/>
                  </a:lnTo>
                  <a:lnTo>
                    <a:pt x="17106" y="3380"/>
                  </a:lnTo>
                  <a:lnTo>
                    <a:pt x="14572" y="4964"/>
                  </a:lnTo>
                  <a:lnTo>
                    <a:pt x="11879" y="6495"/>
                  </a:lnTo>
                  <a:lnTo>
                    <a:pt x="9134" y="7973"/>
                  </a:lnTo>
                  <a:lnTo>
                    <a:pt x="6230" y="9346"/>
                  </a:lnTo>
                  <a:lnTo>
                    <a:pt x="3221" y="10613"/>
                  </a:lnTo>
                  <a:lnTo>
                    <a:pt x="53" y="11880"/>
                  </a:lnTo>
                  <a:lnTo>
                    <a:pt x="0" y="12989"/>
                  </a:lnTo>
                  <a:lnTo>
                    <a:pt x="0" y="14045"/>
                  </a:lnTo>
                  <a:lnTo>
                    <a:pt x="53" y="14995"/>
                  </a:lnTo>
                  <a:lnTo>
                    <a:pt x="211" y="16051"/>
                  </a:lnTo>
                  <a:lnTo>
                    <a:pt x="422" y="17160"/>
                  </a:lnTo>
                  <a:lnTo>
                    <a:pt x="792" y="18269"/>
                  </a:lnTo>
                  <a:lnTo>
                    <a:pt x="1267" y="19483"/>
                  </a:lnTo>
                  <a:lnTo>
                    <a:pt x="1848" y="20644"/>
                  </a:lnTo>
                  <a:lnTo>
                    <a:pt x="2534" y="21753"/>
                  </a:lnTo>
                  <a:lnTo>
                    <a:pt x="2957" y="22334"/>
                  </a:lnTo>
                  <a:lnTo>
                    <a:pt x="3379" y="22862"/>
                  </a:lnTo>
                  <a:lnTo>
                    <a:pt x="3854" y="23390"/>
                  </a:lnTo>
                  <a:lnTo>
                    <a:pt x="4329" y="23918"/>
                  </a:lnTo>
                  <a:lnTo>
                    <a:pt x="4857" y="24446"/>
                  </a:lnTo>
                  <a:lnTo>
                    <a:pt x="5438" y="24921"/>
                  </a:lnTo>
                  <a:lnTo>
                    <a:pt x="6019" y="25343"/>
                  </a:lnTo>
                  <a:lnTo>
                    <a:pt x="6652" y="25766"/>
                  </a:lnTo>
                  <a:lnTo>
                    <a:pt x="7339" y="26188"/>
                  </a:lnTo>
                  <a:lnTo>
                    <a:pt x="8025" y="26558"/>
                  </a:lnTo>
                  <a:lnTo>
                    <a:pt x="8764" y="26874"/>
                  </a:lnTo>
                  <a:lnTo>
                    <a:pt x="9556" y="27138"/>
                  </a:lnTo>
                  <a:lnTo>
                    <a:pt x="10401" y="27402"/>
                  </a:lnTo>
                  <a:lnTo>
                    <a:pt x="11246" y="27614"/>
                  </a:lnTo>
                  <a:lnTo>
                    <a:pt x="12196" y="27825"/>
                  </a:lnTo>
                  <a:lnTo>
                    <a:pt x="13146" y="27930"/>
                  </a:lnTo>
                  <a:lnTo>
                    <a:pt x="14097" y="27983"/>
                  </a:lnTo>
                  <a:lnTo>
                    <a:pt x="15153" y="28036"/>
                  </a:lnTo>
                  <a:lnTo>
                    <a:pt x="15839" y="28036"/>
                  </a:lnTo>
                  <a:lnTo>
                    <a:pt x="16948" y="27983"/>
                  </a:lnTo>
                  <a:lnTo>
                    <a:pt x="17951" y="27878"/>
                  </a:lnTo>
                  <a:lnTo>
                    <a:pt x="18901" y="27772"/>
                  </a:lnTo>
                  <a:lnTo>
                    <a:pt x="19799" y="27561"/>
                  </a:lnTo>
                  <a:lnTo>
                    <a:pt x="20696" y="27402"/>
                  </a:lnTo>
                  <a:lnTo>
                    <a:pt x="21488" y="27191"/>
                  </a:lnTo>
                  <a:lnTo>
                    <a:pt x="22227" y="26927"/>
                  </a:lnTo>
                  <a:lnTo>
                    <a:pt x="22967" y="26610"/>
                  </a:lnTo>
                  <a:lnTo>
                    <a:pt x="23600" y="26347"/>
                  </a:lnTo>
                  <a:lnTo>
                    <a:pt x="24234" y="25977"/>
                  </a:lnTo>
                  <a:lnTo>
                    <a:pt x="24814" y="25660"/>
                  </a:lnTo>
                  <a:lnTo>
                    <a:pt x="25342" y="25238"/>
                  </a:lnTo>
                  <a:lnTo>
                    <a:pt x="25818" y="24868"/>
                  </a:lnTo>
                  <a:lnTo>
                    <a:pt x="26293" y="24446"/>
                  </a:lnTo>
                  <a:lnTo>
                    <a:pt x="26715" y="24023"/>
                  </a:lnTo>
                  <a:lnTo>
                    <a:pt x="27137" y="23548"/>
                  </a:lnTo>
                  <a:lnTo>
                    <a:pt x="27454" y="23126"/>
                  </a:lnTo>
                  <a:lnTo>
                    <a:pt x="27771" y="22598"/>
                  </a:lnTo>
                  <a:lnTo>
                    <a:pt x="28352" y="21648"/>
                  </a:lnTo>
                  <a:lnTo>
                    <a:pt x="28827" y="20592"/>
                  </a:lnTo>
                  <a:lnTo>
                    <a:pt x="29197" y="19589"/>
                  </a:lnTo>
                  <a:lnTo>
                    <a:pt x="29461" y="18533"/>
                  </a:lnTo>
                  <a:lnTo>
                    <a:pt x="29672" y="17477"/>
                  </a:lnTo>
                  <a:lnTo>
                    <a:pt x="29830" y="16421"/>
                  </a:lnTo>
                  <a:lnTo>
                    <a:pt x="29989" y="15418"/>
                  </a:lnTo>
                  <a:lnTo>
                    <a:pt x="30041" y="14573"/>
                  </a:lnTo>
                  <a:lnTo>
                    <a:pt x="30041" y="13675"/>
                  </a:lnTo>
                  <a:lnTo>
                    <a:pt x="30041" y="12672"/>
                  </a:lnTo>
                  <a:lnTo>
                    <a:pt x="29936" y="11616"/>
                  </a:lnTo>
                  <a:lnTo>
                    <a:pt x="29830" y="10560"/>
                  </a:lnTo>
                  <a:lnTo>
                    <a:pt x="29619" y="9452"/>
                  </a:lnTo>
                  <a:lnTo>
                    <a:pt x="29302" y="8343"/>
                  </a:lnTo>
                  <a:lnTo>
                    <a:pt x="28933" y="7181"/>
                  </a:lnTo>
                  <a:lnTo>
                    <a:pt x="28457" y="6125"/>
                  </a:lnTo>
                  <a:lnTo>
                    <a:pt x="27877" y="5017"/>
                  </a:lnTo>
                  <a:lnTo>
                    <a:pt x="27190" y="4014"/>
                  </a:lnTo>
                  <a:lnTo>
                    <a:pt x="26768" y="3538"/>
                  </a:lnTo>
                  <a:lnTo>
                    <a:pt x="26346" y="3063"/>
                  </a:lnTo>
                  <a:lnTo>
                    <a:pt x="25923" y="2588"/>
                  </a:lnTo>
                  <a:lnTo>
                    <a:pt x="25448" y="2166"/>
                  </a:lnTo>
                  <a:lnTo>
                    <a:pt x="24920" y="1743"/>
                  </a:lnTo>
                  <a:lnTo>
                    <a:pt x="24392" y="1321"/>
                  </a:lnTo>
                  <a:lnTo>
                    <a:pt x="23811" y="951"/>
                  </a:lnTo>
                  <a:lnTo>
                    <a:pt x="23178" y="582"/>
                  </a:lnTo>
                  <a:lnTo>
                    <a:pt x="22544" y="265"/>
                  </a:lnTo>
                  <a:lnTo>
                    <a:pt x="21805"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8"/>
            <p:cNvSpPr/>
            <p:nvPr/>
          </p:nvSpPr>
          <p:spPr>
            <a:xfrm>
              <a:off x="3864775" y="4775975"/>
              <a:ext cx="751050" cy="700900"/>
            </a:xfrm>
            <a:custGeom>
              <a:avLst/>
              <a:gdLst/>
              <a:ahLst/>
              <a:cxnLst/>
              <a:rect l="l" t="t" r="r" b="b"/>
              <a:pathLst>
                <a:path w="30042" h="28036" fill="none" extrusionOk="0">
                  <a:moveTo>
                    <a:pt x="21805" y="1"/>
                  </a:moveTo>
                  <a:lnTo>
                    <a:pt x="21805" y="1"/>
                  </a:lnTo>
                  <a:lnTo>
                    <a:pt x="19535" y="1743"/>
                  </a:lnTo>
                  <a:lnTo>
                    <a:pt x="17106" y="3380"/>
                  </a:lnTo>
                  <a:lnTo>
                    <a:pt x="14572" y="4964"/>
                  </a:lnTo>
                  <a:lnTo>
                    <a:pt x="11879" y="6495"/>
                  </a:lnTo>
                  <a:lnTo>
                    <a:pt x="9134" y="7973"/>
                  </a:lnTo>
                  <a:lnTo>
                    <a:pt x="6230" y="9346"/>
                  </a:lnTo>
                  <a:lnTo>
                    <a:pt x="3221" y="10613"/>
                  </a:lnTo>
                  <a:lnTo>
                    <a:pt x="53" y="11880"/>
                  </a:lnTo>
                  <a:lnTo>
                    <a:pt x="53" y="11880"/>
                  </a:lnTo>
                  <a:lnTo>
                    <a:pt x="0" y="12989"/>
                  </a:lnTo>
                  <a:lnTo>
                    <a:pt x="0" y="14045"/>
                  </a:lnTo>
                  <a:lnTo>
                    <a:pt x="0" y="14045"/>
                  </a:lnTo>
                  <a:lnTo>
                    <a:pt x="53" y="14995"/>
                  </a:lnTo>
                  <a:lnTo>
                    <a:pt x="211" y="16051"/>
                  </a:lnTo>
                  <a:lnTo>
                    <a:pt x="422" y="17160"/>
                  </a:lnTo>
                  <a:lnTo>
                    <a:pt x="792" y="18269"/>
                  </a:lnTo>
                  <a:lnTo>
                    <a:pt x="1267" y="19483"/>
                  </a:lnTo>
                  <a:lnTo>
                    <a:pt x="1848" y="20644"/>
                  </a:lnTo>
                  <a:lnTo>
                    <a:pt x="2534" y="21753"/>
                  </a:lnTo>
                  <a:lnTo>
                    <a:pt x="2957" y="22334"/>
                  </a:lnTo>
                  <a:lnTo>
                    <a:pt x="3379" y="22862"/>
                  </a:lnTo>
                  <a:lnTo>
                    <a:pt x="3854" y="23390"/>
                  </a:lnTo>
                  <a:lnTo>
                    <a:pt x="4329" y="23918"/>
                  </a:lnTo>
                  <a:lnTo>
                    <a:pt x="4857" y="24446"/>
                  </a:lnTo>
                  <a:lnTo>
                    <a:pt x="5438" y="24921"/>
                  </a:lnTo>
                  <a:lnTo>
                    <a:pt x="6019" y="25343"/>
                  </a:lnTo>
                  <a:lnTo>
                    <a:pt x="6652" y="25766"/>
                  </a:lnTo>
                  <a:lnTo>
                    <a:pt x="7339" y="26188"/>
                  </a:lnTo>
                  <a:lnTo>
                    <a:pt x="8025" y="26558"/>
                  </a:lnTo>
                  <a:lnTo>
                    <a:pt x="8764" y="26874"/>
                  </a:lnTo>
                  <a:lnTo>
                    <a:pt x="9556" y="27138"/>
                  </a:lnTo>
                  <a:lnTo>
                    <a:pt x="10401" y="27402"/>
                  </a:lnTo>
                  <a:lnTo>
                    <a:pt x="11246" y="27614"/>
                  </a:lnTo>
                  <a:lnTo>
                    <a:pt x="12196" y="27825"/>
                  </a:lnTo>
                  <a:lnTo>
                    <a:pt x="13146" y="27930"/>
                  </a:lnTo>
                  <a:lnTo>
                    <a:pt x="14097" y="27983"/>
                  </a:lnTo>
                  <a:lnTo>
                    <a:pt x="15153" y="28036"/>
                  </a:lnTo>
                  <a:lnTo>
                    <a:pt x="15153" y="28036"/>
                  </a:lnTo>
                  <a:lnTo>
                    <a:pt x="15839" y="28036"/>
                  </a:lnTo>
                  <a:lnTo>
                    <a:pt x="15839" y="28036"/>
                  </a:lnTo>
                  <a:lnTo>
                    <a:pt x="16948" y="27983"/>
                  </a:lnTo>
                  <a:lnTo>
                    <a:pt x="17951" y="27878"/>
                  </a:lnTo>
                  <a:lnTo>
                    <a:pt x="18901" y="27772"/>
                  </a:lnTo>
                  <a:lnTo>
                    <a:pt x="19799" y="27561"/>
                  </a:lnTo>
                  <a:lnTo>
                    <a:pt x="20696" y="27402"/>
                  </a:lnTo>
                  <a:lnTo>
                    <a:pt x="21488" y="27191"/>
                  </a:lnTo>
                  <a:lnTo>
                    <a:pt x="22227" y="26927"/>
                  </a:lnTo>
                  <a:lnTo>
                    <a:pt x="22967" y="26610"/>
                  </a:lnTo>
                  <a:lnTo>
                    <a:pt x="23600" y="26347"/>
                  </a:lnTo>
                  <a:lnTo>
                    <a:pt x="24234" y="25977"/>
                  </a:lnTo>
                  <a:lnTo>
                    <a:pt x="24814" y="25660"/>
                  </a:lnTo>
                  <a:lnTo>
                    <a:pt x="25342" y="25238"/>
                  </a:lnTo>
                  <a:lnTo>
                    <a:pt x="25818" y="24868"/>
                  </a:lnTo>
                  <a:lnTo>
                    <a:pt x="26293" y="24446"/>
                  </a:lnTo>
                  <a:lnTo>
                    <a:pt x="26715" y="24023"/>
                  </a:lnTo>
                  <a:lnTo>
                    <a:pt x="27137" y="23548"/>
                  </a:lnTo>
                  <a:lnTo>
                    <a:pt x="27454" y="23126"/>
                  </a:lnTo>
                  <a:lnTo>
                    <a:pt x="27771" y="22598"/>
                  </a:lnTo>
                  <a:lnTo>
                    <a:pt x="28352" y="21648"/>
                  </a:lnTo>
                  <a:lnTo>
                    <a:pt x="28827" y="20592"/>
                  </a:lnTo>
                  <a:lnTo>
                    <a:pt x="29197" y="19589"/>
                  </a:lnTo>
                  <a:lnTo>
                    <a:pt x="29461" y="18533"/>
                  </a:lnTo>
                  <a:lnTo>
                    <a:pt x="29672" y="17477"/>
                  </a:lnTo>
                  <a:lnTo>
                    <a:pt x="29830" y="16421"/>
                  </a:lnTo>
                  <a:lnTo>
                    <a:pt x="29989" y="15418"/>
                  </a:lnTo>
                  <a:lnTo>
                    <a:pt x="29989" y="15418"/>
                  </a:lnTo>
                  <a:lnTo>
                    <a:pt x="30041" y="14573"/>
                  </a:lnTo>
                  <a:lnTo>
                    <a:pt x="30041" y="13675"/>
                  </a:lnTo>
                  <a:lnTo>
                    <a:pt x="30041" y="12672"/>
                  </a:lnTo>
                  <a:lnTo>
                    <a:pt x="29936" y="11616"/>
                  </a:lnTo>
                  <a:lnTo>
                    <a:pt x="29830" y="10560"/>
                  </a:lnTo>
                  <a:lnTo>
                    <a:pt x="29619" y="9452"/>
                  </a:lnTo>
                  <a:lnTo>
                    <a:pt x="29302" y="8343"/>
                  </a:lnTo>
                  <a:lnTo>
                    <a:pt x="28933" y="7181"/>
                  </a:lnTo>
                  <a:lnTo>
                    <a:pt x="28457" y="6125"/>
                  </a:lnTo>
                  <a:lnTo>
                    <a:pt x="27877" y="5017"/>
                  </a:lnTo>
                  <a:lnTo>
                    <a:pt x="27190" y="4014"/>
                  </a:lnTo>
                  <a:lnTo>
                    <a:pt x="26768" y="3538"/>
                  </a:lnTo>
                  <a:lnTo>
                    <a:pt x="26346" y="3063"/>
                  </a:lnTo>
                  <a:lnTo>
                    <a:pt x="25923" y="2588"/>
                  </a:lnTo>
                  <a:lnTo>
                    <a:pt x="25448" y="2166"/>
                  </a:lnTo>
                  <a:lnTo>
                    <a:pt x="24920" y="1743"/>
                  </a:lnTo>
                  <a:lnTo>
                    <a:pt x="24392" y="1321"/>
                  </a:lnTo>
                  <a:lnTo>
                    <a:pt x="23811" y="951"/>
                  </a:lnTo>
                  <a:lnTo>
                    <a:pt x="23178" y="582"/>
                  </a:lnTo>
                  <a:lnTo>
                    <a:pt x="22544" y="265"/>
                  </a:lnTo>
                  <a:lnTo>
                    <a:pt x="2180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8"/>
            <p:cNvSpPr/>
            <p:nvPr/>
          </p:nvSpPr>
          <p:spPr>
            <a:xfrm>
              <a:off x="3866075" y="4749600"/>
              <a:ext cx="543850" cy="323400"/>
            </a:xfrm>
            <a:custGeom>
              <a:avLst/>
              <a:gdLst/>
              <a:ahLst/>
              <a:cxnLst/>
              <a:rect l="l" t="t" r="r" b="b"/>
              <a:pathLst>
                <a:path w="21754" h="12936" extrusionOk="0">
                  <a:moveTo>
                    <a:pt x="14942" y="0"/>
                  </a:moveTo>
                  <a:lnTo>
                    <a:pt x="13834" y="53"/>
                  </a:lnTo>
                  <a:lnTo>
                    <a:pt x="12778" y="106"/>
                  </a:lnTo>
                  <a:lnTo>
                    <a:pt x="11827" y="264"/>
                  </a:lnTo>
                  <a:lnTo>
                    <a:pt x="10877" y="422"/>
                  </a:lnTo>
                  <a:lnTo>
                    <a:pt x="9979" y="634"/>
                  </a:lnTo>
                  <a:lnTo>
                    <a:pt x="9135" y="845"/>
                  </a:lnTo>
                  <a:lnTo>
                    <a:pt x="8343" y="1109"/>
                  </a:lnTo>
                  <a:lnTo>
                    <a:pt x="7604" y="1426"/>
                  </a:lnTo>
                  <a:lnTo>
                    <a:pt x="6917" y="1742"/>
                  </a:lnTo>
                  <a:lnTo>
                    <a:pt x="6231" y="2112"/>
                  </a:lnTo>
                  <a:lnTo>
                    <a:pt x="5650" y="2481"/>
                  </a:lnTo>
                  <a:lnTo>
                    <a:pt x="5069" y="2851"/>
                  </a:lnTo>
                  <a:lnTo>
                    <a:pt x="4541" y="3273"/>
                  </a:lnTo>
                  <a:lnTo>
                    <a:pt x="4013" y="3696"/>
                  </a:lnTo>
                  <a:lnTo>
                    <a:pt x="3591" y="4171"/>
                  </a:lnTo>
                  <a:lnTo>
                    <a:pt x="3169" y="4646"/>
                  </a:lnTo>
                  <a:lnTo>
                    <a:pt x="2746" y="5121"/>
                  </a:lnTo>
                  <a:lnTo>
                    <a:pt x="2377" y="5649"/>
                  </a:lnTo>
                  <a:lnTo>
                    <a:pt x="1743" y="6652"/>
                  </a:lnTo>
                  <a:lnTo>
                    <a:pt x="1268" y="7708"/>
                  </a:lnTo>
                  <a:lnTo>
                    <a:pt x="846" y="8764"/>
                  </a:lnTo>
                  <a:lnTo>
                    <a:pt x="529" y="9873"/>
                  </a:lnTo>
                  <a:lnTo>
                    <a:pt x="265" y="10929"/>
                  </a:lnTo>
                  <a:lnTo>
                    <a:pt x="106" y="11932"/>
                  </a:lnTo>
                  <a:lnTo>
                    <a:pt x="1" y="12935"/>
                  </a:lnTo>
                  <a:lnTo>
                    <a:pt x="3169" y="11668"/>
                  </a:lnTo>
                  <a:lnTo>
                    <a:pt x="6178" y="10401"/>
                  </a:lnTo>
                  <a:lnTo>
                    <a:pt x="9082" y="9028"/>
                  </a:lnTo>
                  <a:lnTo>
                    <a:pt x="11827" y="7550"/>
                  </a:lnTo>
                  <a:lnTo>
                    <a:pt x="14520" y="6019"/>
                  </a:lnTo>
                  <a:lnTo>
                    <a:pt x="17054" y="4435"/>
                  </a:lnTo>
                  <a:lnTo>
                    <a:pt x="19483" y="2798"/>
                  </a:lnTo>
                  <a:lnTo>
                    <a:pt x="21753" y="1056"/>
                  </a:lnTo>
                  <a:lnTo>
                    <a:pt x="21119" y="792"/>
                  </a:lnTo>
                  <a:lnTo>
                    <a:pt x="20433" y="581"/>
                  </a:lnTo>
                  <a:lnTo>
                    <a:pt x="19694" y="422"/>
                  </a:lnTo>
                  <a:lnTo>
                    <a:pt x="18902" y="264"/>
                  </a:lnTo>
                  <a:lnTo>
                    <a:pt x="18110" y="158"/>
                  </a:lnTo>
                  <a:lnTo>
                    <a:pt x="17265" y="53"/>
                  </a:lnTo>
                  <a:lnTo>
                    <a:pt x="16368" y="0"/>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8"/>
            <p:cNvSpPr/>
            <p:nvPr/>
          </p:nvSpPr>
          <p:spPr>
            <a:xfrm>
              <a:off x="3866075" y="4749600"/>
              <a:ext cx="543850" cy="323400"/>
            </a:xfrm>
            <a:custGeom>
              <a:avLst/>
              <a:gdLst/>
              <a:ahLst/>
              <a:cxnLst/>
              <a:rect l="l" t="t" r="r" b="b"/>
              <a:pathLst>
                <a:path w="21754" h="12936" fill="none" extrusionOk="0">
                  <a:moveTo>
                    <a:pt x="15470" y="0"/>
                  </a:moveTo>
                  <a:lnTo>
                    <a:pt x="15470" y="0"/>
                  </a:lnTo>
                  <a:lnTo>
                    <a:pt x="14942" y="0"/>
                  </a:lnTo>
                  <a:lnTo>
                    <a:pt x="14942" y="0"/>
                  </a:lnTo>
                  <a:lnTo>
                    <a:pt x="13834" y="53"/>
                  </a:lnTo>
                  <a:lnTo>
                    <a:pt x="12778" y="106"/>
                  </a:lnTo>
                  <a:lnTo>
                    <a:pt x="11827" y="264"/>
                  </a:lnTo>
                  <a:lnTo>
                    <a:pt x="10877" y="422"/>
                  </a:lnTo>
                  <a:lnTo>
                    <a:pt x="9979" y="634"/>
                  </a:lnTo>
                  <a:lnTo>
                    <a:pt x="9135" y="845"/>
                  </a:lnTo>
                  <a:lnTo>
                    <a:pt x="8343" y="1109"/>
                  </a:lnTo>
                  <a:lnTo>
                    <a:pt x="7604" y="1426"/>
                  </a:lnTo>
                  <a:lnTo>
                    <a:pt x="6917" y="1742"/>
                  </a:lnTo>
                  <a:lnTo>
                    <a:pt x="6231" y="2112"/>
                  </a:lnTo>
                  <a:lnTo>
                    <a:pt x="5650" y="2481"/>
                  </a:lnTo>
                  <a:lnTo>
                    <a:pt x="5069" y="2851"/>
                  </a:lnTo>
                  <a:lnTo>
                    <a:pt x="4541" y="3273"/>
                  </a:lnTo>
                  <a:lnTo>
                    <a:pt x="4013" y="3696"/>
                  </a:lnTo>
                  <a:lnTo>
                    <a:pt x="3591" y="4171"/>
                  </a:lnTo>
                  <a:lnTo>
                    <a:pt x="3169" y="4646"/>
                  </a:lnTo>
                  <a:lnTo>
                    <a:pt x="2746" y="5121"/>
                  </a:lnTo>
                  <a:lnTo>
                    <a:pt x="2377" y="5649"/>
                  </a:lnTo>
                  <a:lnTo>
                    <a:pt x="1743" y="6652"/>
                  </a:lnTo>
                  <a:lnTo>
                    <a:pt x="1268" y="7708"/>
                  </a:lnTo>
                  <a:lnTo>
                    <a:pt x="846" y="8764"/>
                  </a:lnTo>
                  <a:lnTo>
                    <a:pt x="529" y="9873"/>
                  </a:lnTo>
                  <a:lnTo>
                    <a:pt x="265" y="10929"/>
                  </a:lnTo>
                  <a:lnTo>
                    <a:pt x="106" y="11932"/>
                  </a:lnTo>
                  <a:lnTo>
                    <a:pt x="1" y="12935"/>
                  </a:lnTo>
                  <a:lnTo>
                    <a:pt x="1" y="12935"/>
                  </a:lnTo>
                  <a:lnTo>
                    <a:pt x="3169" y="11668"/>
                  </a:lnTo>
                  <a:lnTo>
                    <a:pt x="6178" y="10401"/>
                  </a:lnTo>
                  <a:lnTo>
                    <a:pt x="9082" y="9028"/>
                  </a:lnTo>
                  <a:lnTo>
                    <a:pt x="11827" y="7550"/>
                  </a:lnTo>
                  <a:lnTo>
                    <a:pt x="14520" y="6019"/>
                  </a:lnTo>
                  <a:lnTo>
                    <a:pt x="17054" y="4435"/>
                  </a:lnTo>
                  <a:lnTo>
                    <a:pt x="19483" y="2798"/>
                  </a:lnTo>
                  <a:lnTo>
                    <a:pt x="21753" y="1056"/>
                  </a:lnTo>
                  <a:lnTo>
                    <a:pt x="21753" y="1056"/>
                  </a:lnTo>
                  <a:lnTo>
                    <a:pt x="21119" y="792"/>
                  </a:lnTo>
                  <a:lnTo>
                    <a:pt x="20433" y="581"/>
                  </a:lnTo>
                  <a:lnTo>
                    <a:pt x="19694" y="422"/>
                  </a:lnTo>
                  <a:lnTo>
                    <a:pt x="18902" y="264"/>
                  </a:lnTo>
                  <a:lnTo>
                    <a:pt x="18110" y="158"/>
                  </a:lnTo>
                  <a:lnTo>
                    <a:pt x="17265" y="53"/>
                  </a:lnTo>
                  <a:lnTo>
                    <a:pt x="16368" y="0"/>
                  </a:lnTo>
                  <a:lnTo>
                    <a:pt x="1547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8"/>
            <p:cNvSpPr/>
            <p:nvPr/>
          </p:nvSpPr>
          <p:spPr>
            <a:xfrm>
              <a:off x="4163075" y="5025450"/>
              <a:ext cx="187450" cy="171625"/>
            </a:xfrm>
            <a:custGeom>
              <a:avLst/>
              <a:gdLst/>
              <a:ahLst/>
              <a:cxnLst/>
              <a:rect l="l" t="t" r="r" b="b"/>
              <a:pathLst>
                <a:path w="7498" h="6865" extrusionOk="0">
                  <a:moveTo>
                    <a:pt x="2798" y="1"/>
                  </a:moveTo>
                  <a:lnTo>
                    <a:pt x="792" y="740"/>
                  </a:lnTo>
                  <a:lnTo>
                    <a:pt x="581" y="845"/>
                  </a:lnTo>
                  <a:lnTo>
                    <a:pt x="475" y="1004"/>
                  </a:lnTo>
                  <a:lnTo>
                    <a:pt x="370" y="1162"/>
                  </a:lnTo>
                  <a:lnTo>
                    <a:pt x="317" y="1320"/>
                  </a:lnTo>
                  <a:lnTo>
                    <a:pt x="370" y="1479"/>
                  </a:lnTo>
                  <a:lnTo>
                    <a:pt x="422" y="1690"/>
                  </a:lnTo>
                  <a:lnTo>
                    <a:pt x="686" y="2165"/>
                  </a:lnTo>
                  <a:lnTo>
                    <a:pt x="898" y="2640"/>
                  </a:lnTo>
                  <a:lnTo>
                    <a:pt x="1003" y="3063"/>
                  </a:lnTo>
                  <a:lnTo>
                    <a:pt x="1003" y="3432"/>
                  </a:lnTo>
                  <a:lnTo>
                    <a:pt x="1003" y="3802"/>
                  </a:lnTo>
                  <a:lnTo>
                    <a:pt x="898" y="4119"/>
                  </a:lnTo>
                  <a:lnTo>
                    <a:pt x="686" y="4647"/>
                  </a:lnTo>
                  <a:lnTo>
                    <a:pt x="422" y="5122"/>
                  </a:lnTo>
                  <a:lnTo>
                    <a:pt x="158" y="5439"/>
                  </a:lnTo>
                  <a:lnTo>
                    <a:pt x="53" y="5597"/>
                  </a:lnTo>
                  <a:lnTo>
                    <a:pt x="0" y="5808"/>
                  </a:lnTo>
                  <a:lnTo>
                    <a:pt x="53" y="6019"/>
                  </a:lnTo>
                  <a:lnTo>
                    <a:pt x="211" y="6231"/>
                  </a:lnTo>
                  <a:lnTo>
                    <a:pt x="1267" y="6864"/>
                  </a:lnTo>
                  <a:lnTo>
                    <a:pt x="1848" y="6389"/>
                  </a:lnTo>
                  <a:lnTo>
                    <a:pt x="2323" y="5914"/>
                  </a:lnTo>
                  <a:lnTo>
                    <a:pt x="2693" y="5439"/>
                  </a:lnTo>
                  <a:lnTo>
                    <a:pt x="3062" y="4911"/>
                  </a:lnTo>
                  <a:lnTo>
                    <a:pt x="3326" y="4383"/>
                  </a:lnTo>
                  <a:lnTo>
                    <a:pt x="3485" y="3802"/>
                  </a:lnTo>
                  <a:lnTo>
                    <a:pt x="3643" y="3274"/>
                  </a:lnTo>
                  <a:lnTo>
                    <a:pt x="3643" y="2693"/>
                  </a:lnTo>
                  <a:lnTo>
                    <a:pt x="3590" y="2007"/>
                  </a:lnTo>
                  <a:lnTo>
                    <a:pt x="3432" y="1373"/>
                  </a:lnTo>
                  <a:lnTo>
                    <a:pt x="3168" y="687"/>
                  </a:lnTo>
                  <a:lnTo>
                    <a:pt x="2798" y="1"/>
                  </a:lnTo>
                  <a:close/>
                  <a:moveTo>
                    <a:pt x="6652" y="1"/>
                  </a:moveTo>
                  <a:lnTo>
                    <a:pt x="4646" y="740"/>
                  </a:lnTo>
                  <a:lnTo>
                    <a:pt x="4435" y="845"/>
                  </a:lnTo>
                  <a:lnTo>
                    <a:pt x="4277" y="1004"/>
                  </a:lnTo>
                  <a:lnTo>
                    <a:pt x="4224" y="1162"/>
                  </a:lnTo>
                  <a:lnTo>
                    <a:pt x="4171" y="1320"/>
                  </a:lnTo>
                  <a:lnTo>
                    <a:pt x="4224" y="1479"/>
                  </a:lnTo>
                  <a:lnTo>
                    <a:pt x="4277" y="1690"/>
                  </a:lnTo>
                  <a:lnTo>
                    <a:pt x="4541" y="2165"/>
                  </a:lnTo>
                  <a:lnTo>
                    <a:pt x="4752" y="2640"/>
                  </a:lnTo>
                  <a:lnTo>
                    <a:pt x="4805" y="3063"/>
                  </a:lnTo>
                  <a:lnTo>
                    <a:pt x="4857" y="3432"/>
                  </a:lnTo>
                  <a:lnTo>
                    <a:pt x="4857" y="3802"/>
                  </a:lnTo>
                  <a:lnTo>
                    <a:pt x="4752" y="4119"/>
                  </a:lnTo>
                  <a:lnTo>
                    <a:pt x="4541" y="4647"/>
                  </a:lnTo>
                  <a:lnTo>
                    <a:pt x="4277" y="5122"/>
                  </a:lnTo>
                  <a:lnTo>
                    <a:pt x="4013" y="5439"/>
                  </a:lnTo>
                  <a:lnTo>
                    <a:pt x="3907" y="5597"/>
                  </a:lnTo>
                  <a:lnTo>
                    <a:pt x="3854" y="5808"/>
                  </a:lnTo>
                  <a:lnTo>
                    <a:pt x="3907" y="6019"/>
                  </a:lnTo>
                  <a:lnTo>
                    <a:pt x="4065" y="6231"/>
                  </a:lnTo>
                  <a:lnTo>
                    <a:pt x="5121" y="6864"/>
                  </a:lnTo>
                  <a:lnTo>
                    <a:pt x="5702" y="6389"/>
                  </a:lnTo>
                  <a:lnTo>
                    <a:pt x="6177" y="5914"/>
                  </a:lnTo>
                  <a:lnTo>
                    <a:pt x="6547" y="5439"/>
                  </a:lnTo>
                  <a:lnTo>
                    <a:pt x="6916" y="4911"/>
                  </a:lnTo>
                  <a:lnTo>
                    <a:pt x="7180" y="4383"/>
                  </a:lnTo>
                  <a:lnTo>
                    <a:pt x="7339" y="3802"/>
                  </a:lnTo>
                  <a:lnTo>
                    <a:pt x="7444" y="3274"/>
                  </a:lnTo>
                  <a:lnTo>
                    <a:pt x="7497" y="2693"/>
                  </a:lnTo>
                  <a:lnTo>
                    <a:pt x="7444" y="2007"/>
                  </a:lnTo>
                  <a:lnTo>
                    <a:pt x="7286" y="1373"/>
                  </a:lnTo>
                  <a:lnTo>
                    <a:pt x="7022" y="687"/>
                  </a:lnTo>
                  <a:lnTo>
                    <a:pt x="665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8"/>
            <p:cNvSpPr/>
            <p:nvPr/>
          </p:nvSpPr>
          <p:spPr>
            <a:xfrm>
              <a:off x="1333175" y="342375"/>
              <a:ext cx="751050" cy="679800"/>
            </a:xfrm>
            <a:custGeom>
              <a:avLst/>
              <a:gdLst/>
              <a:ahLst/>
              <a:cxnLst/>
              <a:rect l="l" t="t" r="r" b="b"/>
              <a:pathLst>
                <a:path w="30042" h="27192" extrusionOk="0">
                  <a:moveTo>
                    <a:pt x="14203" y="1"/>
                  </a:moveTo>
                  <a:lnTo>
                    <a:pt x="13094" y="107"/>
                  </a:lnTo>
                  <a:lnTo>
                    <a:pt x="12091" y="159"/>
                  </a:lnTo>
                  <a:lnTo>
                    <a:pt x="11140" y="318"/>
                  </a:lnTo>
                  <a:lnTo>
                    <a:pt x="10243" y="476"/>
                  </a:lnTo>
                  <a:lnTo>
                    <a:pt x="9345" y="634"/>
                  </a:lnTo>
                  <a:lnTo>
                    <a:pt x="8553" y="898"/>
                  </a:lnTo>
                  <a:lnTo>
                    <a:pt x="7814" y="1110"/>
                  </a:lnTo>
                  <a:lnTo>
                    <a:pt x="7075" y="1426"/>
                  </a:lnTo>
                  <a:lnTo>
                    <a:pt x="6441" y="1743"/>
                  </a:lnTo>
                  <a:lnTo>
                    <a:pt x="5808" y="2060"/>
                  </a:lnTo>
                  <a:lnTo>
                    <a:pt x="5227" y="2430"/>
                  </a:lnTo>
                  <a:lnTo>
                    <a:pt x="4699" y="2799"/>
                  </a:lnTo>
                  <a:lnTo>
                    <a:pt x="4224" y="3169"/>
                  </a:lnTo>
                  <a:lnTo>
                    <a:pt x="3749" y="3591"/>
                  </a:lnTo>
                  <a:lnTo>
                    <a:pt x="3326" y="4013"/>
                  </a:lnTo>
                  <a:lnTo>
                    <a:pt x="2957" y="4489"/>
                  </a:lnTo>
                  <a:lnTo>
                    <a:pt x="2587" y="4964"/>
                  </a:lnTo>
                  <a:lnTo>
                    <a:pt x="2271" y="5439"/>
                  </a:lnTo>
                  <a:lnTo>
                    <a:pt x="1690" y="6389"/>
                  </a:lnTo>
                  <a:lnTo>
                    <a:pt x="1215" y="7445"/>
                  </a:lnTo>
                  <a:lnTo>
                    <a:pt x="898" y="8448"/>
                  </a:lnTo>
                  <a:lnTo>
                    <a:pt x="581" y="9504"/>
                  </a:lnTo>
                  <a:lnTo>
                    <a:pt x="370" y="10560"/>
                  </a:lnTo>
                  <a:lnTo>
                    <a:pt x="211" y="11616"/>
                  </a:lnTo>
                  <a:lnTo>
                    <a:pt x="53" y="12619"/>
                  </a:lnTo>
                  <a:lnTo>
                    <a:pt x="0" y="13411"/>
                  </a:lnTo>
                  <a:lnTo>
                    <a:pt x="0" y="14256"/>
                  </a:lnTo>
                  <a:lnTo>
                    <a:pt x="0" y="15154"/>
                  </a:lnTo>
                  <a:lnTo>
                    <a:pt x="53" y="16051"/>
                  </a:lnTo>
                  <a:lnTo>
                    <a:pt x="159" y="17054"/>
                  </a:lnTo>
                  <a:lnTo>
                    <a:pt x="317" y="18057"/>
                  </a:lnTo>
                  <a:lnTo>
                    <a:pt x="581" y="19061"/>
                  </a:lnTo>
                  <a:lnTo>
                    <a:pt x="845" y="20064"/>
                  </a:lnTo>
                  <a:lnTo>
                    <a:pt x="1215" y="21120"/>
                  </a:lnTo>
                  <a:lnTo>
                    <a:pt x="1690" y="22123"/>
                  </a:lnTo>
                  <a:lnTo>
                    <a:pt x="2218" y="23073"/>
                  </a:lnTo>
                  <a:lnTo>
                    <a:pt x="2851" y="24023"/>
                  </a:lnTo>
                  <a:lnTo>
                    <a:pt x="3590" y="24921"/>
                  </a:lnTo>
                  <a:lnTo>
                    <a:pt x="4435" y="25766"/>
                  </a:lnTo>
                  <a:lnTo>
                    <a:pt x="4910" y="26135"/>
                  </a:lnTo>
                  <a:lnTo>
                    <a:pt x="5386" y="26505"/>
                  </a:lnTo>
                  <a:lnTo>
                    <a:pt x="5861" y="26874"/>
                  </a:lnTo>
                  <a:lnTo>
                    <a:pt x="6441" y="27191"/>
                  </a:lnTo>
                  <a:lnTo>
                    <a:pt x="8923" y="25977"/>
                  </a:lnTo>
                  <a:lnTo>
                    <a:pt x="11510" y="24815"/>
                  </a:lnTo>
                  <a:lnTo>
                    <a:pt x="14203" y="23707"/>
                  </a:lnTo>
                  <a:lnTo>
                    <a:pt x="17054" y="22704"/>
                  </a:lnTo>
                  <a:lnTo>
                    <a:pt x="19957" y="21700"/>
                  </a:lnTo>
                  <a:lnTo>
                    <a:pt x="23020" y="20803"/>
                  </a:lnTo>
                  <a:lnTo>
                    <a:pt x="26187" y="20011"/>
                  </a:lnTo>
                  <a:lnTo>
                    <a:pt x="29461" y="19219"/>
                  </a:lnTo>
                  <a:lnTo>
                    <a:pt x="29672" y="18533"/>
                  </a:lnTo>
                  <a:lnTo>
                    <a:pt x="29778" y="17793"/>
                  </a:lnTo>
                  <a:lnTo>
                    <a:pt x="29989" y="16421"/>
                  </a:lnTo>
                  <a:lnTo>
                    <a:pt x="30042" y="15154"/>
                  </a:lnTo>
                  <a:lnTo>
                    <a:pt x="30042" y="14045"/>
                  </a:lnTo>
                  <a:lnTo>
                    <a:pt x="29989" y="13042"/>
                  </a:lnTo>
                  <a:lnTo>
                    <a:pt x="29883" y="11986"/>
                  </a:lnTo>
                  <a:lnTo>
                    <a:pt x="29619" y="10877"/>
                  </a:lnTo>
                  <a:lnTo>
                    <a:pt x="29250" y="9768"/>
                  </a:lnTo>
                  <a:lnTo>
                    <a:pt x="28774" y="8607"/>
                  </a:lnTo>
                  <a:lnTo>
                    <a:pt x="28194" y="7445"/>
                  </a:lnTo>
                  <a:lnTo>
                    <a:pt x="27507" y="6284"/>
                  </a:lnTo>
                  <a:lnTo>
                    <a:pt x="27085" y="5703"/>
                  </a:lnTo>
                  <a:lnTo>
                    <a:pt x="26663" y="5175"/>
                  </a:lnTo>
                  <a:lnTo>
                    <a:pt x="26240" y="4647"/>
                  </a:lnTo>
                  <a:lnTo>
                    <a:pt x="25712" y="4119"/>
                  </a:lnTo>
                  <a:lnTo>
                    <a:pt x="25184" y="3644"/>
                  </a:lnTo>
                  <a:lnTo>
                    <a:pt x="24603" y="3169"/>
                  </a:lnTo>
                  <a:lnTo>
                    <a:pt x="24023" y="2694"/>
                  </a:lnTo>
                  <a:lnTo>
                    <a:pt x="23389" y="2271"/>
                  </a:lnTo>
                  <a:lnTo>
                    <a:pt x="22703" y="1849"/>
                  </a:lnTo>
                  <a:lnTo>
                    <a:pt x="22016" y="1532"/>
                  </a:lnTo>
                  <a:lnTo>
                    <a:pt x="21277" y="1162"/>
                  </a:lnTo>
                  <a:lnTo>
                    <a:pt x="20485" y="898"/>
                  </a:lnTo>
                  <a:lnTo>
                    <a:pt x="19641" y="634"/>
                  </a:lnTo>
                  <a:lnTo>
                    <a:pt x="18796" y="423"/>
                  </a:lnTo>
                  <a:lnTo>
                    <a:pt x="17898" y="265"/>
                  </a:lnTo>
                  <a:lnTo>
                    <a:pt x="16948" y="107"/>
                  </a:lnTo>
                  <a:lnTo>
                    <a:pt x="15945" y="54"/>
                  </a:lnTo>
                  <a:lnTo>
                    <a:pt x="14889" y="1"/>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8"/>
            <p:cNvSpPr/>
            <p:nvPr/>
          </p:nvSpPr>
          <p:spPr>
            <a:xfrm>
              <a:off x="1333175" y="342375"/>
              <a:ext cx="751050" cy="679800"/>
            </a:xfrm>
            <a:custGeom>
              <a:avLst/>
              <a:gdLst/>
              <a:ahLst/>
              <a:cxnLst/>
              <a:rect l="l" t="t" r="r" b="b"/>
              <a:pathLst>
                <a:path w="30042" h="27192" fill="none" extrusionOk="0">
                  <a:moveTo>
                    <a:pt x="14889" y="1"/>
                  </a:moveTo>
                  <a:lnTo>
                    <a:pt x="14889" y="1"/>
                  </a:lnTo>
                  <a:lnTo>
                    <a:pt x="14203" y="1"/>
                  </a:lnTo>
                  <a:lnTo>
                    <a:pt x="14203" y="1"/>
                  </a:lnTo>
                  <a:lnTo>
                    <a:pt x="13094" y="107"/>
                  </a:lnTo>
                  <a:lnTo>
                    <a:pt x="12091" y="159"/>
                  </a:lnTo>
                  <a:lnTo>
                    <a:pt x="11140" y="318"/>
                  </a:lnTo>
                  <a:lnTo>
                    <a:pt x="10243" y="476"/>
                  </a:lnTo>
                  <a:lnTo>
                    <a:pt x="9345" y="634"/>
                  </a:lnTo>
                  <a:lnTo>
                    <a:pt x="8553" y="898"/>
                  </a:lnTo>
                  <a:lnTo>
                    <a:pt x="7814" y="1110"/>
                  </a:lnTo>
                  <a:lnTo>
                    <a:pt x="7075" y="1426"/>
                  </a:lnTo>
                  <a:lnTo>
                    <a:pt x="6441" y="1743"/>
                  </a:lnTo>
                  <a:lnTo>
                    <a:pt x="5808" y="2060"/>
                  </a:lnTo>
                  <a:lnTo>
                    <a:pt x="5227" y="2430"/>
                  </a:lnTo>
                  <a:lnTo>
                    <a:pt x="4699" y="2799"/>
                  </a:lnTo>
                  <a:lnTo>
                    <a:pt x="4224" y="3169"/>
                  </a:lnTo>
                  <a:lnTo>
                    <a:pt x="3749" y="3591"/>
                  </a:lnTo>
                  <a:lnTo>
                    <a:pt x="3326" y="4013"/>
                  </a:lnTo>
                  <a:lnTo>
                    <a:pt x="2957" y="4489"/>
                  </a:lnTo>
                  <a:lnTo>
                    <a:pt x="2587" y="4964"/>
                  </a:lnTo>
                  <a:lnTo>
                    <a:pt x="2271" y="5439"/>
                  </a:lnTo>
                  <a:lnTo>
                    <a:pt x="1690" y="6389"/>
                  </a:lnTo>
                  <a:lnTo>
                    <a:pt x="1215" y="7445"/>
                  </a:lnTo>
                  <a:lnTo>
                    <a:pt x="898" y="8448"/>
                  </a:lnTo>
                  <a:lnTo>
                    <a:pt x="581" y="9504"/>
                  </a:lnTo>
                  <a:lnTo>
                    <a:pt x="370" y="10560"/>
                  </a:lnTo>
                  <a:lnTo>
                    <a:pt x="211" y="11616"/>
                  </a:lnTo>
                  <a:lnTo>
                    <a:pt x="53" y="12619"/>
                  </a:lnTo>
                  <a:lnTo>
                    <a:pt x="53" y="12619"/>
                  </a:lnTo>
                  <a:lnTo>
                    <a:pt x="0" y="13411"/>
                  </a:lnTo>
                  <a:lnTo>
                    <a:pt x="0" y="14256"/>
                  </a:lnTo>
                  <a:lnTo>
                    <a:pt x="0" y="15154"/>
                  </a:lnTo>
                  <a:lnTo>
                    <a:pt x="53" y="16051"/>
                  </a:lnTo>
                  <a:lnTo>
                    <a:pt x="159" y="17054"/>
                  </a:lnTo>
                  <a:lnTo>
                    <a:pt x="317" y="18057"/>
                  </a:lnTo>
                  <a:lnTo>
                    <a:pt x="581" y="19061"/>
                  </a:lnTo>
                  <a:lnTo>
                    <a:pt x="845" y="20064"/>
                  </a:lnTo>
                  <a:lnTo>
                    <a:pt x="1215" y="21120"/>
                  </a:lnTo>
                  <a:lnTo>
                    <a:pt x="1690" y="22123"/>
                  </a:lnTo>
                  <a:lnTo>
                    <a:pt x="2218" y="23073"/>
                  </a:lnTo>
                  <a:lnTo>
                    <a:pt x="2851" y="24023"/>
                  </a:lnTo>
                  <a:lnTo>
                    <a:pt x="3590" y="24921"/>
                  </a:lnTo>
                  <a:lnTo>
                    <a:pt x="4435" y="25766"/>
                  </a:lnTo>
                  <a:lnTo>
                    <a:pt x="4910" y="26135"/>
                  </a:lnTo>
                  <a:lnTo>
                    <a:pt x="5386" y="26505"/>
                  </a:lnTo>
                  <a:lnTo>
                    <a:pt x="5861" y="26874"/>
                  </a:lnTo>
                  <a:lnTo>
                    <a:pt x="6441" y="27191"/>
                  </a:lnTo>
                  <a:lnTo>
                    <a:pt x="6441" y="27191"/>
                  </a:lnTo>
                  <a:lnTo>
                    <a:pt x="8923" y="25977"/>
                  </a:lnTo>
                  <a:lnTo>
                    <a:pt x="11510" y="24815"/>
                  </a:lnTo>
                  <a:lnTo>
                    <a:pt x="14203" y="23707"/>
                  </a:lnTo>
                  <a:lnTo>
                    <a:pt x="17054" y="22704"/>
                  </a:lnTo>
                  <a:lnTo>
                    <a:pt x="19957" y="21700"/>
                  </a:lnTo>
                  <a:lnTo>
                    <a:pt x="23020" y="20803"/>
                  </a:lnTo>
                  <a:lnTo>
                    <a:pt x="26187" y="20011"/>
                  </a:lnTo>
                  <a:lnTo>
                    <a:pt x="29461" y="19219"/>
                  </a:lnTo>
                  <a:lnTo>
                    <a:pt x="29461" y="19219"/>
                  </a:lnTo>
                  <a:lnTo>
                    <a:pt x="29672" y="18533"/>
                  </a:lnTo>
                  <a:lnTo>
                    <a:pt x="29778" y="17793"/>
                  </a:lnTo>
                  <a:lnTo>
                    <a:pt x="29989" y="16421"/>
                  </a:lnTo>
                  <a:lnTo>
                    <a:pt x="30042" y="15154"/>
                  </a:lnTo>
                  <a:lnTo>
                    <a:pt x="30042" y="14045"/>
                  </a:lnTo>
                  <a:lnTo>
                    <a:pt x="30042" y="14045"/>
                  </a:lnTo>
                  <a:lnTo>
                    <a:pt x="29989" y="13042"/>
                  </a:lnTo>
                  <a:lnTo>
                    <a:pt x="29883" y="11986"/>
                  </a:lnTo>
                  <a:lnTo>
                    <a:pt x="29619" y="10877"/>
                  </a:lnTo>
                  <a:lnTo>
                    <a:pt x="29250" y="9768"/>
                  </a:lnTo>
                  <a:lnTo>
                    <a:pt x="28774" y="8607"/>
                  </a:lnTo>
                  <a:lnTo>
                    <a:pt x="28194" y="7445"/>
                  </a:lnTo>
                  <a:lnTo>
                    <a:pt x="27507" y="6284"/>
                  </a:lnTo>
                  <a:lnTo>
                    <a:pt x="27085" y="5703"/>
                  </a:lnTo>
                  <a:lnTo>
                    <a:pt x="26663" y="5175"/>
                  </a:lnTo>
                  <a:lnTo>
                    <a:pt x="26240" y="4647"/>
                  </a:lnTo>
                  <a:lnTo>
                    <a:pt x="25712" y="4119"/>
                  </a:lnTo>
                  <a:lnTo>
                    <a:pt x="25184" y="3644"/>
                  </a:lnTo>
                  <a:lnTo>
                    <a:pt x="24603" y="3169"/>
                  </a:lnTo>
                  <a:lnTo>
                    <a:pt x="24023" y="2694"/>
                  </a:lnTo>
                  <a:lnTo>
                    <a:pt x="23389" y="2271"/>
                  </a:lnTo>
                  <a:lnTo>
                    <a:pt x="22703" y="1849"/>
                  </a:lnTo>
                  <a:lnTo>
                    <a:pt x="22016" y="1532"/>
                  </a:lnTo>
                  <a:lnTo>
                    <a:pt x="21277" y="1162"/>
                  </a:lnTo>
                  <a:lnTo>
                    <a:pt x="20485" y="898"/>
                  </a:lnTo>
                  <a:lnTo>
                    <a:pt x="19641" y="634"/>
                  </a:lnTo>
                  <a:lnTo>
                    <a:pt x="18796" y="423"/>
                  </a:lnTo>
                  <a:lnTo>
                    <a:pt x="17898" y="265"/>
                  </a:lnTo>
                  <a:lnTo>
                    <a:pt x="16948" y="107"/>
                  </a:lnTo>
                  <a:lnTo>
                    <a:pt x="15945" y="54"/>
                  </a:lnTo>
                  <a:lnTo>
                    <a:pt x="1488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8"/>
            <p:cNvSpPr/>
            <p:nvPr/>
          </p:nvSpPr>
          <p:spPr>
            <a:xfrm>
              <a:off x="1494200" y="822825"/>
              <a:ext cx="575500" cy="246850"/>
            </a:xfrm>
            <a:custGeom>
              <a:avLst/>
              <a:gdLst/>
              <a:ahLst/>
              <a:cxnLst/>
              <a:rect l="l" t="t" r="r" b="b"/>
              <a:pathLst>
                <a:path w="23020" h="9874" extrusionOk="0">
                  <a:moveTo>
                    <a:pt x="23020" y="1"/>
                  </a:moveTo>
                  <a:lnTo>
                    <a:pt x="19746" y="793"/>
                  </a:lnTo>
                  <a:lnTo>
                    <a:pt x="16579" y="1585"/>
                  </a:lnTo>
                  <a:lnTo>
                    <a:pt x="13516" y="2482"/>
                  </a:lnTo>
                  <a:lnTo>
                    <a:pt x="10613" y="3486"/>
                  </a:lnTo>
                  <a:lnTo>
                    <a:pt x="7762" y="4489"/>
                  </a:lnTo>
                  <a:lnTo>
                    <a:pt x="5069" y="5597"/>
                  </a:lnTo>
                  <a:lnTo>
                    <a:pt x="2482" y="6759"/>
                  </a:lnTo>
                  <a:lnTo>
                    <a:pt x="0" y="7973"/>
                  </a:lnTo>
                  <a:lnTo>
                    <a:pt x="792" y="8396"/>
                  </a:lnTo>
                  <a:lnTo>
                    <a:pt x="1637" y="8765"/>
                  </a:lnTo>
                  <a:lnTo>
                    <a:pt x="2535" y="9082"/>
                  </a:lnTo>
                  <a:lnTo>
                    <a:pt x="3538" y="9399"/>
                  </a:lnTo>
                  <a:lnTo>
                    <a:pt x="4541" y="9610"/>
                  </a:lnTo>
                  <a:lnTo>
                    <a:pt x="5650" y="9768"/>
                  </a:lnTo>
                  <a:lnTo>
                    <a:pt x="6864" y="9874"/>
                  </a:lnTo>
                  <a:lnTo>
                    <a:pt x="8606" y="9874"/>
                  </a:lnTo>
                  <a:lnTo>
                    <a:pt x="10401" y="9768"/>
                  </a:lnTo>
                  <a:lnTo>
                    <a:pt x="11985" y="9610"/>
                  </a:lnTo>
                  <a:lnTo>
                    <a:pt x="13464" y="9293"/>
                  </a:lnTo>
                  <a:lnTo>
                    <a:pt x="14836" y="8924"/>
                  </a:lnTo>
                  <a:lnTo>
                    <a:pt x="16051" y="8448"/>
                  </a:lnTo>
                  <a:lnTo>
                    <a:pt x="17159" y="7868"/>
                  </a:lnTo>
                  <a:lnTo>
                    <a:pt x="18162" y="7287"/>
                  </a:lnTo>
                  <a:lnTo>
                    <a:pt x="19007" y="6601"/>
                  </a:lnTo>
                  <a:lnTo>
                    <a:pt x="19799" y="5861"/>
                  </a:lnTo>
                  <a:lnTo>
                    <a:pt x="20538" y="5122"/>
                  </a:lnTo>
                  <a:lnTo>
                    <a:pt x="21119" y="4330"/>
                  </a:lnTo>
                  <a:lnTo>
                    <a:pt x="21647" y="3486"/>
                  </a:lnTo>
                  <a:lnTo>
                    <a:pt x="22069" y="2641"/>
                  </a:lnTo>
                  <a:lnTo>
                    <a:pt x="22492" y="1743"/>
                  </a:lnTo>
                  <a:lnTo>
                    <a:pt x="22809" y="898"/>
                  </a:lnTo>
                  <a:lnTo>
                    <a:pt x="23020" y="1"/>
                  </a:lnTo>
                  <a:close/>
                </a:path>
              </a:pathLst>
            </a:custGeom>
            <a:solidFill>
              <a:srgbClr val="006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8"/>
            <p:cNvSpPr/>
            <p:nvPr/>
          </p:nvSpPr>
          <p:spPr>
            <a:xfrm>
              <a:off x="1494200" y="822825"/>
              <a:ext cx="575500" cy="246850"/>
            </a:xfrm>
            <a:custGeom>
              <a:avLst/>
              <a:gdLst/>
              <a:ahLst/>
              <a:cxnLst/>
              <a:rect l="l" t="t" r="r" b="b"/>
              <a:pathLst>
                <a:path w="23020" h="9874" fill="none" extrusionOk="0">
                  <a:moveTo>
                    <a:pt x="23020" y="1"/>
                  </a:moveTo>
                  <a:lnTo>
                    <a:pt x="23020" y="1"/>
                  </a:lnTo>
                  <a:lnTo>
                    <a:pt x="19746" y="793"/>
                  </a:lnTo>
                  <a:lnTo>
                    <a:pt x="16579" y="1585"/>
                  </a:lnTo>
                  <a:lnTo>
                    <a:pt x="13516" y="2482"/>
                  </a:lnTo>
                  <a:lnTo>
                    <a:pt x="10613" y="3486"/>
                  </a:lnTo>
                  <a:lnTo>
                    <a:pt x="7762" y="4489"/>
                  </a:lnTo>
                  <a:lnTo>
                    <a:pt x="5069" y="5597"/>
                  </a:lnTo>
                  <a:lnTo>
                    <a:pt x="2482" y="6759"/>
                  </a:lnTo>
                  <a:lnTo>
                    <a:pt x="0" y="7973"/>
                  </a:lnTo>
                  <a:lnTo>
                    <a:pt x="0" y="7973"/>
                  </a:lnTo>
                  <a:lnTo>
                    <a:pt x="792" y="8396"/>
                  </a:lnTo>
                  <a:lnTo>
                    <a:pt x="1637" y="8765"/>
                  </a:lnTo>
                  <a:lnTo>
                    <a:pt x="2535" y="9082"/>
                  </a:lnTo>
                  <a:lnTo>
                    <a:pt x="3538" y="9399"/>
                  </a:lnTo>
                  <a:lnTo>
                    <a:pt x="4541" y="9610"/>
                  </a:lnTo>
                  <a:lnTo>
                    <a:pt x="5650" y="9768"/>
                  </a:lnTo>
                  <a:lnTo>
                    <a:pt x="6864" y="9874"/>
                  </a:lnTo>
                  <a:lnTo>
                    <a:pt x="8078" y="9874"/>
                  </a:lnTo>
                  <a:lnTo>
                    <a:pt x="8078" y="9874"/>
                  </a:lnTo>
                  <a:lnTo>
                    <a:pt x="8606" y="9874"/>
                  </a:lnTo>
                  <a:lnTo>
                    <a:pt x="8606" y="9874"/>
                  </a:lnTo>
                  <a:lnTo>
                    <a:pt x="10401" y="9768"/>
                  </a:lnTo>
                  <a:lnTo>
                    <a:pt x="11985" y="9610"/>
                  </a:lnTo>
                  <a:lnTo>
                    <a:pt x="13464" y="9293"/>
                  </a:lnTo>
                  <a:lnTo>
                    <a:pt x="14836" y="8924"/>
                  </a:lnTo>
                  <a:lnTo>
                    <a:pt x="16051" y="8448"/>
                  </a:lnTo>
                  <a:lnTo>
                    <a:pt x="17159" y="7868"/>
                  </a:lnTo>
                  <a:lnTo>
                    <a:pt x="18162" y="7287"/>
                  </a:lnTo>
                  <a:lnTo>
                    <a:pt x="19007" y="6601"/>
                  </a:lnTo>
                  <a:lnTo>
                    <a:pt x="19799" y="5861"/>
                  </a:lnTo>
                  <a:lnTo>
                    <a:pt x="20538" y="5122"/>
                  </a:lnTo>
                  <a:lnTo>
                    <a:pt x="21119" y="4330"/>
                  </a:lnTo>
                  <a:lnTo>
                    <a:pt x="21647" y="3486"/>
                  </a:lnTo>
                  <a:lnTo>
                    <a:pt x="22069" y="2641"/>
                  </a:lnTo>
                  <a:lnTo>
                    <a:pt x="22492" y="1743"/>
                  </a:lnTo>
                  <a:lnTo>
                    <a:pt x="22809" y="898"/>
                  </a:lnTo>
                  <a:lnTo>
                    <a:pt x="2302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8"/>
            <p:cNvSpPr/>
            <p:nvPr/>
          </p:nvSpPr>
          <p:spPr>
            <a:xfrm>
              <a:off x="1598475" y="622200"/>
              <a:ext cx="188775" cy="171625"/>
            </a:xfrm>
            <a:custGeom>
              <a:avLst/>
              <a:gdLst/>
              <a:ahLst/>
              <a:cxnLst/>
              <a:rect l="l" t="t" r="r" b="b"/>
              <a:pathLst>
                <a:path w="7551" h="6865" extrusionOk="0">
                  <a:moveTo>
                    <a:pt x="2376" y="1"/>
                  </a:moveTo>
                  <a:lnTo>
                    <a:pt x="1795" y="476"/>
                  </a:lnTo>
                  <a:lnTo>
                    <a:pt x="1320" y="951"/>
                  </a:lnTo>
                  <a:lnTo>
                    <a:pt x="951" y="1479"/>
                  </a:lnTo>
                  <a:lnTo>
                    <a:pt x="581" y="1954"/>
                  </a:lnTo>
                  <a:lnTo>
                    <a:pt x="317" y="2482"/>
                  </a:lnTo>
                  <a:lnTo>
                    <a:pt x="159" y="3063"/>
                  </a:lnTo>
                  <a:lnTo>
                    <a:pt x="53" y="3591"/>
                  </a:lnTo>
                  <a:lnTo>
                    <a:pt x="0" y="4172"/>
                  </a:lnTo>
                  <a:lnTo>
                    <a:pt x="53" y="4858"/>
                  </a:lnTo>
                  <a:lnTo>
                    <a:pt x="212" y="5544"/>
                  </a:lnTo>
                  <a:lnTo>
                    <a:pt x="476" y="6178"/>
                  </a:lnTo>
                  <a:lnTo>
                    <a:pt x="845" y="6864"/>
                  </a:lnTo>
                  <a:lnTo>
                    <a:pt x="2851" y="6125"/>
                  </a:lnTo>
                  <a:lnTo>
                    <a:pt x="3063" y="6020"/>
                  </a:lnTo>
                  <a:lnTo>
                    <a:pt x="3221" y="5914"/>
                  </a:lnTo>
                  <a:lnTo>
                    <a:pt x="3274" y="5756"/>
                  </a:lnTo>
                  <a:lnTo>
                    <a:pt x="3327" y="5544"/>
                  </a:lnTo>
                  <a:lnTo>
                    <a:pt x="3327" y="5386"/>
                  </a:lnTo>
                  <a:lnTo>
                    <a:pt x="3221" y="5228"/>
                  </a:lnTo>
                  <a:lnTo>
                    <a:pt x="2957" y="4700"/>
                  </a:lnTo>
                  <a:lnTo>
                    <a:pt x="2799" y="4277"/>
                  </a:lnTo>
                  <a:lnTo>
                    <a:pt x="2693" y="3855"/>
                  </a:lnTo>
                  <a:lnTo>
                    <a:pt x="2640" y="3433"/>
                  </a:lnTo>
                  <a:lnTo>
                    <a:pt x="2640" y="3063"/>
                  </a:lnTo>
                  <a:lnTo>
                    <a:pt x="2746" y="2746"/>
                  </a:lnTo>
                  <a:lnTo>
                    <a:pt x="2957" y="2218"/>
                  </a:lnTo>
                  <a:lnTo>
                    <a:pt x="3221" y="1743"/>
                  </a:lnTo>
                  <a:lnTo>
                    <a:pt x="3485" y="1426"/>
                  </a:lnTo>
                  <a:lnTo>
                    <a:pt x="3643" y="1268"/>
                  </a:lnTo>
                  <a:lnTo>
                    <a:pt x="3696" y="1057"/>
                  </a:lnTo>
                  <a:lnTo>
                    <a:pt x="3591" y="846"/>
                  </a:lnTo>
                  <a:lnTo>
                    <a:pt x="3432" y="634"/>
                  </a:lnTo>
                  <a:lnTo>
                    <a:pt x="2376" y="1"/>
                  </a:lnTo>
                  <a:close/>
                  <a:moveTo>
                    <a:pt x="6230" y="1"/>
                  </a:moveTo>
                  <a:lnTo>
                    <a:pt x="5650" y="476"/>
                  </a:lnTo>
                  <a:lnTo>
                    <a:pt x="5174" y="951"/>
                  </a:lnTo>
                  <a:lnTo>
                    <a:pt x="4805" y="1479"/>
                  </a:lnTo>
                  <a:lnTo>
                    <a:pt x="4435" y="1954"/>
                  </a:lnTo>
                  <a:lnTo>
                    <a:pt x="4171" y="2482"/>
                  </a:lnTo>
                  <a:lnTo>
                    <a:pt x="4013" y="3063"/>
                  </a:lnTo>
                  <a:lnTo>
                    <a:pt x="3907" y="3591"/>
                  </a:lnTo>
                  <a:lnTo>
                    <a:pt x="3855" y="4172"/>
                  </a:lnTo>
                  <a:lnTo>
                    <a:pt x="3907" y="4858"/>
                  </a:lnTo>
                  <a:lnTo>
                    <a:pt x="4066" y="5544"/>
                  </a:lnTo>
                  <a:lnTo>
                    <a:pt x="4330" y="6178"/>
                  </a:lnTo>
                  <a:lnTo>
                    <a:pt x="4699" y="6864"/>
                  </a:lnTo>
                  <a:lnTo>
                    <a:pt x="6706" y="6125"/>
                  </a:lnTo>
                  <a:lnTo>
                    <a:pt x="6917" y="6020"/>
                  </a:lnTo>
                  <a:lnTo>
                    <a:pt x="7075" y="5914"/>
                  </a:lnTo>
                  <a:lnTo>
                    <a:pt x="7128" y="5756"/>
                  </a:lnTo>
                  <a:lnTo>
                    <a:pt x="7181" y="5544"/>
                  </a:lnTo>
                  <a:lnTo>
                    <a:pt x="7128" y="5386"/>
                  </a:lnTo>
                  <a:lnTo>
                    <a:pt x="7075" y="5228"/>
                  </a:lnTo>
                  <a:lnTo>
                    <a:pt x="6811" y="4700"/>
                  </a:lnTo>
                  <a:lnTo>
                    <a:pt x="6653" y="4277"/>
                  </a:lnTo>
                  <a:lnTo>
                    <a:pt x="6547" y="3855"/>
                  </a:lnTo>
                  <a:lnTo>
                    <a:pt x="6494" y="3433"/>
                  </a:lnTo>
                  <a:lnTo>
                    <a:pt x="6494" y="3063"/>
                  </a:lnTo>
                  <a:lnTo>
                    <a:pt x="6600" y="2746"/>
                  </a:lnTo>
                  <a:lnTo>
                    <a:pt x="6811" y="2218"/>
                  </a:lnTo>
                  <a:lnTo>
                    <a:pt x="7075" y="1743"/>
                  </a:lnTo>
                  <a:lnTo>
                    <a:pt x="7339" y="1426"/>
                  </a:lnTo>
                  <a:lnTo>
                    <a:pt x="7445" y="1268"/>
                  </a:lnTo>
                  <a:lnTo>
                    <a:pt x="7550" y="1057"/>
                  </a:lnTo>
                  <a:lnTo>
                    <a:pt x="7445" y="846"/>
                  </a:lnTo>
                  <a:lnTo>
                    <a:pt x="7286" y="634"/>
                  </a:lnTo>
                  <a:lnTo>
                    <a:pt x="623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8"/>
            <p:cNvSpPr/>
            <p:nvPr/>
          </p:nvSpPr>
          <p:spPr>
            <a:xfrm>
              <a:off x="4526050" y="238125"/>
              <a:ext cx="2568575" cy="2486725"/>
            </a:xfrm>
            <a:custGeom>
              <a:avLst/>
              <a:gdLst/>
              <a:ahLst/>
              <a:cxnLst/>
              <a:rect l="l" t="t" r="r" b="b"/>
              <a:pathLst>
                <a:path w="102743" h="99469" extrusionOk="0">
                  <a:moveTo>
                    <a:pt x="50949" y="0"/>
                  </a:moveTo>
                  <a:lnTo>
                    <a:pt x="48520" y="53"/>
                  </a:lnTo>
                  <a:lnTo>
                    <a:pt x="45247" y="211"/>
                  </a:lnTo>
                  <a:lnTo>
                    <a:pt x="42132" y="475"/>
                  </a:lnTo>
                  <a:lnTo>
                    <a:pt x="39122" y="845"/>
                  </a:lnTo>
                  <a:lnTo>
                    <a:pt x="36324" y="1267"/>
                  </a:lnTo>
                  <a:lnTo>
                    <a:pt x="33632" y="1795"/>
                  </a:lnTo>
                  <a:lnTo>
                    <a:pt x="31097" y="2429"/>
                  </a:lnTo>
                  <a:lnTo>
                    <a:pt x="28721" y="3115"/>
                  </a:lnTo>
                  <a:lnTo>
                    <a:pt x="26451" y="3907"/>
                  </a:lnTo>
                  <a:lnTo>
                    <a:pt x="24287" y="4752"/>
                  </a:lnTo>
                  <a:lnTo>
                    <a:pt x="22280" y="5702"/>
                  </a:lnTo>
                  <a:lnTo>
                    <a:pt x="20380" y="6705"/>
                  </a:lnTo>
                  <a:lnTo>
                    <a:pt x="18585" y="7761"/>
                  </a:lnTo>
                  <a:lnTo>
                    <a:pt x="16895" y="8870"/>
                  </a:lnTo>
                  <a:lnTo>
                    <a:pt x="15364" y="10031"/>
                  </a:lnTo>
                  <a:lnTo>
                    <a:pt x="13886" y="11246"/>
                  </a:lnTo>
                  <a:lnTo>
                    <a:pt x="12513" y="12513"/>
                  </a:lnTo>
                  <a:lnTo>
                    <a:pt x="12724" y="13146"/>
                  </a:lnTo>
                  <a:lnTo>
                    <a:pt x="12830" y="13780"/>
                  </a:lnTo>
                  <a:lnTo>
                    <a:pt x="12935" y="14361"/>
                  </a:lnTo>
                  <a:lnTo>
                    <a:pt x="12988" y="14889"/>
                  </a:lnTo>
                  <a:lnTo>
                    <a:pt x="12935" y="15997"/>
                  </a:lnTo>
                  <a:lnTo>
                    <a:pt x="12882" y="16578"/>
                  </a:lnTo>
                  <a:lnTo>
                    <a:pt x="12777" y="17212"/>
                  </a:lnTo>
                  <a:lnTo>
                    <a:pt x="12619" y="17898"/>
                  </a:lnTo>
                  <a:lnTo>
                    <a:pt x="12407" y="18532"/>
                  </a:lnTo>
                  <a:lnTo>
                    <a:pt x="12143" y="19218"/>
                  </a:lnTo>
                  <a:lnTo>
                    <a:pt x="11774" y="19852"/>
                  </a:lnTo>
                  <a:lnTo>
                    <a:pt x="11299" y="20485"/>
                  </a:lnTo>
                  <a:lnTo>
                    <a:pt x="10771" y="21119"/>
                  </a:lnTo>
                  <a:lnTo>
                    <a:pt x="10137" y="21647"/>
                  </a:lnTo>
                  <a:lnTo>
                    <a:pt x="9398" y="22122"/>
                  </a:lnTo>
                  <a:lnTo>
                    <a:pt x="8553" y="22544"/>
                  </a:lnTo>
                  <a:lnTo>
                    <a:pt x="8078" y="22703"/>
                  </a:lnTo>
                  <a:lnTo>
                    <a:pt x="7550" y="22861"/>
                  </a:lnTo>
                  <a:lnTo>
                    <a:pt x="6969" y="22967"/>
                  </a:lnTo>
                  <a:lnTo>
                    <a:pt x="6389" y="23072"/>
                  </a:lnTo>
                  <a:lnTo>
                    <a:pt x="5808" y="23178"/>
                  </a:lnTo>
                  <a:lnTo>
                    <a:pt x="5121" y="23231"/>
                  </a:lnTo>
                  <a:lnTo>
                    <a:pt x="4593" y="24445"/>
                  </a:lnTo>
                  <a:lnTo>
                    <a:pt x="4065" y="25659"/>
                  </a:lnTo>
                  <a:lnTo>
                    <a:pt x="3643" y="26926"/>
                  </a:lnTo>
                  <a:lnTo>
                    <a:pt x="3221" y="28193"/>
                  </a:lnTo>
                  <a:lnTo>
                    <a:pt x="2798" y="29461"/>
                  </a:lnTo>
                  <a:lnTo>
                    <a:pt x="2482" y="30728"/>
                  </a:lnTo>
                  <a:lnTo>
                    <a:pt x="1848" y="33209"/>
                  </a:lnTo>
                  <a:lnTo>
                    <a:pt x="1320" y="35743"/>
                  </a:lnTo>
                  <a:lnTo>
                    <a:pt x="898" y="38278"/>
                  </a:lnTo>
                  <a:lnTo>
                    <a:pt x="528" y="40706"/>
                  </a:lnTo>
                  <a:lnTo>
                    <a:pt x="264" y="43135"/>
                  </a:lnTo>
                  <a:lnTo>
                    <a:pt x="106" y="44983"/>
                  </a:lnTo>
                  <a:lnTo>
                    <a:pt x="0" y="46936"/>
                  </a:lnTo>
                  <a:lnTo>
                    <a:pt x="1267" y="48256"/>
                  </a:lnTo>
                  <a:lnTo>
                    <a:pt x="2534" y="49629"/>
                  </a:lnTo>
                  <a:lnTo>
                    <a:pt x="3749" y="51054"/>
                  </a:lnTo>
                  <a:lnTo>
                    <a:pt x="4910" y="52427"/>
                  </a:lnTo>
                  <a:lnTo>
                    <a:pt x="6072" y="53853"/>
                  </a:lnTo>
                  <a:lnTo>
                    <a:pt x="7180" y="55331"/>
                  </a:lnTo>
                  <a:lnTo>
                    <a:pt x="8236" y="56756"/>
                  </a:lnTo>
                  <a:lnTo>
                    <a:pt x="9292" y="58235"/>
                  </a:lnTo>
                  <a:lnTo>
                    <a:pt x="10295" y="59713"/>
                  </a:lnTo>
                  <a:lnTo>
                    <a:pt x="11246" y="61191"/>
                  </a:lnTo>
                  <a:lnTo>
                    <a:pt x="12196" y="62722"/>
                  </a:lnTo>
                  <a:lnTo>
                    <a:pt x="13094" y="64201"/>
                  </a:lnTo>
                  <a:lnTo>
                    <a:pt x="13938" y="65732"/>
                  </a:lnTo>
                  <a:lnTo>
                    <a:pt x="14783" y="67210"/>
                  </a:lnTo>
                  <a:lnTo>
                    <a:pt x="16367" y="70272"/>
                  </a:lnTo>
                  <a:lnTo>
                    <a:pt x="17793" y="73335"/>
                  </a:lnTo>
                  <a:lnTo>
                    <a:pt x="19112" y="76397"/>
                  </a:lnTo>
                  <a:lnTo>
                    <a:pt x="20274" y="79406"/>
                  </a:lnTo>
                  <a:lnTo>
                    <a:pt x="21330" y="82468"/>
                  </a:lnTo>
                  <a:lnTo>
                    <a:pt x="22280" y="85478"/>
                  </a:lnTo>
                  <a:lnTo>
                    <a:pt x="23072" y="88434"/>
                  </a:lnTo>
                  <a:lnTo>
                    <a:pt x="23811" y="91338"/>
                  </a:lnTo>
                  <a:lnTo>
                    <a:pt x="24392" y="94189"/>
                  </a:lnTo>
                  <a:lnTo>
                    <a:pt x="25659" y="94823"/>
                  </a:lnTo>
                  <a:lnTo>
                    <a:pt x="26926" y="95351"/>
                  </a:lnTo>
                  <a:lnTo>
                    <a:pt x="28299" y="95932"/>
                  </a:lnTo>
                  <a:lnTo>
                    <a:pt x="29672" y="96407"/>
                  </a:lnTo>
                  <a:lnTo>
                    <a:pt x="31097" y="96882"/>
                  </a:lnTo>
                  <a:lnTo>
                    <a:pt x="32576" y="97304"/>
                  </a:lnTo>
                  <a:lnTo>
                    <a:pt x="34054" y="97727"/>
                  </a:lnTo>
                  <a:lnTo>
                    <a:pt x="35585" y="98043"/>
                  </a:lnTo>
                  <a:lnTo>
                    <a:pt x="37222" y="98360"/>
                  </a:lnTo>
                  <a:lnTo>
                    <a:pt x="38858" y="98677"/>
                  </a:lnTo>
                  <a:lnTo>
                    <a:pt x="40548" y="98888"/>
                  </a:lnTo>
                  <a:lnTo>
                    <a:pt x="42237" y="99099"/>
                  </a:lnTo>
                  <a:lnTo>
                    <a:pt x="44032" y="99258"/>
                  </a:lnTo>
                  <a:lnTo>
                    <a:pt x="45828" y="99363"/>
                  </a:lnTo>
                  <a:lnTo>
                    <a:pt x="47728" y="99416"/>
                  </a:lnTo>
                  <a:lnTo>
                    <a:pt x="49629" y="99469"/>
                  </a:lnTo>
                  <a:lnTo>
                    <a:pt x="51477" y="99416"/>
                  </a:lnTo>
                  <a:lnTo>
                    <a:pt x="54539" y="99311"/>
                  </a:lnTo>
                  <a:lnTo>
                    <a:pt x="57496" y="99099"/>
                  </a:lnTo>
                  <a:lnTo>
                    <a:pt x="60294" y="98835"/>
                  </a:lnTo>
                  <a:lnTo>
                    <a:pt x="62986" y="98413"/>
                  </a:lnTo>
                  <a:lnTo>
                    <a:pt x="65521" y="97938"/>
                  </a:lnTo>
                  <a:lnTo>
                    <a:pt x="68002" y="97410"/>
                  </a:lnTo>
                  <a:lnTo>
                    <a:pt x="70325" y="96776"/>
                  </a:lnTo>
                  <a:lnTo>
                    <a:pt x="72595" y="96090"/>
                  </a:lnTo>
                  <a:lnTo>
                    <a:pt x="74707" y="95298"/>
                  </a:lnTo>
                  <a:lnTo>
                    <a:pt x="76766" y="94453"/>
                  </a:lnTo>
                  <a:lnTo>
                    <a:pt x="78720" y="93556"/>
                  </a:lnTo>
                  <a:lnTo>
                    <a:pt x="80568" y="92605"/>
                  </a:lnTo>
                  <a:lnTo>
                    <a:pt x="82310" y="91602"/>
                  </a:lnTo>
                  <a:lnTo>
                    <a:pt x="83947" y="90546"/>
                  </a:lnTo>
                  <a:lnTo>
                    <a:pt x="85531" y="89438"/>
                  </a:lnTo>
                  <a:lnTo>
                    <a:pt x="87009" y="88223"/>
                  </a:lnTo>
                  <a:lnTo>
                    <a:pt x="86745" y="87537"/>
                  </a:lnTo>
                  <a:lnTo>
                    <a:pt x="86586" y="86851"/>
                  </a:lnTo>
                  <a:lnTo>
                    <a:pt x="86481" y="86217"/>
                  </a:lnTo>
                  <a:lnTo>
                    <a:pt x="86428" y="85636"/>
                  </a:lnTo>
                  <a:lnTo>
                    <a:pt x="86481" y="84580"/>
                  </a:lnTo>
                  <a:lnTo>
                    <a:pt x="86534" y="83947"/>
                  </a:lnTo>
                  <a:lnTo>
                    <a:pt x="86639" y="83260"/>
                  </a:lnTo>
                  <a:lnTo>
                    <a:pt x="86798" y="82627"/>
                  </a:lnTo>
                  <a:lnTo>
                    <a:pt x="87062" y="81940"/>
                  </a:lnTo>
                  <a:lnTo>
                    <a:pt x="87326" y="81254"/>
                  </a:lnTo>
                  <a:lnTo>
                    <a:pt x="87695" y="80568"/>
                  </a:lnTo>
                  <a:lnTo>
                    <a:pt x="88170" y="79934"/>
                  </a:lnTo>
                  <a:lnTo>
                    <a:pt x="88751" y="79353"/>
                  </a:lnTo>
                  <a:lnTo>
                    <a:pt x="89438" y="78825"/>
                  </a:lnTo>
                  <a:lnTo>
                    <a:pt x="90229" y="78350"/>
                  </a:lnTo>
                  <a:lnTo>
                    <a:pt x="90652" y="78139"/>
                  </a:lnTo>
                  <a:lnTo>
                    <a:pt x="91127" y="77928"/>
                  </a:lnTo>
                  <a:lnTo>
                    <a:pt x="91655" y="77770"/>
                  </a:lnTo>
                  <a:lnTo>
                    <a:pt x="92183" y="77611"/>
                  </a:lnTo>
                  <a:lnTo>
                    <a:pt x="92764" y="77506"/>
                  </a:lnTo>
                  <a:lnTo>
                    <a:pt x="93397" y="77400"/>
                  </a:lnTo>
                  <a:lnTo>
                    <a:pt x="94031" y="77347"/>
                  </a:lnTo>
                  <a:lnTo>
                    <a:pt x="94717" y="77294"/>
                  </a:lnTo>
                  <a:lnTo>
                    <a:pt x="95034" y="77294"/>
                  </a:lnTo>
                  <a:lnTo>
                    <a:pt x="96090" y="77347"/>
                  </a:lnTo>
                  <a:lnTo>
                    <a:pt x="97146" y="75394"/>
                  </a:lnTo>
                  <a:lnTo>
                    <a:pt x="98043" y="73440"/>
                  </a:lnTo>
                  <a:lnTo>
                    <a:pt x="98888" y="71487"/>
                  </a:lnTo>
                  <a:lnTo>
                    <a:pt x="99627" y="69480"/>
                  </a:lnTo>
                  <a:lnTo>
                    <a:pt x="100261" y="67474"/>
                  </a:lnTo>
                  <a:lnTo>
                    <a:pt x="100789" y="65521"/>
                  </a:lnTo>
                  <a:lnTo>
                    <a:pt x="101264" y="63514"/>
                  </a:lnTo>
                  <a:lnTo>
                    <a:pt x="101634" y="61614"/>
                  </a:lnTo>
                  <a:lnTo>
                    <a:pt x="101950" y="59713"/>
                  </a:lnTo>
                  <a:lnTo>
                    <a:pt x="102214" y="57812"/>
                  </a:lnTo>
                  <a:lnTo>
                    <a:pt x="102425" y="56017"/>
                  </a:lnTo>
                  <a:lnTo>
                    <a:pt x="102584" y="54222"/>
                  </a:lnTo>
                  <a:lnTo>
                    <a:pt x="102689" y="52533"/>
                  </a:lnTo>
                  <a:lnTo>
                    <a:pt x="102742" y="50896"/>
                  </a:lnTo>
                  <a:lnTo>
                    <a:pt x="102742" y="47887"/>
                  </a:lnTo>
                  <a:lnTo>
                    <a:pt x="102689" y="46303"/>
                  </a:lnTo>
                  <a:lnTo>
                    <a:pt x="102584" y="44560"/>
                  </a:lnTo>
                  <a:lnTo>
                    <a:pt x="102320" y="42818"/>
                  </a:lnTo>
                  <a:lnTo>
                    <a:pt x="102056" y="41023"/>
                  </a:lnTo>
                  <a:lnTo>
                    <a:pt x="101686" y="39122"/>
                  </a:lnTo>
                  <a:lnTo>
                    <a:pt x="101211" y="37222"/>
                  </a:lnTo>
                  <a:lnTo>
                    <a:pt x="100630" y="35268"/>
                  </a:lnTo>
                  <a:lnTo>
                    <a:pt x="99997" y="33315"/>
                  </a:lnTo>
                  <a:lnTo>
                    <a:pt x="99205" y="31308"/>
                  </a:lnTo>
                  <a:lnTo>
                    <a:pt x="98360" y="29302"/>
                  </a:lnTo>
                  <a:lnTo>
                    <a:pt x="97463" y="27296"/>
                  </a:lnTo>
                  <a:lnTo>
                    <a:pt x="96407" y="25342"/>
                  </a:lnTo>
                  <a:lnTo>
                    <a:pt x="95245" y="23389"/>
                  </a:lnTo>
                  <a:lnTo>
                    <a:pt x="93978" y="21435"/>
                  </a:lnTo>
                  <a:lnTo>
                    <a:pt x="92658" y="19482"/>
                  </a:lnTo>
                  <a:lnTo>
                    <a:pt x="91180" y="17634"/>
                  </a:lnTo>
                  <a:lnTo>
                    <a:pt x="89596" y="15786"/>
                  </a:lnTo>
                  <a:lnTo>
                    <a:pt x="88751" y="14889"/>
                  </a:lnTo>
                  <a:lnTo>
                    <a:pt x="87906" y="14044"/>
                  </a:lnTo>
                  <a:lnTo>
                    <a:pt x="87009" y="13199"/>
                  </a:lnTo>
                  <a:lnTo>
                    <a:pt x="86059" y="12354"/>
                  </a:lnTo>
                  <a:lnTo>
                    <a:pt x="85108" y="11510"/>
                  </a:lnTo>
                  <a:lnTo>
                    <a:pt x="84158" y="10718"/>
                  </a:lnTo>
                  <a:lnTo>
                    <a:pt x="83155" y="9926"/>
                  </a:lnTo>
                  <a:lnTo>
                    <a:pt x="82099" y="9187"/>
                  </a:lnTo>
                  <a:lnTo>
                    <a:pt x="81043" y="8447"/>
                  </a:lnTo>
                  <a:lnTo>
                    <a:pt x="79934" y="7708"/>
                  </a:lnTo>
                  <a:lnTo>
                    <a:pt x="78773" y="7022"/>
                  </a:lnTo>
                  <a:lnTo>
                    <a:pt x="77611" y="6388"/>
                  </a:lnTo>
                  <a:lnTo>
                    <a:pt x="76450" y="5755"/>
                  </a:lnTo>
                  <a:lnTo>
                    <a:pt x="75182" y="5121"/>
                  </a:lnTo>
                  <a:lnTo>
                    <a:pt x="73915" y="4541"/>
                  </a:lnTo>
                  <a:lnTo>
                    <a:pt x="72648" y="4013"/>
                  </a:lnTo>
                  <a:lnTo>
                    <a:pt x="71328" y="3485"/>
                  </a:lnTo>
                  <a:lnTo>
                    <a:pt x="69956" y="2957"/>
                  </a:lnTo>
                  <a:lnTo>
                    <a:pt x="68583" y="2534"/>
                  </a:lnTo>
                  <a:lnTo>
                    <a:pt x="67105" y="2112"/>
                  </a:lnTo>
                  <a:lnTo>
                    <a:pt x="65679" y="1742"/>
                  </a:lnTo>
                  <a:lnTo>
                    <a:pt x="64148" y="1373"/>
                  </a:lnTo>
                  <a:lnTo>
                    <a:pt x="62617" y="1056"/>
                  </a:lnTo>
                  <a:lnTo>
                    <a:pt x="61086" y="792"/>
                  </a:lnTo>
                  <a:lnTo>
                    <a:pt x="59449" y="581"/>
                  </a:lnTo>
                  <a:lnTo>
                    <a:pt x="57812" y="370"/>
                  </a:lnTo>
                  <a:lnTo>
                    <a:pt x="56176" y="211"/>
                  </a:lnTo>
                  <a:lnTo>
                    <a:pt x="54433" y="106"/>
                  </a:lnTo>
                  <a:lnTo>
                    <a:pt x="52691" y="53"/>
                  </a:lnTo>
                  <a:lnTo>
                    <a:pt x="50949" y="0"/>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8"/>
            <p:cNvSpPr/>
            <p:nvPr/>
          </p:nvSpPr>
          <p:spPr>
            <a:xfrm>
              <a:off x="4526050" y="238125"/>
              <a:ext cx="2568575" cy="2486725"/>
            </a:xfrm>
            <a:custGeom>
              <a:avLst/>
              <a:gdLst/>
              <a:ahLst/>
              <a:cxnLst/>
              <a:rect l="l" t="t" r="r" b="b"/>
              <a:pathLst>
                <a:path w="102743" h="99469" fill="none" extrusionOk="0">
                  <a:moveTo>
                    <a:pt x="50949" y="0"/>
                  </a:moveTo>
                  <a:lnTo>
                    <a:pt x="50949" y="0"/>
                  </a:lnTo>
                  <a:lnTo>
                    <a:pt x="48520" y="53"/>
                  </a:lnTo>
                  <a:lnTo>
                    <a:pt x="48520" y="53"/>
                  </a:lnTo>
                  <a:lnTo>
                    <a:pt x="45247" y="211"/>
                  </a:lnTo>
                  <a:lnTo>
                    <a:pt x="42132" y="475"/>
                  </a:lnTo>
                  <a:lnTo>
                    <a:pt x="39122" y="845"/>
                  </a:lnTo>
                  <a:lnTo>
                    <a:pt x="36324" y="1267"/>
                  </a:lnTo>
                  <a:lnTo>
                    <a:pt x="33632" y="1795"/>
                  </a:lnTo>
                  <a:lnTo>
                    <a:pt x="31097" y="2429"/>
                  </a:lnTo>
                  <a:lnTo>
                    <a:pt x="28721" y="3115"/>
                  </a:lnTo>
                  <a:lnTo>
                    <a:pt x="26451" y="3907"/>
                  </a:lnTo>
                  <a:lnTo>
                    <a:pt x="24287" y="4752"/>
                  </a:lnTo>
                  <a:lnTo>
                    <a:pt x="22280" y="5702"/>
                  </a:lnTo>
                  <a:lnTo>
                    <a:pt x="20380" y="6705"/>
                  </a:lnTo>
                  <a:lnTo>
                    <a:pt x="18585" y="7761"/>
                  </a:lnTo>
                  <a:lnTo>
                    <a:pt x="16895" y="8870"/>
                  </a:lnTo>
                  <a:lnTo>
                    <a:pt x="15364" y="10031"/>
                  </a:lnTo>
                  <a:lnTo>
                    <a:pt x="13886" y="11246"/>
                  </a:lnTo>
                  <a:lnTo>
                    <a:pt x="12513" y="12513"/>
                  </a:lnTo>
                  <a:lnTo>
                    <a:pt x="12513" y="12513"/>
                  </a:lnTo>
                  <a:lnTo>
                    <a:pt x="12724" y="13146"/>
                  </a:lnTo>
                  <a:lnTo>
                    <a:pt x="12830" y="13780"/>
                  </a:lnTo>
                  <a:lnTo>
                    <a:pt x="12935" y="14361"/>
                  </a:lnTo>
                  <a:lnTo>
                    <a:pt x="12988" y="14889"/>
                  </a:lnTo>
                  <a:lnTo>
                    <a:pt x="12988" y="14889"/>
                  </a:lnTo>
                  <a:lnTo>
                    <a:pt x="12935" y="15997"/>
                  </a:lnTo>
                  <a:lnTo>
                    <a:pt x="12882" y="16578"/>
                  </a:lnTo>
                  <a:lnTo>
                    <a:pt x="12777" y="17212"/>
                  </a:lnTo>
                  <a:lnTo>
                    <a:pt x="12619" y="17898"/>
                  </a:lnTo>
                  <a:lnTo>
                    <a:pt x="12407" y="18532"/>
                  </a:lnTo>
                  <a:lnTo>
                    <a:pt x="12143" y="19218"/>
                  </a:lnTo>
                  <a:lnTo>
                    <a:pt x="11774" y="19852"/>
                  </a:lnTo>
                  <a:lnTo>
                    <a:pt x="11299" y="20485"/>
                  </a:lnTo>
                  <a:lnTo>
                    <a:pt x="10771" y="21119"/>
                  </a:lnTo>
                  <a:lnTo>
                    <a:pt x="10137" y="21647"/>
                  </a:lnTo>
                  <a:lnTo>
                    <a:pt x="9398" y="22122"/>
                  </a:lnTo>
                  <a:lnTo>
                    <a:pt x="8553" y="22544"/>
                  </a:lnTo>
                  <a:lnTo>
                    <a:pt x="8078" y="22703"/>
                  </a:lnTo>
                  <a:lnTo>
                    <a:pt x="7550" y="22861"/>
                  </a:lnTo>
                  <a:lnTo>
                    <a:pt x="6969" y="22967"/>
                  </a:lnTo>
                  <a:lnTo>
                    <a:pt x="6389" y="23072"/>
                  </a:lnTo>
                  <a:lnTo>
                    <a:pt x="5808" y="23178"/>
                  </a:lnTo>
                  <a:lnTo>
                    <a:pt x="5121" y="23231"/>
                  </a:lnTo>
                  <a:lnTo>
                    <a:pt x="5121" y="23231"/>
                  </a:lnTo>
                  <a:lnTo>
                    <a:pt x="4593" y="24445"/>
                  </a:lnTo>
                  <a:lnTo>
                    <a:pt x="4065" y="25659"/>
                  </a:lnTo>
                  <a:lnTo>
                    <a:pt x="3643" y="26926"/>
                  </a:lnTo>
                  <a:lnTo>
                    <a:pt x="3221" y="28193"/>
                  </a:lnTo>
                  <a:lnTo>
                    <a:pt x="2798" y="29461"/>
                  </a:lnTo>
                  <a:lnTo>
                    <a:pt x="2482" y="30728"/>
                  </a:lnTo>
                  <a:lnTo>
                    <a:pt x="1848" y="33209"/>
                  </a:lnTo>
                  <a:lnTo>
                    <a:pt x="1320" y="35743"/>
                  </a:lnTo>
                  <a:lnTo>
                    <a:pt x="898" y="38278"/>
                  </a:lnTo>
                  <a:lnTo>
                    <a:pt x="528" y="40706"/>
                  </a:lnTo>
                  <a:lnTo>
                    <a:pt x="264" y="43135"/>
                  </a:lnTo>
                  <a:lnTo>
                    <a:pt x="264" y="43135"/>
                  </a:lnTo>
                  <a:lnTo>
                    <a:pt x="106" y="44983"/>
                  </a:lnTo>
                  <a:lnTo>
                    <a:pt x="0" y="46936"/>
                  </a:lnTo>
                  <a:lnTo>
                    <a:pt x="0" y="46936"/>
                  </a:lnTo>
                  <a:lnTo>
                    <a:pt x="1267" y="48256"/>
                  </a:lnTo>
                  <a:lnTo>
                    <a:pt x="2534" y="49629"/>
                  </a:lnTo>
                  <a:lnTo>
                    <a:pt x="3749" y="51054"/>
                  </a:lnTo>
                  <a:lnTo>
                    <a:pt x="4910" y="52427"/>
                  </a:lnTo>
                  <a:lnTo>
                    <a:pt x="6072" y="53853"/>
                  </a:lnTo>
                  <a:lnTo>
                    <a:pt x="7180" y="55331"/>
                  </a:lnTo>
                  <a:lnTo>
                    <a:pt x="8236" y="56756"/>
                  </a:lnTo>
                  <a:lnTo>
                    <a:pt x="9292" y="58235"/>
                  </a:lnTo>
                  <a:lnTo>
                    <a:pt x="10295" y="59713"/>
                  </a:lnTo>
                  <a:lnTo>
                    <a:pt x="11246" y="61191"/>
                  </a:lnTo>
                  <a:lnTo>
                    <a:pt x="12196" y="62722"/>
                  </a:lnTo>
                  <a:lnTo>
                    <a:pt x="13094" y="64201"/>
                  </a:lnTo>
                  <a:lnTo>
                    <a:pt x="13938" y="65732"/>
                  </a:lnTo>
                  <a:lnTo>
                    <a:pt x="14783" y="67210"/>
                  </a:lnTo>
                  <a:lnTo>
                    <a:pt x="16367" y="70272"/>
                  </a:lnTo>
                  <a:lnTo>
                    <a:pt x="17793" y="73335"/>
                  </a:lnTo>
                  <a:lnTo>
                    <a:pt x="19112" y="76397"/>
                  </a:lnTo>
                  <a:lnTo>
                    <a:pt x="20274" y="79406"/>
                  </a:lnTo>
                  <a:lnTo>
                    <a:pt x="21330" y="82468"/>
                  </a:lnTo>
                  <a:lnTo>
                    <a:pt x="22280" y="85478"/>
                  </a:lnTo>
                  <a:lnTo>
                    <a:pt x="23072" y="88434"/>
                  </a:lnTo>
                  <a:lnTo>
                    <a:pt x="23811" y="91338"/>
                  </a:lnTo>
                  <a:lnTo>
                    <a:pt x="24392" y="94189"/>
                  </a:lnTo>
                  <a:lnTo>
                    <a:pt x="24392" y="94189"/>
                  </a:lnTo>
                  <a:lnTo>
                    <a:pt x="25659" y="94823"/>
                  </a:lnTo>
                  <a:lnTo>
                    <a:pt x="26926" y="95351"/>
                  </a:lnTo>
                  <a:lnTo>
                    <a:pt x="28299" y="95932"/>
                  </a:lnTo>
                  <a:lnTo>
                    <a:pt x="29672" y="96407"/>
                  </a:lnTo>
                  <a:lnTo>
                    <a:pt x="31097" y="96882"/>
                  </a:lnTo>
                  <a:lnTo>
                    <a:pt x="32576" y="97304"/>
                  </a:lnTo>
                  <a:lnTo>
                    <a:pt x="34054" y="97727"/>
                  </a:lnTo>
                  <a:lnTo>
                    <a:pt x="35585" y="98043"/>
                  </a:lnTo>
                  <a:lnTo>
                    <a:pt x="37222" y="98360"/>
                  </a:lnTo>
                  <a:lnTo>
                    <a:pt x="38858" y="98677"/>
                  </a:lnTo>
                  <a:lnTo>
                    <a:pt x="40548" y="98888"/>
                  </a:lnTo>
                  <a:lnTo>
                    <a:pt x="42237" y="99099"/>
                  </a:lnTo>
                  <a:lnTo>
                    <a:pt x="44032" y="99258"/>
                  </a:lnTo>
                  <a:lnTo>
                    <a:pt x="45828" y="99363"/>
                  </a:lnTo>
                  <a:lnTo>
                    <a:pt x="47728" y="99416"/>
                  </a:lnTo>
                  <a:lnTo>
                    <a:pt x="49629" y="99469"/>
                  </a:lnTo>
                  <a:lnTo>
                    <a:pt x="49629" y="99469"/>
                  </a:lnTo>
                  <a:lnTo>
                    <a:pt x="51477" y="99416"/>
                  </a:lnTo>
                  <a:lnTo>
                    <a:pt x="51477" y="99416"/>
                  </a:lnTo>
                  <a:lnTo>
                    <a:pt x="54539" y="99311"/>
                  </a:lnTo>
                  <a:lnTo>
                    <a:pt x="57496" y="99099"/>
                  </a:lnTo>
                  <a:lnTo>
                    <a:pt x="60294" y="98835"/>
                  </a:lnTo>
                  <a:lnTo>
                    <a:pt x="62986" y="98413"/>
                  </a:lnTo>
                  <a:lnTo>
                    <a:pt x="65521" y="97938"/>
                  </a:lnTo>
                  <a:lnTo>
                    <a:pt x="68002" y="97410"/>
                  </a:lnTo>
                  <a:lnTo>
                    <a:pt x="70325" y="96776"/>
                  </a:lnTo>
                  <a:lnTo>
                    <a:pt x="72595" y="96090"/>
                  </a:lnTo>
                  <a:lnTo>
                    <a:pt x="74707" y="95298"/>
                  </a:lnTo>
                  <a:lnTo>
                    <a:pt x="76766" y="94453"/>
                  </a:lnTo>
                  <a:lnTo>
                    <a:pt x="78720" y="93556"/>
                  </a:lnTo>
                  <a:lnTo>
                    <a:pt x="80568" y="92605"/>
                  </a:lnTo>
                  <a:lnTo>
                    <a:pt x="82310" y="91602"/>
                  </a:lnTo>
                  <a:lnTo>
                    <a:pt x="83947" y="90546"/>
                  </a:lnTo>
                  <a:lnTo>
                    <a:pt x="85531" y="89438"/>
                  </a:lnTo>
                  <a:lnTo>
                    <a:pt x="87009" y="88223"/>
                  </a:lnTo>
                  <a:lnTo>
                    <a:pt x="87009" y="88223"/>
                  </a:lnTo>
                  <a:lnTo>
                    <a:pt x="86745" y="87537"/>
                  </a:lnTo>
                  <a:lnTo>
                    <a:pt x="86586" y="86851"/>
                  </a:lnTo>
                  <a:lnTo>
                    <a:pt x="86481" y="86217"/>
                  </a:lnTo>
                  <a:lnTo>
                    <a:pt x="86428" y="85636"/>
                  </a:lnTo>
                  <a:lnTo>
                    <a:pt x="86428" y="85636"/>
                  </a:lnTo>
                  <a:lnTo>
                    <a:pt x="86481" y="84580"/>
                  </a:lnTo>
                  <a:lnTo>
                    <a:pt x="86534" y="83947"/>
                  </a:lnTo>
                  <a:lnTo>
                    <a:pt x="86639" y="83260"/>
                  </a:lnTo>
                  <a:lnTo>
                    <a:pt x="86798" y="82627"/>
                  </a:lnTo>
                  <a:lnTo>
                    <a:pt x="87062" y="81940"/>
                  </a:lnTo>
                  <a:lnTo>
                    <a:pt x="87326" y="81254"/>
                  </a:lnTo>
                  <a:lnTo>
                    <a:pt x="87695" y="80568"/>
                  </a:lnTo>
                  <a:lnTo>
                    <a:pt x="88170" y="79934"/>
                  </a:lnTo>
                  <a:lnTo>
                    <a:pt x="88751" y="79353"/>
                  </a:lnTo>
                  <a:lnTo>
                    <a:pt x="89438" y="78825"/>
                  </a:lnTo>
                  <a:lnTo>
                    <a:pt x="90229" y="78350"/>
                  </a:lnTo>
                  <a:lnTo>
                    <a:pt x="90652" y="78139"/>
                  </a:lnTo>
                  <a:lnTo>
                    <a:pt x="91127" y="77928"/>
                  </a:lnTo>
                  <a:lnTo>
                    <a:pt x="91655" y="77770"/>
                  </a:lnTo>
                  <a:lnTo>
                    <a:pt x="92183" y="77611"/>
                  </a:lnTo>
                  <a:lnTo>
                    <a:pt x="92764" y="77506"/>
                  </a:lnTo>
                  <a:lnTo>
                    <a:pt x="93397" y="77400"/>
                  </a:lnTo>
                  <a:lnTo>
                    <a:pt x="94031" y="77347"/>
                  </a:lnTo>
                  <a:lnTo>
                    <a:pt x="94717" y="77294"/>
                  </a:lnTo>
                  <a:lnTo>
                    <a:pt x="94717" y="77294"/>
                  </a:lnTo>
                  <a:lnTo>
                    <a:pt x="95034" y="77294"/>
                  </a:lnTo>
                  <a:lnTo>
                    <a:pt x="95034" y="77294"/>
                  </a:lnTo>
                  <a:lnTo>
                    <a:pt x="96090" y="77347"/>
                  </a:lnTo>
                  <a:lnTo>
                    <a:pt x="96090" y="77347"/>
                  </a:lnTo>
                  <a:lnTo>
                    <a:pt x="97146" y="75394"/>
                  </a:lnTo>
                  <a:lnTo>
                    <a:pt x="98043" y="73440"/>
                  </a:lnTo>
                  <a:lnTo>
                    <a:pt x="98888" y="71487"/>
                  </a:lnTo>
                  <a:lnTo>
                    <a:pt x="99627" y="69480"/>
                  </a:lnTo>
                  <a:lnTo>
                    <a:pt x="100261" y="67474"/>
                  </a:lnTo>
                  <a:lnTo>
                    <a:pt x="100789" y="65521"/>
                  </a:lnTo>
                  <a:lnTo>
                    <a:pt x="101264" y="63514"/>
                  </a:lnTo>
                  <a:lnTo>
                    <a:pt x="101634" y="61614"/>
                  </a:lnTo>
                  <a:lnTo>
                    <a:pt x="101950" y="59713"/>
                  </a:lnTo>
                  <a:lnTo>
                    <a:pt x="102214" y="57812"/>
                  </a:lnTo>
                  <a:lnTo>
                    <a:pt x="102425" y="56017"/>
                  </a:lnTo>
                  <a:lnTo>
                    <a:pt x="102584" y="54222"/>
                  </a:lnTo>
                  <a:lnTo>
                    <a:pt x="102689" y="52533"/>
                  </a:lnTo>
                  <a:lnTo>
                    <a:pt x="102742" y="50896"/>
                  </a:lnTo>
                  <a:lnTo>
                    <a:pt x="102742" y="47887"/>
                  </a:lnTo>
                  <a:lnTo>
                    <a:pt x="102742" y="47887"/>
                  </a:lnTo>
                  <a:lnTo>
                    <a:pt x="102689" y="46303"/>
                  </a:lnTo>
                  <a:lnTo>
                    <a:pt x="102584" y="44560"/>
                  </a:lnTo>
                  <a:lnTo>
                    <a:pt x="102320" y="42818"/>
                  </a:lnTo>
                  <a:lnTo>
                    <a:pt x="102056" y="41023"/>
                  </a:lnTo>
                  <a:lnTo>
                    <a:pt x="101686" y="39122"/>
                  </a:lnTo>
                  <a:lnTo>
                    <a:pt x="101211" y="37222"/>
                  </a:lnTo>
                  <a:lnTo>
                    <a:pt x="100630" y="35268"/>
                  </a:lnTo>
                  <a:lnTo>
                    <a:pt x="99997" y="33315"/>
                  </a:lnTo>
                  <a:lnTo>
                    <a:pt x="99205" y="31308"/>
                  </a:lnTo>
                  <a:lnTo>
                    <a:pt x="98360" y="29302"/>
                  </a:lnTo>
                  <a:lnTo>
                    <a:pt x="97463" y="27296"/>
                  </a:lnTo>
                  <a:lnTo>
                    <a:pt x="96407" y="25342"/>
                  </a:lnTo>
                  <a:lnTo>
                    <a:pt x="95245" y="23389"/>
                  </a:lnTo>
                  <a:lnTo>
                    <a:pt x="93978" y="21435"/>
                  </a:lnTo>
                  <a:lnTo>
                    <a:pt x="92658" y="19482"/>
                  </a:lnTo>
                  <a:lnTo>
                    <a:pt x="91180" y="17634"/>
                  </a:lnTo>
                  <a:lnTo>
                    <a:pt x="89596" y="15786"/>
                  </a:lnTo>
                  <a:lnTo>
                    <a:pt x="88751" y="14889"/>
                  </a:lnTo>
                  <a:lnTo>
                    <a:pt x="87906" y="14044"/>
                  </a:lnTo>
                  <a:lnTo>
                    <a:pt x="87009" y="13199"/>
                  </a:lnTo>
                  <a:lnTo>
                    <a:pt x="86059" y="12354"/>
                  </a:lnTo>
                  <a:lnTo>
                    <a:pt x="85108" y="11510"/>
                  </a:lnTo>
                  <a:lnTo>
                    <a:pt x="84158" y="10718"/>
                  </a:lnTo>
                  <a:lnTo>
                    <a:pt x="83155" y="9926"/>
                  </a:lnTo>
                  <a:lnTo>
                    <a:pt x="82099" y="9187"/>
                  </a:lnTo>
                  <a:lnTo>
                    <a:pt x="81043" y="8447"/>
                  </a:lnTo>
                  <a:lnTo>
                    <a:pt x="79934" y="7708"/>
                  </a:lnTo>
                  <a:lnTo>
                    <a:pt x="78773" y="7022"/>
                  </a:lnTo>
                  <a:lnTo>
                    <a:pt x="77611" y="6388"/>
                  </a:lnTo>
                  <a:lnTo>
                    <a:pt x="76450" y="5755"/>
                  </a:lnTo>
                  <a:lnTo>
                    <a:pt x="75182" y="5121"/>
                  </a:lnTo>
                  <a:lnTo>
                    <a:pt x="73915" y="4541"/>
                  </a:lnTo>
                  <a:lnTo>
                    <a:pt x="72648" y="4013"/>
                  </a:lnTo>
                  <a:lnTo>
                    <a:pt x="71328" y="3485"/>
                  </a:lnTo>
                  <a:lnTo>
                    <a:pt x="69956" y="2957"/>
                  </a:lnTo>
                  <a:lnTo>
                    <a:pt x="68583" y="2534"/>
                  </a:lnTo>
                  <a:lnTo>
                    <a:pt x="67105" y="2112"/>
                  </a:lnTo>
                  <a:lnTo>
                    <a:pt x="65679" y="1742"/>
                  </a:lnTo>
                  <a:lnTo>
                    <a:pt x="64148" y="1373"/>
                  </a:lnTo>
                  <a:lnTo>
                    <a:pt x="62617" y="1056"/>
                  </a:lnTo>
                  <a:lnTo>
                    <a:pt x="61086" y="792"/>
                  </a:lnTo>
                  <a:lnTo>
                    <a:pt x="59449" y="581"/>
                  </a:lnTo>
                  <a:lnTo>
                    <a:pt x="57812" y="370"/>
                  </a:lnTo>
                  <a:lnTo>
                    <a:pt x="56176" y="211"/>
                  </a:lnTo>
                  <a:lnTo>
                    <a:pt x="54433" y="106"/>
                  </a:lnTo>
                  <a:lnTo>
                    <a:pt x="52691" y="53"/>
                  </a:lnTo>
                  <a:lnTo>
                    <a:pt x="5094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8"/>
            <p:cNvSpPr/>
            <p:nvPr/>
          </p:nvSpPr>
          <p:spPr>
            <a:xfrm>
              <a:off x="4524725" y="1411525"/>
              <a:ext cx="611150" cy="1181350"/>
            </a:xfrm>
            <a:custGeom>
              <a:avLst/>
              <a:gdLst/>
              <a:ahLst/>
              <a:cxnLst/>
              <a:rect l="l" t="t" r="r" b="b"/>
              <a:pathLst>
                <a:path w="24446" h="47254" extrusionOk="0">
                  <a:moveTo>
                    <a:pt x="53" y="0"/>
                  </a:moveTo>
                  <a:lnTo>
                    <a:pt x="0" y="1373"/>
                  </a:lnTo>
                  <a:lnTo>
                    <a:pt x="0" y="2798"/>
                  </a:lnTo>
                  <a:lnTo>
                    <a:pt x="0" y="4224"/>
                  </a:lnTo>
                  <a:lnTo>
                    <a:pt x="53" y="5755"/>
                  </a:lnTo>
                  <a:lnTo>
                    <a:pt x="159" y="7286"/>
                  </a:lnTo>
                  <a:lnTo>
                    <a:pt x="317" y="8817"/>
                  </a:lnTo>
                  <a:lnTo>
                    <a:pt x="476" y="10401"/>
                  </a:lnTo>
                  <a:lnTo>
                    <a:pt x="687" y="12038"/>
                  </a:lnTo>
                  <a:lnTo>
                    <a:pt x="951" y="13622"/>
                  </a:lnTo>
                  <a:lnTo>
                    <a:pt x="1267" y="15258"/>
                  </a:lnTo>
                  <a:lnTo>
                    <a:pt x="1637" y="16948"/>
                  </a:lnTo>
                  <a:lnTo>
                    <a:pt x="2059" y="18585"/>
                  </a:lnTo>
                  <a:lnTo>
                    <a:pt x="2535" y="20274"/>
                  </a:lnTo>
                  <a:lnTo>
                    <a:pt x="3063" y="21911"/>
                  </a:lnTo>
                  <a:lnTo>
                    <a:pt x="3643" y="23548"/>
                  </a:lnTo>
                  <a:lnTo>
                    <a:pt x="4277" y="25184"/>
                  </a:lnTo>
                  <a:lnTo>
                    <a:pt x="5016" y="26821"/>
                  </a:lnTo>
                  <a:lnTo>
                    <a:pt x="5755" y="28458"/>
                  </a:lnTo>
                  <a:lnTo>
                    <a:pt x="6600" y="30042"/>
                  </a:lnTo>
                  <a:lnTo>
                    <a:pt x="7497" y="31625"/>
                  </a:lnTo>
                  <a:lnTo>
                    <a:pt x="8501" y="33157"/>
                  </a:lnTo>
                  <a:lnTo>
                    <a:pt x="9504" y="34688"/>
                  </a:lnTo>
                  <a:lnTo>
                    <a:pt x="10665" y="36166"/>
                  </a:lnTo>
                  <a:lnTo>
                    <a:pt x="11827" y="37591"/>
                  </a:lnTo>
                  <a:lnTo>
                    <a:pt x="13147" y="39017"/>
                  </a:lnTo>
                  <a:lnTo>
                    <a:pt x="14467" y="40337"/>
                  </a:lnTo>
                  <a:lnTo>
                    <a:pt x="15945" y="41657"/>
                  </a:lnTo>
                  <a:lnTo>
                    <a:pt x="17423" y="42924"/>
                  </a:lnTo>
                  <a:lnTo>
                    <a:pt x="19060" y="44085"/>
                  </a:lnTo>
                  <a:lnTo>
                    <a:pt x="20749" y="45247"/>
                  </a:lnTo>
                  <a:lnTo>
                    <a:pt x="22544" y="46303"/>
                  </a:lnTo>
                  <a:lnTo>
                    <a:pt x="24445" y="47253"/>
                  </a:lnTo>
                  <a:lnTo>
                    <a:pt x="23864" y="44402"/>
                  </a:lnTo>
                  <a:lnTo>
                    <a:pt x="23125" y="41498"/>
                  </a:lnTo>
                  <a:lnTo>
                    <a:pt x="22333" y="38542"/>
                  </a:lnTo>
                  <a:lnTo>
                    <a:pt x="21383" y="35532"/>
                  </a:lnTo>
                  <a:lnTo>
                    <a:pt x="20327" y="32470"/>
                  </a:lnTo>
                  <a:lnTo>
                    <a:pt x="19165" y="29461"/>
                  </a:lnTo>
                  <a:lnTo>
                    <a:pt x="17846" y="26399"/>
                  </a:lnTo>
                  <a:lnTo>
                    <a:pt x="16420" y="23336"/>
                  </a:lnTo>
                  <a:lnTo>
                    <a:pt x="14836" y="20274"/>
                  </a:lnTo>
                  <a:lnTo>
                    <a:pt x="13991" y="18796"/>
                  </a:lnTo>
                  <a:lnTo>
                    <a:pt x="13147" y="17265"/>
                  </a:lnTo>
                  <a:lnTo>
                    <a:pt x="12249" y="15786"/>
                  </a:lnTo>
                  <a:lnTo>
                    <a:pt x="11299" y="14255"/>
                  </a:lnTo>
                  <a:lnTo>
                    <a:pt x="10348" y="12777"/>
                  </a:lnTo>
                  <a:lnTo>
                    <a:pt x="9345" y="11299"/>
                  </a:lnTo>
                  <a:lnTo>
                    <a:pt x="8289" y="9820"/>
                  </a:lnTo>
                  <a:lnTo>
                    <a:pt x="7233" y="8395"/>
                  </a:lnTo>
                  <a:lnTo>
                    <a:pt x="6125" y="6917"/>
                  </a:lnTo>
                  <a:lnTo>
                    <a:pt x="4963" y="5491"/>
                  </a:lnTo>
                  <a:lnTo>
                    <a:pt x="3802" y="4118"/>
                  </a:lnTo>
                  <a:lnTo>
                    <a:pt x="2587" y="2693"/>
                  </a:lnTo>
                  <a:lnTo>
                    <a:pt x="1320" y="1320"/>
                  </a:lnTo>
                  <a:lnTo>
                    <a:pt x="53" y="0"/>
                  </a:lnTo>
                  <a:close/>
                </a:path>
              </a:pathLst>
            </a:custGeom>
            <a:solidFill>
              <a:srgbClr val="006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8"/>
            <p:cNvSpPr/>
            <p:nvPr/>
          </p:nvSpPr>
          <p:spPr>
            <a:xfrm>
              <a:off x="4524725" y="1411525"/>
              <a:ext cx="611150" cy="1181350"/>
            </a:xfrm>
            <a:custGeom>
              <a:avLst/>
              <a:gdLst/>
              <a:ahLst/>
              <a:cxnLst/>
              <a:rect l="l" t="t" r="r" b="b"/>
              <a:pathLst>
                <a:path w="24446" h="47254" fill="none" extrusionOk="0">
                  <a:moveTo>
                    <a:pt x="53" y="0"/>
                  </a:moveTo>
                  <a:lnTo>
                    <a:pt x="53" y="0"/>
                  </a:lnTo>
                  <a:lnTo>
                    <a:pt x="0" y="1373"/>
                  </a:lnTo>
                  <a:lnTo>
                    <a:pt x="0" y="2798"/>
                  </a:lnTo>
                  <a:lnTo>
                    <a:pt x="0" y="4224"/>
                  </a:lnTo>
                  <a:lnTo>
                    <a:pt x="53" y="5755"/>
                  </a:lnTo>
                  <a:lnTo>
                    <a:pt x="159" y="7286"/>
                  </a:lnTo>
                  <a:lnTo>
                    <a:pt x="317" y="8817"/>
                  </a:lnTo>
                  <a:lnTo>
                    <a:pt x="476" y="10401"/>
                  </a:lnTo>
                  <a:lnTo>
                    <a:pt x="687" y="12038"/>
                  </a:lnTo>
                  <a:lnTo>
                    <a:pt x="951" y="13622"/>
                  </a:lnTo>
                  <a:lnTo>
                    <a:pt x="1267" y="15258"/>
                  </a:lnTo>
                  <a:lnTo>
                    <a:pt x="1637" y="16948"/>
                  </a:lnTo>
                  <a:lnTo>
                    <a:pt x="2059" y="18585"/>
                  </a:lnTo>
                  <a:lnTo>
                    <a:pt x="2535" y="20274"/>
                  </a:lnTo>
                  <a:lnTo>
                    <a:pt x="3063" y="21911"/>
                  </a:lnTo>
                  <a:lnTo>
                    <a:pt x="3643" y="23548"/>
                  </a:lnTo>
                  <a:lnTo>
                    <a:pt x="4277" y="25184"/>
                  </a:lnTo>
                  <a:lnTo>
                    <a:pt x="5016" y="26821"/>
                  </a:lnTo>
                  <a:lnTo>
                    <a:pt x="5755" y="28458"/>
                  </a:lnTo>
                  <a:lnTo>
                    <a:pt x="6600" y="30042"/>
                  </a:lnTo>
                  <a:lnTo>
                    <a:pt x="7497" y="31625"/>
                  </a:lnTo>
                  <a:lnTo>
                    <a:pt x="8501" y="33157"/>
                  </a:lnTo>
                  <a:lnTo>
                    <a:pt x="9504" y="34688"/>
                  </a:lnTo>
                  <a:lnTo>
                    <a:pt x="10665" y="36166"/>
                  </a:lnTo>
                  <a:lnTo>
                    <a:pt x="11827" y="37591"/>
                  </a:lnTo>
                  <a:lnTo>
                    <a:pt x="13147" y="39017"/>
                  </a:lnTo>
                  <a:lnTo>
                    <a:pt x="14467" y="40337"/>
                  </a:lnTo>
                  <a:lnTo>
                    <a:pt x="15945" y="41657"/>
                  </a:lnTo>
                  <a:lnTo>
                    <a:pt x="17423" y="42924"/>
                  </a:lnTo>
                  <a:lnTo>
                    <a:pt x="19060" y="44085"/>
                  </a:lnTo>
                  <a:lnTo>
                    <a:pt x="20749" y="45247"/>
                  </a:lnTo>
                  <a:lnTo>
                    <a:pt x="22544" y="46303"/>
                  </a:lnTo>
                  <a:lnTo>
                    <a:pt x="24445" y="47253"/>
                  </a:lnTo>
                  <a:lnTo>
                    <a:pt x="24445" y="47253"/>
                  </a:lnTo>
                  <a:lnTo>
                    <a:pt x="23864" y="44402"/>
                  </a:lnTo>
                  <a:lnTo>
                    <a:pt x="23125" y="41498"/>
                  </a:lnTo>
                  <a:lnTo>
                    <a:pt x="22333" y="38542"/>
                  </a:lnTo>
                  <a:lnTo>
                    <a:pt x="21383" y="35532"/>
                  </a:lnTo>
                  <a:lnTo>
                    <a:pt x="20327" y="32470"/>
                  </a:lnTo>
                  <a:lnTo>
                    <a:pt x="19165" y="29461"/>
                  </a:lnTo>
                  <a:lnTo>
                    <a:pt x="17846" y="26399"/>
                  </a:lnTo>
                  <a:lnTo>
                    <a:pt x="16420" y="23336"/>
                  </a:lnTo>
                  <a:lnTo>
                    <a:pt x="14836" y="20274"/>
                  </a:lnTo>
                  <a:lnTo>
                    <a:pt x="13991" y="18796"/>
                  </a:lnTo>
                  <a:lnTo>
                    <a:pt x="13147" y="17265"/>
                  </a:lnTo>
                  <a:lnTo>
                    <a:pt x="12249" y="15786"/>
                  </a:lnTo>
                  <a:lnTo>
                    <a:pt x="11299" y="14255"/>
                  </a:lnTo>
                  <a:lnTo>
                    <a:pt x="10348" y="12777"/>
                  </a:lnTo>
                  <a:lnTo>
                    <a:pt x="9345" y="11299"/>
                  </a:lnTo>
                  <a:lnTo>
                    <a:pt x="8289" y="9820"/>
                  </a:lnTo>
                  <a:lnTo>
                    <a:pt x="7233" y="8395"/>
                  </a:lnTo>
                  <a:lnTo>
                    <a:pt x="6125" y="6917"/>
                  </a:lnTo>
                  <a:lnTo>
                    <a:pt x="4963" y="5491"/>
                  </a:lnTo>
                  <a:lnTo>
                    <a:pt x="3802" y="4118"/>
                  </a:lnTo>
                  <a:lnTo>
                    <a:pt x="2587" y="2693"/>
                  </a:lnTo>
                  <a:lnTo>
                    <a:pt x="1320" y="1320"/>
                  </a:lnTo>
                  <a:lnTo>
                    <a:pt x="5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8"/>
            <p:cNvSpPr/>
            <p:nvPr/>
          </p:nvSpPr>
          <p:spPr>
            <a:xfrm>
              <a:off x="6701250" y="2171800"/>
              <a:ext cx="401275" cy="401275"/>
            </a:xfrm>
            <a:custGeom>
              <a:avLst/>
              <a:gdLst/>
              <a:ahLst/>
              <a:cxnLst/>
              <a:rect l="l" t="t" r="r" b="b"/>
              <a:pathLst>
                <a:path w="16051" h="16051" extrusionOk="0">
                  <a:moveTo>
                    <a:pt x="9082" y="0"/>
                  </a:moveTo>
                  <a:lnTo>
                    <a:pt x="8184" y="1478"/>
                  </a:lnTo>
                  <a:lnTo>
                    <a:pt x="7287" y="2904"/>
                  </a:lnTo>
                  <a:lnTo>
                    <a:pt x="6231" y="4329"/>
                  </a:lnTo>
                  <a:lnTo>
                    <a:pt x="5175" y="5702"/>
                  </a:lnTo>
                  <a:lnTo>
                    <a:pt x="3961" y="7075"/>
                  </a:lnTo>
                  <a:lnTo>
                    <a:pt x="2746" y="8395"/>
                  </a:lnTo>
                  <a:lnTo>
                    <a:pt x="1426" y="9662"/>
                  </a:lnTo>
                  <a:lnTo>
                    <a:pt x="1" y="10876"/>
                  </a:lnTo>
                  <a:lnTo>
                    <a:pt x="159" y="11351"/>
                  </a:lnTo>
                  <a:lnTo>
                    <a:pt x="423" y="11827"/>
                  </a:lnTo>
                  <a:lnTo>
                    <a:pt x="687" y="12302"/>
                  </a:lnTo>
                  <a:lnTo>
                    <a:pt x="1004" y="12777"/>
                  </a:lnTo>
                  <a:lnTo>
                    <a:pt x="1321" y="13199"/>
                  </a:lnTo>
                  <a:lnTo>
                    <a:pt x="1690" y="13622"/>
                  </a:lnTo>
                  <a:lnTo>
                    <a:pt x="2113" y="14044"/>
                  </a:lnTo>
                  <a:lnTo>
                    <a:pt x="2588" y="14414"/>
                  </a:lnTo>
                  <a:lnTo>
                    <a:pt x="3063" y="14783"/>
                  </a:lnTo>
                  <a:lnTo>
                    <a:pt x="3591" y="15100"/>
                  </a:lnTo>
                  <a:lnTo>
                    <a:pt x="4225" y="15364"/>
                  </a:lnTo>
                  <a:lnTo>
                    <a:pt x="4805" y="15575"/>
                  </a:lnTo>
                  <a:lnTo>
                    <a:pt x="5492" y="15786"/>
                  </a:lnTo>
                  <a:lnTo>
                    <a:pt x="6231" y="15945"/>
                  </a:lnTo>
                  <a:lnTo>
                    <a:pt x="7023" y="15998"/>
                  </a:lnTo>
                  <a:lnTo>
                    <a:pt x="7815" y="16050"/>
                  </a:lnTo>
                  <a:lnTo>
                    <a:pt x="8237" y="16050"/>
                  </a:lnTo>
                  <a:lnTo>
                    <a:pt x="9399" y="15945"/>
                  </a:lnTo>
                  <a:lnTo>
                    <a:pt x="10402" y="15786"/>
                  </a:lnTo>
                  <a:lnTo>
                    <a:pt x="11352" y="15575"/>
                  </a:lnTo>
                  <a:lnTo>
                    <a:pt x="12144" y="15258"/>
                  </a:lnTo>
                  <a:lnTo>
                    <a:pt x="12830" y="14942"/>
                  </a:lnTo>
                  <a:lnTo>
                    <a:pt x="13464" y="14519"/>
                  </a:lnTo>
                  <a:lnTo>
                    <a:pt x="13992" y="14044"/>
                  </a:lnTo>
                  <a:lnTo>
                    <a:pt x="14414" y="13569"/>
                  </a:lnTo>
                  <a:lnTo>
                    <a:pt x="14837" y="13041"/>
                  </a:lnTo>
                  <a:lnTo>
                    <a:pt x="15101" y="12513"/>
                  </a:lnTo>
                  <a:lnTo>
                    <a:pt x="15365" y="11932"/>
                  </a:lnTo>
                  <a:lnTo>
                    <a:pt x="15576" y="11351"/>
                  </a:lnTo>
                  <a:lnTo>
                    <a:pt x="15734" y="10771"/>
                  </a:lnTo>
                  <a:lnTo>
                    <a:pt x="15840" y="10190"/>
                  </a:lnTo>
                  <a:lnTo>
                    <a:pt x="15998" y="9081"/>
                  </a:lnTo>
                  <a:lnTo>
                    <a:pt x="16051" y="8500"/>
                  </a:lnTo>
                  <a:lnTo>
                    <a:pt x="16051" y="7920"/>
                  </a:lnTo>
                  <a:lnTo>
                    <a:pt x="16051" y="7286"/>
                  </a:lnTo>
                  <a:lnTo>
                    <a:pt x="15945" y="6600"/>
                  </a:lnTo>
                  <a:lnTo>
                    <a:pt x="15840" y="5861"/>
                  </a:lnTo>
                  <a:lnTo>
                    <a:pt x="15629" y="5121"/>
                  </a:lnTo>
                  <a:lnTo>
                    <a:pt x="15365" y="4435"/>
                  </a:lnTo>
                  <a:lnTo>
                    <a:pt x="15048" y="3696"/>
                  </a:lnTo>
                  <a:lnTo>
                    <a:pt x="14678" y="3062"/>
                  </a:lnTo>
                  <a:lnTo>
                    <a:pt x="14150" y="2376"/>
                  </a:lnTo>
                  <a:lnTo>
                    <a:pt x="13570" y="1795"/>
                  </a:lnTo>
                  <a:lnTo>
                    <a:pt x="12883" y="1267"/>
                  </a:lnTo>
                  <a:lnTo>
                    <a:pt x="12144" y="792"/>
                  </a:lnTo>
                  <a:lnTo>
                    <a:pt x="11669" y="634"/>
                  </a:lnTo>
                  <a:lnTo>
                    <a:pt x="11247" y="423"/>
                  </a:lnTo>
                  <a:lnTo>
                    <a:pt x="10719" y="317"/>
                  </a:lnTo>
                  <a:lnTo>
                    <a:pt x="10191" y="159"/>
                  </a:lnTo>
                  <a:lnTo>
                    <a:pt x="9663" y="53"/>
                  </a:lnTo>
                  <a:lnTo>
                    <a:pt x="9082" y="0"/>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8"/>
            <p:cNvSpPr/>
            <p:nvPr/>
          </p:nvSpPr>
          <p:spPr>
            <a:xfrm>
              <a:off x="6701250" y="2171800"/>
              <a:ext cx="401275" cy="401275"/>
            </a:xfrm>
            <a:custGeom>
              <a:avLst/>
              <a:gdLst/>
              <a:ahLst/>
              <a:cxnLst/>
              <a:rect l="l" t="t" r="r" b="b"/>
              <a:pathLst>
                <a:path w="16051" h="16051" fill="none" extrusionOk="0">
                  <a:moveTo>
                    <a:pt x="9082" y="0"/>
                  </a:moveTo>
                  <a:lnTo>
                    <a:pt x="9082" y="0"/>
                  </a:lnTo>
                  <a:lnTo>
                    <a:pt x="8184" y="1478"/>
                  </a:lnTo>
                  <a:lnTo>
                    <a:pt x="7287" y="2904"/>
                  </a:lnTo>
                  <a:lnTo>
                    <a:pt x="6231" y="4329"/>
                  </a:lnTo>
                  <a:lnTo>
                    <a:pt x="5175" y="5702"/>
                  </a:lnTo>
                  <a:lnTo>
                    <a:pt x="3961" y="7075"/>
                  </a:lnTo>
                  <a:lnTo>
                    <a:pt x="2746" y="8395"/>
                  </a:lnTo>
                  <a:lnTo>
                    <a:pt x="1426" y="9662"/>
                  </a:lnTo>
                  <a:lnTo>
                    <a:pt x="1" y="10876"/>
                  </a:lnTo>
                  <a:lnTo>
                    <a:pt x="1" y="10876"/>
                  </a:lnTo>
                  <a:lnTo>
                    <a:pt x="159" y="11351"/>
                  </a:lnTo>
                  <a:lnTo>
                    <a:pt x="423" y="11827"/>
                  </a:lnTo>
                  <a:lnTo>
                    <a:pt x="687" y="12302"/>
                  </a:lnTo>
                  <a:lnTo>
                    <a:pt x="1004" y="12777"/>
                  </a:lnTo>
                  <a:lnTo>
                    <a:pt x="1321" y="13199"/>
                  </a:lnTo>
                  <a:lnTo>
                    <a:pt x="1690" y="13622"/>
                  </a:lnTo>
                  <a:lnTo>
                    <a:pt x="2113" y="14044"/>
                  </a:lnTo>
                  <a:lnTo>
                    <a:pt x="2588" y="14414"/>
                  </a:lnTo>
                  <a:lnTo>
                    <a:pt x="3063" y="14783"/>
                  </a:lnTo>
                  <a:lnTo>
                    <a:pt x="3591" y="15100"/>
                  </a:lnTo>
                  <a:lnTo>
                    <a:pt x="4225" y="15364"/>
                  </a:lnTo>
                  <a:lnTo>
                    <a:pt x="4805" y="15575"/>
                  </a:lnTo>
                  <a:lnTo>
                    <a:pt x="5492" y="15786"/>
                  </a:lnTo>
                  <a:lnTo>
                    <a:pt x="6231" y="15945"/>
                  </a:lnTo>
                  <a:lnTo>
                    <a:pt x="7023" y="15998"/>
                  </a:lnTo>
                  <a:lnTo>
                    <a:pt x="7815" y="16050"/>
                  </a:lnTo>
                  <a:lnTo>
                    <a:pt x="7815" y="16050"/>
                  </a:lnTo>
                  <a:lnTo>
                    <a:pt x="8237" y="16050"/>
                  </a:lnTo>
                  <a:lnTo>
                    <a:pt x="8237" y="16050"/>
                  </a:lnTo>
                  <a:lnTo>
                    <a:pt x="9399" y="15945"/>
                  </a:lnTo>
                  <a:lnTo>
                    <a:pt x="10402" y="15786"/>
                  </a:lnTo>
                  <a:lnTo>
                    <a:pt x="11352" y="15575"/>
                  </a:lnTo>
                  <a:lnTo>
                    <a:pt x="12144" y="15258"/>
                  </a:lnTo>
                  <a:lnTo>
                    <a:pt x="12830" y="14942"/>
                  </a:lnTo>
                  <a:lnTo>
                    <a:pt x="13464" y="14519"/>
                  </a:lnTo>
                  <a:lnTo>
                    <a:pt x="13992" y="14044"/>
                  </a:lnTo>
                  <a:lnTo>
                    <a:pt x="14414" y="13569"/>
                  </a:lnTo>
                  <a:lnTo>
                    <a:pt x="14837" y="13041"/>
                  </a:lnTo>
                  <a:lnTo>
                    <a:pt x="15101" y="12513"/>
                  </a:lnTo>
                  <a:lnTo>
                    <a:pt x="15365" y="11932"/>
                  </a:lnTo>
                  <a:lnTo>
                    <a:pt x="15576" y="11351"/>
                  </a:lnTo>
                  <a:lnTo>
                    <a:pt x="15734" y="10771"/>
                  </a:lnTo>
                  <a:lnTo>
                    <a:pt x="15840" y="10190"/>
                  </a:lnTo>
                  <a:lnTo>
                    <a:pt x="15998" y="9081"/>
                  </a:lnTo>
                  <a:lnTo>
                    <a:pt x="15998" y="9081"/>
                  </a:lnTo>
                  <a:lnTo>
                    <a:pt x="16051" y="8500"/>
                  </a:lnTo>
                  <a:lnTo>
                    <a:pt x="16051" y="7920"/>
                  </a:lnTo>
                  <a:lnTo>
                    <a:pt x="16051" y="7286"/>
                  </a:lnTo>
                  <a:lnTo>
                    <a:pt x="15945" y="6600"/>
                  </a:lnTo>
                  <a:lnTo>
                    <a:pt x="15840" y="5861"/>
                  </a:lnTo>
                  <a:lnTo>
                    <a:pt x="15629" y="5121"/>
                  </a:lnTo>
                  <a:lnTo>
                    <a:pt x="15365" y="4435"/>
                  </a:lnTo>
                  <a:lnTo>
                    <a:pt x="15048" y="3696"/>
                  </a:lnTo>
                  <a:lnTo>
                    <a:pt x="14678" y="3062"/>
                  </a:lnTo>
                  <a:lnTo>
                    <a:pt x="14150" y="2376"/>
                  </a:lnTo>
                  <a:lnTo>
                    <a:pt x="13570" y="1795"/>
                  </a:lnTo>
                  <a:lnTo>
                    <a:pt x="12883" y="1267"/>
                  </a:lnTo>
                  <a:lnTo>
                    <a:pt x="12144" y="792"/>
                  </a:lnTo>
                  <a:lnTo>
                    <a:pt x="11669" y="634"/>
                  </a:lnTo>
                  <a:lnTo>
                    <a:pt x="11247" y="423"/>
                  </a:lnTo>
                  <a:lnTo>
                    <a:pt x="10719" y="317"/>
                  </a:lnTo>
                  <a:lnTo>
                    <a:pt x="10191" y="159"/>
                  </a:lnTo>
                  <a:lnTo>
                    <a:pt x="9663" y="53"/>
                  </a:lnTo>
                  <a:lnTo>
                    <a:pt x="908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8"/>
            <p:cNvSpPr/>
            <p:nvPr/>
          </p:nvSpPr>
          <p:spPr>
            <a:xfrm>
              <a:off x="6686750" y="2170475"/>
              <a:ext cx="241550" cy="273250"/>
            </a:xfrm>
            <a:custGeom>
              <a:avLst/>
              <a:gdLst/>
              <a:ahLst/>
              <a:cxnLst/>
              <a:rect l="l" t="t" r="r" b="b"/>
              <a:pathLst>
                <a:path w="9662" h="10930" extrusionOk="0">
                  <a:moveTo>
                    <a:pt x="8289" y="0"/>
                  </a:moveTo>
                  <a:lnTo>
                    <a:pt x="7603" y="53"/>
                  </a:lnTo>
                  <a:lnTo>
                    <a:pt x="6969" y="106"/>
                  </a:lnTo>
                  <a:lnTo>
                    <a:pt x="6336" y="212"/>
                  </a:lnTo>
                  <a:lnTo>
                    <a:pt x="5755" y="317"/>
                  </a:lnTo>
                  <a:lnTo>
                    <a:pt x="5227" y="476"/>
                  </a:lnTo>
                  <a:lnTo>
                    <a:pt x="4699" y="634"/>
                  </a:lnTo>
                  <a:lnTo>
                    <a:pt x="4224" y="845"/>
                  </a:lnTo>
                  <a:lnTo>
                    <a:pt x="3801" y="1056"/>
                  </a:lnTo>
                  <a:lnTo>
                    <a:pt x="3010" y="1531"/>
                  </a:lnTo>
                  <a:lnTo>
                    <a:pt x="2323" y="2059"/>
                  </a:lnTo>
                  <a:lnTo>
                    <a:pt x="1742" y="2640"/>
                  </a:lnTo>
                  <a:lnTo>
                    <a:pt x="1267" y="3274"/>
                  </a:lnTo>
                  <a:lnTo>
                    <a:pt x="898" y="3960"/>
                  </a:lnTo>
                  <a:lnTo>
                    <a:pt x="634" y="4646"/>
                  </a:lnTo>
                  <a:lnTo>
                    <a:pt x="370" y="5333"/>
                  </a:lnTo>
                  <a:lnTo>
                    <a:pt x="211" y="5966"/>
                  </a:lnTo>
                  <a:lnTo>
                    <a:pt x="106" y="6653"/>
                  </a:lnTo>
                  <a:lnTo>
                    <a:pt x="53" y="7286"/>
                  </a:lnTo>
                  <a:lnTo>
                    <a:pt x="0" y="8342"/>
                  </a:lnTo>
                  <a:lnTo>
                    <a:pt x="53" y="8923"/>
                  </a:lnTo>
                  <a:lnTo>
                    <a:pt x="158" y="9557"/>
                  </a:lnTo>
                  <a:lnTo>
                    <a:pt x="317" y="10243"/>
                  </a:lnTo>
                  <a:lnTo>
                    <a:pt x="581" y="10929"/>
                  </a:lnTo>
                  <a:lnTo>
                    <a:pt x="2006" y="9715"/>
                  </a:lnTo>
                  <a:lnTo>
                    <a:pt x="3326" y="8448"/>
                  </a:lnTo>
                  <a:lnTo>
                    <a:pt x="4541" y="7128"/>
                  </a:lnTo>
                  <a:lnTo>
                    <a:pt x="5755" y="5755"/>
                  </a:lnTo>
                  <a:lnTo>
                    <a:pt x="6811" y="4382"/>
                  </a:lnTo>
                  <a:lnTo>
                    <a:pt x="7867" y="2957"/>
                  </a:lnTo>
                  <a:lnTo>
                    <a:pt x="8764" y="1531"/>
                  </a:lnTo>
                  <a:lnTo>
                    <a:pt x="9662" y="53"/>
                  </a:lnTo>
                  <a:lnTo>
                    <a:pt x="8606" y="0"/>
                  </a:lnTo>
                  <a:close/>
                </a:path>
              </a:pathLst>
            </a:custGeom>
            <a:solidFill>
              <a:srgbClr val="0062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8"/>
            <p:cNvSpPr/>
            <p:nvPr/>
          </p:nvSpPr>
          <p:spPr>
            <a:xfrm>
              <a:off x="6686750" y="2170475"/>
              <a:ext cx="241550" cy="273250"/>
            </a:xfrm>
            <a:custGeom>
              <a:avLst/>
              <a:gdLst/>
              <a:ahLst/>
              <a:cxnLst/>
              <a:rect l="l" t="t" r="r" b="b"/>
              <a:pathLst>
                <a:path w="9662" h="10930" fill="none" extrusionOk="0">
                  <a:moveTo>
                    <a:pt x="8606" y="0"/>
                  </a:moveTo>
                  <a:lnTo>
                    <a:pt x="8606" y="0"/>
                  </a:lnTo>
                  <a:lnTo>
                    <a:pt x="8289" y="0"/>
                  </a:lnTo>
                  <a:lnTo>
                    <a:pt x="8289" y="0"/>
                  </a:lnTo>
                  <a:lnTo>
                    <a:pt x="7603" y="53"/>
                  </a:lnTo>
                  <a:lnTo>
                    <a:pt x="6969" y="106"/>
                  </a:lnTo>
                  <a:lnTo>
                    <a:pt x="6336" y="212"/>
                  </a:lnTo>
                  <a:lnTo>
                    <a:pt x="5755" y="317"/>
                  </a:lnTo>
                  <a:lnTo>
                    <a:pt x="5227" y="476"/>
                  </a:lnTo>
                  <a:lnTo>
                    <a:pt x="4699" y="634"/>
                  </a:lnTo>
                  <a:lnTo>
                    <a:pt x="4224" y="845"/>
                  </a:lnTo>
                  <a:lnTo>
                    <a:pt x="3801" y="1056"/>
                  </a:lnTo>
                  <a:lnTo>
                    <a:pt x="3010" y="1531"/>
                  </a:lnTo>
                  <a:lnTo>
                    <a:pt x="2323" y="2059"/>
                  </a:lnTo>
                  <a:lnTo>
                    <a:pt x="1742" y="2640"/>
                  </a:lnTo>
                  <a:lnTo>
                    <a:pt x="1267" y="3274"/>
                  </a:lnTo>
                  <a:lnTo>
                    <a:pt x="898" y="3960"/>
                  </a:lnTo>
                  <a:lnTo>
                    <a:pt x="634" y="4646"/>
                  </a:lnTo>
                  <a:lnTo>
                    <a:pt x="370" y="5333"/>
                  </a:lnTo>
                  <a:lnTo>
                    <a:pt x="211" y="5966"/>
                  </a:lnTo>
                  <a:lnTo>
                    <a:pt x="106" y="6653"/>
                  </a:lnTo>
                  <a:lnTo>
                    <a:pt x="53" y="7286"/>
                  </a:lnTo>
                  <a:lnTo>
                    <a:pt x="0" y="8342"/>
                  </a:lnTo>
                  <a:lnTo>
                    <a:pt x="0" y="8342"/>
                  </a:lnTo>
                  <a:lnTo>
                    <a:pt x="53" y="8923"/>
                  </a:lnTo>
                  <a:lnTo>
                    <a:pt x="158" y="9557"/>
                  </a:lnTo>
                  <a:lnTo>
                    <a:pt x="317" y="10243"/>
                  </a:lnTo>
                  <a:lnTo>
                    <a:pt x="581" y="10929"/>
                  </a:lnTo>
                  <a:lnTo>
                    <a:pt x="581" y="10929"/>
                  </a:lnTo>
                  <a:lnTo>
                    <a:pt x="2006" y="9715"/>
                  </a:lnTo>
                  <a:lnTo>
                    <a:pt x="3326" y="8448"/>
                  </a:lnTo>
                  <a:lnTo>
                    <a:pt x="4541" y="7128"/>
                  </a:lnTo>
                  <a:lnTo>
                    <a:pt x="5755" y="5755"/>
                  </a:lnTo>
                  <a:lnTo>
                    <a:pt x="6811" y="4382"/>
                  </a:lnTo>
                  <a:lnTo>
                    <a:pt x="7867" y="2957"/>
                  </a:lnTo>
                  <a:lnTo>
                    <a:pt x="8764" y="1531"/>
                  </a:lnTo>
                  <a:lnTo>
                    <a:pt x="9662" y="53"/>
                  </a:lnTo>
                  <a:lnTo>
                    <a:pt x="9662" y="53"/>
                  </a:lnTo>
                  <a:lnTo>
                    <a:pt x="860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8"/>
            <p:cNvSpPr/>
            <p:nvPr/>
          </p:nvSpPr>
          <p:spPr>
            <a:xfrm>
              <a:off x="6851725" y="2323575"/>
              <a:ext cx="104300" cy="95075"/>
            </a:xfrm>
            <a:custGeom>
              <a:avLst/>
              <a:gdLst/>
              <a:ahLst/>
              <a:cxnLst/>
              <a:rect l="l" t="t" r="r" b="b"/>
              <a:pathLst>
                <a:path w="4172" h="3803" extrusionOk="0">
                  <a:moveTo>
                    <a:pt x="1585" y="1"/>
                  </a:moveTo>
                  <a:lnTo>
                    <a:pt x="476" y="423"/>
                  </a:lnTo>
                  <a:lnTo>
                    <a:pt x="265" y="529"/>
                  </a:lnTo>
                  <a:lnTo>
                    <a:pt x="212" y="634"/>
                  </a:lnTo>
                  <a:lnTo>
                    <a:pt x="212" y="740"/>
                  </a:lnTo>
                  <a:lnTo>
                    <a:pt x="265" y="898"/>
                  </a:lnTo>
                  <a:lnTo>
                    <a:pt x="423" y="1215"/>
                  </a:lnTo>
                  <a:lnTo>
                    <a:pt x="529" y="1426"/>
                  </a:lnTo>
                  <a:lnTo>
                    <a:pt x="581" y="1690"/>
                  </a:lnTo>
                  <a:lnTo>
                    <a:pt x="581" y="1901"/>
                  </a:lnTo>
                  <a:lnTo>
                    <a:pt x="529" y="2271"/>
                  </a:lnTo>
                  <a:lnTo>
                    <a:pt x="423" y="2588"/>
                  </a:lnTo>
                  <a:lnTo>
                    <a:pt x="265" y="2799"/>
                  </a:lnTo>
                  <a:lnTo>
                    <a:pt x="106" y="3010"/>
                  </a:lnTo>
                  <a:lnTo>
                    <a:pt x="53" y="3116"/>
                  </a:lnTo>
                  <a:lnTo>
                    <a:pt x="1" y="3221"/>
                  </a:lnTo>
                  <a:lnTo>
                    <a:pt x="53" y="3327"/>
                  </a:lnTo>
                  <a:lnTo>
                    <a:pt x="159" y="3433"/>
                  </a:lnTo>
                  <a:lnTo>
                    <a:pt x="740" y="3802"/>
                  </a:lnTo>
                  <a:lnTo>
                    <a:pt x="1057" y="3538"/>
                  </a:lnTo>
                  <a:lnTo>
                    <a:pt x="1321" y="3274"/>
                  </a:lnTo>
                  <a:lnTo>
                    <a:pt x="1532" y="3010"/>
                  </a:lnTo>
                  <a:lnTo>
                    <a:pt x="1743" y="2693"/>
                  </a:lnTo>
                  <a:lnTo>
                    <a:pt x="1849" y="2429"/>
                  </a:lnTo>
                  <a:lnTo>
                    <a:pt x="1954" y="2113"/>
                  </a:lnTo>
                  <a:lnTo>
                    <a:pt x="2007" y="1796"/>
                  </a:lnTo>
                  <a:lnTo>
                    <a:pt x="2060" y="1479"/>
                  </a:lnTo>
                  <a:lnTo>
                    <a:pt x="2007" y="1109"/>
                  </a:lnTo>
                  <a:lnTo>
                    <a:pt x="1954" y="740"/>
                  </a:lnTo>
                  <a:lnTo>
                    <a:pt x="1796" y="370"/>
                  </a:lnTo>
                  <a:lnTo>
                    <a:pt x="1585" y="1"/>
                  </a:lnTo>
                  <a:close/>
                  <a:moveTo>
                    <a:pt x="3696" y="1"/>
                  </a:moveTo>
                  <a:lnTo>
                    <a:pt x="2588" y="423"/>
                  </a:lnTo>
                  <a:lnTo>
                    <a:pt x="2429" y="529"/>
                  </a:lnTo>
                  <a:lnTo>
                    <a:pt x="2377" y="634"/>
                  </a:lnTo>
                  <a:lnTo>
                    <a:pt x="2324" y="740"/>
                  </a:lnTo>
                  <a:lnTo>
                    <a:pt x="2377" y="898"/>
                  </a:lnTo>
                  <a:lnTo>
                    <a:pt x="2535" y="1215"/>
                  </a:lnTo>
                  <a:lnTo>
                    <a:pt x="2640" y="1426"/>
                  </a:lnTo>
                  <a:lnTo>
                    <a:pt x="2693" y="1690"/>
                  </a:lnTo>
                  <a:lnTo>
                    <a:pt x="2693" y="1901"/>
                  </a:lnTo>
                  <a:lnTo>
                    <a:pt x="2693" y="2271"/>
                  </a:lnTo>
                  <a:lnTo>
                    <a:pt x="2535" y="2588"/>
                  </a:lnTo>
                  <a:lnTo>
                    <a:pt x="2377" y="2799"/>
                  </a:lnTo>
                  <a:lnTo>
                    <a:pt x="2271" y="3010"/>
                  </a:lnTo>
                  <a:lnTo>
                    <a:pt x="2165" y="3116"/>
                  </a:lnTo>
                  <a:lnTo>
                    <a:pt x="2165" y="3221"/>
                  </a:lnTo>
                  <a:lnTo>
                    <a:pt x="2165" y="3327"/>
                  </a:lnTo>
                  <a:lnTo>
                    <a:pt x="2271" y="3433"/>
                  </a:lnTo>
                  <a:lnTo>
                    <a:pt x="2852" y="3802"/>
                  </a:lnTo>
                  <a:lnTo>
                    <a:pt x="3168" y="3538"/>
                  </a:lnTo>
                  <a:lnTo>
                    <a:pt x="3432" y="3274"/>
                  </a:lnTo>
                  <a:lnTo>
                    <a:pt x="3644" y="3010"/>
                  </a:lnTo>
                  <a:lnTo>
                    <a:pt x="3855" y="2693"/>
                  </a:lnTo>
                  <a:lnTo>
                    <a:pt x="4013" y="2429"/>
                  </a:lnTo>
                  <a:lnTo>
                    <a:pt x="4119" y="2113"/>
                  </a:lnTo>
                  <a:lnTo>
                    <a:pt x="4172" y="1796"/>
                  </a:lnTo>
                  <a:lnTo>
                    <a:pt x="4172" y="1479"/>
                  </a:lnTo>
                  <a:lnTo>
                    <a:pt x="4172" y="1109"/>
                  </a:lnTo>
                  <a:lnTo>
                    <a:pt x="4066" y="740"/>
                  </a:lnTo>
                  <a:lnTo>
                    <a:pt x="3908" y="370"/>
                  </a:lnTo>
                  <a:lnTo>
                    <a:pt x="36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8"/>
            <p:cNvSpPr/>
            <p:nvPr/>
          </p:nvSpPr>
          <p:spPr>
            <a:xfrm>
              <a:off x="4434975" y="417625"/>
              <a:ext cx="403900" cy="401275"/>
            </a:xfrm>
            <a:custGeom>
              <a:avLst/>
              <a:gdLst/>
              <a:ahLst/>
              <a:cxnLst/>
              <a:rect l="l" t="t" r="r" b="b"/>
              <a:pathLst>
                <a:path w="16156" h="16051" extrusionOk="0">
                  <a:moveTo>
                    <a:pt x="7814" y="0"/>
                  </a:moveTo>
                  <a:lnTo>
                    <a:pt x="6653" y="53"/>
                  </a:lnTo>
                  <a:lnTo>
                    <a:pt x="5649" y="212"/>
                  </a:lnTo>
                  <a:lnTo>
                    <a:pt x="4699" y="476"/>
                  </a:lnTo>
                  <a:lnTo>
                    <a:pt x="3907" y="740"/>
                  </a:lnTo>
                  <a:lnTo>
                    <a:pt x="3221" y="1109"/>
                  </a:lnTo>
                  <a:lnTo>
                    <a:pt x="2587" y="1531"/>
                  </a:lnTo>
                  <a:lnTo>
                    <a:pt x="2059" y="1954"/>
                  </a:lnTo>
                  <a:lnTo>
                    <a:pt x="1637" y="2429"/>
                  </a:lnTo>
                  <a:lnTo>
                    <a:pt x="1214" y="2957"/>
                  </a:lnTo>
                  <a:lnTo>
                    <a:pt x="951" y="3538"/>
                  </a:lnTo>
                  <a:lnTo>
                    <a:pt x="687" y="4066"/>
                  </a:lnTo>
                  <a:lnTo>
                    <a:pt x="475" y="4646"/>
                  </a:lnTo>
                  <a:lnTo>
                    <a:pt x="317" y="5227"/>
                  </a:lnTo>
                  <a:lnTo>
                    <a:pt x="211" y="5808"/>
                  </a:lnTo>
                  <a:lnTo>
                    <a:pt x="53" y="6970"/>
                  </a:lnTo>
                  <a:lnTo>
                    <a:pt x="0" y="7550"/>
                  </a:lnTo>
                  <a:lnTo>
                    <a:pt x="0" y="8184"/>
                  </a:lnTo>
                  <a:lnTo>
                    <a:pt x="0" y="8870"/>
                  </a:lnTo>
                  <a:lnTo>
                    <a:pt x="106" y="9609"/>
                  </a:lnTo>
                  <a:lnTo>
                    <a:pt x="264" y="10348"/>
                  </a:lnTo>
                  <a:lnTo>
                    <a:pt x="475" y="11088"/>
                  </a:lnTo>
                  <a:lnTo>
                    <a:pt x="792" y="11880"/>
                  </a:lnTo>
                  <a:lnTo>
                    <a:pt x="1162" y="12619"/>
                  </a:lnTo>
                  <a:lnTo>
                    <a:pt x="1584" y="13305"/>
                  </a:lnTo>
                  <a:lnTo>
                    <a:pt x="2165" y="13939"/>
                  </a:lnTo>
                  <a:lnTo>
                    <a:pt x="2851" y="14519"/>
                  </a:lnTo>
                  <a:lnTo>
                    <a:pt x="3221" y="14783"/>
                  </a:lnTo>
                  <a:lnTo>
                    <a:pt x="3643" y="15047"/>
                  </a:lnTo>
                  <a:lnTo>
                    <a:pt x="4066" y="15259"/>
                  </a:lnTo>
                  <a:lnTo>
                    <a:pt x="4541" y="15470"/>
                  </a:lnTo>
                  <a:lnTo>
                    <a:pt x="5016" y="15628"/>
                  </a:lnTo>
                  <a:lnTo>
                    <a:pt x="5544" y="15787"/>
                  </a:lnTo>
                  <a:lnTo>
                    <a:pt x="6125" y="15892"/>
                  </a:lnTo>
                  <a:lnTo>
                    <a:pt x="6705" y="15998"/>
                  </a:lnTo>
                  <a:lnTo>
                    <a:pt x="7339" y="16051"/>
                  </a:lnTo>
                  <a:lnTo>
                    <a:pt x="8764" y="16051"/>
                  </a:lnTo>
                  <a:lnTo>
                    <a:pt x="9451" y="14625"/>
                  </a:lnTo>
                  <a:lnTo>
                    <a:pt x="10190" y="13200"/>
                  </a:lnTo>
                  <a:lnTo>
                    <a:pt x="11035" y="11827"/>
                  </a:lnTo>
                  <a:lnTo>
                    <a:pt x="11879" y="10454"/>
                  </a:lnTo>
                  <a:lnTo>
                    <a:pt x="12830" y="9134"/>
                  </a:lnTo>
                  <a:lnTo>
                    <a:pt x="13886" y="7867"/>
                  </a:lnTo>
                  <a:lnTo>
                    <a:pt x="14994" y="6600"/>
                  </a:lnTo>
                  <a:lnTo>
                    <a:pt x="16156" y="5333"/>
                  </a:lnTo>
                  <a:lnTo>
                    <a:pt x="15945" y="4858"/>
                  </a:lnTo>
                  <a:lnTo>
                    <a:pt x="15734" y="4382"/>
                  </a:lnTo>
                  <a:lnTo>
                    <a:pt x="15470" y="3907"/>
                  </a:lnTo>
                  <a:lnTo>
                    <a:pt x="15206" y="3432"/>
                  </a:lnTo>
                  <a:lnTo>
                    <a:pt x="14836" y="2957"/>
                  </a:lnTo>
                  <a:lnTo>
                    <a:pt x="14466" y="2535"/>
                  </a:lnTo>
                  <a:lnTo>
                    <a:pt x="14044" y="2112"/>
                  </a:lnTo>
                  <a:lnTo>
                    <a:pt x="13622" y="1690"/>
                  </a:lnTo>
                  <a:lnTo>
                    <a:pt x="13094" y="1320"/>
                  </a:lnTo>
                  <a:lnTo>
                    <a:pt x="12566" y="1003"/>
                  </a:lnTo>
                  <a:lnTo>
                    <a:pt x="11932" y="687"/>
                  </a:lnTo>
                  <a:lnTo>
                    <a:pt x="11299" y="476"/>
                  </a:lnTo>
                  <a:lnTo>
                    <a:pt x="10612" y="264"/>
                  </a:lnTo>
                  <a:lnTo>
                    <a:pt x="9873" y="106"/>
                  </a:lnTo>
                  <a:lnTo>
                    <a:pt x="9081" y="0"/>
                  </a:lnTo>
                  <a:close/>
                </a:path>
              </a:pathLst>
            </a:custGeom>
            <a:solidFill>
              <a:srgbClr val="00B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8"/>
            <p:cNvSpPr/>
            <p:nvPr/>
          </p:nvSpPr>
          <p:spPr>
            <a:xfrm>
              <a:off x="4434975" y="417625"/>
              <a:ext cx="403900" cy="401275"/>
            </a:xfrm>
            <a:custGeom>
              <a:avLst/>
              <a:gdLst/>
              <a:ahLst/>
              <a:cxnLst/>
              <a:rect l="l" t="t" r="r" b="b"/>
              <a:pathLst>
                <a:path w="16156" h="16051" fill="none" extrusionOk="0">
                  <a:moveTo>
                    <a:pt x="8236" y="0"/>
                  </a:moveTo>
                  <a:lnTo>
                    <a:pt x="8236" y="0"/>
                  </a:lnTo>
                  <a:lnTo>
                    <a:pt x="7814" y="0"/>
                  </a:lnTo>
                  <a:lnTo>
                    <a:pt x="7814" y="0"/>
                  </a:lnTo>
                  <a:lnTo>
                    <a:pt x="6653" y="53"/>
                  </a:lnTo>
                  <a:lnTo>
                    <a:pt x="5649" y="212"/>
                  </a:lnTo>
                  <a:lnTo>
                    <a:pt x="4699" y="476"/>
                  </a:lnTo>
                  <a:lnTo>
                    <a:pt x="3907" y="740"/>
                  </a:lnTo>
                  <a:lnTo>
                    <a:pt x="3221" y="1109"/>
                  </a:lnTo>
                  <a:lnTo>
                    <a:pt x="2587" y="1531"/>
                  </a:lnTo>
                  <a:lnTo>
                    <a:pt x="2059" y="1954"/>
                  </a:lnTo>
                  <a:lnTo>
                    <a:pt x="1637" y="2429"/>
                  </a:lnTo>
                  <a:lnTo>
                    <a:pt x="1214" y="2957"/>
                  </a:lnTo>
                  <a:lnTo>
                    <a:pt x="951" y="3538"/>
                  </a:lnTo>
                  <a:lnTo>
                    <a:pt x="687" y="4066"/>
                  </a:lnTo>
                  <a:lnTo>
                    <a:pt x="475" y="4646"/>
                  </a:lnTo>
                  <a:lnTo>
                    <a:pt x="317" y="5227"/>
                  </a:lnTo>
                  <a:lnTo>
                    <a:pt x="211" y="5808"/>
                  </a:lnTo>
                  <a:lnTo>
                    <a:pt x="53" y="6970"/>
                  </a:lnTo>
                  <a:lnTo>
                    <a:pt x="53" y="6970"/>
                  </a:lnTo>
                  <a:lnTo>
                    <a:pt x="0" y="7550"/>
                  </a:lnTo>
                  <a:lnTo>
                    <a:pt x="0" y="8184"/>
                  </a:lnTo>
                  <a:lnTo>
                    <a:pt x="0" y="8870"/>
                  </a:lnTo>
                  <a:lnTo>
                    <a:pt x="106" y="9609"/>
                  </a:lnTo>
                  <a:lnTo>
                    <a:pt x="264" y="10348"/>
                  </a:lnTo>
                  <a:lnTo>
                    <a:pt x="475" y="11088"/>
                  </a:lnTo>
                  <a:lnTo>
                    <a:pt x="792" y="11880"/>
                  </a:lnTo>
                  <a:lnTo>
                    <a:pt x="1162" y="12619"/>
                  </a:lnTo>
                  <a:lnTo>
                    <a:pt x="1584" y="13305"/>
                  </a:lnTo>
                  <a:lnTo>
                    <a:pt x="2165" y="13939"/>
                  </a:lnTo>
                  <a:lnTo>
                    <a:pt x="2851" y="14519"/>
                  </a:lnTo>
                  <a:lnTo>
                    <a:pt x="3221" y="14783"/>
                  </a:lnTo>
                  <a:lnTo>
                    <a:pt x="3643" y="15047"/>
                  </a:lnTo>
                  <a:lnTo>
                    <a:pt x="4066" y="15259"/>
                  </a:lnTo>
                  <a:lnTo>
                    <a:pt x="4541" y="15470"/>
                  </a:lnTo>
                  <a:lnTo>
                    <a:pt x="5016" y="15628"/>
                  </a:lnTo>
                  <a:lnTo>
                    <a:pt x="5544" y="15787"/>
                  </a:lnTo>
                  <a:lnTo>
                    <a:pt x="6125" y="15892"/>
                  </a:lnTo>
                  <a:lnTo>
                    <a:pt x="6705" y="15998"/>
                  </a:lnTo>
                  <a:lnTo>
                    <a:pt x="7339" y="16051"/>
                  </a:lnTo>
                  <a:lnTo>
                    <a:pt x="8025" y="16051"/>
                  </a:lnTo>
                  <a:lnTo>
                    <a:pt x="8025" y="16051"/>
                  </a:lnTo>
                  <a:lnTo>
                    <a:pt x="8342" y="16051"/>
                  </a:lnTo>
                  <a:lnTo>
                    <a:pt x="8342" y="16051"/>
                  </a:lnTo>
                  <a:lnTo>
                    <a:pt x="8764" y="16051"/>
                  </a:lnTo>
                  <a:lnTo>
                    <a:pt x="8764" y="16051"/>
                  </a:lnTo>
                  <a:lnTo>
                    <a:pt x="9451" y="14625"/>
                  </a:lnTo>
                  <a:lnTo>
                    <a:pt x="10190" y="13200"/>
                  </a:lnTo>
                  <a:lnTo>
                    <a:pt x="11035" y="11827"/>
                  </a:lnTo>
                  <a:lnTo>
                    <a:pt x="11879" y="10454"/>
                  </a:lnTo>
                  <a:lnTo>
                    <a:pt x="12830" y="9134"/>
                  </a:lnTo>
                  <a:lnTo>
                    <a:pt x="13886" y="7867"/>
                  </a:lnTo>
                  <a:lnTo>
                    <a:pt x="14994" y="6600"/>
                  </a:lnTo>
                  <a:lnTo>
                    <a:pt x="16156" y="5333"/>
                  </a:lnTo>
                  <a:lnTo>
                    <a:pt x="16156" y="5333"/>
                  </a:lnTo>
                  <a:lnTo>
                    <a:pt x="15945" y="4858"/>
                  </a:lnTo>
                  <a:lnTo>
                    <a:pt x="15734" y="4382"/>
                  </a:lnTo>
                  <a:lnTo>
                    <a:pt x="15470" y="3907"/>
                  </a:lnTo>
                  <a:lnTo>
                    <a:pt x="15206" y="3432"/>
                  </a:lnTo>
                  <a:lnTo>
                    <a:pt x="14836" y="2957"/>
                  </a:lnTo>
                  <a:lnTo>
                    <a:pt x="14466" y="2535"/>
                  </a:lnTo>
                  <a:lnTo>
                    <a:pt x="14044" y="2112"/>
                  </a:lnTo>
                  <a:lnTo>
                    <a:pt x="13622" y="1690"/>
                  </a:lnTo>
                  <a:lnTo>
                    <a:pt x="13094" y="1320"/>
                  </a:lnTo>
                  <a:lnTo>
                    <a:pt x="12566" y="1003"/>
                  </a:lnTo>
                  <a:lnTo>
                    <a:pt x="11932" y="687"/>
                  </a:lnTo>
                  <a:lnTo>
                    <a:pt x="11299" y="476"/>
                  </a:lnTo>
                  <a:lnTo>
                    <a:pt x="10612" y="264"/>
                  </a:lnTo>
                  <a:lnTo>
                    <a:pt x="9873" y="106"/>
                  </a:lnTo>
                  <a:lnTo>
                    <a:pt x="9081" y="0"/>
                  </a:lnTo>
                  <a:lnTo>
                    <a:pt x="823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8"/>
            <p:cNvSpPr/>
            <p:nvPr/>
          </p:nvSpPr>
          <p:spPr>
            <a:xfrm>
              <a:off x="4654075" y="550925"/>
              <a:ext cx="196700" cy="267975"/>
            </a:xfrm>
            <a:custGeom>
              <a:avLst/>
              <a:gdLst/>
              <a:ahLst/>
              <a:cxnLst/>
              <a:rect l="l" t="t" r="r" b="b"/>
              <a:pathLst>
                <a:path w="7868" h="10719" extrusionOk="0">
                  <a:moveTo>
                    <a:pt x="7392" y="1"/>
                  </a:moveTo>
                  <a:lnTo>
                    <a:pt x="6230" y="1268"/>
                  </a:lnTo>
                  <a:lnTo>
                    <a:pt x="5122" y="2535"/>
                  </a:lnTo>
                  <a:lnTo>
                    <a:pt x="4066" y="3802"/>
                  </a:lnTo>
                  <a:lnTo>
                    <a:pt x="3115" y="5122"/>
                  </a:lnTo>
                  <a:lnTo>
                    <a:pt x="2271" y="6495"/>
                  </a:lnTo>
                  <a:lnTo>
                    <a:pt x="1426" y="7868"/>
                  </a:lnTo>
                  <a:lnTo>
                    <a:pt x="687" y="9293"/>
                  </a:lnTo>
                  <a:lnTo>
                    <a:pt x="0" y="10719"/>
                  </a:lnTo>
                  <a:lnTo>
                    <a:pt x="687" y="10666"/>
                  </a:lnTo>
                  <a:lnTo>
                    <a:pt x="1268" y="10560"/>
                  </a:lnTo>
                  <a:lnTo>
                    <a:pt x="1848" y="10455"/>
                  </a:lnTo>
                  <a:lnTo>
                    <a:pt x="2429" y="10349"/>
                  </a:lnTo>
                  <a:lnTo>
                    <a:pt x="2957" y="10191"/>
                  </a:lnTo>
                  <a:lnTo>
                    <a:pt x="3432" y="10032"/>
                  </a:lnTo>
                  <a:lnTo>
                    <a:pt x="4277" y="9610"/>
                  </a:lnTo>
                  <a:lnTo>
                    <a:pt x="5016" y="9135"/>
                  </a:lnTo>
                  <a:lnTo>
                    <a:pt x="5650" y="8607"/>
                  </a:lnTo>
                  <a:lnTo>
                    <a:pt x="6178" y="7973"/>
                  </a:lnTo>
                  <a:lnTo>
                    <a:pt x="6653" y="7340"/>
                  </a:lnTo>
                  <a:lnTo>
                    <a:pt x="7022" y="6706"/>
                  </a:lnTo>
                  <a:lnTo>
                    <a:pt x="7286" y="6020"/>
                  </a:lnTo>
                  <a:lnTo>
                    <a:pt x="7498" y="5386"/>
                  </a:lnTo>
                  <a:lnTo>
                    <a:pt x="7656" y="4700"/>
                  </a:lnTo>
                  <a:lnTo>
                    <a:pt x="7761" y="4066"/>
                  </a:lnTo>
                  <a:lnTo>
                    <a:pt x="7814" y="3485"/>
                  </a:lnTo>
                  <a:lnTo>
                    <a:pt x="7867" y="2377"/>
                  </a:lnTo>
                  <a:lnTo>
                    <a:pt x="7814" y="1849"/>
                  </a:lnTo>
                  <a:lnTo>
                    <a:pt x="7709" y="1268"/>
                  </a:lnTo>
                  <a:lnTo>
                    <a:pt x="7603" y="634"/>
                  </a:lnTo>
                  <a:lnTo>
                    <a:pt x="7392" y="1"/>
                  </a:lnTo>
                  <a:close/>
                </a:path>
              </a:pathLst>
            </a:custGeom>
            <a:solidFill>
              <a:srgbClr val="006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8"/>
            <p:cNvSpPr/>
            <p:nvPr/>
          </p:nvSpPr>
          <p:spPr>
            <a:xfrm>
              <a:off x="4654075" y="550925"/>
              <a:ext cx="196700" cy="267975"/>
            </a:xfrm>
            <a:custGeom>
              <a:avLst/>
              <a:gdLst/>
              <a:ahLst/>
              <a:cxnLst/>
              <a:rect l="l" t="t" r="r" b="b"/>
              <a:pathLst>
                <a:path w="7868" h="10719" fill="none" extrusionOk="0">
                  <a:moveTo>
                    <a:pt x="7392" y="1"/>
                  </a:moveTo>
                  <a:lnTo>
                    <a:pt x="7392" y="1"/>
                  </a:lnTo>
                  <a:lnTo>
                    <a:pt x="6230" y="1268"/>
                  </a:lnTo>
                  <a:lnTo>
                    <a:pt x="5122" y="2535"/>
                  </a:lnTo>
                  <a:lnTo>
                    <a:pt x="4066" y="3802"/>
                  </a:lnTo>
                  <a:lnTo>
                    <a:pt x="3115" y="5122"/>
                  </a:lnTo>
                  <a:lnTo>
                    <a:pt x="2271" y="6495"/>
                  </a:lnTo>
                  <a:lnTo>
                    <a:pt x="1426" y="7868"/>
                  </a:lnTo>
                  <a:lnTo>
                    <a:pt x="687" y="9293"/>
                  </a:lnTo>
                  <a:lnTo>
                    <a:pt x="0" y="10719"/>
                  </a:lnTo>
                  <a:lnTo>
                    <a:pt x="0" y="10719"/>
                  </a:lnTo>
                  <a:lnTo>
                    <a:pt x="687" y="10666"/>
                  </a:lnTo>
                  <a:lnTo>
                    <a:pt x="1268" y="10560"/>
                  </a:lnTo>
                  <a:lnTo>
                    <a:pt x="1848" y="10455"/>
                  </a:lnTo>
                  <a:lnTo>
                    <a:pt x="2429" y="10349"/>
                  </a:lnTo>
                  <a:lnTo>
                    <a:pt x="2957" y="10191"/>
                  </a:lnTo>
                  <a:lnTo>
                    <a:pt x="3432" y="10032"/>
                  </a:lnTo>
                  <a:lnTo>
                    <a:pt x="4277" y="9610"/>
                  </a:lnTo>
                  <a:lnTo>
                    <a:pt x="5016" y="9135"/>
                  </a:lnTo>
                  <a:lnTo>
                    <a:pt x="5650" y="8607"/>
                  </a:lnTo>
                  <a:lnTo>
                    <a:pt x="6178" y="7973"/>
                  </a:lnTo>
                  <a:lnTo>
                    <a:pt x="6653" y="7340"/>
                  </a:lnTo>
                  <a:lnTo>
                    <a:pt x="7022" y="6706"/>
                  </a:lnTo>
                  <a:lnTo>
                    <a:pt x="7286" y="6020"/>
                  </a:lnTo>
                  <a:lnTo>
                    <a:pt x="7498" y="5386"/>
                  </a:lnTo>
                  <a:lnTo>
                    <a:pt x="7656" y="4700"/>
                  </a:lnTo>
                  <a:lnTo>
                    <a:pt x="7761" y="4066"/>
                  </a:lnTo>
                  <a:lnTo>
                    <a:pt x="7814" y="3485"/>
                  </a:lnTo>
                  <a:lnTo>
                    <a:pt x="7867" y="2377"/>
                  </a:lnTo>
                  <a:lnTo>
                    <a:pt x="7867" y="2377"/>
                  </a:lnTo>
                  <a:lnTo>
                    <a:pt x="7814" y="1849"/>
                  </a:lnTo>
                  <a:lnTo>
                    <a:pt x="7709" y="1268"/>
                  </a:lnTo>
                  <a:lnTo>
                    <a:pt x="7603" y="634"/>
                  </a:lnTo>
                  <a:lnTo>
                    <a:pt x="739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8"/>
            <p:cNvSpPr/>
            <p:nvPr/>
          </p:nvSpPr>
          <p:spPr>
            <a:xfrm>
              <a:off x="4581475" y="572050"/>
              <a:ext cx="104300" cy="95050"/>
            </a:xfrm>
            <a:custGeom>
              <a:avLst/>
              <a:gdLst/>
              <a:ahLst/>
              <a:cxnLst/>
              <a:rect l="l" t="t" r="r" b="b"/>
              <a:pathLst>
                <a:path w="4172" h="3802" extrusionOk="0">
                  <a:moveTo>
                    <a:pt x="1321" y="1"/>
                  </a:moveTo>
                  <a:lnTo>
                    <a:pt x="1004" y="265"/>
                  </a:lnTo>
                  <a:lnTo>
                    <a:pt x="740" y="529"/>
                  </a:lnTo>
                  <a:lnTo>
                    <a:pt x="529" y="793"/>
                  </a:lnTo>
                  <a:lnTo>
                    <a:pt x="317" y="1056"/>
                  </a:lnTo>
                  <a:lnTo>
                    <a:pt x="159" y="1373"/>
                  </a:lnTo>
                  <a:lnTo>
                    <a:pt x="53" y="1690"/>
                  </a:lnTo>
                  <a:lnTo>
                    <a:pt x="1" y="1954"/>
                  </a:lnTo>
                  <a:lnTo>
                    <a:pt x="1" y="2271"/>
                  </a:lnTo>
                  <a:lnTo>
                    <a:pt x="1" y="2640"/>
                  </a:lnTo>
                  <a:lnTo>
                    <a:pt x="106" y="3010"/>
                  </a:lnTo>
                  <a:lnTo>
                    <a:pt x="265" y="3432"/>
                  </a:lnTo>
                  <a:lnTo>
                    <a:pt x="476" y="3802"/>
                  </a:lnTo>
                  <a:lnTo>
                    <a:pt x="1584" y="3380"/>
                  </a:lnTo>
                  <a:lnTo>
                    <a:pt x="1743" y="3221"/>
                  </a:lnTo>
                  <a:lnTo>
                    <a:pt x="1796" y="3168"/>
                  </a:lnTo>
                  <a:lnTo>
                    <a:pt x="1848" y="3063"/>
                  </a:lnTo>
                  <a:lnTo>
                    <a:pt x="1796" y="2852"/>
                  </a:lnTo>
                  <a:lnTo>
                    <a:pt x="1637" y="2588"/>
                  </a:lnTo>
                  <a:lnTo>
                    <a:pt x="1532" y="2324"/>
                  </a:lnTo>
                  <a:lnTo>
                    <a:pt x="1479" y="2112"/>
                  </a:lnTo>
                  <a:lnTo>
                    <a:pt x="1479" y="1901"/>
                  </a:lnTo>
                  <a:lnTo>
                    <a:pt x="1532" y="1532"/>
                  </a:lnTo>
                  <a:lnTo>
                    <a:pt x="1637" y="1215"/>
                  </a:lnTo>
                  <a:lnTo>
                    <a:pt x="1796" y="951"/>
                  </a:lnTo>
                  <a:lnTo>
                    <a:pt x="1901" y="793"/>
                  </a:lnTo>
                  <a:lnTo>
                    <a:pt x="2007" y="687"/>
                  </a:lnTo>
                  <a:lnTo>
                    <a:pt x="2007" y="581"/>
                  </a:lnTo>
                  <a:lnTo>
                    <a:pt x="2007" y="423"/>
                  </a:lnTo>
                  <a:lnTo>
                    <a:pt x="1901" y="317"/>
                  </a:lnTo>
                  <a:lnTo>
                    <a:pt x="1321" y="1"/>
                  </a:lnTo>
                  <a:close/>
                  <a:moveTo>
                    <a:pt x="3432" y="1"/>
                  </a:moveTo>
                  <a:lnTo>
                    <a:pt x="3116" y="265"/>
                  </a:lnTo>
                  <a:lnTo>
                    <a:pt x="2852" y="529"/>
                  </a:lnTo>
                  <a:lnTo>
                    <a:pt x="2640" y="793"/>
                  </a:lnTo>
                  <a:lnTo>
                    <a:pt x="2429" y="1056"/>
                  </a:lnTo>
                  <a:lnTo>
                    <a:pt x="2324" y="1373"/>
                  </a:lnTo>
                  <a:lnTo>
                    <a:pt x="2218" y="1690"/>
                  </a:lnTo>
                  <a:lnTo>
                    <a:pt x="2165" y="1954"/>
                  </a:lnTo>
                  <a:lnTo>
                    <a:pt x="2112" y="2271"/>
                  </a:lnTo>
                  <a:lnTo>
                    <a:pt x="2165" y="2640"/>
                  </a:lnTo>
                  <a:lnTo>
                    <a:pt x="2218" y="3010"/>
                  </a:lnTo>
                  <a:lnTo>
                    <a:pt x="2376" y="3432"/>
                  </a:lnTo>
                  <a:lnTo>
                    <a:pt x="2588" y="3802"/>
                  </a:lnTo>
                  <a:lnTo>
                    <a:pt x="3696" y="3380"/>
                  </a:lnTo>
                  <a:lnTo>
                    <a:pt x="3908" y="3221"/>
                  </a:lnTo>
                  <a:lnTo>
                    <a:pt x="3960" y="3168"/>
                  </a:lnTo>
                  <a:lnTo>
                    <a:pt x="3960" y="3063"/>
                  </a:lnTo>
                  <a:lnTo>
                    <a:pt x="3908" y="2852"/>
                  </a:lnTo>
                  <a:lnTo>
                    <a:pt x="3749" y="2588"/>
                  </a:lnTo>
                  <a:lnTo>
                    <a:pt x="3644" y="2324"/>
                  </a:lnTo>
                  <a:lnTo>
                    <a:pt x="3591" y="2112"/>
                  </a:lnTo>
                  <a:lnTo>
                    <a:pt x="3591" y="1901"/>
                  </a:lnTo>
                  <a:lnTo>
                    <a:pt x="3644" y="1532"/>
                  </a:lnTo>
                  <a:lnTo>
                    <a:pt x="3749" y="1215"/>
                  </a:lnTo>
                  <a:lnTo>
                    <a:pt x="3908" y="951"/>
                  </a:lnTo>
                  <a:lnTo>
                    <a:pt x="4066" y="793"/>
                  </a:lnTo>
                  <a:lnTo>
                    <a:pt x="4119" y="687"/>
                  </a:lnTo>
                  <a:lnTo>
                    <a:pt x="4172" y="581"/>
                  </a:lnTo>
                  <a:lnTo>
                    <a:pt x="4119" y="423"/>
                  </a:lnTo>
                  <a:lnTo>
                    <a:pt x="4013" y="317"/>
                  </a:lnTo>
                  <a:lnTo>
                    <a:pt x="34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8"/>
            <p:cNvSpPr/>
            <p:nvPr/>
          </p:nvSpPr>
          <p:spPr>
            <a:xfrm>
              <a:off x="5035525" y="2937350"/>
              <a:ext cx="1838675" cy="1777950"/>
            </a:xfrm>
            <a:custGeom>
              <a:avLst/>
              <a:gdLst/>
              <a:ahLst/>
              <a:cxnLst/>
              <a:rect l="l" t="t" r="r" b="b"/>
              <a:pathLst>
                <a:path w="73547" h="71118" extrusionOk="0">
                  <a:moveTo>
                    <a:pt x="34741" y="0"/>
                  </a:moveTo>
                  <a:lnTo>
                    <a:pt x="32259" y="106"/>
                  </a:lnTo>
                  <a:lnTo>
                    <a:pt x="29936" y="317"/>
                  </a:lnTo>
                  <a:lnTo>
                    <a:pt x="27719" y="581"/>
                  </a:lnTo>
                  <a:lnTo>
                    <a:pt x="25607" y="951"/>
                  </a:lnTo>
                  <a:lnTo>
                    <a:pt x="23601" y="1373"/>
                  </a:lnTo>
                  <a:lnTo>
                    <a:pt x="21700" y="1848"/>
                  </a:lnTo>
                  <a:lnTo>
                    <a:pt x="19958" y="2429"/>
                  </a:lnTo>
                  <a:lnTo>
                    <a:pt x="18268" y="3010"/>
                  </a:lnTo>
                  <a:lnTo>
                    <a:pt x="18215" y="3802"/>
                  </a:lnTo>
                  <a:lnTo>
                    <a:pt x="18110" y="4699"/>
                  </a:lnTo>
                  <a:lnTo>
                    <a:pt x="17951" y="5174"/>
                  </a:lnTo>
                  <a:lnTo>
                    <a:pt x="17793" y="5649"/>
                  </a:lnTo>
                  <a:lnTo>
                    <a:pt x="17582" y="6125"/>
                  </a:lnTo>
                  <a:lnTo>
                    <a:pt x="17318" y="6600"/>
                  </a:lnTo>
                  <a:lnTo>
                    <a:pt x="17001" y="7075"/>
                  </a:lnTo>
                  <a:lnTo>
                    <a:pt x="16579" y="7445"/>
                  </a:lnTo>
                  <a:lnTo>
                    <a:pt x="16104" y="7814"/>
                  </a:lnTo>
                  <a:lnTo>
                    <a:pt x="15523" y="8184"/>
                  </a:lnTo>
                  <a:lnTo>
                    <a:pt x="14889" y="8448"/>
                  </a:lnTo>
                  <a:lnTo>
                    <a:pt x="14150" y="8659"/>
                  </a:lnTo>
                  <a:lnTo>
                    <a:pt x="13305" y="8817"/>
                  </a:lnTo>
                  <a:lnTo>
                    <a:pt x="12355" y="8870"/>
                  </a:lnTo>
                  <a:lnTo>
                    <a:pt x="12144" y="8870"/>
                  </a:lnTo>
                  <a:lnTo>
                    <a:pt x="11405" y="8817"/>
                  </a:lnTo>
                  <a:lnTo>
                    <a:pt x="10718" y="8764"/>
                  </a:lnTo>
                  <a:lnTo>
                    <a:pt x="10085" y="8606"/>
                  </a:lnTo>
                  <a:lnTo>
                    <a:pt x="9557" y="8395"/>
                  </a:lnTo>
                  <a:lnTo>
                    <a:pt x="8765" y="9134"/>
                  </a:lnTo>
                  <a:lnTo>
                    <a:pt x="8078" y="9873"/>
                  </a:lnTo>
                  <a:lnTo>
                    <a:pt x="7392" y="10612"/>
                  </a:lnTo>
                  <a:lnTo>
                    <a:pt x="6811" y="11404"/>
                  </a:lnTo>
                  <a:lnTo>
                    <a:pt x="6178" y="12196"/>
                  </a:lnTo>
                  <a:lnTo>
                    <a:pt x="5650" y="12988"/>
                  </a:lnTo>
                  <a:lnTo>
                    <a:pt x="5122" y="13833"/>
                  </a:lnTo>
                  <a:lnTo>
                    <a:pt x="4647" y="14678"/>
                  </a:lnTo>
                  <a:lnTo>
                    <a:pt x="4330" y="17318"/>
                  </a:lnTo>
                  <a:lnTo>
                    <a:pt x="3960" y="20063"/>
                  </a:lnTo>
                  <a:lnTo>
                    <a:pt x="3538" y="22808"/>
                  </a:lnTo>
                  <a:lnTo>
                    <a:pt x="3010" y="25607"/>
                  </a:lnTo>
                  <a:lnTo>
                    <a:pt x="2429" y="28458"/>
                  </a:lnTo>
                  <a:lnTo>
                    <a:pt x="1690" y="31309"/>
                  </a:lnTo>
                  <a:lnTo>
                    <a:pt x="898" y="34160"/>
                  </a:lnTo>
                  <a:lnTo>
                    <a:pt x="1" y="37063"/>
                  </a:lnTo>
                  <a:lnTo>
                    <a:pt x="106" y="38383"/>
                  </a:lnTo>
                  <a:lnTo>
                    <a:pt x="212" y="39756"/>
                  </a:lnTo>
                  <a:lnTo>
                    <a:pt x="370" y="41129"/>
                  </a:lnTo>
                  <a:lnTo>
                    <a:pt x="529" y="42502"/>
                  </a:lnTo>
                  <a:lnTo>
                    <a:pt x="793" y="43927"/>
                  </a:lnTo>
                  <a:lnTo>
                    <a:pt x="1109" y="45353"/>
                  </a:lnTo>
                  <a:lnTo>
                    <a:pt x="1479" y="46778"/>
                  </a:lnTo>
                  <a:lnTo>
                    <a:pt x="1848" y="48256"/>
                  </a:lnTo>
                  <a:lnTo>
                    <a:pt x="2324" y="49682"/>
                  </a:lnTo>
                  <a:lnTo>
                    <a:pt x="2852" y="51107"/>
                  </a:lnTo>
                  <a:lnTo>
                    <a:pt x="3485" y="52533"/>
                  </a:lnTo>
                  <a:lnTo>
                    <a:pt x="4119" y="53906"/>
                  </a:lnTo>
                  <a:lnTo>
                    <a:pt x="4858" y="55331"/>
                  </a:lnTo>
                  <a:lnTo>
                    <a:pt x="5650" y="56651"/>
                  </a:lnTo>
                  <a:lnTo>
                    <a:pt x="6547" y="57971"/>
                  </a:lnTo>
                  <a:lnTo>
                    <a:pt x="7498" y="59291"/>
                  </a:lnTo>
                  <a:lnTo>
                    <a:pt x="8554" y="60558"/>
                  </a:lnTo>
                  <a:lnTo>
                    <a:pt x="9662" y="61720"/>
                  </a:lnTo>
                  <a:lnTo>
                    <a:pt x="10877" y="62881"/>
                  </a:lnTo>
                  <a:lnTo>
                    <a:pt x="12144" y="63990"/>
                  </a:lnTo>
                  <a:lnTo>
                    <a:pt x="13517" y="65046"/>
                  </a:lnTo>
                  <a:lnTo>
                    <a:pt x="15048" y="65996"/>
                  </a:lnTo>
                  <a:lnTo>
                    <a:pt x="16579" y="66894"/>
                  </a:lnTo>
                  <a:lnTo>
                    <a:pt x="18268" y="67738"/>
                  </a:lnTo>
                  <a:lnTo>
                    <a:pt x="20063" y="68477"/>
                  </a:lnTo>
                  <a:lnTo>
                    <a:pt x="21911" y="69164"/>
                  </a:lnTo>
                  <a:lnTo>
                    <a:pt x="23917" y="69745"/>
                  </a:lnTo>
                  <a:lnTo>
                    <a:pt x="26029" y="70220"/>
                  </a:lnTo>
                  <a:lnTo>
                    <a:pt x="28194" y="70589"/>
                  </a:lnTo>
                  <a:lnTo>
                    <a:pt x="30517" y="70906"/>
                  </a:lnTo>
                  <a:lnTo>
                    <a:pt x="32998" y="71065"/>
                  </a:lnTo>
                  <a:lnTo>
                    <a:pt x="35533" y="71117"/>
                  </a:lnTo>
                  <a:lnTo>
                    <a:pt x="36853" y="71117"/>
                  </a:lnTo>
                  <a:lnTo>
                    <a:pt x="38700" y="71012"/>
                  </a:lnTo>
                  <a:lnTo>
                    <a:pt x="40496" y="70906"/>
                  </a:lnTo>
                  <a:lnTo>
                    <a:pt x="42238" y="70748"/>
                  </a:lnTo>
                  <a:lnTo>
                    <a:pt x="43927" y="70537"/>
                  </a:lnTo>
                  <a:lnTo>
                    <a:pt x="45511" y="70325"/>
                  </a:lnTo>
                  <a:lnTo>
                    <a:pt x="47042" y="70009"/>
                  </a:lnTo>
                  <a:lnTo>
                    <a:pt x="48573" y="69692"/>
                  </a:lnTo>
                  <a:lnTo>
                    <a:pt x="49999" y="69322"/>
                  </a:lnTo>
                  <a:lnTo>
                    <a:pt x="51372" y="68900"/>
                  </a:lnTo>
                  <a:lnTo>
                    <a:pt x="52692" y="68425"/>
                  </a:lnTo>
                  <a:lnTo>
                    <a:pt x="53959" y="67950"/>
                  </a:lnTo>
                  <a:lnTo>
                    <a:pt x="55173" y="67422"/>
                  </a:lnTo>
                  <a:lnTo>
                    <a:pt x="56387" y="66894"/>
                  </a:lnTo>
                  <a:lnTo>
                    <a:pt x="57496" y="66313"/>
                  </a:lnTo>
                  <a:lnTo>
                    <a:pt x="58552" y="65732"/>
                  </a:lnTo>
                  <a:lnTo>
                    <a:pt x="59555" y="65046"/>
                  </a:lnTo>
                  <a:lnTo>
                    <a:pt x="59502" y="64412"/>
                  </a:lnTo>
                  <a:lnTo>
                    <a:pt x="59555" y="63620"/>
                  </a:lnTo>
                  <a:lnTo>
                    <a:pt x="59661" y="62723"/>
                  </a:lnTo>
                  <a:lnTo>
                    <a:pt x="59766" y="62247"/>
                  </a:lnTo>
                  <a:lnTo>
                    <a:pt x="59925" y="61720"/>
                  </a:lnTo>
                  <a:lnTo>
                    <a:pt x="60136" y="61244"/>
                  </a:lnTo>
                  <a:lnTo>
                    <a:pt x="60453" y="60769"/>
                  </a:lnTo>
                  <a:lnTo>
                    <a:pt x="60769" y="60347"/>
                  </a:lnTo>
                  <a:lnTo>
                    <a:pt x="61139" y="59924"/>
                  </a:lnTo>
                  <a:lnTo>
                    <a:pt x="61667" y="59502"/>
                  </a:lnTo>
                  <a:lnTo>
                    <a:pt x="62195" y="59185"/>
                  </a:lnTo>
                  <a:lnTo>
                    <a:pt x="62881" y="58868"/>
                  </a:lnTo>
                  <a:lnTo>
                    <a:pt x="63620" y="58657"/>
                  </a:lnTo>
                  <a:lnTo>
                    <a:pt x="64465" y="58499"/>
                  </a:lnTo>
                  <a:lnTo>
                    <a:pt x="65468" y="58446"/>
                  </a:lnTo>
                  <a:lnTo>
                    <a:pt x="65680" y="58446"/>
                  </a:lnTo>
                  <a:lnTo>
                    <a:pt x="66630" y="58499"/>
                  </a:lnTo>
                  <a:lnTo>
                    <a:pt x="67739" y="56968"/>
                  </a:lnTo>
                  <a:lnTo>
                    <a:pt x="68689" y="55384"/>
                  </a:lnTo>
                  <a:lnTo>
                    <a:pt x="69586" y="53800"/>
                  </a:lnTo>
                  <a:lnTo>
                    <a:pt x="70326" y="52216"/>
                  </a:lnTo>
                  <a:lnTo>
                    <a:pt x="70959" y="50579"/>
                  </a:lnTo>
                  <a:lnTo>
                    <a:pt x="71540" y="48943"/>
                  </a:lnTo>
                  <a:lnTo>
                    <a:pt x="72015" y="47306"/>
                  </a:lnTo>
                  <a:lnTo>
                    <a:pt x="72385" y="45669"/>
                  </a:lnTo>
                  <a:lnTo>
                    <a:pt x="72754" y="44085"/>
                  </a:lnTo>
                  <a:lnTo>
                    <a:pt x="73018" y="42502"/>
                  </a:lnTo>
                  <a:lnTo>
                    <a:pt x="73177" y="40970"/>
                  </a:lnTo>
                  <a:lnTo>
                    <a:pt x="73335" y="39492"/>
                  </a:lnTo>
                  <a:lnTo>
                    <a:pt x="73441" y="38067"/>
                  </a:lnTo>
                  <a:lnTo>
                    <a:pt x="73493" y="36747"/>
                  </a:lnTo>
                  <a:lnTo>
                    <a:pt x="73546" y="34212"/>
                  </a:lnTo>
                  <a:lnTo>
                    <a:pt x="73493" y="33051"/>
                  </a:lnTo>
                  <a:lnTo>
                    <a:pt x="73388" y="31837"/>
                  </a:lnTo>
                  <a:lnTo>
                    <a:pt x="73229" y="30622"/>
                  </a:lnTo>
                  <a:lnTo>
                    <a:pt x="73018" y="29302"/>
                  </a:lnTo>
                  <a:lnTo>
                    <a:pt x="72754" y="27982"/>
                  </a:lnTo>
                  <a:lnTo>
                    <a:pt x="72437" y="26610"/>
                  </a:lnTo>
                  <a:lnTo>
                    <a:pt x="72015" y="25184"/>
                  </a:lnTo>
                  <a:lnTo>
                    <a:pt x="71540" y="23812"/>
                  </a:lnTo>
                  <a:lnTo>
                    <a:pt x="71012" y="22386"/>
                  </a:lnTo>
                  <a:lnTo>
                    <a:pt x="70431" y="20960"/>
                  </a:lnTo>
                  <a:lnTo>
                    <a:pt x="69745" y="19535"/>
                  </a:lnTo>
                  <a:lnTo>
                    <a:pt x="69006" y="18109"/>
                  </a:lnTo>
                  <a:lnTo>
                    <a:pt x="68161" y="16684"/>
                  </a:lnTo>
                  <a:lnTo>
                    <a:pt x="67263" y="15311"/>
                  </a:lnTo>
                  <a:lnTo>
                    <a:pt x="66313" y="13939"/>
                  </a:lnTo>
                  <a:lnTo>
                    <a:pt x="65257" y="12566"/>
                  </a:lnTo>
                  <a:lnTo>
                    <a:pt x="64096" y="11299"/>
                  </a:lnTo>
                  <a:lnTo>
                    <a:pt x="62881" y="10032"/>
                  </a:lnTo>
                  <a:lnTo>
                    <a:pt x="61614" y="8817"/>
                  </a:lnTo>
                  <a:lnTo>
                    <a:pt x="60241" y="7656"/>
                  </a:lnTo>
                  <a:lnTo>
                    <a:pt x="58763" y="6547"/>
                  </a:lnTo>
                  <a:lnTo>
                    <a:pt x="57179" y="5491"/>
                  </a:lnTo>
                  <a:lnTo>
                    <a:pt x="55543" y="4541"/>
                  </a:lnTo>
                  <a:lnTo>
                    <a:pt x="53800" y="3643"/>
                  </a:lnTo>
                  <a:lnTo>
                    <a:pt x="52005" y="2798"/>
                  </a:lnTo>
                  <a:lnTo>
                    <a:pt x="50052" y="2112"/>
                  </a:lnTo>
                  <a:lnTo>
                    <a:pt x="48045" y="1479"/>
                  </a:lnTo>
                  <a:lnTo>
                    <a:pt x="45934" y="951"/>
                  </a:lnTo>
                  <a:lnTo>
                    <a:pt x="44825" y="739"/>
                  </a:lnTo>
                  <a:lnTo>
                    <a:pt x="43716" y="528"/>
                  </a:lnTo>
                  <a:lnTo>
                    <a:pt x="42555" y="370"/>
                  </a:lnTo>
                  <a:lnTo>
                    <a:pt x="41393" y="211"/>
                  </a:lnTo>
                  <a:lnTo>
                    <a:pt x="40179" y="106"/>
                  </a:lnTo>
                  <a:lnTo>
                    <a:pt x="38964" y="53"/>
                  </a:lnTo>
                  <a:lnTo>
                    <a:pt x="37750" y="0"/>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8"/>
            <p:cNvSpPr/>
            <p:nvPr/>
          </p:nvSpPr>
          <p:spPr>
            <a:xfrm>
              <a:off x="5035525" y="2937350"/>
              <a:ext cx="1838675" cy="1777950"/>
            </a:xfrm>
            <a:custGeom>
              <a:avLst/>
              <a:gdLst/>
              <a:ahLst/>
              <a:cxnLst/>
              <a:rect l="l" t="t" r="r" b="b"/>
              <a:pathLst>
                <a:path w="73547" h="71118" fill="none" extrusionOk="0">
                  <a:moveTo>
                    <a:pt x="36483" y="0"/>
                  </a:moveTo>
                  <a:lnTo>
                    <a:pt x="36483" y="0"/>
                  </a:lnTo>
                  <a:lnTo>
                    <a:pt x="34741" y="0"/>
                  </a:lnTo>
                  <a:lnTo>
                    <a:pt x="34741" y="0"/>
                  </a:lnTo>
                  <a:lnTo>
                    <a:pt x="32259" y="106"/>
                  </a:lnTo>
                  <a:lnTo>
                    <a:pt x="29936" y="317"/>
                  </a:lnTo>
                  <a:lnTo>
                    <a:pt x="27719" y="581"/>
                  </a:lnTo>
                  <a:lnTo>
                    <a:pt x="25607" y="951"/>
                  </a:lnTo>
                  <a:lnTo>
                    <a:pt x="23601" y="1373"/>
                  </a:lnTo>
                  <a:lnTo>
                    <a:pt x="21700" y="1848"/>
                  </a:lnTo>
                  <a:lnTo>
                    <a:pt x="19958" y="2429"/>
                  </a:lnTo>
                  <a:lnTo>
                    <a:pt x="18268" y="3010"/>
                  </a:lnTo>
                  <a:lnTo>
                    <a:pt x="18268" y="3010"/>
                  </a:lnTo>
                  <a:lnTo>
                    <a:pt x="18215" y="3802"/>
                  </a:lnTo>
                  <a:lnTo>
                    <a:pt x="18110" y="4699"/>
                  </a:lnTo>
                  <a:lnTo>
                    <a:pt x="17951" y="5174"/>
                  </a:lnTo>
                  <a:lnTo>
                    <a:pt x="17793" y="5649"/>
                  </a:lnTo>
                  <a:lnTo>
                    <a:pt x="17582" y="6125"/>
                  </a:lnTo>
                  <a:lnTo>
                    <a:pt x="17318" y="6600"/>
                  </a:lnTo>
                  <a:lnTo>
                    <a:pt x="17001" y="7075"/>
                  </a:lnTo>
                  <a:lnTo>
                    <a:pt x="16579" y="7445"/>
                  </a:lnTo>
                  <a:lnTo>
                    <a:pt x="16104" y="7814"/>
                  </a:lnTo>
                  <a:lnTo>
                    <a:pt x="15523" y="8184"/>
                  </a:lnTo>
                  <a:lnTo>
                    <a:pt x="14889" y="8448"/>
                  </a:lnTo>
                  <a:lnTo>
                    <a:pt x="14150" y="8659"/>
                  </a:lnTo>
                  <a:lnTo>
                    <a:pt x="13305" y="8817"/>
                  </a:lnTo>
                  <a:lnTo>
                    <a:pt x="12355" y="8870"/>
                  </a:lnTo>
                  <a:lnTo>
                    <a:pt x="12355" y="8870"/>
                  </a:lnTo>
                  <a:lnTo>
                    <a:pt x="12144" y="8870"/>
                  </a:lnTo>
                  <a:lnTo>
                    <a:pt x="12144" y="8870"/>
                  </a:lnTo>
                  <a:lnTo>
                    <a:pt x="11405" y="8817"/>
                  </a:lnTo>
                  <a:lnTo>
                    <a:pt x="10718" y="8764"/>
                  </a:lnTo>
                  <a:lnTo>
                    <a:pt x="10085" y="8606"/>
                  </a:lnTo>
                  <a:lnTo>
                    <a:pt x="9557" y="8395"/>
                  </a:lnTo>
                  <a:lnTo>
                    <a:pt x="9557" y="8395"/>
                  </a:lnTo>
                  <a:lnTo>
                    <a:pt x="8765" y="9134"/>
                  </a:lnTo>
                  <a:lnTo>
                    <a:pt x="8078" y="9873"/>
                  </a:lnTo>
                  <a:lnTo>
                    <a:pt x="7392" y="10612"/>
                  </a:lnTo>
                  <a:lnTo>
                    <a:pt x="6811" y="11404"/>
                  </a:lnTo>
                  <a:lnTo>
                    <a:pt x="6178" y="12196"/>
                  </a:lnTo>
                  <a:lnTo>
                    <a:pt x="5650" y="12988"/>
                  </a:lnTo>
                  <a:lnTo>
                    <a:pt x="5122" y="13833"/>
                  </a:lnTo>
                  <a:lnTo>
                    <a:pt x="4647" y="14678"/>
                  </a:lnTo>
                  <a:lnTo>
                    <a:pt x="4647" y="14678"/>
                  </a:lnTo>
                  <a:lnTo>
                    <a:pt x="4330" y="17318"/>
                  </a:lnTo>
                  <a:lnTo>
                    <a:pt x="3960" y="20063"/>
                  </a:lnTo>
                  <a:lnTo>
                    <a:pt x="3538" y="22808"/>
                  </a:lnTo>
                  <a:lnTo>
                    <a:pt x="3010" y="25607"/>
                  </a:lnTo>
                  <a:lnTo>
                    <a:pt x="2429" y="28458"/>
                  </a:lnTo>
                  <a:lnTo>
                    <a:pt x="1690" y="31309"/>
                  </a:lnTo>
                  <a:lnTo>
                    <a:pt x="898" y="34160"/>
                  </a:lnTo>
                  <a:lnTo>
                    <a:pt x="1" y="37063"/>
                  </a:lnTo>
                  <a:lnTo>
                    <a:pt x="1" y="37063"/>
                  </a:lnTo>
                  <a:lnTo>
                    <a:pt x="106" y="38383"/>
                  </a:lnTo>
                  <a:lnTo>
                    <a:pt x="212" y="39756"/>
                  </a:lnTo>
                  <a:lnTo>
                    <a:pt x="370" y="41129"/>
                  </a:lnTo>
                  <a:lnTo>
                    <a:pt x="529" y="42502"/>
                  </a:lnTo>
                  <a:lnTo>
                    <a:pt x="793" y="43927"/>
                  </a:lnTo>
                  <a:lnTo>
                    <a:pt x="1109" y="45353"/>
                  </a:lnTo>
                  <a:lnTo>
                    <a:pt x="1479" y="46778"/>
                  </a:lnTo>
                  <a:lnTo>
                    <a:pt x="1848" y="48256"/>
                  </a:lnTo>
                  <a:lnTo>
                    <a:pt x="2324" y="49682"/>
                  </a:lnTo>
                  <a:lnTo>
                    <a:pt x="2852" y="51107"/>
                  </a:lnTo>
                  <a:lnTo>
                    <a:pt x="3485" y="52533"/>
                  </a:lnTo>
                  <a:lnTo>
                    <a:pt x="4119" y="53906"/>
                  </a:lnTo>
                  <a:lnTo>
                    <a:pt x="4858" y="55331"/>
                  </a:lnTo>
                  <a:lnTo>
                    <a:pt x="5650" y="56651"/>
                  </a:lnTo>
                  <a:lnTo>
                    <a:pt x="6547" y="57971"/>
                  </a:lnTo>
                  <a:lnTo>
                    <a:pt x="7498" y="59291"/>
                  </a:lnTo>
                  <a:lnTo>
                    <a:pt x="8554" y="60558"/>
                  </a:lnTo>
                  <a:lnTo>
                    <a:pt x="9662" y="61720"/>
                  </a:lnTo>
                  <a:lnTo>
                    <a:pt x="10877" y="62881"/>
                  </a:lnTo>
                  <a:lnTo>
                    <a:pt x="12144" y="63990"/>
                  </a:lnTo>
                  <a:lnTo>
                    <a:pt x="13517" y="65046"/>
                  </a:lnTo>
                  <a:lnTo>
                    <a:pt x="15048" y="65996"/>
                  </a:lnTo>
                  <a:lnTo>
                    <a:pt x="16579" y="66894"/>
                  </a:lnTo>
                  <a:lnTo>
                    <a:pt x="18268" y="67738"/>
                  </a:lnTo>
                  <a:lnTo>
                    <a:pt x="20063" y="68477"/>
                  </a:lnTo>
                  <a:lnTo>
                    <a:pt x="21911" y="69164"/>
                  </a:lnTo>
                  <a:lnTo>
                    <a:pt x="23917" y="69745"/>
                  </a:lnTo>
                  <a:lnTo>
                    <a:pt x="26029" y="70220"/>
                  </a:lnTo>
                  <a:lnTo>
                    <a:pt x="28194" y="70589"/>
                  </a:lnTo>
                  <a:lnTo>
                    <a:pt x="30517" y="70906"/>
                  </a:lnTo>
                  <a:lnTo>
                    <a:pt x="32998" y="71065"/>
                  </a:lnTo>
                  <a:lnTo>
                    <a:pt x="35533" y="71117"/>
                  </a:lnTo>
                  <a:lnTo>
                    <a:pt x="35533" y="71117"/>
                  </a:lnTo>
                  <a:lnTo>
                    <a:pt x="36853" y="71117"/>
                  </a:lnTo>
                  <a:lnTo>
                    <a:pt x="36853" y="71117"/>
                  </a:lnTo>
                  <a:lnTo>
                    <a:pt x="38700" y="71012"/>
                  </a:lnTo>
                  <a:lnTo>
                    <a:pt x="40496" y="70906"/>
                  </a:lnTo>
                  <a:lnTo>
                    <a:pt x="42238" y="70748"/>
                  </a:lnTo>
                  <a:lnTo>
                    <a:pt x="43927" y="70537"/>
                  </a:lnTo>
                  <a:lnTo>
                    <a:pt x="45511" y="70325"/>
                  </a:lnTo>
                  <a:lnTo>
                    <a:pt x="47042" y="70009"/>
                  </a:lnTo>
                  <a:lnTo>
                    <a:pt x="48573" y="69692"/>
                  </a:lnTo>
                  <a:lnTo>
                    <a:pt x="49999" y="69322"/>
                  </a:lnTo>
                  <a:lnTo>
                    <a:pt x="51372" y="68900"/>
                  </a:lnTo>
                  <a:lnTo>
                    <a:pt x="52692" y="68425"/>
                  </a:lnTo>
                  <a:lnTo>
                    <a:pt x="53959" y="67950"/>
                  </a:lnTo>
                  <a:lnTo>
                    <a:pt x="55173" y="67422"/>
                  </a:lnTo>
                  <a:lnTo>
                    <a:pt x="56387" y="66894"/>
                  </a:lnTo>
                  <a:lnTo>
                    <a:pt x="57496" y="66313"/>
                  </a:lnTo>
                  <a:lnTo>
                    <a:pt x="58552" y="65732"/>
                  </a:lnTo>
                  <a:lnTo>
                    <a:pt x="59555" y="65046"/>
                  </a:lnTo>
                  <a:lnTo>
                    <a:pt x="59555" y="65046"/>
                  </a:lnTo>
                  <a:lnTo>
                    <a:pt x="59502" y="64412"/>
                  </a:lnTo>
                  <a:lnTo>
                    <a:pt x="59502" y="64412"/>
                  </a:lnTo>
                  <a:lnTo>
                    <a:pt x="59555" y="63620"/>
                  </a:lnTo>
                  <a:lnTo>
                    <a:pt x="59661" y="62723"/>
                  </a:lnTo>
                  <a:lnTo>
                    <a:pt x="59766" y="62247"/>
                  </a:lnTo>
                  <a:lnTo>
                    <a:pt x="59925" y="61720"/>
                  </a:lnTo>
                  <a:lnTo>
                    <a:pt x="60136" y="61244"/>
                  </a:lnTo>
                  <a:lnTo>
                    <a:pt x="60453" y="60769"/>
                  </a:lnTo>
                  <a:lnTo>
                    <a:pt x="60769" y="60347"/>
                  </a:lnTo>
                  <a:lnTo>
                    <a:pt x="61139" y="59924"/>
                  </a:lnTo>
                  <a:lnTo>
                    <a:pt x="61667" y="59502"/>
                  </a:lnTo>
                  <a:lnTo>
                    <a:pt x="62195" y="59185"/>
                  </a:lnTo>
                  <a:lnTo>
                    <a:pt x="62881" y="58868"/>
                  </a:lnTo>
                  <a:lnTo>
                    <a:pt x="63620" y="58657"/>
                  </a:lnTo>
                  <a:lnTo>
                    <a:pt x="64465" y="58499"/>
                  </a:lnTo>
                  <a:lnTo>
                    <a:pt x="65468" y="58446"/>
                  </a:lnTo>
                  <a:lnTo>
                    <a:pt x="65468" y="58446"/>
                  </a:lnTo>
                  <a:lnTo>
                    <a:pt x="65680" y="58446"/>
                  </a:lnTo>
                  <a:lnTo>
                    <a:pt x="65680" y="58446"/>
                  </a:lnTo>
                  <a:lnTo>
                    <a:pt x="66630" y="58499"/>
                  </a:lnTo>
                  <a:lnTo>
                    <a:pt x="66630" y="58499"/>
                  </a:lnTo>
                  <a:lnTo>
                    <a:pt x="67739" y="56968"/>
                  </a:lnTo>
                  <a:lnTo>
                    <a:pt x="68689" y="55384"/>
                  </a:lnTo>
                  <a:lnTo>
                    <a:pt x="69586" y="53800"/>
                  </a:lnTo>
                  <a:lnTo>
                    <a:pt x="70326" y="52216"/>
                  </a:lnTo>
                  <a:lnTo>
                    <a:pt x="70959" y="50579"/>
                  </a:lnTo>
                  <a:lnTo>
                    <a:pt x="71540" y="48943"/>
                  </a:lnTo>
                  <a:lnTo>
                    <a:pt x="72015" y="47306"/>
                  </a:lnTo>
                  <a:lnTo>
                    <a:pt x="72385" y="45669"/>
                  </a:lnTo>
                  <a:lnTo>
                    <a:pt x="72754" y="44085"/>
                  </a:lnTo>
                  <a:lnTo>
                    <a:pt x="73018" y="42502"/>
                  </a:lnTo>
                  <a:lnTo>
                    <a:pt x="73177" y="40970"/>
                  </a:lnTo>
                  <a:lnTo>
                    <a:pt x="73335" y="39492"/>
                  </a:lnTo>
                  <a:lnTo>
                    <a:pt x="73441" y="38067"/>
                  </a:lnTo>
                  <a:lnTo>
                    <a:pt x="73493" y="36747"/>
                  </a:lnTo>
                  <a:lnTo>
                    <a:pt x="73546" y="34212"/>
                  </a:lnTo>
                  <a:lnTo>
                    <a:pt x="73546" y="34212"/>
                  </a:lnTo>
                  <a:lnTo>
                    <a:pt x="73493" y="33051"/>
                  </a:lnTo>
                  <a:lnTo>
                    <a:pt x="73388" y="31837"/>
                  </a:lnTo>
                  <a:lnTo>
                    <a:pt x="73229" y="30622"/>
                  </a:lnTo>
                  <a:lnTo>
                    <a:pt x="73018" y="29302"/>
                  </a:lnTo>
                  <a:lnTo>
                    <a:pt x="72754" y="27982"/>
                  </a:lnTo>
                  <a:lnTo>
                    <a:pt x="72437" y="26610"/>
                  </a:lnTo>
                  <a:lnTo>
                    <a:pt x="72015" y="25184"/>
                  </a:lnTo>
                  <a:lnTo>
                    <a:pt x="71540" y="23812"/>
                  </a:lnTo>
                  <a:lnTo>
                    <a:pt x="71012" y="22386"/>
                  </a:lnTo>
                  <a:lnTo>
                    <a:pt x="70431" y="20960"/>
                  </a:lnTo>
                  <a:lnTo>
                    <a:pt x="69745" y="19535"/>
                  </a:lnTo>
                  <a:lnTo>
                    <a:pt x="69006" y="18109"/>
                  </a:lnTo>
                  <a:lnTo>
                    <a:pt x="68161" y="16684"/>
                  </a:lnTo>
                  <a:lnTo>
                    <a:pt x="67263" y="15311"/>
                  </a:lnTo>
                  <a:lnTo>
                    <a:pt x="66313" y="13939"/>
                  </a:lnTo>
                  <a:lnTo>
                    <a:pt x="65257" y="12566"/>
                  </a:lnTo>
                  <a:lnTo>
                    <a:pt x="64096" y="11299"/>
                  </a:lnTo>
                  <a:lnTo>
                    <a:pt x="62881" y="10032"/>
                  </a:lnTo>
                  <a:lnTo>
                    <a:pt x="61614" y="8817"/>
                  </a:lnTo>
                  <a:lnTo>
                    <a:pt x="60241" y="7656"/>
                  </a:lnTo>
                  <a:lnTo>
                    <a:pt x="58763" y="6547"/>
                  </a:lnTo>
                  <a:lnTo>
                    <a:pt x="57179" y="5491"/>
                  </a:lnTo>
                  <a:lnTo>
                    <a:pt x="55543" y="4541"/>
                  </a:lnTo>
                  <a:lnTo>
                    <a:pt x="53800" y="3643"/>
                  </a:lnTo>
                  <a:lnTo>
                    <a:pt x="52005" y="2798"/>
                  </a:lnTo>
                  <a:lnTo>
                    <a:pt x="50052" y="2112"/>
                  </a:lnTo>
                  <a:lnTo>
                    <a:pt x="48045" y="1479"/>
                  </a:lnTo>
                  <a:lnTo>
                    <a:pt x="45934" y="951"/>
                  </a:lnTo>
                  <a:lnTo>
                    <a:pt x="44825" y="739"/>
                  </a:lnTo>
                  <a:lnTo>
                    <a:pt x="43716" y="528"/>
                  </a:lnTo>
                  <a:lnTo>
                    <a:pt x="42555" y="370"/>
                  </a:lnTo>
                  <a:lnTo>
                    <a:pt x="41393" y="211"/>
                  </a:lnTo>
                  <a:lnTo>
                    <a:pt x="40179" y="106"/>
                  </a:lnTo>
                  <a:lnTo>
                    <a:pt x="38964" y="53"/>
                  </a:lnTo>
                  <a:lnTo>
                    <a:pt x="37750" y="0"/>
                  </a:lnTo>
                  <a:lnTo>
                    <a:pt x="3648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8"/>
            <p:cNvSpPr/>
            <p:nvPr/>
          </p:nvSpPr>
          <p:spPr>
            <a:xfrm>
              <a:off x="5035525" y="3304275"/>
              <a:ext cx="116175" cy="559675"/>
            </a:xfrm>
            <a:custGeom>
              <a:avLst/>
              <a:gdLst/>
              <a:ahLst/>
              <a:cxnLst/>
              <a:rect l="l" t="t" r="r" b="b"/>
              <a:pathLst>
                <a:path w="4647" h="22387" extrusionOk="0">
                  <a:moveTo>
                    <a:pt x="4647" y="1"/>
                  </a:moveTo>
                  <a:lnTo>
                    <a:pt x="4119" y="951"/>
                  </a:lnTo>
                  <a:lnTo>
                    <a:pt x="3644" y="1954"/>
                  </a:lnTo>
                  <a:lnTo>
                    <a:pt x="3221" y="2957"/>
                  </a:lnTo>
                  <a:lnTo>
                    <a:pt x="2852" y="3960"/>
                  </a:lnTo>
                  <a:lnTo>
                    <a:pt x="2482" y="4964"/>
                  </a:lnTo>
                  <a:lnTo>
                    <a:pt x="2165" y="6020"/>
                  </a:lnTo>
                  <a:lnTo>
                    <a:pt x="1585" y="8079"/>
                  </a:lnTo>
                  <a:lnTo>
                    <a:pt x="1109" y="10138"/>
                  </a:lnTo>
                  <a:lnTo>
                    <a:pt x="740" y="12144"/>
                  </a:lnTo>
                  <a:lnTo>
                    <a:pt x="423" y="14203"/>
                  </a:lnTo>
                  <a:lnTo>
                    <a:pt x="212" y="16156"/>
                  </a:lnTo>
                  <a:lnTo>
                    <a:pt x="106" y="17582"/>
                  </a:lnTo>
                  <a:lnTo>
                    <a:pt x="1" y="19113"/>
                  </a:lnTo>
                  <a:lnTo>
                    <a:pt x="1" y="20697"/>
                  </a:lnTo>
                  <a:lnTo>
                    <a:pt x="1" y="22386"/>
                  </a:lnTo>
                  <a:lnTo>
                    <a:pt x="898" y="19483"/>
                  </a:lnTo>
                  <a:lnTo>
                    <a:pt x="1690" y="16632"/>
                  </a:lnTo>
                  <a:lnTo>
                    <a:pt x="2429" y="13781"/>
                  </a:lnTo>
                  <a:lnTo>
                    <a:pt x="3010" y="10930"/>
                  </a:lnTo>
                  <a:lnTo>
                    <a:pt x="3538" y="8131"/>
                  </a:lnTo>
                  <a:lnTo>
                    <a:pt x="3960" y="5386"/>
                  </a:lnTo>
                  <a:lnTo>
                    <a:pt x="4330" y="2641"/>
                  </a:lnTo>
                  <a:lnTo>
                    <a:pt x="4647" y="1"/>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8"/>
            <p:cNvSpPr/>
            <p:nvPr/>
          </p:nvSpPr>
          <p:spPr>
            <a:xfrm>
              <a:off x="5035525" y="3304275"/>
              <a:ext cx="116175" cy="559675"/>
            </a:xfrm>
            <a:custGeom>
              <a:avLst/>
              <a:gdLst/>
              <a:ahLst/>
              <a:cxnLst/>
              <a:rect l="l" t="t" r="r" b="b"/>
              <a:pathLst>
                <a:path w="4647" h="22387" fill="none" extrusionOk="0">
                  <a:moveTo>
                    <a:pt x="4647" y="1"/>
                  </a:moveTo>
                  <a:lnTo>
                    <a:pt x="4647" y="1"/>
                  </a:lnTo>
                  <a:lnTo>
                    <a:pt x="4119" y="951"/>
                  </a:lnTo>
                  <a:lnTo>
                    <a:pt x="3644" y="1954"/>
                  </a:lnTo>
                  <a:lnTo>
                    <a:pt x="3221" y="2957"/>
                  </a:lnTo>
                  <a:lnTo>
                    <a:pt x="2852" y="3960"/>
                  </a:lnTo>
                  <a:lnTo>
                    <a:pt x="2482" y="4964"/>
                  </a:lnTo>
                  <a:lnTo>
                    <a:pt x="2165" y="6020"/>
                  </a:lnTo>
                  <a:lnTo>
                    <a:pt x="1585" y="8079"/>
                  </a:lnTo>
                  <a:lnTo>
                    <a:pt x="1109" y="10138"/>
                  </a:lnTo>
                  <a:lnTo>
                    <a:pt x="740" y="12144"/>
                  </a:lnTo>
                  <a:lnTo>
                    <a:pt x="423" y="14203"/>
                  </a:lnTo>
                  <a:lnTo>
                    <a:pt x="212" y="16156"/>
                  </a:lnTo>
                  <a:lnTo>
                    <a:pt x="212" y="16156"/>
                  </a:lnTo>
                  <a:lnTo>
                    <a:pt x="106" y="17582"/>
                  </a:lnTo>
                  <a:lnTo>
                    <a:pt x="1" y="19113"/>
                  </a:lnTo>
                  <a:lnTo>
                    <a:pt x="1" y="20697"/>
                  </a:lnTo>
                  <a:lnTo>
                    <a:pt x="1" y="22386"/>
                  </a:lnTo>
                  <a:lnTo>
                    <a:pt x="1" y="22386"/>
                  </a:lnTo>
                  <a:lnTo>
                    <a:pt x="898" y="19483"/>
                  </a:lnTo>
                  <a:lnTo>
                    <a:pt x="1690" y="16632"/>
                  </a:lnTo>
                  <a:lnTo>
                    <a:pt x="2429" y="13781"/>
                  </a:lnTo>
                  <a:lnTo>
                    <a:pt x="3010" y="10930"/>
                  </a:lnTo>
                  <a:lnTo>
                    <a:pt x="3538" y="8131"/>
                  </a:lnTo>
                  <a:lnTo>
                    <a:pt x="3960" y="5386"/>
                  </a:lnTo>
                  <a:lnTo>
                    <a:pt x="4330" y="2641"/>
                  </a:lnTo>
                  <a:lnTo>
                    <a:pt x="464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8"/>
            <p:cNvSpPr/>
            <p:nvPr/>
          </p:nvSpPr>
          <p:spPr>
            <a:xfrm>
              <a:off x="6524400" y="4399800"/>
              <a:ext cx="297000" cy="286450"/>
            </a:xfrm>
            <a:custGeom>
              <a:avLst/>
              <a:gdLst/>
              <a:ahLst/>
              <a:cxnLst/>
              <a:rect l="l" t="t" r="r" b="b"/>
              <a:pathLst>
                <a:path w="11880" h="11458" extrusionOk="0">
                  <a:moveTo>
                    <a:pt x="7075" y="1"/>
                  </a:moveTo>
                  <a:lnTo>
                    <a:pt x="6389" y="898"/>
                  </a:lnTo>
                  <a:lnTo>
                    <a:pt x="5649" y="1796"/>
                  </a:lnTo>
                  <a:lnTo>
                    <a:pt x="4805" y="2641"/>
                  </a:lnTo>
                  <a:lnTo>
                    <a:pt x="3960" y="3486"/>
                  </a:lnTo>
                  <a:lnTo>
                    <a:pt x="3062" y="4277"/>
                  </a:lnTo>
                  <a:lnTo>
                    <a:pt x="2112" y="5069"/>
                  </a:lnTo>
                  <a:lnTo>
                    <a:pt x="1109" y="5861"/>
                  </a:lnTo>
                  <a:lnTo>
                    <a:pt x="0" y="6548"/>
                  </a:lnTo>
                  <a:lnTo>
                    <a:pt x="211" y="7340"/>
                  </a:lnTo>
                  <a:lnTo>
                    <a:pt x="370" y="7762"/>
                  </a:lnTo>
                  <a:lnTo>
                    <a:pt x="528" y="8184"/>
                  </a:lnTo>
                  <a:lnTo>
                    <a:pt x="739" y="8607"/>
                  </a:lnTo>
                  <a:lnTo>
                    <a:pt x="1003" y="8976"/>
                  </a:lnTo>
                  <a:lnTo>
                    <a:pt x="1267" y="9399"/>
                  </a:lnTo>
                  <a:lnTo>
                    <a:pt x="1637" y="9768"/>
                  </a:lnTo>
                  <a:lnTo>
                    <a:pt x="2006" y="10138"/>
                  </a:lnTo>
                  <a:lnTo>
                    <a:pt x="2429" y="10455"/>
                  </a:lnTo>
                  <a:lnTo>
                    <a:pt x="2904" y="10719"/>
                  </a:lnTo>
                  <a:lnTo>
                    <a:pt x="3379" y="10983"/>
                  </a:lnTo>
                  <a:lnTo>
                    <a:pt x="3960" y="11194"/>
                  </a:lnTo>
                  <a:lnTo>
                    <a:pt x="4593" y="11352"/>
                  </a:lnTo>
                  <a:lnTo>
                    <a:pt x="5227" y="11405"/>
                  </a:lnTo>
                  <a:lnTo>
                    <a:pt x="5966" y="11458"/>
                  </a:lnTo>
                  <a:lnTo>
                    <a:pt x="6230" y="11458"/>
                  </a:lnTo>
                  <a:lnTo>
                    <a:pt x="7075" y="11405"/>
                  </a:lnTo>
                  <a:lnTo>
                    <a:pt x="7814" y="11299"/>
                  </a:lnTo>
                  <a:lnTo>
                    <a:pt x="8448" y="11088"/>
                  </a:lnTo>
                  <a:lnTo>
                    <a:pt x="9028" y="10877"/>
                  </a:lnTo>
                  <a:lnTo>
                    <a:pt x="9556" y="10666"/>
                  </a:lnTo>
                  <a:lnTo>
                    <a:pt x="9979" y="10349"/>
                  </a:lnTo>
                  <a:lnTo>
                    <a:pt x="10348" y="10032"/>
                  </a:lnTo>
                  <a:lnTo>
                    <a:pt x="10665" y="9663"/>
                  </a:lnTo>
                  <a:lnTo>
                    <a:pt x="10982" y="9293"/>
                  </a:lnTo>
                  <a:lnTo>
                    <a:pt x="11193" y="8924"/>
                  </a:lnTo>
                  <a:lnTo>
                    <a:pt x="11351" y="8501"/>
                  </a:lnTo>
                  <a:lnTo>
                    <a:pt x="11510" y="8132"/>
                  </a:lnTo>
                  <a:lnTo>
                    <a:pt x="11721" y="7287"/>
                  </a:lnTo>
                  <a:lnTo>
                    <a:pt x="11827" y="6442"/>
                  </a:lnTo>
                  <a:lnTo>
                    <a:pt x="11879" y="5650"/>
                  </a:lnTo>
                  <a:lnTo>
                    <a:pt x="11774" y="4700"/>
                  </a:lnTo>
                  <a:lnTo>
                    <a:pt x="11721" y="4225"/>
                  </a:lnTo>
                  <a:lnTo>
                    <a:pt x="11563" y="3697"/>
                  </a:lnTo>
                  <a:lnTo>
                    <a:pt x="11404" y="3222"/>
                  </a:lnTo>
                  <a:lnTo>
                    <a:pt x="11193" y="2694"/>
                  </a:lnTo>
                  <a:lnTo>
                    <a:pt x="10876" y="2218"/>
                  </a:lnTo>
                  <a:lnTo>
                    <a:pt x="10559" y="1796"/>
                  </a:lnTo>
                  <a:lnTo>
                    <a:pt x="10190" y="1374"/>
                  </a:lnTo>
                  <a:lnTo>
                    <a:pt x="9715" y="951"/>
                  </a:lnTo>
                  <a:lnTo>
                    <a:pt x="9187" y="634"/>
                  </a:lnTo>
                  <a:lnTo>
                    <a:pt x="8553" y="370"/>
                  </a:lnTo>
                  <a:lnTo>
                    <a:pt x="7867" y="159"/>
                  </a:lnTo>
                  <a:lnTo>
                    <a:pt x="7075" y="1"/>
                  </a:lnTo>
                  <a:close/>
                </a:path>
              </a:pathLst>
            </a:custGeom>
            <a:solidFill>
              <a:srgbClr val="00B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8"/>
            <p:cNvSpPr/>
            <p:nvPr/>
          </p:nvSpPr>
          <p:spPr>
            <a:xfrm>
              <a:off x="6524400" y="4399800"/>
              <a:ext cx="297000" cy="286450"/>
            </a:xfrm>
            <a:custGeom>
              <a:avLst/>
              <a:gdLst/>
              <a:ahLst/>
              <a:cxnLst/>
              <a:rect l="l" t="t" r="r" b="b"/>
              <a:pathLst>
                <a:path w="11880" h="11458" fill="none" extrusionOk="0">
                  <a:moveTo>
                    <a:pt x="7075" y="1"/>
                  </a:moveTo>
                  <a:lnTo>
                    <a:pt x="7075" y="1"/>
                  </a:lnTo>
                  <a:lnTo>
                    <a:pt x="6389" y="898"/>
                  </a:lnTo>
                  <a:lnTo>
                    <a:pt x="5649" y="1796"/>
                  </a:lnTo>
                  <a:lnTo>
                    <a:pt x="4805" y="2641"/>
                  </a:lnTo>
                  <a:lnTo>
                    <a:pt x="3960" y="3486"/>
                  </a:lnTo>
                  <a:lnTo>
                    <a:pt x="3062" y="4277"/>
                  </a:lnTo>
                  <a:lnTo>
                    <a:pt x="2112" y="5069"/>
                  </a:lnTo>
                  <a:lnTo>
                    <a:pt x="1109" y="5861"/>
                  </a:lnTo>
                  <a:lnTo>
                    <a:pt x="0" y="6548"/>
                  </a:lnTo>
                  <a:lnTo>
                    <a:pt x="0" y="6548"/>
                  </a:lnTo>
                  <a:lnTo>
                    <a:pt x="211" y="7340"/>
                  </a:lnTo>
                  <a:lnTo>
                    <a:pt x="370" y="7762"/>
                  </a:lnTo>
                  <a:lnTo>
                    <a:pt x="528" y="8184"/>
                  </a:lnTo>
                  <a:lnTo>
                    <a:pt x="739" y="8607"/>
                  </a:lnTo>
                  <a:lnTo>
                    <a:pt x="1003" y="8976"/>
                  </a:lnTo>
                  <a:lnTo>
                    <a:pt x="1267" y="9399"/>
                  </a:lnTo>
                  <a:lnTo>
                    <a:pt x="1637" y="9768"/>
                  </a:lnTo>
                  <a:lnTo>
                    <a:pt x="2006" y="10138"/>
                  </a:lnTo>
                  <a:lnTo>
                    <a:pt x="2429" y="10455"/>
                  </a:lnTo>
                  <a:lnTo>
                    <a:pt x="2904" y="10719"/>
                  </a:lnTo>
                  <a:lnTo>
                    <a:pt x="3379" y="10983"/>
                  </a:lnTo>
                  <a:lnTo>
                    <a:pt x="3960" y="11194"/>
                  </a:lnTo>
                  <a:lnTo>
                    <a:pt x="4593" y="11352"/>
                  </a:lnTo>
                  <a:lnTo>
                    <a:pt x="5227" y="11405"/>
                  </a:lnTo>
                  <a:lnTo>
                    <a:pt x="5966" y="11458"/>
                  </a:lnTo>
                  <a:lnTo>
                    <a:pt x="5966" y="11458"/>
                  </a:lnTo>
                  <a:lnTo>
                    <a:pt x="6230" y="11458"/>
                  </a:lnTo>
                  <a:lnTo>
                    <a:pt x="6230" y="11458"/>
                  </a:lnTo>
                  <a:lnTo>
                    <a:pt x="7075" y="11405"/>
                  </a:lnTo>
                  <a:lnTo>
                    <a:pt x="7814" y="11299"/>
                  </a:lnTo>
                  <a:lnTo>
                    <a:pt x="8448" y="11088"/>
                  </a:lnTo>
                  <a:lnTo>
                    <a:pt x="9028" y="10877"/>
                  </a:lnTo>
                  <a:lnTo>
                    <a:pt x="9556" y="10666"/>
                  </a:lnTo>
                  <a:lnTo>
                    <a:pt x="9979" y="10349"/>
                  </a:lnTo>
                  <a:lnTo>
                    <a:pt x="10348" y="10032"/>
                  </a:lnTo>
                  <a:lnTo>
                    <a:pt x="10665" y="9663"/>
                  </a:lnTo>
                  <a:lnTo>
                    <a:pt x="10982" y="9293"/>
                  </a:lnTo>
                  <a:lnTo>
                    <a:pt x="11193" y="8924"/>
                  </a:lnTo>
                  <a:lnTo>
                    <a:pt x="11351" y="8501"/>
                  </a:lnTo>
                  <a:lnTo>
                    <a:pt x="11510" y="8132"/>
                  </a:lnTo>
                  <a:lnTo>
                    <a:pt x="11721" y="7287"/>
                  </a:lnTo>
                  <a:lnTo>
                    <a:pt x="11827" y="6442"/>
                  </a:lnTo>
                  <a:lnTo>
                    <a:pt x="11827" y="6442"/>
                  </a:lnTo>
                  <a:lnTo>
                    <a:pt x="11879" y="5650"/>
                  </a:lnTo>
                  <a:lnTo>
                    <a:pt x="11774" y="4700"/>
                  </a:lnTo>
                  <a:lnTo>
                    <a:pt x="11721" y="4225"/>
                  </a:lnTo>
                  <a:lnTo>
                    <a:pt x="11563" y="3697"/>
                  </a:lnTo>
                  <a:lnTo>
                    <a:pt x="11404" y="3222"/>
                  </a:lnTo>
                  <a:lnTo>
                    <a:pt x="11193" y="2694"/>
                  </a:lnTo>
                  <a:lnTo>
                    <a:pt x="10876" y="2218"/>
                  </a:lnTo>
                  <a:lnTo>
                    <a:pt x="10559" y="1796"/>
                  </a:lnTo>
                  <a:lnTo>
                    <a:pt x="10190" y="1374"/>
                  </a:lnTo>
                  <a:lnTo>
                    <a:pt x="9715" y="951"/>
                  </a:lnTo>
                  <a:lnTo>
                    <a:pt x="9187" y="634"/>
                  </a:lnTo>
                  <a:lnTo>
                    <a:pt x="8553" y="370"/>
                  </a:lnTo>
                  <a:lnTo>
                    <a:pt x="7867" y="159"/>
                  </a:lnTo>
                  <a:lnTo>
                    <a:pt x="707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8"/>
            <p:cNvSpPr/>
            <p:nvPr/>
          </p:nvSpPr>
          <p:spPr>
            <a:xfrm>
              <a:off x="6523075" y="4398500"/>
              <a:ext cx="178200" cy="165000"/>
            </a:xfrm>
            <a:custGeom>
              <a:avLst/>
              <a:gdLst/>
              <a:ahLst/>
              <a:cxnLst/>
              <a:rect l="l" t="t" r="r" b="b"/>
              <a:pathLst>
                <a:path w="7128" h="6600" extrusionOk="0">
                  <a:moveTo>
                    <a:pt x="5966" y="0"/>
                  </a:moveTo>
                  <a:lnTo>
                    <a:pt x="4963" y="53"/>
                  </a:lnTo>
                  <a:lnTo>
                    <a:pt x="4118" y="211"/>
                  </a:lnTo>
                  <a:lnTo>
                    <a:pt x="3379" y="422"/>
                  </a:lnTo>
                  <a:lnTo>
                    <a:pt x="2693" y="739"/>
                  </a:lnTo>
                  <a:lnTo>
                    <a:pt x="2165" y="1056"/>
                  </a:lnTo>
                  <a:lnTo>
                    <a:pt x="1637" y="1478"/>
                  </a:lnTo>
                  <a:lnTo>
                    <a:pt x="1267" y="1901"/>
                  </a:lnTo>
                  <a:lnTo>
                    <a:pt x="951" y="2323"/>
                  </a:lnTo>
                  <a:lnTo>
                    <a:pt x="634" y="2798"/>
                  </a:lnTo>
                  <a:lnTo>
                    <a:pt x="423" y="3274"/>
                  </a:lnTo>
                  <a:lnTo>
                    <a:pt x="264" y="3801"/>
                  </a:lnTo>
                  <a:lnTo>
                    <a:pt x="159" y="4277"/>
                  </a:lnTo>
                  <a:lnTo>
                    <a:pt x="53" y="5174"/>
                  </a:lnTo>
                  <a:lnTo>
                    <a:pt x="0" y="5966"/>
                  </a:lnTo>
                  <a:lnTo>
                    <a:pt x="53" y="6600"/>
                  </a:lnTo>
                  <a:lnTo>
                    <a:pt x="1162" y="5913"/>
                  </a:lnTo>
                  <a:lnTo>
                    <a:pt x="2165" y="5121"/>
                  </a:lnTo>
                  <a:lnTo>
                    <a:pt x="3115" y="4329"/>
                  </a:lnTo>
                  <a:lnTo>
                    <a:pt x="4013" y="3538"/>
                  </a:lnTo>
                  <a:lnTo>
                    <a:pt x="4858" y="2693"/>
                  </a:lnTo>
                  <a:lnTo>
                    <a:pt x="5702" y="1848"/>
                  </a:lnTo>
                  <a:lnTo>
                    <a:pt x="6442" y="950"/>
                  </a:lnTo>
                  <a:lnTo>
                    <a:pt x="7128" y="53"/>
                  </a:lnTo>
                  <a:lnTo>
                    <a:pt x="6178" y="0"/>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8"/>
            <p:cNvSpPr/>
            <p:nvPr/>
          </p:nvSpPr>
          <p:spPr>
            <a:xfrm>
              <a:off x="6523075" y="4398500"/>
              <a:ext cx="178200" cy="165000"/>
            </a:xfrm>
            <a:custGeom>
              <a:avLst/>
              <a:gdLst/>
              <a:ahLst/>
              <a:cxnLst/>
              <a:rect l="l" t="t" r="r" b="b"/>
              <a:pathLst>
                <a:path w="7128" h="6600" fill="none" extrusionOk="0">
                  <a:moveTo>
                    <a:pt x="6178" y="0"/>
                  </a:moveTo>
                  <a:lnTo>
                    <a:pt x="6178" y="0"/>
                  </a:lnTo>
                  <a:lnTo>
                    <a:pt x="5966" y="0"/>
                  </a:lnTo>
                  <a:lnTo>
                    <a:pt x="5966" y="0"/>
                  </a:lnTo>
                  <a:lnTo>
                    <a:pt x="4963" y="53"/>
                  </a:lnTo>
                  <a:lnTo>
                    <a:pt x="4118" y="211"/>
                  </a:lnTo>
                  <a:lnTo>
                    <a:pt x="3379" y="422"/>
                  </a:lnTo>
                  <a:lnTo>
                    <a:pt x="2693" y="739"/>
                  </a:lnTo>
                  <a:lnTo>
                    <a:pt x="2165" y="1056"/>
                  </a:lnTo>
                  <a:lnTo>
                    <a:pt x="1637" y="1478"/>
                  </a:lnTo>
                  <a:lnTo>
                    <a:pt x="1267" y="1901"/>
                  </a:lnTo>
                  <a:lnTo>
                    <a:pt x="951" y="2323"/>
                  </a:lnTo>
                  <a:lnTo>
                    <a:pt x="634" y="2798"/>
                  </a:lnTo>
                  <a:lnTo>
                    <a:pt x="423" y="3274"/>
                  </a:lnTo>
                  <a:lnTo>
                    <a:pt x="264" y="3801"/>
                  </a:lnTo>
                  <a:lnTo>
                    <a:pt x="159" y="4277"/>
                  </a:lnTo>
                  <a:lnTo>
                    <a:pt x="53" y="5174"/>
                  </a:lnTo>
                  <a:lnTo>
                    <a:pt x="0" y="5966"/>
                  </a:lnTo>
                  <a:lnTo>
                    <a:pt x="0" y="5966"/>
                  </a:lnTo>
                  <a:lnTo>
                    <a:pt x="53" y="6600"/>
                  </a:lnTo>
                  <a:lnTo>
                    <a:pt x="53" y="6600"/>
                  </a:lnTo>
                  <a:lnTo>
                    <a:pt x="1162" y="5913"/>
                  </a:lnTo>
                  <a:lnTo>
                    <a:pt x="2165" y="5121"/>
                  </a:lnTo>
                  <a:lnTo>
                    <a:pt x="3115" y="4329"/>
                  </a:lnTo>
                  <a:lnTo>
                    <a:pt x="4013" y="3538"/>
                  </a:lnTo>
                  <a:lnTo>
                    <a:pt x="4858" y="2693"/>
                  </a:lnTo>
                  <a:lnTo>
                    <a:pt x="5702" y="1848"/>
                  </a:lnTo>
                  <a:lnTo>
                    <a:pt x="6442" y="950"/>
                  </a:lnTo>
                  <a:lnTo>
                    <a:pt x="7128" y="53"/>
                  </a:lnTo>
                  <a:lnTo>
                    <a:pt x="7128" y="53"/>
                  </a:lnTo>
                  <a:lnTo>
                    <a:pt x="617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8"/>
            <p:cNvSpPr/>
            <p:nvPr/>
          </p:nvSpPr>
          <p:spPr>
            <a:xfrm>
              <a:off x="6641875" y="4508050"/>
              <a:ext cx="73925" cy="67325"/>
            </a:xfrm>
            <a:custGeom>
              <a:avLst/>
              <a:gdLst/>
              <a:ahLst/>
              <a:cxnLst/>
              <a:rect l="l" t="t" r="r" b="b"/>
              <a:pathLst>
                <a:path w="2957" h="2693" extrusionOk="0">
                  <a:moveTo>
                    <a:pt x="1109" y="0"/>
                  </a:moveTo>
                  <a:lnTo>
                    <a:pt x="317" y="264"/>
                  </a:lnTo>
                  <a:lnTo>
                    <a:pt x="158" y="370"/>
                  </a:lnTo>
                  <a:lnTo>
                    <a:pt x="106" y="528"/>
                  </a:lnTo>
                  <a:lnTo>
                    <a:pt x="158" y="634"/>
                  </a:lnTo>
                  <a:lnTo>
                    <a:pt x="317" y="1003"/>
                  </a:lnTo>
                  <a:lnTo>
                    <a:pt x="370" y="1373"/>
                  </a:lnTo>
                  <a:lnTo>
                    <a:pt x="370" y="1584"/>
                  </a:lnTo>
                  <a:lnTo>
                    <a:pt x="264" y="1848"/>
                  </a:lnTo>
                  <a:lnTo>
                    <a:pt x="158" y="2007"/>
                  </a:lnTo>
                  <a:lnTo>
                    <a:pt x="53" y="2112"/>
                  </a:lnTo>
                  <a:lnTo>
                    <a:pt x="0" y="2218"/>
                  </a:lnTo>
                  <a:lnTo>
                    <a:pt x="0" y="2271"/>
                  </a:lnTo>
                  <a:lnTo>
                    <a:pt x="0" y="2376"/>
                  </a:lnTo>
                  <a:lnTo>
                    <a:pt x="106" y="2429"/>
                  </a:lnTo>
                  <a:lnTo>
                    <a:pt x="475" y="2693"/>
                  </a:lnTo>
                  <a:lnTo>
                    <a:pt x="898" y="2323"/>
                  </a:lnTo>
                  <a:lnTo>
                    <a:pt x="1214" y="1901"/>
                  </a:lnTo>
                  <a:lnTo>
                    <a:pt x="1373" y="1479"/>
                  </a:lnTo>
                  <a:lnTo>
                    <a:pt x="1426" y="1056"/>
                  </a:lnTo>
                  <a:lnTo>
                    <a:pt x="1426" y="792"/>
                  </a:lnTo>
                  <a:lnTo>
                    <a:pt x="1373" y="528"/>
                  </a:lnTo>
                  <a:lnTo>
                    <a:pt x="1267" y="264"/>
                  </a:lnTo>
                  <a:lnTo>
                    <a:pt x="1109" y="0"/>
                  </a:lnTo>
                  <a:close/>
                  <a:moveTo>
                    <a:pt x="2640" y="0"/>
                  </a:moveTo>
                  <a:lnTo>
                    <a:pt x="1848" y="264"/>
                  </a:lnTo>
                  <a:lnTo>
                    <a:pt x="1690" y="370"/>
                  </a:lnTo>
                  <a:lnTo>
                    <a:pt x="1637" y="528"/>
                  </a:lnTo>
                  <a:lnTo>
                    <a:pt x="1690" y="634"/>
                  </a:lnTo>
                  <a:lnTo>
                    <a:pt x="1848" y="1003"/>
                  </a:lnTo>
                  <a:lnTo>
                    <a:pt x="1901" y="1373"/>
                  </a:lnTo>
                  <a:lnTo>
                    <a:pt x="1901" y="1584"/>
                  </a:lnTo>
                  <a:lnTo>
                    <a:pt x="1795" y="1848"/>
                  </a:lnTo>
                  <a:lnTo>
                    <a:pt x="1690" y="2007"/>
                  </a:lnTo>
                  <a:lnTo>
                    <a:pt x="1584" y="2112"/>
                  </a:lnTo>
                  <a:lnTo>
                    <a:pt x="1531" y="2218"/>
                  </a:lnTo>
                  <a:lnTo>
                    <a:pt x="1531" y="2271"/>
                  </a:lnTo>
                  <a:lnTo>
                    <a:pt x="1531" y="2376"/>
                  </a:lnTo>
                  <a:lnTo>
                    <a:pt x="1584" y="2429"/>
                  </a:lnTo>
                  <a:lnTo>
                    <a:pt x="2006" y="2693"/>
                  </a:lnTo>
                  <a:lnTo>
                    <a:pt x="2429" y="2323"/>
                  </a:lnTo>
                  <a:lnTo>
                    <a:pt x="2745" y="1901"/>
                  </a:lnTo>
                  <a:lnTo>
                    <a:pt x="2904" y="1479"/>
                  </a:lnTo>
                  <a:lnTo>
                    <a:pt x="2957" y="1056"/>
                  </a:lnTo>
                  <a:lnTo>
                    <a:pt x="2957" y="792"/>
                  </a:lnTo>
                  <a:lnTo>
                    <a:pt x="2851" y="528"/>
                  </a:lnTo>
                  <a:lnTo>
                    <a:pt x="2745" y="264"/>
                  </a:lnTo>
                  <a:lnTo>
                    <a:pt x="26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8"/>
            <p:cNvSpPr/>
            <p:nvPr/>
          </p:nvSpPr>
          <p:spPr>
            <a:xfrm>
              <a:off x="5195225" y="2871350"/>
              <a:ext cx="297025" cy="275875"/>
            </a:xfrm>
            <a:custGeom>
              <a:avLst/>
              <a:gdLst/>
              <a:ahLst/>
              <a:cxnLst/>
              <a:rect l="l" t="t" r="r" b="b"/>
              <a:pathLst>
                <a:path w="11881" h="11035" extrusionOk="0">
                  <a:moveTo>
                    <a:pt x="5597" y="0"/>
                  </a:moveTo>
                  <a:lnTo>
                    <a:pt x="4805" y="53"/>
                  </a:lnTo>
                  <a:lnTo>
                    <a:pt x="4066" y="159"/>
                  </a:lnTo>
                  <a:lnTo>
                    <a:pt x="3380" y="370"/>
                  </a:lnTo>
                  <a:lnTo>
                    <a:pt x="2799" y="581"/>
                  </a:lnTo>
                  <a:lnTo>
                    <a:pt x="2324" y="792"/>
                  </a:lnTo>
                  <a:lnTo>
                    <a:pt x="1849" y="1109"/>
                  </a:lnTo>
                  <a:lnTo>
                    <a:pt x="1479" y="1426"/>
                  </a:lnTo>
                  <a:lnTo>
                    <a:pt x="1163" y="1743"/>
                  </a:lnTo>
                  <a:lnTo>
                    <a:pt x="899" y="2165"/>
                  </a:lnTo>
                  <a:lnTo>
                    <a:pt x="687" y="2535"/>
                  </a:lnTo>
                  <a:lnTo>
                    <a:pt x="476" y="2957"/>
                  </a:lnTo>
                  <a:lnTo>
                    <a:pt x="371" y="3327"/>
                  </a:lnTo>
                  <a:lnTo>
                    <a:pt x="159" y="4171"/>
                  </a:lnTo>
                  <a:lnTo>
                    <a:pt x="54" y="5016"/>
                  </a:lnTo>
                  <a:lnTo>
                    <a:pt x="1" y="5702"/>
                  </a:lnTo>
                  <a:lnTo>
                    <a:pt x="54" y="6494"/>
                  </a:lnTo>
                  <a:lnTo>
                    <a:pt x="159" y="7339"/>
                  </a:lnTo>
                  <a:lnTo>
                    <a:pt x="265" y="7761"/>
                  </a:lnTo>
                  <a:lnTo>
                    <a:pt x="423" y="8184"/>
                  </a:lnTo>
                  <a:lnTo>
                    <a:pt x="635" y="8606"/>
                  </a:lnTo>
                  <a:lnTo>
                    <a:pt x="846" y="9029"/>
                  </a:lnTo>
                  <a:lnTo>
                    <a:pt x="1110" y="9451"/>
                  </a:lnTo>
                  <a:lnTo>
                    <a:pt x="1426" y="9821"/>
                  </a:lnTo>
                  <a:lnTo>
                    <a:pt x="1743" y="10190"/>
                  </a:lnTo>
                  <a:lnTo>
                    <a:pt x="2166" y="10507"/>
                  </a:lnTo>
                  <a:lnTo>
                    <a:pt x="2641" y="10824"/>
                  </a:lnTo>
                  <a:lnTo>
                    <a:pt x="3169" y="11035"/>
                  </a:lnTo>
                  <a:lnTo>
                    <a:pt x="4014" y="10243"/>
                  </a:lnTo>
                  <a:lnTo>
                    <a:pt x="4964" y="9504"/>
                  </a:lnTo>
                  <a:lnTo>
                    <a:pt x="5967" y="8765"/>
                  </a:lnTo>
                  <a:lnTo>
                    <a:pt x="7023" y="8078"/>
                  </a:lnTo>
                  <a:lnTo>
                    <a:pt x="8132" y="7445"/>
                  </a:lnTo>
                  <a:lnTo>
                    <a:pt x="9346" y="6811"/>
                  </a:lnTo>
                  <a:lnTo>
                    <a:pt x="10560" y="6230"/>
                  </a:lnTo>
                  <a:lnTo>
                    <a:pt x="11880" y="5650"/>
                  </a:lnTo>
                  <a:lnTo>
                    <a:pt x="11880" y="5544"/>
                  </a:lnTo>
                  <a:lnTo>
                    <a:pt x="11880" y="5174"/>
                  </a:lnTo>
                  <a:lnTo>
                    <a:pt x="11827" y="4752"/>
                  </a:lnTo>
                  <a:lnTo>
                    <a:pt x="11722" y="4330"/>
                  </a:lnTo>
                  <a:lnTo>
                    <a:pt x="11563" y="3855"/>
                  </a:lnTo>
                  <a:lnTo>
                    <a:pt x="11405" y="3379"/>
                  </a:lnTo>
                  <a:lnTo>
                    <a:pt x="11141" y="2957"/>
                  </a:lnTo>
                  <a:lnTo>
                    <a:pt x="10877" y="2482"/>
                  </a:lnTo>
                  <a:lnTo>
                    <a:pt x="10560" y="2059"/>
                  </a:lnTo>
                  <a:lnTo>
                    <a:pt x="10191" y="1637"/>
                  </a:lnTo>
                  <a:lnTo>
                    <a:pt x="9716" y="1215"/>
                  </a:lnTo>
                  <a:lnTo>
                    <a:pt x="9240" y="898"/>
                  </a:lnTo>
                  <a:lnTo>
                    <a:pt x="8712" y="581"/>
                  </a:lnTo>
                  <a:lnTo>
                    <a:pt x="8079" y="370"/>
                  </a:lnTo>
                  <a:lnTo>
                    <a:pt x="7445" y="159"/>
                  </a:lnTo>
                  <a:lnTo>
                    <a:pt x="6706" y="53"/>
                  </a:lnTo>
                  <a:lnTo>
                    <a:pt x="5914" y="0"/>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8"/>
            <p:cNvSpPr/>
            <p:nvPr/>
          </p:nvSpPr>
          <p:spPr>
            <a:xfrm>
              <a:off x="5195225" y="2871350"/>
              <a:ext cx="297025" cy="275875"/>
            </a:xfrm>
            <a:custGeom>
              <a:avLst/>
              <a:gdLst/>
              <a:ahLst/>
              <a:cxnLst/>
              <a:rect l="l" t="t" r="r" b="b"/>
              <a:pathLst>
                <a:path w="11881" h="11035" fill="none" extrusionOk="0">
                  <a:moveTo>
                    <a:pt x="5914" y="0"/>
                  </a:moveTo>
                  <a:lnTo>
                    <a:pt x="5914" y="0"/>
                  </a:lnTo>
                  <a:lnTo>
                    <a:pt x="5597" y="0"/>
                  </a:lnTo>
                  <a:lnTo>
                    <a:pt x="5597" y="0"/>
                  </a:lnTo>
                  <a:lnTo>
                    <a:pt x="4805" y="53"/>
                  </a:lnTo>
                  <a:lnTo>
                    <a:pt x="4066" y="159"/>
                  </a:lnTo>
                  <a:lnTo>
                    <a:pt x="3380" y="370"/>
                  </a:lnTo>
                  <a:lnTo>
                    <a:pt x="2799" y="581"/>
                  </a:lnTo>
                  <a:lnTo>
                    <a:pt x="2324" y="792"/>
                  </a:lnTo>
                  <a:lnTo>
                    <a:pt x="1849" y="1109"/>
                  </a:lnTo>
                  <a:lnTo>
                    <a:pt x="1479" y="1426"/>
                  </a:lnTo>
                  <a:lnTo>
                    <a:pt x="1163" y="1743"/>
                  </a:lnTo>
                  <a:lnTo>
                    <a:pt x="899" y="2165"/>
                  </a:lnTo>
                  <a:lnTo>
                    <a:pt x="687" y="2535"/>
                  </a:lnTo>
                  <a:lnTo>
                    <a:pt x="476" y="2957"/>
                  </a:lnTo>
                  <a:lnTo>
                    <a:pt x="371" y="3327"/>
                  </a:lnTo>
                  <a:lnTo>
                    <a:pt x="159" y="4171"/>
                  </a:lnTo>
                  <a:lnTo>
                    <a:pt x="54" y="5016"/>
                  </a:lnTo>
                  <a:lnTo>
                    <a:pt x="54" y="5016"/>
                  </a:lnTo>
                  <a:lnTo>
                    <a:pt x="1" y="5702"/>
                  </a:lnTo>
                  <a:lnTo>
                    <a:pt x="54" y="6494"/>
                  </a:lnTo>
                  <a:lnTo>
                    <a:pt x="159" y="7339"/>
                  </a:lnTo>
                  <a:lnTo>
                    <a:pt x="265" y="7761"/>
                  </a:lnTo>
                  <a:lnTo>
                    <a:pt x="423" y="8184"/>
                  </a:lnTo>
                  <a:lnTo>
                    <a:pt x="635" y="8606"/>
                  </a:lnTo>
                  <a:lnTo>
                    <a:pt x="846" y="9029"/>
                  </a:lnTo>
                  <a:lnTo>
                    <a:pt x="1110" y="9451"/>
                  </a:lnTo>
                  <a:lnTo>
                    <a:pt x="1426" y="9821"/>
                  </a:lnTo>
                  <a:lnTo>
                    <a:pt x="1743" y="10190"/>
                  </a:lnTo>
                  <a:lnTo>
                    <a:pt x="2166" y="10507"/>
                  </a:lnTo>
                  <a:lnTo>
                    <a:pt x="2641" y="10824"/>
                  </a:lnTo>
                  <a:lnTo>
                    <a:pt x="3169" y="11035"/>
                  </a:lnTo>
                  <a:lnTo>
                    <a:pt x="3169" y="11035"/>
                  </a:lnTo>
                  <a:lnTo>
                    <a:pt x="4014" y="10243"/>
                  </a:lnTo>
                  <a:lnTo>
                    <a:pt x="4964" y="9504"/>
                  </a:lnTo>
                  <a:lnTo>
                    <a:pt x="5967" y="8765"/>
                  </a:lnTo>
                  <a:lnTo>
                    <a:pt x="7023" y="8078"/>
                  </a:lnTo>
                  <a:lnTo>
                    <a:pt x="8132" y="7445"/>
                  </a:lnTo>
                  <a:lnTo>
                    <a:pt x="9346" y="6811"/>
                  </a:lnTo>
                  <a:lnTo>
                    <a:pt x="10560" y="6230"/>
                  </a:lnTo>
                  <a:lnTo>
                    <a:pt x="11880" y="5650"/>
                  </a:lnTo>
                  <a:lnTo>
                    <a:pt x="11880" y="5650"/>
                  </a:lnTo>
                  <a:lnTo>
                    <a:pt x="11880" y="5544"/>
                  </a:lnTo>
                  <a:lnTo>
                    <a:pt x="11880" y="5544"/>
                  </a:lnTo>
                  <a:lnTo>
                    <a:pt x="11880" y="5174"/>
                  </a:lnTo>
                  <a:lnTo>
                    <a:pt x="11827" y="4752"/>
                  </a:lnTo>
                  <a:lnTo>
                    <a:pt x="11722" y="4330"/>
                  </a:lnTo>
                  <a:lnTo>
                    <a:pt x="11563" y="3855"/>
                  </a:lnTo>
                  <a:lnTo>
                    <a:pt x="11405" y="3379"/>
                  </a:lnTo>
                  <a:lnTo>
                    <a:pt x="11141" y="2957"/>
                  </a:lnTo>
                  <a:lnTo>
                    <a:pt x="10877" y="2482"/>
                  </a:lnTo>
                  <a:lnTo>
                    <a:pt x="10560" y="2059"/>
                  </a:lnTo>
                  <a:lnTo>
                    <a:pt x="10191" y="1637"/>
                  </a:lnTo>
                  <a:lnTo>
                    <a:pt x="9716" y="1215"/>
                  </a:lnTo>
                  <a:lnTo>
                    <a:pt x="9240" y="898"/>
                  </a:lnTo>
                  <a:lnTo>
                    <a:pt x="8712" y="581"/>
                  </a:lnTo>
                  <a:lnTo>
                    <a:pt x="8079" y="370"/>
                  </a:lnTo>
                  <a:lnTo>
                    <a:pt x="7445" y="159"/>
                  </a:lnTo>
                  <a:lnTo>
                    <a:pt x="6706" y="53"/>
                  </a:lnTo>
                  <a:lnTo>
                    <a:pt x="591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8"/>
            <p:cNvSpPr/>
            <p:nvPr/>
          </p:nvSpPr>
          <p:spPr>
            <a:xfrm>
              <a:off x="5274425" y="3012575"/>
              <a:ext cx="217825" cy="146550"/>
            </a:xfrm>
            <a:custGeom>
              <a:avLst/>
              <a:gdLst/>
              <a:ahLst/>
              <a:cxnLst/>
              <a:rect l="l" t="t" r="r" b="b"/>
              <a:pathLst>
                <a:path w="8713" h="5862" extrusionOk="0">
                  <a:moveTo>
                    <a:pt x="8712" y="1"/>
                  </a:moveTo>
                  <a:lnTo>
                    <a:pt x="7392" y="581"/>
                  </a:lnTo>
                  <a:lnTo>
                    <a:pt x="6178" y="1162"/>
                  </a:lnTo>
                  <a:lnTo>
                    <a:pt x="4964" y="1796"/>
                  </a:lnTo>
                  <a:lnTo>
                    <a:pt x="3855" y="2429"/>
                  </a:lnTo>
                  <a:lnTo>
                    <a:pt x="2799" y="3116"/>
                  </a:lnTo>
                  <a:lnTo>
                    <a:pt x="1796" y="3855"/>
                  </a:lnTo>
                  <a:lnTo>
                    <a:pt x="846" y="4594"/>
                  </a:lnTo>
                  <a:lnTo>
                    <a:pt x="1" y="5386"/>
                  </a:lnTo>
                  <a:lnTo>
                    <a:pt x="529" y="5597"/>
                  </a:lnTo>
                  <a:lnTo>
                    <a:pt x="1162" y="5755"/>
                  </a:lnTo>
                  <a:lnTo>
                    <a:pt x="1849" y="5808"/>
                  </a:lnTo>
                  <a:lnTo>
                    <a:pt x="2588" y="5861"/>
                  </a:lnTo>
                  <a:lnTo>
                    <a:pt x="2799" y="5861"/>
                  </a:lnTo>
                  <a:lnTo>
                    <a:pt x="3749" y="5808"/>
                  </a:lnTo>
                  <a:lnTo>
                    <a:pt x="4594" y="5650"/>
                  </a:lnTo>
                  <a:lnTo>
                    <a:pt x="5333" y="5439"/>
                  </a:lnTo>
                  <a:lnTo>
                    <a:pt x="5967" y="5175"/>
                  </a:lnTo>
                  <a:lnTo>
                    <a:pt x="6548" y="4805"/>
                  </a:lnTo>
                  <a:lnTo>
                    <a:pt x="7023" y="4436"/>
                  </a:lnTo>
                  <a:lnTo>
                    <a:pt x="7445" y="4066"/>
                  </a:lnTo>
                  <a:lnTo>
                    <a:pt x="7762" y="3591"/>
                  </a:lnTo>
                  <a:lnTo>
                    <a:pt x="8026" y="3116"/>
                  </a:lnTo>
                  <a:lnTo>
                    <a:pt x="8237" y="2640"/>
                  </a:lnTo>
                  <a:lnTo>
                    <a:pt x="8395" y="2165"/>
                  </a:lnTo>
                  <a:lnTo>
                    <a:pt x="8554" y="1690"/>
                  </a:lnTo>
                  <a:lnTo>
                    <a:pt x="8659" y="793"/>
                  </a:lnTo>
                  <a:lnTo>
                    <a:pt x="8712" y="1"/>
                  </a:lnTo>
                  <a:close/>
                </a:path>
              </a:pathLst>
            </a:custGeom>
            <a:solidFill>
              <a:srgbClr val="0062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8"/>
            <p:cNvSpPr/>
            <p:nvPr/>
          </p:nvSpPr>
          <p:spPr>
            <a:xfrm>
              <a:off x="5274425" y="3012575"/>
              <a:ext cx="217825" cy="146550"/>
            </a:xfrm>
            <a:custGeom>
              <a:avLst/>
              <a:gdLst/>
              <a:ahLst/>
              <a:cxnLst/>
              <a:rect l="l" t="t" r="r" b="b"/>
              <a:pathLst>
                <a:path w="8713" h="5862" fill="none" extrusionOk="0">
                  <a:moveTo>
                    <a:pt x="8712" y="1"/>
                  </a:moveTo>
                  <a:lnTo>
                    <a:pt x="8712" y="1"/>
                  </a:lnTo>
                  <a:lnTo>
                    <a:pt x="7392" y="581"/>
                  </a:lnTo>
                  <a:lnTo>
                    <a:pt x="6178" y="1162"/>
                  </a:lnTo>
                  <a:lnTo>
                    <a:pt x="4964" y="1796"/>
                  </a:lnTo>
                  <a:lnTo>
                    <a:pt x="3855" y="2429"/>
                  </a:lnTo>
                  <a:lnTo>
                    <a:pt x="2799" y="3116"/>
                  </a:lnTo>
                  <a:lnTo>
                    <a:pt x="1796" y="3855"/>
                  </a:lnTo>
                  <a:lnTo>
                    <a:pt x="846" y="4594"/>
                  </a:lnTo>
                  <a:lnTo>
                    <a:pt x="1" y="5386"/>
                  </a:lnTo>
                  <a:lnTo>
                    <a:pt x="1" y="5386"/>
                  </a:lnTo>
                  <a:lnTo>
                    <a:pt x="529" y="5597"/>
                  </a:lnTo>
                  <a:lnTo>
                    <a:pt x="1162" y="5755"/>
                  </a:lnTo>
                  <a:lnTo>
                    <a:pt x="1849" y="5808"/>
                  </a:lnTo>
                  <a:lnTo>
                    <a:pt x="2588" y="5861"/>
                  </a:lnTo>
                  <a:lnTo>
                    <a:pt x="2588" y="5861"/>
                  </a:lnTo>
                  <a:lnTo>
                    <a:pt x="2799" y="5861"/>
                  </a:lnTo>
                  <a:lnTo>
                    <a:pt x="2799" y="5861"/>
                  </a:lnTo>
                  <a:lnTo>
                    <a:pt x="3749" y="5808"/>
                  </a:lnTo>
                  <a:lnTo>
                    <a:pt x="4594" y="5650"/>
                  </a:lnTo>
                  <a:lnTo>
                    <a:pt x="5333" y="5439"/>
                  </a:lnTo>
                  <a:lnTo>
                    <a:pt x="5967" y="5175"/>
                  </a:lnTo>
                  <a:lnTo>
                    <a:pt x="6548" y="4805"/>
                  </a:lnTo>
                  <a:lnTo>
                    <a:pt x="7023" y="4436"/>
                  </a:lnTo>
                  <a:lnTo>
                    <a:pt x="7445" y="4066"/>
                  </a:lnTo>
                  <a:lnTo>
                    <a:pt x="7762" y="3591"/>
                  </a:lnTo>
                  <a:lnTo>
                    <a:pt x="8026" y="3116"/>
                  </a:lnTo>
                  <a:lnTo>
                    <a:pt x="8237" y="2640"/>
                  </a:lnTo>
                  <a:lnTo>
                    <a:pt x="8395" y="2165"/>
                  </a:lnTo>
                  <a:lnTo>
                    <a:pt x="8554" y="1690"/>
                  </a:lnTo>
                  <a:lnTo>
                    <a:pt x="8659" y="793"/>
                  </a:lnTo>
                  <a:lnTo>
                    <a:pt x="871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8"/>
            <p:cNvSpPr/>
            <p:nvPr/>
          </p:nvSpPr>
          <p:spPr>
            <a:xfrm>
              <a:off x="5299500" y="2982225"/>
              <a:ext cx="75275" cy="67325"/>
            </a:xfrm>
            <a:custGeom>
              <a:avLst/>
              <a:gdLst/>
              <a:ahLst/>
              <a:cxnLst/>
              <a:rect l="l" t="t" r="r" b="b"/>
              <a:pathLst>
                <a:path w="3011" h="2693" extrusionOk="0">
                  <a:moveTo>
                    <a:pt x="951" y="0"/>
                  </a:moveTo>
                  <a:lnTo>
                    <a:pt x="582" y="370"/>
                  </a:lnTo>
                  <a:lnTo>
                    <a:pt x="265" y="792"/>
                  </a:lnTo>
                  <a:lnTo>
                    <a:pt x="107" y="1215"/>
                  </a:lnTo>
                  <a:lnTo>
                    <a:pt x="1" y="1637"/>
                  </a:lnTo>
                  <a:lnTo>
                    <a:pt x="54" y="1901"/>
                  </a:lnTo>
                  <a:lnTo>
                    <a:pt x="107" y="2165"/>
                  </a:lnTo>
                  <a:lnTo>
                    <a:pt x="212" y="2429"/>
                  </a:lnTo>
                  <a:lnTo>
                    <a:pt x="370" y="2693"/>
                  </a:lnTo>
                  <a:lnTo>
                    <a:pt x="1162" y="2429"/>
                  </a:lnTo>
                  <a:lnTo>
                    <a:pt x="1268" y="2323"/>
                  </a:lnTo>
                  <a:lnTo>
                    <a:pt x="1321" y="2165"/>
                  </a:lnTo>
                  <a:lnTo>
                    <a:pt x="1321" y="2059"/>
                  </a:lnTo>
                  <a:lnTo>
                    <a:pt x="1110" y="1690"/>
                  </a:lnTo>
                  <a:lnTo>
                    <a:pt x="1057" y="1320"/>
                  </a:lnTo>
                  <a:lnTo>
                    <a:pt x="1110" y="1056"/>
                  </a:lnTo>
                  <a:lnTo>
                    <a:pt x="1215" y="845"/>
                  </a:lnTo>
                  <a:lnTo>
                    <a:pt x="1321" y="687"/>
                  </a:lnTo>
                  <a:lnTo>
                    <a:pt x="1426" y="581"/>
                  </a:lnTo>
                  <a:lnTo>
                    <a:pt x="1479" y="475"/>
                  </a:lnTo>
                  <a:lnTo>
                    <a:pt x="1479" y="423"/>
                  </a:lnTo>
                  <a:lnTo>
                    <a:pt x="1479" y="317"/>
                  </a:lnTo>
                  <a:lnTo>
                    <a:pt x="1374" y="264"/>
                  </a:lnTo>
                  <a:lnTo>
                    <a:pt x="951" y="0"/>
                  </a:lnTo>
                  <a:close/>
                  <a:moveTo>
                    <a:pt x="2482" y="0"/>
                  </a:moveTo>
                  <a:lnTo>
                    <a:pt x="2060" y="370"/>
                  </a:lnTo>
                  <a:lnTo>
                    <a:pt x="1796" y="792"/>
                  </a:lnTo>
                  <a:lnTo>
                    <a:pt x="1585" y="1215"/>
                  </a:lnTo>
                  <a:lnTo>
                    <a:pt x="1532" y="1637"/>
                  </a:lnTo>
                  <a:lnTo>
                    <a:pt x="1585" y="1901"/>
                  </a:lnTo>
                  <a:lnTo>
                    <a:pt x="1638" y="2165"/>
                  </a:lnTo>
                  <a:lnTo>
                    <a:pt x="1743" y="2429"/>
                  </a:lnTo>
                  <a:lnTo>
                    <a:pt x="1902" y="2693"/>
                  </a:lnTo>
                  <a:lnTo>
                    <a:pt x="2694" y="2429"/>
                  </a:lnTo>
                  <a:lnTo>
                    <a:pt x="2799" y="2323"/>
                  </a:lnTo>
                  <a:lnTo>
                    <a:pt x="2852" y="2165"/>
                  </a:lnTo>
                  <a:lnTo>
                    <a:pt x="2799" y="2059"/>
                  </a:lnTo>
                  <a:lnTo>
                    <a:pt x="2641" y="1690"/>
                  </a:lnTo>
                  <a:lnTo>
                    <a:pt x="2588" y="1320"/>
                  </a:lnTo>
                  <a:lnTo>
                    <a:pt x="2641" y="1056"/>
                  </a:lnTo>
                  <a:lnTo>
                    <a:pt x="2694" y="845"/>
                  </a:lnTo>
                  <a:lnTo>
                    <a:pt x="2799" y="687"/>
                  </a:lnTo>
                  <a:lnTo>
                    <a:pt x="2905" y="581"/>
                  </a:lnTo>
                  <a:lnTo>
                    <a:pt x="2958" y="475"/>
                  </a:lnTo>
                  <a:lnTo>
                    <a:pt x="3010" y="423"/>
                  </a:lnTo>
                  <a:lnTo>
                    <a:pt x="2958" y="317"/>
                  </a:lnTo>
                  <a:lnTo>
                    <a:pt x="2905" y="264"/>
                  </a:lnTo>
                  <a:lnTo>
                    <a:pt x="24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 name="Google Shape;296;p28"/>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8"/>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8"/>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299" name="Google Shape;299;p28"/>
          <p:cNvSpPr txBox="1">
            <a:spLocks noGrp="1"/>
          </p:cNvSpPr>
          <p:nvPr>
            <p:ph type="subTitle" idx="2"/>
          </p:nvPr>
        </p:nvSpPr>
        <p:spPr>
          <a:xfrm>
            <a:off x="457200" y="2009350"/>
            <a:ext cx="2001000" cy="837300"/>
          </a:xfrm>
          <a:prstGeom prst="rect">
            <a:avLst/>
          </a:prstGeom>
        </p:spPr>
        <p:txBody>
          <a:bodyPr spcFirstLastPara="1" wrap="square" lIns="0" tIns="0" rIns="0" bIns="0" anchor="t" anchorCtr="0">
            <a:noAutofit/>
          </a:bodyPr>
          <a:lstStyle>
            <a:lvl1pPr lvl="0" rtl="0">
              <a:spcBef>
                <a:spcPts val="0"/>
              </a:spcBef>
              <a:spcAft>
                <a:spcPts val="0"/>
              </a:spcAft>
              <a:buSzPts val="1400"/>
              <a:buNone/>
              <a:defRPr sz="1400"/>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300" name="Google Shape;300;p28"/>
          <p:cNvSpPr txBox="1">
            <a:spLocks noGrp="1"/>
          </p:cNvSpPr>
          <p:nvPr>
            <p:ph type="title" idx="3"/>
          </p:nvPr>
        </p:nvSpPr>
        <p:spPr>
          <a:xfrm>
            <a:off x="3668025" y="1353175"/>
            <a:ext cx="2449200" cy="20664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301" name="Google Shape;301;p28"/>
          <p:cNvSpPr txBox="1">
            <a:spLocks noGrp="1"/>
          </p:cNvSpPr>
          <p:nvPr>
            <p:ph type="title" idx="4"/>
          </p:nvPr>
        </p:nvSpPr>
        <p:spPr>
          <a:xfrm>
            <a:off x="3668025" y="3664850"/>
            <a:ext cx="24492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302" name="Google Shape;302;p28"/>
          <p:cNvSpPr txBox="1">
            <a:spLocks noGrp="1"/>
          </p:cNvSpPr>
          <p:nvPr>
            <p:ph type="title" idx="5"/>
          </p:nvPr>
        </p:nvSpPr>
        <p:spPr>
          <a:xfrm>
            <a:off x="7007575" y="608525"/>
            <a:ext cx="1367700" cy="11778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303" name="Google Shape;303;p28"/>
          <p:cNvSpPr txBox="1">
            <a:spLocks noGrp="1"/>
          </p:cNvSpPr>
          <p:nvPr>
            <p:ph type="title" idx="6"/>
          </p:nvPr>
        </p:nvSpPr>
        <p:spPr>
          <a:xfrm>
            <a:off x="7007575" y="1879325"/>
            <a:ext cx="1443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304" name="Google Shape;304;p28"/>
          <p:cNvSpPr txBox="1">
            <a:spLocks noGrp="1"/>
          </p:cNvSpPr>
          <p:nvPr>
            <p:ph type="title" idx="7"/>
          </p:nvPr>
        </p:nvSpPr>
        <p:spPr>
          <a:xfrm>
            <a:off x="7236175" y="2938575"/>
            <a:ext cx="1139100" cy="7410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305" name="Google Shape;305;p28"/>
          <p:cNvSpPr txBox="1">
            <a:spLocks noGrp="1"/>
          </p:cNvSpPr>
          <p:nvPr>
            <p:ph type="title" idx="8"/>
          </p:nvPr>
        </p:nvSpPr>
        <p:spPr>
          <a:xfrm>
            <a:off x="7236175" y="3772325"/>
            <a:ext cx="9711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306" name="Google Shape;306;p28"/>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ue - Quote Left">
  <p:cSld name="CUSTOM_1_1">
    <p:spTree>
      <p:nvGrpSpPr>
        <p:cNvPr id="1" name="Shape 307"/>
        <p:cNvGrpSpPr/>
        <p:nvPr/>
      </p:nvGrpSpPr>
      <p:grpSpPr>
        <a:xfrm>
          <a:off x="0" y="0"/>
          <a:ext cx="0" cy="0"/>
          <a:chOff x="0" y="0"/>
          <a:chExt cx="0" cy="0"/>
        </a:xfrm>
      </p:grpSpPr>
      <p:sp>
        <p:nvSpPr>
          <p:cNvPr id="308" name="Google Shape;308;p29"/>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9"/>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9"/>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311" name="Google Shape;311;p29"/>
          <p:cNvSpPr/>
          <p:nvPr/>
        </p:nvSpPr>
        <p:spPr>
          <a:xfrm flipH="1">
            <a:off x="826903" y="697126"/>
            <a:ext cx="2706506" cy="4170205"/>
          </a:xfrm>
          <a:custGeom>
            <a:avLst/>
            <a:gdLst/>
            <a:ahLst/>
            <a:cxnLst/>
            <a:rect l="l" t="t" r="r" b="b"/>
            <a:pathLst>
              <a:path w="61002" h="15941" extrusionOk="0">
                <a:moveTo>
                  <a:pt x="27543" y="1"/>
                </a:moveTo>
                <a:lnTo>
                  <a:pt x="26251" y="6"/>
                </a:lnTo>
                <a:lnTo>
                  <a:pt x="24960" y="21"/>
                </a:lnTo>
                <a:lnTo>
                  <a:pt x="23668" y="42"/>
                </a:lnTo>
                <a:lnTo>
                  <a:pt x="22377" y="72"/>
                </a:lnTo>
                <a:lnTo>
                  <a:pt x="21115" y="113"/>
                </a:lnTo>
                <a:lnTo>
                  <a:pt x="19854" y="159"/>
                </a:lnTo>
                <a:lnTo>
                  <a:pt x="18622" y="220"/>
                </a:lnTo>
                <a:lnTo>
                  <a:pt x="17391" y="286"/>
                </a:lnTo>
                <a:lnTo>
                  <a:pt x="16189" y="368"/>
                </a:lnTo>
                <a:lnTo>
                  <a:pt x="14988" y="455"/>
                </a:lnTo>
                <a:lnTo>
                  <a:pt x="13817" y="557"/>
                </a:lnTo>
                <a:lnTo>
                  <a:pt x="12675" y="669"/>
                </a:lnTo>
                <a:lnTo>
                  <a:pt x="11564" y="786"/>
                </a:lnTo>
                <a:lnTo>
                  <a:pt x="10453" y="919"/>
                </a:lnTo>
                <a:lnTo>
                  <a:pt x="9402" y="1062"/>
                </a:lnTo>
                <a:lnTo>
                  <a:pt x="8350" y="1215"/>
                </a:lnTo>
                <a:lnTo>
                  <a:pt x="7960" y="1281"/>
                </a:lnTo>
                <a:lnTo>
                  <a:pt x="7570" y="1352"/>
                </a:lnTo>
                <a:lnTo>
                  <a:pt x="7209" y="1424"/>
                </a:lnTo>
                <a:lnTo>
                  <a:pt x="6819" y="1500"/>
                </a:lnTo>
                <a:lnTo>
                  <a:pt x="6458" y="1582"/>
                </a:lnTo>
                <a:lnTo>
                  <a:pt x="6098" y="1664"/>
                </a:lnTo>
                <a:lnTo>
                  <a:pt x="5377" y="1842"/>
                </a:lnTo>
                <a:lnTo>
                  <a:pt x="4716" y="2031"/>
                </a:lnTo>
                <a:lnTo>
                  <a:pt x="4055" y="2235"/>
                </a:lnTo>
                <a:lnTo>
                  <a:pt x="3455" y="2449"/>
                </a:lnTo>
                <a:lnTo>
                  <a:pt x="2884" y="2673"/>
                </a:lnTo>
                <a:lnTo>
                  <a:pt x="2344" y="2913"/>
                </a:lnTo>
                <a:lnTo>
                  <a:pt x="1863" y="3153"/>
                </a:lnTo>
                <a:lnTo>
                  <a:pt x="1442" y="3408"/>
                </a:lnTo>
                <a:lnTo>
                  <a:pt x="1052" y="3663"/>
                </a:lnTo>
                <a:lnTo>
                  <a:pt x="692" y="3928"/>
                </a:lnTo>
                <a:lnTo>
                  <a:pt x="391" y="4199"/>
                </a:lnTo>
                <a:lnTo>
                  <a:pt x="181" y="4469"/>
                </a:lnTo>
                <a:lnTo>
                  <a:pt x="1" y="4749"/>
                </a:lnTo>
                <a:lnTo>
                  <a:pt x="1" y="6065"/>
                </a:lnTo>
                <a:lnTo>
                  <a:pt x="1" y="10345"/>
                </a:lnTo>
                <a:lnTo>
                  <a:pt x="1" y="11686"/>
                </a:lnTo>
                <a:lnTo>
                  <a:pt x="151" y="11906"/>
                </a:lnTo>
                <a:lnTo>
                  <a:pt x="361" y="12125"/>
                </a:lnTo>
                <a:lnTo>
                  <a:pt x="632" y="12339"/>
                </a:lnTo>
                <a:lnTo>
                  <a:pt x="932" y="12548"/>
                </a:lnTo>
                <a:lnTo>
                  <a:pt x="1292" y="12757"/>
                </a:lnTo>
                <a:lnTo>
                  <a:pt x="1713" y="12961"/>
                </a:lnTo>
                <a:lnTo>
                  <a:pt x="2193" y="13160"/>
                </a:lnTo>
                <a:lnTo>
                  <a:pt x="2704" y="13349"/>
                </a:lnTo>
                <a:lnTo>
                  <a:pt x="3335" y="13359"/>
                </a:lnTo>
                <a:lnTo>
                  <a:pt x="3905" y="13370"/>
                </a:lnTo>
                <a:lnTo>
                  <a:pt x="4476" y="13385"/>
                </a:lnTo>
                <a:lnTo>
                  <a:pt x="4987" y="13405"/>
                </a:lnTo>
                <a:lnTo>
                  <a:pt x="5467" y="13426"/>
                </a:lnTo>
                <a:lnTo>
                  <a:pt x="5918" y="13456"/>
                </a:lnTo>
                <a:lnTo>
                  <a:pt x="6338" y="13487"/>
                </a:lnTo>
                <a:lnTo>
                  <a:pt x="6729" y="13517"/>
                </a:lnTo>
                <a:lnTo>
                  <a:pt x="7089" y="13553"/>
                </a:lnTo>
                <a:lnTo>
                  <a:pt x="7419" y="13594"/>
                </a:lnTo>
                <a:lnTo>
                  <a:pt x="7750" y="13635"/>
                </a:lnTo>
                <a:lnTo>
                  <a:pt x="8020" y="13681"/>
                </a:lnTo>
                <a:lnTo>
                  <a:pt x="8290" y="13721"/>
                </a:lnTo>
                <a:lnTo>
                  <a:pt x="8531" y="13773"/>
                </a:lnTo>
                <a:lnTo>
                  <a:pt x="8741" y="13818"/>
                </a:lnTo>
                <a:lnTo>
                  <a:pt x="8951" y="13869"/>
                </a:lnTo>
                <a:lnTo>
                  <a:pt x="9131" y="13920"/>
                </a:lnTo>
                <a:lnTo>
                  <a:pt x="9282" y="13971"/>
                </a:lnTo>
                <a:lnTo>
                  <a:pt x="9552" y="14079"/>
                </a:lnTo>
                <a:lnTo>
                  <a:pt x="9762" y="14186"/>
                </a:lnTo>
                <a:lnTo>
                  <a:pt x="9882" y="14288"/>
                </a:lnTo>
                <a:lnTo>
                  <a:pt x="10002" y="14390"/>
                </a:lnTo>
                <a:lnTo>
                  <a:pt x="10062" y="14487"/>
                </a:lnTo>
                <a:lnTo>
                  <a:pt x="10062" y="14573"/>
                </a:lnTo>
                <a:lnTo>
                  <a:pt x="10092" y="14655"/>
                </a:lnTo>
                <a:lnTo>
                  <a:pt x="10062" y="14716"/>
                </a:lnTo>
                <a:lnTo>
                  <a:pt x="10032" y="14782"/>
                </a:lnTo>
                <a:lnTo>
                  <a:pt x="10633" y="14849"/>
                </a:lnTo>
                <a:lnTo>
                  <a:pt x="11264" y="14910"/>
                </a:lnTo>
                <a:lnTo>
                  <a:pt x="12645" y="15037"/>
                </a:lnTo>
                <a:lnTo>
                  <a:pt x="14057" y="15155"/>
                </a:lnTo>
                <a:lnTo>
                  <a:pt x="15439" y="15267"/>
                </a:lnTo>
                <a:lnTo>
                  <a:pt x="16820" y="15369"/>
                </a:lnTo>
                <a:lnTo>
                  <a:pt x="18172" y="15461"/>
                </a:lnTo>
                <a:lnTo>
                  <a:pt x="19523" y="15548"/>
                </a:lnTo>
                <a:lnTo>
                  <a:pt x="20875" y="15624"/>
                </a:lnTo>
                <a:lnTo>
                  <a:pt x="22196" y="15690"/>
                </a:lnTo>
                <a:lnTo>
                  <a:pt x="23518" y="15752"/>
                </a:lnTo>
                <a:lnTo>
                  <a:pt x="24839" y="15803"/>
                </a:lnTo>
                <a:lnTo>
                  <a:pt x="26131" y="15843"/>
                </a:lnTo>
                <a:lnTo>
                  <a:pt x="27392" y="15879"/>
                </a:lnTo>
                <a:lnTo>
                  <a:pt x="28654" y="15905"/>
                </a:lnTo>
                <a:lnTo>
                  <a:pt x="29915" y="15925"/>
                </a:lnTo>
                <a:lnTo>
                  <a:pt x="31147" y="15935"/>
                </a:lnTo>
                <a:lnTo>
                  <a:pt x="32378" y="15940"/>
                </a:lnTo>
                <a:lnTo>
                  <a:pt x="33189" y="15940"/>
                </a:lnTo>
                <a:lnTo>
                  <a:pt x="34000" y="15935"/>
                </a:lnTo>
                <a:lnTo>
                  <a:pt x="34781" y="15925"/>
                </a:lnTo>
                <a:lnTo>
                  <a:pt x="35562" y="15915"/>
                </a:lnTo>
                <a:lnTo>
                  <a:pt x="36343" y="15899"/>
                </a:lnTo>
                <a:lnTo>
                  <a:pt x="37124" y="15879"/>
                </a:lnTo>
                <a:lnTo>
                  <a:pt x="37905" y="15859"/>
                </a:lnTo>
                <a:lnTo>
                  <a:pt x="38655" y="15833"/>
                </a:lnTo>
                <a:lnTo>
                  <a:pt x="39406" y="15808"/>
                </a:lnTo>
                <a:lnTo>
                  <a:pt x="40127" y="15772"/>
                </a:lnTo>
                <a:lnTo>
                  <a:pt x="40878" y="15741"/>
                </a:lnTo>
                <a:lnTo>
                  <a:pt x="41599" y="15701"/>
                </a:lnTo>
                <a:lnTo>
                  <a:pt x="42320" y="15660"/>
                </a:lnTo>
                <a:lnTo>
                  <a:pt x="43010" y="15619"/>
                </a:lnTo>
                <a:lnTo>
                  <a:pt x="43701" y="15568"/>
                </a:lnTo>
                <a:lnTo>
                  <a:pt x="44392" y="15522"/>
                </a:lnTo>
                <a:lnTo>
                  <a:pt x="45083" y="15466"/>
                </a:lnTo>
                <a:lnTo>
                  <a:pt x="45744" y="15410"/>
                </a:lnTo>
                <a:lnTo>
                  <a:pt x="46404" y="15354"/>
                </a:lnTo>
                <a:lnTo>
                  <a:pt x="47065" y="15287"/>
                </a:lnTo>
                <a:lnTo>
                  <a:pt x="47696" y="15226"/>
                </a:lnTo>
                <a:lnTo>
                  <a:pt x="48327" y="15155"/>
                </a:lnTo>
                <a:lnTo>
                  <a:pt x="48957" y="15088"/>
                </a:lnTo>
                <a:lnTo>
                  <a:pt x="49558" y="15012"/>
                </a:lnTo>
                <a:lnTo>
                  <a:pt x="50189" y="14935"/>
                </a:lnTo>
                <a:lnTo>
                  <a:pt x="50759" y="14854"/>
                </a:lnTo>
                <a:lnTo>
                  <a:pt x="51360" y="14772"/>
                </a:lnTo>
                <a:lnTo>
                  <a:pt x="51931" y="14691"/>
                </a:lnTo>
                <a:lnTo>
                  <a:pt x="52471" y="14604"/>
                </a:lnTo>
                <a:lnTo>
                  <a:pt x="53042" y="14512"/>
                </a:lnTo>
                <a:lnTo>
                  <a:pt x="53583" y="14420"/>
                </a:lnTo>
                <a:lnTo>
                  <a:pt x="54093" y="14323"/>
                </a:lnTo>
                <a:lnTo>
                  <a:pt x="54484" y="14247"/>
                </a:lnTo>
                <a:lnTo>
                  <a:pt x="54844" y="14170"/>
                </a:lnTo>
                <a:lnTo>
                  <a:pt x="55205" y="14084"/>
                </a:lnTo>
                <a:lnTo>
                  <a:pt x="55565" y="13997"/>
                </a:lnTo>
                <a:lnTo>
                  <a:pt x="55895" y="13905"/>
                </a:lnTo>
                <a:lnTo>
                  <a:pt x="56226" y="13803"/>
                </a:lnTo>
                <a:lnTo>
                  <a:pt x="56556" y="13701"/>
                </a:lnTo>
                <a:lnTo>
                  <a:pt x="56886" y="13594"/>
                </a:lnTo>
                <a:lnTo>
                  <a:pt x="57187" y="13482"/>
                </a:lnTo>
                <a:lnTo>
                  <a:pt x="57487" y="13364"/>
                </a:lnTo>
                <a:lnTo>
                  <a:pt x="58058" y="13125"/>
                </a:lnTo>
                <a:lnTo>
                  <a:pt x="58598" y="12870"/>
                </a:lnTo>
                <a:lnTo>
                  <a:pt x="59079" y="12599"/>
                </a:lnTo>
                <a:lnTo>
                  <a:pt x="59500" y="12324"/>
                </a:lnTo>
                <a:lnTo>
                  <a:pt x="59890" y="12033"/>
                </a:lnTo>
                <a:lnTo>
                  <a:pt x="60220" y="11737"/>
                </a:lnTo>
                <a:lnTo>
                  <a:pt x="60491" y="11436"/>
                </a:lnTo>
                <a:lnTo>
                  <a:pt x="60701" y="11130"/>
                </a:lnTo>
                <a:lnTo>
                  <a:pt x="60851" y="10819"/>
                </a:lnTo>
                <a:lnTo>
                  <a:pt x="60971" y="10508"/>
                </a:lnTo>
                <a:lnTo>
                  <a:pt x="61001" y="10197"/>
                </a:lnTo>
                <a:lnTo>
                  <a:pt x="61001" y="5560"/>
                </a:lnTo>
                <a:lnTo>
                  <a:pt x="60971" y="5321"/>
                </a:lnTo>
                <a:lnTo>
                  <a:pt x="60911" y="5081"/>
                </a:lnTo>
                <a:lnTo>
                  <a:pt x="60821" y="4841"/>
                </a:lnTo>
                <a:lnTo>
                  <a:pt x="60671" y="4602"/>
                </a:lnTo>
                <a:lnTo>
                  <a:pt x="60491" y="4362"/>
                </a:lnTo>
                <a:lnTo>
                  <a:pt x="60280" y="4127"/>
                </a:lnTo>
                <a:lnTo>
                  <a:pt x="60010" y="3898"/>
                </a:lnTo>
                <a:lnTo>
                  <a:pt x="59680" y="3668"/>
                </a:lnTo>
                <a:lnTo>
                  <a:pt x="59319" y="3444"/>
                </a:lnTo>
                <a:lnTo>
                  <a:pt x="58899" y="3224"/>
                </a:lnTo>
                <a:lnTo>
                  <a:pt x="58448" y="3015"/>
                </a:lnTo>
                <a:lnTo>
                  <a:pt x="57938" y="2806"/>
                </a:lnTo>
                <a:lnTo>
                  <a:pt x="57367" y="2607"/>
                </a:lnTo>
                <a:lnTo>
                  <a:pt x="56766" y="2418"/>
                </a:lnTo>
                <a:lnTo>
                  <a:pt x="56436" y="2327"/>
                </a:lnTo>
                <a:lnTo>
                  <a:pt x="56076" y="2235"/>
                </a:lnTo>
                <a:lnTo>
                  <a:pt x="55715" y="2148"/>
                </a:lnTo>
                <a:lnTo>
                  <a:pt x="55355" y="2061"/>
                </a:lnTo>
                <a:lnTo>
                  <a:pt x="54814" y="2072"/>
                </a:lnTo>
                <a:lnTo>
                  <a:pt x="53943" y="2072"/>
                </a:lnTo>
                <a:lnTo>
                  <a:pt x="53342" y="2066"/>
                </a:lnTo>
                <a:lnTo>
                  <a:pt x="52772" y="2061"/>
                </a:lnTo>
                <a:lnTo>
                  <a:pt x="52231" y="2046"/>
                </a:lnTo>
                <a:lnTo>
                  <a:pt x="51721" y="2031"/>
                </a:lnTo>
                <a:lnTo>
                  <a:pt x="51240" y="2010"/>
                </a:lnTo>
                <a:lnTo>
                  <a:pt x="50789" y="1985"/>
                </a:lnTo>
                <a:lnTo>
                  <a:pt x="50369" y="1959"/>
                </a:lnTo>
                <a:lnTo>
                  <a:pt x="49979" y="1929"/>
                </a:lnTo>
                <a:lnTo>
                  <a:pt x="49618" y="1898"/>
                </a:lnTo>
                <a:lnTo>
                  <a:pt x="49258" y="1862"/>
                </a:lnTo>
                <a:lnTo>
                  <a:pt x="48927" y="1827"/>
                </a:lnTo>
                <a:lnTo>
                  <a:pt x="48657" y="1786"/>
                </a:lnTo>
                <a:lnTo>
                  <a:pt x="48387" y="1745"/>
                </a:lnTo>
                <a:lnTo>
                  <a:pt x="48116" y="1699"/>
                </a:lnTo>
                <a:lnTo>
                  <a:pt x="47876" y="1658"/>
                </a:lnTo>
                <a:lnTo>
                  <a:pt x="47666" y="1613"/>
                </a:lnTo>
                <a:lnTo>
                  <a:pt x="47486" y="1562"/>
                </a:lnTo>
                <a:lnTo>
                  <a:pt x="47305" y="1516"/>
                </a:lnTo>
                <a:lnTo>
                  <a:pt x="47035" y="1414"/>
                </a:lnTo>
                <a:lnTo>
                  <a:pt x="46795" y="1317"/>
                </a:lnTo>
                <a:lnTo>
                  <a:pt x="46615" y="1215"/>
                </a:lnTo>
                <a:lnTo>
                  <a:pt x="46494" y="1118"/>
                </a:lnTo>
                <a:lnTo>
                  <a:pt x="46404" y="1021"/>
                </a:lnTo>
                <a:lnTo>
                  <a:pt x="46344" y="929"/>
                </a:lnTo>
                <a:lnTo>
                  <a:pt x="46314" y="847"/>
                </a:lnTo>
                <a:lnTo>
                  <a:pt x="45263" y="751"/>
                </a:lnTo>
                <a:lnTo>
                  <a:pt x="44152" y="659"/>
                </a:lnTo>
                <a:lnTo>
                  <a:pt x="43041" y="572"/>
                </a:lnTo>
                <a:lnTo>
                  <a:pt x="41929" y="490"/>
                </a:lnTo>
                <a:lnTo>
                  <a:pt x="40788" y="419"/>
                </a:lnTo>
                <a:lnTo>
                  <a:pt x="39617" y="348"/>
                </a:lnTo>
                <a:lnTo>
                  <a:pt x="38445" y="286"/>
                </a:lnTo>
                <a:lnTo>
                  <a:pt x="37244" y="225"/>
                </a:lnTo>
                <a:lnTo>
                  <a:pt x="36072" y="174"/>
                </a:lnTo>
                <a:lnTo>
                  <a:pt x="34871" y="128"/>
                </a:lnTo>
                <a:lnTo>
                  <a:pt x="33640" y="93"/>
                </a:lnTo>
                <a:lnTo>
                  <a:pt x="32438" y="62"/>
                </a:lnTo>
                <a:lnTo>
                  <a:pt x="31207" y="36"/>
                </a:lnTo>
                <a:lnTo>
                  <a:pt x="29975" y="16"/>
                </a:lnTo>
                <a:lnTo>
                  <a:pt x="28774" y="6"/>
                </a:lnTo>
                <a:lnTo>
                  <a:pt x="27543" y="1"/>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9"/>
          <p:cNvSpPr/>
          <p:nvPr/>
        </p:nvSpPr>
        <p:spPr>
          <a:xfrm flipH="1">
            <a:off x="826903" y="697126"/>
            <a:ext cx="2706506" cy="4170205"/>
          </a:xfrm>
          <a:custGeom>
            <a:avLst/>
            <a:gdLst/>
            <a:ahLst/>
            <a:cxnLst/>
            <a:rect l="l" t="t" r="r" b="b"/>
            <a:pathLst>
              <a:path w="61002" h="15941" fill="none" extrusionOk="0">
                <a:moveTo>
                  <a:pt x="27543" y="1"/>
                </a:moveTo>
                <a:lnTo>
                  <a:pt x="27543" y="1"/>
                </a:lnTo>
                <a:lnTo>
                  <a:pt x="28774" y="6"/>
                </a:lnTo>
                <a:lnTo>
                  <a:pt x="29975" y="16"/>
                </a:lnTo>
                <a:lnTo>
                  <a:pt x="31207" y="36"/>
                </a:lnTo>
                <a:lnTo>
                  <a:pt x="32438" y="62"/>
                </a:lnTo>
                <a:lnTo>
                  <a:pt x="33640" y="93"/>
                </a:lnTo>
                <a:lnTo>
                  <a:pt x="34871" y="128"/>
                </a:lnTo>
                <a:lnTo>
                  <a:pt x="36072" y="174"/>
                </a:lnTo>
                <a:lnTo>
                  <a:pt x="37244" y="225"/>
                </a:lnTo>
                <a:lnTo>
                  <a:pt x="38445" y="286"/>
                </a:lnTo>
                <a:lnTo>
                  <a:pt x="39617" y="348"/>
                </a:lnTo>
                <a:lnTo>
                  <a:pt x="40788" y="419"/>
                </a:lnTo>
                <a:lnTo>
                  <a:pt x="41929" y="490"/>
                </a:lnTo>
                <a:lnTo>
                  <a:pt x="43041" y="572"/>
                </a:lnTo>
                <a:lnTo>
                  <a:pt x="44152" y="659"/>
                </a:lnTo>
                <a:lnTo>
                  <a:pt x="45263" y="751"/>
                </a:lnTo>
                <a:lnTo>
                  <a:pt x="46314" y="847"/>
                </a:lnTo>
                <a:lnTo>
                  <a:pt x="46314" y="847"/>
                </a:lnTo>
                <a:lnTo>
                  <a:pt x="46344" y="929"/>
                </a:lnTo>
                <a:lnTo>
                  <a:pt x="46404" y="1021"/>
                </a:lnTo>
                <a:lnTo>
                  <a:pt x="46494" y="1118"/>
                </a:lnTo>
                <a:lnTo>
                  <a:pt x="46615" y="1215"/>
                </a:lnTo>
                <a:lnTo>
                  <a:pt x="46795" y="1317"/>
                </a:lnTo>
                <a:lnTo>
                  <a:pt x="47035" y="1414"/>
                </a:lnTo>
                <a:lnTo>
                  <a:pt x="47305" y="1516"/>
                </a:lnTo>
                <a:lnTo>
                  <a:pt x="47486" y="1562"/>
                </a:lnTo>
                <a:lnTo>
                  <a:pt x="47666" y="1613"/>
                </a:lnTo>
                <a:lnTo>
                  <a:pt x="47876" y="1658"/>
                </a:lnTo>
                <a:lnTo>
                  <a:pt x="48116" y="1699"/>
                </a:lnTo>
                <a:lnTo>
                  <a:pt x="48387" y="1745"/>
                </a:lnTo>
                <a:lnTo>
                  <a:pt x="48657" y="1786"/>
                </a:lnTo>
                <a:lnTo>
                  <a:pt x="48927" y="1827"/>
                </a:lnTo>
                <a:lnTo>
                  <a:pt x="49258" y="1862"/>
                </a:lnTo>
                <a:lnTo>
                  <a:pt x="49618" y="1898"/>
                </a:lnTo>
                <a:lnTo>
                  <a:pt x="49979" y="1929"/>
                </a:lnTo>
                <a:lnTo>
                  <a:pt x="50369" y="1959"/>
                </a:lnTo>
                <a:lnTo>
                  <a:pt x="50789" y="1985"/>
                </a:lnTo>
                <a:lnTo>
                  <a:pt x="51240" y="2010"/>
                </a:lnTo>
                <a:lnTo>
                  <a:pt x="51721" y="2031"/>
                </a:lnTo>
                <a:lnTo>
                  <a:pt x="52231" y="2046"/>
                </a:lnTo>
                <a:lnTo>
                  <a:pt x="52772" y="2061"/>
                </a:lnTo>
                <a:lnTo>
                  <a:pt x="53342" y="2066"/>
                </a:lnTo>
                <a:lnTo>
                  <a:pt x="53943" y="2072"/>
                </a:lnTo>
                <a:lnTo>
                  <a:pt x="53943" y="2072"/>
                </a:lnTo>
                <a:lnTo>
                  <a:pt x="54243" y="2072"/>
                </a:lnTo>
                <a:lnTo>
                  <a:pt x="54243" y="2072"/>
                </a:lnTo>
                <a:lnTo>
                  <a:pt x="54814" y="2072"/>
                </a:lnTo>
                <a:lnTo>
                  <a:pt x="55355" y="2061"/>
                </a:lnTo>
                <a:lnTo>
                  <a:pt x="55355" y="2061"/>
                </a:lnTo>
                <a:lnTo>
                  <a:pt x="55715" y="2148"/>
                </a:lnTo>
                <a:lnTo>
                  <a:pt x="56076" y="2235"/>
                </a:lnTo>
                <a:lnTo>
                  <a:pt x="56436" y="2327"/>
                </a:lnTo>
                <a:lnTo>
                  <a:pt x="56766" y="2418"/>
                </a:lnTo>
                <a:lnTo>
                  <a:pt x="57367" y="2607"/>
                </a:lnTo>
                <a:lnTo>
                  <a:pt x="57938" y="2806"/>
                </a:lnTo>
                <a:lnTo>
                  <a:pt x="58448" y="3015"/>
                </a:lnTo>
                <a:lnTo>
                  <a:pt x="58899" y="3224"/>
                </a:lnTo>
                <a:lnTo>
                  <a:pt x="59319" y="3444"/>
                </a:lnTo>
                <a:lnTo>
                  <a:pt x="59680" y="3668"/>
                </a:lnTo>
                <a:lnTo>
                  <a:pt x="60010" y="3898"/>
                </a:lnTo>
                <a:lnTo>
                  <a:pt x="60280" y="4127"/>
                </a:lnTo>
                <a:lnTo>
                  <a:pt x="60491" y="4362"/>
                </a:lnTo>
                <a:lnTo>
                  <a:pt x="60671" y="4602"/>
                </a:lnTo>
                <a:lnTo>
                  <a:pt x="60821" y="4841"/>
                </a:lnTo>
                <a:lnTo>
                  <a:pt x="60911" y="5081"/>
                </a:lnTo>
                <a:lnTo>
                  <a:pt x="60971" y="5321"/>
                </a:lnTo>
                <a:lnTo>
                  <a:pt x="61001" y="5560"/>
                </a:lnTo>
                <a:lnTo>
                  <a:pt x="61001" y="10197"/>
                </a:lnTo>
                <a:lnTo>
                  <a:pt x="61001" y="10197"/>
                </a:lnTo>
                <a:lnTo>
                  <a:pt x="60971" y="10508"/>
                </a:lnTo>
                <a:lnTo>
                  <a:pt x="60851" y="10819"/>
                </a:lnTo>
                <a:lnTo>
                  <a:pt x="60701" y="11130"/>
                </a:lnTo>
                <a:lnTo>
                  <a:pt x="60491" y="11436"/>
                </a:lnTo>
                <a:lnTo>
                  <a:pt x="60220" y="11737"/>
                </a:lnTo>
                <a:lnTo>
                  <a:pt x="59890" y="12033"/>
                </a:lnTo>
                <a:lnTo>
                  <a:pt x="59500" y="12324"/>
                </a:lnTo>
                <a:lnTo>
                  <a:pt x="59079" y="12599"/>
                </a:lnTo>
                <a:lnTo>
                  <a:pt x="58598" y="12870"/>
                </a:lnTo>
                <a:lnTo>
                  <a:pt x="58058" y="13125"/>
                </a:lnTo>
                <a:lnTo>
                  <a:pt x="57487" y="13364"/>
                </a:lnTo>
                <a:lnTo>
                  <a:pt x="57187" y="13482"/>
                </a:lnTo>
                <a:lnTo>
                  <a:pt x="56886" y="13594"/>
                </a:lnTo>
                <a:lnTo>
                  <a:pt x="56556" y="13701"/>
                </a:lnTo>
                <a:lnTo>
                  <a:pt x="56226" y="13803"/>
                </a:lnTo>
                <a:lnTo>
                  <a:pt x="55895" y="13905"/>
                </a:lnTo>
                <a:lnTo>
                  <a:pt x="55565" y="13997"/>
                </a:lnTo>
                <a:lnTo>
                  <a:pt x="55205" y="14084"/>
                </a:lnTo>
                <a:lnTo>
                  <a:pt x="54844" y="14170"/>
                </a:lnTo>
                <a:lnTo>
                  <a:pt x="54484" y="14247"/>
                </a:lnTo>
                <a:lnTo>
                  <a:pt x="54093" y="14323"/>
                </a:lnTo>
                <a:lnTo>
                  <a:pt x="54093" y="14323"/>
                </a:lnTo>
                <a:lnTo>
                  <a:pt x="53583" y="14420"/>
                </a:lnTo>
                <a:lnTo>
                  <a:pt x="53042" y="14512"/>
                </a:lnTo>
                <a:lnTo>
                  <a:pt x="52471" y="14604"/>
                </a:lnTo>
                <a:lnTo>
                  <a:pt x="51931" y="14691"/>
                </a:lnTo>
                <a:lnTo>
                  <a:pt x="51360" y="14772"/>
                </a:lnTo>
                <a:lnTo>
                  <a:pt x="50759" y="14854"/>
                </a:lnTo>
                <a:lnTo>
                  <a:pt x="50189" y="14935"/>
                </a:lnTo>
                <a:lnTo>
                  <a:pt x="49558" y="15012"/>
                </a:lnTo>
                <a:lnTo>
                  <a:pt x="48957" y="15088"/>
                </a:lnTo>
                <a:lnTo>
                  <a:pt x="48327" y="15155"/>
                </a:lnTo>
                <a:lnTo>
                  <a:pt x="47696" y="15226"/>
                </a:lnTo>
                <a:lnTo>
                  <a:pt x="47065" y="15287"/>
                </a:lnTo>
                <a:lnTo>
                  <a:pt x="46404" y="15354"/>
                </a:lnTo>
                <a:lnTo>
                  <a:pt x="45744" y="15410"/>
                </a:lnTo>
                <a:lnTo>
                  <a:pt x="45083" y="15466"/>
                </a:lnTo>
                <a:lnTo>
                  <a:pt x="44392" y="15522"/>
                </a:lnTo>
                <a:lnTo>
                  <a:pt x="43701" y="15568"/>
                </a:lnTo>
                <a:lnTo>
                  <a:pt x="43010" y="15619"/>
                </a:lnTo>
                <a:lnTo>
                  <a:pt x="42320" y="15660"/>
                </a:lnTo>
                <a:lnTo>
                  <a:pt x="41599" y="15701"/>
                </a:lnTo>
                <a:lnTo>
                  <a:pt x="40878" y="15741"/>
                </a:lnTo>
                <a:lnTo>
                  <a:pt x="40127" y="15772"/>
                </a:lnTo>
                <a:lnTo>
                  <a:pt x="39406" y="15808"/>
                </a:lnTo>
                <a:lnTo>
                  <a:pt x="38655" y="15833"/>
                </a:lnTo>
                <a:lnTo>
                  <a:pt x="37905" y="15859"/>
                </a:lnTo>
                <a:lnTo>
                  <a:pt x="37124" y="15879"/>
                </a:lnTo>
                <a:lnTo>
                  <a:pt x="36343" y="15899"/>
                </a:lnTo>
                <a:lnTo>
                  <a:pt x="35562" y="15915"/>
                </a:lnTo>
                <a:lnTo>
                  <a:pt x="34781" y="15925"/>
                </a:lnTo>
                <a:lnTo>
                  <a:pt x="34000" y="15935"/>
                </a:lnTo>
                <a:lnTo>
                  <a:pt x="33189" y="15940"/>
                </a:lnTo>
                <a:lnTo>
                  <a:pt x="32378" y="15940"/>
                </a:lnTo>
                <a:lnTo>
                  <a:pt x="32378" y="15940"/>
                </a:lnTo>
                <a:lnTo>
                  <a:pt x="31147" y="15935"/>
                </a:lnTo>
                <a:lnTo>
                  <a:pt x="29915" y="15925"/>
                </a:lnTo>
                <a:lnTo>
                  <a:pt x="28654" y="15905"/>
                </a:lnTo>
                <a:lnTo>
                  <a:pt x="27392" y="15879"/>
                </a:lnTo>
                <a:lnTo>
                  <a:pt x="26131" y="15843"/>
                </a:lnTo>
                <a:lnTo>
                  <a:pt x="24839" y="15803"/>
                </a:lnTo>
                <a:lnTo>
                  <a:pt x="23518" y="15752"/>
                </a:lnTo>
                <a:lnTo>
                  <a:pt x="22196" y="15690"/>
                </a:lnTo>
                <a:lnTo>
                  <a:pt x="20875" y="15624"/>
                </a:lnTo>
                <a:lnTo>
                  <a:pt x="19523" y="15548"/>
                </a:lnTo>
                <a:lnTo>
                  <a:pt x="18172" y="15461"/>
                </a:lnTo>
                <a:lnTo>
                  <a:pt x="16820" y="15369"/>
                </a:lnTo>
                <a:lnTo>
                  <a:pt x="15439" y="15267"/>
                </a:lnTo>
                <a:lnTo>
                  <a:pt x="14057" y="15155"/>
                </a:lnTo>
                <a:lnTo>
                  <a:pt x="12645" y="15037"/>
                </a:lnTo>
                <a:lnTo>
                  <a:pt x="11264" y="14910"/>
                </a:lnTo>
                <a:lnTo>
                  <a:pt x="11264" y="14910"/>
                </a:lnTo>
                <a:lnTo>
                  <a:pt x="10633" y="14849"/>
                </a:lnTo>
                <a:lnTo>
                  <a:pt x="10032" y="14782"/>
                </a:lnTo>
                <a:lnTo>
                  <a:pt x="10032" y="14782"/>
                </a:lnTo>
                <a:lnTo>
                  <a:pt x="10062" y="14716"/>
                </a:lnTo>
                <a:lnTo>
                  <a:pt x="10092" y="14655"/>
                </a:lnTo>
                <a:lnTo>
                  <a:pt x="10092" y="14655"/>
                </a:lnTo>
                <a:lnTo>
                  <a:pt x="10062" y="14573"/>
                </a:lnTo>
                <a:lnTo>
                  <a:pt x="10062" y="14487"/>
                </a:lnTo>
                <a:lnTo>
                  <a:pt x="10002" y="14390"/>
                </a:lnTo>
                <a:lnTo>
                  <a:pt x="9882" y="14288"/>
                </a:lnTo>
                <a:lnTo>
                  <a:pt x="9762" y="14186"/>
                </a:lnTo>
                <a:lnTo>
                  <a:pt x="9552" y="14079"/>
                </a:lnTo>
                <a:lnTo>
                  <a:pt x="9282" y="13971"/>
                </a:lnTo>
                <a:lnTo>
                  <a:pt x="9131" y="13920"/>
                </a:lnTo>
                <a:lnTo>
                  <a:pt x="8951" y="13869"/>
                </a:lnTo>
                <a:lnTo>
                  <a:pt x="8741" y="13818"/>
                </a:lnTo>
                <a:lnTo>
                  <a:pt x="8531" y="13773"/>
                </a:lnTo>
                <a:lnTo>
                  <a:pt x="8290" y="13721"/>
                </a:lnTo>
                <a:lnTo>
                  <a:pt x="8020" y="13681"/>
                </a:lnTo>
                <a:lnTo>
                  <a:pt x="7750" y="13635"/>
                </a:lnTo>
                <a:lnTo>
                  <a:pt x="7419" y="13594"/>
                </a:lnTo>
                <a:lnTo>
                  <a:pt x="7089" y="13553"/>
                </a:lnTo>
                <a:lnTo>
                  <a:pt x="6729" y="13517"/>
                </a:lnTo>
                <a:lnTo>
                  <a:pt x="6338" y="13487"/>
                </a:lnTo>
                <a:lnTo>
                  <a:pt x="5918" y="13456"/>
                </a:lnTo>
                <a:lnTo>
                  <a:pt x="5467" y="13426"/>
                </a:lnTo>
                <a:lnTo>
                  <a:pt x="4987" y="13405"/>
                </a:lnTo>
                <a:lnTo>
                  <a:pt x="4476" y="13385"/>
                </a:lnTo>
                <a:lnTo>
                  <a:pt x="3905" y="13370"/>
                </a:lnTo>
                <a:lnTo>
                  <a:pt x="3335" y="13359"/>
                </a:lnTo>
                <a:lnTo>
                  <a:pt x="2704" y="13349"/>
                </a:lnTo>
                <a:lnTo>
                  <a:pt x="2704" y="13349"/>
                </a:lnTo>
                <a:lnTo>
                  <a:pt x="2193" y="13160"/>
                </a:lnTo>
                <a:lnTo>
                  <a:pt x="1713" y="12961"/>
                </a:lnTo>
                <a:lnTo>
                  <a:pt x="1292" y="12757"/>
                </a:lnTo>
                <a:lnTo>
                  <a:pt x="932" y="12548"/>
                </a:lnTo>
                <a:lnTo>
                  <a:pt x="632" y="12339"/>
                </a:lnTo>
                <a:lnTo>
                  <a:pt x="361" y="12125"/>
                </a:lnTo>
                <a:lnTo>
                  <a:pt x="151" y="11906"/>
                </a:lnTo>
                <a:lnTo>
                  <a:pt x="1" y="11686"/>
                </a:lnTo>
                <a:lnTo>
                  <a:pt x="1" y="10345"/>
                </a:lnTo>
                <a:lnTo>
                  <a:pt x="1" y="6065"/>
                </a:lnTo>
                <a:lnTo>
                  <a:pt x="1" y="4749"/>
                </a:lnTo>
                <a:lnTo>
                  <a:pt x="1" y="4749"/>
                </a:lnTo>
                <a:lnTo>
                  <a:pt x="181" y="4469"/>
                </a:lnTo>
                <a:lnTo>
                  <a:pt x="391" y="4199"/>
                </a:lnTo>
                <a:lnTo>
                  <a:pt x="692" y="3928"/>
                </a:lnTo>
                <a:lnTo>
                  <a:pt x="1052" y="3663"/>
                </a:lnTo>
                <a:lnTo>
                  <a:pt x="1442" y="3408"/>
                </a:lnTo>
                <a:lnTo>
                  <a:pt x="1863" y="3153"/>
                </a:lnTo>
                <a:lnTo>
                  <a:pt x="2344" y="2913"/>
                </a:lnTo>
                <a:lnTo>
                  <a:pt x="2884" y="2673"/>
                </a:lnTo>
                <a:lnTo>
                  <a:pt x="3455" y="2449"/>
                </a:lnTo>
                <a:lnTo>
                  <a:pt x="4055" y="2235"/>
                </a:lnTo>
                <a:lnTo>
                  <a:pt x="4716" y="2031"/>
                </a:lnTo>
                <a:lnTo>
                  <a:pt x="5377" y="1842"/>
                </a:lnTo>
                <a:lnTo>
                  <a:pt x="6098" y="1664"/>
                </a:lnTo>
                <a:lnTo>
                  <a:pt x="6458" y="1582"/>
                </a:lnTo>
                <a:lnTo>
                  <a:pt x="6819" y="1500"/>
                </a:lnTo>
                <a:lnTo>
                  <a:pt x="7209" y="1424"/>
                </a:lnTo>
                <a:lnTo>
                  <a:pt x="7570" y="1352"/>
                </a:lnTo>
                <a:lnTo>
                  <a:pt x="7960" y="1281"/>
                </a:lnTo>
                <a:lnTo>
                  <a:pt x="8350" y="1215"/>
                </a:lnTo>
                <a:lnTo>
                  <a:pt x="8350" y="1215"/>
                </a:lnTo>
                <a:lnTo>
                  <a:pt x="9402" y="1062"/>
                </a:lnTo>
                <a:lnTo>
                  <a:pt x="10453" y="919"/>
                </a:lnTo>
                <a:lnTo>
                  <a:pt x="11564" y="786"/>
                </a:lnTo>
                <a:lnTo>
                  <a:pt x="12675" y="669"/>
                </a:lnTo>
                <a:lnTo>
                  <a:pt x="13817" y="557"/>
                </a:lnTo>
                <a:lnTo>
                  <a:pt x="14988" y="455"/>
                </a:lnTo>
                <a:lnTo>
                  <a:pt x="16189" y="368"/>
                </a:lnTo>
                <a:lnTo>
                  <a:pt x="17391" y="286"/>
                </a:lnTo>
                <a:lnTo>
                  <a:pt x="18622" y="220"/>
                </a:lnTo>
                <a:lnTo>
                  <a:pt x="19854" y="159"/>
                </a:lnTo>
                <a:lnTo>
                  <a:pt x="21115" y="113"/>
                </a:lnTo>
                <a:lnTo>
                  <a:pt x="22377" y="72"/>
                </a:lnTo>
                <a:lnTo>
                  <a:pt x="23668" y="42"/>
                </a:lnTo>
                <a:lnTo>
                  <a:pt x="24960" y="21"/>
                </a:lnTo>
                <a:lnTo>
                  <a:pt x="26251" y="6"/>
                </a:lnTo>
                <a:lnTo>
                  <a:pt x="275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9"/>
          <p:cNvSpPr/>
          <p:nvPr/>
        </p:nvSpPr>
        <p:spPr>
          <a:xfrm flipH="1">
            <a:off x="3088268" y="4189242"/>
            <a:ext cx="677004" cy="657930"/>
          </a:xfrm>
          <a:custGeom>
            <a:avLst/>
            <a:gdLst/>
            <a:ahLst/>
            <a:cxnLst/>
            <a:rect l="l" t="t" r="r" b="b"/>
            <a:pathLst>
              <a:path w="15259" h="2515" extrusionOk="0">
                <a:moveTo>
                  <a:pt x="7389" y="0"/>
                </a:moveTo>
                <a:lnTo>
                  <a:pt x="6759" y="5"/>
                </a:lnTo>
                <a:lnTo>
                  <a:pt x="6188" y="10"/>
                </a:lnTo>
                <a:lnTo>
                  <a:pt x="5647" y="26"/>
                </a:lnTo>
                <a:lnTo>
                  <a:pt x="5107" y="41"/>
                </a:lnTo>
                <a:lnTo>
                  <a:pt x="4626" y="66"/>
                </a:lnTo>
                <a:lnTo>
                  <a:pt x="4176" y="92"/>
                </a:lnTo>
                <a:lnTo>
                  <a:pt x="3725" y="123"/>
                </a:lnTo>
                <a:lnTo>
                  <a:pt x="3335" y="158"/>
                </a:lnTo>
                <a:lnTo>
                  <a:pt x="2974" y="199"/>
                </a:lnTo>
                <a:lnTo>
                  <a:pt x="2614" y="240"/>
                </a:lnTo>
                <a:lnTo>
                  <a:pt x="2313" y="286"/>
                </a:lnTo>
                <a:lnTo>
                  <a:pt x="2013" y="332"/>
                </a:lnTo>
                <a:lnTo>
                  <a:pt x="1743" y="383"/>
                </a:lnTo>
                <a:lnTo>
                  <a:pt x="1503" y="434"/>
                </a:lnTo>
                <a:lnTo>
                  <a:pt x="1262" y="485"/>
                </a:lnTo>
                <a:lnTo>
                  <a:pt x="1052" y="541"/>
                </a:lnTo>
                <a:lnTo>
                  <a:pt x="872" y="597"/>
                </a:lnTo>
                <a:lnTo>
                  <a:pt x="722" y="658"/>
                </a:lnTo>
                <a:lnTo>
                  <a:pt x="571" y="714"/>
                </a:lnTo>
                <a:lnTo>
                  <a:pt x="451" y="775"/>
                </a:lnTo>
                <a:lnTo>
                  <a:pt x="241" y="893"/>
                </a:lnTo>
                <a:lnTo>
                  <a:pt x="121" y="1010"/>
                </a:lnTo>
                <a:lnTo>
                  <a:pt x="31" y="1127"/>
                </a:lnTo>
                <a:lnTo>
                  <a:pt x="1" y="1235"/>
                </a:lnTo>
                <a:lnTo>
                  <a:pt x="1" y="1337"/>
                </a:lnTo>
                <a:lnTo>
                  <a:pt x="31" y="1423"/>
                </a:lnTo>
                <a:lnTo>
                  <a:pt x="91" y="1515"/>
                </a:lnTo>
                <a:lnTo>
                  <a:pt x="181" y="1602"/>
                </a:lnTo>
                <a:lnTo>
                  <a:pt x="301" y="1694"/>
                </a:lnTo>
                <a:lnTo>
                  <a:pt x="451" y="1785"/>
                </a:lnTo>
                <a:lnTo>
                  <a:pt x="631" y="1877"/>
                </a:lnTo>
                <a:lnTo>
                  <a:pt x="872" y="1964"/>
                </a:lnTo>
                <a:lnTo>
                  <a:pt x="1142" y="2051"/>
                </a:lnTo>
                <a:lnTo>
                  <a:pt x="1503" y="2132"/>
                </a:lnTo>
                <a:lnTo>
                  <a:pt x="1683" y="2168"/>
                </a:lnTo>
                <a:lnTo>
                  <a:pt x="1893" y="2204"/>
                </a:lnTo>
                <a:lnTo>
                  <a:pt x="2133" y="2244"/>
                </a:lnTo>
                <a:lnTo>
                  <a:pt x="2404" y="2275"/>
                </a:lnTo>
                <a:lnTo>
                  <a:pt x="2674" y="2311"/>
                </a:lnTo>
                <a:lnTo>
                  <a:pt x="2944" y="2341"/>
                </a:lnTo>
                <a:lnTo>
                  <a:pt x="3275" y="2367"/>
                </a:lnTo>
                <a:lnTo>
                  <a:pt x="3605" y="2397"/>
                </a:lnTo>
                <a:lnTo>
                  <a:pt x="3965" y="2418"/>
                </a:lnTo>
                <a:lnTo>
                  <a:pt x="4356" y="2443"/>
                </a:lnTo>
                <a:lnTo>
                  <a:pt x="4776" y="2459"/>
                </a:lnTo>
                <a:lnTo>
                  <a:pt x="5197" y="2479"/>
                </a:lnTo>
                <a:lnTo>
                  <a:pt x="5677" y="2489"/>
                </a:lnTo>
                <a:lnTo>
                  <a:pt x="6158" y="2505"/>
                </a:lnTo>
                <a:lnTo>
                  <a:pt x="6668" y="2510"/>
                </a:lnTo>
                <a:lnTo>
                  <a:pt x="7209" y="2515"/>
                </a:lnTo>
                <a:lnTo>
                  <a:pt x="8050" y="2515"/>
                </a:lnTo>
                <a:lnTo>
                  <a:pt x="8531" y="2510"/>
                </a:lnTo>
                <a:lnTo>
                  <a:pt x="8951" y="2499"/>
                </a:lnTo>
                <a:lnTo>
                  <a:pt x="9402" y="2489"/>
                </a:lnTo>
                <a:lnTo>
                  <a:pt x="9792" y="2474"/>
                </a:lnTo>
                <a:lnTo>
                  <a:pt x="10183" y="2454"/>
                </a:lnTo>
                <a:lnTo>
                  <a:pt x="10573" y="2433"/>
                </a:lnTo>
                <a:lnTo>
                  <a:pt x="10903" y="2408"/>
                </a:lnTo>
                <a:lnTo>
                  <a:pt x="11264" y="2382"/>
                </a:lnTo>
                <a:lnTo>
                  <a:pt x="11594" y="2352"/>
                </a:lnTo>
                <a:lnTo>
                  <a:pt x="11895" y="2321"/>
                </a:lnTo>
                <a:lnTo>
                  <a:pt x="12195" y="2290"/>
                </a:lnTo>
                <a:lnTo>
                  <a:pt x="12735" y="2219"/>
                </a:lnTo>
                <a:lnTo>
                  <a:pt x="13216" y="2137"/>
                </a:lnTo>
                <a:lnTo>
                  <a:pt x="13637" y="2056"/>
                </a:lnTo>
                <a:lnTo>
                  <a:pt x="14027" y="1969"/>
                </a:lnTo>
                <a:lnTo>
                  <a:pt x="14357" y="1877"/>
                </a:lnTo>
                <a:lnTo>
                  <a:pt x="14628" y="1785"/>
                </a:lnTo>
                <a:lnTo>
                  <a:pt x="14838" y="1694"/>
                </a:lnTo>
                <a:lnTo>
                  <a:pt x="15018" y="1607"/>
                </a:lnTo>
                <a:lnTo>
                  <a:pt x="15168" y="1515"/>
                </a:lnTo>
                <a:lnTo>
                  <a:pt x="15258" y="1433"/>
                </a:lnTo>
                <a:lnTo>
                  <a:pt x="14658" y="1362"/>
                </a:lnTo>
                <a:lnTo>
                  <a:pt x="14057" y="1291"/>
                </a:lnTo>
                <a:lnTo>
                  <a:pt x="13516" y="1214"/>
                </a:lnTo>
                <a:lnTo>
                  <a:pt x="12976" y="1138"/>
                </a:lnTo>
                <a:lnTo>
                  <a:pt x="12435" y="1056"/>
                </a:lnTo>
                <a:lnTo>
                  <a:pt x="11955" y="974"/>
                </a:lnTo>
                <a:lnTo>
                  <a:pt x="11474" y="888"/>
                </a:lnTo>
                <a:lnTo>
                  <a:pt x="10993" y="801"/>
                </a:lnTo>
                <a:lnTo>
                  <a:pt x="10543" y="709"/>
                </a:lnTo>
                <a:lnTo>
                  <a:pt x="10122" y="612"/>
                </a:lnTo>
                <a:lnTo>
                  <a:pt x="9702" y="515"/>
                </a:lnTo>
                <a:lnTo>
                  <a:pt x="9312" y="418"/>
                </a:lnTo>
                <a:lnTo>
                  <a:pt x="8951" y="316"/>
                </a:lnTo>
                <a:lnTo>
                  <a:pt x="8591" y="214"/>
                </a:lnTo>
                <a:lnTo>
                  <a:pt x="8260" y="107"/>
                </a:lnTo>
                <a:lnTo>
                  <a:pt x="7930" y="0"/>
                </a:lnTo>
                <a:close/>
              </a:path>
            </a:pathLst>
          </a:custGeom>
          <a:solidFill>
            <a:srgbClr val="00B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9"/>
          <p:cNvSpPr/>
          <p:nvPr/>
        </p:nvSpPr>
        <p:spPr>
          <a:xfrm flipH="1">
            <a:off x="3085609" y="4189242"/>
            <a:ext cx="327876" cy="375138"/>
          </a:xfrm>
          <a:custGeom>
            <a:avLst/>
            <a:gdLst/>
            <a:ahLst/>
            <a:cxnLst/>
            <a:rect l="l" t="t" r="r" b="b"/>
            <a:pathLst>
              <a:path w="7390" h="1434" extrusionOk="0">
                <a:moveTo>
                  <a:pt x="1" y="0"/>
                </a:moveTo>
                <a:lnTo>
                  <a:pt x="331" y="107"/>
                </a:lnTo>
                <a:lnTo>
                  <a:pt x="662" y="214"/>
                </a:lnTo>
                <a:lnTo>
                  <a:pt x="1022" y="316"/>
                </a:lnTo>
                <a:lnTo>
                  <a:pt x="1383" y="418"/>
                </a:lnTo>
                <a:lnTo>
                  <a:pt x="1773" y="515"/>
                </a:lnTo>
                <a:lnTo>
                  <a:pt x="2193" y="612"/>
                </a:lnTo>
                <a:lnTo>
                  <a:pt x="2614" y="709"/>
                </a:lnTo>
                <a:lnTo>
                  <a:pt x="3064" y="801"/>
                </a:lnTo>
                <a:lnTo>
                  <a:pt x="3545" y="888"/>
                </a:lnTo>
                <a:lnTo>
                  <a:pt x="4026" y="974"/>
                </a:lnTo>
                <a:lnTo>
                  <a:pt x="4506" y="1056"/>
                </a:lnTo>
                <a:lnTo>
                  <a:pt x="5047" y="1138"/>
                </a:lnTo>
                <a:lnTo>
                  <a:pt x="5587" y="1214"/>
                </a:lnTo>
                <a:lnTo>
                  <a:pt x="6128" y="1291"/>
                </a:lnTo>
                <a:lnTo>
                  <a:pt x="6729" y="1362"/>
                </a:lnTo>
                <a:lnTo>
                  <a:pt x="7329" y="1433"/>
                </a:lnTo>
                <a:lnTo>
                  <a:pt x="7359" y="1367"/>
                </a:lnTo>
                <a:lnTo>
                  <a:pt x="7389" y="1306"/>
                </a:lnTo>
                <a:lnTo>
                  <a:pt x="7359" y="1224"/>
                </a:lnTo>
                <a:lnTo>
                  <a:pt x="7359" y="1138"/>
                </a:lnTo>
                <a:lnTo>
                  <a:pt x="7299" y="1041"/>
                </a:lnTo>
                <a:lnTo>
                  <a:pt x="7179" y="939"/>
                </a:lnTo>
                <a:lnTo>
                  <a:pt x="7059" y="837"/>
                </a:lnTo>
                <a:lnTo>
                  <a:pt x="6849" y="730"/>
                </a:lnTo>
                <a:lnTo>
                  <a:pt x="6579" y="622"/>
                </a:lnTo>
                <a:lnTo>
                  <a:pt x="6428" y="571"/>
                </a:lnTo>
                <a:lnTo>
                  <a:pt x="6248" y="520"/>
                </a:lnTo>
                <a:lnTo>
                  <a:pt x="6038" y="469"/>
                </a:lnTo>
                <a:lnTo>
                  <a:pt x="5828" y="424"/>
                </a:lnTo>
                <a:lnTo>
                  <a:pt x="5587" y="372"/>
                </a:lnTo>
                <a:lnTo>
                  <a:pt x="5317" y="332"/>
                </a:lnTo>
                <a:lnTo>
                  <a:pt x="5047" y="286"/>
                </a:lnTo>
                <a:lnTo>
                  <a:pt x="4716" y="245"/>
                </a:lnTo>
                <a:lnTo>
                  <a:pt x="4386" y="204"/>
                </a:lnTo>
                <a:lnTo>
                  <a:pt x="4026" y="168"/>
                </a:lnTo>
                <a:lnTo>
                  <a:pt x="3635" y="138"/>
                </a:lnTo>
                <a:lnTo>
                  <a:pt x="3215" y="107"/>
                </a:lnTo>
                <a:lnTo>
                  <a:pt x="2764" y="77"/>
                </a:lnTo>
                <a:lnTo>
                  <a:pt x="2284" y="56"/>
                </a:lnTo>
                <a:lnTo>
                  <a:pt x="1773" y="36"/>
                </a:lnTo>
                <a:lnTo>
                  <a:pt x="1202" y="21"/>
                </a:lnTo>
                <a:lnTo>
                  <a:pt x="632" y="10"/>
                </a:lnTo>
                <a:lnTo>
                  <a:pt x="1" y="0"/>
                </a:lnTo>
                <a:close/>
              </a:path>
            </a:pathLst>
          </a:custGeom>
          <a:solidFill>
            <a:srgbClr val="0062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9"/>
          <p:cNvSpPr/>
          <p:nvPr/>
        </p:nvSpPr>
        <p:spPr>
          <a:xfrm flipH="1">
            <a:off x="3085609" y="4189242"/>
            <a:ext cx="327876" cy="375138"/>
          </a:xfrm>
          <a:custGeom>
            <a:avLst/>
            <a:gdLst/>
            <a:ahLst/>
            <a:cxnLst/>
            <a:rect l="l" t="t" r="r" b="b"/>
            <a:pathLst>
              <a:path w="7390" h="1434" fill="none" extrusionOk="0">
                <a:moveTo>
                  <a:pt x="1" y="0"/>
                </a:moveTo>
                <a:lnTo>
                  <a:pt x="1" y="0"/>
                </a:lnTo>
                <a:lnTo>
                  <a:pt x="632" y="10"/>
                </a:lnTo>
                <a:lnTo>
                  <a:pt x="1202" y="21"/>
                </a:lnTo>
                <a:lnTo>
                  <a:pt x="1773" y="36"/>
                </a:lnTo>
                <a:lnTo>
                  <a:pt x="2284" y="56"/>
                </a:lnTo>
                <a:lnTo>
                  <a:pt x="2764" y="77"/>
                </a:lnTo>
                <a:lnTo>
                  <a:pt x="3215" y="107"/>
                </a:lnTo>
                <a:lnTo>
                  <a:pt x="3635" y="138"/>
                </a:lnTo>
                <a:lnTo>
                  <a:pt x="4026" y="168"/>
                </a:lnTo>
                <a:lnTo>
                  <a:pt x="4386" y="204"/>
                </a:lnTo>
                <a:lnTo>
                  <a:pt x="4716" y="245"/>
                </a:lnTo>
                <a:lnTo>
                  <a:pt x="5047" y="286"/>
                </a:lnTo>
                <a:lnTo>
                  <a:pt x="5317" y="332"/>
                </a:lnTo>
                <a:lnTo>
                  <a:pt x="5587" y="372"/>
                </a:lnTo>
                <a:lnTo>
                  <a:pt x="5828" y="424"/>
                </a:lnTo>
                <a:lnTo>
                  <a:pt x="6038" y="469"/>
                </a:lnTo>
                <a:lnTo>
                  <a:pt x="6248" y="520"/>
                </a:lnTo>
                <a:lnTo>
                  <a:pt x="6428" y="571"/>
                </a:lnTo>
                <a:lnTo>
                  <a:pt x="6579" y="622"/>
                </a:lnTo>
                <a:lnTo>
                  <a:pt x="6849" y="730"/>
                </a:lnTo>
                <a:lnTo>
                  <a:pt x="7059" y="837"/>
                </a:lnTo>
                <a:lnTo>
                  <a:pt x="7179" y="939"/>
                </a:lnTo>
                <a:lnTo>
                  <a:pt x="7299" y="1041"/>
                </a:lnTo>
                <a:lnTo>
                  <a:pt x="7359" y="1138"/>
                </a:lnTo>
                <a:lnTo>
                  <a:pt x="7359" y="1224"/>
                </a:lnTo>
                <a:lnTo>
                  <a:pt x="7389" y="1306"/>
                </a:lnTo>
                <a:lnTo>
                  <a:pt x="7389" y="1306"/>
                </a:lnTo>
                <a:lnTo>
                  <a:pt x="7359" y="1367"/>
                </a:lnTo>
                <a:lnTo>
                  <a:pt x="7329" y="1433"/>
                </a:lnTo>
                <a:lnTo>
                  <a:pt x="7329" y="1433"/>
                </a:lnTo>
                <a:lnTo>
                  <a:pt x="6729" y="1362"/>
                </a:lnTo>
                <a:lnTo>
                  <a:pt x="6128" y="1291"/>
                </a:lnTo>
                <a:lnTo>
                  <a:pt x="5587" y="1214"/>
                </a:lnTo>
                <a:lnTo>
                  <a:pt x="5047" y="1138"/>
                </a:lnTo>
                <a:lnTo>
                  <a:pt x="4506" y="1056"/>
                </a:lnTo>
                <a:lnTo>
                  <a:pt x="4026" y="974"/>
                </a:lnTo>
                <a:lnTo>
                  <a:pt x="3545" y="888"/>
                </a:lnTo>
                <a:lnTo>
                  <a:pt x="3064" y="801"/>
                </a:lnTo>
                <a:lnTo>
                  <a:pt x="2614" y="709"/>
                </a:lnTo>
                <a:lnTo>
                  <a:pt x="2193" y="612"/>
                </a:lnTo>
                <a:lnTo>
                  <a:pt x="1773" y="515"/>
                </a:lnTo>
                <a:lnTo>
                  <a:pt x="1383" y="418"/>
                </a:lnTo>
                <a:lnTo>
                  <a:pt x="1022" y="316"/>
                </a:lnTo>
                <a:lnTo>
                  <a:pt x="662" y="214"/>
                </a:lnTo>
                <a:lnTo>
                  <a:pt x="331" y="107"/>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9"/>
          <p:cNvSpPr/>
          <p:nvPr/>
        </p:nvSpPr>
        <p:spPr>
          <a:xfrm flipH="1">
            <a:off x="798971" y="580975"/>
            <a:ext cx="679621" cy="655576"/>
          </a:xfrm>
          <a:custGeom>
            <a:avLst/>
            <a:gdLst/>
            <a:ahLst/>
            <a:cxnLst/>
            <a:rect l="l" t="t" r="r" b="b"/>
            <a:pathLst>
              <a:path w="15318" h="2506" extrusionOk="0">
                <a:moveTo>
                  <a:pt x="7209" y="1"/>
                </a:moveTo>
                <a:lnTo>
                  <a:pt x="6698" y="11"/>
                </a:lnTo>
                <a:lnTo>
                  <a:pt x="6217" y="21"/>
                </a:lnTo>
                <a:lnTo>
                  <a:pt x="5767" y="37"/>
                </a:lnTo>
                <a:lnTo>
                  <a:pt x="5316" y="52"/>
                </a:lnTo>
                <a:lnTo>
                  <a:pt x="4896" y="77"/>
                </a:lnTo>
                <a:lnTo>
                  <a:pt x="4505" y="103"/>
                </a:lnTo>
                <a:lnTo>
                  <a:pt x="4115" y="128"/>
                </a:lnTo>
                <a:lnTo>
                  <a:pt x="3755" y="164"/>
                </a:lnTo>
                <a:lnTo>
                  <a:pt x="3394" y="195"/>
                </a:lnTo>
                <a:lnTo>
                  <a:pt x="3094" y="231"/>
                </a:lnTo>
                <a:lnTo>
                  <a:pt x="2763" y="271"/>
                </a:lnTo>
                <a:lnTo>
                  <a:pt x="2493" y="312"/>
                </a:lnTo>
                <a:lnTo>
                  <a:pt x="2223" y="358"/>
                </a:lnTo>
                <a:lnTo>
                  <a:pt x="1953" y="399"/>
                </a:lnTo>
                <a:lnTo>
                  <a:pt x="1742" y="445"/>
                </a:lnTo>
                <a:lnTo>
                  <a:pt x="1322" y="542"/>
                </a:lnTo>
                <a:lnTo>
                  <a:pt x="961" y="644"/>
                </a:lnTo>
                <a:lnTo>
                  <a:pt x="661" y="741"/>
                </a:lnTo>
                <a:lnTo>
                  <a:pt x="421" y="843"/>
                </a:lnTo>
                <a:lnTo>
                  <a:pt x="241" y="945"/>
                </a:lnTo>
                <a:lnTo>
                  <a:pt x="120" y="1036"/>
                </a:lnTo>
                <a:lnTo>
                  <a:pt x="30" y="1128"/>
                </a:lnTo>
                <a:lnTo>
                  <a:pt x="0" y="1215"/>
                </a:lnTo>
                <a:lnTo>
                  <a:pt x="0" y="1291"/>
                </a:lnTo>
                <a:lnTo>
                  <a:pt x="871" y="1373"/>
                </a:lnTo>
                <a:lnTo>
                  <a:pt x="1742" y="1460"/>
                </a:lnTo>
                <a:lnTo>
                  <a:pt x="2583" y="1552"/>
                </a:lnTo>
                <a:lnTo>
                  <a:pt x="3394" y="1643"/>
                </a:lnTo>
                <a:lnTo>
                  <a:pt x="4205" y="1740"/>
                </a:lnTo>
                <a:lnTo>
                  <a:pt x="4986" y="1837"/>
                </a:lnTo>
                <a:lnTo>
                  <a:pt x="5767" y="1939"/>
                </a:lnTo>
                <a:lnTo>
                  <a:pt x="6488" y="2046"/>
                </a:lnTo>
                <a:lnTo>
                  <a:pt x="7179" y="2153"/>
                </a:lnTo>
                <a:lnTo>
                  <a:pt x="7839" y="2266"/>
                </a:lnTo>
                <a:lnTo>
                  <a:pt x="8470" y="2383"/>
                </a:lnTo>
                <a:lnTo>
                  <a:pt x="9041" y="2505"/>
                </a:lnTo>
                <a:lnTo>
                  <a:pt x="9581" y="2495"/>
                </a:lnTo>
                <a:lnTo>
                  <a:pt x="10062" y="2480"/>
                </a:lnTo>
                <a:lnTo>
                  <a:pt x="10542" y="2459"/>
                </a:lnTo>
                <a:lnTo>
                  <a:pt x="10963" y="2434"/>
                </a:lnTo>
                <a:lnTo>
                  <a:pt x="11383" y="2408"/>
                </a:lnTo>
                <a:lnTo>
                  <a:pt x="11774" y="2378"/>
                </a:lnTo>
                <a:lnTo>
                  <a:pt x="12134" y="2342"/>
                </a:lnTo>
                <a:lnTo>
                  <a:pt x="12495" y="2301"/>
                </a:lnTo>
                <a:lnTo>
                  <a:pt x="12795" y="2261"/>
                </a:lnTo>
                <a:lnTo>
                  <a:pt x="13095" y="2220"/>
                </a:lnTo>
                <a:lnTo>
                  <a:pt x="13366" y="2174"/>
                </a:lnTo>
                <a:lnTo>
                  <a:pt x="13606" y="2128"/>
                </a:lnTo>
                <a:lnTo>
                  <a:pt x="13846" y="2077"/>
                </a:lnTo>
                <a:lnTo>
                  <a:pt x="14057" y="2026"/>
                </a:lnTo>
                <a:lnTo>
                  <a:pt x="14237" y="1975"/>
                </a:lnTo>
                <a:lnTo>
                  <a:pt x="14417" y="1924"/>
                </a:lnTo>
                <a:lnTo>
                  <a:pt x="14717" y="1812"/>
                </a:lnTo>
                <a:lnTo>
                  <a:pt x="14928" y="1699"/>
                </a:lnTo>
                <a:lnTo>
                  <a:pt x="15108" y="1587"/>
                </a:lnTo>
                <a:lnTo>
                  <a:pt x="15228" y="1480"/>
                </a:lnTo>
                <a:lnTo>
                  <a:pt x="15288" y="1373"/>
                </a:lnTo>
                <a:lnTo>
                  <a:pt x="15318" y="1271"/>
                </a:lnTo>
                <a:lnTo>
                  <a:pt x="15318" y="1179"/>
                </a:lnTo>
                <a:lnTo>
                  <a:pt x="15288" y="1093"/>
                </a:lnTo>
                <a:lnTo>
                  <a:pt x="15198" y="1006"/>
                </a:lnTo>
                <a:lnTo>
                  <a:pt x="15138" y="914"/>
                </a:lnTo>
                <a:lnTo>
                  <a:pt x="15018" y="822"/>
                </a:lnTo>
                <a:lnTo>
                  <a:pt x="14867" y="730"/>
                </a:lnTo>
                <a:lnTo>
                  <a:pt x="14687" y="644"/>
                </a:lnTo>
                <a:lnTo>
                  <a:pt x="14447" y="552"/>
                </a:lnTo>
                <a:lnTo>
                  <a:pt x="14177" y="470"/>
                </a:lnTo>
                <a:lnTo>
                  <a:pt x="13816" y="389"/>
                </a:lnTo>
                <a:lnTo>
                  <a:pt x="13636" y="348"/>
                </a:lnTo>
                <a:lnTo>
                  <a:pt x="13396" y="312"/>
                </a:lnTo>
                <a:lnTo>
                  <a:pt x="13186" y="276"/>
                </a:lnTo>
                <a:lnTo>
                  <a:pt x="12915" y="241"/>
                </a:lnTo>
                <a:lnTo>
                  <a:pt x="12645" y="210"/>
                </a:lnTo>
                <a:lnTo>
                  <a:pt x="12345" y="179"/>
                </a:lnTo>
                <a:lnTo>
                  <a:pt x="12044" y="149"/>
                </a:lnTo>
                <a:lnTo>
                  <a:pt x="11714" y="123"/>
                </a:lnTo>
                <a:lnTo>
                  <a:pt x="11353" y="98"/>
                </a:lnTo>
                <a:lnTo>
                  <a:pt x="10963" y="77"/>
                </a:lnTo>
                <a:lnTo>
                  <a:pt x="10542" y="57"/>
                </a:lnTo>
                <a:lnTo>
                  <a:pt x="10092" y="42"/>
                </a:lnTo>
                <a:lnTo>
                  <a:pt x="9641" y="26"/>
                </a:lnTo>
                <a:lnTo>
                  <a:pt x="9161" y="16"/>
                </a:lnTo>
                <a:lnTo>
                  <a:pt x="8620" y="6"/>
                </a:lnTo>
                <a:lnTo>
                  <a:pt x="8080"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9"/>
          <p:cNvSpPr/>
          <p:nvPr/>
        </p:nvSpPr>
        <p:spPr>
          <a:xfrm flipH="1">
            <a:off x="798971" y="580975"/>
            <a:ext cx="679621" cy="655576"/>
          </a:xfrm>
          <a:custGeom>
            <a:avLst/>
            <a:gdLst/>
            <a:ahLst/>
            <a:cxnLst/>
            <a:rect l="l" t="t" r="r" b="b"/>
            <a:pathLst>
              <a:path w="15318" h="2506" fill="none" extrusionOk="0">
                <a:moveTo>
                  <a:pt x="7719" y="1"/>
                </a:moveTo>
                <a:lnTo>
                  <a:pt x="7719" y="1"/>
                </a:lnTo>
                <a:lnTo>
                  <a:pt x="8080" y="1"/>
                </a:lnTo>
                <a:lnTo>
                  <a:pt x="8080" y="1"/>
                </a:lnTo>
                <a:lnTo>
                  <a:pt x="8620" y="6"/>
                </a:lnTo>
                <a:lnTo>
                  <a:pt x="9161" y="16"/>
                </a:lnTo>
                <a:lnTo>
                  <a:pt x="9641" y="26"/>
                </a:lnTo>
                <a:lnTo>
                  <a:pt x="10092" y="42"/>
                </a:lnTo>
                <a:lnTo>
                  <a:pt x="10542" y="57"/>
                </a:lnTo>
                <a:lnTo>
                  <a:pt x="10963" y="77"/>
                </a:lnTo>
                <a:lnTo>
                  <a:pt x="11353" y="98"/>
                </a:lnTo>
                <a:lnTo>
                  <a:pt x="11714" y="123"/>
                </a:lnTo>
                <a:lnTo>
                  <a:pt x="12044" y="149"/>
                </a:lnTo>
                <a:lnTo>
                  <a:pt x="12345" y="179"/>
                </a:lnTo>
                <a:lnTo>
                  <a:pt x="12645" y="210"/>
                </a:lnTo>
                <a:lnTo>
                  <a:pt x="12915" y="241"/>
                </a:lnTo>
                <a:lnTo>
                  <a:pt x="13186" y="276"/>
                </a:lnTo>
                <a:lnTo>
                  <a:pt x="13396" y="312"/>
                </a:lnTo>
                <a:lnTo>
                  <a:pt x="13636" y="348"/>
                </a:lnTo>
                <a:lnTo>
                  <a:pt x="13816" y="389"/>
                </a:lnTo>
                <a:lnTo>
                  <a:pt x="14177" y="470"/>
                </a:lnTo>
                <a:lnTo>
                  <a:pt x="14447" y="552"/>
                </a:lnTo>
                <a:lnTo>
                  <a:pt x="14687" y="644"/>
                </a:lnTo>
                <a:lnTo>
                  <a:pt x="14867" y="730"/>
                </a:lnTo>
                <a:lnTo>
                  <a:pt x="15018" y="822"/>
                </a:lnTo>
                <a:lnTo>
                  <a:pt x="15138" y="914"/>
                </a:lnTo>
                <a:lnTo>
                  <a:pt x="15198" y="1006"/>
                </a:lnTo>
                <a:lnTo>
                  <a:pt x="15288" y="1093"/>
                </a:lnTo>
                <a:lnTo>
                  <a:pt x="15288" y="1093"/>
                </a:lnTo>
                <a:lnTo>
                  <a:pt x="15318" y="1179"/>
                </a:lnTo>
                <a:lnTo>
                  <a:pt x="15318" y="1271"/>
                </a:lnTo>
                <a:lnTo>
                  <a:pt x="15288" y="1373"/>
                </a:lnTo>
                <a:lnTo>
                  <a:pt x="15228" y="1480"/>
                </a:lnTo>
                <a:lnTo>
                  <a:pt x="15108" y="1587"/>
                </a:lnTo>
                <a:lnTo>
                  <a:pt x="14928" y="1699"/>
                </a:lnTo>
                <a:lnTo>
                  <a:pt x="14717" y="1812"/>
                </a:lnTo>
                <a:lnTo>
                  <a:pt x="14417" y="1924"/>
                </a:lnTo>
                <a:lnTo>
                  <a:pt x="14237" y="1975"/>
                </a:lnTo>
                <a:lnTo>
                  <a:pt x="14057" y="2026"/>
                </a:lnTo>
                <a:lnTo>
                  <a:pt x="13846" y="2077"/>
                </a:lnTo>
                <a:lnTo>
                  <a:pt x="13606" y="2128"/>
                </a:lnTo>
                <a:lnTo>
                  <a:pt x="13366" y="2174"/>
                </a:lnTo>
                <a:lnTo>
                  <a:pt x="13095" y="2220"/>
                </a:lnTo>
                <a:lnTo>
                  <a:pt x="12795" y="2261"/>
                </a:lnTo>
                <a:lnTo>
                  <a:pt x="12495" y="2301"/>
                </a:lnTo>
                <a:lnTo>
                  <a:pt x="12134" y="2342"/>
                </a:lnTo>
                <a:lnTo>
                  <a:pt x="11774" y="2378"/>
                </a:lnTo>
                <a:lnTo>
                  <a:pt x="11383" y="2408"/>
                </a:lnTo>
                <a:lnTo>
                  <a:pt x="10963" y="2434"/>
                </a:lnTo>
                <a:lnTo>
                  <a:pt x="10542" y="2459"/>
                </a:lnTo>
                <a:lnTo>
                  <a:pt x="10062" y="2480"/>
                </a:lnTo>
                <a:lnTo>
                  <a:pt x="9581" y="2495"/>
                </a:lnTo>
                <a:lnTo>
                  <a:pt x="9041" y="2505"/>
                </a:lnTo>
                <a:lnTo>
                  <a:pt x="9041" y="2505"/>
                </a:lnTo>
                <a:lnTo>
                  <a:pt x="8470" y="2383"/>
                </a:lnTo>
                <a:lnTo>
                  <a:pt x="7839" y="2266"/>
                </a:lnTo>
                <a:lnTo>
                  <a:pt x="7179" y="2153"/>
                </a:lnTo>
                <a:lnTo>
                  <a:pt x="6488" y="2046"/>
                </a:lnTo>
                <a:lnTo>
                  <a:pt x="6488" y="2046"/>
                </a:lnTo>
                <a:lnTo>
                  <a:pt x="5767" y="1939"/>
                </a:lnTo>
                <a:lnTo>
                  <a:pt x="4986" y="1837"/>
                </a:lnTo>
                <a:lnTo>
                  <a:pt x="4205" y="1740"/>
                </a:lnTo>
                <a:lnTo>
                  <a:pt x="3394" y="1643"/>
                </a:lnTo>
                <a:lnTo>
                  <a:pt x="2583" y="1552"/>
                </a:lnTo>
                <a:lnTo>
                  <a:pt x="1742" y="1460"/>
                </a:lnTo>
                <a:lnTo>
                  <a:pt x="871" y="1373"/>
                </a:lnTo>
                <a:lnTo>
                  <a:pt x="0" y="1291"/>
                </a:lnTo>
                <a:lnTo>
                  <a:pt x="0" y="1291"/>
                </a:lnTo>
                <a:lnTo>
                  <a:pt x="0" y="1215"/>
                </a:lnTo>
                <a:lnTo>
                  <a:pt x="0" y="1215"/>
                </a:lnTo>
                <a:lnTo>
                  <a:pt x="30" y="1128"/>
                </a:lnTo>
                <a:lnTo>
                  <a:pt x="120" y="1036"/>
                </a:lnTo>
                <a:lnTo>
                  <a:pt x="241" y="945"/>
                </a:lnTo>
                <a:lnTo>
                  <a:pt x="421" y="843"/>
                </a:lnTo>
                <a:lnTo>
                  <a:pt x="661" y="741"/>
                </a:lnTo>
                <a:lnTo>
                  <a:pt x="961" y="644"/>
                </a:lnTo>
                <a:lnTo>
                  <a:pt x="1322" y="542"/>
                </a:lnTo>
                <a:lnTo>
                  <a:pt x="1742" y="445"/>
                </a:lnTo>
                <a:lnTo>
                  <a:pt x="1953" y="399"/>
                </a:lnTo>
                <a:lnTo>
                  <a:pt x="2223" y="358"/>
                </a:lnTo>
                <a:lnTo>
                  <a:pt x="2493" y="312"/>
                </a:lnTo>
                <a:lnTo>
                  <a:pt x="2763" y="271"/>
                </a:lnTo>
                <a:lnTo>
                  <a:pt x="3094" y="231"/>
                </a:lnTo>
                <a:lnTo>
                  <a:pt x="3394" y="195"/>
                </a:lnTo>
                <a:lnTo>
                  <a:pt x="3755" y="164"/>
                </a:lnTo>
                <a:lnTo>
                  <a:pt x="4115" y="128"/>
                </a:lnTo>
                <a:lnTo>
                  <a:pt x="4505" y="103"/>
                </a:lnTo>
                <a:lnTo>
                  <a:pt x="4896" y="77"/>
                </a:lnTo>
                <a:lnTo>
                  <a:pt x="5316" y="52"/>
                </a:lnTo>
                <a:lnTo>
                  <a:pt x="5767" y="37"/>
                </a:lnTo>
                <a:lnTo>
                  <a:pt x="6217" y="21"/>
                </a:lnTo>
                <a:lnTo>
                  <a:pt x="6698" y="11"/>
                </a:lnTo>
                <a:lnTo>
                  <a:pt x="7209" y="1"/>
                </a:lnTo>
                <a:lnTo>
                  <a:pt x="771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9"/>
          <p:cNvSpPr/>
          <p:nvPr/>
        </p:nvSpPr>
        <p:spPr>
          <a:xfrm flipH="1">
            <a:off x="1077466" y="918702"/>
            <a:ext cx="401127" cy="320463"/>
          </a:xfrm>
          <a:custGeom>
            <a:avLst/>
            <a:gdLst/>
            <a:ahLst/>
            <a:cxnLst/>
            <a:rect l="l" t="t" r="r" b="b"/>
            <a:pathLst>
              <a:path w="9041" h="1225" extrusionOk="0">
                <a:moveTo>
                  <a:pt x="0" y="0"/>
                </a:moveTo>
                <a:lnTo>
                  <a:pt x="30" y="82"/>
                </a:lnTo>
                <a:lnTo>
                  <a:pt x="90" y="174"/>
                </a:lnTo>
                <a:lnTo>
                  <a:pt x="180" y="271"/>
                </a:lnTo>
                <a:lnTo>
                  <a:pt x="301" y="368"/>
                </a:lnTo>
                <a:lnTo>
                  <a:pt x="481" y="470"/>
                </a:lnTo>
                <a:lnTo>
                  <a:pt x="721" y="567"/>
                </a:lnTo>
                <a:lnTo>
                  <a:pt x="991" y="669"/>
                </a:lnTo>
                <a:lnTo>
                  <a:pt x="1172" y="715"/>
                </a:lnTo>
                <a:lnTo>
                  <a:pt x="1352" y="766"/>
                </a:lnTo>
                <a:lnTo>
                  <a:pt x="1562" y="811"/>
                </a:lnTo>
                <a:lnTo>
                  <a:pt x="1802" y="852"/>
                </a:lnTo>
                <a:lnTo>
                  <a:pt x="2073" y="898"/>
                </a:lnTo>
                <a:lnTo>
                  <a:pt x="2343" y="939"/>
                </a:lnTo>
                <a:lnTo>
                  <a:pt x="2613" y="980"/>
                </a:lnTo>
                <a:lnTo>
                  <a:pt x="2944" y="1015"/>
                </a:lnTo>
                <a:lnTo>
                  <a:pt x="3304" y="1051"/>
                </a:lnTo>
                <a:lnTo>
                  <a:pt x="3665" y="1082"/>
                </a:lnTo>
                <a:lnTo>
                  <a:pt x="4055" y="1112"/>
                </a:lnTo>
                <a:lnTo>
                  <a:pt x="4475" y="1138"/>
                </a:lnTo>
                <a:lnTo>
                  <a:pt x="4926" y="1163"/>
                </a:lnTo>
                <a:lnTo>
                  <a:pt x="5407" y="1184"/>
                </a:lnTo>
                <a:lnTo>
                  <a:pt x="5917" y="1199"/>
                </a:lnTo>
                <a:lnTo>
                  <a:pt x="6458" y="1214"/>
                </a:lnTo>
                <a:lnTo>
                  <a:pt x="7028" y="1219"/>
                </a:lnTo>
                <a:lnTo>
                  <a:pt x="7629" y="1225"/>
                </a:lnTo>
                <a:lnTo>
                  <a:pt x="8500" y="1225"/>
                </a:lnTo>
                <a:lnTo>
                  <a:pt x="9041" y="1214"/>
                </a:lnTo>
                <a:lnTo>
                  <a:pt x="8470" y="1092"/>
                </a:lnTo>
                <a:lnTo>
                  <a:pt x="7839" y="975"/>
                </a:lnTo>
                <a:lnTo>
                  <a:pt x="7179" y="862"/>
                </a:lnTo>
                <a:lnTo>
                  <a:pt x="6488" y="755"/>
                </a:lnTo>
                <a:lnTo>
                  <a:pt x="5767" y="648"/>
                </a:lnTo>
                <a:lnTo>
                  <a:pt x="4986" y="546"/>
                </a:lnTo>
                <a:lnTo>
                  <a:pt x="4205" y="449"/>
                </a:lnTo>
                <a:lnTo>
                  <a:pt x="3394" y="352"/>
                </a:lnTo>
                <a:lnTo>
                  <a:pt x="2583" y="261"/>
                </a:lnTo>
                <a:lnTo>
                  <a:pt x="1742" y="169"/>
                </a:lnTo>
                <a:lnTo>
                  <a:pt x="871" y="82"/>
                </a:lnTo>
                <a:lnTo>
                  <a:pt x="0" y="0"/>
                </a:lnTo>
                <a:close/>
              </a:path>
            </a:pathLst>
          </a:custGeom>
          <a:solidFill>
            <a:srgbClr val="006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9"/>
          <p:cNvSpPr/>
          <p:nvPr/>
        </p:nvSpPr>
        <p:spPr>
          <a:xfrm flipH="1">
            <a:off x="1077466" y="918702"/>
            <a:ext cx="401127" cy="320463"/>
          </a:xfrm>
          <a:custGeom>
            <a:avLst/>
            <a:gdLst/>
            <a:ahLst/>
            <a:cxnLst/>
            <a:rect l="l" t="t" r="r" b="b"/>
            <a:pathLst>
              <a:path w="9041" h="1225" fill="none" extrusionOk="0">
                <a:moveTo>
                  <a:pt x="0" y="0"/>
                </a:moveTo>
                <a:lnTo>
                  <a:pt x="0" y="0"/>
                </a:lnTo>
                <a:lnTo>
                  <a:pt x="871" y="82"/>
                </a:lnTo>
                <a:lnTo>
                  <a:pt x="1742" y="169"/>
                </a:lnTo>
                <a:lnTo>
                  <a:pt x="2583" y="261"/>
                </a:lnTo>
                <a:lnTo>
                  <a:pt x="3394" y="352"/>
                </a:lnTo>
                <a:lnTo>
                  <a:pt x="4205" y="449"/>
                </a:lnTo>
                <a:lnTo>
                  <a:pt x="4986" y="546"/>
                </a:lnTo>
                <a:lnTo>
                  <a:pt x="5767" y="648"/>
                </a:lnTo>
                <a:lnTo>
                  <a:pt x="6488" y="755"/>
                </a:lnTo>
                <a:lnTo>
                  <a:pt x="6488" y="755"/>
                </a:lnTo>
                <a:lnTo>
                  <a:pt x="7179" y="862"/>
                </a:lnTo>
                <a:lnTo>
                  <a:pt x="7839" y="975"/>
                </a:lnTo>
                <a:lnTo>
                  <a:pt x="8470" y="1092"/>
                </a:lnTo>
                <a:lnTo>
                  <a:pt x="9041" y="1214"/>
                </a:lnTo>
                <a:lnTo>
                  <a:pt x="9041" y="1214"/>
                </a:lnTo>
                <a:lnTo>
                  <a:pt x="8500" y="1225"/>
                </a:lnTo>
                <a:lnTo>
                  <a:pt x="7929" y="1225"/>
                </a:lnTo>
                <a:lnTo>
                  <a:pt x="7929" y="1225"/>
                </a:lnTo>
                <a:lnTo>
                  <a:pt x="7629" y="1225"/>
                </a:lnTo>
                <a:lnTo>
                  <a:pt x="7629" y="1225"/>
                </a:lnTo>
                <a:lnTo>
                  <a:pt x="7028" y="1219"/>
                </a:lnTo>
                <a:lnTo>
                  <a:pt x="6458" y="1214"/>
                </a:lnTo>
                <a:lnTo>
                  <a:pt x="5917" y="1199"/>
                </a:lnTo>
                <a:lnTo>
                  <a:pt x="5407" y="1184"/>
                </a:lnTo>
                <a:lnTo>
                  <a:pt x="4926" y="1163"/>
                </a:lnTo>
                <a:lnTo>
                  <a:pt x="4475" y="1138"/>
                </a:lnTo>
                <a:lnTo>
                  <a:pt x="4055" y="1112"/>
                </a:lnTo>
                <a:lnTo>
                  <a:pt x="3665" y="1082"/>
                </a:lnTo>
                <a:lnTo>
                  <a:pt x="3304" y="1051"/>
                </a:lnTo>
                <a:lnTo>
                  <a:pt x="2944" y="1015"/>
                </a:lnTo>
                <a:lnTo>
                  <a:pt x="2613" y="980"/>
                </a:lnTo>
                <a:lnTo>
                  <a:pt x="2343" y="939"/>
                </a:lnTo>
                <a:lnTo>
                  <a:pt x="2073" y="898"/>
                </a:lnTo>
                <a:lnTo>
                  <a:pt x="1802" y="852"/>
                </a:lnTo>
                <a:lnTo>
                  <a:pt x="1562" y="811"/>
                </a:lnTo>
                <a:lnTo>
                  <a:pt x="1352" y="766"/>
                </a:lnTo>
                <a:lnTo>
                  <a:pt x="1172" y="715"/>
                </a:lnTo>
                <a:lnTo>
                  <a:pt x="991" y="669"/>
                </a:lnTo>
                <a:lnTo>
                  <a:pt x="721" y="567"/>
                </a:lnTo>
                <a:lnTo>
                  <a:pt x="481" y="470"/>
                </a:lnTo>
                <a:lnTo>
                  <a:pt x="301" y="368"/>
                </a:lnTo>
                <a:lnTo>
                  <a:pt x="180" y="271"/>
                </a:lnTo>
                <a:lnTo>
                  <a:pt x="90" y="174"/>
                </a:lnTo>
                <a:lnTo>
                  <a:pt x="30" y="82"/>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9"/>
          <p:cNvSpPr txBox="1">
            <a:spLocks noGrp="1"/>
          </p:cNvSpPr>
          <p:nvPr>
            <p:ph type="title"/>
          </p:nvPr>
        </p:nvSpPr>
        <p:spPr>
          <a:xfrm>
            <a:off x="1240425" y="1538275"/>
            <a:ext cx="2012100" cy="20664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321" name="Google Shape;321;p29"/>
          <p:cNvSpPr txBox="1">
            <a:spLocks noGrp="1"/>
          </p:cNvSpPr>
          <p:nvPr>
            <p:ph type="title" idx="2"/>
          </p:nvPr>
        </p:nvSpPr>
        <p:spPr>
          <a:xfrm>
            <a:off x="1240425" y="3849950"/>
            <a:ext cx="20121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322" name="Google Shape;322;p29"/>
          <p:cNvSpPr txBox="1">
            <a:spLocks noGrp="1"/>
          </p:cNvSpPr>
          <p:nvPr>
            <p:ph type="title" idx="3"/>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323" name="Google Shape;323;p29"/>
          <p:cNvSpPr txBox="1">
            <a:spLocks noGrp="1"/>
          </p:cNvSpPr>
          <p:nvPr>
            <p:ph type="subTitle" idx="4"/>
          </p:nvPr>
        </p:nvSpPr>
        <p:spPr>
          <a:xfrm>
            <a:off x="4114800" y="2057400"/>
            <a:ext cx="4572000" cy="25362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324" name="Google Shape;324;p29"/>
          <p:cNvSpPr txBox="1">
            <a:spLocks noGrp="1"/>
          </p:cNvSpPr>
          <p:nvPr>
            <p:ph type="subTitle" idx="5"/>
          </p:nvPr>
        </p:nvSpPr>
        <p:spPr>
          <a:xfrm>
            <a:off x="4114800" y="951675"/>
            <a:ext cx="3687000" cy="155100"/>
          </a:xfrm>
          <a:prstGeom prst="rect">
            <a:avLst/>
          </a:prstGeom>
        </p:spPr>
        <p:txBody>
          <a:bodyPr spcFirstLastPara="1" wrap="square" lIns="0" tIns="0" rIns="0" bIns="0" anchor="t" anchorCtr="0">
            <a:noAutofit/>
          </a:bodyPr>
          <a:lstStyle>
            <a:lvl1pPr lvl="0" rtl="0">
              <a:spcBef>
                <a:spcPts val="0"/>
              </a:spcBef>
              <a:spcAft>
                <a:spcPts val="0"/>
              </a:spcAft>
              <a:buClr>
                <a:srgbClr val="1CBDEF"/>
              </a:buClr>
              <a:buSzPts val="1400"/>
              <a:buFont typeface="Lato Black"/>
              <a:buNone/>
              <a:defRPr sz="1400">
                <a:solidFill>
                  <a:srgbClr val="1CBDEF"/>
                </a:solidFill>
                <a:latin typeface="Lato Black"/>
                <a:ea typeface="Lato Black"/>
                <a:cs typeface="Lato Black"/>
                <a:sym typeface="Lato Black"/>
              </a:defRPr>
            </a:lvl1pPr>
            <a:lvl2pPr lvl="1"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2pPr>
            <a:lvl3pPr lvl="2"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3pPr>
            <a:lvl4pPr lvl="3"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4pPr>
            <a:lvl5pPr lvl="4"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5pPr>
            <a:lvl6pPr lvl="5"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6pPr>
            <a:lvl7pPr lvl="6"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7pPr>
            <a:lvl8pPr lvl="7"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8pPr>
            <a:lvl9pPr lvl="8" rtl="0">
              <a:spcBef>
                <a:spcPts val="1600"/>
              </a:spcBef>
              <a:spcAft>
                <a:spcPts val="1600"/>
              </a:spcAft>
              <a:buClr>
                <a:srgbClr val="1CBDEF"/>
              </a:buClr>
              <a:buSzPts val="900"/>
              <a:buFont typeface="Lato Black"/>
              <a:buNone/>
              <a:defRPr>
                <a:solidFill>
                  <a:srgbClr val="1CBDEF"/>
                </a:solidFill>
                <a:latin typeface="Lato Black"/>
                <a:ea typeface="Lato Black"/>
                <a:cs typeface="Lato Black"/>
                <a:sym typeface="Lato Black"/>
              </a:defRPr>
            </a:lvl9pPr>
          </a:lstStyle>
          <a:p>
            <a:endParaRPr/>
          </a:p>
        </p:txBody>
      </p:sp>
      <p:sp>
        <p:nvSpPr>
          <p:cNvPr id="325" name="Google Shape;325;p29"/>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ue - Quote Left 1">
  <p:cSld name="CUSTOM_1_1_3">
    <p:spTree>
      <p:nvGrpSpPr>
        <p:cNvPr id="1" name="Shape 326"/>
        <p:cNvGrpSpPr/>
        <p:nvPr/>
      </p:nvGrpSpPr>
      <p:grpSpPr>
        <a:xfrm>
          <a:off x="0" y="0"/>
          <a:ext cx="0" cy="0"/>
          <a:chOff x="0" y="0"/>
          <a:chExt cx="0" cy="0"/>
        </a:xfrm>
      </p:grpSpPr>
      <p:sp>
        <p:nvSpPr>
          <p:cNvPr id="327" name="Google Shape;327;p30"/>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0"/>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0"/>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330" name="Google Shape;330;p30"/>
          <p:cNvSpPr/>
          <p:nvPr/>
        </p:nvSpPr>
        <p:spPr>
          <a:xfrm flipH="1">
            <a:off x="826903" y="697126"/>
            <a:ext cx="2706506" cy="4170205"/>
          </a:xfrm>
          <a:custGeom>
            <a:avLst/>
            <a:gdLst/>
            <a:ahLst/>
            <a:cxnLst/>
            <a:rect l="l" t="t" r="r" b="b"/>
            <a:pathLst>
              <a:path w="61002" h="15941" extrusionOk="0">
                <a:moveTo>
                  <a:pt x="27543" y="1"/>
                </a:moveTo>
                <a:lnTo>
                  <a:pt x="26251" y="6"/>
                </a:lnTo>
                <a:lnTo>
                  <a:pt x="24960" y="21"/>
                </a:lnTo>
                <a:lnTo>
                  <a:pt x="23668" y="42"/>
                </a:lnTo>
                <a:lnTo>
                  <a:pt x="22377" y="72"/>
                </a:lnTo>
                <a:lnTo>
                  <a:pt x="21115" y="113"/>
                </a:lnTo>
                <a:lnTo>
                  <a:pt x="19854" y="159"/>
                </a:lnTo>
                <a:lnTo>
                  <a:pt x="18622" y="220"/>
                </a:lnTo>
                <a:lnTo>
                  <a:pt x="17391" y="286"/>
                </a:lnTo>
                <a:lnTo>
                  <a:pt x="16189" y="368"/>
                </a:lnTo>
                <a:lnTo>
                  <a:pt x="14988" y="455"/>
                </a:lnTo>
                <a:lnTo>
                  <a:pt x="13817" y="557"/>
                </a:lnTo>
                <a:lnTo>
                  <a:pt x="12675" y="669"/>
                </a:lnTo>
                <a:lnTo>
                  <a:pt x="11564" y="786"/>
                </a:lnTo>
                <a:lnTo>
                  <a:pt x="10453" y="919"/>
                </a:lnTo>
                <a:lnTo>
                  <a:pt x="9402" y="1062"/>
                </a:lnTo>
                <a:lnTo>
                  <a:pt x="8350" y="1215"/>
                </a:lnTo>
                <a:lnTo>
                  <a:pt x="7960" y="1281"/>
                </a:lnTo>
                <a:lnTo>
                  <a:pt x="7570" y="1352"/>
                </a:lnTo>
                <a:lnTo>
                  <a:pt x="7209" y="1424"/>
                </a:lnTo>
                <a:lnTo>
                  <a:pt x="6819" y="1500"/>
                </a:lnTo>
                <a:lnTo>
                  <a:pt x="6458" y="1582"/>
                </a:lnTo>
                <a:lnTo>
                  <a:pt x="6098" y="1664"/>
                </a:lnTo>
                <a:lnTo>
                  <a:pt x="5377" y="1842"/>
                </a:lnTo>
                <a:lnTo>
                  <a:pt x="4716" y="2031"/>
                </a:lnTo>
                <a:lnTo>
                  <a:pt x="4055" y="2235"/>
                </a:lnTo>
                <a:lnTo>
                  <a:pt x="3455" y="2449"/>
                </a:lnTo>
                <a:lnTo>
                  <a:pt x="2884" y="2673"/>
                </a:lnTo>
                <a:lnTo>
                  <a:pt x="2344" y="2913"/>
                </a:lnTo>
                <a:lnTo>
                  <a:pt x="1863" y="3153"/>
                </a:lnTo>
                <a:lnTo>
                  <a:pt x="1442" y="3408"/>
                </a:lnTo>
                <a:lnTo>
                  <a:pt x="1052" y="3663"/>
                </a:lnTo>
                <a:lnTo>
                  <a:pt x="692" y="3928"/>
                </a:lnTo>
                <a:lnTo>
                  <a:pt x="391" y="4199"/>
                </a:lnTo>
                <a:lnTo>
                  <a:pt x="181" y="4469"/>
                </a:lnTo>
                <a:lnTo>
                  <a:pt x="1" y="4749"/>
                </a:lnTo>
                <a:lnTo>
                  <a:pt x="1" y="6065"/>
                </a:lnTo>
                <a:lnTo>
                  <a:pt x="1" y="10345"/>
                </a:lnTo>
                <a:lnTo>
                  <a:pt x="1" y="11686"/>
                </a:lnTo>
                <a:lnTo>
                  <a:pt x="151" y="11906"/>
                </a:lnTo>
                <a:lnTo>
                  <a:pt x="361" y="12125"/>
                </a:lnTo>
                <a:lnTo>
                  <a:pt x="632" y="12339"/>
                </a:lnTo>
                <a:lnTo>
                  <a:pt x="932" y="12548"/>
                </a:lnTo>
                <a:lnTo>
                  <a:pt x="1292" y="12757"/>
                </a:lnTo>
                <a:lnTo>
                  <a:pt x="1713" y="12961"/>
                </a:lnTo>
                <a:lnTo>
                  <a:pt x="2193" y="13160"/>
                </a:lnTo>
                <a:lnTo>
                  <a:pt x="2704" y="13349"/>
                </a:lnTo>
                <a:lnTo>
                  <a:pt x="3335" y="13359"/>
                </a:lnTo>
                <a:lnTo>
                  <a:pt x="3905" y="13370"/>
                </a:lnTo>
                <a:lnTo>
                  <a:pt x="4476" y="13385"/>
                </a:lnTo>
                <a:lnTo>
                  <a:pt x="4987" y="13405"/>
                </a:lnTo>
                <a:lnTo>
                  <a:pt x="5467" y="13426"/>
                </a:lnTo>
                <a:lnTo>
                  <a:pt x="5918" y="13456"/>
                </a:lnTo>
                <a:lnTo>
                  <a:pt x="6338" y="13487"/>
                </a:lnTo>
                <a:lnTo>
                  <a:pt x="6729" y="13517"/>
                </a:lnTo>
                <a:lnTo>
                  <a:pt x="7089" y="13553"/>
                </a:lnTo>
                <a:lnTo>
                  <a:pt x="7419" y="13594"/>
                </a:lnTo>
                <a:lnTo>
                  <a:pt x="7750" y="13635"/>
                </a:lnTo>
                <a:lnTo>
                  <a:pt x="8020" y="13681"/>
                </a:lnTo>
                <a:lnTo>
                  <a:pt x="8290" y="13721"/>
                </a:lnTo>
                <a:lnTo>
                  <a:pt x="8531" y="13773"/>
                </a:lnTo>
                <a:lnTo>
                  <a:pt x="8741" y="13818"/>
                </a:lnTo>
                <a:lnTo>
                  <a:pt x="8951" y="13869"/>
                </a:lnTo>
                <a:lnTo>
                  <a:pt x="9131" y="13920"/>
                </a:lnTo>
                <a:lnTo>
                  <a:pt x="9282" y="13971"/>
                </a:lnTo>
                <a:lnTo>
                  <a:pt x="9552" y="14079"/>
                </a:lnTo>
                <a:lnTo>
                  <a:pt x="9762" y="14186"/>
                </a:lnTo>
                <a:lnTo>
                  <a:pt x="9882" y="14288"/>
                </a:lnTo>
                <a:lnTo>
                  <a:pt x="10002" y="14390"/>
                </a:lnTo>
                <a:lnTo>
                  <a:pt x="10062" y="14487"/>
                </a:lnTo>
                <a:lnTo>
                  <a:pt x="10062" y="14573"/>
                </a:lnTo>
                <a:lnTo>
                  <a:pt x="10092" y="14655"/>
                </a:lnTo>
                <a:lnTo>
                  <a:pt x="10062" y="14716"/>
                </a:lnTo>
                <a:lnTo>
                  <a:pt x="10032" y="14782"/>
                </a:lnTo>
                <a:lnTo>
                  <a:pt x="10633" y="14849"/>
                </a:lnTo>
                <a:lnTo>
                  <a:pt x="11264" y="14910"/>
                </a:lnTo>
                <a:lnTo>
                  <a:pt x="12645" y="15037"/>
                </a:lnTo>
                <a:lnTo>
                  <a:pt x="14057" y="15155"/>
                </a:lnTo>
                <a:lnTo>
                  <a:pt x="15439" y="15267"/>
                </a:lnTo>
                <a:lnTo>
                  <a:pt x="16820" y="15369"/>
                </a:lnTo>
                <a:lnTo>
                  <a:pt x="18172" y="15461"/>
                </a:lnTo>
                <a:lnTo>
                  <a:pt x="19523" y="15548"/>
                </a:lnTo>
                <a:lnTo>
                  <a:pt x="20875" y="15624"/>
                </a:lnTo>
                <a:lnTo>
                  <a:pt x="22196" y="15690"/>
                </a:lnTo>
                <a:lnTo>
                  <a:pt x="23518" y="15752"/>
                </a:lnTo>
                <a:lnTo>
                  <a:pt x="24839" y="15803"/>
                </a:lnTo>
                <a:lnTo>
                  <a:pt x="26131" y="15843"/>
                </a:lnTo>
                <a:lnTo>
                  <a:pt x="27392" y="15879"/>
                </a:lnTo>
                <a:lnTo>
                  <a:pt x="28654" y="15905"/>
                </a:lnTo>
                <a:lnTo>
                  <a:pt x="29915" y="15925"/>
                </a:lnTo>
                <a:lnTo>
                  <a:pt x="31147" y="15935"/>
                </a:lnTo>
                <a:lnTo>
                  <a:pt x="32378" y="15940"/>
                </a:lnTo>
                <a:lnTo>
                  <a:pt x="33189" y="15940"/>
                </a:lnTo>
                <a:lnTo>
                  <a:pt x="34000" y="15935"/>
                </a:lnTo>
                <a:lnTo>
                  <a:pt x="34781" y="15925"/>
                </a:lnTo>
                <a:lnTo>
                  <a:pt x="35562" y="15915"/>
                </a:lnTo>
                <a:lnTo>
                  <a:pt x="36343" y="15899"/>
                </a:lnTo>
                <a:lnTo>
                  <a:pt x="37124" y="15879"/>
                </a:lnTo>
                <a:lnTo>
                  <a:pt x="37905" y="15859"/>
                </a:lnTo>
                <a:lnTo>
                  <a:pt x="38655" y="15833"/>
                </a:lnTo>
                <a:lnTo>
                  <a:pt x="39406" y="15808"/>
                </a:lnTo>
                <a:lnTo>
                  <a:pt x="40127" y="15772"/>
                </a:lnTo>
                <a:lnTo>
                  <a:pt x="40878" y="15741"/>
                </a:lnTo>
                <a:lnTo>
                  <a:pt x="41599" y="15701"/>
                </a:lnTo>
                <a:lnTo>
                  <a:pt x="42320" y="15660"/>
                </a:lnTo>
                <a:lnTo>
                  <a:pt x="43010" y="15619"/>
                </a:lnTo>
                <a:lnTo>
                  <a:pt x="43701" y="15568"/>
                </a:lnTo>
                <a:lnTo>
                  <a:pt x="44392" y="15522"/>
                </a:lnTo>
                <a:lnTo>
                  <a:pt x="45083" y="15466"/>
                </a:lnTo>
                <a:lnTo>
                  <a:pt x="45744" y="15410"/>
                </a:lnTo>
                <a:lnTo>
                  <a:pt x="46404" y="15354"/>
                </a:lnTo>
                <a:lnTo>
                  <a:pt x="47065" y="15287"/>
                </a:lnTo>
                <a:lnTo>
                  <a:pt x="47696" y="15226"/>
                </a:lnTo>
                <a:lnTo>
                  <a:pt x="48327" y="15155"/>
                </a:lnTo>
                <a:lnTo>
                  <a:pt x="48957" y="15088"/>
                </a:lnTo>
                <a:lnTo>
                  <a:pt x="49558" y="15012"/>
                </a:lnTo>
                <a:lnTo>
                  <a:pt x="50189" y="14935"/>
                </a:lnTo>
                <a:lnTo>
                  <a:pt x="50759" y="14854"/>
                </a:lnTo>
                <a:lnTo>
                  <a:pt x="51360" y="14772"/>
                </a:lnTo>
                <a:lnTo>
                  <a:pt x="51931" y="14691"/>
                </a:lnTo>
                <a:lnTo>
                  <a:pt x="52471" y="14604"/>
                </a:lnTo>
                <a:lnTo>
                  <a:pt x="53042" y="14512"/>
                </a:lnTo>
                <a:lnTo>
                  <a:pt x="53583" y="14420"/>
                </a:lnTo>
                <a:lnTo>
                  <a:pt x="54093" y="14323"/>
                </a:lnTo>
                <a:lnTo>
                  <a:pt x="54484" y="14247"/>
                </a:lnTo>
                <a:lnTo>
                  <a:pt x="54844" y="14170"/>
                </a:lnTo>
                <a:lnTo>
                  <a:pt x="55205" y="14084"/>
                </a:lnTo>
                <a:lnTo>
                  <a:pt x="55565" y="13997"/>
                </a:lnTo>
                <a:lnTo>
                  <a:pt x="55895" y="13905"/>
                </a:lnTo>
                <a:lnTo>
                  <a:pt x="56226" y="13803"/>
                </a:lnTo>
                <a:lnTo>
                  <a:pt x="56556" y="13701"/>
                </a:lnTo>
                <a:lnTo>
                  <a:pt x="56886" y="13594"/>
                </a:lnTo>
                <a:lnTo>
                  <a:pt x="57187" y="13482"/>
                </a:lnTo>
                <a:lnTo>
                  <a:pt x="57487" y="13364"/>
                </a:lnTo>
                <a:lnTo>
                  <a:pt x="58058" y="13125"/>
                </a:lnTo>
                <a:lnTo>
                  <a:pt x="58598" y="12870"/>
                </a:lnTo>
                <a:lnTo>
                  <a:pt x="59079" y="12599"/>
                </a:lnTo>
                <a:lnTo>
                  <a:pt x="59500" y="12324"/>
                </a:lnTo>
                <a:lnTo>
                  <a:pt x="59890" y="12033"/>
                </a:lnTo>
                <a:lnTo>
                  <a:pt x="60220" y="11737"/>
                </a:lnTo>
                <a:lnTo>
                  <a:pt x="60491" y="11436"/>
                </a:lnTo>
                <a:lnTo>
                  <a:pt x="60701" y="11130"/>
                </a:lnTo>
                <a:lnTo>
                  <a:pt x="60851" y="10819"/>
                </a:lnTo>
                <a:lnTo>
                  <a:pt x="60971" y="10508"/>
                </a:lnTo>
                <a:lnTo>
                  <a:pt x="61001" y="10197"/>
                </a:lnTo>
                <a:lnTo>
                  <a:pt x="61001" y="5560"/>
                </a:lnTo>
                <a:lnTo>
                  <a:pt x="60971" y="5321"/>
                </a:lnTo>
                <a:lnTo>
                  <a:pt x="60911" y="5081"/>
                </a:lnTo>
                <a:lnTo>
                  <a:pt x="60821" y="4841"/>
                </a:lnTo>
                <a:lnTo>
                  <a:pt x="60671" y="4602"/>
                </a:lnTo>
                <a:lnTo>
                  <a:pt x="60491" y="4362"/>
                </a:lnTo>
                <a:lnTo>
                  <a:pt x="60280" y="4127"/>
                </a:lnTo>
                <a:lnTo>
                  <a:pt x="60010" y="3898"/>
                </a:lnTo>
                <a:lnTo>
                  <a:pt x="59680" y="3668"/>
                </a:lnTo>
                <a:lnTo>
                  <a:pt x="59319" y="3444"/>
                </a:lnTo>
                <a:lnTo>
                  <a:pt x="58899" y="3224"/>
                </a:lnTo>
                <a:lnTo>
                  <a:pt x="58448" y="3015"/>
                </a:lnTo>
                <a:lnTo>
                  <a:pt x="57938" y="2806"/>
                </a:lnTo>
                <a:lnTo>
                  <a:pt x="57367" y="2607"/>
                </a:lnTo>
                <a:lnTo>
                  <a:pt x="56766" y="2418"/>
                </a:lnTo>
                <a:lnTo>
                  <a:pt x="56436" y="2327"/>
                </a:lnTo>
                <a:lnTo>
                  <a:pt x="56076" y="2235"/>
                </a:lnTo>
                <a:lnTo>
                  <a:pt x="55715" y="2148"/>
                </a:lnTo>
                <a:lnTo>
                  <a:pt x="55355" y="2061"/>
                </a:lnTo>
                <a:lnTo>
                  <a:pt x="54814" y="2072"/>
                </a:lnTo>
                <a:lnTo>
                  <a:pt x="53943" y="2072"/>
                </a:lnTo>
                <a:lnTo>
                  <a:pt x="53342" y="2066"/>
                </a:lnTo>
                <a:lnTo>
                  <a:pt x="52772" y="2061"/>
                </a:lnTo>
                <a:lnTo>
                  <a:pt x="52231" y="2046"/>
                </a:lnTo>
                <a:lnTo>
                  <a:pt x="51721" y="2031"/>
                </a:lnTo>
                <a:lnTo>
                  <a:pt x="51240" y="2010"/>
                </a:lnTo>
                <a:lnTo>
                  <a:pt x="50789" y="1985"/>
                </a:lnTo>
                <a:lnTo>
                  <a:pt x="50369" y="1959"/>
                </a:lnTo>
                <a:lnTo>
                  <a:pt x="49979" y="1929"/>
                </a:lnTo>
                <a:lnTo>
                  <a:pt x="49618" y="1898"/>
                </a:lnTo>
                <a:lnTo>
                  <a:pt x="49258" y="1862"/>
                </a:lnTo>
                <a:lnTo>
                  <a:pt x="48927" y="1827"/>
                </a:lnTo>
                <a:lnTo>
                  <a:pt x="48657" y="1786"/>
                </a:lnTo>
                <a:lnTo>
                  <a:pt x="48387" y="1745"/>
                </a:lnTo>
                <a:lnTo>
                  <a:pt x="48116" y="1699"/>
                </a:lnTo>
                <a:lnTo>
                  <a:pt x="47876" y="1658"/>
                </a:lnTo>
                <a:lnTo>
                  <a:pt x="47666" y="1613"/>
                </a:lnTo>
                <a:lnTo>
                  <a:pt x="47486" y="1562"/>
                </a:lnTo>
                <a:lnTo>
                  <a:pt x="47305" y="1516"/>
                </a:lnTo>
                <a:lnTo>
                  <a:pt x="47035" y="1414"/>
                </a:lnTo>
                <a:lnTo>
                  <a:pt x="46795" y="1317"/>
                </a:lnTo>
                <a:lnTo>
                  <a:pt x="46615" y="1215"/>
                </a:lnTo>
                <a:lnTo>
                  <a:pt x="46494" y="1118"/>
                </a:lnTo>
                <a:lnTo>
                  <a:pt x="46404" y="1021"/>
                </a:lnTo>
                <a:lnTo>
                  <a:pt x="46344" y="929"/>
                </a:lnTo>
                <a:lnTo>
                  <a:pt x="46314" y="847"/>
                </a:lnTo>
                <a:lnTo>
                  <a:pt x="45263" y="751"/>
                </a:lnTo>
                <a:lnTo>
                  <a:pt x="44152" y="659"/>
                </a:lnTo>
                <a:lnTo>
                  <a:pt x="43041" y="572"/>
                </a:lnTo>
                <a:lnTo>
                  <a:pt x="41929" y="490"/>
                </a:lnTo>
                <a:lnTo>
                  <a:pt x="40788" y="419"/>
                </a:lnTo>
                <a:lnTo>
                  <a:pt x="39617" y="348"/>
                </a:lnTo>
                <a:lnTo>
                  <a:pt x="38445" y="286"/>
                </a:lnTo>
                <a:lnTo>
                  <a:pt x="37244" y="225"/>
                </a:lnTo>
                <a:lnTo>
                  <a:pt x="36072" y="174"/>
                </a:lnTo>
                <a:lnTo>
                  <a:pt x="34871" y="128"/>
                </a:lnTo>
                <a:lnTo>
                  <a:pt x="33640" y="93"/>
                </a:lnTo>
                <a:lnTo>
                  <a:pt x="32438" y="62"/>
                </a:lnTo>
                <a:lnTo>
                  <a:pt x="31207" y="36"/>
                </a:lnTo>
                <a:lnTo>
                  <a:pt x="29975" y="16"/>
                </a:lnTo>
                <a:lnTo>
                  <a:pt x="28774" y="6"/>
                </a:lnTo>
                <a:lnTo>
                  <a:pt x="27543" y="1"/>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0"/>
          <p:cNvSpPr/>
          <p:nvPr/>
        </p:nvSpPr>
        <p:spPr>
          <a:xfrm flipH="1">
            <a:off x="826903" y="697126"/>
            <a:ext cx="2706506" cy="4170205"/>
          </a:xfrm>
          <a:custGeom>
            <a:avLst/>
            <a:gdLst/>
            <a:ahLst/>
            <a:cxnLst/>
            <a:rect l="l" t="t" r="r" b="b"/>
            <a:pathLst>
              <a:path w="61002" h="15941" fill="none" extrusionOk="0">
                <a:moveTo>
                  <a:pt x="27543" y="1"/>
                </a:moveTo>
                <a:lnTo>
                  <a:pt x="27543" y="1"/>
                </a:lnTo>
                <a:lnTo>
                  <a:pt x="28774" y="6"/>
                </a:lnTo>
                <a:lnTo>
                  <a:pt x="29975" y="16"/>
                </a:lnTo>
                <a:lnTo>
                  <a:pt x="31207" y="36"/>
                </a:lnTo>
                <a:lnTo>
                  <a:pt x="32438" y="62"/>
                </a:lnTo>
                <a:lnTo>
                  <a:pt x="33640" y="93"/>
                </a:lnTo>
                <a:lnTo>
                  <a:pt x="34871" y="128"/>
                </a:lnTo>
                <a:lnTo>
                  <a:pt x="36072" y="174"/>
                </a:lnTo>
                <a:lnTo>
                  <a:pt x="37244" y="225"/>
                </a:lnTo>
                <a:lnTo>
                  <a:pt x="38445" y="286"/>
                </a:lnTo>
                <a:lnTo>
                  <a:pt x="39617" y="348"/>
                </a:lnTo>
                <a:lnTo>
                  <a:pt x="40788" y="419"/>
                </a:lnTo>
                <a:lnTo>
                  <a:pt x="41929" y="490"/>
                </a:lnTo>
                <a:lnTo>
                  <a:pt x="43041" y="572"/>
                </a:lnTo>
                <a:lnTo>
                  <a:pt x="44152" y="659"/>
                </a:lnTo>
                <a:lnTo>
                  <a:pt x="45263" y="751"/>
                </a:lnTo>
                <a:lnTo>
                  <a:pt x="46314" y="847"/>
                </a:lnTo>
                <a:lnTo>
                  <a:pt x="46314" y="847"/>
                </a:lnTo>
                <a:lnTo>
                  <a:pt x="46344" y="929"/>
                </a:lnTo>
                <a:lnTo>
                  <a:pt x="46404" y="1021"/>
                </a:lnTo>
                <a:lnTo>
                  <a:pt x="46494" y="1118"/>
                </a:lnTo>
                <a:lnTo>
                  <a:pt x="46615" y="1215"/>
                </a:lnTo>
                <a:lnTo>
                  <a:pt x="46795" y="1317"/>
                </a:lnTo>
                <a:lnTo>
                  <a:pt x="47035" y="1414"/>
                </a:lnTo>
                <a:lnTo>
                  <a:pt x="47305" y="1516"/>
                </a:lnTo>
                <a:lnTo>
                  <a:pt x="47486" y="1562"/>
                </a:lnTo>
                <a:lnTo>
                  <a:pt x="47666" y="1613"/>
                </a:lnTo>
                <a:lnTo>
                  <a:pt x="47876" y="1658"/>
                </a:lnTo>
                <a:lnTo>
                  <a:pt x="48116" y="1699"/>
                </a:lnTo>
                <a:lnTo>
                  <a:pt x="48387" y="1745"/>
                </a:lnTo>
                <a:lnTo>
                  <a:pt x="48657" y="1786"/>
                </a:lnTo>
                <a:lnTo>
                  <a:pt x="48927" y="1827"/>
                </a:lnTo>
                <a:lnTo>
                  <a:pt x="49258" y="1862"/>
                </a:lnTo>
                <a:lnTo>
                  <a:pt x="49618" y="1898"/>
                </a:lnTo>
                <a:lnTo>
                  <a:pt x="49979" y="1929"/>
                </a:lnTo>
                <a:lnTo>
                  <a:pt x="50369" y="1959"/>
                </a:lnTo>
                <a:lnTo>
                  <a:pt x="50789" y="1985"/>
                </a:lnTo>
                <a:lnTo>
                  <a:pt x="51240" y="2010"/>
                </a:lnTo>
                <a:lnTo>
                  <a:pt x="51721" y="2031"/>
                </a:lnTo>
                <a:lnTo>
                  <a:pt x="52231" y="2046"/>
                </a:lnTo>
                <a:lnTo>
                  <a:pt x="52772" y="2061"/>
                </a:lnTo>
                <a:lnTo>
                  <a:pt x="53342" y="2066"/>
                </a:lnTo>
                <a:lnTo>
                  <a:pt x="53943" y="2072"/>
                </a:lnTo>
                <a:lnTo>
                  <a:pt x="53943" y="2072"/>
                </a:lnTo>
                <a:lnTo>
                  <a:pt x="54243" y="2072"/>
                </a:lnTo>
                <a:lnTo>
                  <a:pt x="54243" y="2072"/>
                </a:lnTo>
                <a:lnTo>
                  <a:pt x="54814" y="2072"/>
                </a:lnTo>
                <a:lnTo>
                  <a:pt x="55355" y="2061"/>
                </a:lnTo>
                <a:lnTo>
                  <a:pt x="55355" y="2061"/>
                </a:lnTo>
                <a:lnTo>
                  <a:pt x="55715" y="2148"/>
                </a:lnTo>
                <a:lnTo>
                  <a:pt x="56076" y="2235"/>
                </a:lnTo>
                <a:lnTo>
                  <a:pt x="56436" y="2327"/>
                </a:lnTo>
                <a:lnTo>
                  <a:pt x="56766" y="2418"/>
                </a:lnTo>
                <a:lnTo>
                  <a:pt x="57367" y="2607"/>
                </a:lnTo>
                <a:lnTo>
                  <a:pt x="57938" y="2806"/>
                </a:lnTo>
                <a:lnTo>
                  <a:pt x="58448" y="3015"/>
                </a:lnTo>
                <a:lnTo>
                  <a:pt x="58899" y="3224"/>
                </a:lnTo>
                <a:lnTo>
                  <a:pt x="59319" y="3444"/>
                </a:lnTo>
                <a:lnTo>
                  <a:pt x="59680" y="3668"/>
                </a:lnTo>
                <a:lnTo>
                  <a:pt x="60010" y="3898"/>
                </a:lnTo>
                <a:lnTo>
                  <a:pt x="60280" y="4127"/>
                </a:lnTo>
                <a:lnTo>
                  <a:pt x="60491" y="4362"/>
                </a:lnTo>
                <a:lnTo>
                  <a:pt x="60671" y="4602"/>
                </a:lnTo>
                <a:lnTo>
                  <a:pt x="60821" y="4841"/>
                </a:lnTo>
                <a:lnTo>
                  <a:pt x="60911" y="5081"/>
                </a:lnTo>
                <a:lnTo>
                  <a:pt x="60971" y="5321"/>
                </a:lnTo>
                <a:lnTo>
                  <a:pt x="61001" y="5560"/>
                </a:lnTo>
                <a:lnTo>
                  <a:pt x="61001" y="10197"/>
                </a:lnTo>
                <a:lnTo>
                  <a:pt x="61001" y="10197"/>
                </a:lnTo>
                <a:lnTo>
                  <a:pt x="60971" y="10508"/>
                </a:lnTo>
                <a:lnTo>
                  <a:pt x="60851" y="10819"/>
                </a:lnTo>
                <a:lnTo>
                  <a:pt x="60701" y="11130"/>
                </a:lnTo>
                <a:lnTo>
                  <a:pt x="60491" y="11436"/>
                </a:lnTo>
                <a:lnTo>
                  <a:pt x="60220" y="11737"/>
                </a:lnTo>
                <a:lnTo>
                  <a:pt x="59890" y="12033"/>
                </a:lnTo>
                <a:lnTo>
                  <a:pt x="59500" y="12324"/>
                </a:lnTo>
                <a:lnTo>
                  <a:pt x="59079" y="12599"/>
                </a:lnTo>
                <a:lnTo>
                  <a:pt x="58598" y="12870"/>
                </a:lnTo>
                <a:lnTo>
                  <a:pt x="58058" y="13125"/>
                </a:lnTo>
                <a:lnTo>
                  <a:pt x="57487" y="13364"/>
                </a:lnTo>
                <a:lnTo>
                  <a:pt x="57187" y="13482"/>
                </a:lnTo>
                <a:lnTo>
                  <a:pt x="56886" y="13594"/>
                </a:lnTo>
                <a:lnTo>
                  <a:pt x="56556" y="13701"/>
                </a:lnTo>
                <a:lnTo>
                  <a:pt x="56226" y="13803"/>
                </a:lnTo>
                <a:lnTo>
                  <a:pt x="55895" y="13905"/>
                </a:lnTo>
                <a:lnTo>
                  <a:pt x="55565" y="13997"/>
                </a:lnTo>
                <a:lnTo>
                  <a:pt x="55205" y="14084"/>
                </a:lnTo>
                <a:lnTo>
                  <a:pt x="54844" y="14170"/>
                </a:lnTo>
                <a:lnTo>
                  <a:pt x="54484" y="14247"/>
                </a:lnTo>
                <a:lnTo>
                  <a:pt x="54093" y="14323"/>
                </a:lnTo>
                <a:lnTo>
                  <a:pt x="54093" y="14323"/>
                </a:lnTo>
                <a:lnTo>
                  <a:pt x="53583" y="14420"/>
                </a:lnTo>
                <a:lnTo>
                  <a:pt x="53042" y="14512"/>
                </a:lnTo>
                <a:lnTo>
                  <a:pt x="52471" y="14604"/>
                </a:lnTo>
                <a:lnTo>
                  <a:pt x="51931" y="14691"/>
                </a:lnTo>
                <a:lnTo>
                  <a:pt x="51360" y="14772"/>
                </a:lnTo>
                <a:lnTo>
                  <a:pt x="50759" y="14854"/>
                </a:lnTo>
                <a:lnTo>
                  <a:pt x="50189" y="14935"/>
                </a:lnTo>
                <a:lnTo>
                  <a:pt x="49558" y="15012"/>
                </a:lnTo>
                <a:lnTo>
                  <a:pt x="48957" y="15088"/>
                </a:lnTo>
                <a:lnTo>
                  <a:pt x="48327" y="15155"/>
                </a:lnTo>
                <a:lnTo>
                  <a:pt x="47696" y="15226"/>
                </a:lnTo>
                <a:lnTo>
                  <a:pt x="47065" y="15287"/>
                </a:lnTo>
                <a:lnTo>
                  <a:pt x="46404" y="15354"/>
                </a:lnTo>
                <a:lnTo>
                  <a:pt x="45744" y="15410"/>
                </a:lnTo>
                <a:lnTo>
                  <a:pt x="45083" y="15466"/>
                </a:lnTo>
                <a:lnTo>
                  <a:pt x="44392" y="15522"/>
                </a:lnTo>
                <a:lnTo>
                  <a:pt x="43701" y="15568"/>
                </a:lnTo>
                <a:lnTo>
                  <a:pt x="43010" y="15619"/>
                </a:lnTo>
                <a:lnTo>
                  <a:pt x="42320" y="15660"/>
                </a:lnTo>
                <a:lnTo>
                  <a:pt x="41599" y="15701"/>
                </a:lnTo>
                <a:lnTo>
                  <a:pt x="40878" y="15741"/>
                </a:lnTo>
                <a:lnTo>
                  <a:pt x="40127" y="15772"/>
                </a:lnTo>
                <a:lnTo>
                  <a:pt x="39406" y="15808"/>
                </a:lnTo>
                <a:lnTo>
                  <a:pt x="38655" y="15833"/>
                </a:lnTo>
                <a:lnTo>
                  <a:pt x="37905" y="15859"/>
                </a:lnTo>
                <a:lnTo>
                  <a:pt x="37124" y="15879"/>
                </a:lnTo>
                <a:lnTo>
                  <a:pt x="36343" y="15899"/>
                </a:lnTo>
                <a:lnTo>
                  <a:pt x="35562" y="15915"/>
                </a:lnTo>
                <a:lnTo>
                  <a:pt x="34781" y="15925"/>
                </a:lnTo>
                <a:lnTo>
                  <a:pt x="34000" y="15935"/>
                </a:lnTo>
                <a:lnTo>
                  <a:pt x="33189" y="15940"/>
                </a:lnTo>
                <a:lnTo>
                  <a:pt x="32378" y="15940"/>
                </a:lnTo>
                <a:lnTo>
                  <a:pt x="32378" y="15940"/>
                </a:lnTo>
                <a:lnTo>
                  <a:pt x="31147" y="15935"/>
                </a:lnTo>
                <a:lnTo>
                  <a:pt x="29915" y="15925"/>
                </a:lnTo>
                <a:lnTo>
                  <a:pt x="28654" y="15905"/>
                </a:lnTo>
                <a:lnTo>
                  <a:pt x="27392" y="15879"/>
                </a:lnTo>
                <a:lnTo>
                  <a:pt x="26131" y="15843"/>
                </a:lnTo>
                <a:lnTo>
                  <a:pt x="24839" y="15803"/>
                </a:lnTo>
                <a:lnTo>
                  <a:pt x="23518" y="15752"/>
                </a:lnTo>
                <a:lnTo>
                  <a:pt x="22196" y="15690"/>
                </a:lnTo>
                <a:lnTo>
                  <a:pt x="20875" y="15624"/>
                </a:lnTo>
                <a:lnTo>
                  <a:pt x="19523" y="15548"/>
                </a:lnTo>
                <a:lnTo>
                  <a:pt x="18172" y="15461"/>
                </a:lnTo>
                <a:lnTo>
                  <a:pt x="16820" y="15369"/>
                </a:lnTo>
                <a:lnTo>
                  <a:pt x="15439" y="15267"/>
                </a:lnTo>
                <a:lnTo>
                  <a:pt x="14057" y="15155"/>
                </a:lnTo>
                <a:lnTo>
                  <a:pt x="12645" y="15037"/>
                </a:lnTo>
                <a:lnTo>
                  <a:pt x="11264" y="14910"/>
                </a:lnTo>
                <a:lnTo>
                  <a:pt x="11264" y="14910"/>
                </a:lnTo>
                <a:lnTo>
                  <a:pt x="10633" y="14849"/>
                </a:lnTo>
                <a:lnTo>
                  <a:pt x="10032" y="14782"/>
                </a:lnTo>
                <a:lnTo>
                  <a:pt x="10032" y="14782"/>
                </a:lnTo>
                <a:lnTo>
                  <a:pt x="10062" y="14716"/>
                </a:lnTo>
                <a:lnTo>
                  <a:pt x="10092" y="14655"/>
                </a:lnTo>
                <a:lnTo>
                  <a:pt x="10092" y="14655"/>
                </a:lnTo>
                <a:lnTo>
                  <a:pt x="10062" y="14573"/>
                </a:lnTo>
                <a:lnTo>
                  <a:pt x="10062" y="14487"/>
                </a:lnTo>
                <a:lnTo>
                  <a:pt x="10002" y="14390"/>
                </a:lnTo>
                <a:lnTo>
                  <a:pt x="9882" y="14288"/>
                </a:lnTo>
                <a:lnTo>
                  <a:pt x="9762" y="14186"/>
                </a:lnTo>
                <a:lnTo>
                  <a:pt x="9552" y="14079"/>
                </a:lnTo>
                <a:lnTo>
                  <a:pt x="9282" y="13971"/>
                </a:lnTo>
                <a:lnTo>
                  <a:pt x="9131" y="13920"/>
                </a:lnTo>
                <a:lnTo>
                  <a:pt x="8951" y="13869"/>
                </a:lnTo>
                <a:lnTo>
                  <a:pt x="8741" y="13818"/>
                </a:lnTo>
                <a:lnTo>
                  <a:pt x="8531" y="13773"/>
                </a:lnTo>
                <a:lnTo>
                  <a:pt x="8290" y="13721"/>
                </a:lnTo>
                <a:lnTo>
                  <a:pt x="8020" y="13681"/>
                </a:lnTo>
                <a:lnTo>
                  <a:pt x="7750" y="13635"/>
                </a:lnTo>
                <a:lnTo>
                  <a:pt x="7419" y="13594"/>
                </a:lnTo>
                <a:lnTo>
                  <a:pt x="7089" y="13553"/>
                </a:lnTo>
                <a:lnTo>
                  <a:pt x="6729" y="13517"/>
                </a:lnTo>
                <a:lnTo>
                  <a:pt x="6338" y="13487"/>
                </a:lnTo>
                <a:lnTo>
                  <a:pt x="5918" y="13456"/>
                </a:lnTo>
                <a:lnTo>
                  <a:pt x="5467" y="13426"/>
                </a:lnTo>
                <a:lnTo>
                  <a:pt x="4987" y="13405"/>
                </a:lnTo>
                <a:lnTo>
                  <a:pt x="4476" y="13385"/>
                </a:lnTo>
                <a:lnTo>
                  <a:pt x="3905" y="13370"/>
                </a:lnTo>
                <a:lnTo>
                  <a:pt x="3335" y="13359"/>
                </a:lnTo>
                <a:lnTo>
                  <a:pt x="2704" y="13349"/>
                </a:lnTo>
                <a:lnTo>
                  <a:pt x="2704" y="13349"/>
                </a:lnTo>
                <a:lnTo>
                  <a:pt x="2193" y="13160"/>
                </a:lnTo>
                <a:lnTo>
                  <a:pt x="1713" y="12961"/>
                </a:lnTo>
                <a:lnTo>
                  <a:pt x="1292" y="12757"/>
                </a:lnTo>
                <a:lnTo>
                  <a:pt x="932" y="12548"/>
                </a:lnTo>
                <a:lnTo>
                  <a:pt x="632" y="12339"/>
                </a:lnTo>
                <a:lnTo>
                  <a:pt x="361" y="12125"/>
                </a:lnTo>
                <a:lnTo>
                  <a:pt x="151" y="11906"/>
                </a:lnTo>
                <a:lnTo>
                  <a:pt x="1" y="11686"/>
                </a:lnTo>
                <a:lnTo>
                  <a:pt x="1" y="10345"/>
                </a:lnTo>
                <a:lnTo>
                  <a:pt x="1" y="6065"/>
                </a:lnTo>
                <a:lnTo>
                  <a:pt x="1" y="4749"/>
                </a:lnTo>
                <a:lnTo>
                  <a:pt x="1" y="4749"/>
                </a:lnTo>
                <a:lnTo>
                  <a:pt x="181" y="4469"/>
                </a:lnTo>
                <a:lnTo>
                  <a:pt x="391" y="4199"/>
                </a:lnTo>
                <a:lnTo>
                  <a:pt x="692" y="3928"/>
                </a:lnTo>
                <a:lnTo>
                  <a:pt x="1052" y="3663"/>
                </a:lnTo>
                <a:lnTo>
                  <a:pt x="1442" y="3408"/>
                </a:lnTo>
                <a:lnTo>
                  <a:pt x="1863" y="3153"/>
                </a:lnTo>
                <a:lnTo>
                  <a:pt x="2344" y="2913"/>
                </a:lnTo>
                <a:lnTo>
                  <a:pt x="2884" y="2673"/>
                </a:lnTo>
                <a:lnTo>
                  <a:pt x="3455" y="2449"/>
                </a:lnTo>
                <a:lnTo>
                  <a:pt x="4055" y="2235"/>
                </a:lnTo>
                <a:lnTo>
                  <a:pt x="4716" y="2031"/>
                </a:lnTo>
                <a:lnTo>
                  <a:pt x="5377" y="1842"/>
                </a:lnTo>
                <a:lnTo>
                  <a:pt x="6098" y="1664"/>
                </a:lnTo>
                <a:lnTo>
                  <a:pt x="6458" y="1582"/>
                </a:lnTo>
                <a:lnTo>
                  <a:pt x="6819" y="1500"/>
                </a:lnTo>
                <a:lnTo>
                  <a:pt x="7209" y="1424"/>
                </a:lnTo>
                <a:lnTo>
                  <a:pt x="7570" y="1352"/>
                </a:lnTo>
                <a:lnTo>
                  <a:pt x="7960" y="1281"/>
                </a:lnTo>
                <a:lnTo>
                  <a:pt x="8350" y="1215"/>
                </a:lnTo>
                <a:lnTo>
                  <a:pt x="8350" y="1215"/>
                </a:lnTo>
                <a:lnTo>
                  <a:pt x="9402" y="1062"/>
                </a:lnTo>
                <a:lnTo>
                  <a:pt x="10453" y="919"/>
                </a:lnTo>
                <a:lnTo>
                  <a:pt x="11564" y="786"/>
                </a:lnTo>
                <a:lnTo>
                  <a:pt x="12675" y="669"/>
                </a:lnTo>
                <a:lnTo>
                  <a:pt x="13817" y="557"/>
                </a:lnTo>
                <a:lnTo>
                  <a:pt x="14988" y="455"/>
                </a:lnTo>
                <a:lnTo>
                  <a:pt x="16189" y="368"/>
                </a:lnTo>
                <a:lnTo>
                  <a:pt x="17391" y="286"/>
                </a:lnTo>
                <a:lnTo>
                  <a:pt x="18622" y="220"/>
                </a:lnTo>
                <a:lnTo>
                  <a:pt x="19854" y="159"/>
                </a:lnTo>
                <a:lnTo>
                  <a:pt x="21115" y="113"/>
                </a:lnTo>
                <a:lnTo>
                  <a:pt x="22377" y="72"/>
                </a:lnTo>
                <a:lnTo>
                  <a:pt x="23668" y="42"/>
                </a:lnTo>
                <a:lnTo>
                  <a:pt x="24960" y="21"/>
                </a:lnTo>
                <a:lnTo>
                  <a:pt x="26251" y="6"/>
                </a:lnTo>
                <a:lnTo>
                  <a:pt x="275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0"/>
          <p:cNvSpPr/>
          <p:nvPr/>
        </p:nvSpPr>
        <p:spPr>
          <a:xfrm flipH="1">
            <a:off x="3088268" y="4189242"/>
            <a:ext cx="677004" cy="657930"/>
          </a:xfrm>
          <a:custGeom>
            <a:avLst/>
            <a:gdLst/>
            <a:ahLst/>
            <a:cxnLst/>
            <a:rect l="l" t="t" r="r" b="b"/>
            <a:pathLst>
              <a:path w="15259" h="2515" extrusionOk="0">
                <a:moveTo>
                  <a:pt x="7389" y="0"/>
                </a:moveTo>
                <a:lnTo>
                  <a:pt x="6759" y="5"/>
                </a:lnTo>
                <a:lnTo>
                  <a:pt x="6188" y="10"/>
                </a:lnTo>
                <a:lnTo>
                  <a:pt x="5647" y="26"/>
                </a:lnTo>
                <a:lnTo>
                  <a:pt x="5107" y="41"/>
                </a:lnTo>
                <a:lnTo>
                  <a:pt x="4626" y="66"/>
                </a:lnTo>
                <a:lnTo>
                  <a:pt x="4176" y="92"/>
                </a:lnTo>
                <a:lnTo>
                  <a:pt x="3725" y="123"/>
                </a:lnTo>
                <a:lnTo>
                  <a:pt x="3335" y="158"/>
                </a:lnTo>
                <a:lnTo>
                  <a:pt x="2974" y="199"/>
                </a:lnTo>
                <a:lnTo>
                  <a:pt x="2614" y="240"/>
                </a:lnTo>
                <a:lnTo>
                  <a:pt x="2313" y="286"/>
                </a:lnTo>
                <a:lnTo>
                  <a:pt x="2013" y="332"/>
                </a:lnTo>
                <a:lnTo>
                  <a:pt x="1743" y="383"/>
                </a:lnTo>
                <a:lnTo>
                  <a:pt x="1503" y="434"/>
                </a:lnTo>
                <a:lnTo>
                  <a:pt x="1262" y="485"/>
                </a:lnTo>
                <a:lnTo>
                  <a:pt x="1052" y="541"/>
                </a:lnTo>
                <a:lnTo>
                  <a:pt x="872" y="597"/>
                </a:lnTo>
                <a:lnTo>
                  <a:pt x="722" y="658"/>
                </a:lnTo>
                <a:lnTo>
                  <a:pt x="571" y="714"/>
                </a:lnTo>
                <a:lnTo>
                  <a:pt x="451" y="775"/>
                </a:lnTo>
                <a:lnTo>
                  <a:pt x="241" y="893"/>
                </a:lnTo>
                <a:lnTo>
                  <a:pt x="121" y="1010"/>
                </a:lnTo>
                <a:lnTo>
                  <a:pt x="31" y="1127"/>
                </a:lnTo>
                <a:lnTo>
                  <a:pt x="1" y="1235"/>
                </a:lnTo>
                <a:lnTo>
                  <a:pt x="1" y="1337"/>
                </a:lnTo>
                <a:lnTo>
                  <a:pt x="31" y="1423"/>
                </a:lnTo>
                <a:lnTo>
                  <a:pt x="91" y="1515"/>
                </a:lnTo>
                <a:lnTo>
                  <a:pt x="181" y="1602"/>
                </a:lnTo>
                <a:lnTo>
                  <a:pt x="301" y="1694"/>
                </a:lnTo>
                <a:lnTo>
                  <a:pt x="451" y="1785"/>
                </a:lnTo>
                <a:lnTo>
                  <a:pt x="631" y="1877"/>
                </a:lnTo>
                <a:lnTo>
                  <a:pt x="872" y="1964"/>
                </a:lnTo>
                <a:lnTo>
                  <a:pt x="1142" y="2051"/>
                </a:lnTo>
                <a:lnTo>
                  <a:pt x="1503" y="2132"/>
                </a:lnTo>
                <a:lnTo>
                  <a:pt x="1683" y="2168"/>
                </a:lnTo>
                <a:lnTo>
                  <a:pt x="1893" y="2204"/>
                </a:lnTo>
                <a:lnTo>
                  <a:pt x="2133" y="2244"/>
                </a:lnTo>
                <a:lnTo>
                  <a:pt x="2404" y="2275"/>
                </a:lnTo>
                <a:lnTo>
                  <a:pt x="2674" y="2311"/>
                </a:lnTo>
                <a:lnTo>
                  <a:pt x="2944" y="2341"/>
                </a:lnTo>
                <a:lnTo>
                  <a:pt x="3275" y="2367"/>
                </a:lnTo>
                <a:lnTo>
                  <a:pt x="3605" y="2397"/>
                </a:lnTo>
                <a:lnTo>
                  <a:pt x="3965" y="2418"/>
                </a:lnTo>
                <a:lnTo>
                  <a:pt x="4356" y="2443"/>
                </a:lnTo>
                <a:lnTo>
                  <a:pt x="4776" y="2459"/>
                </a:lnTo>
                <a:lnTo>
                  <a:pt x="5197" y="2479"/>
                </a:lnTo>
                <a:lnTo>
                  <a:pt x="5677" y="2489"/>
                </a:lnTo>
                <a:lnTo>
                  <a:pt x="6158" y="2505"/>
                </a:lnTo>
                <a:lnTo>
                  <a:pt x="6668" y="2510"/>
                </a:lnTo>
                <a:lnTo>
                  <a:pt x="7209" y="2515"/>
                </a:lnTo>
                <a:lnTo>
                  <a:pt x="8050" y="2515"/>
                </a:lnTo>
                <a:lnTo>
                  <a:pt x="8531" y="2510"/>
                </a:lnTo>
                <a:lnTo>
                  <a:pt x="8951" y="2499"/>
                </a:lnTo>
                <a:lnTo>
                  <a:pt x="9402" y="2489"/>
                </a:lnTo>
                <a:lnTo>
                  <a:pt x="9792" y="2474"/>
                </a:lnTo>
                <a:lnTo>
                  <a:pt x="10183" y="2454"/>
                </a:lnTo>
                <a:lnTo>
                  <a:pt x="10573" y="2433"/>
                </a:lnTo>
                <a:lnTo>
                  <a:pt x="10903" y="2408"/>
                </a:lnTo>
                <a:lnTo>
                  <a:pt x="11264" y="2382"/>
                </a:lnTo>
                <a:lnTo>
                  <a:pt x="11594" y="2352"/>
                </a:lnTo>
                <a:lnTo>
                  <a:pt x="11895" y="2321"/>
                </a:lnTo>
                <a:lnTo>
                  <a:pt x="12195" y="2290"/>
                </a:lnTo>
                <a:lnTo>
                  <a:pt x="12735" y="2219"/>
                </a:lnTo>
                <a:lnTo>
                  <a:pt x="13216" y="2137"/>
                </a:lnTo>
                <a:lnTo>
                  <a:pt x="13637" y="2056"/>
                </a:lnTo>
                <a:lnTo>
                  <a:pt x="14027" y="1969"/>
                </a:lnTo>
                <a:lnTo>
                  <a:pt x="14357" y="1877"/>
                </a:lnTo>
                <a:lnTo>
                  <a:pt x="14628" y="1785"/>
                </a:lnTo>
                <a:lnTo>
                  <a:pt x="14838" y="1694"/>
                </a:lnTo>
                <a:lnTo>
                  <a:pt x="15018" y="1607"/>
                </a:lnTo>
                <a:lnTo>
                  <a:pt x="15168" y="1515"/>
                </a:lnTo>
                <a:lnTo>
                  <a:pt x="15258" y="1433"/>
                </a:lnTo>
                <a:lnTo>
                  <a:pt x="14658" y="1362"/>
                </a:lnTo>
                <a:lnTo>
                  <a:pt x="14057" y="1291"/>
                </a:lnTo>
                <a:lnTo>
                  <a:pt x="13516" y="1214"/>
                </a:lnTo>
                <a:lnTo>
                  <a:pt x="12976" y="1138"/>
                </a:lnTo>
                <a:lnTo>
                  <a:pt x="12435" y="1056"/>
                </a:lnTo>
                <a:lnTo>
                  <a:pt x="11955" y="974"/>
                </a:lnTo>
                <a:lnTo>
                  <a:pt x="11474" y="888"/>
                </a:lnTo>
                <a:lnTo>
                  <a:pt x="10993" y="801"/>
                </a:lnTo>
                <a:lnTo>
                  <a:pt x="10543" y="709"/>
                </a:lnTo>
                <a:lnTo>
                  <a:pt x="10122" y="612"/>
                </a:lnTo>
                <a:lnTo>
                  <a:pt x="9702" y="515"/>
                </a:lnTo>
                <a:lnTo>
                  <a:pt x="9312" y="418"/>
                </a:lnTo>
                <a:lnTo>
                  <a:pt x="8951" y="316"/>
                </a:lnTo>
                <a:lnTo>
                  <a:pt x="8591" y="214"/>
                </a:lnTo>
                <a:lnTo>
                  <a:pt x="8260" y="107"/>
                </a:lnTo>
                <a:lnTo>
                  <a:pt x="7930" y="0"/>
                </a:lnTo>
                <a:close/>
              </a:path>
            </a:pathLst>
          </a:custGeom>
          <a:solidFill>
            <a:srgbClr val="00B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0"/>
          <p:cNvSpPr/>
          <p:nvPr/>
        </p:nvSpPr>
        <p:spPr>
          <a:xfrm flipH="1">
            <a:off x="3085609" y="4189242"/>
            <a:ext cx="327876" cy="375138"/>
          </a:xfrm>
          <a:custGeom>
            <a:avLst/>
            <a:gdLst/>
            <a:ahLst/>
            <a:cxnLst/>
            <a:rect l="l" t="t" r="r" b="b"/>
            <a:pathLst>
              <a:path w="7390" h="1434" extrusionOk="0">
                <a:moveTo>
                  <a:pt x="1" y="0"/>
                </a:moveTo>
                <a:lnTo>
                  <a:pt x="331" y="107"/>
                </a:lnTo>
                <a:lnTo>
                  <a:pt x="662" y="214"/>
                </a:lnTo>
                <a:lnTo>
                  <a:pt x="1022" y="316"/>
                </a:lnTo>
                <a:lnTo>
                  <a:pt x="1383" y="418"/>
                </a:lnTo>
                <a:lnTo>
                  <a:pt x="1773" y="515"/>
                </a:lnTo>
                <a:lnTo>
                  <a:pt x="2193" y="612"/>
                </a:lnTo>
                <a:lnTo>
                  <a:pt x="2614" y="709"/>
                </a:lnTo>
                <a:lnTo>
                  <a:pt x="3064" y="801"/>
                </a:lnTo>
                <a:lnTo>
                  <a:pt x="3545" y="888"/>
                </a:lnTo>
                <a:lnTo>
                  <a:pt x="4026" y="974"/>
                </a:lnTo>
                <a:lnTo>
                  <a:pt x="4506" y="1056"/>
                </a:lnTo>
                <a:lnTo>
                  <a:pt x="5047" y="1138"/>
                </a:lnTo>
                <a:lnTo>
                  <a:pt x="5587" y="1214"/>
                </a:lnTo>
                <a:lnTo>
                  <a:pt x="6128" y="1291"/>
                </a:lnTo>
                <a:lnTo>
                  <a:pt x="6729" y="1362"/>
                </a:lnTo>
                <a:lnTo>
                  <a:pt x="7329" y="1433"/>
                </a:lnTo>
                <a:lnTo>
                  <a:pt x="7359" y="1367"/>
                </a:lnTo>
                <a:lnTo>
                  <a:pt x="7389" y="1306"/>
                </a:lnTo>
                <a:lnTo>
                  <a:pt x="7359" y="1224"/>
                </a:lnTo>
                <a:lnTo>
                  <a:pt x="7359" y="1138"/>
                </a:lnTo>
                <a:lnTo>
                  <a:pt x="7299" y="1041"/>
                </a:lnTo>
                <a:lnTo>
                  <a:pt x="7179" y="939"/>
                </a:lnTo>
                <a:lnTo>
                  <a:pt x="7059" y="837"/>
                </a:lnTo>
                <a:lnTo>
                  <a:pt x="6849" y="730"/>
                </a:lnTo>
                <a:lnTo>
                  <a:pt x="6579" y="622"/>
                </a:lnTo>
                <a:lnTo>
                  <a:pt x="6428" y="571"/>
                </a:lnTo>
                <a:lnTo>
                  <a:pt x="6248" y="520"/>
                </a:lnTo>
                <a:lnTo>
                  <a:pt x="6038" y="469"/>
                </a:lnTo>
                <a:lnTo>
                  <a:pt x="5828" y="424"/>
                </a:lnTo>
                <a:lnTo>
                  <a:pt x="5587" y="372"/>
                </a:lnTo>
                <a:lnTo>
                  <a:pt x="5317" y="332"/>
                </a:lnTo>
                <a:lnTo>
                  <a:pt x="5047" y="286"/>
                </a:lnTo>
                <a:lnTo>
                  <a:pt x="4716" y="245"/>
                </a:lnTo>
                <a:lnTo>
                  <a:pt x="4386" y="204"/>
                </a:lnTo>
                <a:lnTo>
                  <a:pt x="4026" y="168"/>
                </a:lnTo>
                <a:lnTo>
                  <a:pt x="3635" y="138"/>
                </a:lnTo>
                <a:lnTo>
                  <a:pt x="3215" y="107"/>
                </a:lnTo>
                <a:lnTo>
                  <a:pt x="2764" y="77"/>
                </a:lnTo>
                <a:lnTo>
                  <a:pt x="2284" y="56"/>
                </a:lnTo>
                <a:lnTo>
                  <a:pt x="1773" y="36"/>
                </a:lnTo>
                <a:lnTo>
                  <a:pt x="1202" y="21"/>
                </a:lnTo>
                <a:lnTo>
                  <a:pt x="632" y="10"/>
                </a:lnTo>
                <a:lnTo>
                  <a:pt x="1" y="0"/>
                </a:lnTo>
                <a:close/>
              </a:path>
            </a:pathLst>
          </a:custGeom>
          <a:solidFill>
            <a:srgbClr val="0062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0"/>
          <p:cNvSpPr/>
          <p:nvPr/>
        </p:nvSpPr>
        <p:spPr>
          <a:xfrm flipH="1">
            <a:off x="3085609" y="4189242"/>
            <a:ext cx="327876" cy="375138"/>
          </a:xfrm>
          <a:custGeom>
            <a:avLst/>
            <a:gdLst/>
            <a:ahLst/>
            <a:cxnLst/>
            <a:rect l="l" t="t" r="r" b="b"/>
            <a:pathLst>
              <a:path w="7390" h="1434" fill="none" extrusionOk="0">
                <a:moveTo>
                  <a:pt x="1" y="0"/>
                </a:moveTo>
                <a:lnTo>
                  <a:pt x="1" y="0"/>
                </a:lnTo>
                <a:lnTo>
                  <a:pt x="632" y="10"/>
                </a:lnTo>
                <a:lnTo>
                  <a:pt x="1202" y="21"/>
                </a:lnTo>
                <a:lnTo>
                  <a:pt x="1773" y="36"/>
                </a:lnTo>
                <a:lnTo>
                  <a:pt x="2284" y="56"/>
                </a:lnTo>
                <a:lnTo>
                  <a:pt x="2764" y="77"/>
                </a:lnTo>
                <a:lnTo>
                  <a:pt x="3215" y="107"/>
                </a:lnTo>
                <a:lnTo>
                  <a:pt x="3635" y="138"/>
                </a:lnTo>
                <a:lnTo>
                  <a:pt x="4026" y="168"/>
                </a:lnTo>
                <a:lnTo>
                  <a:pt x="4386" y="204"/>
                </a:lnTo>
                <a:lnTo>
                  <a:pt x="4716" y="245"/>
                </a:lnTo>
                <a:lnTo>
                  <a:pt x="5047" y="286"/>
                </a:lnTo>
                <a:lnTo>
                  <a:pt x="5317" y="332"/>
                </a:lnTo>
                <a:lnTo>
                  <a:pt x="5587" y="372"/>
                </a:lnTo>
                <a:lnTo>
                  <a:pt x="5828" y="424"/>
                </a:lnTo>
                <a:lnTo>
                  <a:pt x="6038" y="469"/>
                </a:lnTo>
                <a:lnTo>
                  <a:pt x="6248" y="520"/>
                </a:lnTo>
                <a:lnTo>
                  <a:pt x="6428" y="571"/>
                </a:lnTo>
                <a:lnTo>
                  <a:pt x="6579" y="622"/>
                </a:lnTo>
                <a:lnTo>
                  <a:pt x="6849" y="730"/>
                </a:lnTo>
                <a:lnTo>
                  <a:pt x="7059" y="837"/>
                </a:lnTo>
                <a:lnTo>
                  <a:pt x="7179" y="939"/>
                </a:lnTo>
                <a:lnTo>
                  <a:pt x="7299" y="1041"/>
                </a:lnTo>
                <a:lnTo>
                  <a:pt x="7359" y="1138"/>
                </a:lnTo>
                <a:lnTo>
                  <a:pt x="7359" y="1224"/>
                </a:lnTo>
                <a:lnTo>
                  <a:pt x="7389" y="1306"/>
                </a:lnTo>
                <a:lnTo>
                  <a:pt x="7389" y="1306"/>
                </a:lnTo>
                <a:lnTo>
                  <a:pt x="7359" y="1367"/>
                </a:lnTo>
                <a:lnTo>
                  <a:pt x="7329" y="1433"/>
                </a:lnTo>
                <a:lnTo>
                  <a:pt x="7329" y="1433"/>
                </a:lnTo>
                <a:lnTo>
                  <a:pt x="6729" y="1362"/>
                </a:lnTo>
                <a:lnTo>
                  <a:pt x="6128" y="1291"/>
                </a:lnTo>
                <a:lnTo>
                  <a:pt x="5587" y="1214"/>
                </a:lnTo>
                <a:lnTo>
                  <a:pt x="5047" y="1138"/>
                </a:lnTo>
                <a:lnTo>
                  <a:pt x="4506" y="1056"/>
                </a:lnTo>
                <a:lnTo>
                  <a:pt x="4026" y="974"/>
                </a:lnTo>
                <a:lnTo>
                  <a:pt x="3545" y="888"/>
                </a:lnTo>
                <a:lnTo>
                  <a:pt x="3064" y="801"/>
                </a:lnTo>
                <a:lnTo>
                  <a:pt x="2614" y="709"/>
                </a:lnTo>
                <a:lnTo>
                  <a:pt x="2193" y="612"/>
                </a:lnTo>
                <a:lnTo>
                  <a:pt x="1773" y="515"/>
                </a:lnTo>
                <a:lnTo>
                  <a:pt x="1383" y="418"/>
                </a:lnTo>
                <a:lnTo>
                  <a:pt x="1022" y="316"/>
                </a:lnTo>
                <a:lnTo>
                  <a:pt x="662" y="214"/>
                </a:lnTo>
                <a:lnTo>
                  <a:pt x="331" y="107"/>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0"/>
          <p:cNvSpPr/>
          <p:nvPr/>
        </p:nvSpPr>
        <p:spPr>
          <a:xfrm flipH="1">
            <a:off x="3356117" y="4438548"/>
            <a:ext cx="169262" cy="155130"/>
          </a:xfrm>
          <a:custGeom>
            <a:avLst/>
            <a:gdLst/>
            <a:ahLst/>
            <a:cxnLst/>
            <a:rect l="l" t="t" r="r" b="b"/>
            <a:pathLst>
              <a:path w="3815" h="593" extrusionOk="0">
                <a:moveTo>
                  <a:pt x="420" y="1"/>
                </a:moveTo>
                <a:lnTo>
                  <a:pt x="240" y="62"/>
                </a:lnTo>
                <a:lnTo>
                  <a:pt x="90" y="118"/>
                </a:lnTo>
                <a:lnTo>
                  <a:pt x="30" y="174"/>
                </a:lnTo>
                <a:lnTo>
                  <a:pt x="0" y="236"/>
                </a:lnTo>
                <a:lnTo>
                  <a:pt x="0" y="282"/>
                </a:lnTo>
                <a:lnTo>
                  <a:pt x="60" y="333"/>
                </a:lnTo>
                <a:lnTo>
                  <a:pt x="150" y="378"/>
                </a:lnTo>
                <a:lnTo>
                  <a:pt x="300" y="424"/>
                </a:lnTo>
                <a:lnTo>
                  <a:pt x="481" y="470"/>
                </a:lnTo>
                <a:lnTo>
                  <a:pt x="691" y="516"/>
                </a:lnTo>
                <a:lnTo>
                  <a:pt x="931" y="557"/>
                </a:lnTo>
                <a:lnTo>
                  <a:pt x="1201" y="593"/>
                </a:lnTo>
                <a:lnTo>
                  <a:pt x="1742" y="542"/>
                </a:lnTo>
                <a:lnTo>
                  <a:pt x="1832" y="526"/>
                </a:lnTo>
                <a:lnTo>
                  <a:pt x="1862" y="506"/>
                </a:lnTo>
                <a:lnTo>
                  <a:pt x="1832" y="486"/>
                </a:lnTo>
                <a:lnTo>
                  <a:pt x="1772" y="470"/>
                </a:lnTo>
                <a:lnTo>
                  <a:pt x="1622" y="445"/>
                </a:lnTo>
                <a:lnTo>
                  <a:pt x="1502" y="404"/>
                </a:lnTo>
                <a:lnTo>
                  <a:pt x="1382" y="358"/>
                </a:lnTo>
                <a:lnTo>
                  <a:pt x="1352" y="327"/>
                </a:lnTo>
                <a:lnTo>
                  <a:pt x="1352" y="302"/>
                </a:lnTo>
                <a:lnTo>
                  <a:pt x="1352" y="266"/>
                </a:lnTo>
                <a:lnTo>
                  <a:pt x="1412" y="231"/>
                </a:lnTo>
                <a:lnTo>
                  <a:pt x="1502" y="190"/>
                </a:lnTo>
                <a:lnTo>
                  <a:pt x="1622" y="149"/>
                </a:lnTo>
                <a:lnTo>
                  <a:pt x="1682" y="134"/>
                </a:lnTo>
                <a:lnTo>
                  <a:pt x="1682" y="118"/>
                </a:lnTo>
                <a:lnTo>
                  <a:pt x="1682" y="103"/>
                </a:lnTo>
                <a:lnTo>
                  <a:pt x="1622" y="88"/>
                </a:lnTo>
                <a:lnTo>
                  <a:pt x="1532" y="77"/>
                </a:lnTo>
                <a:lnTo>
                  <a:pt x="1442" y="67"/>
                </a:lnTo>
                <a:lnTo>
                  <a:pt x="420" y="1"/>
                </a:lnTo>
                <a:close/>
                <a:moveTo>
                  <a:pt x="2373" y="1"/>
                </a:moveTo>
                <a:lnTo>
                  <a:pt x="2193" y="62"/>
                </a:lnTo>
                <a:lnTo>
                  <a:pt x="2072" y="118"/>
                </a:lnTo>
                <a:lnTo>
                  <a:pt x="1982" y="174"/>
                </a:lnTo>
                <a:lnTo>
                  <a:pt x="1952" y="236"/>
                </a:lnTo>
                <a:lnTo>
                  <a:pt x="1982" y="282"/>
                </a:lnTo>
                <a:lnTo>
                  <a:pt x="2042" y="333"/>
                </a:lnTo>
                <a:lnTo>
                  <a:pt x="2132" y="378"/>
                </a:lnTo>
                <a:lnTo>
                  <a:pt x="2253" y="424"/>
                </a:lnTo>
                <a:lnTo>
                  <a:pt x="2433" y="470"/>
                </a:lnTo>
                <a:lnTo>
                  <a:pt x="2643" y="516"/>
                </a:lnTo>
                <a:lnTo>
                  <a:pt x="2883" y="557"/>
                </a:lnTo>
                <a:lnTo>
                  <a:pt x="3154" y="593"/>
                </a:lnTo>
                <a:lnTo>
                  <a:pt x="3694" y="542"/>
                </a:lnTo>
                <a:lnTo>
                  <a:pt x="3784" y="526"/>
                </a:lnTo>
                <a:lnTo>
                  <a:pt x="3814" y="506"/>
                </a:lnTo>
                <a:lnTo>
                  <a:pt x="3784" y="486"/>
                </a:lnTo>
                <a:lnTo>
                  <a:pt x="3724" y="470"/>
                </a:lnTo>
                <a:lnTo>
                  <a:pt x="3604" y="445"/>
                </a:lnTo>
                <a:lnTo>
                  <a:pt x="3454" y="404"/>
                </a:lnTo>
                <a:lnTo>
                  <a:pt x="3334" y="358"/>
                </a:lnTo>
                <a:lnTo>
                  <a:pt x="3304" y="327"/>
                </a:lnTo>
                <a:lnTo>
                  <a:pt x="3304" y="302"/>
                </a:lnTo>
                <a:lnTo>
                  <a:pt x="3304" y="266"/>
                </a:lnTo>
                <a:lnTo>
                  <a:pt x="3364" y="231"/>
                </a:lnTo>
                <a:lnTo>
                  <a:pt x="3454" y="190"/>
                </a:lnTo>
                <a:lnTo>
                  <a:pt x="3604" y="149"/>
                </a:lnTo>
                <a:lnTo>
                  <a:pt x="3634" y="134"/>
                </a:lnTo>
                <a:lnTo>
                  <a:pt x="3634" y="118"/>
                </a:lnTo>
                <a:lnTo>
                  <a:pt x="3634" y="103"/>
                </a:lnTo>
                <a:lnTo>
                  <a:pt x="3574" y="88"/>
                </a:lnTo>
                <a:lnTo>
                  <a:pt x="3514" y="77"/>
                </a:lnTo>
                <a:lnTo>
                  <a:pt x="3394" y="67"/>
                </a:lnTo>
                <a:lnTo>
                  <a:pt x="237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0"/>
          <p:cNvSpPr/>
          <p:nvPr/>
        </p:nvSpPr>
        <p:spPr>
          <a:xfrm flipH="1">
            <a:off x="798971" y="580975"/>
            <a:ext cx="679621" cy="655576"/>
          </a:xfrm>
          <a:custGeom>
            <a:avLst/>
            <a:gdLst/>
            <a:ahLst/>
            <a:cxnLst/>
            <a:rect l="l" t="t" r="r" b="b"/>
            <a:pathLst>
              <a:path w="15318" h="2506" extrusionOk="0">
                <a:moveTo>
                  <a:pt x="7209" y="1"/>
                </a:moveTo>
                <a:lnTo>
                  <a:pt x="6698" y="11"/>
                </a:lnTo>
                <a:lnTo>
                  <a:pt x="6217" y="21"/>
                </a:lnTo>
                <a:lnTo>
                  <a:pt x="5767" y="37"/>
                </a:lnTo>
                <a:lnTo>
                  <a:pt x="5316" y="52"/>
                </a:lnTo>
                <a:lnTo>
                  <a:pt x="4896" y="77"/>
                </a:lnTo>
                <a:lnTo>
                  <a:pt x="4505" y="103"/>
                </a:lnTo>
                <a:lnTo>
                  <a:pt x="4115" y="128"/>
                </a:lnTo>
                <a:lnTo>
                  <a:pt x="3755" y="164"/>
                </a:lnTo>
                <a:lnTo>
                  <a:pt x="3394" y="195"/>
                </a:lnTo>
                <a:lnTo>
                  <a:pt x="3094" y="231"/>
                </a:lnTo>
                <a:lnTo>
                  <a:pt x="2763" y="271"/>
                </a:lnTo>
                <a:lnTo>
                  <a:pt x="2493" y="312"/>
                </a:lnTo>
                <a:lnTo>
                  <a:pt x="2223" y="358"/>
                </a:lnTo>
                <a:lnTo>
                  <a:pt x="1953" y="399"/>
                </a:lnTo>
                <a:lnTo>
                  <a:pt x="1742" y="445"/>
                </a:lnTo>
                <a:lnTo>
                  <a:pt x="1322" y="542"/>
                </a:lnTo>
                <a:lnTo>
                  <a:pt x="961" y="644"/>
                </a:lnTo>
                <a:lnTo>
                  <a:pt x="661" y="741"/>
                </a:lnTo>
                <a:lnTo>
                  <a:pt x="421" y="843"/>
                </a:lnTo>
                <a:lnTo>
                  <a:pt x="241" y="945"/>
                </a:lnTo>
                <a:lnTo>
                  <a:pt x="120" y="1036"/>
                </a:lnTo>
                <a:lnTo>
                  <a:pt x="30" y="1128"/>
                </a:lnTo>
                <a:lnTo>
                  <a:pt x="0" y="1215"/>
                </a:lnTo>
                <a:lnTo>
                  <a:pt x="0" y="1291"/>
                </a:lnTo>
                <a:lnTo>
                  <a:pt x="871" y="1373"/>
                </a:lnTo>
                <a:lnTo>
                  <a:pt x="1742" y="1460"/>
                </a:lnTo>
                <a:lnTo>
                  <a:pt x="2583" y="1552"/>
                </a:lnTo>
                <a:lnTo>
                  <a:pt x="3394" y="1643"/>
                </a:lnTo>
                <a:lnTo>
                  <a:pt x="4205" y="1740"/>
                </a:lnTo>
                <a:lnTo>
                  <a:pt x="4986" y="1837"/>
                </a:lnTo>
                <a:lnTo>
                  <a:pt x="5767" y="1939"/>
                </a:lnTo>
                <a:lnTo>
                  <a:pt x="6488" y="2046"/>
                </a:lnTo>
                <a:lnTo>
                  <a:pt x="7179" y="2153"/>
                </a:lnTo>
                <a:lnTo>
                  <a:pt x="7839" y="2266"/>
                </a:lnTo>
                <a:lnTo>
                  <a:pt x="8470" y="2383"/>
                </a:lnTo>
                <a:lnTo>
                  <a:pt x="9041" y="2505"/>
                </a:lnTo>
                <a:lnTo>
                  <a:pt x="9581" y="2495"/>
                </a:lnTo>
                <a:lnTo>
                  <a:pt x="10062" y="2480"/>
                </a:lnTo>
                <a:lnTo>
                  <a:pt x="10542" y="2459"/>
                </a:lnTo>
                <a:lnTo>
                  <a:pt x="10963" y="2434"/>
                </a:lnTo>
                <a:lnTo>
                  <a:pt x="11383" y="2408"/>
                </a:lnTo>
                <a:lnTo>
                  <a:pt x="11774" y="2378"/>
                </a:lnTo>
                <a:lnTo>
                  <a:pt x="12134" y="2342"/>
                </a:lnTo>
                <a:lnTo>
                  <a:pt x="12495" y="2301"/>
                </a:lnTo>
                <a:lnTo>
                  <a:pt x="12795" y="2261"/>
                </a:lnTo>
                <a:lnTo>
                  <a:pt x="13095" y="2220"/>
                </a:lnTo>
                <a:lnTo>
                  <a:pt x="13366" y="2174"/>
                </a:lnTo>
                <a:lnTo>
                  <a:pt x="13606" y="2128"/>
                </a:lnTo>
                <a:lnTo>
                  <a:pt x="13846" y="2077"/>
                </a:lnTo>
                <a:lnTo>
                  <a:pt x="14057" y="2026"/>
                </a:lnTo>
                <a:lnTo>
                  <a:pt x="14237" y="1975"/>
                </a:lnTo>
                <a:lnTo>
                  <a:pt x="14417" y="1924"/>
                </a:lnTo>
                <a:lnTo>
                  <a:pt x="14717" y="1812"/>
                </a:lnTo>
                <a:lnTo>
                  <a:pt x="14928" y="1699"/>
                </a:lnTo>
                <a:lnTo>
                  <a:pt x="15108" y="1587"/>
                </a:lnTo>
                <a:lnTo>
                  <a:pt x="15228" y="1480"/>
                </a:lnTo>
                <a:lnTo>
                  <a:pt x="15288" y="1373"/>
                </a:lnTo>
                <a:lnTo>
                  <a:pt x="15318" y="1271"/>
                </a:lnTo>
                <a:lnTo>
                  <a:pt x="15318" y="1179"/>
                </a:lnTo>
                <a:lnTo>
                  <a:pt x="15288" y="1093"/>
                </a:lnTo>
                <a:lnTo>
                  <a:pt x="15198" y="1006"/>
                </a:lnTo>
                <a:lnTo>
                  <a:pt x="15138" y="914"/>
                </a:lnTo>
                <a:lnTo>
                  <a:pt x="15018" y="822"/>
                </a:lnTo>
                <a:lnTo>
                  <a:pt x="14867" y="730"/>
                </a:lnTo>
                <a:lnTo>
                  <a:pt x="14687" y="644"/>
                </a:lnTo>
                <a:lnTo>
                  <a:pt x="14447" y="552"/>
                </a:lnTo>
                <a:lnTo>
                  <a:pt x="14177" y="470"/>
                </a:lnTo>
                <a:lnTo>
                  <a:pt x="13816" y="389"/>
                </a:lnTo>
                <a:lnTo>
                  <a:pt x="13636" y="348"/>
                </a:lnTo>
                <a:lnTo>
                  <a:pt x="13396" y="312"/>
                </a:lnTo>
                <a:lnTo>
                  <a:pt x="13186" y="276"/>
                </a:lnTo>
                <a:lnTo>
                  <a:pt x="12915" y="241"/>
                </a:lnTo>
                <a:lnTo>
                  <a:pt x="12645" y="210"/>
                </a:lnTo>
                <a:lnTo>
                  <a:pt x="12345" y="179"/>
                </a:lnTo>
                <a:lnTo>
                  <a:pt x="12044" y="149"/>
                </a:lnTo>
                <a:lnTo>
                  <a:pt x="11714" y="123"/>
                </a:lnTo>
                <a:lnTo>
                  <a:pt x="11353" y="98"/>
                </a:lnTo>
                <a:lnTo>
                  <a:pt x="10963" y="77"/>
                </a:lnTo>
                <a:lnTo>
                  <a:pt x="10542" y="57"/>
                </a:lnTo>
                <a:lnTo>
                  <a:pt x="10092" y="42"/>
                </a:lnTo>
                <a:lnTo>
                  <a:pt x="9641" y="26"/>
                </a:lnTo>
                <a:lnTo>
                  <a:pt x="9161" y="16"/>
                </a:lnTo>
                <a:lnTo>
                  <a:pt x="8620" y="6"/>
                </a:lnTo>
                <a:lnTo>
                  <a:pt x="8080"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0"/>
          <p:cNvSpPr/>
          <p:nvPr/>
        </p:nvSpPr>
        <p:spPr>
          <a:xfrm flipH="1">
            <a:off x="798971" y="580975"/>
            <a:ext cx="679621" cy="655576"/>
          </a:xfrm>
          <a:custGeom>
            <a:avLst/>
            <a:gdLst/>
            <a:ahLst/>
            <a:cxnLst/>
            <a:rect l="l" t="t" r="r" b="b"/>
            <a:pathLst>
              <a:path w="15318" h="2506" fill="none" extrusionOk="0">
                <a:moveTo>
                  <a:pt x="7719" y="1"/>
                </a:moveTo>
                <a:lnTo>
                  <a:pt x="7719" y="1"/>
                </a:lnTo>
                <a:lnTo>
                  <a:pt x="8080" y="1"/>
                </a:lnTo>
                <a:lnTo>
                  <a:pt x="8080" y="1"/>
                </a:lnTo>
                <a:lnTo>
                  <a:pt x="8620" y="6"/>
                </a:lnTo>
                <a:lnTo>
                  <a:pt x="9161" y="16"/>
                </a:lnTo>
                <a:lnTo>
                  <a:pt x="9641" y="26"/>
                </a:lnTo>
                <a:lnTo>
                  <a:pt x="10092" y="42"/>
                </a:lnTo>
                <a:lnTo>
                  <a:pt x="10542" y="57"/>
                </a:lnTo>
                <a:lnTo>
                  <a:pt x="10963" y="77"/>
                </a:lnTo>
                <a:lnTo>
                  <a:pt x="11353" y="98"/>
                </a:lnTo>
                <a:lnTo>
                  <a:pt x="11714" y="123"/>
                </a:lnTo>
                <a:lnTo>
                  <a:pt x="12044" y="149"/>
                </a:lnTo>
                <a:lnTo>
                  <a:pt x="12345" y="179"/>
                </a:lnTo>
                <a:lnTo>
                  <a:pt x="12645" y="210"/>
                </a:lnTo>
                <a:lnTo>
                  <a:pt x="12915" y="241"/>
                </a:lnTo>
                <a:lnTo>
                  <a:pt x="13186" y="276"/>
                </a:lnTo>
                <a:lnTo>
                  <a:pt x="13396" y="312"/>
                </a:lnTo>
                <a:lnTo>
                  <a:pt x="13636" y="348"/>
                </a:lnTo>
                <a:lnTo>
                  <a:pt x="13816" y="389"/>
                </a:lnTo>
                <a:lnTo>
                  <a:pt x="14177" y="470"/>
                </a:lnTo>
                <a:lnTo>
                  <a:pt x="14447" y="552"/>
                </a:lnTo>
                <a:lnTo>
                  <a:pt x="14687" y="644"/>
                </a:lnTo>
                <a:lnTo>
                  <a:pt x="14867" y="730"/>
                </a:lnTo>
                <a:lnTo>
                  <a:pt x="15018" y="822"/>
                </a:lnTo>
                <a:lnTo>
                  <a:pt x="15138" y="914"/>
                </a:lnTo>
                <a:lnTo>
                  <a:pt x="15198" y="1006"/>
                </a:lnTo>
                <a:lnTo>
                  <a:pt x="15288" y="1093"/>
                </a:lnTo>
                <a:lnTo>
                  <a:pt x="15288" y="1093"/>
                </a:lnTo>
                <a:lnTo>
                  <a:pt x="15318" y="1179"/>
                </a:lnTo>
                <a:lnTo>
                  <a:pt x="15318" y="1271"/>
                </a:lnTo>
                <a:lnTo>
                  <a:pt x="15288" y="1373"/>
                </a:lnTo>
                <a:lnTo>
                  <a:pt x="15228" y="1480"/>
                </a:lnTo>
                <a:lnTo>
                  <a:pt x="15108" y="1587"/>
                </a:lnTo>
                <a:lnTo>
                  <a:pt x="14928" y="1699"/>
                </a:lnTo>
                <a:lnTo>
                  <a:pt x="14717" y="1812"/>
                </a:lnTo>
                <a:lnTo>
                  <a:pt x="14417" y="1924"/>
                </a:lnTo>
                <a:lnTo>
                  <a:pt x="14237" y="1975"/>
                </a:lnTo>
                <a:lnTo>
                  <a:pt x="14057" y="2026"/>
                </a:lnTo>
                <a:lnTo>
                  <a:pt x="13846" y="2077"/>
                </a:lnTo>
                <a:lnTo>
                  <a:pt x="13606" y="2128"/>
                </a:lnTo>
                <a:lnTo>
                  <a:pt x="13366" y="2174"/>
                </a:lnTo>
                <a:lnTo>
                  <a:pt x="13095" y="2220"/>
                </a:lnTo>
                <a:lnTo>
                  <a:pt x="12795" y="2261"/>
                </a:lnTo>
                <a:lnTo>
                  <a:pt x="12495" y="2301"/>
                </a:lnTo>
                <a:lnTo>
                  <a:pt x="12134" y="2342"/>
                </a:lnTo>
                <a:lnTo>
                  <a:pt x="11774" y="2378"/>
                </a:lnTo>
                <a:lnTo>
                  <a:pt x="11383" y="2408"/>
                </a:lnTo>
                <a:lnTo>
                  <a:pt x="10963" y="2434"/>
                </a:lnTo>
                <a:lnTo>
                  <a:pt x="10542" y="2459"/>
                </a:lnTo>
                <a:lnTo>
                  <a:pt x="10062" y="2480"/>
                </a:lnTo>
                <a:lnTo>
                  <a:pt x="9581" y="2495"/>
                </a:lnTo>
                <a:lnTo>
                  <a:pt x="9041" y="2505"/>
                </a:lnTo>
                <a:lnTo>
                  <a:pt x="9041" y="2505"/>
                </a:lnTo>
                <a:lnTo>
                  <a:pt x="8470" y="2383"/>
                </a:lnTo>
                <a:lnTo>
                  <a:pt x="7839" y="2266"/>
                </a:lnTo>
                <a:lnTo>
                  <a:pt x="7179" y="2153"/>
                </a:lnTo>
                <a:lnTo>
                  <a:pt x="6488" y="2046"/>
                </a:lnTo>
                <a:lnTo>
                  <a:pt x="6488" y="2046"/>
                </a:lnTo>
                <a:lnTo>
                  <a:pt x="5767" y="1939"/>
                </a:lnTo>
                <a:lnTo>
                  <a:pt x="4986" y="1837"/>
                </a:lnTo>
                <a:lnTo>
                  <a:pt x="4205" y="1740"/>
                </a:lnTo>
                <a:lnTo>
                  <a:pt x="3394" y="1643"/>
                </a:lnTo>
                <a:lnTo>
                  <a:pt x="2583" y="1552"/>
                </a:lnTo>
                <a:lnTo>
                  <a:pt x="1742" y="1460"/>
                </a:lnTo>
                <a:lnTo>
                  <a:pt x="871" y="1373"/>
                </a:lnTo>
                <a:lnTo>
                  <a:pt x="0" y="1291"/>
                </a:lnTo>
                <a:lnTo>
                  <a:pt x="0" y="1291"/>
                </a:lnTo>
                <a:lnTo>
                  <a:pt x="0" y="1215"/>
                </a:lnTo>
                <a:lnTo>
                  <a:pt x="0" y="1215"/>
                </a:lnTo>
                <a:lnTo>
                  <a:pt x="30" y="1128"/>
                </a:lnTo>
                <a:lnTo>
                  <a:pt x="120" y="1036"/>
                </a:lnTo>
                <a:lnTo>
                  <a:pt x="241" y="945"/>
                </a:lnTo>
                <a:lnTo>
                  <a:pt x="421" y="843"/>
                </a:lnTo>
                <a:lnTo>
                  <a:pt x="661" y="741"/>
                </a:lnTo>
                <a:lnTo>
                  <a:pt x="961" y="644"/>
                </a:lnTo>
                <a:lnTo>
                  <a:pt x="1322" y="542"/>
                </a:lnTo>
                <a:lnTo>
                  <a:pt x="1742" y="445"/>
                </a:lnTo>
                <a:lnTo>
                  <a:pt x="1953" y="399"/>
                </a:lnTo>
                <a:lnTo>
                  <a:pt x="2223" y="358"/>
                </a:lnTo>
                <a:lnTo>
                  <a:pt x="2493" y="312"/>
                </a:lnTo>
                <a:lnTo>
                  <a:pt x="2763" y="271"/>
                </a:lnTo>
                <a:lnTo>
                  <a:pt x="3094" y="231"/>
                </a:lnTo>
                <a:lnTo>
                  <a:pt x="3394" y="195"/>
                </a:lnTo>
                <a:lnTo>
                  <a:pt x="3755" y="164"/>
                </a:lnTo>
                <a:lnTo>
                  <a:pt x="4115" y="128"/>
                </a:lnTo>
                <a:lnTo>
                  <a:pt x="4505" y="103"/>
                </a:lnTo>
                <a:lnTo>
                  <a:pt x="4896" y="77"/>
                </a:lnTo>
                <a:lnTo>
                  <a:pt x="5316" y="52"/>
                </a:lnTo>
                <a:lnTo>
                  <a:pt x="5767" y="37"/>
                </a:lnTo>
                <a:lnTo>
                  <a:pt x="6217" y="21"/>
                </a:lnTo>
                <a:lnTo>
                  <a:pt x="6698" y="11"/>
                </a:lnTo>
                <a:lnTo>
                  <a:pt x="7209" y="1"/>
                </a:lnTo>
                <a:lnTo>
                  <a:pt x="771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0"/>
          <p:cNvSpPr/>
          <p:nvPr/>
        </p:nvSpPr>
        <p:spPr>
          <a:xfrm flipH="1">
            <a:off x="1077466" y="918702"/>
            <a:ext cx="401127" cy="320463"/>
          </a:xfrm>
          <a:custGeom>
            <a:avLst/>
            <a:gdLst/>
            <a:ahLst/>
            <a:cxnLst/>
            <a:rect l="l" t="t" r="r" b="b"/>
            <a:pathLst>
              <a:path w="9041" h="1225" extrusionOk="0">
                <a:moveTo>
                  <a:pt x="0" y="0"/>
                </a:moveTo>
                <a:lnTo>
                  <a:pt x="30" y="82"/>
                </a:lnTo>
                <a:lnTo>
                  <a:pt x="90" y="174"/>
                </a:lnTo>
                <a:lnTo>
                  <a:pt x="180" y="271"/>
                </a:lnTo>
                <a:lnTo>
                  <a:pt x="301" y="368"/>
                </a:lnTo>
                <a:lnTo>
                  <a:pt x="481" y="470"/>
                </a:lnTo>
                <a:lnTo>
                  <a:pt x="721" y="567"/>
                </a:lnTo>
                <a:lnTo>
                  <a:pt x="991" y="669"/>
                </a:lnTo>
                <a:lnTo>
                  <a:pt x="1172" y="715"/>
                </a:lnTo>
                <a:lnTo>
                  <a:pt x="1352" y="766"/>
                </a:lnTo>
                <a:lnTo>
                  <a:pt x="1562" y="811"/>
                </a:lnTo>
                <a:lnTo>
                  <a:pt x="1802" y="852"/>
                </a:lnTo>
                <a:lnTo>
                  <a:pt x="2073" y="898"/>
                </a:lnTo>
                <a:lnTo>
                  <a:pt x="2343" y="939"/>
                </a:lnTo>
                <a:lnTo>
                  <a:pt x="2613" y="980"/>
                </a:lnTo>
                <a:lnTo>
                  <a:pt x="2944" y="1015"/>
                </a:lnTo>
                <a:lnTo>
                  <a:pt x="3304" y="1051"/>
                </a:lnTo>
                <a:lnTo>
                  <a:pt x="3665" y="1082"/>
                </a:lnTo>
                <a:lnTo>
                  <a:pt x="4055" y="1112"/>
                </a:lnTo>
                <a:lnTo>
                  <a:pt x="4475" y="1138"/>
                </a:lnTo>
                <a:lnTo>
                  <a:pt x="4926" y="1163"/>
                </a:lnTo>
                <a:lnTo>
                  <a:pt x="5407" y="1184"/>
                </a:lnTo>
                <a:lnTo>
                  <a:pt x="5917" y="1199"/>
                </a:lnTo>
                <a:lnTo>
                  <a:pt x="6458" y="1214"/>
                </a:lnTo>
                <a:lnTo>
                  <a:pt x="7028" y="1219"/>
                </a:lnTo>
                <a:lnTo>
                  <a:pt x="7629" y="1225"/>
                </a:lnTo>
                <a:lnTo>
                  <a:pt x="8500" y="1225"/>
                </a:lnTo>
                <a:lnTo>
                  <a:pt x="9041" y="1214"/>
                </a:lnTo>
                <a:lnTo>
                  <a:pt x="8470" y="1092"/>
                </a:lnTo>
                <a:lnTo>
                  <a:pt x="7839" y="975"/>
                </a:lnTo>
                <a:lnTo>
                  <a:pt x="7179" y="862"/>
                </a:lnTo>
                <a:lnTo>
                  <a:pt x="6488" y="755"/>
                </a:lnTo>
                <a:lnTo>
                  <a:pt x="5767" y="648"/>
                </a:lnTo>
                <a:lnTo>
                  <a:pt x="4986" y="546"/>
                </a:lnTo>
                <a:lnTo>
                  <a:pt x="4205" y="449"/>
                </a:lnTo>
                <a:lnTo>
                  <a:pt x="3394" y="352"/>
                </a:lnTo>
                <a:lnTo>
                  <a:pt x="2583" y="261"/>
                </a:lnTo>
                <a:lnTo>
                  <a:pt x="1742" y="169"/>
                </a:lnTo>
                <a:lnTo>
                  <a:pt x="871" y="82"/>
                </a:lnTo>
                <a:lnTo>
                  <a:pt x="0" y="0"/>
                </a:lnTo>
                <a:close/>
              </a:path>
            </a:pathLst>
          </a:custGeom>
          <a:solidFill>
            <a:srgbClr val="006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0"/>
          <p:cNvSpPr/>
          <p:nvPr/>
        </p:nvSpPr>
        <p:spPr>
          <a:xfrm flipH="1">
            <a:off x="1077466" y="918702"/>
            <a:ext cx="401127" cy="320463"/>
          </a:xfrm>
          <a:custGeom>
            <a:avLst/>
            <a:gdLst/>
            <a:ahLst/>
            <a:cxnLst/>
            <a:rect l="l" t="t" r="r" b="b"/>
            <a:pathLst>
              <a:path w="9041" h="1225" fill="none" extrusionOk="0">
                <a:moveTo>
                  <a:pt x="0" y="0"/>
                </a:moveTo>
                <a:lnTo>
                  <a:pt x="0" y="0"/>
                </a:lnTo>
                <a:lnTo>
                  <a:pt x="871" y="82"/>
                </a:lnTo>
                <a:lnTo>
                  <a:pt x="1742" y="169"/>
                </a:lnTo>
                <a:lnTo>
                  <a:pt x="2583" y="261"/>
                </a:lnTo>
                <a:lnTo>
                  <a:pt x="3394" y="352"/>
                </a:lnTo>
                <a:lnTo>
                  <a:pt x="4205" y="449"/>
                </a:lnTo>
                <a:lnTo>
                  <a:pt x="4986" y="546"/>
                </a:lnTo>
                <a:lnTo>
                  <a:pt x="5767" y="648"/>
                </a:lnTo>
                <a:lnTo>
                  <a:pt x="6488" y="755"/>
                </a:lnTo>
                <a:lnTo>
                  <a:pt x="6488" y="755"/>
                </a:lnTo>
                <a:lnTo>
                  <a:pt x="7179" y="862"/>
                </a:lnTo>
                <a:lnTo>
                  <a:pt x="7839" y="975"/>
                </a:lnTo>
                <a:lnTo>
                  <a:pt x="8470" y="1092"/>
                </a:lnTo>
                <a:lnTo>
                  <a:pt x="9041" y="1214"/>
                </a:lnTo>
                <a:lnTo>
                  <a:pt x="9041" y="1214"/>
                </a:lnTo>
                <a:lnTo>
                  <a:pt x="8500" y="1225"/>
                </a:lnTo>
                <a:lnTo>
                  <a:pt x="7929" y="1225"/>
                </a:lnTo>
                <a:lnTo>
                  <a:pt x="7929" y="1225"/>
                </a:lnTo>
                <a:lnTo>
                  <a:pt x="7629" y="1225"/>
                </a:lnTo>
                <a:lnTo>
                  <a:pt x="7629" y="1225"/>
                </a:lnTo>
                <a:lnTo>
                  <a:pt x="7028" y="1219"/>
                </a:lnTo>
                <a:lnTo>
                  <a:pt x="6458" y="1214"/>
                </a:lnTo>
                <a:lnTo>
                  <a:pt x="5917" y="1199"/>
                </a:lnTo>
                <a:lnTo>
                  <a:pt x="5407" y="1184"/>
                </a:lnTo>
                <a:lnTo>
                  <a:pt x="4926" y="1163"/>
                </a:lnTo>
                <a:lnTo>
                  <a:pt x="4475" y="1138"/>
                </a:lnTo>
                <a:lnTo>
                  <a:pt x="4055" y="1112"/>
                </a:lnTo>
                <a:lnTo>
                  <a:pt x="3665" y="1082"/>
                </a:lnTo>
                <a:lnTo>
                  <a:pt x="3304" y="1051"/>
                </a:lnTo>
                <a:lnTo>
                  <a:pt x="2944" y="1015"/>
                </a:lnTo>
                <a:lnTo>
                  <a:pt x="2613" y="980"/>
                </a:lnTo>
                <a:lnTo>
                  <a:pt x="2343" y="939"/>
                </a:lnTo>
                <a:lnTo>
                  <a:pt x="2073" y="898"/>
                </a:lnTo>
                <a:lnTo>
                  <a:pt x="1802" y="852"/>
                </a:lnTo>
                <a:lnTo>
                  <a:pt x="1562" y="811"/>
                </a:lnTo>
                <a:lnTo>
                  <a:pt x="1352" y="766"/>
                </a:lnTo>
                <a:lnTo>
                  <a:pt x="1172" y="715"/>
                </a:lnTo>
                <a:lnTo>
                  <a:pt x="991" y="669"/>
                </a:lnTo>
                <a:lnTo>
                  <a:pt x="721" y="567"/>
                </a:lnTo>
                <a:lnTo>
                  <a:pt x="481" y="470"/>
                </a:lnTo>
                <a:lnTo>
                  <a:pt x="301" y="368"/>
                </a:lnTo>
                <a:lnTo>
                  <a:pt x="180" y="271"/>
                </a:lnTo>
                <a:lnTo>
                  <a:pt x="90" y="174"/>
                </a:lnTo>
                <a:lnTo>
                  <a:pt x="30" y="82"/>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0"/>
          <p:cNvSpPr/>
          <p:nvPr/>
        </p:nvSpPr>
        <p:spPr>
          <a:xfrm flipH="1">
            <a:off x="1038824" y="834728"/>
            <a:ext cx="170593" cy="154869"/>
          </a:xfrm>
          <a:custGeom>
            <a:avLst/>
            <a:gdLst/>
            <a:ahLst/>
            <a:cxnLst/>
            <a:rect l="l" t="t" r="r" b="b"/>
            <a:pathLst>
              <a:path w="3845" h="592" extrusionOk="0">
                <a:moveTo>
                  <a:pt x="661" y="0"/>
                </a:moveTo>
                <a:lnTo>
                  <a:pt x="150" y="51"/>
                </a:lnTo>
                <a:lnTo>
                  <a:pt x="30" y="72"/>
                </a:lnTo>
                <a:lnTo>
                  <a:pt x="0" y="87"/>
                </a:lnTo>
                <a:lnTo>
                  <a:pt x="30" y="107"/>
                </a:lnTo>
                <a:lnTo>
                  <a:pt x="120" y="123"/>
                </a:lnTo>
                <a:lnTo>
                  <a:pt x="241" y="153"/>
                </a:lnTo>
                <a:lnTo>
                  <a:pt x="391" y="189"/>
                </a:lnTo>
                <a:lnTo>
                  <a:pt x="481" y="235"/>
                </a:lnTo>
                <a:lnTo>
                  <a:pt x="541" y="265"/>
                </a:lnTo>
                <a:lnTo>
                  <a:pt x="541" y="296"/>
                </a:lnTo>
                <a:lnTo>
                  <a:pt x="511" y="327"/>
                </a:lnTo>
                <a:lnTo>
                  <a:pt x="481" y="367"/>
                </a:lnTo>
                <a:lnTo>
                  <a:pt x="391" y="403"/>
                </a:lnTo>
                <a:lnTo>
                  <a:pt x="241" y="449"/>
                </a:lnTo>
                <a:lnTo>
                  <a:pt x="211" y="464"/>
                </a:lnTo>
                <a:lnTo>
                  <a:pt x="181" y="480"/>
                </a:lnTo>
                <a:lnTo>
                  <a:pt x="211" y="495"/>
                </a:lnTo>
                <a:lnTo>
                  <a:pt x="241" y="505"/>
                </a:lnTo>
                <a:lnTo>
                  <a:pt x="331" y="520"/>
                </a:lnTo>
                <a:lnTo>
                  <a:pt x="421" y="525"/>
                </a:lnTo>
                <a:lnTo>
                  <a:pt x="1442" y="592"/>
                </a:lnTo>
                <a:lnTo>
                  <a:pt x="1652" y="536"/>
                </a:lnTo>
                <a:lnTo>
                  <a:pt x="1772" y="474"/>
                </a:lnTo>
                <a:lnTo>
                  <a:pt x="1862" y="418"/>
                </a:lnTo>
                <a:lnTo>
                  <a:pt x="1892" y="357"/>
                </a:lnTo>
                <a:lnTo>
                  <a:pt x="1862" y="311"/>
                </a:lnTo>
                <a:lnTo>
                  <a:pt x="1802" y="260"/>
                </a:lnTo>
                <a:lnTo>
                  <a:pt x="1712" y="214"/>
                </a:lnTo>
                <a:lnTo>
                  <a:pt x="1592" y="168"/>
                </a:lnTo>
                <a:lnTo>
                  <a:pt x="1412" y="123"/>
                </a:lnTo>
                <a:lnTo>
                  <a:pt x="1202" y="82"/>
                </a:lnTo>
                <a:lnTo>
                  <a:pt x="961" y="41"/>
                </a:lnTo>
                <a:lnTo>
                  <a:pt x="661" y="0"/>
                </a:lnTo>
                <a:close/>
                <a:moveTo>
                  <a:pt x="2643" y="0"/>
                </a:moveTo>
                <a:lnTo>
                  <a:pt x="2103" y="51"/>
                </a:lnTo>
                <a:lnTo>
                  <a:pt x="2013" y="72"/>
                </a:lnTo>
                <a:lnTo>
                  <a:pt x="1983" y="87"/>
                </a:lnTo>
                <a:lnTo>
                  <a:pt x="2013" y="107"/>
                </a:lnTo>
                <a:lnTo>
                  <a:pt x="2073" y="123"/>
                </a:lnTo>
                <a:lnTo>
                  <a:pt x="2193" y="153"/>
                </a:lnTo>
                <a:lnTo>
                  <a:pt x="2343" y="189"/>
                </a:lnTo>
                <a:lnTo>
                  <a:pt x="2463" y="235"/>
                </a:lnTo>
                <a:lnTo>
                  <a:pt x="2493" y="265"/>
                </a:lnTo>
                <a:lnTo>
                  <a:pt x="2493" y="296"/>
                </a:lnTo>
                <a:lnTo>
                  <a:pt x="2493" y="327"/>
                </a:lnTo>
                <a:lnTo>
                  <a:pt x="2433" y="367"/>
                </a:lnTo>
                <a:lnTo>
                  <a:pt x="2343" y="403"/>
                </a:lnTo>
                <a:lnTo>
                  <a:pt x="2193" y="449"/>
                </a:lnTo>
                <a:lnTo>
                  <a:pt x="2163" y="464"/>
                </a:lnTo>
                <a:lnTo>
                  <a:pt x="2163" y="480"/>
                </a:lnTo>
                <a:lnTo>
                  <a:pt x="2163" y="495"/>
                </a:lnTo>
                <a:lnTo>
                  <a:pt x="2223" y="505"/>
                </a:lnTo>
                <a:lnTo>
                  <a:pt x="2283" y="520"/>
                </a:lnTo>
                <a:lnTo>
                  <a:pt x="2403" y="525"/>
                </a:lnTo>
                <a:lnTo>
                  <a:pt x="3424" y="592"/>
                </a:lnTo>
                <a:lnTo>
                  <a:pt x="3604" y="536"/>
                </a:lnTo>
                <a:lnTo>
                  <a:pt x="3725" y="474"/>
                </a:lnTo>
                <a:lnTo>
                  <a:pt x="3815" y="418"/>
                </a:lnTo>
                <a:lnTo>
                  <a:pt x="3845" y="357"/>
                </a:lnTo>
                <a:lnTo>
                  <a:pt x="3815" y="311"/>
                </a:lnTo>
                <a:lnTo>
                  <a:pt x="3755" y="260"/>
                </a:lnTo>
                <a:lnTo>
                  <a:pt x="3665" y="214"/>
                </a:lnTo>
                <a:lnTo>
                  <a:pt x="3544" y="168"/>
                </a:lnTo>
                <a:lnTo>
                  <a:pt x="3364" y="123"/>
                </a:lnTo>
                <a:lnTo>
                  <a:pt x="3154" y="82"/>
                </a:lnTo>
                <a:lnTo>
                  <a:pt x="2914" y="41"/>
                </a:lnTo>
                <a:lnTo>
                  <a:pt x="264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0"/>
          <p:cNvSpPr txBox="1">
            <a:spLocks noGrp="1"/>
          </p:cNvSpPr>
          <p:nvPr>
            <p:ph type="title"/>
          </p:nvPr>
        </p:nvSpPr>
        <p:spPr>
          <a:xfrm>
            <a:off x="1240425" y="1538275"/>
            <a:ext cx="2012100" cy="20664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342" name="Google Shape;342;p30"/>
          <p:cNvSpPr txBox="1">
            <a:spLocks noGrp="1"/>
          </p:cNvSpPr>
          <p:nvPr>
            <p:ph type="title" idx="2"/>
          </p:nvPr>
        </p:nvSpPr>
        <p:spPr>
          <a:xfrm>
            <a:off x="1240425" y="3849950"/>
            <a:ext cx="20121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343" name="Google Shape;343;p30"/>
          <p:cNvSpPr txBox="1">
            <a:spLocks noGrp="1"/>
          </p:cNvSpPr>
          <p:nvPr>
            <p:ph type="title" idx="3"/>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344" name="Google Shape;344;p30"/>
          <p:cNvSpPr txBox="1">
            <a:spLocks noGrp="1"/>
          </p:cNvSpPr>
          <p:nvPr>
            <p:ph type="subTitle" idx="4"/>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345" name="Google Shape;345;p30"/>
          <p:cNvSpPr txBox="1">
            <a:spLocks noGrp="1"/>
          </p:cNvSpPr>
          <p:nvPr>
            <p:ph type="subTitle" idx="5"/>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346" name="Google Shape;346;p30"/>
          <p:cNvSpPr txBox="1">
            <a:spLocks noGrp="1"/>
          </p:cNvSpPr>
          <p:nvPr>
            <p:ph type="subTitle" idx="6"/>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1pPr>
            <a:lvl2pPr lvl="1"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2pPr>
            <a:lvl3pPr lvl="2"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3pPr>
            <a:lvl4pPr lvl="3"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4pPr>
            <a:lvl5pPr lvl="4"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5pPr>
            <a:lvl6pPr lvl="5"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6pPr>
            <a:lvl7pPr lvl="6"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7pPr>
            <a:lvl8pPr lvl="7"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8pPr>
            <a:lvl9pPr lvl="8" rtl="0">
              <a:spcBef>
                <a:spcPts val="1600"/>
              </a:spcBef>
              <a:spcAft>
                <a:spcPts val="1600"/>
              </a:spcAft>
              <a:buClr>
                <a:srgbClr val="1CBDEF"/>
              </a:buClr>
              <a:buSzPts val="900"/>
              <a:buFont typeface="Lato Black"/>
              <a:buNone/>
              <a:defRPr>
                <a:solidFill>
                  <a:srgbClr val="1CBDEF"/>
                </a:solidFill>
                <a:latin typeface="Lato Black"/>
                <a:ea typeface="Lato Black"/>
                <a:cs typeface="Lato Black"/>
                <a:sym typeface="Lato Black"/>
              </a:defRPr>
            </a:lvl9pPr>
          </a:lstStyle>
          <a:p>
            <a:endParaRPr/>
          </a:p>
        </p:txBody>
      </p:sp>
      <p:sp>
        <p:nvSpPr>
          <p:cNvPr id="347" name="Google Shape;347;p30"/>
          <p:cNvSpPr txBox="1">
            <a:spLocks noGrp="1"/>
          </p:cNvSpPr>
          <p:nvPr>
            <p:ph type="subTitle" idx="7"/>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1pPr>
            <a:lvl2pPr lvl="1"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2pPr>
            <a:lvl3pPr lvl="2"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3pPr>
            <a:lvl4pPr lvl="3"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4pPr>
            <a:lvl5pPr lvl="4"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5pPr>
            <a:lvl6pPr lvl="5"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6pPr>
            <a:lvl7pPr lvl="6"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7pPr>
            <a:lvl8pPr lvl="7" rtl="0">
              <a:spcBef>
                <a:spcPts val="1600"/>
              </a:spcBef>
              <a:spcAft>
                <a:spcPts val="0"/>
              </a:spcAft>
              <a:buClr>
                <a:srgbClr val="1CBDEF"/>
              </a:buClr>
              <a:buSzPts val="900"/>
              <a:buFont typeface="Lato Black"/>
              <a:buNone/>
              <a:defRPr>
                <a:solidFill>
                  <a:srgbClr val="1CBDEF"/>
                </a:solidFill>
                <a:latin typeface="Lato Black"/>
                <a:ea typeface="Lato Black"/>
                <a:cs typeface="Lato Black"/>
                <a:sym typeface="Lato Black"/>
              </a:defRPr>
            </a:lvl8pPr>
            <a:lvl9pPr lvl="8" rtl="0">
              <a:spcBef>
                <a:spcPts val="1600"/>
              </a:spcBef>
              <a:spcAft>
                <a:spcPts val="1600"/>
              </a:spcAft>
              <a:buClr>
                <a:srgbClr val="1CBDEF"/>
              </a:buClr>
              <a:buSzPts val="900"/>
              <a:buFont typeface="Lato Black"/>
              <a:buNone/>
              <a:defRPr>
                <a:solidFill>
                  <a:srgbClr val="1CBDEF"/>
                </a:solidFill>
                <a:latin typeface="Lato Black"/>
                <a:ea typeface="Lato Black"/>
                <a:cs typeface="Lato Black"/>
                <a:sym typeface="Lato Black"/>
              </a:defRPr>
            </a:lvl9pPr>
          </a:lstStyle>
          <a:p>
            <a:endParaRPr/>
          </a:p>
        </p:txBody>
      </p:sp>
      <p:sp>
        <p:nvSpPr>
          <p:cNvPr id="348" name="Google Shape;348;p30"/>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ue - Section Cover">
  <p:cSld name="CUSTOM_2">
    <p:bg>
      <p:bgPr>
        <a:solidFill>
          <a:srgbClr val="0066C6"/>
        </a:solidFill>
        <a:effectLst/>
      </p:bgPr>
    </p:bg>
    <p:spTree>
      <p:nvGrpSpPr>
        <p:cNvPr id="1" name="Shape 366"/>
        <p:cNvGrpSpPr/>
        <p:nvPr/>
      </p:nvGrpSpPr>
      <p:grpSpPr>
        <a:xfrm>
          <a:off x="0" y="0"/>
          <a:ext cx="0" cy="0"/>
          <a:chOff x="0" y="0"/>
          <a:chExt cx="0" cy="0"/>
        </a:xfrm>
      </p:grpSpPr>
      <p:sp>
        <p:nvSpPr>
          <p:cNvPr id="367" name="Google Shape;367;p32"/>
          <p:cNvSpPr/>
          <p:nvPr/>
        </p:nvSpPr>
        <p:spPr>
          <a:xfrm flipH="1">
            <a:off x="5381316" y="3872757"/>
            <a:ext cx="3762685" cy="1270747"/>
          </a:xfrm>
          <a:custGeom>
            <a:avLst/>
            <a:gdLst/>
            <a:ahLst/>
            <a:cxnLst/>
            <a:rect l="l" t="t" r="r" b="b"/>
            <a:pathLst>
              <a:path w="89444" h="5123" extrusionOk="0">
                <a:moveTo>
                  <a:pt x="65897" y="1"/>
                </a:moveTo>
                <a:lnTo>
                  <a:pt x="65116" y="6"/>
                </a:lnTo>
                <a:lnTo>
                  <a:pt x="64305" y="16"/>
                </a:lnTo>
                <a:lnTo>
                  <a:pt x="63524" y="27"/>
                </a:lnTo>
                <a:lnTo>
                  <a:pt x="1" y="27"/>
                </a:lnTo>
                <a:lnTo>
                  <a:pt x="1" y="5122"/>
                </a:lnTo>
                <a:lnTo>
                  <a:pt x="89053" y="5122"/>
                </a:lnTo>
                <a:lnTo>
                  <a:pt x="89234" y="4928"/>
                </a:lnTo>
                <a:lnTo>
                  <a:pt x="89354" y="4724"/>
                </a:lnTo>
                <a:lnTo>
                  <a:pt x="89414" y="4520"/>
                </a:lnTo>
                <a:lnTo>
                  <a:pt x="89444" y="4311"/>
                </a:lnTo>
                <a:lnTo>
                  <a:pt x="89384" y="4097"/>
                </a:lnTo>
                <a:lnTo>
                  <a:pt x="89264" y="3883"/>
                </a:lnTo>
                <a:lnTo>
                  <a:pt x="89114" y="3663"/>
                </a:lnTo>
                <a:lnTo>
                  <a:pt x="88873" y="3444"/>
                </a:lnTo>
                <a:lnTo>
                  <a:pt x="88573" y="3220"/>
                </a:lnTo>
                <a:lnTo>
                  <a:pt x="88213" y="2990"/>
                </a:lnTo>
                <a:lnTo>
                  <a:pt x="87792" y="2760"/>
                </a:lnTo>
                <a:lnTo>
                  <a:pt x="87281" y="2526"/>
                </a:lnTo>
                <a:lnTo>
                  <a:pt x="86741" y="2291"/>
                </a:lnTo>
                <a:lnTo>
                  <a:pt x="86110" y="2057"/>
                </a:lnTo>
                <a:lnTo>
                  <a:pt x="85419" y="1817"/>
                </a:lnTo>
                <a:lnTo>
                  <a:pt x="84668" y="1572"/>
                </a:lnTo>
                <a:lnTo>
                  <a:pt x="84278" y="1460"/>
                </a:lnTo>
                <a:lnTo>
                  <a:pt x="83857" y="1353"/>
                </a:lnTo>
                <a:lnTo>
                  <a:pt x="83407" y="1251"/>
                </a:lnTo>
                <a:lnTo>
                  <a:pt x="82956" y="1149"/>
                </a:lnTo>
                <a:lnTo>
                  <a:pt x="82446" y="1057"/>
                </a:lnTo>
                <a:lnTo>
                  <a:pt x="81935" y="965"/>
                </a:lnTo>
                <a:lnTo>
                  <a:pt x="81425" y="878"/>
                </a:lnTo>
                <a:lnTo>
                  <a:pt x="80854" y="797"/>
                </a:lnTo>
                <a:lnTo>
                  <a:pt x="80283" y="715"/>
                </a:lnTo>
                <a:lnTo>
                  <a:pt x="79683" y="644"/>
                </a:lnTo>
                <a:lnTo>
                  <a:pt x="79082" y="572"/>
                </a:lnTo>
                <a:lnTo>
                  <a:pt x="78421" y="506"/>
                </a:lnTo>
                <a:lnTo>
                  <a:pt x="77790" y="445"/>
                </a:lnTo>
                <a:lnTo>
                  <a:pt x="77130" y="389"/>
                </a:lnTo>
                <a:lnTo>
                  <a:pt x="76439" y="338"/>
                </a:lnTo>
                <a:lnTo>
                  <a:pt x="75748" y="287"/>
                </a:lnTo>
                <a:lnTo>
                  <a:pt x="75057" y="241"/>
                </a:lnTo>
                <a:lnTo>
                  <a:pt x="74336" y="200"/>
                </a:lnTo>
                <a:lnTo>
                  <a:pt x="73586" y="164"/>
                </a:lnTo>
                <a:lnTo>
                  <a:pt x="72865" y="129"/>
                </a:lnTo>
                <a:lnTo>
                  <a:pt x="72114" y="103"/>
                </a:lnTo>
                <a:lnTo>
                  <a:pt x="71363" y="78"/>
                </a:lnTo>
                <a:lnTo>
                  <a:pt x="70582" y="52"/>
                </a:lnTo>
                <a:lnTo>
                  <a:pt x="69831" y="37"/>
                </a:lnTo>
                <a:lnTo>
                  <a:pt x="69050" y="21"/>
                </a:lnTo>
                <a:lnTo>
                  <a:pt x="68269" y="11"/>
                </a:lnTo>
                <a:lnTo>
                  <a:pt x="67489" y="6"/>
                </a:lnTo>
                <a:lnTo>
                  <a:pt x="66678"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2"/>
          <p:cNvSpPr/>
          <p:nvPr/>
        </p:nvSpPr>
        <p:spPr>
          <a:xfrm flipH="1">
            <a:off x="5381316" y="3872757"/>
            <a:ext cx="3762685" cy="1270747"/>
          </a:xfrm>
          <a:custGeom>
            <a:avLst/>
            <a:gdLst/>
            <a:ahLst/>
            <a:cxnLst/>
            <a:rect l="l" t="t" r="r" b="b"/>
            <a:pathLst>
              <a:path w="89444" h="5123" fill="none" extrusionOk="0">
                <a:moveTo>
                  <a:pt x="1" y="27"/>
                </a:moveTo>
                <a:lnTo>
                  <a:pt x="63524" y="27"/>
                </a:lnTo>
                <a:lnTo>
                  <a:pt x="63524" y="27"/>
                </a:lnTo>
                <a:lnTo>
                  <a:pt x="64305" y="16"/>
                </a:lnTo>
                <a:lnTo>
                  <a:pt x="65116" y="6"/>
                </a:lnTo>
                <a:lnTo>
                  <a:pt x="65897" y="1"/>
                </a:lnTo>
                <a:lnTo>
                  <a:pt x="66678" y="1"/>
                </a:lnTo>
                <a:lnTo>
                  <a:pt x="67489" y="6"/>
                </a:lnTo>
                <a:lnTo>
                  <a:pt x="68269" y="11"/>
                </a:lnTo>
                <a:lnTo>
                  <a:pt x="69050" y="21"/>
                </a:lnTo>
                <a:lnTo>
                  <a:pt x="69831" y="37"/>
                </a:lnTo>
                <a:lnTo>
                  <a:pt x="70582" y="52"/>
                </a:lnTo>
                <a:lnTo>
                  <a:pt x="71363" y="78"/>
                </a:lnTo>
                <a:lnTo>
                  <a:pt x="72114" y="103"/>
                </a:lnTo>
                <a:lnTo>
                  <a:pt x="72865" y="129"/>
                </a:lnTo>
                <a:lnTo>
                  <a:pt x="73586" y="164"/>
                </a:lnTo>
                <a:lnTo>
                  <a:pt x="74336" y="200"/>
                </a:lnTo>
                <a:lnTo>
                  <a:pt x="75057" y="241"/>
                </a:lnTo>
                <a:lnTo>
                  <a:pt x="75748" y="287"/>
                </a:lnTo>
                <a:lnTo>
                  <a:pt x="76439" y="338"/>
                </a:lnTo>
                <a:lnTo>
                  <a:pt x="77130" y="389"/>
                </a:lnTo>
                <a:lnTo>
                  <a:pt x="77790" y="445"/>
                </a:lnTo>
                <a:lnTo>
                  <a:pt x="78421" y="506"/>
                </a:lnTo>
                <a:lnTo>
                  <a:pt x="79082" y="572"/>
                </a:lnTo>
                <a:lnTo>
                  <a:pt x="79683" y="644"/>
                </a:lnTo>
                <a:lnTo>
                  <a:pt x="80283" y="715"/>
                </a:lnTo>
                <a:lnTo>
                  <a:pt x="80854" y="797"/>
                </a:lnTo>
                <a:lnTo>
                  <a:pt x="81425" y="878"/>
                </a:lnTo>
                <a:lnTo>
                  <a:pt x="81935" y="965"/>
                </a:lnTo>
                <a:lnTo>
                  <a:pt x="82446" y="1057"/>
                </a:lnTo>
                <a:lnTo>
                  <a:pt x="82956" y="1149"/>
                </a:lnTo>
                <a:lnTo>
                  <a:pt x="83407" y="1251"/>
                </a:lnTo>
                <a:lnTo>
                  <a:pt x="83857" y="1353"/>
                </a:lnTo>
                <a:lnTo>
                  <a:pt x="84278" y="1460"/>
                </a:lnTo>
                <a:lnTo>
                  <a:pt x="84668" y="1572"/>
                </a:lnTo>
                <a:lnTo>
                  <a:pt x="84668" y="1572"/>
                </a:lnTo>
                <a:lnTo>
                  <a:pt x="85419" y="1817"/>
                </a:lnTo>
                <a:lnTo>
                  <a:pt x="86110" y="2057"/>
                </a:lnTo>
                <a:lnTo>
                  <a:pt x="86741" y="2291"/>
                </a:lnTo>
                <a:lnTo>
                  <a:pt x="87281" y="2526"/>
                </a:lnTo>
                <a:lnTo>
                  <a:pt x="87792" y="2760"/>
                </a:lnTo>
                <a:lnTo>
                  <a:pt x="88213" y="2990"/>
                </a:lnTo>
                <a:lnTo>
                  <a:pt x="88573" y="3220"/>
                </a:lnTo>
                <a:lnTo>
                  <a:pt x="88873" y="3444"/>
                </a:lnTo>
                <a:lnTo>
                  <a:pt x="89114" y="3663"/>
                </a:lnTo>
                <a:lnTo>
                  <a:pt x="89264" y="3883"/>
                </a:lnTo>
                <a:lnTo>
                  <a:pt x="89384" y="4097"/>
                </a:lnTo>
                <a:lnTo>
                  <a:pt x="89444" y="4311"/>
                </a:lnTo>
                <a:lnTo>
                  <a:pt x="89414" y="4520"/>
                </a:lnTo>
                <a:lnTo>
                  <a:pt x="89354" y="4724"/>
                </a:lnTo>
                <a:lnTo>
                  <a:pt x="89234" y="4928"/>
                </a:lnTo>
                <a:lnTo>
                  <a:pt x="89053" y="5122"/>
                </a:lnTo>
                <a:lnTo>
                  <a:pt x="1" y="5122"/>
                </a:lnTo>
                <a:lnTo>
                  <a:pt x="1" y="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2"/>
          <p:cNvSpPr/>
          <p:nvPr/>
        </p:nvSpPr>
        <p:spPr>
          <a:xfrm flipH="1">
            <a:off x="5381316" y="3872757"/>
            <a:ext cx="3762685" cy="1270747"/>
          </a:xfrm>
          <a:custGeom>
            <a:avLst/>
            <a:gdLst/>
            <a:ahLst/>
            <a:cxnLst/>
            <a:rect l="l" t="t" r="r" b="b"/>
            <a:pathLst>
              <a:path w="89444" h="5123" extrusionOk="0">
                <a:moveTo>
                  <a:pt x="66497" y="1"/>
                </a:moveTo>
                <a:lnTo>
                  <a:pt x="65146" y="6"/>
                </a:lnTo>
                <a:lnTo>
                  <a:pt x="63764" y="21"/>
                </a:lnTo>
                <a:lnTo>
                  <a:pt x="63734" y="27"/>
                </a:lnTo>
                <a:lnTo>
                  <a:pt x="1" y="27"/>
                </a:lnTo>
                <a:lnTo>
                  <a:pt x="1" y="5122"/>
                </a:lnTo>
                <a:lnTo>
                  <a:pt x="89053" y="5122"/>
                </a:lnTo>
                <a:lnTo>
                  <a:pt x="89234" y="4944"/>
                </a:lnTo>
                <a:lnTo>
                  <a:pt x="89354" y="4765"/>
                </a:lnTo>
                <a:lnTo>
                  <a:pt x="89414" y="4576"/>
                </a:lnTo>
                <a:lnTo>
                  <a:pt x="89444" y="4388"/>
                </a:lnTo>
                <a:lnTo>
                  <a:pt x="89414" y="4224"/>
                </a:lnTo>
                <a:lnTo>
                  <a:pt x="89384" y="4061"/>
                </a:lnTo>
                <a:lnTo>
                  <a:pt x="89294" y="3893"/>
                </a:lnTo>
                <a:lnTo>
                  <a:pt x="89144" y="3724"/>
                </a:lnTo>
                <a:lnTo>
                  <a:pt x="88993" y="3556"/>
                </a:lnTo>
                <a:lnTo>
                  <a:pt x="88783" y="3383"/>
                </a:lnTo>
                <a:lnTo>
                  <a:pt x="88543" y="3209"/>
                </a:lnTo>
                <a:lnTo>
                  <a:pt x="88273" y="3036"/>
                </a:lnTo>
                <a:lnTo>
                  <a:pt x="87972" y="2857"/>
                </a:lnTo>
                <a:lnTo>
                  <a:pt x="87612" y="2679"/>
                </a:lnTo>
                <a:lnTo>
                  <a:pt x="87221" y="2495"/>
                </a:lnTo>
                <a:lnTo>
                  <a:pt x="86801" y="2317"/>
                </a:lnTo>
                <a:lnTo>
                  <a:pt x="86320" y="2133"/>
                </a:lnTo>
                <a:lnTo>
                  <a:pt x="85810" y="1944"/>
                </a:lnTo>
                <a:lnTo>
                  <a:pt x="85239" y="1761"/>
                </a:lnTo>
                <a:lnTo>
                  <a:pt x="84668" y="1572"/>
                </a:lnTo>
                <a:lnTo>
                  <a:pt x="84578" y="1552"/>
                </a:lnTo>
                <a:lnTo>
                  <a:pt x="84248" y="1455"/>
                </a:lnTo>
                <a:lnTo>
                  <a:pt x="83888" y="1358"/>
                </a:lnTo>
                <a:lnTo>
                  <a:pt x="83497" y="1266"/>
                </a:lnTo>
                <a:lnTo>
                  <a:pt x="83077" y="1179"/>
                </a:lnTo>
                <a:lnTo>
                  <a:pt x="82656" y="1093"/>
                </a:lnTo>
                <a:lnTo>
                  <a:pt x="82236" y="1011"/>
                </a:lnTo>
                <a:lnTo>
                  <a:pt x="81755" y="934"/>
                </a:lnTo>
                <a:lnTo>
                  <a:pt x="81305" y="858"/>
                </a:lnTo>
                <a:lnTo>
                  <a:pt x="80794" y="786"/>
                </a:lnTo>
                <a:lnTo>
                  <a:pt x="80313" y="720"/>
                </a:lnTo>
                <a:lnTo>
                  <a:pt x="79773" y="654"/>
                </a:lnTo>
                <a:lnTo>
                  <a:pt x="79232" y="593"/>
                </a:lnTo>
                <a:lnTo>
                  <a:pt x="78692" y="537"/>
                </a:lnTo>
                <a:lnTo>
                  <a:pt x="78151" y="480"/>
                </a:lnTo>
                <a:lnTo>
                  <a:pt x="77550" y="424"/>
                </a:lnTo>
                <a:lnTo>
                  <a:pt x="76980" y="378"/>
                </a:lnTo>
                <a:lnTo>
                  <a:pt x="76379" y="333"/>
                </a:lnTo>
                <a:lnTo>
                  <a:pt x="75778" y="287"/>
                </a:lnTo>
                <a:lnTo>
                  <a:pt x="75147" y="246"/>
                </a:lnTo>
                <a:lnTo>
                  <a:pt x="74517" y="210"/>
                </a:lnTo>
                <a:lnTo>
                  <a:pt x="73886" y="180"/>
                </a:lnTo>
                <a:lnTo>
                  <a:pt x="73255" y="149"/>
                </a:lnTo>
                <a:lnTo>
                  <a:pt x="72594" y="118"/>
                </a:lnTo>
                <a:lnTo>
                  <a:pt x="71934" y="93"/>
                </a:lnTo>
                <a:lnTo>
                  <a:pt x="71273" y="72"/>
                </a:lnTo>
                <a:lnTo>
                  <a:pt x="70612" y="52"/>
                </a:lnTo>
                <a:lnTo>
                  <a:pt x="69261" y="27"/>
                </a:lnTo>
                <a:lnTo>
                  <a:pt x="67879" y="6"/>
                </a:lnTo>
                <a:lnTo>
                  <a:pt x="66497" y="1"/>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2"/>
          <p:cNvSpPr/>
          <p:nvPr/>
        </p:nvSpPr>
        <p:spPr>
          <a:xfrm flipH="1">
            <a:off x="5482285" y="1033845"/>
            <a:ext cx="1936998" cy="2018114"/>
          </a:xfrm>
          <a:custGeom>
            <a:avLst/>
            <a:gdLst/>
            <a:ahLst/>
            <a:cxnLst/>
            <a:rect l="l" t="t" r="r" b="b"/>
            <a:pathLst>
              <a:path w="46045" h="8136" fill="none" extrusionOk="0">
                <a:moveTo>
                  <a:pt x="22737" y="0"/>
                </a:moveTo>
                <a:lnTo>
                  <a:pt x="22737" y="0"/>
                </a:lnTo>
                <a:lnTo>
                  <a:pt x="24149" y="5"/>
                </a:lnTo>
                <a:lnTo>
                  <a:pt x="24900" y="10"/>
                </a:lnTo>
                <a:lnTo>
                  <a:pt x="25681" y="21"/>
                </a:lnTo>
                <a:lnTo>
                  <a:pt x="26492" y="31"/>
                </a:lnTo>
                <a:lnTo>
                  <a:pt x="27333" y="51"/>
                </a:lnTo>
                <a:lnTo>
                  <a:pt x="28204" y="72"/>
                </a:lnTo>
                <a:lnTo>
                  <a:pt x="29075" y="97"/>
                </a:lnTo>
                <a:lnTo>
                  <a:pt x="29946" y="133"/>
                </a:lnTo>
                <a:lnTo>
                  <a:pt x="30847" y="168"/>
                </a:lnTo>
                <a:lnTo>
                  <a:pt x="31748" y="214"/>
                </a:lnTo>
                <a:lnTo>
                  <a:pt x="32649" y="265"/>
                </a:lnTo>
                <a:lnTo>
                  <a:pt x="33550" y="321"/>
                </a:lnTo>
                <a:lnTo>
                  <a:pt x="34451" y="388"/>
                </a:lnTo>
                <a:lnTo>
                  <a:pt x="35352" y="464"/>
                </a:lnTo>
                <a:lnTo>
                  <a:pt x="36223" y="546"/>
                </a:lnTo>
                <a:lnTo>
                  <a:pt x="37094" y="638"/>
                </a:lnTo>
                <a:lnTo>
                  <a:pt x="37935" y="740"/>
                </a:lnTo>
                <a:lnTo>
                  <a:pt x="38776" y="847"/>
                </a:lnTo>
                <a:lnTo>
                  <a:pt x="39557" y="969"/>
                </a:lnTo>
                <a:lnTo>
                  <a:pt x="40338" y="1102"/>
                </a:lnTo>
                <a:lnTo>
                  <a:pt x="41088" y="1240"/>
                </a:lnTo>
                <a:lnTo>
                  <a:pt x="41809" y="1398"/>
                </a:lnTo>
                <a:lnTo>
                  <a:pt x="42140" y="1474"/>
                </a:lnTo>
                <a:lnTo>
                  <a:pt x="42470" y="1561"/>
                </a:lnTo>
                <a:lnTo>
                  <a:pt x="42770" y="1648"/>
                </a:lnTo>
                <a:lnTo>
                  <a:pt x="43101" y="1739"/>
                </a:lnTo>
                <a:lnTo>
                  <a:pt x="43401" y="1831"/>
                </a:lnTo>
                <a:lnTo>
                  <a:pt x="43671" y="1928"/>
                </a:lnTo>
                <a:lnTo>
                  <a:pt x="43942" y="2030"/>
                </a:lnTo>
                <a:lnTo>
                  <a:pt x="44212" y="2132"/>
                </a:lnTo>
                <a:lnTo>
                  <a:pt x="44452" y="2239"/>
                </a:lnTo>
                <a:lnTo>
                  <a:pt x="44693" y="2352"/>
                </a:lnTo>
                <a:lnTo>
                  <a:pt x="44903" y="2464"/>
                </a:lnTo>
                <a:lnTo>
                  <a:pt x="45113" y="2581"/>
                </a:lnTo>
                <a:lnTo>
                  <a:pt x="45323" y="2703"/>
                </a:lnTo>
                <a:lnTo>
                  <a:pt x="45504" y="2826"/>
                </a:lnTo>
                <a:lnTo>
                  <a:pt x="45654" y="2959"/>
                </a:lnTo>
                <a:lnTo>
                  <a:pt x="45804" y="3091"/>
                </a:lnTo>
                <a:lnTo>
                  <a:pt x="45924" y="3224"/>
                </a:lnTo>
                <a:lnTo>
                  <a:pt x="46044" y="3367"/>
                </a:lnTo>
                <a:lnTo>
                  <a:pt x="46044" y="3367"/>
                </a:lnTo>
                <a:lnTo>
                  <a:pt x="45083" y="3392"/>
                </a:lnTo>
                <a:lnTo>
                  <a:pt x="44122" y="3423"/>
                </a:lnTo>
                <a:lnTo>
                  <a:pt x="43191" y="3458"/>
                </a:lnTo>
                <a:lnTo>
                  <a:pt x="42260" y="3499"/>
                </a:lnTo>
                <a:lnTo>
                  <a:pt x="41389" y="3540"/>
                </a:lnTo>
                <a:lnTo>
                  <a:pt x="40518" y="3581"/>
                </a:lnTo>
                <a:lnTo>
                  <a:pt x="39677" y="3632"/>
                </a:lnTo>
                <a:lnTo>
                  <a:pt x="38866" y="3678"/>
                </a:lnTo>
                <a:lnTo>
                  <a:pt x="38085" y="3734"/>
                </a:lnTo>
                <a:lnTo>
                  <a:pt x="37364" y="3790"/>
                </a:lnTo>
                <a:lnTo>
                  <a:pt x="36643" y="3846"/>
                </a:lnTo>
                <a:lnTo>
                  <a:pt x="35983" y="3907"/>
                </a:lnTo>
                <a:lnTo>
                  <a:pt x="35382" y="3974"/>
                </a:lnTo>
                <a:lnTo>
                  <a:pt x="34781" y="4035"/>
                </a:lnTo>
                <a:lnTo>
                  <a:pt x="34271" y="4106"/>
                </a:lnTo>
                <a:lnTo>
                  <a:pt x="33760" y="4172"/>
                </a:lnTo>
                <a:lnTo>
                  <a:pt x="33760" y="4172"/>
                </a:lnTo>
                <a:lnTo>
                  <a:pt x="33189" y="4264"/>
                </a:lnTo>
                <a:lnTo>
                  <a:pt x="32649" y="4361"/>
                </a:lnTo>
                <a:lnTo>
                  <a:pt x="32138" y="4453"/>
                </a:lnTo>
                <a:lnTo>
                  <a:pt x="31628" y="4555"/>
                </a:lnTo>
                <a:lnTo>
                  <a:pt x="31147" y="4652"/>
                </a:lnTo>
                <a:lnTo>
                  <a:pt x="30666" y="4754"/>
                </a:lnTo>
                <a:lnTo>
                  <a:pt x="30216" y="4861"/>
                </a:lnTo>
                <a:lnTo>
                  <a:pt x="29795" y="4968"/>
                </a:lnTo>
                <a:lnTo>
                  <a:pt x="29405" y="5075"/>
                </a:lnTo>
                <a:lnTo>
                  <a:pt x="29045" y="5187"/>
                </a:lnTo>
                <a:lnTo>
                  <a:pt x="28684" y="5300"/>
                </a:lnTo>
                <a:lnTo>
                  <a:pt x="28354" y="5417"/>
                </a:lnTo>
                <a:lnTo>
                  <a:pt x="28053" y="5534"/>
                </a:lnTo>
                <a:lnTo>
                  <a:pt x="27783" y="5652"/>
                </a:lnTo>
                <a:lnTo>
                  <a:pt x="27513" y="5774"/>
                </a:lnTo>
                <a:lnTo>
                  <a:pt x="27272" y="5896"/>
                </a:lnTo>
                <a:lnTo>
                  <a:pt x="27062" y="6019"/>
                </a:lnTo>
                <a:lnTo>
                  <a:pt x="26882" y="6146"/>
                </a:lnTo>
                <a:lnTo>
                  <a:pt x="26702" y="6279"/>
                </a:lnTo>
                <a:lnTo>
                  <a:pt x="26582" y="6407"/>
                </a:lnTo>
                <a:lnTo>
                  <a:pt x="26462" y="6539"/>
                </a:lnTo>
                <a:lnTo>
                  <a:pt x="26371" y="6672"/>
                </a:lnTo>
                <a:lnTo>
                  <a:pt x="26311" y="6810"/>
                </a:lnTo>
                <a:lnTo>
                  <a:pt x="26281" y="6942"/>
                </a:lnTo>
                <a:lnTo>
                  <a:pt x="26281" y="7085"/>
                </a:lnTo>
                <a:lnTo>
                  <a:pt x="26281" y="7223"/>
                </a:lnTo>
                <a:lnTo>
                  <a:pt x="26341" y="7365"/>
                </a:lnTo>
                <a:lnTo>
                  <a:pt x="26401" y="7508"/>
                </a:lnTo>
                <a:lnTo>
                  <a:pt x="26492" y="7651"/>
                </a:lnTo>
                <a:lnTo>
                  <a:pt x="26642" y="7799"/>
                </a:lnTo>
                <a:lnTo>
                  <a:pt x="26792" y="7947"/>
                </a:lnTo>
                <a:lnTo>
                  <a:pt x="26972" y="8095"/>
                </a:lnTo>
                <a:lnTo>
                  <a:pt x="26972" y="8095"/>
                </a:lnTo>
                <a:lnTo>
                  <a:pt x="25921" y="8115"/>
                </a:lnTo>
                <a:lnTo>
                  <a:pt x="24900" y="8125"/>
                </a:lnTo>
                <a:lnTo>
                  <a:pt x="23939" y="8136"/>
                </a:lnTo>
                <a:lnTo>
                  <a:pt x="22978" y="8136"/>
                </a:lnTo>
                <a:lnTo>
                  <a:pt x="22978" y="8136"/>
                </a:lnTo>
                <a:lnTo>
                  <a:pt x="22197" y="8136"/>
                </a:lnTo>
                <a:lnTo>
                  <a:pt x="21476" y="8131"/>
                </a:lnTo>
                <a:lnTo>
                  <a:pt x="20755" y="8125"/>
                </a:lnTo>
                <a:lnTo>
                  <a:pt x="20094" y="8110"/>
                </a:lnTo>
                <a:lnTo>
                  <a:pt x="20094" y="8110"/>
                </a:lnTo>
                <a:lnTo>
                  <a:pt x="18472" y="8080"/>
                </a:lnTo>
                <a:lnTo>
                  <a:pt x="17661" y="8059"/>
                </a:lnTo>
                <a:lnTo>
                  <a:pt x="16820" y="8034"/>
                </a:lnTo>
                <a:lnTo>
                  <a:pt x="15979" y="8008"/>
                </a:lnTo>
                <a:lnTo>
                  <a:pt x="15138" y="7972"/>
                </a:lnTo>
                <a:lnTo>
                  <a:pt x="14298" y="7937"/>
                </a:lnTo>
                <a:lnTo>
                  <a:pt x="13457" y="7896"/>
                </a:lnTo>
                <a:lnTo>
                  <a:pt x="12646" y="7850"/>
                </a:lnTo>
                <a:lnTo>
                  <a:pt x="11805" y="7799"/>
                </a:lnTo>
                <a:lnTo>
                  <a:pt x="10994" y="7743"/>
                </a:lnTo>
                <a:lnTo>
                  <a:pt x="10183" y="7677"/>
                </a:lnTo>
                <a:lnTo>
                  <a:pt x="9372" y="7605"/>
                </a:lnTo>
                <a:lnTo>
                  <a:pt x="8621" y="7524"/>
                </a:lnTo>
                <a:lnTo>
                  <a:pt x="7840" y="7437"/>
                </a:lnTo>
                <a:lnTo>
                  <a:pt x="7119" y="7340"/>
                </a:lnTo>
                <a:lnTo>
                  <a:pt x="6398" y="7233"/>
                </a:lnTo>
                <a:lnTo>
                  <a:pt x="5708" y="7121"/>
                </a:lnTo>
                <a:lnTo>
                  <a:pt x="5047" y="6998"/>
                </a:lnTo>
                <a:lnTo>
                  <a:pt x="4416" y="6861"/>
                </a:lnTo>
                <a:lnTo>
                  <a:pt x="3815" y="6718"/>
                </a:lnTo>
                <a:lnTo>
                  <a:pt x="3245" y="6560"/>
                </a:lnTo>
                <a:lnTo>
                  <a:pt x="2704" y="6391"/>
                </a:lnTo>
                <a:lnTo>
                  <a:pt x="2224" y="6213"/>
                </a:lnTo>
                <a:lnTo>
                  <a:pt x="1773" y="6019"/>
                </a:lnTo>
                <a:lnTo>
                  <a:pt x="1353" y="5815"/>
                </a:lnTo>
                <a:lnTo>
                  <a:pt x="1022" y="5601"/>
                </a:lnTo>
                <a:lnTo>
                  <a:pt x="692" y="5366"/>
                </a:lnTo>
                <a:lnTo>
                  <a:pt x="452" y="5121"/>
                </a:lnTo>
                <a:lnTo>
                  <a:pt x="241" y="4861"/>
                </a:lnTo>
                <a:lnTo>
                  <a:pt x="91" y="4586"/>
                </a:lnTo>
                <a:lnTo>
                  <a:pt x="1" y="4295"/>
                </a:lnTo>
                <a:lnTo>
                  <a:pt x="1" y="4295"/>
                </a:lnTo>
                <a:lnTo>
                  <a:pt x="1" y="4147"/>
                </a:lnTo>
                <a:lnTo>
                  <a:pt x="1" y="3999"/>
                </a:lnTo>
                <a:lnTo>
                  <a:pt x="31" y="3861"/>
                </a:lnTo>
                <a:lnTo>
                  <a:pt x="61" y="3719"/>
                </a:lnTo>
                <a:lnTo>
                  <a:pt x="121" y="3586"/>
                </a:lnTo>
                <a:lnTo>
                  <a:pt x="211" y="3453"/>
                </a:lnTo>
                <a:lnTo>
                  <a:pt x="331" y="3321"/>
                </a:lnTo>
                <a:lnTo>
                  <a:pt x="452" y="3193"/>
                </a:lnTo>
                <a:lnTo>
                  <a:pt x="602" y="3071"/>
                </a:lnTo>
                <a:lnTo>
                  <a:pt x="782" y="2948"/>
                </a:lnTo>
                <a:lnTo>
                  <a:pt x="962" y="2831"/>
                </a:lnTo>
                <a:lnTo>
                  <a:pt x="1142" y="2714"/>
                </a:lnTo>
                <a:lnTo>
                  <a:pt x="1353" y="2601"/>
                </a:lnTo>
                <a:lnTo>
                  <a:pt x="1593" y="2494"/>
                </a:lnTo>
                <a:lnTo>
                  <a:pt x="1833" y="2382"/>
                </a:lnTo>
                <a:lnTo>
                  <a:pt x="2103" y="2280"/>
                </a:lnTo>
                <a:lnTo>
                  <a:pt x="2374" y="2178"/>
                </a:lnTo>
                <a:lnTo>
                  <a:pt x="2674" y="2081"/>
                </a:lnTo>
                <a:lnTo>
                  <a:pt x="2974" y="1984"/>
                </a:lnTo>
                <a:lnTo>
                  <a:pt x="3275" y="1887"/>
                </a:lnTo>
                <a:lnTo>
                  <a:pt x="3605" y="1796"/>
                </a:lnTo>
                <a:lnTo>
                  <a:pt x="3966" y="1709"/>
                </a:lnTo>
                <a:lnTo>
                  <a:pt x="4686" y="1535"/>
                </a:lnTo>
                <a:lnTo>
                  <a:pt x="5437" y="1377"/>
                </a:lnTo>
                <a:lnTo>
                  <a:pt x="6218" y="1229"/>
                </a:lnTo>
                <a:lnTo>
                  <a:pt x="7059" y="1087"/>
                </a:lnTo>
                <a:lnTo>
                  <a:pt x="7930" y="959"/>
                </a:lnTo>
                <a:lnTo>
                  <a:pt x="8801" y="837"/>
                </a:lnTo>
                <a:lnTo>
                  <a:pt x="9702" y="724"/>
                </a:lnTo>
                <a:lnTo>
                  <a:pt x="10633" y="617"/>
                </a:lnTo>
                <a:lnTo>
                  <a:pt x="11564" y="525"/>
                </a:lnTo>
                <a:lnTo>
                  <a:pt x="12495" y="439"/>
                </a:lnTo>
                <a:lnTo>
                  <a:pt x="13457" y="362"/>
                </a:lnTo>
                <a:lnTo>
                  <a:pt x="14418" y="291"/>
                </a:lnTo>
                <a:lnTo>
                  <a:pt x="15349" y="230"/>
                </a:lnTo>
                <a:lnTo>
                  <a:pt x="16280" y="174"/>
                </a:lnTo>
                <a:lnTo>
                  <a:pt x="17211" y="128"/>
                </a:lnTo>
                <a:lnTo>
                  <a:pt x="18142" y="92"/>
                </a:lnTo>
                <a:lnTo>
                  <a:pt x="19013" y="56"/>
                </a:lnTo>
                <a:lnTo>
                  <a:pt x="19884" y="31"/>
                </a:lnTo>
                <a:lnTo>
                  <a:pt x="20725" y="15"/>
                </a:lnTo>
                <a:lnTo>
                  <a:pt x="21536" y="5"/>
                </a:lnTo>
                <a:lnTo>
                  <a:pt x="22317" y="0"/>
                </a:lnTo>
                <a:lnTo>
                  <a:pt x="22317" y="0"/>
                </a:lnTo>
                <a:lnTo>
                  <a:pt x="2273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2"/>
          <p:cNvSpPr/>
          <p:nvPr/>
        </p:nvSpPr>
        <p:spPr>
          <a:xfrm flipH="1">
            <a:off x="5381252" y="3875865"/>
            <a:ext cx="3762685" cy="1270747"/>
          </a:xfrm>
          <a:custGeom>
            <a:avLst/>
            <a:gdLst/>
            <a:ahLst/>
            <a:cxnLst/>
            <a:rect l="l" t="t" r="r" b="b"/>
            <a:pathLst>
              <a:path w="89444" h="5123" fill="none" extrusionOk="0">
                <a:moveTo>
                  <a:pt x="66497" y="1"/>
                </a:moveTo>
                <a:lnTo>
                  <a:pt x="66497" y="1"/>
                </a:lnTo>
                <a:lnTo>
                  <a:pt x="66497" y="1"/>
                </a:lnTo>
                <a:lnTo>
                  <a:pt x="66497" y="1"/>
                </a:lnTo>
                <a:lnTo>
                  <a:pt x="67879" y="6"/>
                </a:lnTo>
                <a:lnTo>
                  <a:pt x="69261" y="27"/>
                </a:lnTo>
                <a:lnTo>
                  <a:pt x="70612" y="52"/>
                </a:lnTo>
                <a:lnTo>
                  <a:pt x="71273" y="72"/>
                </a:lnTo>
                <a:lnTo>
                  <a:pt x="71934" y="93"/>
                </a:lnTo>
                <a:lnTo>
                  <a:pt x="72594" y="118"/>
                </a:lnTo>
                <a:lnTo>
                  <a:pt x="73255" y="149"/>
                </a:lnTo>
                <a:lnTo>
                  <a:pt x="73886" y="180"/>
                </a:lnTo>
                <a:lnTo>
                  <a:pt x="74517" y="210"/>
                </a:lnTo>
                <a:lnTo>
                  <a:pt x="75147" y="246"/>
                </a:lnTo>
                <a:lnTo>
                  <a:pt x="75778" y="287"/>
                </a:lnTo>
                <a:lnTo>
                  <a:pt x="76379" y="333"/>
                </a:lnTo>
                <a:lnTo>
                  <a:pt x="76980" y="378"/>
                </a:lnTo>
                <a:lnTo>
                  <a:pt x="77550" y="424"/>
                </a:lnTo>
                <a:lnTo>
                  <a:pt x="78151" y="480"/>
                </a:lnTo>
                <a:lnTo>
                  <a:pt x="78692" y="537"/>
                </a:lnTo>
                <a:lnTo>
                  <a:pt x="79232" y="593"/>
                </a:lnTo>
                <a:lnTo>
                  <a:pt x="79773" y="654"/>
                </a:lnTo>
                <a:lnTo>
                  <a:pt x="80313" y="720"/>
                </a:lnTo>
                <a:lnTo>
                  <a:pt x="80794" y="786"/>
                </a:lnTo>
                <a:lnTo>
                  <a:pt x="81305" y="858"/>
                </a:lnTo>
                <a:lnTo>
                  <a:pt x="81755" y="934"/>
                </a:lnTo>
                <a:lnTo>
                  <a:pt x="82236" y="1011"/>
                </a:lnTo>
                <a:lnTo>
                  <a:pt x="82656" y="1093"/>
                </a:lnTo>
                <a:lnTo>
                  <a:pt x="83077" y="1179"/>
                </a:lnTo>
                <a:lnTo>
                  <a:pt x="83497" y="1266"/>
                </a:lnTo>
                <a:lnTo>
                  <a:pt x="83888" y="1358"/>
                </a:lnTo>
                <a:lnTo>
                  <a:pt x="84248" y="1455"/>
                </a:lnTo>
                <a:lnTo>
                  <a:pt x="84578" y="1552"/>
                </a:lnTo>
                <a:lnTo>
                  <a:pt x="84578" y="1552"/>
                </a:lnTo>
                <a:lnTo>
                  <a:pt x="84668" y="1572"/>
                </a:lnTo>
                <a:lnTo>
                  <a:pt x="84668" y="1572"/>
                </a:lnTo>
                <a:lnTo>
                  <a:pt x="84668" y="1572"/>
                </a:lnTo>
                <a:lnTo>
                  <a:pt x="85239" y="1761"/>
                </a:lnTo>
                <a:lnTo>
                  <a:pt x="85810" y="1944"/>
                </a:lnTo>
                <a:lnTo>
                  <a:pt x="86320" y="2133"/>
                </a:lnTo>
                <a:lnTo>
                  <a:pt x="86801" y="2317"/>
                </a:lnTo>
                <a:lnTo>
                  <a:pt x="87221" y="2495"/>
                </a:lnTo>
                <a:lnTo>
                  <a:pt x="87612" y="2679"/>
                </a:lnTo>
                <a:lnTo>
                  <a:pt x="87972" y="2857"/>
                </a:lnTo>
                <a:lnTo>
                  <a:pt x="88273" y="3036"/>
                </a:lnTo>
                <a:lnTo>
                  <a:pt x="88543" y="3209"/>
                </a:lnTo>
                <a:lnTo>
                  <a:pt x="88783" y="3383"/>
                </a:lnTo>
                <a:lnTo>
                  <a:pt x="88993" y="3556"/>
                </a:lnTo>
                <a:lnTo>
                  <a:pt x="89144" y="3724"/>
                </a:lnTo>
                <a:lnTo>
                  <a:pt x="89294" y="3893"/>
                </a:lnTo>
                <a:lnTo>
                  <a:pt x="89384" y="4061"/>
                </a:lnTo>
                <a:lnTo>
                  <a:pt x="89414" y="4224"/>
                </a:lnTo>
                <a:lnTo>
                  <a:pt x="89444" y="4388"/>
                </a:lnTo>
                <a:lnTo>
                  <a:pt x="89444" y="4388"/>
                </a:lnTo>
                <a:lnTo>
                  <a:pt x="89414" y="4576"/>
                </a:lnTo>
                <a:lnTo>
                  <a:pt x="89354" y="4765"/>
                </a:lnTo>
                <a:lnTo>
                  <a:pt x="89234" y="4944"/>
                </a:lnTo>
                <a:lnTo>
                  <a:pt x="89053" y="5122"/>
                </a:lnTo>
                <a:lnTo>
                  <a:pt x="1" y="5122"/>
                </a:lnTo>
                <a:lnTo>
                  <a:pt x="1" y="27"/>
                </a:lnTo>
                <a:lnTo>
                  <a:pt x="63524" y="27"/>
                </a:lnTo>
                <a:lnTo>
                  <a:pt x="63524" y="27"/>
                </a:lnTo>
                <a:lnTo>
                  <a:pt x="63704" y="27"/>
                </a:lnTo>
                <a:lnTo>
                  <a:pt x="63704" y="27"/>
                </a:lnTo>
                <a:lnTo>
                  <a:pt x="63734" y="27"/>
                </a:lnTo>
                <a:lnTo>
                  <a:pt x="63734" y="27"/>
                </a:lnTo>
                <a:lnTo>
                  <a:pt x="63764" y="21"/>
                </a:lnTo>
                <a:lnTo>
                  <a:pt x="63764" y="21"/>
                </a:lnTo>
                <a:lnTo>
                  <a:pt x="65146" y="6"/>
                </a:lnTo>
                <a:lnTo>
                  <a:pt x="6649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2"/>
          <p:cNvSpPr/>
          <p:nvPr/>
        </p:nvSpPr>
        <p:spPr>
          <a:xfrm flipH="1">
            <a:off x="5469616" y="1868776"/>
            <a:ext cx="844042" cy="1173017"/>
          </a:xfrm>
          <a:custGeom>
            <a:avLst/>
            <a:gdLst/>
            <a:ahLst/>
            <a:cxnLst/>
            <a:rect l="l" t="t" r="r" b="b"/>
            <a:pathLst>
              <a:path w="20064" h="4729" fill="none" extrusionOk="0">
                <a:moveTo>
                  <a:pt x="19763" y="1"/>
                </a:moveTo>
                <a:lnTo>
                  <a:pt x="19763" y="1"/>
                </a:lnTo>
                <a:lnTo>
                  <a:pt x="19853" y="164"/>
                </a:lnTo>
                <a:lnTo>
                  <a:pt x="19943" y="332"/>
                </a:lnTo>
                <a:lnTo>
                  <a:pt x="20003" y="511"/>
                </a:lnTo>
                <a:lnTo>
                  <a:pt x="20064" y="689"/>
                </a:lnTo>
                <a:lnTo>
                  <a:pt x="20064" y="689"/>
                </a:lnTo>
                <a:lnTo>
                  <a:pt x="20064" y="954"/>
                </a:lnTo>
                <a:lnTo>
                  <a:pt x="20003" y="1209"/>
                </a:lnTo>
                <a:lnTo>
                  <a:pt x="19883" y="1454"/>
                </a:lnTo>
                <a:lnTo>
                  <a:pt x="19703" y="1689"/>
                </a:lnTo>
                <a:lnTo>
                  <a:pt x="19463" y="1908"/>
                </a:lnTo>
                <a:lnTo>
                  <a:pt x="19162" y="2122"/>
                </a:lnTo>
                <a:lnTo>
                  <a:pt x="18832" y="2326"/>
                </a:lnTo>
                <a:lnTo>
                  <a:pt x="18442" y="2515"/>
                </a:lnTo>
                <a:lnTo>
                  <a:pt x="17991" y="2699"/>
                </a:lnTo>
                <a:lnTo>
                  <a:pt x="17511" y="2872"/>
                </a:lnTo>
                <a:lnTo>
                  <a:pt x="17000" y="3035"/>
                </a:lnTo>
                <a:lnTo>
                  <a:pt x="16429" y="3188"/>
                </a:lnTo>
                <a:lnTo>
                  <a:pt x="15829" y="3336"/>
                </a:lnTo>
                <a:lnTo>
                  <a:pt x="15198" y="3469"/>
                </a:lnTo>
                <a:lnTo>
                  <a:pt x="14537" y="3602"/>
                </a:lnTo>
                <a:lnTo>
                  <a:pt x="13846" y="3719"/>
                </a:lnTo>
                <a:lnTo>
                  <a:pt x="13095" y="3831"/>
                </a:lnTo>
                <a:lnTo>
                  <a:pt x="12375" y="3938"/>
                </a:lnTo>
                <a:lnTo>
                  <a:pt x="11594" y="4035"/>
                </a:lnTo>
                <a:lnTo>
                  <a:pt x="10813" y="4127"/>
                </a:lnTo>
                <a:lnTo>
                  <a:pt x="10002" y="4209"/>
                </a:lnTo>
                <a:lnTo>
                  <a:pt x="9161" y="4285"/>
                </a:lnTo>
                <a:lnTo>
                  <a:pt x="8350" y="4357"/>
                </a:lnTo>
                <a:lnTo>
                  <a:pt x="7509" y="4418"/>
                </a:lnTo>
                <a:lnTo>
                  <a:pt x="6638" y="4479"/>
                </a:lnTo>
                <a:lnTo>
                  <a:pt x="5797" y="4530"/>
                </a:lnTo>
                <a:lnTo>
                  <a:pt x="4926" y="4576"/>
                </a:lnTo>
                <a:lnTo>
                  <a:pt x="4085" y="4617"/>
                </a:lnTo>
                <a:lnTo>
                  <a:pt x="3214" y="4652"/>
                </a:lnTo>
                <a:lnTo>
                  <a:pt x="2373" y="4678"/>
                </a:lnTo>
                <a:lnTo>
                  <a:pt x="1502" y="4708"/>
                </a:lnTo>
                <a:lnTo>
                  <a:pt x="691" y="4729"/>
                </a:lnTo>
                <a:lnTo>
                  <a:pt x="691" y="4729"/>
                </a:lnTo>
                <a:lnTo>
                  <a:pt x="511" y="4581"/>
                </a:lnTo>
                <a:lnTo>
                  <a:pt x="361" y="4433"/>
                </a:lnTo>
                <a:lnTo>
                  <a:pt x="211" y="4285"/>
                </a:lnTo>
                <a:lnTo>
                  <a:pt x="120" y="4142"/>
                </a:lnTo>
                <a:lnTo>
                  <a:pt x="60" y="3999"/>
                </a:lnTo>
                <a:lnTo>
                  <a:pt x="0" y="3857"/>
                </a:lnTo>
                <a:lnTo>
                  <a:pt x="0" y="3719"/>
                </a:lnTo>
                <a:lnTo>
                  <a:pt x="0" y="3576"/>
                </a:lnTo>
                <a:lnTo>
                  <a:pt x="30" y="3444"/>
                </a:lnTo>
                <a:lnTo>
                  <a:pt x="90" y="3306"/>
                </a:lnTo>
                <a:lnTo>
                  <a:pt x="181" y="3173"/>
                </a:lnTo>
                <a:lnTo>
                  <a:pt x="301" y="3041"/>
                </a:lnTo>
                <a:lnTo>
                  <a:pt x="421" y="2913"/>
                </a:lnTo>
                <a:lnTo>
                  <a:pt x="601" y="2780"/>
                </a:lnTo>
                <a:lnTo>
                  <a:pt x="781" y="2653"/>
                </a:lnTo>
                <a:lnTo>
                  <a:pt x="991" y="2530"/>
                </a:lnTo>
                <a:lnTo>
                  <a:pt x="1232" y="2408"/>
                </a:lnTo>
                <a:lnTo>
                  <a:pt x="1502" y="2286"/>
                </a:lnTo>
                <a:lnTo>
                  <a:pt x="1772" y="2168"/>
                </a:lnTo>
                <a:lnTo>
                  <a:pt x="2073" y="2051"/>
                </a:lnTo>
                <a:lnTo>
                  <a:pt x="2403" y="1934"/>
                </a:lnTo>
                <a:lnTo>
                  <a:pt x="2764" y="1821"/>
                </a:lnTo>
                <a:lnTo>
                  <a:pt x="3124" y="1709"/>
                </a:lnTo>
                <a:lnTo>
                  <a:pt x="3514" y="1602"/>
                </a:lnTo>
                <a:lnTo>
                  <a:pt x="3935" y="1495"/>
                </a:lnTo>
                <a:lnTo>
                  <a:pt x="4385" y="1388"/>
                </a:lnTo>
                <a:lnTo>
                  <a:pt x="4866" y="1286"/>
                </a:lnTo>
                <a:lnTo>
                  <a:pt x="5347" y="1189"/>
                </a:lnTo>
                <a:lnTo>
                  <a:pt x="5857" y="1087"/>
                </a:lnTo>
                <a:lnTo>
                  <a:pt x="6368" y="995"/>
                </a:lnTo>
                <a:lnTo>
                  <a:pt x="6908" y="898"/>
                </a:lnTo>
                <a:lnTo>
                  <a:pt x="7479" y="806"/>
                </a:lnTo>
                <a:lnTo>
                  <a:pt x="7479" y="806"/>
                </a:lnTo>
                <a:lnTo>
                  <a:pt x="7990" y="740"/>
                </a:lnTo>
                <a:lnTo>
                  <a:pt x="8500" y="669"/>
                </a:lnTo>
                <a:lnTo>
                  <a:pt x="9101" y="608"/>
                </a:lnTo>
                <a:lnTo>
                  <a:pt x="9702" y="541"/>
                </a:lnTo>
                <a:lnTo>
                  <a:pt x="10362" y="480"/>
                </a:lnTo>
                <a:lnTo>
                  <a:pt x="11083" y="424"/>
                </a:lnTo>
                <a:lnTo>
                  <a:pt x="11804" y="368"/>
                </a:lnTo>
                <a:lnTo>
                  <a:pt x="12585" y="312"/>
                </a:lnTo>
                <a:lnTo>
                  <a:pt x="13396" y="266"/>
                </a:lnTo>
                <a:lnTo>
                  <a:pt x="14237" y="215"/>
                </a:lnTo>
                <a:lnTo>
                  <a:pt x="15108" y="174"/>
                </a:lnTo>
                <a:lnTo>
                  <a:pt x="15979" y="133"/>
                </a:lnTo>
                <a:lnTo>
                  <a:pt x="16910" y="92"/>
                </a:lnTo>
                <a:lnTo>
                  <a:pt x="17841" y="57"/>
                </a:lnTo>
                <a:lnTo>
                  <a:pt x="18802" y="26"/>
                </a:lnTo>
                <a:lnTo>
                  <a:pt x="1976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2"/>
          <p:cNvSpPr txBox="1">
            <a:spLocks noGrp="1"/>
          </p:cNvSpPr>
          <p:nvPr>
            <p:ph type="title"/>
          </p:nvPr>
        </p:nvSpPr>
        <p:spPr>
          <a:xfrm>
            <a:off x="457200" y="1189675"/>
            <a:ext cx="80418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374" name="Google Shape;374;p32"/>
          <p:cNvSpPr txBox="1">
            <a:spLocks noGrp="1"/>
          </p:cNvSpPr>
          <p:nvPr>
            <p:ph type="title" idx="2"/>
          </p:nvPr>
        </p:nvSpPr>
        <p:spPr>
          <a:xfrm>
            <a:off x="457200" y="838200"/>
            <a:ext cx="8229600" cy="263100"/>
          </a:xfrm>
          <a:prstGeom prst="rect">
            <a:avLst/>
          </a:prstGeom>
        </p:spPr>
        <p:txBody>
          <a:bodyPr spcFirstLastPara="1" wrap="square" lIns="0" tIns="0" rIns="0" bIns="0" anchor="b" anchorCtr="0">
            <a:noAutofit/>
          </a:bodyPr>
          <a:lstStyle>
            <a:lvl1pPr lvl="0" rtl="0">
              <a:spcBef>
                <a:spcPts val="0"/>
              </a:spcBef>
              <a:spcAft>
                <a:spcPts val="0"/>
              </a:spcAft>
              <a:buClr>
                <a:srgbClr val="14BEF0"/>
              </a:buClr>
              <a:buSzPts val="1400"/>
              <a:buNone/>
              <a:defRPr sz="1400">
                <a:solidFill>
                  <a:srgbClr val="14BEF0"/>
                </a:solidFill>
              </a:defRPr>
            </a:lvl1pPr>
            <a:lvl2pPr lvl="1" rtl="0">
              <a:spcBef>
                <a:spcPts val="0"/>
              </a:spcBef>
              <a:spcAft>
                <a:spcPts val="0"/>
              </a:spcAft>
              <a:buSzPts val="1200"/>
              <a:buNone/>
              <a:defRPr sz="1200">
                <a:latin typeface="Lato"/>
                <a:ea typeface="Lato"/>
                <a:cs typeface="Lato"/>
                <a:sym typeface="Lato"/>
              </a:defRPr>
            </a:lvl2pPr>
            <a:lvl3pPr lvl="2" rtl="0">
              <a:spcBef>
                <a:spcPts val="0"/>
              </a:spcBef>
              <a:spcAft>
                <a:spcPts val="0"/>
              </a:spcAft>
              <a:buSzPts val="1200"/>
              <a:buNone/>
              <a:defRPr sz="1200">
                <a:latin typeface="Lato"/>
                <a:ea typeface="Lato"/>
                <a:cs typeface="Lato"/>
                <a:sym typeface="Lato"/>
              </a:defRPr>
            </a:lvl3pPr>
            <a:lvl4pPr lvl="3" rtl="0">
              <a:spcBef>
                <a:spcPts val="0"/>
              </a:spcBef>
              <a:spcAft>
                <a:spcPts val="0"/>
              </a:spcAft>
              <a:buSzPts val="1200"/>
              <a:buNone/>
              <a:defRPr sz="1200">
                <a:latin typeface="Lato"/>
                <a:ea typeface="Lato"/>
                <a:cs typeface="Lato"/>
                <a:sym typeface="Lato"/>
              </a:defRPr>
            </a:lvl4pPr>
            <a:lvl5pPr lvl="4" rtl="0">
              <a:spcBef>
                <a:spcPts val="0"/>
              </a:spcBef>
              <a:spcAft>
                <a:spcPts val="0"/>
              </a:spcAft>
              <a:buSzPts val="1200"/>
              <a:buNone/>
              <a:defRPr sz="1200">
                <a:latin typeface="Lato"/>
                <a:ea typeface="Lato"/>
                <a:cs typeface="Lato"/>
                <a:sym typeface="Lato"/>
              </a:defRPr>
            </a:lvl5pPr>
            <a:lvl6pPr lvl="5" rtl="0">
              <a:spcBef>
                <a:spcPts val="0"/>
              </a:spcBef>
              <a:spcAft>
                <a:spcPts val="0"/>
              </a:spcAft>
              <a:buSzPts val="1200"/>
              <a:buNone/>
              <a:defRPr sz="1200">
                <a:latin typeface="Lato"/>
                <a:ea typeface="Lato"/>
                <a:cs typeface="Lato"/>
                <a:sym typeface="Lato"/>
              </a:defRPr>
            </a:lvl6pPr>
            <a:lvl7pPr lvl="6" rtl="0">
              <a:spcBef>
                <a:spcPts val="0"/>
              </a:spcBef>
              <a:spcAft>
                <a:spcPts val="0"/>
              </a:spcAft>
              <a:buSzPts val="1200"/>
              <a:buNone/>
              <a:defRPr sz="1200">
                <a:latin typeface="Lato"/>
                <a:ea typeface="Lato"/>
                <a:cs typeface="Lato"/>
                <a:sym typeface="Lato"/>
              </a:defRPr>
            </a:lvl7pPr>
            <a:lvl8pPr lvl="7" rtl="0">
              <a:spcBef>
                <a:spcPts val="0"/>
              </a:spcBef>
              <a:spcAft>
                <a:spcPts val="0"/>
              </a:spcAft>
              <a:buSzPts val="1200"/>
              <a:buNone/>
              <a:defRPr sz="1200">
                <a:latin typeface="Lato"/>
                <a:ea typeface="Lato"/>
                <a:cs typeface="Lato"/>
                <a:sym typeface="Lato"/>
              </a:defRPr>
            </a:lvl8pPr>
            <a:lvl9pPr lvl="8" rtl="0">
              <a:spcBef>
                <a:spcPts val="0"/>
              </a:spcBef>
              <a:spcAft>
                <a:spcPts val="0"/>
              </a:spcAft>
              <a:buSzPts val="1200"/>
              <a:buNone/>
              <a:defRPr sz="1200">
                <a:latin typeface="Lato"/>
                <a:ea typeface="Lato"/>
                <a:cs typeface="Lato"/>
                <a:sym typeface="Lato"/>
              </a:defRPr>
            </a:lvl9pPr>
          </a:lstStyle>
          <a:p>
            <a:endParaRPr/>
          </a:p>
        </p:txBody>
      </p:sp>
      <p:sp>
        <p:nvSpPr>
          <p:cNvPr id="375" name="Google Shape;375;p32"/>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ue - Section Cover 2">
  <p:cSld name="CUSTOM_2_4">
    <p:bg>
      <p:bgPr>
        <a:solidFill>
          <a:srgbClr val="FFFFFF"/>
        </a:solidFill>
        <a:effectLst/>
      </p:bgPr>
    </p:bg>
    <p:spTree>
      <p:nvGrpSpPr>
        <p:cNvPr id="1" name="Shape 376"/>
        <p:cNvGrpSpPr/>
        <p:nvPr/>
      </p:nvGrpSpPr>
      <p:grpSpPr>
        <a:xfrm>
          <a:off x="0" y="0"/>
          <a:ext cx="0" cy="0"/>
          <a:chOff x="0" y="0"/>
          <a:chExt cx="0" cy="0"/>
        </a:xfrm>
      </p:grpSpPr>
      <p:sp>
        <p:nvSpPr>
          <p:cNvPr id="377" name="Google Shape;377;p33"/>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3"/>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3"/>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380" name="Google Shape;380;p33"/>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ue - Section Cover 1">
  <p:cSld name="CUSTOM_2_3">
    <p:bg>
      <p:bgPr>
        <a:solidFill>
          <a:srgbClr val="1CBDEF"/>
        </a:solidFill>
        <a:effectLst/>
      </p:bgPr>
    </p:bg>
    <p:spTree>
      <p:nvGrpSpPr>
        <p:cNvPr id="1" name="Shape 381"/>
        <p:cNvGrpSpPr/>
        <p:nvPr/>
      </p:nvGrpSpPr>
      <p:grpSpPr>
        <a:xfrm>
          <a:off x="0" y="0"/>
          <a:ext cx="0" cy="0"/>
          <a:chOff x="0" y="0"/>
          <a:chExt cx="0" cy="0"/>
        </a:xfrm>
      </p:grpSpPr>
      <p:sp>
        <p:nvSpPr>
          <p:cNvPr id="382" name="Google Shape;382;p34"/>
          <p:cNvSpPr/>
          <p:nvPr/>
        </p:nvSpPr>
        <p:spPr>
          <a:xfrm flipH="1">
            <a:off x="5381316" y="3872757"/>
            <a:ext cx="3762685" cy="1270747"/>
          </a:xfrm>
          <a:custGeom>
            <a:avLst/>
            <a:gdLst/>
            <a:ahLst/>
            <a:cxnLst/>
            <a:rect l="l" t="t" r="r" b="b"/>
            <a:pathLst>
              <a:path w="89444" h="5123" extrusionOk="0">
                <a:moveTo>
                  <a:pt x="65897" y="1"/>
                </a:moveTo>
                <a:lnTo>
                  <a:pt x="65116" y="6"/>
                </a:lnTo>
                <a:lnTo>
                  <a:pt x="64305" y="16"/>
                </a:lnTo>
                <a:lnTo>
                  <a:pt x="63524" y="27"/>
                </a:lnTo>
                <a:lnTo>
                  <a:pt x="1" y="27"/>
                </a:lnTo>
                <a:lnTo>
                  <a:pt x="1" y="5122"/>
                </a:lnTo>
                <a:lnTo>
                  <a:pt x="89053" y="5122"/>
                </a:lnTo>
                <a:lnTo>
                  <a:pt x="89234" y="4928"/>
                </a:lnTo>
                <a:lnTo>
                  <a:pt x="89354" y="4724"/>
                </a:lnTo>
                <a:lnTo>
                  <a:pt x="89414" y="4520"/>
                </a:lnTo>
                <a:lnTo>
                  <a:pt x="89444" y="4311"/>
                </a:lnTo>
                <a:lnTo>
                  <a:pt x="89384" y="4097"/>
                </a:lnTo>
                <a:lnTo>
                  <a:pt x="89264" y="3883"/>
                </a:lnTo>
                <a:lnTo>
                  <a:pt x="89114" y="3663"/>
                </a:lnTo>
                <a:lnTo>
                  <a:pt x="88873" y="3444"/>
                </a:lnTo>
                <a:lnTo>
                  <a:pt x="88573" y="3220"/>
                </a:lnTo>
                <a:lnTo>
                  <a:pt x="88213" y="2990"/>
                </a:lnTo>
                <a:lnTo>
                  <a:pt x="87792" y="2760"/>
                </a:lnTo>
                <a:lnTo>
                  <a:pt x="87281" y="2526"/>
                </a:lnTo>
                <a:lnTo>
                  <a:pt x="86741" y="2291"/>
                </a:lnTo>
                <a:lnTo>
                  <a:pt x="86110" y="2057"/>
                </a:lnTo>
                <a:lnTo>
                  <a:pt x="85419" y="1817"/>
                </a:lnTo>
                <a:lnTo>
                  <a:pt x="84668" y="1572"/>
                </a:lnTo>
                <a:lnTo>
                  <a:pt x="84278" y="1460"/>
                </a:lnTo>
                <a:lnTo>
                  <a:pt x="83857" y="1353"/>
                </a:lnTo>
                <a:lnTo>
                  <a:pt x="83407" y="1251"/>
                </a:lnTo>
                <a:lnTo>
                  <a:pt x="82956" y="1149"/>
                </a:lnTo>
                <a:lnTo>
                  <a:pt x="82446" y="1057"/>
                </a:lnTo>
                <a:lnTo>
                  <a:pt x="81935" y="965"/>
                </a:lnTo>
                <a:lnTo>
                  <a:pt x="81425" y="878"/>
                </a:lnTo>
                <a:lnTo>
                  <a:pt x="80854" y="797"/>
                </a:lnTo>
                <a:lnTo>
                  <a:pt x="80283" y="715"/>
                </a:lnTo>
                <a:lnTo>
                  <a:pt x="79683" y="644"/>
                </a:lnTo>
                <a:lnTo>
                  <a:pt x="79082" y="572"/>
                </a:lnTo>
                <a:lnTo>
                  <a:pt x="78421" y="506"/>
                </a:lnTo>
                <a:lnTo>
                  <a:pt x="77790" y="445"/>
                </a:lnTo>
                <a:lnTo>
                  <a:pt x="77130" y="389"/>
                </a:lnTo>
                <a:lnTo>
                  <a:pt x="76439" y="338"/>
                </a:lnTo>
                <a:lnTo>
                  <a:pt x="75748" y="287"/>
                </a:lnTo>
                <a:lnTo>
                  <a:pt x="75057" y="241"/>
                </a:lnTo>
                <a:lnTo>
                  <a:pt x="74336" y="200"/>
                </a:lnTo>
                <a:lnTo>
                  <a:pt x="73586" y="164"/>
                </a:lnTo>
                <a:lnTo>
                  <a:pt x="72865" y="129"/>
                </a:lnTo>
                <a:lnTo>
                  <a:pt x="72114" y="103"/>
                </a:lnTo>
                <a:lnTo>
                  <a:pt x="71363" y="78"/>
                </a:lnTo>
                <a:lnTo>
                  <a:pt x="70582" y="52"/>
                </a:lnTo>
                <a:lnTo>
                  <a:pt x="69831" y="37"/>
                </a:lnTo>
                <a:lnTo>
                  <a:pt x="69050" y="21"/>
                </a:lnTo>
                <a:lnTo>
                  <a:pt x="68269" y="11"/>
                </a:lnTo>
                <a:lnTo>
                  <a:pt x="67489" y="6"/>
                </a:lnTo>
                <a:lnTo>
                  <a:pt x="66678"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4"/>
          <p:cNvSpPr/>
          <p:nvPr/>
        </p:nvSpPr>
        <p:spPr>
          <a:xfrm flipH="1">
            <a:off x="5381316" y="3872757"/>
            <a:ext cx="3762685" cy="1270747"/>
          </a:xfrm>
          <a:custGeom>
            <a:avLst/>
            <a:gdLst/>
            <a:ahLst/>
            <a:cxnLst/>
            <a:rect l="l" t="t" r="r" b="b"/>
            <a:pathLst>
              <a:path w="89444" h="5123" fill="none" extrusionOk="0">
                <a:moveTo>
                  <a:pt x="1" y="27"/>
                </a:moveTo>
                <a:lnTo>
                  <a:pt x="63524" y="27"/>
                </a:lnTo>
                <a:lnTo>
                  <a:pt x="63524" y="27"/>
                </a:lnTo>
                <a:lnTo>
                  <a:pt x="64305" y="16"/>
                </a:lnTo>
                <a:lnTo>
                  <a:pt x="65116" y="6"/>
                </a:lnTo>
                <a:lnTo>
                  <a:pt x="65897" y="1"/>
                </a:lnTo>
                <a:lnTo>
                  <a:pt x="66678" y="1"/>
                </a:lnTo>
                <a:lnTo>
                  <a:pt x="67489" y="6"/>
                </a:lnTo>
                <a:lnTo>
                  <a:pt x="68269" y="11"/>
                </a:lnTo>
                <a:lnTo>
                  <a:pt x="69050" y="21"/>
                </a:lnTo>
                <a:lnTo>
                  <a:pt x="69831" y="37"/>
                </a:lnTo>
                <a:lnTo>
                  <a:pt x="70582" y="52"/>
                </a:lnTo>
                <a:lnTo>
                  <a:pt x="71363" y="78"/>
                </a:lnTo>
                <a:lnTo>
                  <a:pt x="72114" y="103"/>
                </a:lnTo>
                <a:lnTo>
                  <a:pt x="72865" y="129"/>
                </a:lnTo>
                <a:lnTo>
                  <a:pt x="73586" y="164"/>
                </a:lnTo>
                <a:lnTo>
                  <a:pt x="74336" y="200"/>
                </a:lnTo>
                <a:lnTo>
                  <a:pt x="75057" y="241"/>
                </a:lnTo>
                <a:lnTo>
                  <a:pt x="75748" y="287"/>
                </a:lnTo>
                <a:lnTo>
                  <a:pt x="76439" y="338"/>
                </a:lnTo>
                <a:lnTo>
                  <a:pt x="77130" y="389"/>
                </a:lnTo>
                <a:lnTo>
                  <a:pt x="77790" y="445"/>
                </a:lnTo>
                <a:lnTo>
                  <a:pt x="78421" y="506"/>
                </a:lnTo>
                <a:lnTo>
                  <a:pt x="79082" y="572"/>
                </a:lnTo>
                <a:lnTo>
                  <a:pt x="79683" y="644"/>
                </a:lnTo>
                <a:lnTo>
                  <a:pt x="80283" y="715"/>
                </a:lnTo>
                <a:lnTo>
                  <a:pt x="80854" y="797"/>
                </a:lnTo>
                <a:lnTo>
                  <a:pt x="81425" y="878"/>
                </a:lnTo>
                <a:lnTo>
                  <a:pt x="81935" y="965"/>
                </a:lnTo>
                <a:lnTo>
                  <a:pt x="82446" y="1057"/>
                </a:lnTo>
                <a:lnTo>
                  <a:pt x="82956" y="1149"/>
                </a:lnTo>
                <a:lnTo>
                  <a:pt x="83407" y="1251"/>
                </a:lnTo>
                <a:lnTo>
                  <a:pt x="83857" y="1353"/>
                </a:lnTo>
                <a:lnTo>
                  <a:pt x="84278" y="1460"/>
                </a:lnTo>
                <a:lnTo>
                  <a:pt x="84668" y="1572"/>
                </a:lnTo>
                <a:lnTo>
                  <a:pt x="84668" y="1572"/>
                </a:lnTo>
                <a:lnTo>
                  <a:pt x="85419" y="1817"/>
                </a:lnTo>
                <a:lnTo>
                  <a:pt x="86110" y="2057"/>
                </a:lnTo>
                <a:lnTo>
                  <a:pt x="86741" y="2291"/>
                </a:lnTo>
                <a:lnTo>
                  <a:pt x="87281" y="2526"/>
                </a:lnTo>
                <a:lnTo>
                  <a:pt x="87792" y="2760"/>
                </a:lnTo>
                <a:lnTo>
                  <a:pt x="88213" y="2990"/>
                </a:lnTo>
                <a:lnTo>
                  <a:pt x="88573" y="3220"/>
                </a:lnTo>
                <a:lnTo>
                  <a:pt x="88873" y="3444"/>
                </a:lnTo>
                <a:lnTo>
                  <a:pt x="89114" y="3663"/>
                </a:lnTo>
                <a:lnTo>
                  <a:pt x="89264" y="3883"/>
                </a:lnTo>
                <a:lnTo>
                  <a:pt x="89384" y="4097"/>
                </a:lnTo>
                <a:lnTo>
                  <a:pt x="89444" y="4311"/>
                </a:lnTo>
                <a:lnTo>
                  <a:pt x="89414" y="4520"/>
                </a:lnTo>
                <a:lnTo>
                  <a:pt x="89354" y="4724"/>
                </a:lnTo>
                <a:lnTo>
                  <a:pt x="89234" y="4928"/>
                </a:lnTo>
                <a:lnTo>
                  <a:pt x="89053" y="5122"/>
                </a:lnTo>
                <a:lnTo>
                  <a:pt x="1" y="5122"/>
                </a:lnTo>
                <a:lnTo>
                  <a:pt x="1" y="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4"/>
          <p:cNvSpPr/>
          <p:nvPr/>
        </p:nvSpPr>
        <p:spPr>
          <a:xfrm flipH="1">
            <a:off x="5381316" y="3872757"/>
            <a:ext cx="3762685" cy="1270747"/>
          </a:xfrm>
          <a:custGeom>
            <a:avLst/>
            <a:gdLst/>
            <a:ahLst/>
            <a:cxnLst/>
            <a:rect l="l" t="t" r="r" b="b"/>
            <a:pathLst>
              <a:path w="89444" h="5123" extrusionOk="0">
                <a:moveTo>
                  <a:pt x="66497" y="1"/>
                </a:moveTo>
                <a:lnTo>
                  <a:pt x="65146" y="6"/>
                </a:lnTo>
                <a:lnTo>
                  <a:pt x="63764" y="21"/>
                </a:lnTo>
                <a:lnTo>
                  <a:pt x="63734" y="27"/>
                </a:lnTo>
                <a:lnTo>
                  <a:pt x="1" y="27"/>
                </a:lnTo>
                <a:lnTo>
                  <a:pt x="1" y="5122"/>
                </a:lnTo>
                <a:lnTo>
                  <a:pt x="89053" y="5122"/>
                </a:lnTo>
                <a:lnTo>
                  <a:pt x="89234" y="4944"/>
                </a:lnTo>
                <a:lnTo>
                  <a:pt x="89354" y="4765"/>
                </a:lnTo>
                <a:lnTo>
                  <a:pt x="89414" y="4576"/>
                </a:lnTo>
                <a:lnTo>
                  <a:pt x="89444" y="4388"/>
                </a:lnTo>
                <a:lnTo>
                  <a:pt x="89414" y="4224"/>
                </a:lnTo>
                <a:lnTo>
                  <a:pt x="89384" y="4061"/>
                </a:lnTo>
                <a:lnTo>
                  <a:pt x="89294" y="3893"/>
                </a:lnTo>
                <a:lnTo>
                  <a:pt x="89144" y="3724"/>
                </a:lnTo>
                <a:lnTo>
                  <a:pt x="88993" y="3556"/>
                </a:lnTo>
                <a:lnTo>
                  <a:pt x="88783" y="3383"/>
                </a:lnTo>
                <a:lnTo>
                  <a:pt x="88543" y="3209"/>
                </a:lnTo>
                <a:lnTo>
                  <a:pt x="88273" y="3036"/>
                </a:lnTo>
                <a:lnTo>
                  <a:pt x="87972" y="2857"/>
                </a:lnTo>
                <a:lnTo>
                  <a:pt x="87612" y="2679"/>
                </a:lnTo>
                <a:lnTo>
                  <a:pt x="87221" y="2495"/>
                </a:lnTo>
                <a:lnTo>
                  <a:pt x="86801" y="2317"/>
                </a:lnTo>
                <a:lnTo>
                  <a:pt x="86320" y="2133"/>
                </a:lnTo>
                <a:lnTo>
                  <a:pt x="85810" y="1944"/>
                </a:lnTo>
                <a:lnTo>
                  <a:pt x="85239" y="1761"/>
                </a:lnTo>
                <a:lnTo>
                  <a:pt x="84668" y="1572"/>
                </a:lnTo>
                <a:lnTo>
                  <a:pt x="84578" y="1552"/>
                </a:lnTo>
                <a:lnTo>
                  <a:pt x="84248" y="1455"/>
                </a:lnTo>
                <a:lnTo>
                  <a:pt x="83888" y="1358"/>
                </a:lnTo>
                <a:lnTo>
                  <a:pt x="83497" y="1266"/>
                </a:lnTo>
                <a:lnTo>
                  <a:pt x="83077" y="1179"/>
                </a:lnTo>
                <a:lnTo>
                  <a:pt x="82656" y="1093"/>
                </a:lnTo>
                <a:lnTo>
                  <a:pt x="82236" y="1011"/>
                </a:lnTo>
                <a:lnTo>
                  <a:pt x="81755" y="934"/>
                </a:lnTo>
                <a:lnTo>
                  <a:pt x="81305" y="858"/>
                </a:lnTo>
                <a:lnTo>
                  <a:pt x="80794" y="786"/>
                </a:lnTo>
                <a:lnTo>
                  <a:pt x="80313" y="720"/>
                </a:lnTo>
                <a:lnTo>
                  <a:pt x="79773" y="654"/>
                </a:lnTo>
                <a:lnTo>
                  <a:pt x="79232" y="593"/>
                </a:lnTo>
                <a:lnTo>
                  <a:pt x="78692" y="537"/>
                </a:lnTo>
                <a:lnTo>
                  <a:pt x="78151" y="480"/>
                </a:lnTo>
                <a:lnTo>
                  <a:pt x="77550" y="424"/>
                </a:lnTo>
                <a:lnTo>
                  <a:pt x="76980" y="378"/>
                </a:lnTo>
                <a:lnTo>
                  <a:pt x="76379" y="333"/>
                </a:lnTo>
                <a:lnTo>
                  <a:pt x="75778" y="287"/>
                </a:lnTo>
                <a:lnTo>
                  <a:pt x="75147" y="246"/>
                </a:lnTo>
                <a:lnTo>
                  <a:pt x="74517" y="210"/>
                </a:lnTo>
                <a:lnTo>
                  <a:pt x="73886" y="180"/>
                </a:lnTo>
                <a:lnTo>
                  <a:pt x="73255" y="149"/>
                </a:lnTo>
                <a:lnTo>
                  <a:pt x="72594" y="118"/>
                </a:lnTo>
                <a:lnTo>
                  <a:pt x="71934" y="93"/>
                </a:lnTo>
                <a:lnTo>
                  <a:pt x="71273" y="72"/>
                </a:lnTo>
                <a:lnTo>
                  <a:pt x="70612" y="52"/>
                </a:lnTo>
                <a:lnTo>
                  <a:pt x="69261" y="27"/>
                </a:lnTo>
                <a:lnTo>
                  <a:pt x="67879" y="6"/>
                </a:lnTo>
                <a:lnTo>
                  <a:pt x="66497" y="1"/>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4"/>
          <p:cNvSpPr/>
          <p:nvPr/>
        </p:nvSpPr>
        <p:spPr>
          <a:xfrm flipH="1">
            <a:off x="219843" y="1845955"/>
            <a:ext cx="6064745" cy="2027044"/>
          </a:xfrm>
          <a:custGeom>
            <a:avLst/>
            <a:gdLst/>
            <a:ahLst/>
            <a:cxnLst/>
            <a:rect l="l" t="t" r="r" b="b"/>
            <a:pathLst>
              <a:path w="144167" h="8172" fill="none" extrusionOk="0">
                <a:moveTo>
                  <a:pt x="25920" y="1"/>
                </a:moveTo>
                <a:lnTo>
                  <a:pt x="118427" y="1"/>
                </a:lnTo>
                <a:lnTo>
                  <a:pt x="118427" y="1"/>
                </a:lnTo>
                <a:lnTo>
                  <a:pt x="119748" y="1"/>
                </a:lnTo>
                <a:lnTo>
                  <a:pt x="121100" y="16"/>
                </a:lnTo>
                <a:lnTo>
                  <a:pt x="122422" y="31"/>
                </a:lnTo>
                <a:lnTo>
                  <a:pt x="123713" y="57"/>
                </a:lnTo>
                <a:lnTo>
                  <a:pt x="125035" y="93"/>
                </a:lnTo>
                <a:lnTo>
                  <a:pt x="126296" y="133"/>
                </a:lnTo>
                <a:lnTo>
                  <a:pt x="127557" y="184"/>
                </a:lnTo>
                <a:lnTo>
                  <a:pt x="128759" y="240"/>
                </a:lnTo>
                <a:lnTo>
                  <a:pt x="129960" y="312"/>
                </a:lnTo>
                <a:lnTo>
                  <a:pt x="131102" y="388"/>
                </a:lnTo>
                <a:lnTo>
                  <a:pt x="131642" y="429"/>
                </a:lnTo>
                <a:lnTo>
                  <a:pt x="132183" y="475"/>
                </a:lnTo>
                <a:lnTo>
                  <a:pt x="132723" y="521"/>
                </a:lnTo>
                <a:lnTo>
                  <a:pt x="133234" y="572"/>
                </a:lnTo>
                <a:lnTo>
                  <a:pt x="133715" y="628"/>
                </a:lnTo>
                <a:lnTo>
                  <a:pt x="134225" y="679"/>
                </a:lnTo>
                <a:lnTo>
                  <a:pt x="134676" y="740"/>
                </a:lnTo>
                <a:lnTo>
                  <a:pt x="135126" y="802"/>
                </a:lnTo>
                <a:lnTo>
                  <a:pt x="135577" y="863"/>
                </a:lnTo>
                <a:lnTo>
                  <a:pt x="135997" y="929"/>
                </a:lnTo>
                <a:lnTo>
                  <a:pt x="136388" y="1000"/>
                </a:lnTo>
                <a:lnTo>
                  <a:pt x="136778" y="1072"/>
                </a:lnTo>
                <a:lnTo>
                  <a:pt x="136778" y="1072"/>
                </a:lnTo>
                <a:lnTo>
                  <a:pt x="137499" y="1220"/>
                </a:lnTo>
                <a:lnTo>
                  <a:pt x="138190" y="1373"/>
                </a:lnTo>
                <a:lnTo>
                  <a:pt x="138820" y="1536"/>
                </a:lnTo>
                <a:lnTo>
                  <a:pt x="139451" y="1699"/>
                </a:lnTo>
                <a:lnTo>
                  <a:pt x="140052" y="1873"/>
                </a:lnTo>
                <a:lnTo>
                  <a:pt x="140623" y="2046"/>
                </a:lnTo>
                <a:lnTo>
                  <a:pt x="141133" y="2225"/>
                </a:lnTo>
                <a:lnTo>
                  <a:pt x="141644" y="2408"/>
                </a:lnTo>
                <a:lnTo>
                  <a:pt x="142094" y="2597"/>
                </a:lnTo>
                <a:lnTo>
                  <a:pt x="142485" y="2791"/>
                </a:lnTo>
                <a:lnTo>
                  <a:pt x="142875" y="2980"/>
                </a:lnTo>
                <a:lnTo>
                  <a:pt x="143206" y="3178"/>
                </a:lnTo>
                <a:lnTo>
                  <a:pt x="143476" y="3372"/>
                </a:lnTo>
                <a:lnTo>
                  <a:pt x="143716" y="3576"/>
                </a:lnTo>
                <a:lnTo>
                  <a:pt x="143896" y="3775"/>
                </a:lnTo>
                <a:lnTo>
                  <a:pt x="144046" y="3974"/>
                </a:lnTo>
                <a:lnTo>
                  <a:pt x="144137" y="4178"/>
                </a:lnTo>
                <a:lnTo>
                  <a:pt x="144167" y="4377"/>
                </a:lnTo>
                <a:lnTo>
                  <a:pt x="144167" y="4581"/>
                </a:lnTo>
                <a:lnTo>
                  <a:pt x="144107" y="4780"/>
                </a:lnTo>
                <a:lnTo>
                  <a:pt x="143986" y="4979"/>
                </a:lnTo>
                <a:lnTo>
                  <a:pt x="143806" y="5178"/>
                </a:lnTo>
                <a:lnTo>
                  <a:pt x="143566" y="5372"/>
                </a:lnTo>
                <a:lnTo>
                  <a:pt x="143266" y="5566"/>
                </a:lnTo>
                <a:lnTo>
                  <a:pt x="142905" y="5759"/>
                </a:lnTo>
                <a:lnTo>
                  <a:pt x="142485" y="5948"/>
                </a:lnTo>
                <a:lnTo>
                  <a:pt x="142004" y="6132"/>
                </a:lnTo>
                <a:lnTo>
                  <a:pt x="141433" y="6310"/>
                </a:lnTo>
                <a:lnTo>
                  <a:pt x="140833" y="6489"/>
                </a:lnTo>
                <a:lnTo>
                  <a:pt x="140502" y="6575"/>
                </a:lnTo>
                <a:lnTo>
                  <a:pt x="140142" y="6662"/>
                </a:lnTo>
                <a:lnTo>
                  <a:pt x="139782" y="6744"/>
                </a:lnTo>
                <a:lnTo>
                  <a:pt x="139391" y="6825"/>
                </a:lnTo>
                <a:lnTo>
                  <a:pt x="138971" y="6907"/>
                </a:lnTo>
                <a:lnTo>
                  <a:pt x="138550" y="6989"/>
                </a:lnTo>
                <a:lnTo>
                  <a:pt x="138550" y="6989"/>
                </a:lnTo>
                <a:lnTo>
                  <a:pt x="138220" y="7050"/>
                </a:lnTo>
                <a:lnTo>
                  <a:pt x="137829" y="7111"/>
                </a:lnTo>
                <a:lnTo>
                  <a:pt x="137439" y="7167"/>
                </a:lnTo>
                <a:lnTo>
                  <a:pt x="137018" y="7228"/>
                </a:lnTo>
                <a:lnTo>
                  <a:pt x="136568" y="7284"/>
                </a:lnTo>
                <a:lnTo>
                  <a:pt x="136117" y="7341"/>
                </a:lnTo>
                <a:lnTo>
                  <a:pt x="135126" y="7448"/>
                </a:lnTo>
                <a:lnTo>
                  <a:pt x="134045" y="7550"/>
                </a:lnTo>
                <a:lnTo>
                  <a:pt x="132904" y="7652"/>
                </a:lnTo>
                <a:lnTo>
                  <a:pt x="131702" y="7738"/>
                </a:lnTo>
                <a:lnTo>
                  <a:pt x="130441" y="7825"/>
                </a:lnTo>
                <a:lnTo>
                  <a:pt x="129119" y="7902"/>
                </a:lnTo>
                <a:lnTo>
                  <a:pt x="127738" y="7968"/>
                </a:lnTo>
                <a:lnTo>
                  <a:pt x="126356" y="8029"/>
                </a:lnTo>
                <a:lnTo>
                  <a:pt x="124914" y="8075"/>
                </a:lnTo>
                <a:lnTo>
                  <a:pt x="123443" y="8116"/>
                </a:lnTo>
                <a:lnTo>
                  <a:pt x="121941" y="8146"/>
                </a:lnTo>
                <a:lnTo>
                  <a:pt x="120469" y="8162"/>
                </a:lnTo>
                <a:lnTo>
                  <a:pt x="118937" y="8172"/>
                </a:lnTo>
                <a:lnTo>
                  <a:pt x="118937" y="8172"/>
                </a:lnTo>
                <a:lnTo>
                  <a:pt x="117526" y="8167"/>
                </a:lnTo>
                <a:lnTo>
                  <a:pt x="116114" y="8146"/>
                </a:lnTo>
                <a:lnTo>
                  <a:pt x="25229" y="8146"/>
                </a:lnTo>
                <a:lnTo>
                  <a:pt x="25229" y="8146"/>
                </a:lnTo>
                <a:lnTo>
                  <a:pt x="24478" y="8157"/>
                </a:lnTo>
                <a:lnTo>
                  <a:pt x="23728" y="8167"/>
                </a:lnTo>
                <a:lnTo>
                  <a:pt x="23007" y="8172"/>
                </a:lnTo>
                <a:lnTo>
                  <a:pt x="22256" y="8172"/>
                </a:lnTo>
                <a:lnTo>
                  <a:pt x="22256" y="8172"/>
                </a:lnTo>
                <a:lnTo>
                  <a:pt x="20874" y="8167"/>
                </a:lnTo>
                <a:lnTo>
                  <a:pt x="19493" y="8152"/>
                </a:lnTo>
                <a:lnTo>
                  <a:pt x="18111" y="8121"/>
                </a:lnTo>
                <a:lnTo>
                  <a:pt x="17450" y="8101"/>
                </a:lnTo>
                <a:lnTo>
                  <a:pt x="16790" y="8080"/>
                </a:lnTo>
                <a:lnTo>
                  <a:pt x="16099" y="8055"/>
                </a:lnTo>
                <a:lnTo>
                  <a:pt x="15468" y="8024"/>
                </a:lnTo>
                <a:lnTo>
                  <a:pt x="14807" y="7993"/>
                </a:lnTo>
                <a:lnTo>
                  <a:pt x="14177" y="7963"/>
                </a:lnTo>
                <a:lnTo>
                  <a:pt x="13546" y="7922"/>
                </a:lnTo>
                <a:lnTo>
                  <a:pt x="12915" y="7881"/>
                </a:lnTo>
                <a:lnTo>
                  <a:pt x="12314" y="7840"/>
                </a:lnTo>
                <a:lnTo>
                  <a:pt x="11714" y="7795"/>
                </a:lnTo>
                <a:lnTo>
                  <a:pt x="11113" y="7744"/>
                </a:lnTo>
                <a:lnTo>
                  <a:pt x="10542" y="7687"/>
                </a:lnTo>
                <a:lnTo>
                  <a:pt x="9972" y="7631"/>
                </a:lnTo>
                <a:lnTo>
                  <a:pt x="9431" y="7575"/>
                </a:lnTo>
                <a:lnTo>
                  <a:pt x="8890" y="7509"/>
                </a:lnTo>
                <a:lnTo>
                  <a:pt x="8380" y="7448"/>
                </a:lnTo>
                <a:lnTo>
                  <a:pt x="7869" y="7376"/>
                </a:lnTo>
                <a:lnTo>
                  <a:pt x="7359" y="7305"/>
                </a:lnTo>
                <a:lnTo>
                  <a:pt x="6908" y="7228"/>
                </a:lnTo>
                <a:lnTo>
                  <a:pt x="6428" y="7147"/>
                </a:lnTo>
                <a:lnTo>
                  <a:pt x="6007" y="7065"/>
                </a:lnTo>
                <a:lnTo>
                  <a:pt x="5587" y="6978"/>
                </a:lnTo>
                <a:lnTo>
                  <a:pt x="5166" y="6892"/>
                </a:lnTo>
                <a:lnTo>
                  <a:pt x="4806" y="6800"/>
                </a:lnTo>
                <a:lnTo>
                  <a:pt x="4415" y="6703"/>
                </a:lnTo>
                <a:lnTo>
                  <a:pt x="4085" y="6601"/>
                </a:lnTo>
                <a:lnTo>
                  <a:pt x="4085" y="6601"/>
                </a:lnTo>
                <a:lnTo>
                  <a:pt x="3364" y="6371"/>
                </a:lnTo>
                <a:lnTo>
                  <a:pt x="2703" y="6142"/>
                </a:lnTo>
                <a:lnTo>
                  <a:pt x="2103" y="5918"/>
                </a:lnTo>
                <a:lnTo>
                  <a:pt x="1562" y="5693"/>
                </a:lnTo>
                <a:lnTo>
                  <a:pt x="1081" y="5469"/>
                </a:lnTo>
                <a:lnTo>
                  <a:pt x="661" y="5249"/>
                </a:lnTo>
                <a:lnTo>
                  <a:pt x="300" y="5035"/>
                </a:lnTo>
                <a:lnTo>
                  <a:pt x="0" y="4821"/>
                </a:lnTo>
                <a:lnTo>
                  <a:pt x="0" y="4821"/>
                </a:lnTo>
                <a:lnTo>
                  <a:pt x="811" y="4800"/>
                </a:lnTo>
                <a:lnTo>
                  <a:pt x="1682" y="4770"/>
                </a:lnTo>
                <a:lnTo>
                  <a:pt x="2523" y="4744"/>
                </a:lnTo>
                <a:lnTo>
                  <a:pt x="3394" y="4709"/>
                </a:lnTo>
                <a:lnTo>
                  <a:pt x="4235" y="4668"/>
                </a:lnTo>
                <a:lnTo>
                  <a:pt x="5106" y="4622"/>
                </a:lnTo>
                <a:lnTo>
                  <a:pt x="5947" y="4571"/>
                </a:lnTo>
                <a:lnTo>
                  <a:pt x="6818" y="4510"/>
                </a:lnTo>
                <a:lnTo>
                  <a:pt x="7659" y="4449"/>
                </a:lnTo>
                <a:lnTo>
                  <a:pt x="8470" y="4377"/>
                </a:lnTo>
                <a:lnTo>
                  <a:pt x="9311" y="4301"/>
                </a:lnTo>
                <a:lnTo>
                  <a:pt x="10122" y="4219"/>
                </a:lnTo>
                <a:lnTo>
                  <a:pt x="10903" y="4127"/>
                </a:lnTo>
                <a:lnTo>
                  <a:pt x="11684" y="4030"/>
                </a:lnTo>
                <a:lnTo>
                  <a:pt x="12404" y="3923"/>
                </a:lnTo>
                <a:lnTo>
                  <a:pt x="13155" y="3811"/>
                </a:lnTo>
                <a:lnTo>
                  <a:pt x="13846" y="3694"/>
                </a:lnTo>
                <a:lnTo>
                  <a:pt x="14507" y="3561"/>
                </a:lnTo>
                <a:lnTo>
                  <a:pt x="15138" y="3428"/>
                </a:lnTo>
                <a:lnTo>
                  <a:pt x="15738" y="3280"/>
                </a:lnTo>
                <a:lnTo>
                  <a:pt x="16309" y="3127"/>
                </a:lnTo>
                <a:lnTo>
                  <a:pt x="16820" y="2964"/>
                </a:lnTo>
                <a:lnTo>
                  <a:pt x="17300" y="2791"/>
                </a:lnTo>
                <a:lnTo>
                  <a:pt x="17751" y="2607"/>
                </a:lnTo>
                <a:lnTo>
                  <a:pt x="18141" y="2418"/>
                </a:lnTo>
                <a:lnTo>
                  <a:pt x="18471" y="2214"/>
                </a:lnTo>
                <a:lnTo>
                  <a:pt x="18772" y="2000"/>
                </a:lnTo>
                <a:lnTo>
                  <a:pt x="19012" y="1781"/>
                </a:lnTo>
                <a:lnTo>
                  <a:pt x="19192" y="1546"/>
                </a:lnTo>
                <a:lnTo>
                  <a:pt x="19312" y="1301"/>
                </a:lnTo>
                <a:lnTo>
                  <a:pt x="19373" y="1046"/>
                </a:lnTo>
                <a:lnTo>
                  <a:pt x="19373" y="781"/>
                </a:lnTo>
                <a:lnTo>
                  <a:pt x="19373" y="781"/>
                </a:lnTo>
                <a:lnTo>
                  <a:pt x="19312" y="603"/>
                </a:lnTo>
                <a:lnTo>
                  <a:pt x="19252" y="424"/>
                </a:lnTo>
                <a:lnTo>
                  <a:pt x="19162" y="256"/>
                </a:lnTo>
                <a:lnTo>
                  <a:pt x="19072" y="93"/>
                </a:lnTo>
                <a:lnTo>
                  <a:pt x="19072" y="93"/>
                </a:lnTo>
                <a:lnTo>
                  <a:pt x="20754" y="52"/>
                </a:lnTo>
                <a:lnTo>
                  <a:pt x="22466" y="21"/>
                </a:lnTo>
                <a:lnTo>
                  <a:pt x="24178" y="6"/>
                </a:lnTo>
                <a:lnTo>
                  <a:pt x="2592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4"/>
          <p:cNvSpPr/>
          <p:nvPr/>
        </p:nvSpPr>
        <p:spPr>
          <a:xfrm flipH="1">
            <a:off x="5482285" y="1033845"/>
            <a:ext cx="1936998" cy="2018114"/>
          </a:xfrm>
          <a:custGeom>
            <a:avLst/>
            <a:gdLst/>
            <a:ahLst/>
            <a:cxnLst/>
            <a:rect l="l" t="t" r="r" b="b"/>
            <a:pathLst>
              <a:path w="46045" h="8136" fill="none" extrusionOk="0">
                <a:moveTo>
                  <a:pt x="22737" y="0"/>
                </a:moveTo>
                <a:lnTo>
                  <a:pt x="22737" y="0"/>
                </a:lnTo>
                <a:lnTo>
                  <a:pt x="24149" y="5"/>
                </a:lnTo>
                <a:lnTo>
                  <a:pt x="24900" y="10"/>
                </a:lnTo>
                <a:lnTo>
                  <a:pt x="25681" y="21"/>
                </a:lnTo>
                <a:lnTo>
                  <a:pt x="26492" y="31"/>
                </a:lnTo>
                <a:lnTo>
                  <a:pt x="27333" y="51"/>
                </a:lnTo>
                <a:lnTo>
                  <a:pt x="28204" y="72"/>
                </a:lnTo>
                <a:lnTo>
                  <a:pt x="29075" y="97"/>
                </a:lnTo>
                <a:lnTo>
                  <a:pt x="29946" y="133"/>
                </a:lnTo>
                <a:lnTo>
                  <a:pt x="30847" y="168"/>
                </a:lnTo>
                <a:lnTo>
                  <a:pt x="31748" y="214"/>
                </a:lnTo>
                <a:lnTo>
                  <a:pt x="32649" y="265"/>
                </a:lnTo>
                <a:lnTo>
                  <a:pt x="33550" y="321"/>
                </a:lnTo>
                <a:lnTo>
                  <a:pt x="34451" y="388"/>
                </a:lnTo>
                <a:lnTo>
                  <a:pt x="35352" y="464"/>
                </a:lnTo>
                <a:lnTo>
                  <a:pt x="36223" y="546"/>
                </a:lnTo>
                <a:lnTo>
                  <a:pt x="37094" y="638"/>
                </a:lnTo>
                <a:lnTo>
                  <a:pt x="37935" y="740"/>
                </a:lnTo>
                <a:lnTo>
                  <a:pt x="38776" y="847"/>
                </a:lnTo>
                <a:lnTo>
                  <a:pt x="39557" y="969"/>
                </a:lnTo>
                <a:lnTo>
                  <a:pt x="40338" y="1102"/>
                </a:lnTo>
                <a:lnTo>
                  <a:pt x="41088" y="1240"/>
                </a:lnTo>
                <a:lnTo>
                  <a:pt x="41809" y="1398"/>
                </a:lnTo>
                <a:lnTo>
                  <a:pt x="42140" y="1474"/>
                </a:lnTo>
                <a:lnTo>
                  <a:pt x="42470" y="1561"/>
                </a:lnTo>
                <a:lnTo>
                  <a:pt x="42770" y="1648"/>
                </a:lnTo>
                <a:lnTo>
                  <a:pt x="43101" y="1739"/>
                </a:lnTo>
                <a:lnTo>
                  <a:pt x="43401" y="1831"/>
                </a:lnTo>
                <a:lnTo>
                  <a:pt x="43671" y="1928"/>
                </a:lnTo>
                <a:lnTo>
                  <a:pt x="43942" y="2030"/>
                </a:lnTo>
                <a:lnTo>
                  <a:pt x="44212" y="2132"/>
                </a:lnTo>
                <a:lnTo>
                  <a:pt x="44452" y="2239"/>
                </a:lnTo>
                <a:lnTo>
                  <a:pt x="44693" y="2352"/>
                </a:lnTo>
                <a:lnTo>
                  <a:pt x="44903" y="2464"/>
                </a:lnTo>
                <a:lnTo>
                  <a:pt x="45113" y="2581"/>
                </a:lnTo>
                <a:lnTo>
                  <a:pt x="45323" y="2703"/>
                </a:lnTo>
                <a:lnTo>
                  <a:pt x="45504" y="2826"/>
                </a:lnTo>
                <a:lnTo>
                  <a:pt x="45654" y="2959"/>
                </a:lnTo>
                <a:lnTo>
                  <a:pt x="45804" y="3091"/>
                </a:lnTo>
                <a:lnTo>
                  <a:pt x="45924" y="3224"/>
                </a:lnTo>
                <a:lnTo>
                  <a:pt x="46044" y="3367"/>
                </a:lnTo>
                <a:lnTo>
                  <a:pt x="46044" y="3367"/>
                </a:lnTo>
                <a:lnTo>
                  <a:pt x="45083" y="3392"/>
                </a:lnTo>
                <a:lnTo>
                  <a:pt x="44122" y="3423"/>
                </a:lnTo>
                <a:lnTo>
                  <a:pt x="43191" y="3458"/>
                </a:lnTo>
                <a:lnTo>
                  <a:pt x="42260" y="3499"/>
                </a:lnTo>
                <a:lnTo>
                  <a:pt x="41389" y="3540"/>
                </a:lnTo>
                <a:lnTo>
                  <a:pt x="40518" y="3581"/>
                </a:lnTo>
                <a:lnTo>
                  <a:pt x="39677" y="3632"/>
                </a:lnTo>
                <a:lnTo>
                  <a:pt x="38866" y="3678"/>
                </a:lnTo>
                <a:lnTo>
                  <a:pt x="38085" y="3734"/>
                </a:lnTo>
                <a:lnTo>
                  <a:pt x="37364" y="3790"/>
                </a:lnTo>
                <a:lnTo>
                  <a:pt x="36643" y="3846"/>
                </a:lnTo>
                <a:lnTo>
                  <a:pt x="35983" y="3907"/>
                </a:lnTo>
                <a:lnTo>
                  <a:pt x="35382" y="3974"/>
                </a:lnTo>
                <a:lnTo>
                  <a:pt x="34781" y="4035"/>
                </a:lnTo>
                <a:lnTo>
                  <a:pt x="34271" y="4106"/>
                </a:lnTo>
                <a:lnTo>
                  <a:pt x="33760" y="4172"/>
                </a:lnTo>
                <a:lnTo>
                  <a:pt x="33760" y="4172"/>
                </a:lnTo>
                <a:lnTo>
                  <a:pt x="33189" y="4264"/>
                </a:lnTo>
                <a:lnTo>
                  <a:pt x="32649" y="4361"/>
                </a:lnTo>
                <a:lnTo>
                  <a:pt x="32138" y="4453"/>
                </a:lnTo>
                <a:lnTo>
                  <a:pt x="31628" y="4555"/>
                </a:lnTo>
                <a:lnTo>
                  <a:pt x="31147" y="4652"/>
                </a:lnTo>
                <a:lnTo>
                  <a:pt x="30666" y="4754"/>
                </a:lnTo>
                <a:lnTo>
                  <a:pt x="30216" y="4861"/>
                </a:lnTo>
                <a:lnTo>
                  <a:pt x="29795" y="4968"/>
                </a:lnTo>
                <a:lnTo>
                  <a:pt x="29405" y="5075"/>
                </a:lnTo>
                <a:lnTo>
                  <a:pt x="29045" y="5187"/>
                </a:lnTo>
                <a:lnTo>
                  <a:pt x="28684" y="5300"/>
                </a:lnTo>
                <a:lnTo>
                  <a:pt x="28354" y="5417"/>
                </a:lnTo>
                <a:lnTo>
                  <a:pt x="28053" y="5534"/>
                </a:lnTo>
                <a:lnTo>
                  <a:pt x="27783" y="5652"/>
                </a:lnTo>
                <a:lnTo>
                  <a:pt x="27513" y="5774"/>
                </a:lnTo>
                <a:lnTo>
                  <a:pt x="27272" y="5896"/>
                </a:lnTo>
                <a:lnTo>
                  <a:pt x="27062" y="6019"/>
                </a:lnTo>
                <a:lnTo>
                  <a:pt x="26882" y="6146"/>
                </a:lnTo>
                <a:lnTo>
                  <a:pt x="26702" y="6279"/>
                </a:lnTo>
                <a:lnTo>
                  <a:pt x="26582" y="6407"/>
                </a:lnTo>
                <a:lnTo>
                  <a:pt x="26462" y="6539"/>
                </a:lnTo>
                <a:lnTo>
                  <a:pt x="26371" y="6672"/>
                </a:lnTo>
                <a:lnTo>
                  <a:pt x="26311" y="6810"/>
                </a:lnTo>
                <a:lnTo>
                  <a:pt x="26281" y="6942"/>
                </a:lnTo>
                <a:lnTo>
                  <a:pt x="26281" y="7085"/>
                </a:lnTo>
                <a:lnTo>
                  <a:pt x="26281" y="7223"/>
                </a:lnTo>
                <a:lnTo>
                  <a:pt x="26341" y="7365"/>
                </a:lnTo>
                <a:lnTo>
                  <a:pt x="26401" y="7508"/>
                </a:lnTo>
                <a:lnTo>
                  <a:pt x="26492" y="7651"/>
                </a:lnTo>
                <a:lnTo>
                  <a:pt x="26642" y="7799"/>
                </a:lnTo>
                <a:lnTo>
                  <a:pt x="26792" y="7947"/>
                </a:lnTo>
                <a:lnTo>
                  <a:pt x="26972" y="8095"/>
                </a:lnTo>
                <a:lnTo>
                  <a:pt x="26972" y="8095"/>
                </a:lnTo>
                <a:lnTo>
                  <a:pt x="25921" y="8115"/>
                </a:lnTo>
                <a:lnTo>
                  <a:pt x="24900" y="8125"/>
                </a:lnTo>
                <a:lnTo>
                  <a:pt x="23939" y="8136"/>
                </a:lnTo>
                <a:lnTo>
                  <a:pt x="22978" y="8136"/>
                </a:lnTo>
                <a:lnTo>
                  <a:pt x="22978" y="8136"/>
                </a:lnTo>
                <a:lnTo>
                  <a:pt x="22197" y="8136"/>
                </a:lnTo>
                <a:lnTo>
                  <a:pt x="21476" y="8131"/>
                </a:lnTo>
                <a:lnTo>
                  <a:pt x="20755" y="8125"/>
                </a:lnTo>
                <a:lnTo>
                  <a:pt x="20094" y="8110"/>
                </a:lnTo>
                <a:lnTo>
                  <a:pt x="20094" y="8110"/>
                </a:lnTo>
                <a:lnTo>
                  <a:pt x="18472" y="8080"/>
                </a:lnTo>
                <a:lnTo>
                  <a:pt x="17661" y="8059"/>
                </a:lnTo>
                <a:lnTo>
                  <a:pt x="16820" y="8034"/>
                </a:lnTo>
                <a:lnTo>
                  <a:pt x="15979" y="8008"/>
                </a:lnTo>
                <a:lnTo>
                  <a:pt x="15138" y="7972"/>
                </a:lnTo>
                <a:lnTo>
                  <a:pt x="14298" y="7937"/>
                </a:lnTo>
                <a:lnTo>
                  <a:pt x="13457" y="7896"/>
                </a:lnTo>
                <a:lnTo>
                  <a:pt x="12646" y="7850"/>
                </a:lnTo>
                <a:lnTo>
                  <a:pt x="11805" y="7799"/>
                </a:lnTo>
                <a:lnTo>
                  <a:pt x="10994" y="7743"/>
                </a:lnTo>
                <a:lnTo>
                  <a:pt x="10183" y="7677"/>
                </a:lnTo>
                <a:lnTo>
                  <a:pt x="9372" y="7605"/>
                </a:lnTo>
                <a:lnTo>
                  <a:pt x="8621" y="7524"/>
                </a:lnTo>
                <a:lnTo>
                  <a:pt x="7840" y="7437"/>
                </a:lnTo>
                <a:lnTo>
                  <a:pt x="7119" y="7340"/>
                </a:lnTo>
                <a:lnTo>
                  <a:pt x="6398" y="7233"/>
                </a:lnTo>
                <a:lnTo>
                  <a:pt x="5708" y="7121"/>
                </a:lnTo>
                <a:lnTo>
                  <a:pt x="5047" y="6998"/>
                </a:lnTo>
                <a:lnTo>
                  <a:pt x="4416" y="6861"/>
                </a:lnTo>
                <a:lnTo>
                  <a:pt x="3815" y="6718"/>
                </a:lnTo>
                <a:lnTo>
                  <a:pt x="3245" y="6560"/>
                </a:lnTo>
                <a:lnTo>
                  <a:pt x="2704" y="6391"/>
                </a:lnTo>
                <a:lnTo>
                  <a:pt x="2224" y="6213"/>
                </a:lnTo>
                <a:lnTo>
                  <a:pt x="1773" y="6019"/>
                </a:lnTo>
                <a:lnTo>
                  <a:pt x="1353" y="5815"/>
                </a:lnTo>
                <a:lnTo>
                  <a:pt x="1022" y="5601"/>
                </a:lnTo>
                <a:lnTo>
                  <a:pt x="692" y="5366"/>
                </a:lnTo>
                <a:lnTo>
                  <a:pt x="452" y="5121"/>
                </a:lnTo>
                <a:lnTo>
                  <a:pt x="241" y="4861"/>
                </a:lnTo>
                <a:lnTo>
                  <a:pt x="91" y="4586"/>
                </a:lnTo>
                <a:lnTo>
                  <a:pt x="1" y="4295"/>
                </a:lnTo>
                <a:lnTo>
                  <a:pt x="1" y="4295"/>
                </a:lnTo>
                <a:lnTo>
                  <a:pt x="1" y="4147"/>
                </a:lnTo>
                <a:lnTo>
                  <a:pt x="1" y="3999"/>
                </a:lnTo>
                <a:lnTo>
                  <a:pt x="31" y="3861"/>
                </a:lnTo>
                <a:lnTo>
                  <a:pt x="61" y="3719"/>
                </a:lnTo>
                <a:lnTo>
                  <a:pt x="121" y="3586"/>
                </a:lnTo>
                <a:lnTo>
                  <a:pt x="211" y="3453"/>
                </a:lnTo>
                <a:lnTo>
                  <a:pt x="331" y="3321"/>
                </a:lnTo>
                <a:lnTo>
                  <a:pt x="452" y="3193"/>
                </a:lnTo>
                <a:lnTo>
                  <a:pt x="602" y="3071"/>
                </a:lnTo>
                <a:lnTo>
                  <a:pt x="782" y="2948"/>
                </a:lnTo>
                <a:lnTo>
                  <a:pt x="962" y="2831"/>
                </a:lnTo>
                <a:lnTo>
                  <a:pt x="1142" y="2714"/>
                </a:lnTo>
                <a:lnTo>
                  <a:pt x="1353" y="2601"/>
                </a:lnTo>
                <a:lnTo>
                  <a:pt x="1593" y="2494"/>
                </a:lnTo>
                <a:lnTo>
                  <a:pt x="1833" y="2382"/>
                </a:lnTo>
                <a:lnTo>
                  <a:pt x="2103" y="2280"/>
                </a:lnTo>
                <a:lnTo>
                  <a:pt x="2374" y="2178"/>
                </a:lnTo>
                <a:lnTo>
                  <a:pt x="2674" y="2081"/>
                </a:lnTo>
                <a:lnTo>
                  <a:pt x="2974" y="1984"/>
                </a:lnTo>
                <a:lnTo>
                  <a:pt x="3275" y="1887"/>
                </a:lnTo>
                <a:lnTo>
                  <a:pt x="3605" y="1796"/>
                </a:lnTo>
                <a:lnTo>
                  <a:pt x="3966" y="1709"/>
                </a:lnTo>
                <a:lnTo>
                  <a:pt x="4686" y="1535"/>
                </a:lnTo>
                <a:lnTo>
                  <a:pt x="5437" y="1377"/>
                </a:lnTo>
                <a:lnTo>
                  <a:pt x="6218" y="1229"/>
                </a:lnTo>
                <a:lnTo>
                  <a:pt x="7059" y="1087"/>
                </a:lnTo>
                <a:lnTo>
                  <a:pt x="7930" y="959"/>
                </a:lnTo>
                <a:lnTo>
                  <a:pt x="8801" y="837"/>
                </a:lnTo>
                <a:lnTo>
                  <a:pt x="9702" y="724"/>
                </a:lnTo>
                <a:lnTo>
                  <a:pt x="10633" y="617"/>
                </a:lnTo>
                <a:lnTo>
                  <a:pt x="11564" y="525"/>
                </a:lnTo>
                <a:lnTo>
                  <a:pt x="12495" y="439"/>
                </a:lnTo>
                <a:lnTo>
                  <a:pt x="13457" y="362"/>
                </a:lnTo>
                <a:lnTo>
                  <a:pt x="14418" y="291"/>
                </a:lnTo>
                <a:lnTo>
                  <a:pt x="15349" y="230"/>
                </a:lnTo>
                <a:lnTo>
                  <a:pt x="16280" y="174"/>
                </a:lnTo>
                <a:lnTo>
                  <a:pt x="17211" y="128"/>
                </a:lnTo>
                <a:lnTo>
                  <a:pt x="18142" y="92"/>
                </a:lnTo>
                <a:lnTo>
                  <a:pt x="19013" y="56"/>
                </a:lnTo>
                <a:lnTo>
                  <a:pt x="19884" y="31"/>
                </a:lnTo>
                <a:lnTo>
                  <a:pt x="20725" y="15"/>
                </a:lnTo>
                <a:lnTo>
                  <a:pt x="21536" y="5"/>
                </a:lnTo>
                <a:lnTo>
                  <a:pt x="22317" y="0"/>
                </a:lnTo>
                <a:lnTo>
                  <a:pt x="22317" y="0"/>
                </a:lnTo>
                <a:lnTo>
                  <a:pt x="2273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7" name="Google Shape;387;p34"/>
          <p:cNvGrpSpPr/>
          <p:nvPr/>
        </p:nvGrpSpPr>
        <p:grpSpPr>
          <a:xfrm>
            <a:off x="219779" y="1036954"/>
            <a:ext cx="8924159" cy="4109659"/>
            <a:chOff x="219843" y="1033845"/>
            <a:chExt cx="8924159" cy="4109659"/>
          </a:xfrm>
        </p:grpSpPr>
        <p:sp>
          <p:nvSpPr>
            <p:cNvPr id="388" name="Google Shape;388;p34"/>
            <p:cNvSpPr/>
            <p:nvPr/>
          </p:nvSpPr>
          <p:spPr>
            <a:xfrm flipH="1">
              <a:off x="5381316" y="3872757"/>
              <a:ext cx="3762685" cy="1270747"/>
            </a:xfrm>
            <a:custGeom>
              <a:avLst/>
              <a:gdLst/>
              <a:ahLst/>
              <a:cxnLst/>
              <a:rect l="l" t="t" r="r" b="b"/>
              <a:pathLst>
                <a:path w="89444" h="5123" fill="none" extrusionOk="0">
                  <a:moveTo>
                    <a:pt x="66497" y="1"/>
                  </a:moveTo>
                  <a:lnTo>
                    <a:pt x="66497" y="1"/>
                  </a:lnTo>
                  <a:lnTo>
                    <a:pt x="66497" y="1"/>
                  </a:lnTo>
                  <a:lnTo>
                    <a:pt x="66497" y="1"/>
                  </a:lnTo>
                  <a:lnTo>
                    <a:pt x="67879" y="6"/>
                  </a:lnTo>
                  <a:lnTo>
                    <a:pt x="69261" y="27"/>
                  </a:lnTo>
                  <a:lnTo>
                    <a:pt x="70612" y="52"/>
                  </a:lnTo>
                  <a:lnTo>
                    <a:pt x="71273" y="72"/>
                  </a:lnTo>
                  <a:lnTo>
                    <a:pt x="71934" y="93"/>
                  </a:lnTo>
                  <a:lnTo>
                    <a:pt x="72594" y="118"/>
                  </a:lnTo>
                  <a:lnTo>
                    <a:pt x="73255" y="149"/>
                  </a:lnTo>
                  <a:lnTo>
                    <a:pt x="73886" y="180"/>
                  </a:lnTo>
                  <a:lnTo>
                    <a:pt x="74517" y="210"/>
                  </a:lnTo>
                  <a:lnTo>
                    <a:pt x="75147" y="246"/>
                  </a:lnTo>
                  <a:lnTo>
                    <a:pt x="75778" y="287"/>
                  </a:lnTo>
                  <a:lnTo>
                    <a:pt x="76379" y="333"/>
                  </a:lnTo>
                  <a:lnTo>
                    <a:pt x="76980" y="378"/>
                  </a:lnTo>
                  <a:lnTo>
                    <a:pt x="77550" y="424"/>
                  </a:lnTo>
                  <a:lnTo>
                    <a:pt x="78151" y="480"/>
                  </a:lnTo>
                  <a:lnTo>
                    <a:pt x="78692" y="537"/>
                  </a:lnTo>
                  <a:lnTo>
                    <a:pt x="79232" y="593"/>
                  </a:lnTo>
                  <a:lnTo>
                    <a:pt x="79773" y="654"/>
                  </a:lnTo>
                  <a:lnTo>
                    <a:pt x="80313" y="720"/>
                  </a:lnTo>
                  <a:lnTo>
                    <a:pt x="80794" y="786"/>
                  </a:lnTo>
                  <a:lnTo>
                    <a:pt x="81305" y="858"/>
                  </a:lnTo>
                  <a:lnTo>
                    <a:pt x="81755" y="934"/>
                  </a:lnTo>
                  <a:lnTo>
                    <a:pt x="82236" y="1011"/>
                  </a:lnTo>
                  <a:lnTo>
                    <a:pt x="82656" y="1093"/>
                  </a:lnTo>
                  <a:lnTo>
                    <a:pt x="83077" y="1179"/>
                  </a:lnTo>
                  <a:lnTo>
                    <a:pt x="83497" y="1266"/>
                  </a:lnTo>
                  <a:lnTo>
                    <a:pt x="83888" y="1358"/>
                  </a:lnTo>
                  <a:lnTo>
                    <a:pt x="84248" y="1455"/>
                  </a:lnTo>
                  <a:lnTo>
                    <a:pt x="84578" y="1552"/>
                  </a:lnTo>
                  <a:lnTo>
                    <a:pt x="84578" y="1552"/>
                  </a:lnTo>
                  <a:lnTo>
                    <a:pt x="84668" y="1572"/>
                  </a:lnTo>
                  <a:lnTo>
                    <a:pt x="84668" y="1572"/>
                  </a:lnTo>
                  <a:lnTo>
                    <a:pt x="84668" y="1572"/>
                  </a:lnTo>
                  <a:lnTo>
                    <a:pt x="85239" y="1761"/>
                  </a:lnTo>
                  <a:lnTo>
                    <a:pt x="85810" y="1944"/>
                  </a:lnTo>
                  <a:lnTo>
                    <a:pt x="86320" y="2133"/>
                  </a:lnTo>
                  <a:lnTo>
                    <a:pt x="86801" y="2317"/>
                  </a:lnTo>
                  <a:lnTo>
                    <a:pt x="87221" y="2495"/>
                  </a:lnTo>
                  <a:lnTo>
                    <a:pt x="87612" y="2679"/>
                  </a:lnTo>
                  <a:lnTo>
                    <a:pt x="87972" y="2857"/>
                  </a:lnTo>
                  <a:lnTo>
                    <a:pt x="88273" y="3036"/>
                  </a:lnTo>
                  <a:lnTo>
                    <a:pt x="88543" y="3209"/>
                  </a:lnTo>
                  <a:lnTo>
                    <a:pt x="88783" y="3383"/>
                  </a:lnTo>
                  <a:lnTo>
                    <a:pt x="88993" y="3556"/>
                  </a:lnTo>
                  <a:lnTo>
                    <a:pt x="89144" y="3724"/>
                  </a:lnTo>
                  <a:lnTo>
                    <a:pt x="89294" y="3893"/>
                  </a:lnTo>
                  <a:lnTo>
                    <a:pt x="89384" y="4061"/>
                  </a:lnTo>
                  <a:lnTo>
                    <a:pt x="89414" y="4224"/>
                  </a:lnTo>
                  <a:lnTo>
                    <a:pt x="89444" y="4388"/>
                  </a:lnTo>
                  <a:lnTo>
                    <a:pt x="89444" y="4388"/>
                  </a:lnTo>
                  <a:lnTo>
                    <a:pt x="89414" y="4576"/>
                  </a:lnTo>
                  <a:lnTo>
                    <a:pt x="89354" y="4765"/>
                  </a:lnTo>
                  <a:lnTo>
                    <a:pt x="89234" y="4944"/>
                  </a:lnTo>
                  <a:lnTo>
                    <a:pt x="89053" y="5122"/>
                  </a:lnTo>
                  <a:lnTo>
                    <a:pt x="1" y="5122"/>
                  </a:lnTo>
                  <a:lnTo>
                    <a:pt x="1" y="27"/>
                  </a:lnTo>
                  <a:lnTo>
                    <a:pt x="63524" y="27"/>
                  </a:lnTo>
                  <a:lnTo>
                    <a:pt x="63524" y="27"/>
                  </a:lnTo>
                  <a:lnTo>
                    <a:pt x="63704" y="27"/>
                  </a:lnTo>
                  <a:lnTo>
                    <a:pt x="63704" y="27"/>
                  </a:lnTo>
                  <a:lnTo>
                    <a:pt x="63734" y="27"/>
                  </a:lnTo>
                  <a:lnTo>
                    <a:pt x="63734" y="27"/>
                  </a:lnTo>
                  <a:lnTo>
                    <a:pt x="63764" y="21"/>
                  </a:lnTo>
                  <a:lnTo>
                    <a:pt x="63764" y="21"/>
                  </a:lnTo>
                  <a:lnTo>
                    <a:pt x="65146" y="6"/>
                  </a:lnTo>
                  <a:lnTo>
                    <a:pt x="6649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4"/>
            <p:cNvSpPr/>
            <p:nvPr/>
          </p:nvSpPr>
          <p:spPr>
            <a:xfrm flipH="1">
              <a:off x="219843" y="1845955"/>
              <a:ext cx="6064745" cy="2027044"/>
            </a:xfrm>
            <a:custGeom>
              <a:avLst/>
              <a:gdLst/>
              <a:ahLst/>
              <a:cxnLst/>
              <a:rect l="l" t="t" r="r" b="b"/>
              <a:pathLst>
                <a:path w="144167" h="8172" extrusionOk="0">
                  <a:moveTo>
                    <a:pt x="25920" y="1"/>
                  </a:moveTo>
                  <a:lnTo>
                    <a:pt x="24178" y="6"/>
                  </a:lnTo>
                  <a:lnTo>
                    <a:pt x="22466" y="21"/>
                  </a:lnTo>
                  <a:lnTo>
                    <a:pt x="20754" y="52"/>
                  </a:lnTo>
                  <a:lnTo>
                    <a:pt x="19072" y="93"/>
                  </a:lnTo>
                  <a:lnTo>
                    <a:pt x="19162" y="256"/>
                  </a:lnTo>
                  <a:lnTo>
                    <a:pt x="19252" y="424"/>
                  </a:lnTo>
                  <a:lnTo>
                    <a:pt x="19312" y="603"/>
                  </a:lnTo>
                  <a:lnTo>
                    <a:pt x="19373" y="781"/>
                  </a:lnTo>
                  <a:lnTo>
                    <a:pt x="19373" y="1046"/>
                  </a:lnTo>
                  <a:lnTo>
                    <a:pt x="19312" y="1301"/>
                  </a:lnTo>
                  <a:lnTo>
                    <a:pt x="19192" y="1546"/>
                  </a:lnTo>
                  <a:lnTo>
                    <a:pt x="19012" y="1781"/>
                  </a:lnTo>
                  <a:lnTo>
                    <a:pt x="18772" y="2000"/>
                  </a:lnTo>
                  <a:lnTo>
                    <a:pt x="18471" y="2214"/>
                  </a:lnTo>
                  <a:lnTo>
                    <a:pt x="18141" y="2418"/>
                  </a:lnTo>
                  <a:lnTo>
                    <a:pt x="17751" y="2607"/>
                  </a:lnTo>
                  <a:lnTo>
                    <a:pt x="17300" y="2791"/>
                  </a:lnTo>
                  <a:lnTo>
                    <a:pt x="16820" y="2964"/>
                  </a:lnTo>
                  <a:lnTo>
                    <a:pt x="16309" y="3127"/>
                  </a:lnTo>
                  <a:lnTo>
                    <a:pt x="15738" y="3280"/>
                  </a:lnTo>
                  <a:lnTo>
                    <a:pt x="15138" y="3428"/>
                  </a:lnTo>
                  <a:lnTo>
                    <a:pt x="14507" y="3561"/>
                  </a:lnTo>
                  <a:lnTo>
                    <a:pt x="13846" y="3694"/>
                  </a:lnTo>
                  <a:lnTo>
                    <a:pt x="13155" y="3811"/>
                  </a:lnTo>
                  <a:lnTo>
                    <a:pt x="12404" y="3923"/>
                  </a:lnTo>
                  <a:lnTo>
                    <a:pt x="11684" y="4030"/>
                  </a:lnTo>
                  <a:lnTo>
                    <a:pt x="10903" y="4127"/>
                  </a:lnTo>
                  <a:lnTo>
                    <a:pt x="10122" y="4219"/>
                  </a:lnTo>
                  <a:lnTo>
                    <a:pt x="9311" y="4301"/>
                  </a:lnTo>
                  <a:lnTo>
                    <a:pt x="8470" y="4377"/>
                  </a:lnTo>
                  <a:lnTo>
                    <a:pt x="7659" y="4449"/>
                  </a:lnTo>
                  <a:lnTo>
                    <a:pt x="6818" y="4510"/>
                  </a:lnTo>
                  <a:lnTo>
                    <a:pt x="5947" y="4571"/>
                  </a:lnTo>
                  <a:lnTo>
                    <a:pt x="5106" y="4622"/>
                  </a:lnTo>
                  <a:lnTo>
                    <a:pt x="4235" y="4668"/>
                  </a:lnTo>
                  <a:lnTo>
                    <a:pt x="3394" y="4709"/>
                  </a:lnTo>
                  <a:lnTo>
                    <a:pt x="2523" y="4744"/>
                  </a:lnTo>
                  <a:lnTo>
                    <a:pt x="1682" y="4770"/>
                  </a:lnTo>
                  <a:lnTo>
                    <a:pt x="811" y="4800"/>
                  </a:lnTo>
                  <a:lnTo>
                    <a:pt x="0" y="4821"/>
                  </a:lnTo>
                  <a:lnTo>
                    <a:pt x="300" y="5035"/>
                  </a:lnTo>
                  <a:lnTo>
                    <a:pt x="661" y="5249"/>
                  </a:lnTo>
                  <a:lnTo>
                    <a:pt x="1081" y="5469"/>
                  </a:lnTo>
                  <a:lnTo>
                    <a:pt x="1562" y="5693"/>
                  </a:lnTo>
                  <a:lnTo>
                    <a:pt x="2103" y="5918"/>
                  </a:lnTo>
                  <a:lnTo>
                    <a:pt x="2703" y="6142"/>
                  </a:lnTo>
                  <a:lnTo>
                    <a:pt x="3364" y="6371"/>
                  </a:lnTo>
                  <a:lnTo>
                    <a:pt x="4085" y="6601"/>
                  </a:lnTo>
                  <a:lnTo>
                    <a:pt x="4415" y="6703"/>
                  </a:lnTo>
                  <a:lnTo>
                    <a:pt x="4806" y="6800"/>
                  </a:lnTo>
                  <a:lnTo>
                    <a:pt x="5166" y="6892"/>
                  </a:lnTo>
                  <a:lnTo>
                    <a:pt x="5587" y="6978"/>
                  </a:lnTo>
                  <a:lnTo>
                    <a:pt x="6007" y="7065"/>
                  </a:lnTo>
                  <a:lnTo>
                    <a:pt x="6428" y="7147"/>
                  </a:lnTo>
                  <a:lnTo>
                    <a:pt x="6908" y="7228"/>
                  </a:lnTo>
                  <a:lnTo>
                    <a:pt x="7359" y="7305"/>
                  </a:lnTo>
                  <a:lnTo>
                    <a:pt x="7869" y="7376"/>
                  </a:lnTo>
                  <a:lnTo>
                    <a:pt x="8380" y="7448"/>
                  </a:lnTo>
                  <a:lnTo>
                    <a:pt x="8890" y="7509"/>
                  </a:lnTo>
                  <a:lnTo>
                    <a:pt x="9431" y="7575"/>
                  </a:lnTo>
                  <a:lnTo>
                    <a:pt x="9972" y="7631"/>
                  </a:lnTo>
                  <a:lnTo>
                    <a:pt x="10542" y="7687"/>
                  </a:lnTo>
                  <a:lnTo>
                    <a:pt x="11113" y="7744"/>
                  </a:lnTo>
                  <a:lnTo>
                    <a:pt x="11714" y="7795"/>
                  </a:lnTo>
                  <a:lnTo>
                    <a:pt x="12314" y="7840"/>
                  </a:lnTo>
                  <a:lnTo>
                    <a:pt x="12915" y="7881"/>
                  </a:lnTo>
                  <a:lnTo>
                    <a:pt x="13546" y="7922"/>
                  </a:lnTo>
                  <a:lnTo>
                    <a:pt x="14177" y="7963"/>
                  </a:lnTo>
                  <a:lnTo>
                    <a:pt x="14807" y="7993"/>
                  </a:lnTo>
                  <a:lnTo>
                    <a:pt x="15468" y="8024"/>
                  </a:lnTo>
                  <a:lnTo>
                    <a:pt x="16099" y="8055"/>
                  </a:lnTo>
                  <a:lnTo>
                    <a:pt x="16790" y="8080"/>
                  </a:lnTo>
                  <a:lnTo>
                    <a:pt x="17450" y="8101"/>
                  </a:lnTo>
                  <a:lnTo>
                    <a:pt x="18111" y="8121"/>
                  </a:lnTo>
                  <a:lnTo>
                    <a:pt x="19493" y="8152"/>
                  </a:lnTo>
                  <a:lnTo>
                    <a:pt x="20874" y="8167"/>
                  </a:lnTo>
                  <a:lnTo>
                    <a:pt x="22256" y="8172"/>
                  </a:lnTo>
                  <a:lnTo>
                    <a:pt x="23007" y="8172"/>
                  </a:lnTo>
                  <a:lnTo>
                    <a:pt x="23728" y="8167"/>
                  </a:lnTo>
                  <a:lnTo>
                    <a:pt x="24478" y="8157"/>
                  </a:lnTo>
                  <a:lnTo>
                    <a:pt x="25229" y="8146"/>
                  </a:lnTo>
                  <a:lnTo>
                    <a:pt x="116114" y="8146"/>
                  </a:lnTo>
                  <a:lnTo>
                    <a:pt x="117526" y="8167"/>
                  </a:lnTo>
                  <a:lnTo>
                    <a:pt x="118937" y="8172"/>
                  </a:lnTo>
                  <a:lnTo>
                    <a:pt x="120469" y="8162"/>
                  </a:lnTo>
                  <a:lnTo>
                    <a:pt x="121941" y="8146"/>
                  </a:lnTo>
                  <a:lnTo>
                    <a:pt x="123443" y="8116"/>
                  </a:lnTo>
                  <a:lnTo>
                    <a:pt x="124914" y="8075"/>
                  </a:lnTo>
                  <a:lnTo>
                    <a:pt x="126356" y="8029"/>
                  </a:lnTo>
                  <a:lnTo>
                    <a:pt x="127738" y="7968"/>
                  </a:lnTo>
                  <a:lnTo>
                    <a:pt x="129119" y="7902"/>
                  </a:lnTo>
                  <a:lnTo>
                    <a:pt x="130441" y="7825"/>
                  </a:lnTo>
                  <a:lnTo>
                    <a:pt x="131702" y="7738"/>
                  </a:lnTo>
                  <a:lnTo>
                    <a:pt x="132904" y="7652"/>
                  </a:lnTo>
                  <a:lnTo>
                    <a:pt x="134045" y="7550"/>
                  </a:lnTo>
                  <a:lnTo>
                    <a:pt x="135126" y="7448"/>
                  </a:lnTo>
                  <a:lnTo>
                    <a:pt x="136117" y="7341"/>
                  </a:lnTo>
                  <a:lnTo>
                    <a:pt x="136568" y="7284"/>
                  </a:lnTo>
                  <a:lnTo>
                    <a:pt x="137018" y="7228"/>
                  </a:lnTo>
                  <a:lnTo>
                    <a:pt x="137439" y="7167"/>
                  </a:lnTo>
                  <a:lnTo>
                    <a:pt x="137829" y="7111"/>
                  </a:lnTo>
                  <a:lnTo>
                    <a:pt x="138220" y="7050"/>
                  </a:lnTo>
                  <a:lnTo>
                    <a:pt x="138550" y="6989"/>
                  </a:lnTo>
                  <a:lnTo>
                    <a:pt x="138971" y="6907"/>
                  </a:lnTo>
                  <a:lnTo>
                    <a:pt x="139391" y="6825"/>
                  </a:lnTo>
                  <a:lnTo>
                    <a:pt x="139782" y="6744"/>
                  </a:lnTo>
                  <a:lnTo>
                    <a:pt x="140142" y="6662"/>
                  </a:lnTo>
                  <a:lnTo>
                    <a:pt x="140502" y="6575"/>
                  </a:lnTo>
                  <a:lnTo>
                    <a:pt x="140833" y="6489"/>
                  </a:lnTo>
                  <a:lnTo>
                    <a:pt x="141433" y="6310"/>
                  </a:lnTo>
                  <a:lnTo>
                    <a:pt x="142004" y="6132"/>
                  </a:lnTo>
                  <a:lnTo>
                    <a:pt x="142485" y="5948"/>
                  </a:lnTo>
                  <a:lnTo>
                    <a:pt x="142905" y="5759"/>
                  </a:lnTo>
                  <a:lnTo>
                    <a:pt x="143266" y="5566"/>
                  </a:lnTo>
                  <a:lnTo>
                    <a:pt x="143566" y="5372"/>
                  </a:lnTo>
                  <a:lnTo>
                    <a:pt x="143806" y="5178"/>
                  </a:lnTo>
                  <a:lnTo>
                    <a:pt x="143986" y="4979"/>
                  </a:lnTo>
                  <a:lnTo>
                    <a:pt x="144107" y="4780"/>
                  </a:lnTo>
                  <a:lnTo>
                    <a:pt x="144167" y="4581"/>
                  </a:lnTo>
                  <a:lnTo>
                    <a:pt x="144167" y="4377"/>
                  </a:lnTo>
                  <a:lnTo>
                    <a:pt x="144137" y="4178"/>
                  </a:lnTo>
                  <a:lnTo>
                    <a:pt x="144046" y="3974"/>
                  </a:lnTo>
                  <a:lnTo>
                    <a:pt x="143896" y="3775"/>
                  </a:lnTo>
                  <a:lnTo>
                    <a:pt x="143716" y="3576"/>
                  </a:lnTo>
                  <a:lnTo>
                    <a:pt x="143476" y="3372"/>
                  </a:lnTo>
                  <a:lnTo>
                    <a:pt x="143206" y="3178"/>
                  </a:lnTo>
                  <a:lnTo>
                    <a:pt x="142875" y="2980"/>
                  </a:lnTo>
                  <a:lnTo>
                    <a:pt x="142485" y="2791"/>
                  </a:lnTo>
                  <a:lnTo>
                    <a:pt x="142094" y="2597"/>
                  </a:lnTo>
                  <a:lnTo>
                    <a:pt x="141644" y="2408"/>
                  </a:lnTo>
                  <a:lnTo>
                    <a:pt x="141133" y="2225"/>
                  </a:lnTo>
                  <a:lnTo>
                    <a:pt x="140623" y="2046"/>
                  </a:lnTo>
                  <a:lnTo>
                    <a:pt x="140052" y="1873"/>
                  </a:lnTo>
                  <a:lnTo>
                    <a:pt x="139451" y="1699"/>
                  </a:lnTo>
                  <a:lnTo>
                    <a:pt x="138820" y="1536"/>
                  </a:lnTo>
                  <a:lnTo>
                    <a:pt x="138190" y="1373"/>
                  </a:lnTo>
                  <a:lnTo>
                    <a:pt x="137499" y="1220"/>
                  </a:lnTo>
                  <a:lnTo>
                    <a:pt x="136778" y="1072"/>
                  </a:lnTo>
                  <a:lnTo>
                    <a:pt x="136388" y="1000"/>
                  </a:lnTo>
                  <a:lnTo>
                    <a:pt x="135997" y="929"/>
                  </a:lnTo>
                  <a:lnTo>
                    <a:pt x="135577" y="863"/>
                  </a:lnTo>
                  <a:lnTo>
                    <a:pt x="135126" y="802"/>
                  </a:lnTo>
                  <a:lnTo>
                    <a:pt x="134676" y="740"/>
                  </a:lnTo>
                  <a:lnTo>
                    <a:pt x="134225" y="679"/>
                  </a:lnTo>
                  <a:lnTo>
                    <a:pt x="133715" y="628"/>
                  </a:lnTo>
                  <a:lnTo>
                    <a:pt x="133234" y="572"/>
                  </a:lnTo>
                  <a:lnTo>
                    <a:pt x="132723" y="521"/>
                  </a:lnTo>
                  <a:lnTo>
                    <a:pt x="132183" y="475"/>
                  </a:lnTo>
                  <a:lnTo>
                    <a:pt x="131642" y="429"/>
                  </a:lnTo>
                  <a:lnTo>
                    <a:pt x="131102" y="388"/>
                  </a:lnTo>
                  <a:lnTo>
                    <a:pt x="129960" y="312"/>
                  </a:lnTo>
                  <a:lnTo>
                    <a:pt x="128759" y="240"/>
                  </a:lnTo>
                  <a:lnTo>
                    <a:pt x="127557" y="184"/>
                  </a:lnTo>
                  <a:lnTo>
                    <a:pt x="126296" y="133"/>
                  </a:lnTo>
                  <a:lnTo>
                    <a:pt x="125035" y="93"/>
                  </a:lnTo>
                  <a:lnTo>
                    <a:pt x="123713" y="57"/>
                  </a:lnTo>
                  <a:lnTo>
                    <a:pt x="122422" y="31"/>
                  </a:lnTo>
                  <a:lnTo>
                    <a:pt x="121100" y="16"/>
                  </a:lnTo>
                  <a:lnTo>
                    <a:pt x="119748" y="1"/>
                  </a:lnTo>
                  <a:close/>
                </a:path>
              </a:pathLst>
            </a:custGeom>
            <a:solidFill>
              <a:srgbClr val="0085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4"/>
            <p:cNvSpPr/>
            <p:nvPr/>
          </p:nvSpPr>
          <p:spPr>
            <a:xfrm flipH="1">
              <a:off x="5482285" y="1033845"/>
              <a:ext cx="1936998" cy="2018114"/>
            </a:xfrm>
            <a:custGeom>
              <a:avLst/>
              <a:gdLst/>
              <a:ahLst/>
              <a:cxnLst/>
              <a:rect l="l" t="t" r="r" b="b"/>
              <a:pathLst>
                <a:path w="46045" h="8136" extrusionOk="0">
                  <a:moveTo>
                    <a:pt x="22317" y="0"/>
                  </a:moveTo>
                  <a:lnTo>
                    <a:pt x="21536" y="5"/>
                  </a:lnTo>
                  <a:lnTo>
                    <a:pt x="20725" y="15"/>
                  </a:lnTo>
                  <a:lnTo>
                    <a:pt x="19884" y="31"/>
                  </a:lnTo>
                  <a:lnTo>
                    <a:pt x="19013" y="56"/>
                  </a:lnTo>
                  <a:lnTo>
                    <a:pt x="18142" y="92"/>
                  </a:lnTo>
                  <a:lnTo>
                    <a:pt x="17211" y="128"/>
                  </a:lnTo>
                  <a:lnTo>
                    <a:pt x="16280" y="174"/>
                  </a:lnTo>
                  <a:lnTo>
                    <a:pt x="15349" y="230"/>
                  </a:lnTo>
                  <a:lnTo>
                    <a:pt x="14418" y="291"/>
                  </a:lnTo>
                  <a:lnTo>
                    <a:pt x="13457" y="362"/>
                  </a:lnTo>
                  <a:lnTo>
                    <a:pt x="12495" y="439"/>
                  </a:lnTo>
                  <a:lnTo>
                    <a:pt x="11564" y="525"/>
                  </a:lnTo>
                  <a:lnTo>
                    <a:pt x="10633" y="617"/>
                  </a:lnTo>
                  <a:lnTo>
                    <a:pt x="9702" y="724"/>
                  </a:lnTo>
                  <a:lnTo>
                    <a:pt x="8801" y="837"/>
                  </a:lnTo>
                  <a:lnTo>
                    <a:pt x="7930" y="959"/>
                  </a:lnTo>
                  <a:lnTo>
                    <a:pt x="7059" y="1087"/>
                  </a:lnTo>
                  <a:lnTo>
                    <a:pt x="6218" y="1229"/>
                  </a:lnTo>
                  <a:lnTo>
                    <a:pt x="5437" y="1377"/>
                  </a:lnTo>
                  <a:lnTo>
                    <a:pt x="4686" y="1535"/>
                  </a:lnTo>
                  <a:lnTo>
                    <a:pt x="3966" y="1709"/>
                  </a:lnTo>
                  <a:lnTo>
                    <a:pt x="3605" y="1796"/>
                  </a:lnTo>
                  <a:lnTo>
                    <a:pt x="3275" y="1887"/>
                  </a:lnTo>
                  <a:lnTo>
                    <a:pt x="2974" y="1984"/>
                  </a:lnTo>
                  <a:lnTo>
                    <a:pt x="2674" y="2081"/>
                  </a:lnTo>
                  <a:lnTo>
                    <a:pt x="2374" y="2178"/>
                  </a:lnTo>
                  <a:lnTo>
                    <a:pt x="2103" y="2280"/>
                  </a:lnTo>
                  <a:lnTo>
                    <a:pt x="1833" y="2382"/>
                  </a:lnTo>
                  <a:lnTo>
                    <a:pt x="1593" y="2494"/>
                  </a:lnTo>
                  <a:lnTo>
                    <a:pt x="1353" y="2601"/>
                  </a:lnTo>
                  <a:lnTo>
                    <a:pt x="1142" y="2714"/>
                  </a:lnTo>
                  <a:lnTo>
                    <a:pt x="962" y="2831"/>
                  </a:lnTo>
                  <a:lnTo>
                    <a:pt x="782" y="2948"/>
                  </a:lnTo>
                  <a:lnTo>
                    <a:pt x="602" y="3071"/>
                  </a:lnTo>
                  <a:lnTo>
                    <a:pt x="452" y="3193"/>
                  </a:lnTo>
                  <a:lnTo>
                    <a:pt x="331" y="3321"/>
                  </a:lnTo>
                  <a:lnTo>
                    <a:pt x="211" y="3453"/>
                  </a:lnTo>
                  <a:lnTo>
                    <a:pt x="121" y="3586"/>
                  </a:lnTo>
                  <a:lnTo>
                    <a:pt x="61" y="3719"/>
                  </a:lnTo>
                  <a:lnTo>
                    <a:pt x="31" y="3861"/>
                  </a:lnTo>
                  <a:lnTo>
                    <a:pt x="1" y="3999"/>
                  </a:lnTo>
                  <a:lnTo>
                    <a:pt x="1" y="4147"/>
                  </a:lnTo>
                  <a:lnTo>
                    <a:pt x="1" y="4295"/>
                  </a:lnTo>
                  <a:lnTo>
                    <a:pt x="91" y="4586"/>
                  </a:lnTo>
                  <a:lnTo>
                    <a:pt x="241" y="4861"/>
                  </a:lnTo>
                  <a:lnTo>
                    <a:pt x="452" y="5121"/>
                  </a:lnTo>
                  <a:lnTo>
                    <a:pt x="692" y="5366"/>
                  </a:lnTo>
                  <a:lnTo>
                    <a:pt x="1022" y="5601"/>
                  </a:lnTo>
                  <a:lnTo>
                    <a:pt x="1353" y="5815"/>
                  </a:lnTo>
                  <a:lnTo>
                    <a:pt x="1773" y="6019"/>
                  </a:lnTo>
                  <a:lnTo>
                    <a:pt x="2224" y="6213"/>
                  </a:lnTo>
                  <a:lnTo>
                    <a:pt x="2704" y="6391"/>
                  </a:lnTo>
                  <a:lnTo>
                    <a:pt x="3245" y="6560"/>
                  </a:lnTo>
                  <a:lnTo>
                    <a:pt x="3815" y="6718"/>
                  </a:lnTo>
                  <a:lnTo>
                    <a:pt x="4416" y="6861"/>
                  </a:lnTo>
                  <a:lnTo>
                    <a:pt x="5047" y="6998"/>
                  </a:lnTo>
                  <a:lnTo>
                    <a:pt x="5708" y="7121"/>
                  </a:lnTo>
                  <a:lnTo>
                    <a:pt x="6398" y="7233"/>
                  </a:lnTo>
                  <a:lnTo>
                    <a:pt x="7119" y="7340"/>
                  </a:lnTo>
                  <a:lnTo>
                    <a:pt x="7840" y="7437"/>
                  </a:lnTo>
                  <a:lnTo>
                    <a:pt x="8621" y="7524"/>
                  </a:lnTo>
                  <a:lnTo>
                    <a:pt x="9372" y="7605"/>
                  </a:lnTo>
                  <a:lnTo>
                    <a:pt x="10183" y="7677"/>
                  </a:lnTo>
                  <a:lnTo>
                    <a:pt x="10994" y="7743"/>
                  </a:lnTo>
                  <a:lnTo>
                    <a:pt x="11805" y="7799"/>
                  </a:lnTo>
                  <a:lnTo>
                    <a:pt x="12646" y="7850"/>
                  </a:lnTo>
                  <a:lnTo>
                    <a:pt x="13457" y="7896"/>
                  </a:lnTo>
                  <a:lnTo>
                    <a:pt x="14298" y="7937"/>
                  </a:lnTo>
                  <a:lnTo>
                    <a:pt x="15138" y="7972"/>
                  </a:lnTo>
                  <a:lnTo>
                    <a:pt x="15979" y="8008"/>
                  </a:lnTo>
                  <a:lnTo>
                    <a:pt x="16820" y="8034"/>
                  </a:lnTo>
                  <a:lnTo>
                    <a:pt x="17661" y="8059"/>
                  </a:lnTo>
                  <a:lnTo>
                    <a:pt x="18472" y="8080"/>
                  </a:lnTo>
                  <a:lnTo>
                    <a:pt x="20094" y="8110"/>
                  </a:lnTo>
                  <a:lnTo>
                    <a:pt x="20755" y="8125"/>
                  </a:lnTo>
                  <a:lnTo>
                    <a:pt x="21476" y="8131"/>
                  </a:lnTo>
                  <a:lnTo>
                    <a:pt x="22197" y="8136"/>
                  </a:lnTo>
                  <a:lnTo>
                    <a:pt x="23939" y="8136"/>
                  </a:lnTo>
                  <a:lnTo>
                    <a:pt x="24900" y="8125"/>
                  </a:lnTo>
                  <a:lnTo>
                    <a:pt x="25921" y="8115"/>
                  </a:lnTo>
                  <a:lnTo>
                    <a:pt x="26972" y="8095"/>
                  </a:lnTo>
                  <a:lnTo>
                    <a:pt x="26792" y="7947"/>
                  </a:lnTo>
                  <a:lnTo>
                    <a:pt x="26642" y="7799"/>
                  </a:lnTo>
                  <a:lnTo>
                    <a:pt x="26492" y="7651"/>
                  </a:lnTo>
                  <a:lnTo>
                    <a:pt x="26401" y="7508"/>
                  </a:lnTo>
                  <a:lnTo>
                    <a:pt x="26341" y="7365"/>
                  </a:lnTo>
                  <a:lnTo>
                    <a:pt x="26281" y="7223"/>
                  </a:lnTo>
                  <a:lnTo>
                    <a:pt x="26281" y="7085"/>
                  </a:lnTo>
                  <a:lnTo>
                    <a:pt x="26281" y="6942"/>
                  </a:lnTo>
                  <a:lnTo>
                    <a:pt x="26311" y="6810"/>
                  </a:lnTo>
                  <a:lnTo>
                    <a:pt x="26371" y="6672"/>
                  </a:lnTo>
                  <a:lnTo>
                    <a:pt x="26462" y="6539"/>
                  </a:lnTo>
                  <a:lnTo>
                    <a:pt x="26582" y="6407"/>
                  </a:lnTo>
                  <a:lnTo>
                    <a:pt x="26702" y="6279"/>
                  </a:lnTo>
                  <a:lnTo>
                    <a:pt x="26882" y="6146"/>
                  </a:lnTo>
                  <a:lnTo>
                    <a:pt x="27062" y="6019"/>
                  </a:lnTo>
                  <a:lnTo>
                    <a:pt x="27272" y="5896"/>
                  </a:lnTo>
                  <a:lnTo>
                    <a:pt x="27513" y="5774"/>
                  </a:lnTo>
                  <a:lnTo>
                    <a:pt x="27783" y="5652"/>
                  </a:lnTo>
                  <a:lnTo>
                    <a:pt x="28053" y="5534"/>
                  </a:lnTo>
                  <a:lnTo>
                    <a:pt x="28354" y="5417"/>
                  </a:lnTo>
                  <a:lnTo>
                    <a:pt x="28684" y="5300"/>
                  </a:lnTo>
                  <a:lnTo>
                    <a:pt x="29045" y="5187"/>
                  </a:lnTo>
                  <a:lnTo>
                    <a:pt x="29405" y="5075"/>
                  </a:lnTo>
                  <a:lnTo>
                    <a:pt x="29795" y="4968"/>
                  </a:lnTo>
                  <a:lnTo>
                    <a:pt x="30216" y="4861"/>
                  </a:lnTo>
                  <a:lnTo>
                    <a:pt x="30666" y="4754"/>
                  </a:lnTo>
                  <a:lnTo>
                    <a:pt x="31147" y="4652"/>
                  </a:lnTo>
                  <a:lnTo>
                    <a:pt x="31628" y="4555"/>
                  </a:lnTo>
                  <a:lnTo>
                    <a:pt x="32138" y="4453"/>
                  </a:lnTo>
                  <a:lnTo>
                    <a:pt x="32649" y="4361"/>
                  </a:lnTo>
                  <a:lnTo>
                    <a:pt x="33189" y="4264"/>
                  </a:lnTo>
                  <a:lnTo>
                    <a:pt x="33760" y="4172"/>
                  </a:lnTo>
                  <a:lnTo>
                    <a:pt x="34271" y="4106"/>
                  </a:lnTo>
                  <a:lnTo>
                    <a:pt x="34781" y="4035"/>
                  </a:lnTo>
                  <a:lnTo>
                    <a:pt x="35382" y="3974"/>
                  </a:lnTo>
                  <a:lnTo>
                    <a:pt x="35983" y="3907"/>
                  </a:lnTo>
                  <a:lnTo>
                    <a:pt x="36643" y="3846"/>
                  </a:lnTo>
                  <a:lnTo>
                    <a:pt x="37364" y="3790"/>
                  </a:lnTo>
                  <a:lnTo>
                    <a:pt x="38085" y="3734"/>
                  </a:lnTo>
                  <a:lnTo>
                    <a:pt x="38866" y="3678"/>
                  </a:lnTo>
                  <a:lnTo>
                    <a:pt x="39677" y="3632"/>
                  </a:lnTo>
                  <a:lnTo>
                    <a:pt x="40518" y="3581"/>
                  </a:lnTo>
                  <a:lnTo>
                    <a:pt x="41389" y="3540"/>
                  </a:lnTo>
                  <a:lnTo>
                    <a:pt x="42260" y="3499"/>
                  </a:lnTo>
                  <a:lnTo>
                    <a:pt x="43191" y="3458"/>
                  </a:lnTo>
                  <a:lnTo>
                    <a:pt x="44122" y="3423"/>
                  </a:lnTo>
                  <a:lnTo>
                    <a:pt x="45083" y="3392"/>
                  </a:lnTo>
                  <a:lnTo>
                    <a:pt x="46044" y="3367"/>
                  </a:lnTo>
                  <a:lnTo>
                    <a:pt x="45924" y="3224"/>
                  </a:lnTo>
                  <a:lnTo>
                    <a:pt x="45804" y="3091"/>
                  </a:lnTo>
                  <a:lnTo>
                    <a:pt x="45654" y="2959"/>
                  </a:lnTo>
                  <a:lnTo>
                    <a:pt x="45504" y="2826"/>
                  </a:lnTo>
                  <a:lnTo>
                    <a:pt x="45323" y="2703"/>
                  </a:lnTo>
                  <a:lnTo>
                    <a:pt x="45113" y="2581"/>
                  </a:lnTo>
                  <a:lnTo>
                    <a:pt x="44903" y="2464"/>
                  </a:lnTo>
                  <a:lnTo>
                    <a:pt x="44693" y="2352"/>
                  </a:lnTo>
                  <a:lnTo>
                    <a:pt x="44452" y="2239"/>
                  </a:lnTo>
                  <a:lnTo>
                    <a:pt x="44212" y="2132"/>
                  </a:lnTo>
                  <a:lnTo>
                    <a:pt x="43942" y="2030"/>
                  </a:lnTo>
                  <a:lnTo>
                    <a:pt x="43671" y="1928"/>
                  </a:lnTo>
                  <a:lnTo>
                    <a:pt x="43401" y="1831"/>
                  </a:lnTo>
                  <a:lnTo>
                    <a:pt x="43101" y="1739"/>
                  </a:lnTo>
                  <a:lnTo>
                    <a:pt x="42770" y="1648"/>
                  </a:lnTo>
                  <a:lnTo>
                    <a:pt x="42470" y="1561"/>
                  </a:lnTo>
                  <a:lnTo>
                    <a:pt x="42140" y="1474"/>
                  </a:lnTo>
                  <a:lnTo>
                    <a:pt x="41809" y="1398"/>
                  </a:lnTo>
                  <a:lnTo>
                    <a:pt x="41088" y="1240"/>
                  </a:lnTo>
                  <a:lnTo>
                    <a:pt x="40338" y="1102"/>
                  </a:lnTo>
                  <a:lnTo>
                    <a:pt x="39557" y="969"/>
                  </a:lnTo>
                  <a:lnTo>
                    <a:pt x="38776" y="847"/>
                  </a:lnTo>
                  <a:lnTo>
                    <a:pt x="37935" y="740"/>
                  </a:lnTo>
                  <a:lnTo>
                    <a:pt x="37094" y="638"/>
                  </a:lnTo>
                  <a:lnTo>
                    <a:pt x="36223" y="546"/>
                  </a:lnTo>
                  <a:lnTo>
                    <a:pt x="35352" y="464"/>
                  </a:lnTo>
                  <a:lnTo>
                    <a:pt x="34451" y="388"/>
                  </a:lnTo>
                  <a:lnTo>
                    <a:pt x="33550" y="321"/>
                  </a:lnTo>
                  <a:lnTo>
                    <a:pt x="32649" y="265"/>
                  </a:lnTo>
                  <a:lnTo>
                    <a:pt x="31748" y="214"/>
                  </a:lnTo>
                  <a:lnTo>
                    <a:pt x="30847" y="168"/>
                  </a:lnTo>
                  <a:lnTo>
                    <a:pt x="29946" y="133"/>
                  </a:lnTo>
                  <a:lnTo>
                    <a:pt x="29075" y="97"/>
                  </a:lnTo>
                  <a:lnTo>
                    <a:pt x="28204" y="72"/>
                  </a:lnTo>
                  <a:lnTo>
                    <a:pt x="27333" y="51"/>
                  </a:lnTo>
                  <a:lnTo>
                    <a:pt x="26492" y="31"/>
                  </a:lnTo>
                  <a:lnTo>
                    <a:pt x="25681" y="21"/>
                  </a:lnTo>
                  <a:lnTo>
                    <a:pt x="24900" y="10"/>
                  </a:lnTo>
                  <a:lnTo>
                    <a:pt x="24149" y="5"/>
                  </a:lnTo>
                  <a:lnTo>
                    <a:pt x="22737" y="0"/>
                  </a:lnTo>
                  <a:close/>
                </a:path>
              </a:pathLst>
            </a:custGeom>
            <a:solidFill>
              <a:srgbClr val="0062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4"/>
            <p:cNvSpPr/>
            <p:nvPr/>
          </p:nvSpPr>
          <p:spPr>
            <a:xfrm flipH="1">
              <a:off x="5469616" y="1868776"/>
              <a:ext cx="844042" cy="1173017"/>
            </a:xfrm>
            <a:custGeom>
              <a:avLst/>
              <a:gdLst/>
              <a:ahLst/>
              <a:cxnLst/>
              <a:rect l="l" t="t" r="r" b="b"/>
              <a:pathLst>
                <a:path w="20064" h="4729" extrusionOk="0">
                  <a:moveTo>
                    <a:pt x="19763" y="1"/>
                  </a:moveTo>
                  <a:lnTo>
                    <a:pt x="18802" y="26"/>
                  </a:lnTo>
                  <a:lnTo>
                    <a:pt x="17841" y="57"/>
                  </a:lnTo>
                  <a:lnTo>
                    <a:pt x="16910" y="92"/>
                  </a:lnTo>
                  <a:lnTo>
                    <a:pt x="15979" y="133"/>
                  </a:lnTo>
                  <a:lnTo>
                    <a:pt x="15108" y="174"/>
                  </a:lnTo>
                  <a:lnTo>
                    <a:pt x="14237" y="215"/>
                  </a:lnTo>
                  <a:lnTo>
                    <a:pt x="13396" y="266"/>
                  </a:lnTo>
                  <a:lnTo>
                    <a:pt x="12585" y="312"/>
                  </a:lnTo>
                  <a:lnTo>
                    <a:pt x="11804" y="368"/>
                  </a:lnTo>
                  <a:lnTo>
                    <a:pt x="11083" y="424"/>
                  </a:lnTo>
                  <a:lnTo>
                    <a:pt x="10362" y="480"/>
                  </a:lnTo>
                  <a:lnTo>
                    <a:pt x="9702" y="541"/>
                  </a:lnTo>
                  <a:lnTo>
                    <a:pt x="9101" y="608"/>
                  </a:lnTo>
                  <a:lnTo>
                    <a:pt x="8500" y="669"/>
                  </a:lnTo>
                  <a:lnTo>
                    <a:pt x="7990" y="740"/>
                  </a:lnTo>
                  <a:lnTo>
                    <a:pt x="7479" y="806"/>
                  </a:lnTo>
                  <a:lnTo>
                    <a:pt x="6908" y="898"/>
                  </a:lnTo>
                  <a:lnTo>
                    <a:pt x="6368" y="995"/>
                  </a:lnTo>
                  <a:lnTo>
                    <a:pt x="5857" y="1087"/>
                  </a:lnTo>
                  <a:lnTo>
                    <a:pt x="5347" y="1189"/>
                  </a:lnTo>
                  <a:lnTo>
                    <a:pt x="4866" y="1286"/>
                  </a:lnTo>
                  <a:lnTo>
                    <a:pt x="4385" y="1388"/>
                  </a:lnTo>
                  <a:lnTo>
                    <a:pt x="3935" y="1495"/>
                  </a:lnTo>
                  <a:lnTo>
                    <a:pt x="3514" y="1602"/>
                  </a:lnTo>
                  <a:lnTo>
                    <a:pt x="3124" y="1709"/>
                  </a:lnTo>
                  <a:lnTo>
                    <a:pt x="2764" y="1821"/>
                  </a:lnTo>
                  <a:lnTo>
                    <a:pt x="2403" y="1934"/>
                  </a:lnTo>
                  <a:lnTo>
                    <a:pt x="2073" y="2051"/>
                  </a:lnTo>
                  <a:lnTo>
                    <a:pt x="1772" y="2168"/>
                  </a:lnTo>
                  <a:lnTo>
                    <a:pt x="1502" y="2286"/>
                  </a:lnTo>
                  <a:lnTo>
                    <a:pt x="1232" y="2408"/>
                  </a:lnTo>
                  <a:lnTo>
                    <a:pt x="991" y="2530"/>
                  </a:lnTo>
                  <a:lnTo>
                    <a:pt x="781" y="2653"/>
                  </a:lnTo>
                  <a:lnTo>
                    <a:pt x="601" y="2780"/>
                  </a:lnTo>
                  <a:lnTo>
                    <a:pt x="421" y="2913"/>
                  </a:lnTo>
                  <a:lnTo>
                    <a:pt x="301" y="3041"/>
                  </a:lnTo>
                  <a:lnTo>
                    <a:pt x="181" y="3173"/>
                  </a:lnTo>
                  <a:lnTo>
                    <a:pt x="90" y="3306"/>
                  </a:lnTo>
                  <a:lnTo>
                    <a:pt x="30" y="3444"/>
                  </a:lnTo>
                  <a:lnTo>
                    <a:pt x="0" y="3576"/>
                  </a:lnTo>
                  <a:lnTo>
                    <a:pt x="0" y="3719"/>
                  </a:lnTo>
                  <a:lnTo>
                    <a:pt x="0" y="3857"/>
                  </a:lnTo>
                  <a:lnTo>
                    <a:pt x="60" y="3999"/>
                  </a:lnTo>
                  <a:lnTo>
                    <a:pt x="120" y="4142"/>
                  </a:lnTo>
                  <a:lnTo>
                    <a:pt x="211" y="4285"/>
                  </a:lnTo>
                  <a:lnTo>
                    <a:pt x="361" y="4433"/>
                  </a:lnTo>
                  <a:lnTo>
                    <a:pt x="511" y="4581"/>
                  </a:lnTo>
                  <a:lnTo>
                    <a:pt x="691" y="4729"/>
                  </a:lnTo>
                  <a:lnTo>
                    <a:pt x="1502" y="4708"/>
                  </a:lnTo>
                  <a:lnTo>
                    <a:pt x="2373" y="4678"/>
                  </a:lnTo>
                  <a:lnTo>
                    <a:pt x="3214" y="4652"/>
                  </a:lnTo>
                  <a:lnTo>
                    <a:pt x="4085" y="4617"/>
                  </a:lnTo>
                  <a:lnTo>
                    <a:pt x="4926" y="4576"/>
                  </a:lnTo>
                  <a:lnTo>
                    <a:pt x="5797" y="4530"/>
                  </a:lnTo>
                  <a:lnTo>
                    <a:pt x="6638" y="4479"/>
                  </a:lnTo>
                  <a:lnTo>
                    <a:pt x="7509" y="4418"/>
                  </a:lnTo>
                  <a:lnTo>
                    <a:pt x="8350" y="4357"/>
                  </a:lnTo>
                  <a:lnTo>
                    <a:pt x="9161" y="4285"/>
                  </a:lnTo>
                  <a:lnTo>
                    <a:pt x="10002" y="4209"/>
                  </a:lnTo>
                  <a:lnTo>
                    <a:pt x="10813" y="4127"/>
                  </a:lnTo>
                  <a:lnTo>
                    <a:pt x="11594" y="4035"/>
                  </a:lnTo>
                  <a:lnTo>
                    <a:pt x="12375" y="3938"/>
                  </a:lnTo>
                  <a:lnTo>
                    <a:pt x="13095" y="3831"/>
                  </a:lnTo>
                  <a:lnTo>
                    <a:pt x="13846" y="3719"/>
                  </a:lnTo>
                  <a:lnTo>
                    <a:pt x="14537" y="3602"/>
                  </a:lnTo>
                  <a:lnTo>
                    <a:pt x="15198" y="3469"/>
                  </a:lnTo>
                  <a:lnTo>
                    <a:pt x="15829" y="3336"/>
                  </a:lnTo>
                  <a:lnTo>
                    <a:pt x="16429" y="3188"/>
                  </a:lnTo>
                  <a:lnTo>
                    <a:pt x="17000" y="3035"/>
                  </a:lnTo>
                  <a:lnTo>
                    <a:pt x="17511" y="2872"/>
                  </a:lnTo>
                  <a:lnTo>
                    <a:pt x="17991" y="2699"/>
                  </a:lnTo>
                  <a:lnTo>
                    <a:pt x="18442" y="2515"/>
                  </a:lnTo>
                  <a:lnTo>
                    <a:pt x="18832" y="2326"/>
                  </a:lnTo>
                  <a:lnTo>
                    <a:pt x="19162" y="2122"/>
                  </a:lnTo>
                  <a:lnTo>
                    <a:pt x="19463" y="1908"/>
                  </a:lnTo>
                  <a:lnTo>
                    <a:pt x="19703" y="1689"/>
                  </a:lnTo>
                  <a:lnTo>
                    <a:pt x="19883" y="1454"/>
                  </a:lnTo>
                  <a:lnTo>
                    <a:pt x="20003" y="1209"/>
                  </a:lnTo>
                  <a:lnTo>
                    <a:pt x="20064" y="954"/>
                  </a:lnTo>
                  <a:lnTo>
                    <a:pt x="20064" y="689"/>
                  </a:lnTo>
                  <a:lnTo>
                    <a:pt x="20003" y="511"/>
                  </a:lnTo>
                  <a:lnTo>
                    <a:pt x="19943" y="332"/>
                  </a:lnTo>
                  <a:lnTo>
                    <a:pt x="19853" y="164"/>
                  </a:lnTo>
                  <a:lnTo>
                    <a:pt x="19763" y="1"/>
                  </a:lnTo>
                  <a:close/>
                </a:path>
              </a:pathLst>
            </a:custGeom>
            <a:solidFill>
              <a:srgbClr val="0047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2" name="Google Shape;392;p34"/>
          <p:cNvSpPr/>
          <p:nvPr/>
        </p:nvSpPr>
        <p:spPr>
          <a:xfrm flipH="1">
            <a:off x="5469616" y="1868776"/>
            <a:ext cx="844042" cy="1173017"/>
          </a:xfrm>
          <a:custGeom>
            <a:avLst/>
            <a:gdLst/>
            <a:ahLst/>
            <a:cxnLst/>
            <a:rect l="l" t="t" r="r" b="b"/>
            <a:pathLst>
              <a:path w="20064" h="4729" fill="none" extrusionOk="0">
                <a:moveTo>
                  <a:pt x="19763" y="1"/>
                </a:moveTo>
                <a:lnTo>
                  <a:pt x="19763" y="1"/>
                </a:lnTo>
                <a:lnTo>
                  <a:pt x="19853" y="164"/>
                </a:lnTo>
                <a:lnTo>
                  <a:pt x="19943" y="332"/>
                </a:lnTo>
                <a:lnTo>
                  <a:pt x="20003" y="511"/>
                </a:lnTo>
                <a:lnTo>
                  <a:pt x="20064" y="689"/>
                </a:lnTo>
                <a:lnTo>
                  <a:pt x="20064" y="689"/>
                </a:lnTo>
                <a:lnTo>
                  <a:pt x="20064" y="954"/>
                </a:lnTo>
                <a:lnTo>
                  <a:pt x="20003" y="1209"/>
                </a:lnTo>
                <a:lnTo>
                  <a:pt x="19883" y="1454"/>
                </a:lnTo>
                <a:lnTo>
                  <a:pt x="19703" y="1689"/>
                </a:lnTo>
                <a:lnTo>
                  <a:pt x="19463" y="1908"/>
                </a:lnTo>
                <a:lnTo>
                  <a:pt x="19162" y="2122"/>
                </a:lnTo>
                <a:lnTo>
                  <a:pt x="18832" y="2326"/>
                </a:lnTo>
                <a:lnTo>
                  <a:pt x="18442" y="2515"/>
                </a:lnTo>
                <a:lnTo>
                  <a:pt x="17991" y="2699"/>
                </a:lnTo>
                <a:lnTo>
                  <a:pt x="17511" y="2872"/>
                </a:lnTo>
                <a:lnTo>
                  <a:pt x="17000" y="3035"/>
                </a:lnTo>
                <a:lnTo>
                  <a:pt x="16429" y="3188"/>
                </a:lnTo>
                <a:lnTo>
                  <a:pt x="15829" y="3336"/>
                </a:lnTo>
                <a:lnTo>
                  <a:pt x="15198" y="3469"/>
                </a:lnTo>
                <a:lnTo>
                  <a:pt x="14537" y="3602"/>
                </a:lnTo>
                <a:lnTo>
                  <a:pt x="13846" y="3719"/>
                </a:lnTo>
                <a:lnTo>
                  <a:pt x="13095" y="3831"/>
                </a:lnTo>
                <a:lnTo>
                  <a:pt x="12375" y="3938"/>
                </a:lnTo>
                <a:lnTo>
                  <a:pt x="11594" y="4035"/>
                </a:lnTo>
                <a:lnTo>
                  <a:pt x="10813" y="4127"/>
                </a:lnTo>
                <a:lnTo>
                  <a:pt x="10002" y="4209"/>
                </a:lnTo>
                <a:lnTo>
                  <a:pt x="9161" y="4285"/>
                </a:lnTo>
                <a:lnTo>
                  <a:pt x="8350" y="4357"/>
                </a:lnTo>
                <a:lnTo>
                  <a:pt x="7509" y="4418"/>
                </a:lnTo>
                <a:lnTo>
                  <a:pt x="6638" y="4479"/>
                </a:lnTo>
                <a:lnTo>
                  <a:pt x="5797" y="4530"/>
                </a:lnTo>
                <a:lnTo>
                  <a:pt x="4926" y="4576"/>
                </a:lnTo>
                <a:lnTo>
                  <a:pt x="4085" y="4617"/>
                </a:lnTo>
                <a:lnTo>
                  <a:pt x="3214" y="4652"/>
                </a:lnTo>
                <a:lnTo>
                  <a:pt x="2373" y="4678"/>
                </a:lnTo>
                <a:lnTo>
                  <a:pt x="1502" y="4708"/>
                </a:lnTo>
                <a:lnTo>
                  <a:pt x="691" y="4729"/>
                </a:lnTo>
                <a:lnTo>
                  <a:pt x="691" y="4729"/>
                </a:lnTo>
                <a:lnTo>
                  <a:pt x="511" y="4581"/>
                </a:lnTo>
                <a:lnTo>
                  <a:pt x="361" y="4433"/>
                </a:lnTo>
                <a:lnTo>
                  <a:pt x="211" y="4285"/>
                </a:lnTo>
                <a:lnTo>
                  <a:pt x="120" y="4142"/>
                </a:lnTo>
                <a:lnTo>
                  <a:pt x="60" y="3999"/>
                </a:lnTo>
                <a:lnTo>
                  <a:pt x="0" y="3857"/>
                </a:lnTo>
                <a:lnTo>
                  <a:pt x="0" y="3719"/>
                </a:lnTo>
                <a:lnTo>
                  <a:pt x="0" y="3576"/>
                </a:lnTo>
                <a:lnTo>
                  <a:pt x="30" y="3444"/>
                </a:lnTo>
                <a:lnTo>
                  <a:pt x="90" y="3306"/>
                </a:lnTo>
                <a:lnTo>
                  <a:pt x="181" y="3173"/>
                </a:lnTo>
                <a:lnTo>
                  <a:pt x="301" y="3041"/>
                </a:lnTo>
                <a:lnTo>
                  <a:pt x="421" y="2913"/>
                </a:lnTo>
                <a:lnTo>
                  <a:pt x="601" y="2780"/>
                </a:lnTo>
                <a:lnTo>
                  <a:pt x="781" y="2653"/>
                </a:lnTo>
                <a:lnTo>
                  <a:pt x="991" y="2530"/>
                </a:lnTo>
                <a:lnTo>
                  <a:pt x="1232" y="2408"/>
                </a:lnTo>
                <a:lnTo>
                  <a:pt x="1502" y="2286"/>
                </a:lnTo>
                <a:lnTo>
                  <a:pt x="1772" y="2168"/>
                </a:lnTo>
                <a:lnTo>
                  <a:pt x="2073" y="2051"/>
                </a:lnTo>
                <a:lnTo>
                  <a:pt x="2403" y="1934"/>
                </a:lnTo>
                <a:lnTo>
                  <a:pt x="2764" y="1821"/>
                </a:lnTo>
                <a:lnTo>
                  <a:pt x="3124" y="1709"/>
                </a:lnTo>
                <a:lnTo>
                  <a:pt x="3514" y="1602"/>
                </a:lnTo>
                <a:lnTo>
                  <a:pt x="3935" y="1495"/>
                </a:lnTo>
                <a:lnTo>
                  <a:pt x="4385" y="1388"/>
                </a:lnTo>
                <a:lnTo>
                  <a:pt x="4866" y="1286"/>
                </a:lnTo>
                <a:lnTo>
                  <a:pt x="5347" y="1189"/>
                </a:lnTo>
                <a:lnTo>
                  <a:pt x="5857" y="1087"/>
                </a:lnTo>
                <a:lnTo>
                  <a:pt x="6368" y="995"/>
                </a:lnTo>
                <a:lnTo>
                  <a:pt x="6908" y="898"/>
                </a:lnTo>
                <a:lnTo>
                  <a:pt x="7479" y="806"/>
                </a:lnTo>
                <a:lnTo>
                  <a:pt x="7479" y="806"/>
                </a:lnTo>
                <a:lnTo>
                  <a:pt x="7990" y="740"/>
                </a:lnTo>
                <a:lnTo>
                  <a:pt x="8500" y="669"/>
                </a:lnTo>
                <a:lnTo>
                  <a:pt x="9101" y="608"/>
                </a:lnTo>
                <a:lnTo>
                  <a:pt x="9702" y="541"/>
                </a:lnTo>
                <a:lnTo>
                  <a:pt x="10362" y="480"/>
                </a:lnTo>
                <a:lnTo>
                  <a:pt x="11083" y="424"/>
                </a:lnTo>
                <a:lnTo>
                  <a:pt x="11804" y="368"/>
                </a:lnTo>
                <a:lnTo>
                  <a:pt x="12585" y="312"/>
                </a:lnTo>
                <a:lnTo>
                  <a:pt x="13396" y="266"/>
                </a:lnTo>
                <a:lnTo>
                  <a:pt x="14237" y="215"/>
                </a:lnTo>
                <a:lnTo>
                  <a:pt x="15108" y="174"/>
                </a:lnTo>
                <a:lnTo>
                  <a:pt x="15979" y="133"/>
                </a:lnTo>
                <a:lnTo>
                  <a:pt x="16910" y="92"/>
                </a:lnTo>
                <a:lnTo>
                  <a:pt x="17841" y="57"/>
                </a:lnTo>
                <a:lnTo>
                  <a:pt x="18802" y="26"/>
                </a:lnTo>
                <a:lnTo>
                  <a:pt x="1976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4"/>
          <p:cNvSpPr txBox="1">
            <a:spLocks noGrp="1"/>
          </p:cNvSpPr>
          <p:nvPr>
            <p:ph type="title"/>
          </p:nvPr>
        </p:nvSpPr>
        <p:spPr>
          <a:xfrm>
            <a:off x="457200" y="1265875"/>
            <a:ext cx="51138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400"/>
              <a:buNone/>
              <a:defRPr>
                <a:solidFill>
                  <a:schemeClr val="lt1"/>
                </a:solidFill>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394" name="Google Shape;394;p34"/>
          <p:cNvSpPr txBox="1">
            <a:spLocks noGrp="1"/>
          </p:cNvSpPr>
          <p:nvPr>
            <p:ph type="title" idx="2"/>
          </p:nvPr>
        </p:nvSpPr>
        <p:spPr>
          <a:xfrm>
            <a:off x="457200" y="914400"/>
            <a:ext cx="8229600" cy="2631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200"/>
              <a:buNone/>
              <a:defRPr sz="1200">
                <a:solidFill>
                  <a:schemeClr val="lt1"/>
                </a:solidFill>
              </a:defRPr>
            </a:lvl1pPr>
            <a:lvl2pPr lvl="1" rtl="0">
              <a:spcBef>
                <a:spcPts val="0"/>
              </a:spcBef>
              <a:spcAft>
                <a:spcPts val="0"/>
              </a:spcAft>
              <a:buSzPts val="1200"/>
              <a:buNone/>
              <a:defRPr sz="1200">
                <a:latin typeface="Lato"/>
                <a:ea typeface="Lato"/>
                <a:cs typeface="Lato"/>
                <a:sym typeface="Lato"/>
              </a:defRPr>
            </a:lvl2pPr>
            <a:lvl3pPr lvl="2" rtl="0">
              <a:spcBef>
                <a:spcPts val="0"/>
              </a:spcBef>
              <a:spcAft>
                <a:spcPts val="0"/>
              </a:spcAft>
              <a:buSzPts val="1200"/>
              <a:buNone/>
              <a:defRPr sz="1200">
                <a:latin typeface="Lato"/>
                <a:ea typeface="Lato"/>
                <a:cs typeface="Lato"/>
                <a:sym typeface="Lato"/>
              </a:defRPr>
            </a:lvl3pPr>
            <a:lvl4pPr lvl="3" rtl="0">
              <a:spcBef>
                <a:spcPts val="0"/>
              </a:spcBef>
              <a:spcAft>
                <a:spcPts val="0"/>
              </a:spcAft>
              <a:buSzPts val="1200"/>
              <a:buNone/>
              <a:defRPr sz="1200">
                <a:latin typeface="Lato"/>
                <a:ea typeface="Lato"/>
                <a:cs typeface="Lato"/>
                <a:sym typeface="Lato"/>
              </a:defRPr>
            </a:lvl4pPr>
            <a:lvl5pPr lvl="4" rtl="0">
              <a:spcBef>
                <a:spcPts val="0"/>
              </a:spcBef>
              <a:spcAft>
                <a:spcPts val="0"/>
              </a:spcAft>
              <a:buSzPts val="1200"/>
              <a:buNone/>
              <a:defRPr sz="1200">
                <a:latin typeface="Lato"/>
                <a:ea typeface="Lato"/>
                <a:cs typeface="Lato"/>
                <a:sym typeface="Lato"/>
              </a:defRPr>
            </a:lvl5pPr>
            <a:lvl6pPr lvl="5" rtl="0">
              <a:spcBef>
                <a:spcPts val="0"/>
              </a:spcBef>
              <a:spcAft>
                <a:spcPts val="0"/>
              </a:spcAft>
              <a:buSzPts val="1200"/>
              <a:buNone/>
              <a:defRPr sz="1200">
                <a:latin typeface="Lato"/>
                <a:ea typeface="Lato"/>
                <a:cs typeface="Lato"/>
                <a:sym typeface="Lato"/>
              </a:defRPr>
            </a:lvl6pPr>
            <a:lvl7pPr lvl="6" rtl="0">
              <a:spcBef>
                <a:spcPts val="0"/>
              </a:spcBef>
              <a:spcAft>
                <a:spcPts val="0"/>
              </a:spcAft>
              <a:buSzPts val="1200"/>
              <a:buNone/>
              <a:defRPr sz="1200">
                <a:latin typeface="Lato"/>
                <a:ea typeface="Lato"/>
                <a:cs typeface="Lato"/>
                <a:sym typeface="Lato"/>
              </a:defRPr>
            </a:lvl7pPr>
            <a:lvl8pPr lvl="7" rtl="0">
              <a:spcBef>
                <a:spcPts val="0"/>
              </a:spcBef>
              <a:spcAft>
                <a:spcPts val="0"/>
              </a:spcAft>
              <a:buSzPts val="1200"/>
              <a:buNone/>
              <a:defRPr sz="1200">
                <a:latin typeface="Lato"/>
                <a:ea typeface="Lato"/>
                <a:cs typeface="Lato"/>
                <a:sym typeface="Lato"/>
              </a:defRPr>
            </a:lvl8pPr>
            <a:lvl9pPr lvl="8" rtl="0">
              <a:spcBef>
                <a:spcPts val="0"/>
              </a:spcBef>
              <a:spcAft>
                <a:spcPts val="0"/>
              </a:spcAft>
              <a:buSzPts val="1200"/>
              <a:buNone/>
              <a:defRPr sz="1200">
                <a:latin typeface="Lato"/>
                <a:ea typeface="Lato"/>
                <a:cs typeface="Lato"/>
                <a:sym typeface="Lato"/>
              </a:defRPr>
            </a:lvl9pPr>
          </a:lstStyle>
          <a:p>
            <a:endParaRPr/>
          </a:p>
        </p:txBody>
      </p:sp>
      <p:sp>
        <p:nvSpPr>
          <p:cNvPr id="395" name="Google Shape;395;p34"/>
          <p:cNvSpPr txBox="1">
            <a:spLocks noGrp="1"/>
          </p:cNvSpPr>
          <p:nvPr>
            <p:ph type="title" idx="3"/>
          </p:nvPr>
        </p:nvSpPr>
        <p:spPr>
          <a:xfrm>
            <a:off x="1585550" y="2689825"/>
            <a:ext cx="3443700" cy="339300"/>
          </a:xfrm>
          <a:prstGeom prst="rect">
            <a:avLst/>
          </a:prstGeom>
        </p:spPr>
        <p:txBody>
          <a:bodyPr spcFirstLastPara="1" wrap="square" lIns="0" tIns="0" rIns="0" bIns="0" anchor="ctr" anchorCtr="0">
            <a:noAutofit/>
          </a:bodyPr>
          <a:lstStyle>
            <a:lvl1pPr lvl="0" rtl="0">
              <a:lnSpc>
                <a:spcPct val="150000"/>
              </a:lnSpc>
              <a:spcBef>
                <a:spcPts val="0"/>
              </a:spcBef>
              <a:spcAft>
                <a:spcPts val="0"/>
              </a:spcAft>
              <a:buClr>
                <a:schemeClr val="lt1"/>
              </a:buClr>
              <a:buSzPts val="1400"/>
              <a:buFont typeface="Lato"/>
              <a:buNone/>
              <a:defRPr sz="1400">
                <a:solidFill>
                  <a:schemeClr val="lt1"/>
                </a:solidFill>
                <a:latin typeface="Lato"/>
                <a:ea typeface="Lato"/>
                <a:cs typeface="Lato"/>
                <a:sym typeface="Lato"/>
              </a:defRPr>
            </a:lvl1pPr>
            <a:lvl2pPr lvl="1" rtl="0">
              <a:lnSpc>
                <a:spcPct val="150000"/>
              </a:lnSpc>
              <a:spcBef>
                <a:spcPts val="0"/>
              </a:spcBef>
              <a:spcAft>
                <a:spcPts val="0"/>
              </a:spcAft>
              <a:buSzPts val="1400"/>
              <a:buFont typeface="Lato"/>
              <a:buNone/>
              <a:defRPr sz="1400">
                <a:latin typeface="Lato"/>
                <a:ea typeface="Lato"/>
                <a:cs typeface="Lato"/>
                <a:sym typeface="Lato"/>
              </a:defRPr>
            </a:lvl2pPr>
            <a:lvl3pPr lvl="2" rtl="0">
              <a:lnSpc>
                <a:spcPct val="150000"/>
              </a:lnSpc>
              <a:spcBef>
                <a:spcPts val="0"/>
              </a:spcBef>
              <a:spcAft>
                <a:spcPts val="0"/>
              </a:spcAft>
              <a:buSzPts val="1400"/>
              <a:buFont typeface="Lato"/>
              <a:buNone/>
              <a:defRPr sz="1400">
                <a:latin typeface="Lato"/>
                <a:ea typeface="Lato"/>
                <a:cs typeface="Lato"/>
                <a:sym typeface="Lato"/>
              </a:defRPr>
            </a:lvl3pPr>
            <a:lvl4pPr lvl="3" rtl="0">
              <a:lnSpc>
                <a:spcPct val="150000"/>
              </a:lnSpc>
              <a:spcBef>
                <a:spcPts val="0"/>
              </a:spcBef>
              <a:spcAft>
                <a:spcPts val="0"/>
              </a:spcAft>
              <a:buSzPts val="1400"/>
              <a:buFont typeface="Lato"/>
              <a:buNone/>
              <a:defRPr sz="1400">
                <a:latin typeface="Lato"/>
                <a:ea typeface="Lato"/>
                <a:cs typeface="Lato"/>
                <a:sym typeface="Lato"/>
              </a:defRPr>
            </a:lvl4pPr>
            <a:lvl5pPr lvl="4" rtl="0">
              <a:lnSpc>
                <a:spcPct val="150000"/>
              </a:lnSpc>
              <a:spcBef>
                <a:spcPts val="0"/>
              </a:spcBef>
              <a:spcAft>
                <a:spcPts val="0"/>
              </a:spcAft>
              <a:buSzPts val="1400"/>
              <a:buFont typeface="Lato"/>
              <a:buNone/>
              <a:defRPr sz="1400">
                <a:latin typeface="Lato"/>
                <a:ea typeface="Lato"/>
                <a:cs typeface="Lato"/>
                <a:sym typeface="Lato"/>
              </a:defRPr>
            </a:lvl5pPr>
            <a:lvl6pPr lvl="5" rtl="0">
              <a:lnSpc>
                <a:spcPct val="150000"/>
              </a:lnSpc>
              <a:spcBef>
                <a:spcPts val="0"/>
              </a:spcBef>
              <a:spcAft>
                <a:spcPts val="0"/>
              </a:spcAft>
              <a:buSzPts val="1400"/>
              <a:buFont typeface="Lato"/>
              <a:buNone/>
              <a:defRPr sz="1400">
                <a:latin typeface="Lato"/>
                <a:ea typeface="Lato"/>
                <a:cs typeface="Lato"/>
                <a:sym typeface="Lato"/>
              </a:defRPr>
            </a:lvl6pPr>
            <a:lvl7pPr lvl="6" rtl="0">
              <a:lnSpc>
                <a:spcPct val="150000"/>
              </a:lnSpc>
              <a:spcBef>
                <a:spcPts val="0"/>
              </a:spcBef>
              <a:spcAft>
                <a:spcPts val="0"/>
              </a:spcAft>
              <a:buSzPts val="1400"/>
              <a:buFont typeface="Lato"/>
              <a:buNone/>
              <a:defRPr sz="1400">
                <a:latin typeface="Lato"/>
                <a:ea typeface="Lato"/>
                <a:cs typeface="Lato"/>
                <a:sym typeface="Lato"/>
              </a:defRPr>
            </a:lvl7pPr>
            <a:lvl8pPr lvl="7" rtl="0">
              <a:lnSpc>
                <a:spcPct val="150000"/>
              </a:lnSpc>
              <a:spcBef>
                <a:spcPts val="0"/>
              </a:spcBef>
              <a:spcAft>
                <a:spcPts val="0"/>
              </a:spcAft>
              <a:buSzPts val="1400"/>
              <a:buFont typeface="Lato"/>
              <a:buNone/>
              <a:defRPr sz="1400">
                <a:latin typeface="Lato"/>
                <a:ea typeface="Lato"/>
                <a:cs typeface="Lato"/>
                <a:sym typeface="Lato"/>
              </a:defRPr>
            </a:lvl8pPr>
            <a:lvl9pPr lvl="8" rtl="0">
              <a:lnSpc>
                <a:spcPct val="150000"/>
              </a:lnSpc>
              <a:spcBef>
                <a:spcPts val="0"/>
              </a:spcBef>
              <a:spcAft>
                <a:spcPts val="0"/>
              </a:spcAft>
              <a:buSzPts val="1400"/>
              <a:buFont typeface="Lato"/>
              <a:buNone/>
              <a:defRPr sz="1400">
                <a:latin typeface="Lato"/>
                <a:ea typeface="Lato"/>
                <a:cs typeface="Lato"/>
                <a:sym typeface="Lato"/>
              </a:defRPr>
            </a:lvl9pPr>
          </a:lstStyle>
          <a:p>
            <a:endParaRPr/>
          </a:p>
        </p:txBody>
      </p:sp>
      <p:sp>
        <p:nvSpPr>
          <p:cNvPr id="396" name="Google Shape;396;p34"/>
          <p:cNvSpPr txBox="1">
            <a:spLocks noGrp="1"/>
          </p:cNvSpPr>
          <p:nvPr>
            <p:ph type="title" idx="4"/>
          </p:nvPr>
        </p:nvSpPr>
        <p:spPr>
          <a:xfrm>
            <a:off x="457200" y="2689825"/>
            <a:ext cx="954600" cy="339300"/>
          </a:xfrm>
          <a:prstGeom prst="rect">
            <a:avLst/>
          </a:prstGeom>
        </p:spPr>
        <p:txBody>
          <a:bodyPr spcFirstLastPara="1" wrap="square" lIns="0" tIns="0" rIns="0" bIns="0" anchor="ctr" anchorCtr="0">
            <a:noAutofit/>
          </a:bodyPr>
          <a:lstStyle>
            <a:lvl1pPr lvl="0" algn="r" rtl="0">
              <a:lnSpc>
                <a:spcPct val="150000"/>
              </a:lnSpc>
              <a:spcBef>
                <a:spcPts val="0"/>
              </a:spcBef>
              <a:spcAft>
                <a:spcPts val="0"/>
              </a:spcAft>
              <a:buClr>
                <a:schemeClr val="lt1"/>
              </a:buClr>
              <a:buSzPts val="1400"/>
              <a:buNone/>
              <a:defRPr sz="1400">
                <a:solidFill>
                  <a:schemeClr val="lt1"/>
                </a:solidFill>
              </a:defRPr>
            </a:lvl1pPr>
            <a:lvl2pPr lvl="1" algn="r" rtl="0">
              <a:lnSpc>
                <a:spcPct val="150000"/>
              </a:lnSpc>
              <a:spcBef>
                <a:spcPts val="0"/>
              </a:spcBef>
              <a:spcAft>
                <a:spcPts val="0"/>
              </a:spcAft>
              <a:buSzPts val="1400"/>
              <a:buNone/>
              <a:defRPr sz="1400"/>
            </a:lvl2pPr>
            <a:lvl3pPr lvl="2" algn="r" rtl="0">
              <a:lnSpc>
                <a:spcPct val="150000"/>
              </a:lnSpc>
              <a:spcBef>
                <a:spcPts val="0"/>
              </a:spcBef>
              <a:spcAft>
                <a:spcPts val="0"/>
              </a:spcAft>
              <a:buSzPts val="1400"/>
              <a:buNone/>
              <a:defRPr sz="1400"/>
            </a:lvl3pPr>
            <a:lvl4pPr lvl="3" algn="r" rtl="0">
              <a:lnSpc>
                <a:spcPct val="150000"/>
              </a:lnSpc>
              <a:spcBef>
                <a:spcPts val="0"/>
              </a:spcBef>
              <a:spcAft>
                <a:spcPts val="0"/>
              </a:spcAft>
              <a:buSzPts val="1400"/>
              <a:buNone/>
              <a:defRPr sz="1400"/>
            </a:lvl4pPr>
            <a:lvl5pPr lvl="4" algn="r" rtl="0">
              <a:lnSpc>
                <a:spcPct val="150000"/>
              </a:lnSpc>
              <a:spcBef>
                <a:spcPts val="0"/>
              </a:spcBef>
              <a:spcAft>
                <a:spcPts val="0"/>
              </a:spcAft>
              <a:buSzPts val="1400"/>
              <a:buNone/>
              <a:defRPr sz="1400"/>
            </a:lvl5pPr>
            <a:lvl6pPr lvl="5" algn="r" rtl="0">
              <a:lnSpc>
                <a:spcPct val="150000"/>
              </a:lnSpc>
              <a:spcBef>
                <a:spcPts val="0"/>
              </a:spcBef>
              <a:spcAft>
                <a:spcPts val="0"/>
              </a:spcAft>
              <a:buSzPts val="1400"/>
              <a:buNone/>
              <a:defRPr sz="1400"/>
            </a:lvl6pPr>
            <a:lvl7pPr lvl="6" algn="r" rtl="0">
              <a:lnSpc>
                <a:spcPct val="150000"/>
              </a:lnSpc>
              <a:spcBef>
                <a:spcPts val="0"/>
              </a:spcBef>
              <a:spcAft>
                <a:spcPts val="0"/>
              </a:spcAft>
              <a:buSzPts val="1400"/>
              <a:buNone/>
              <a:defRPr sz="1400"/>
            </a:lvl7pPr>
            <a:lvl8pPr lvl="7" algn="r" rtl="0">
              <a:lnSpc>
                <a:spcPct val="150000"/>
              </a:lnSpc>
              <a:spcBef>
                <a:spcPts val="0"/>
              </a:spcBef>
              <a:spcAft>
                <a:spcPts val="0"/>
              </a:spcAft>
              <a:buSzPts val="1400"/>
              <a:buNone/>
              <a:defRPr sz="1400"/>
            </a:lvl8pPr>
            <a:lvl9pPr lvl="8" algn="r" rtl="0">
              <a:lnSpc>
                <a:spcPct val="150000"/>
              </a:lnSpc>
              <a:spcBef>
                <a:spcPts val="0"/>
              </a:spcBef>
              <a:spcAft>
                <a:spcPts val="0"/>
              </a:spcAft>
              <a:buSzPts val="1400"/>
              <a:buNone/>
              <a:defRPr sz="1400"/>
            </a:lvl9pPr>
          </a:lstStyle>
          <a:p>
            <a:endParaRPr/>
          </a:p>
        </p:txBody>
      </p:sp>
      <p:sp>
        <p:nvSpPr>
          <p:cNvPr id="397" name="Google Shape;397;p34"/>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Pink - Basic 2 Column">
  <p:cSld name="TITLE_AND_BODY_5">
    <p:spTree>
      <p:nvGrpSpPr>
        <p:cNvPr id="1" name="Shape 412"/>
        <p:cNvGrpSpPr/>
        <p:nvPr/>
      </p:nvGrpSpPr>
      <p:grpSpPr>
        <a:xfrm>
          <a:off x="0" y="0"/>
          <a:ext cx="0" cy="0"/>
          <a:chOff x="0" y="0"/>
          <a:chExt cx="0" cy="0"/>
        </a:xfrm>
      </p:grpSpPr>
      <p:sp>
        <p:nvSpPr>
          <p:cNvPr id="413" name="Google Shape;413;p36"/>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6"/>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6"/>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416" name="Google Shape;416;p36"/>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417" name="Google Shape;417;p36"/>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6"/>
          <p:cNvSpPr/>
          <p:nvPr/>
        </p:nvSpPr>
        <p:spPr>
          <a:xfrm rot="10800000">
            <a:off x="8508368" y="2423333"/>
            <a:ext cx="162495" cy="3295"/>
          </a:xfrm>
          <a:custGeom>
            <a:avLst/>
            <a:gdLst/>
            <a:ahLst/>
            <a:cxnLst/>
            <a:rect l="l" t="t" r="r" b="b"/>
            <a:pathLst>
              <a:path w="1773" h="8" fill="none" extrusionOk="0">
                <a:moveTo>
                  <a:pt x="1" y="7"/>
                </a:moveTo>
                <a:lnTo>
                  <a:pt x="1773" y="7"/>
                </a:lnTo>
                <a:lnTo>
                  <a:pt x="1773" y="7"/>
                </a:lnTo>
                <a:lnTo>
                  <a:pt x="132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6"/>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6"/>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6"/>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6"/>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423" name="Google Shape;423;p36"/>
          <p:cNvSpPr txBox="1">
            <a:spLocks noGrp="1"/>
          </p:cNvSpPr>
          <p:nvPr>
            <p:ph type="subTitle" idx="3"/>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424" name="Google Shape;424;p36"/>
          <p:cNvSpPr txBox="1">
            <a:spLocks noGrp="1"/>
          </p:cNvSpPr>
          <p:nvPr>
            <p:ph type="subTitle" idx="4"/>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425" name="Google Shape;425;p36"/>
          <p:cNvSpPr txBox="1">
            <a:spLocks noGrp="1"/>
          </p:cNvSpPr>
          <p:nvPr>
            <p:ph type="subTitle" idx="5"/>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1pPr>
            <a:lvl2pPr lvl="1"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2pPr>
            <a:lvl3pPr lvl="2"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3pPr>
            <a:lvl4pPr lvl="3"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4pPr>
            <a:lvl5pPr lvl="4"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5pPr>
            <a:lvl6pPr lvl="5"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6pPr>
            <a:lvl7pPr lvl="6"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7pPr>
            <a:lvl8pPr lvl="7"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8pPr>
            <a:lvl9pPr lvl="8" rtl="0">
              <a:spcBef>
                <a:spcPts val="1600"/>
              </a:spcBef>
              <a:spcAft>
                <a:spcPts val="1600"/>
              </a:spcAft>
              <a:buClr>
                <a:srgbClr val="FF5E4D"/>
              </a:buClr>
              <a:buSzPts val="900"/>
              <a:buFont typeface="Lato Black"/>
              <a:buNone/>
              <a:defRPr>
                <a:solidFill>
                  <a:srgbClr val="FF5E4D"/>
                </a:solidFill>
                <a:latin typeface="Lato Black"/>
                <a:ea typeface="Lato Black"/>
                <a:cs typeface="Lato Black"/>
                <a:sym typeface="Lato Black"/>
              </a:defRPr>
            </a:lvl9pPr>
          </a:lstStyle>
          <a:p>
            <a:endParaRPr/>
          </a:p>
        </p:txBody>
      </p:sp>
      <p:sp>
        <p:nvSpPr>
          <p:cNvPr id="426" name="Google Shape;426;p36"/>
          <p:cNvSpPr txBox="1">
            <a:spLocks noGrp="1"/>
          </p:cNvSpPr>
          <p:nvPr>
            <p:ph type="subTitle" idx="6"/>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1pPr>
            <a:lvl2pPr lvl="1"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2pPr>
            <a:lvl3pPr lvl="2"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3pPr>
            <a:lvl4pPr lvl="3"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4pPr>
            <a:lvl5pPr lvl="4"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5pPr>
            <a:lvl6pPr lvl="5"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6pPr>
            <a:lvl7pPr lvl="6"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7pPr>
            <a:lvl8pPr lvl="7"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8pPr>
            <a:lvl9pPr lvl="8" rtl="0">
              <a:spcBef>
                <a:spcPts val="1600"/>
              </a:spcBef>
              <a:spcAft>
                <a:spcPts val="1600"/>
              </a:spcAft>
              <a:buClr>
                <a:srgbClr val="FF5E4D"/>
              </a:buClr>
              <a:buSzPts val="900"/>
              <a:buFont typeface="Lato Black"/>
              <a:buNone/>
              <a:defRPr>
                <a:solidFill>
                  <a:srgbClr val="FF5E4D"/>
                </a:solidFill>
                <a:latin typeface="Lato Black"/>
                <a:ea typeface="Lato Black"/>
                <a:cs typeface="Lato Black"/>
                <a:sym typeface="Lato Black"/>
              </a:defRPr>
            </a:lvl9pPr>
          </a:lstStyle>
          <a:p>
            <a:endParaRPr/>
          </a:p>
        </p:txBody>
      </p:sp>
      <p:sp>
        <p:nvSpPr>
          <p:cNvPr id="427" name="Google Shape;427;p36"/>
          <p:cNvSpPr/>
          <p:nvPr/>
        </p:nvSpPr>
        <p:spPr>
          <a:xfrm flipH="1">
            <a:off x="6021325" y="3262463"/>
            <a:ext cx="2802003" cy="932338"/>
          </a:xfrm>
          <a:custGeom>
            <a:avLst/>
            <a:gdLst/>
            <a:ahLst/>
            <a:cxnLst/>
            <a:rect l="l" t="t" r="r" b="b"/>
            <a:pathLst>
              <a:path w="76920" h="4341" fill="none" extrusionOk="0">
                <a:moveTo>
                  <a:pt x="14117" y="0"/>
                </a:moveTo>
                <a:lnTo>
                  <a:pt x="63254" y="0"/>
                </a:lnTo>
                <a:lnTo>
                  <a:pt x="63254" y="0"/>
                </a:lnTo>
                <a:lnTo>
                  <a:pt x="63945" y="0"/>
                </a:lnTo>
                <a:lnTo>
                  <a:pt x="64666" y="5"/>
                </a:lnTo>
                <a:lnTo>
                  <a:pt x="65356" y="16"/>
                </a:lnTo>
                <a:lnTo>
                  <a:pt x="66047" y="31"/>
                </a:lnTo>
                <a:lnTo>
                  <a:pt x="66738" y="46"/>
                </a:lnTo>
                <a:lnTo>
                  <a:pt x="67429" y="72"/>
                </a:lnTo>
                <a:lnTo>
                  <a:pt x="68090" y="97"/>
                </a:lnTo>
                <a:lnTo>
                  <a:pt x="68720" y="128"/>
                </a:lnTo>
                <a:lnTo>
                  <a:pt x="69351" y="164"/>
                </a:lnTo>
                <a:lnTo>
                  <a:pt x="69982" y="204"/>
                </a:lnTo>
                <a:lnTo>
                  <a:pt x="70552" y="250"/>
                </a:lnTo>
                <a:lnTo>
                  <a:pt x="71093" y="306"/>
                </a:lnTo>
                <a:lnTo>
                  <a:pt x="71634" y="362"/>
                </a:lnTo>
                <a:lnTo>
                  <a:pt x="72114" y="424"/>
                </a:lnTo>
                <a:lnTo>
                  <a:pt x="72565" y="495"/>
                </a:lnTo>
                <a:lnTo>
                  <a:pt x="72985" y="572"/>
                </a:lnTo>
                <a:lnTo>
                  <a:pt x="72985" y="572"/>
                </a:lnTo>
                <a:lnTo>
                  <a:pt x="73376" y="648"/>
                </a:lnTo>
                <a:lnTo>
                  <a:pt x="73736" y="730"/>
                </a:lnTo>
                <a:lnTo>
                  <a:pt x="74066" y="816"/>
                </a:lnTo>
                <a:lnTo>
                  <a:pt x="74427" y="903"/>
                </a:lnTo>
                <a:lnTo>
                  <a:pt x="74727" y="995"/>
                </a:lnTo>
                <a:lnTo>
                  <a:pt x="75028" y="1087"/>
                </a:lnTo>
                <a:lnTo>
                  <a:pt x="75298" y="1184"/>
                </a:lnTo>
                <a:lnTo>
                  <a:pt x="75568" y="1281"/>
                </a:lnTo>
                <a:lnTo>
                  <a:pt x="75808" y="1377"/>
                </a:lnTo>
                <a:lnTo>
                  <a:pt x="76019" y="1480"/>
                </a:lnTo>
                <a:lnTo>
                  <a:pt x="76229" y="1582"/>
                </a:lnTo>
                <a:lnTo>
                  <a:pt x="76379" y="1689"/>
                </a:lnTo>
                <a:lnTo>
                  <a:pt x="76529" y="1791"/>
                </a:lnTo>
                <a:lnTo>
                  <a:pt x="76679" y="1898"/>
                </a:lnTo>
                <a:lnTo>
                  <a:pt x="76770" y="2005"/>
                </a:lnTo>
                <a:lnTo>
                  <a:pt x="76860" y="2112"/>
                </a:lnTo>
                <a:lnTo>
                  <a:pt x="76890" y="2219"/>
                </a:lnTo>
                <a:lnTo>
                  <a:pt x="76920" y="2326"/>
                </a:lnTo>
                <a:lnTo>
                  <a:pt x="76920" y="2433"/>
                </a:lnTo>
                <a:lnTo>
                  <a:pt x="76860" y="2540"/>
                </a:lnTo>
                <a:lnTo>
                  <a:pt x="76800" y="2642"/>
                </a:lnTo>
                <a:lnTo>
                  <a:pt x="76709" y="2750"/>
                </a:lnTo>
                <a:lnTo>
                  <a:pt x="76589" y="2852"/>
                </a:lnTo>
                <a:lnTo>
                  <a:pt x="76439" y="2959"/>
                </a:lnTo>
                <a:lnTo>
                  <a:pt x="76229" y="3056"/>
                </a:lnTo>
                <a:lnTo>
                  <a:pt x="76019" y="3158"/>
                </a:lnTo>
                <a:lnTo>
                  <a:pt x="75748" y="3255"/>
                </a:lnTo>
                <a:lnTo>
                  <a:pt x="75478" y="3351"/>
                </a:lnTo>
                <a:lnTo>
                  <a:pt x="75148" y="3443"/>
                </a:lnTo>
                <a:lnTo>
                  <a:pt x="74757" y="3535"/>
                </a:lnTo>
                <a:lnTo>
                  <a:pt x="74367" y="3627"/>
                </a:lnTo>
                <a:lnTo>
                  <a:pt x="73916" y="3708"/>
                </a:lnTo>
                <a:lnTo>
                  <a:pt x="73916" y="3708"/>
                </a:lnTo>
                <a:lnTo>
                  <a:pt x="73556" y="3775"/>
                </a:lnTo>
                <a:lnTo>
                  <a:pt x="73105" y="3836"/>
                </a:lnTo>
                <a:lnTo>
                  <a:pt x="72625" y="3897"/>
                </a:lnTo>
                <a:lnTo>
                  <a:pt x="72114" y="3953"/>
                </a:lnTo>
                <a:lnTo>
                  <a:pt x="71544" y="4009"/>
                </a:lnTo>
                <a:lnTo>
                  <a:pt x="70943" y="4060"/>
                </a:lnTo>
                <a:lnTo>
                  <a:pt x="70282" y="4111"/>
                </a:lnTo>
                <a:lnTo>
                  <a:pt x="69621" y="4152"/>
                </a:lnTo>
                <a:lnTo>
                  <a:pt x="68900" y="4193"/>
                </a:lnTo>
                <a:lnTo>
                  <a:pt x="68180" y="4229"/>
                </a:lnTo>
                <a:lnTo>
                  <a:pt x="67459" y="4264"/>
                </a:lnTo>
                <a:lnTo>
                  <a:pt x="66678" y="4290"/>
                </a:lnTo>
                <a:lnTo>
                  <a:pt x="65897" y="4310"/>
                </a:lnTo>
                <a:lnTo>
                  <a:pt x="65116" y="4326"/>
                </a:lnTo>
                <a:lnTo>
                  <a:pt x="64305" y="4336"/>
                </a:lnTo>
                <a:lnTo>
                  <a:pt x="63524" y="4336"/>
                </a:lnTo>
                <a:lnTo>
                  <a:pt x="63524" y="4336"/>
                </a:lnTo>
                <a:lnTo>
                  <a:pt x="62773" y="4336"/>
                </a:lnTo>
                <a:lnTo>
                  <a:pt x="62023" y="4326"/>
                </a:lnTo>
                <a:lnTo>
                  <a:pt x="13757" y="4326"/>
                </a:lnTo>
                <a:lnTo>
                  <a:pt x="13757" y="4326"/>
                </a:lnTo>
                <a:lnTo>
                  <a:pt x="12976" y="4336"/>
                </a:lnTo>
                <a:lnTo>
                  <a:pt x="12165" y="4341"/>
                </a:lnTo>
                <a:lnTo>
                  <a:pt x="12165" y="4341"/>
                </a:lnTo>
                <a:lnTo>
                  <a:pt x="11444" y="4336"/>
                </a:lnTo>
                <a:lnTo>
                  <a:pt x="10723" y="4326"/>
                </a:lnTo>
                <a:lnTo>
                  <a:pt x="9972" y="4310"/>
                </a:lnTo>
                <a:lnTo>
                  <a:pt x="9282" y="4290"/>
                </a:lnTo>
                <a:lnTo>
                  <a:pt x="8561" y="4264"/>
                </a:lnTo>
                <a:lnTo>
                  <a:pt x="7900" y="4229"/>
                </a:lnTo>
                <a:lnTo>
                  <a:pt x="7209" y="4188"/>
                </a:lnTo>
                <a:lnTo>
                  <a:pt x="6578" y="4137"/>
                </a:lnTo>
                <a:lnTo>
                  <a:pt x="5948" y="4081"/>
                </a:lnTo>
                <a:lnTo>
                  <a:pt x="5377" y="4020"/>
                </a:lnTo>
                <a:lnTo>
                  <a:pt x="4806" y="3953"/>
                </a:lnTo>
                <a:lnTo>
                  <a:pt x="4266" y="3877"/>
                </a:lnTo>
                <a:lnTo>
                  <a:pt x="3785" y="3795"/>
                </a:lnTo>
                <a:lnTo>
                  <a:pt x="3335" y="3708"/>
                </a:lnTo>
                <a:lnTo>
                  <a:pt x="2914" y="3612"/>
                </a:lnTo>
                <a:lnTo>
                  <a:pt x="2524" y="3504"/>
                </a:lnTo>
                <a:lnTo>
                  <a:pt x="2524" y="3504"/>
                </a:lnTo>
                <a:lnTo>
                  <a:pt x="2163" y="3387"/>
                </a:lnTo>
                <a:lnTo>
                  <a:pt x="1833" y="3275"/>
                </a:lnTo>
                <a:lnTo>
                  <a:pt x="1533" y="3163"/>
                </a:lnTo>
                <a:lnTo>
                  <a:pt x="1262" y="3045"/>
                </a:lnTo>
                <a:lnTo>
                  <a:pt x="992" y="2933"/>
                </a:lnTo>
                <a:lnTo>
                  <a:pt x="782" y="2826"/>
                </a:lnTo>
                <a:lnTo>
                  <a:pt x="572" y="2714"/>
                </a:lnTo>
                <a:lnTo>
                  <a:pt x="421" y="2607"/>
                </a:lnTo>
                <a:lnTo>
                  <a:pt x="271" y="2500"/>
                </a:lnTo>
                <a:lnTo>
                  <a:pt x="181" y="2393"/>
                </a:lnTo>
                <a:lnTo>
                  <a:pt x="91" y="2285"/>
                </a:lnTo>
                <a:lnTo>
                  <a:pt x="31" y="2183"/>
                </a:lnTo>
                <a:lnTo>
                  <a:pt x="1" y="2081"/>
                </a:lnTo>
                <a:lnTo>
                  <a:pt x="1" y="1979"/>
                </a:lnTo>
                <a:lnTo>
                  <a:pt x="31" y="1882"/>
                </a:lnTo>
                <a:lnTo>
                  <a:pt x="61" y="1786"/>
                </a:lnTo>
                <a:lnTo>
                  <a:pt x="121" y="1689"/>
                </a:lnTo>
                <a:lnTo>
                  <a:pt x="241" y="1597"/>
                </a:lnTo>
                <a:lnTo>
                  <a:pt x="361" y="1505"/>
                </a:lnTo>
                <a:lnTo>
                  <a:pt x="481" y="1413"/>
                </a:lnTo>
                <a:lnTo>
                  <a:pt x="662" y="1321"/>
                </a:lnTo>
                <a:lnTo>
                  <a:pt x="842" y="1235"/>
                </a:lnTo>
                <a:lnTo>
                  <a:pt x="1052" y="1153"/>
                </a:lnTo>
                <a:lnTo>
                  <a:pt x="1292" y="1066"/>
                </a:lnTo>
                <a:lnTo>
                  <a:pt x="1563" y="985"/>
                </a:lnTo>
                <a:lnTo>
                  <a:pt x="1833" y="908"/>
                </a:lnTo>
                <a:lnTo>
                  <a:pt x="2133" y="832"/>
                </a:lnTo>
                <a:lnTo>
                  <a:pt x="2464" y="755"/>
                </a:lnTo>
                <a:lnTo>
                  <a:pt x="2824" y="684"/>
                </a:lnTo>
                <a:lnTo>
                  <a:pt x="3185" y="612"/>
                </a:lnTo>
                <a:lnTo>
                  <a:pt x="3575" y="546"/>
                </a:lnTo>
                <a:lnTo>
                  <a:pt x="3965" y="480"/>
                </a:lnTo>
                <a:lnTo>
                  <a:pt x="3965" y="480"/>
                </a:lnTo>
                <a:lnTo>
                  <a:pt x="4356" y="424"/>
                </a:lnTo>
                <a:lnTo>
                  <a:pt x="4776" y="378"/>
                </a:lnTo>
                <a:lnTo>
                  <a:pt x="5257" y="327"/>
                </a:lnTo>
                <a:lnTo>
                  <a:pt x="5768" y="281"/>
                </a:lnTo>
                <a:lnTo>
                  <a:pt x="6338" y="240"/>
                </a:lnTo>
                <a:lnTo>
                  <a:pt x="6909" y="199"/>
                </a:lnTo>
                <a:lnTo>
                  <a:pt x="7540" y="164"/>
                </a:lnTo>
                <a:lnTo>
                  <a:pt x="8200" y="133"/>
                </a:lnTo>
                <a:lnTo>
                  <a:pt x="8891" y="102"/>
                </a:lnTo>
                <a:lnTo>
                  <a:pt x="9612" y="77"/>
                </a:lnTo>
                <a:lnTo>
                  <a:pt x="10333" y="51"/>
                </a:lnTo>
                <a:lnTo>
                  <a:pt x="11084" y="36"/>
                </a:lnTo>
                <a:lnTo>
                  <a:pt x="11835" y="21"/>
                </a:lnTo>
                <a:lnTo>
                  <a:pt x="12585" y="11"/>
                </a:lnTo>
                <a:lnTo>
                  <a:pt x="13366" y="0"/>
                </a:lnTo>
                <a:lnTo>
                  <a:pt x="1411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6"/>
          <p:cNvSpPr/>
          <p:nvPr/>
        </p:nvSpPr>
        <p:spPr>
          <a:xfrm flipH="1">
            <a:off x="6021325" y="2105687"/>
            <a:ext cx="2802003" cy="932338"/>
          </a:xfrm>
          <a:custGeom>
            <a:avLst/>
            <a:gdLst/>
            <a:ahLst/>
            <a:cxnLst/>
            <a:rect l="l" t="t" r="r" b="b"/>
            <a:pathLst>
              <a:path w="76920" h="4341" fill="none" extrusionOk="0">
                <a:moveTo>
                  <a:pt x="14117" y="0"/>
                </a:moveTo>
                <a:lnTo>
                  <a:pt x="63254" y="0"/>
                </a:lnTo>
                <a:lnTo>
                  <a:pt x="63254" y="0"/>
                </a:lnTo>
                <a:lnTo>
                  <a:pt x="63945" y="0"/>
                </a:lnTo>
                <a:lnTo>
                  <a:pt x="64666" y="5"/>
                </a:lnTo>
                <a:lnTo>
                  <a:pt x="65356" y="15"/>
                </a:lnTo>
                <a:lnTo>
                  <a:pt x="66047" y="31"/>
                </a:lnTo>
                <a:lnTo>
                  <a:pt x="66738" y="46"/>
                </a:lnTo>
                <a:lnTo>
                  <a:pt x="67429" y="71"/>
                </a:lnTo>
                <a:lnTo>
                  <a:pt x="68090" y="97"/>
                </a:lnTo>
                <a:lnTo>
                  <a:pt x="68720" y="128"/>
                </a:lnTo>
                <a:lnTo>
                  <a:pt x="69351" y="163"/>
                </a:lnTo>
                <a:lnTo>
                  <a:pt x="69982" y="204"/>
                </a:lnTo>
                <a:lnTo>
                  <a:pt x="70552" y="250"/>
                </a:lnTo>
                <a:lnTo>
                  <a:pt x="71093" y="301"/>
                </a:lnTo>
                <a:lnTo>
                  <a:pt x="71634" y="362"/>
                </a:lnTo>
                <a:lnTo>
                  <a:pt x="72114" y="423"/>
                </a:lnTo>
                <a:lnTo>
                  <a:pt x="72565" y="495"/>
                </a:lnTo>
                <a:lnTo>
                  <a:pt x="72985" y="566"/>
                </a:lnTo>
                <a:lnTo>
                  <a:pt x="72985" y="566"/>
                </a:lnTo>
                <a:lnTo>
                  <a:pt x="73376" y="648"/>
                </a:lnTo>
                <a:lnTo>
                  <a:pt x="73736" y="729"/>
                </a:lnTo>
                <a:lnTo>
                  <a:pt x="74066" y="816"/>
                </a:lnTo>
                <a:lnTo>
                  <a:pt x="74427" y="903"/>
                </a:lnTo>
                <a:lnTo>
                  <a:pt x="74727" y="995"/>
                </a:lnTo>
                <a:lnTo>
                  <a:pt x="75028" y="1086"/>
                </a:lnTo>
                <a:lnTo>
                  <a:pt x="75298" y="1183"/>
                </a:lnTo>
                <a:lnTo>
                  <a:pt x="75568" y="1280"/>
                </a:lnTo>
                <a:lnTo>
                  <a:pt x="75808" y="1377"/>
                </a:lnTo>
                <a:lnTo>
                  <a:pt x="76019" y="1479"/>
                </a:lnTo>
                <a:lnTo>
                  <a:pt x="76229" y="1581"/>
                </a:lnTo>
                <a:lnTo>
                  <a:pt x="76379" y="1688"/>
                </a:lnTo>
                <a:lnTo>
                  <a:pt x="76529" y="1790"/>
                </a:lnTo>
                <a:lnTo>
                  <a:pt x="76679" y="1897"/>
                </a:lnTo>
                <a:lnTo>
                  <a:pt x="76770" y="2005"/>
                </a:lnTo>
                <a:lnTo>
                  <a:pt x="76860" y="2112"/>
                </a:lnTo>
                <a:lnTo>
                  <a:pt x="76890" y="2219"/>
                </a:lnTo>
                <a:lnTo>
                  <a:pt x="76920" y="2326"/>
                </a:lnTo>
                <a:lnTo>
                  <a:pt x="76920" y="2433"/>
                </a:lnTo>
                <a:lnTo>
                  <a:pt x="76860" y="2535"/>
                </a:lnTo>
                <a:lnTo>
                  <a:pt x="76800" y="2642"/>
                </a:lnTo>
                <a:lnTo>
                  <a:pt x="76709" y="2749"/>
                </a:lnTo>
                <a:lnTo>
                  <a:pt x="76589" y="2851"/>
                </a:lnTo>
                <a:lnTo>
                  <a:pt x="76439" y="2953"/>
                </a:lnTo>
                <a:lnTo>
                  <a:pt x="76229" y="3055"/>
                </a:lnTo>
                <a:lnTo>
                  <a:pt x="76019" y="3157"/>
                </a:lnTo>
                <a:lnTo>
                  <a:pt x="75748" y="3254"/>
                </a:lnTo>
                <a:lnTo>
                  <a:pt x="75478" y="3351"/>
                </a:lnTo>
                <a:lnTo>
                  <a:pt x="75148" y="3443"/>
                </a:lnTo>
                <a:lnTo>
                  <a:pt x="74757" y="3535"/>
                </a:lnTo>
                <a:lnTo>
                  <a:pt x="74367" y="3621"/>
                </a:lnTo>
                <a:lnTo>
                  <a:pt x="73916" y="3708"/>
                </a:lnTo>
                <a:lnTo>
                  <a:pt x="73916" y="3708"/>
                </a:lnTo>
                <a:lnTo>
                  <a:pt x="73556" y="3775"/>
                </a:lnTo>
                <a:lnTo>
                  <a:pt x="73105" y="3836"/>
                </a:lnTo>
                <a:lnTo>
                  <a:pt x="72625" y="3897"/>
                </a:lnTo>
                <a:lnTo>
                  <a:pt x="72114" y="3953"/>
                </a:lnTo>
                <a:lnTo>
                  <a:pt x="71544" y="4009"/>
                </a:lnTo>
                <a:lnTo>
                  <a:pt x="70943" y="4060"/>
                </a:lnTo>
                <a:lnTo>
                  <a:pt x="70282" y="4111"/>
                </a:lnTo>
                <a:lnTo>
                  <a:pt x="69621" y="4152"/>
                </a:lnTo>
                <a:lnTo>
                  <a:pt x="68900" y="4193"/>
                </a:lnTo>
                <a:lnTo>
                  <a:pt x="68180" y="4228"/>
                </a:lnTo>
                <a:lnTo>
                  <a:pt x="67459" y="4259"/>
                </a:lnTo>
                <a:lnTo>
                  <a:pt x="66678" y="4290"/>
                </a:lnTo>
                <a:lnTo>
                  <a:pt x="65897" y="4310"/>
                </a:lnTo>
                <a:lnTo>
                  <a:pt x="65116" y="4325"/>
                </a:lnTo>
                <a:lnTo>
                  <a:pt x="64305" y="4336"/>
                </a:lnTo>
                <a:lnTo>
                  <a:pt x="63524" y="4336"/>
                </a:lnTo>
                <a:lnTo>
                  <a:pt x="63524" y="4336"/>
                </a:lnTo>
                <a:lnTo>
                  <a:pt x="62773" y="4336"/>
                </a:lnTo>
                <a:lnTo>
                  <a:pt x="62023" y="4325"/>
                </a:lnTo>
                <a:lnTo>
                  <a:pt x="13757" y="4325"/>
                </a:lnTo>
                <a:lnTo>
                  <a:pt x="13757" y="4325"/>
                </a:lnTo>
                <a:lnTo>
                  <a:pt x="12976" y="4336"/>
                </a:lnTo>
                <a:lnTo>
                  <a:pt x="12165" y="4341"/>
                </a:lnTo>
                <a:lnTo>
                  <a:pt x="12165" y="4341"/>
                </a:lnTo>
                <a:lnTo>
                  <a:pt x="11444" y="4336"/>
                </a:lnTo>
                <a:lnTo>
                  <a:pt x="10723" y="4325"/>
                </a:lnTo>
                <a:lnTo>
                  <a:pt x="9972" y="4310"/>
                </a:lnTo>
                <a:lnTo>
                  <a:pt x="9282" y="4290"/>
                </a:lnTo>
                <a:lnTo>
                  <a:pt x="8561" y="4259"/>
                </a:lnTo>
                <a:lnTo>
                  <a:pt x="7900" y="4228"/>
                </a:lnTo>
                <a:lnTo>
                  <a:pt x="7209" y="4183"/>
                </a:lnTo>
                <a:lnTo>
                  <a:pt x="6578" y="4137"/>
                </a:lnTo>
                <a:lnTo>
                  <a:pt x="5948" y="4081"/>
                </a:lnTo>
                <a:lnTo>
                  <a:pt x="5377" y="4019"/>
                </a:lnTo>
                <a:lnTo>
                  <a:pt x="4806" y="3953"/>
                </a:lnTo>
                <a:lnTo>
                  <a:pt x="4266" y="3877"/>
                </a:lnTo>
                <a:lnTo>
                  <a:pt x="3785" y="3795"/>
                </a:lnTo>
                <a:lnTo>
                  <a:pt x="3335" y="3703"/>
                </a:lnTo>
                <a:lnTo>
                  <a:pt x="2914" y="3606"/>
                </a:lnTo>
                <a:lnTo>
                  <a:pt x="2524" y="3504"/>
                </a:lnTo>
                <a:lnTo>
                  <a:pt x="2524" y="3504"/>
                </a:lnTo>
                <a:lnTo>
                  <a:pt x="2163" y="3387"/>
                </a:lnTo>
                <a:lnTo>
                  <a:pt x="1833" y="3275"/>
                </a:lnTo>
                <a:lnTo>
                  <a:pt x="1533" y="3157"/>
                </a:lnTo>
                <a:lnTo>
                  <a:pt x="1262" y="3045"/>
                </a:lnTo>
                <a:lnTo>
                  <a:pt x="992" y="2933"/>
                </a:lnTo>
                <a:lnTo>
                  <a:pt x="782" y="2821"/>
                </a:lnTo>
                <a:lnTo>
                  <a:pt x="572" y="2714"/>
                </a:lnTo>
                <a:lnTo>
                  <a:pt x="421" y="2606"/>
                </a:lnTo>
                <a:lnTo>
                  <a:pt x="271" y="2499"/>
                </a:lnTo>
                <a:lnTo>
                  <a:pt x="181" y="2392"/>
                </a:lnTo>
                <a:lnTo>
                  <a:pt x="91" y="2285"/>
                </a:lnTo>
                <a:lnTo>
                  <a:pt x="31" y="2183"/>
                </a:lnTo>
                <a:lnTo>
                  <a:pt x="1" y="2081"/>
                </a:lnTo>
                <a:lnTo>
                  <a:pt x="1" y="1979"/>
                </a:lnTo>
                <a:lnTo>
                  <a:pt x="31" y="1882"/>
                </a:lnTo>
                <a:lnTo>
                  <a:pt x="61" y="1785"/>
                </a:lnTo>
                <a:lnTo>
                  <a:pt x="121" y="1688"/>
                </a:lnTo>
                <a:lnTo>
                  <a:pt x="241" y="1591"/>
                </a:lnTo>
                <a:lnTo>
                  <a:pt x="361" y="1500"/>
                </a:lnTo>
                <a:lnTo>
                  <a:pt x="481" y="1413"/>
                </a:lnTo>
                <a:lnTo>
                  <a:pt x="662" y="1321"/>
                </a:lnTo>
                <a:lnTo>
                  <a:pt x="842" y="1234"/>
                </a:lnTo>
                <a:lnTo>
                  <a:pt x="1052" y="1148"/>
                </a:lnTo>
                <a:lnTo>
                  <a:pt x="1292" y="1066"/>
                </a:lnTo>
                <a:lnTo>
                  <a:pt x="1563" y="984"/>
                </a:lnTo>
                <a:lnTo>
                  <a:pt x="1833" y="908"/>
                </a:lnTo>
                <a:lnTo>
                  <a:pt x="2133" y="831"/>
                </a:lnTo>
                <a:lnTo>
                  <a:pt x="2464" y="755"/>
                </a:lnTo>
                <a:lnTo>
                  <a:pt x="2824" y="684"/>
                </a:lnTo>
                <a:lnTo>
                  <a:pt x="3185" y="612"/>
                </a:lnTo>
                <a:lnTo>
                  <a:pt x="3575" y="541"/>
                </a:lnTo>
                <a:lnTo>
                  <a:pt x="3965" y="479"/>
                </a:lnTo>
                <a:lnTo>
                  <a:pt x="3965" y="479"/>
                </a:lnTo>
                <a:lnTo>
                  <a:pt x="4356" y="423"/>
                </a:lnTo>
                <a:lnTo>
                  <a:pt x="4776" y="372"/>
                </a:lnTo>
                <a:lnTo>
                  <a:pt x="5257" y="326"/>
                </a:lnTo>
                <a:lnTo>
                  <a:pt x="5768" y="281"/>
                </a:lnTo>
                <a:lnTo>
                  <a:pt x="6338" y="240"/>
                </a:lnTo>
                <a:lnTo>
                  <a:pt x="6909" y="199"/>
                </a:lnTo>
                <a:lnTo>
                  <a:pt x="7540" y="163"/>
                </a:lnTo>
                <a:lnTo>
                  <a:pt x="8200" y="133"/>
                </a:lnTo>
                <a:lnTo>
                  <a:pt x="8891" y="102"/>
                </a:lnTo>
                <a:lnTo>
                  <a:pt x="9612" y="77"/>
                </a:lnTo>
                <a:lnTo>
                  <a:pt x="10333" y="51"/>
                </a:lnTo>
                <a:lnTo>
                  <a:pt x="11084" y="36"/>
                </a:lnTo>
                <a:lnTo>
                  <a:pt x="11835" y="20"/>
                </a:lnTo>
                <a:lnTo>
                  <a:pt x="12585" y="10"/>
                </a:lnTo>
                <a:lnTo>
                  <a:pt x="13366" y="0"/>
                </a:lnTo>
                <a:lnTo>
                  <a:pt x="1411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6"/>
          <p:cNvSpPr/>
          <p:nvPr/>
        </p:nvSpPr>
        <p:spPr>
          <a:xfrm flipH="1">
            <a:off x="6021325" y="948696"/>
            <a:ext cx="2802003" cy="931479"/>
          </a:xfrm>
          <a:custGeom>
            <a:avLst/>
            <a:gdLst/>
            <a:ahLst/>
            <a:cxnLst/>
            <a:rect l="l" t="t" r="r" b="b"/>
            <a:pathLst>
              <a:path w="76920" h="4337" fill="none" extrusionOk="0">
                <a:moveTo>
                  <a:pt x="14117" y="1"/>
                </a:moveTo>
                <a:lnTo>
                  <a:pt x="63254" y="1"/>
                </a:lnTo>
                <a:lnTo>
                  <a:pt x="63254" y="1"/>
                </a:lnTo>
                <a:lnTo>
                  <a:pt x="63945" y="1"/>
                </a:lnTo>
                <a:lnTo>
                  <a:pt x="64666" y="6"/>
                </a:lnTo>
                <a:lnTo>
                  <a:pt x="65356" y="16"/>
                </a:lnTo>
                <a:lnTo>
                  <a:pt x="66047" y="31"/>
                </a:lnTo>
                <a:lnTo>
                  <a:pt x="66738" y="47"/>
                </a:lnTo>
                <a:lnTo>
                  <a:pt x="67429" y="67"/>
                </a:lnTo>
                <a:lnTo>
                  <a:pt x="68090" y="98"/>
                </a:lnTo>
                <a:lnTo>
                  <a:pt x="68720" y="128"/>
                </a:lnTo>
                <a:lnTo>
                  <a:pt x="69351" y="164"/>
                </a:lnTo>
                <a:lnTo>
                  <a:pt x="69982" y="205"/>
                </a:lnTo>
                <a:lnTo>
                  <a:pt x="70552" y="251"/>
                </a:lnTo>
                <a:lnTo>
                  <a:pt x="71093" y="302"/>
                </a:lnTo>
                <a:lnTo>
                  <a:pt x="71634" y="363"/>
                </a:lnTo>
                <a:lnTo>
                  <a:pt x="72114" y="424"/>
                </a:lnTo>
                <a:lnTo>
                  <a:pt x="72565" y="495"/>
                </a:lnTo>
                <a:lnTo>
                  <a:pt x="72985" y="567"/>
                </a:lnTo>
                <a:lnTo>
                  <a:pt x="72985" y="567"/>
                </a:lnTo>
                <a:lnTo>
                  <a:pt x="73376" y="649"/>
                </a:lnTo>
                <a:lnTo>
                  <a:pt x="73736" y="730"/>
                </a:lnTo>
                <a:lnTo>
                  <a:pt x="74066" y="812"/>
                </a:lnTo>
                <a:lnTo>
                  <a:pt x="74427" y="904"/>
                </a:lnTo>
                <a:lnTo>
                  <a:pt x="74727" y="990"/>
                </a:lnTo>
                <a:lnTo>
                  <a:pt x="75028" y="1087"/>
                </a:lnTo>
                <a:lnTo>
                  <a:pt x="75298" y="1179"/>
                </a:lnTo>
                <a:lnTo>
                  <a:pt x="75568" y="1281"/>
                </a:lnTo>
                <a:lnTo>
                  <a:pt x="75808" y="1378"/>
                </a:lnTo>
                <a:lnTo>
                  <a:pt x="76019" y="1480"/>
                </a:lnTo>
                <a:lnTo>
                  <a:pt x="76229" y="1582"/>
                </a:lnTo>
                <a:lnTo>
                  <a:pt x="76379" y="1684"/>
                </a:lnTo>
                <a:lnTo>
                  <a:pt x="76529" y="1791"/>
                </a:lnTo>
                <a:lnTo>
                  <a:pt x="76679" y="1898"/>
                </a:lnTo>
                <a:lnTo>
                  <a:pt x="76770" y="2005"/>
                </a:lnTo>
                <a:lnTo>
                  <a:pt x="76860" y="2107"/>
                </a:lnTo>
                <a:lnTo>
                  <a:pt x="76890" y="2214"/>
                </a:lnTo>
                <a:lnTo>
                  <a:pt x="76920" y="2322"/>
                </a:lnTo>
                <a:lnTo>
                  <a:pt x="76920" y="2429"/>
                </a:lnTo>
                <a:lnTo>
                  <a:pt x="76860" y="2536"/>
                </a:lnTo>
                <a:lnTo>
                  <a:pt x="76800" y="2643"/>
                </a:lnTo>
                <a:lnTo>
                  <a:pt x="76709" y="2750"/>
                </a:lnTo>
                <a:lnTo>
                  <a:pt x="76589" y="2852"/>
                </a:lnTo>
                <a:lnTo>
                  <a:pt x="76439" y="2954"/>
                </a:lnTo>
                <a:lnTo>
                  <a:pt x="76229" y="3056"/>
                </a:lnTo>
                <a:lnTo>
                  <a:pt x="76019" y="3158"/>
                </a:lnTo>
                <a:lnTo>
                  <a:pt x="75748" y="3255"/>
                </a:lnTo>
                <a:lnTo>
                  <a:pt x="75478" y="3352"/>
                </a:lnTo>
                <a:lnTo>
                  <a:pt x="75148" y="3444"/>
                </a:lnTo>
                <a:lnTo>
                  <a:pt x="74757" y="3535"/>
                </a:lnTo>
                <a:lnTo>
                  <a:pt x="74367" y="3622"/>
                </a:lnTo>
                <a:lnTo>
                  <a:pt x="73916" y="3709"/>
                </a:lnTo>
                <a:lnTo>
                  <a:pt x="73916" y="3709"/>
                </a:lnTo>
                <a:lnTo>
                  <a:pt x="73556" y="3775"/>
                </a:lnTo>
                <a:lnTo>
                  <a:pt x="73105" y="3836"/>
                </a:lnTo>
                <a:lnTo>
                  <a:pt x="72625" y="3898"/>
                </a:lnTo>
                <a:lnTo>
                  <a:pt x="72114" y="3954"/>
                </a:lnTo>
                <a:lnTo>
                  <a:pt x="71544" y="4010"/>
                </a:lnTo>
                <a:lnTo>
                  <a:pt x="70943" y="4061"/>
                </a:lnTo>
                <a:lnTo>
                  <a:pt x="70282" y="4107"/>
                </a:lnTo>
                <a:lnTo>
                  <a:pt x="69621" y="4153"/>
                </a:lnTo>
                <a:lnTo>
                  <a:pt x="68900" y="4193"/>
                </a:lnTo>
                <a:lnTo>
                  <a:pt x="68180" y="4229"/>
                </a:lnTo>
                <a:lnTo>
                  <a:pt x="67459" y="4260"/>
                </a:lnTo>
                <a:lnTo>
                  <a:pt x="66678" y="4285"/>
                </a:lnTo>
                <a:lnTo>
                  <a:pt x="65897" y="4311"/>
                </a:lnTo>
                <a:lnTo>
                  <a:pt x="65116" y="4326"/>
                </a:lnTo>
                <a:lnTo>
                  <a:pt x="64335" y="4331"/>
                </a:lnTo>
                <a:lnTo>
                  <a:pt x="63524" y="4336"/>
                </a:lnTo>
                <a:lnTo>
                  <a:pt x="63524" y="4336"/>
                </a:lnTo>
                <a:lnTo>
                  <a:pt x="62773" y="4336"/>
                </a:lnTo>
                <a:lnTo>
                  <a:pt x="62023" y="4326"/>
                </a:lnTo>
                <a:lnTo>
                  <a:pt x="13757" y="4326"/>
                </a:lnTo>
                <a:lnTo>
                  <a:pt x="13757" y="4326"/>
                </a:lnTo>
                <a:lnTo>
                  <a:pt x="12976" y="4336"/>
                </a:lnTo>
                <a:lnTo>
                  <a:pt x="12165" y="4336"/>
                </a:lnTo>
                <a:lnTo>
                  <a:pt x="12165" y="4336"/>
                </a:lnTo>
                <a:lnTo>
                  <a:pt x="11444" y="4336"/>
                </a:lnTo>
                <a:lnTo>
                  <a:pt x="10723" y="4326"/>
                </a:lnTo>
                <a:lnTo>
                  <a:pt x="9972" y="4311"/>
                </a:lnTo>
                <a:lnTo>
                  <a:pt x="9282" y="4290"/>
                </a:lnTo>
                <a:lnTo>
                  <a:pt x="8561" y="4260"/>
                </a:lnTo>
                <a:lnTo>
                  <a:pt x="7900" y="4224"/>
                </a:lnTo>
                <a:lnTo>
                  <a:pt x="7209" y="4183"/>
                </a:lnTo>
                <a:lnTo>
                  <a:pt x="6578" y="4137"/>
                </a:lnTo>
                <a:lnTo>
                  <a:pt x="5948" y="4081"/>
                </a:lnTo>
                <a:lnTo>
                  <a:pt x="5377" y="4020"/>
                </a:lnTo>
                <a:lnTo>
                  <a:pt x="4806" y="3954"/>
                </a:lnTo>
                <a:lnTo>
                  <a:pt x="4266" y="3877"/>
                </a:lnTo>
                <a:lnTo>
                  <a:pt x="3785" y="3796"/>
                </a:lnTo>
                <a:lnTo>
                  <a:pt x="3335" y="3704"/>
                </a:lnTo>
                <a:lnTo>
                  <a:pt x="2914" y="3607"/>
                </a:lnTo>
                <a:lnTo>
                  <a:pt x="2524" y="3505"/>
                </a:lnTo>
                <a:lnTo>
                  <a:pt x="2524" y="3505"/>
                </a:lnTo>
                <a:lnTo>
                  <a:pt x="2163" y="3388"/>
                </a:lnTo>
                <a:lnTo>
                  <a:pt x="1833" y="3275"/>
                </a:lnTo>
                <a:lnTo>
                  <a:pt x="1533" y="3158"/>
                </a:lnTo>
                <a:lnTo>
                  <a:pt x="1262" y="3046"/>
                </a:lnTo>
                <a:lnTo>
                  <a:pt x="992" y="2934"/>
                </a:lnTo>
                <a:lnTo>
                  <a:pt x="782" y="2821"/>
                </a:lnTo>
                <a:lnTo>
                  <a:pt x="572" y="2714"/>
                </a:lnTo>
                <a:lnTo>
                  <a:pt x="421" y="2602"/>
                </a:lnTo>
                <a:lnTo>
                  <a:pt x="271" y="2495"/>
                </a:lnTo>
                <a:lnTo>
                  <a:pt x="181" y="2393"/>
                </a:lnTo>
                <a:lnTo>
                  <a:pt x="91" y="2286"/>
                </a:lnTo>
                <a:lnTo>
                  <a:pt x="31" y="2184"/>
                </a:lnTo>
                <a:lnTo>
                  <a:pt x="1" y="2082"/>
                </a:lnTo>
                <a:lnTo>
                  <a:pt x="1" y="1980"/>
                </a:lnTo>
                <a:lnTo>
                  <a:pt x="31" y="1883"/>
                </a:lnTo>
                <a:lnTo>
                  <a:pt x="61" y="1786"/>
                </a:lnTo>
                <a:lnTo>
                  <a:pt x="121" y="1689"/>
                </a:lnTo>
                <a:lnTo>
                  <a:pt x="241" y="1592"/>
                </a:lnTo>
                <a:lnTo>
                  <a:pt x="361" y="1500"/>
                </a:lnTo>
                <a:lnTo>
                  <a:pt x="481" y="1409"/>
                </a:lnTo>
                <a:lnTo>
                  <a:pt x="662" y="1322"/>
                </a:lnTo>
                <a:lnTo>
                  <a:pt x="842" y="1235"/>
                </a:lnTo>
                <a:lnTo>
                  <a:pt x="1052" y="1148"/>
                </a:lnTo>
                <a:lnTo>
                  <a:pt x="1292" y="1067"/>
                </a:lnTo>
                <a:lnTo>
                  <a:pt x="1563" y="985"/>
                </a:lnTo>
                <a:lnTo>
                  <a:pt x="1833" y="909"/>
                </a:lnTo>
                <a:lnTo>
                  <a:pt x="2133" y="827"/>
                </a:lnTo>
                <a:lnTo>
                  <a:pt x="2464" y="756"/>
                </a:lnTo>
                <a:lnTo>
                  <a:pt x="2824" y="684"/>
                </a:lnTo>
                <a:lnTo>
                  <a:pt x="3185" y="613"/>
                </a:lnTo>
                <a:lnTo>
                  <a:pt x="3575" y="541"/>
                </a:lnTo>
                <a:lnTo>
                  <a:pt x="3965" y="475"/>
                </a:lnTo>
                <a:lnTo>
                  <a:pt x="3965" y="475"/>
                </a:lnTo>
                <a:lnTo>
                  <a:pt x="4356" y="424"/>
                </a:lnTo>
                <a:lnTo>
                  <a:pt x="4776" y="373"/>
                </a:lnTo>
                <a:lnTo>
                  <a:pt x="5257" y="327"/>
                </a:lnTo>
                <a:lnTo>
                  <a:pt x="5768" y="281"/>
                </a:lnTo>
                <a:lnTo>
                  <a:pt x="6338" y="240"/>
                </a:lnTo>
                <a:lnTo>
                  <a:pt x="6909" y="200"/>
                </a:lnTo>
                <a:lnTo>
                  <a:pt x="7540" y="164"/>
                </a:lnTo>
                <a:lnTo>
                  <a:pt x="8200" y="128"/>
                </a:lnTo>
                <a:lnTo>
                  <a:pt x="8891" y="103"/>
                </a:lnTo>
                <a:lnTo>
                  <a:pt x="9612" y="72"/>
                </a:lnTo>
                <a:lnTo>
                  <a:pt x="10333" y="52"/>
                </a:lnTo>
                <a:lnTo>
                  <a:pt x="11084" y="31"/>
                </a:lnTo>
                <a:lnTo>
                  <a:pt x="11835" y="16"/>
                </a:lnTo>
                <a:lnTo>
                  <a:pt x="12585" y="6"/>
                </a:lnTo>
                <a:lnTo>
                  <a:pt x="13366" y="1"/>
                </a:lnTo>
                <a:lnTo>
                  <a:pt x="14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6"/>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ink - 1 Photo">
  <p:cSld name="TITLE_AND_BODY_2_4">
    <p:spTree>
      <p:nvGrpSpPr>
        <p:cNvPr id="1" name="Shape 440"/>
        <p:cNvGrpSpPr/>
        <p:nvPr/>
      </p:nvGrpSpPr>
      <p:grpSpPr>
        <a:xfrm>
          <a:off x="0" y="0"/>
          <a:ext cx="0" cy="0"/>
          <a:chOff x="0" y="0"/>
          <a:chExt cx="0" cy="0"/>
        </a:xfrm>
      </p:grpSpPr>
      <p:sp>
        <p:nvSpPr>
          <p:cNvPr id="441" name="Google Shape;441;p38"/>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8"/>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8"/>
          <p:cNvSpPr>
            <a:spLocks noGrp="1"/>
          </p:cNvSpPr>
          <p:nvPr>
            <p:ph type="pic" idx="2"/>
          </p:nvPr>
        </p:nvSpPr>
        <p:spPr>
          <a:xfrm>
            <a:off x="897325" y="1026200"/>
            <a:ext cx="2633700" cy="2633700"/>
          </a:xfrm>
          <a:prstGeom prst="ellipse">
            <a:avLst/>
          </a:prstGeom>
          <a:noFill/>
          <a:ln>
            <a:noFill/>
          </a:ln>
        </p:spPr>
      </p:sp>
      <p:sp>
        <p:nvSpPr>
          <p:cNvPr id="444" name="Google Shape;444;p38"/>
          <p:cNvSpPr txBox="1">
            <a:spLocks noGrp="1"/>
          </p:cNvSpPr>
          <p:nvPr>
            <p:ph type="title"/>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445" name="Google Shape;445;p38"/>
          <p:cNvSpPr txBox="1">
            <a:spLocks noGrp="1"/>
          </p:cNvSpPr>
          <p:nvPr>
            <p:ph type="subTitle" idx="1"/>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446" name="Google Shape;446;p38"/>
          <p:cNvSpPr txBox="1">
            <a:spLocks noGrp="1"/>
          </p:cNvSpPr>
          <p:nvPr>
            <p:ph type="subTitle" idx="3"/>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447" name="Google Shape;447;p38"/>
          <p:cNvSpPr txBox="1">
            <a:spLocks noGrp="1"/>
          </p:cNvSpPr>
          <p:nvPr>
            <p:ph type="subTitle" idx="4"/>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1pPr>
            <a:lvl2pPr lvl="1"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2pPr>
            <a:lvl3pPr lvl="2"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3pPr>
            <a:lvl4pPr lvl="3"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4pPr>
            <a:lvl5pPr lvl="4"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5pPr>
            <a:lvl6pPr lvl="5"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6pPr>
            <a:lvl7pPr lvl="6"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7pPr>
            <a:lvl8pPr lvl="7"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8pPr>
            <a:lvl9pPr lvl="8" rtl="0">
              <a:spcBef>
                <a:spcPts val="1600"/>
              </a:spcBef>
              <a:spcAft>
                <a:spcPts val="1600"/>
              </a:spcAft>
              <a:buClr>
                <a:srgbClr val="FF5E4D"/>
              </a:buClr>
              <a:buSzPts val="900"/>
              <a:buFont typeface="Lato Black"/>
              <a:buNone/>
              <a:defRPr>
                <a:solidFill>
                  <a:srgbClr val="FF5E4D"/>
                </a:solidFill>
                <a:latin typeface="Lato Black"/>
                <a:ea typeface="Lato Black"/>
                <a:cs typeface="Lato Black"/>
                <a:sym typeface="Lato Black"/>
              </a:defRPr>
            </a:lvl9pPr>
          </a:lstStyle>
          <a:p>
            <a:endParaRPr/>
          </a:p>
        </p:txBody>
      </p:sp>
      <p:sp>
        <p:nvSpPr>
          <p:cNvPr id="448" name="Google Shape;448;p38"/>
          <p:cNvSpPr txBox="1">
            <a:spLocks noGrp="1"/>
          </p:cNvSpPr>
          <p:nvPr>
            <p:ph type="subTitle" idx="5"/>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1pPr>
            <a:lvl2pPr lvl="1"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2pPr>
            <a:lvl3pPr lvl="2"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3pPr>
            <a:lvl4pPr lvl="3"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4pPr>
            <a:lvl5pPr lvl="4"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5pPr>
            <a:lvl6pPr lvl="5"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6pPr>
            <a:lvl7pPr lvl="6"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7pPr>
            <a:lvl8pPr lvl="7"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8pPr>
            <a:lvl9pPr lvl="8" rtl="0">
              <a:spcBef>
                <a:spcPts val="1600"/>
              </a:spcBef>
              <a:spcAft>
                <a:spcPts val="1600"/>
              </a:spcAft>
              <a:buClr>
                <a:srgbClr val="FF5E4D"/>
              </a:buClr>
              <a:buSzPts val="900"/>
              <a:buFont typeface="Lato Black"/>
              <a:buNone/>
              <a:defRPr>
                <a:solidFill>
                  <a:srgbClr val="FF5E4D"/>
                </a:solidFill>
                <a:latin typeface="Lato Black"/>
                <a:ea typeface="Lato Black"/>
                <a:cs typeface="Lato Black"/>
                <a:sym typeface="Lato Black"/>
              </a:defRPr>
            </a:lvl9pPr>
          </a:lstStyle>
          <a:p>
            <a:endParaRPr/>
          </a:p>
        </p:txBody>
      </p:sp>
      <p:sp>
        <p:nvSpPr>
          <p:cNvPr id="449" name="Google Shape;449;p38"/>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8"/>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8"/>
          <p:cNvSpPr txBox="1">
            <a:spLocks noGrp="1"/>
          </p:cNvSpPr>
          <p:nvPr>
            <p:ph type="subTitle" idx="6"/>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grpSp>
        <p:nvGrpSpPr>
          <p:cNvPr id="452" name="Google Shape;452;p38"/>
          <p:cNvGrpSpPr/>
          <p:nvPr/>
        </p:nvGrpSpPr>
        <p:grpSpPr>
          <a:xfrm>
            <a:off x="-285395" y="1338489"/>
            <a:ext cx="3040259" cy="2945285"/>
            <a:chOff x="5589278" y="3944275"/>
            <a:chExt cx="457691" cy="443400"/>
          </a:xfrm>
        </p:grpSpPr>
        <p:sp>
          <p:nvSpPr>
            <p:cNvPr id="453" name="Google Shape;453;p38"/>
            <p:cNvSpPr/>
            <p:nvPr/>
          </p:nvSpPr>
          <p:spPr>
            <a:xfrm flipH="1">
              <a:off x="5629902" y="4075475"/>
              <a:ext cx="89786" cy="312200"/>
            </a:xfrm>
            <a:custGeom>
              <a:avLst/>
              <a:gdLst/>
              <a:ahLst/>
              <a:cxnLst/>
              <a:rect l="l" t="t" r="r" b="b"/>
              <a:pathLst>
                <a:path w="21176" h="12488" extrusionOk="0">
                  <a:moveTo>
                    <a:pt x="9191" y="1"/>
                  </a:moveTo>
                  <a:lnTo>
                    <a:pt x="8651" y="11"/>
                  </a:lnTo>
                  <a:lnTo>
                    <a:pt x="8110" y="21"/>
                  </a:lnTo>
                  <a:lnTo>
                    <a:pt x="7600" y="37"/>
                  </a:lnTo>
                  <a:lnTo>
                    <a:pt x="7089" y="57"/>
                  </a:lnTo>
                  <a:lnTo>
                    <a:pt x="6578" y="83"/>
                  </a:lnTo>
                  <a:lnTo>
                    <a:pt x="6098" y="113"/>
                  </a:lnTo>
                  <a:lnTo>
                    <a:pt x="5617" y="149"/>
                  </a:lnTo>
                  <a:lnTo>
                    <a:pt x="5167" y="185"/>
                  </a:lnTo>
                  <a:lnTo>
                    <a:pt x="4716" y="225"/>
                  </a:lnTo>
                  <a:lnTo>
                    <a:pt x="4266" y="271"/>
                  </a:lnTo>
                  <a:lnTo>
                    <a:pt x="3845" y="322"/>
                  </a:lnTo>
                  <a:lnTo>
                    <a:pt x="3455" y="378"/>
                  </a:lnTo>
                  <a:lnTo>
                    <a:pt x="3034" y="434"/>
                  </a:lnTo>
                  <a:lnTo>
                    <a:pt x="2674" y="496"/>
                  </a:lnTo>
                  <a:lnTo>
                    <a:pt x="2283" y="562"/>
                  </a:lnTo>
                  <a:lnTo>
                    <a:pt x="1983" y="623"/>
                  </a:lnTo>
                  <a:lnTo>
                    <a:pt x="1713" y="700"/>
                  </a:lnTo>
                  <a:lnTo>
                    <a:pt x="1443" y="781"/>
                  </a:lnTo>
                  <a:lnTo>
                    <a:pt x="1172" y="873"/>
                  </a:lnTo>
                  <a:lnTo>
                    <a:pt x="962" y="975"/>
                  </a:lnTo>
                  <a:lnTo>
                    <a:pt x="752" y="1082"/>
                  </a:lnTo>
                  <a:lnTo>
                    <a:pt x="571" y="1194"/>
                  </a:lnTo>
                  <a:lnTo>
                    <a:pt x="391" y="1312"/>
                  </a:lnTo>
                  <a:lnTo>
                    <a:pt x="1082" y="1332"/>
                  </a:lnTo>
                  <a:lnTo>
                    <a:pt x="1773" y="1358"/>
                  </a:lnTo>
                  <a:lnTo>
                    <a:pt x="2464" y="1388"/>
                  </a:lnTo>
                  <a:lnTo>
                    <a:pt x="3185" y="1424"/>
                  </a:lnTo>
                  <a:lnTo>
                    <a:pt x="3905" y="1470"/>
                  </a:lnTo>
                  <a:lnTo>
                    <a:pt x="4626" y="1526"/>
                  </a:lnTo>
                  <a:lnTo>
                    <a:pt x="5377" y="1582"/>
                  </a:lnTo>
                  <a:lnTo>
                    <a:pt x="6128" y="1654"/>
                  </a:lnTo>
                  <a:lnTo>
                    <a:pt x="6699" y="1710"/>
                  </a:lnTo>
                  <a:lnTo>
                    <a:pt x="7209" y="1781"/>
                  </a:lnTo>
                  <a:lnTo>
                    <a:pt x="7690" y="1852"/>
                  </a:lnTo>
                  <a:lnTo>
                    <a:pt x="8140" y="1934"/>
                  </a:lnTo>
                  <a:lnTo>
                    <a:pt x="8531" y="2021"/>
                  </a:lnTo>
                  <a:lnTo>
                    <a:pt x="8891" y="2118"/>
                  </a:lnTo>
                  <a:lnTo>
                    <a:pt x="9191" y="2215"/>
                  </a:lnTo>
                  <a:lnTo>
                    <a:pt x="9462" y="2317"/>
                  </a:lnTo>
                  <a:lnTo>
                    <a:pt x="9702" y="2424"/>
                  </a:lnTo>
                  <a:lnTo>
                    <a:pt x="9882" y="2531"/>
                  </a:lnTo>
                  <a:lnTo>
                    <a:pt x="10032" y="2643"/>
                  </a:lnTo>
                  <a:lnTo>
                    <a:pt x="10153" y="2760"/>
                  </a:lnTo>
                  <a:lnTo>
                    <a:pt x="10213" y="2878"/>
                  </a:lnTo>
                  <a:lnTo>
                    <a:pt x="10243" y="2995"/>
                  </a:lnTo>
                  <a:lnTo>
                    <a:pt x="10213" y="3112"/>
                  </a:lnTo>
                  <a:lnTo>
                    <a:pt x="10183" y="3230"/>
                  </a:lnTo>
                  <a:lnTo>
                    <a:pt x="10183" y="4964"/>
                  </a:lnTo>
                  <a:lnTo>
                    <a:pt x="10213" y="5086"/>
                  </a:lnTo>
                  <a:lnTo>
                    <a:pt x="10213" y="5214"/>
                  </a:lnTo>
                  <a:lnTo>
                    <a:pt x="10183" y="5341"/>
                  </a:lnTo>
                  <a:lnTo>
                    <a:pt x="10123" y="5464"/>
                  </a:lnTo>
                  <a:lnTo>
                    <a:pt x="10002" y="5586"/>
                  </a:lnTo>
                  <a:lnTo>
                    <a:pt x="9882" y="5709"/>
                  </a:lnTo>
                  <a:lnTo>
                    <a:pt x="9702" y="5826"/>
                  </a:lnTo>
                  <a:lnTo>
                    <a:pt x="9492" y="5938"/>
                  </a:lnTo>
                  <a:lnTo>
                    <a:pt x="9252" y="6050"/>
                  </a:lnTo>
                  <a:lnTo>
                    <a:pt x="9011" y="6152"/>
                  </a:lnTo>
                  <a:lnTo>
                    <a:pt x="8741" y="6254"/>
                  </a:lnTo>
                  <a:lnTo>
                    <a:pt x="8441" y="6346"/>
                  </a:lnTo>
                  <a:lnTo>
                    <a:pt x="8140" y="6433"/>
                  </a:lnTo>
                  <a:lnTo>
                    <a:pt x="7810" y="6509"/>
                  </a:lnTo>
                  <a:lnTo>
                    <a:pt x="7479" y="6581"/>
                  </a:lnTo>
                  <a:lnTo>
                    <a:pt x="7119" y="6637"/>
                  </a:lnTo>
                  <a:lnTo>
                    <a:pt x="6759" y="6693"/>
                  </a:lnTo>
                  <a:lnTo>
                    <a:pt x="6398" y="6744"/>
                  </a:lnTo>
                  <a:lnTo>
                    <a:pt x="6008" y="6790"/>
                  </a:lnTo>
                  <a:lnTo>
                    <a:pt x="5617" y="6831"/>
                  </a:lnTo>
                  <a:lnTo>
                    <a:pt x="5227" y="6866"/>
                  </a:lnTo>
                  <a:lnTo>
                    <a:pt x="4836" y="6902"/>
                  </a:lnTo>
                  <a:lnTo>
                    <a:pt x="4416" y="6933"/>
                  </a:lnTo>
                  <a:lnTo>
                    <a:pt x="3995" y="6958"/>
                  </a:lnTo>
                  <a:lnTo>
                    <a:pt x="3575" y="6984"/>
                  </a:lnTo>
                  <a:lnTo>
                    <a:pt x="3154" y="7004"/>
                  </a:lnTo>
                  <a:lnTo>
                    <a:pt x="2734" y="7019"/>
                  </a:lnTo>
                  <a:lnTo>
                    <a:pt x="2283" y="7035"/>
                  </a:lnTo>
                  <a:lnTo>
                    <a:pt x="1833" y="7045"/>
                  </a:lnTo>
                  <a:lnTo>
                    <a:pt x="1412" y="7055"/>
                  </a:lnTo>
                  <a:lnTo>
                    <a:pt x="511" y="7060"/>
                  </a:lnTo>
                  <a:lnTo>
                    <a:pt x="1" y="7060"/>
                  </a:lnTo>
                  <a:lnTo>
                    <a:pt x="1" y="7086"/>
                  </a:lnTo>
                  <a:lnTo>
                    <a:pt x="632" y="7091"/>
                  </a:lnTo>
                  <a:lnTo>
                    <a:pt x="1262" y="7101"/>
                  </a:lnTo>
                  <a:lnTo>
                    <a:pt x="1863" y="7116"/>
                  </a:lnTo>
                  <a:lnTo>
                    <a:pt x="2434" y="7137"/>
                  </a:lnTo>
                  <a:lnTo>
                    <a:pt x="2974" y="7157"/>
                  </a:lnTo>
                  <a:lnTo>
                    <a:pt x="3515" y="7188"/>
                  </a:lnTo>
                  <a:lnTo>
                    <a:pt x="3995" y="7218"/>
                  </a:lnTo>
                  <a:lnTo>
                    <a:pt x="4506" y="7254"/>
                  </a:lnTo>
                  <a:lnTo>
                    <a:pt x="4957" y="7290"/>
                  </a:lnTo>
                  <a:lnTo>
                    <a:pt x="5407" y="7336"/>
                  </a:lnTo>
                  <a:lnTo>
                    <a:pt x="5828" y="7376"/>
                  </a:lnTo>
                  <a:lnTo>
                    <a:pt x="6218" y="7427"/>
                  </a:lnTo>
                  <a:lnTo>
                    <a:pt x="6608" y="7473"/>
                  </a:lnTo>
                  <a:lnTo>
                    <a:pt x="6969" y="7529"/>
                  </a:lnTo>
                  <a:lnTo>
                    <a:pt x="7299" y="7580"/>
                  </a:lnTo>
                  <a:lnTo>
                    <a:pt x="7630" y="7637"/>
                  </a:lnTo>
                  <a:lnTo>
                    <a:pt x="7930" y="7698"/>
                  </a:lnTo>
                  <a:lnTo>
                    <a:pt x="8230" y="7754"/>
                  </a:lnTo>
                  <a:lnTo>
                    <a:pt x="8471" y="7815"/>
                  </a:lnTo>
                  <a:lnTo>
                    <a:pt x="8741" y="7881"/>
                  </a:lnTo>
                  <a:lnTo>
                    <a:pt x="9161" y="8004"/>
                  </a:lnTo>
                  <a:lnTo>
                    <a:pt x="9552" y="8136"/>
                  </a:lnTo>
                  <a:lnTo>
                    <a:pt x="9852" y="8264"/>
                  </a:lnTo>
                  <a:lnTo>
                    <a:pt x="10092" y="8391"/>
                  </a:lnTo>
                  <a:lnTo>
                    <a:pt x="10273" y="8514"/>
                  </a:lnTo>
                  <a:lnTo>
                    <a:pt x="10393" y="8631"/>
                  </a:lnTo>
                  <a:lnTo>
                    <a:pt x="10453" y="8509"/>
                  </a:lnTo>
                  <a:lnTo>
                    <a:pt x="10513" y="8391"/>
                  </a:lnTo>
                  <a:lnTo>
                    <a:pt x="10633" y="8284"/>
                  </a:lnTo>
                  <a:lnTo>
                    <a:pt x="10753" y="8177"/>
                  </a:lnTo>
                  <a:lnTo>
                    <a:pt x="10873" y="8080"/>
                  </a:lnTo>
                  <a:lnTo>
                    <a:pt x="11054" y="7989"/>
                  </a:lnTo>
                  <a:lnTo>
                    <a:pt x="11234" y="7907"/>
                  </a:lnTo>
                  <a:lnTo>
                    <a:pt x="11444" y="7825"/>
                  </a:lnTo>
                  <a:lnTo>
                    <a:pt x="11654" y="7749"/>
                  </a:lnTo>
                  <a:lnTo>
                    <a:pt x="11895" y="7677"/>
                  </a:lnTo>
                  <a:lnTo>
                    <a:pt x="12135" y="7611"/>
                  </a:lnTo>
                  <a:lnTo>
                    <a:pt x="12405" y="7550"/>
                  </a:lnTo>
                  <a:lnTo>
                    <a:pt x="12675" y="7494"/>
                  </a:lnTo>
                  <a:lnTo>
                    <a:pt x="12976" y="7443"/>
                  </a:lnTo>
                  <a:lnTo>
                    <a:pt x="13276" y="7392"/>
                  </a:lnTo>
                  <a:lnTo>
                    <a:pt x="13577" y="7351"/>
                  </a:lnTo>
                  <a:lnTo>
                    <a:pt x="13907" y="7310"/>
                  </a:lnTo>
                  <a:lnTo>
                    <a:pt x="14237" y="7274"/>
                  </a:lnTo>
                  <a:lnTo>
                    <a:pt x="14568" y="7239"/>
                  </a:lnTo>
                  <a:lnTo>
                    <a:pt x="14928" y="7208"/>
                  </a:lnTo>
                  <a:lnTo>
                    <a:pt x="15619" y="7157"/>
                  </a:lnTo>
                  <a:lnTo>
                    <a:pt x="16340" y="7111"/>
                  </a:lnTo>
                  <a:lnTo>
                    <a:pt x="17061" y="7081"/>
                  </a:lnTo>
                  <a:lnTo>
                    <a:pt x="17781" y="7055"/>
                  </a:lnTo>
                  <a:lnTo>
                    <a:pt x="18502" y="7035"/>
                  </a:lnTo>
                  <a:lnTo>
                    <a:pt x="19193" y="7019"/>
                  </a:lnTo>
                  <a:lnTo>
                    <a:pt x="19824" y="7014"/>
                  </a:lnTo>
                  <a:lnTo>
                    <a:pt x="20484" y="7009"/>
                  </a:lnTo>
                  <a:lnTo>
                    <a:pt x="21085" y="7014"/>
                  </a:lnTo>
                  <a:lnTo>
                    <a:pt x="21085" y="1934"/>
                  </a:lnTo>
                  <a:lnTo>
                    <a:pt x="21145" y="1817"/>
                  </a:lnTo>
                  <a:lnTo>
                    <a:pt x="21175" y="1699"/>
                  </a:lnTo>
                  <a:lnTo>
                    <a:pt x="21145" y="1582"/>
                  </a:lnTo>
                  <a:lnTo>
                    <a:pt x="21055" y="1465"/>
                  </a:lnTo>
                  <a:lnTo>
                    <a:pt x="20965" y="1353"/>
                  </a:lnTo>
                  <a:lnTo>
                    <a:pt x="20815" y="1240"/>
                  </a:lnTo>
                  <a:lnTo>
                    <a:pt x="20635" y="1128"/>
                  </a:lnTo>
                  <a:lnTo>
                    <a:pt x="20394" y="1026"/>
                  </a:lnTo>
                  <a:lnTo>
                    <a:pt x="20124" y="919"/>
                  </a:lnTo>
                  <a:lnTo>
                    <a:pt x="19794" y="822"/>
                  </a:lnTo>
                  <a:lnTo>
                    <a:pt x="19463" y="730"/>
                  </a:lnTo>
                  <a:lnTo>
                    <a:pt x="19043" y="644"/>
                  </a:lnTo>
                  <a:lnTo>
                    <a:pt x="18622" y="562"/>
                  </a:lnTo>
                  <a:lnTo>
                    <a:pt x="18112" y="485"/>
                  </a:lnTo>
                  <a:lnTo>
                    <a:pt x="17601" y="419"/>
                  </a:lnTo>
                  <a:lnTo>
                    <a:pt x="17031" y="358"/>
                  </a:lnTo>
                  <a:lnTo>
                    <a:pt x="16069" y="271"/>
                  </a:lnTo>
                  <a:lnTo>
                    <a:pt x="15108" y="200"/>
                  </a:lnTo>
                  <a:lnTo>
                    <a:pt x="14177" y="139"/>
                  </a:lnTo>
                  <a:lnTo>
                    <a:pt x="13246" y="88"/>
                  </a:lnTo>
                  <a:lnTo>
                    <a:pt x="12345" y="52"/>
                  </a:lnTo>
                  <a:lnTo>
                    <a:pt x="11474" y="21"/>
                  </a:lnTo>
                  <a:lnTo>
                    <a:pt x="10603" y="6"/>
                  </a:lnTo>
                  <a:lnTo>
                    <a:pt x="9762" y="1"/>
                  </a:lnTo>
                  <a:close/>
                  <a:moveTo>
                    <a:pt x="10423" y="9009"/>
                  </a:moveTo>
                  <a:lnTo>
                    <a:pt x="10363" y="9126"/>
                  </a:lnTo>
                  <a:lnTo>
                    <a:pt x="10243" y="9248"/>
                  </a:lnTo>
                  <a:lnTo>
                    <a:pt x="10092" y="9376"/>
                  </a:lnTo>
                  <a:lnTo>
                    <a:pt x="9882" y="9509"/>
                  </a:lnTo>
                  <a:lnTo>
                    <a:pt x="9582" y="9641"/>
                  </a:lnTo>
                  <a:lnTo>
                    <a:pt x="9432" y="9702"/>
                  </a:lnTo>
                  <a:lnTo>
                    <a:pt x="9221" y="9769"/>
                  </a:lnTo>
                  <a:lnTo>
                    <a:pt x="9041" y="9835"/>
                  </a:lnTo>
                  <a:lnTo>
                    <a:pt x="8801" y="9896"/>
                  </a:lnTo>
                  <a:lnTo>
                    <a:pt x="8561" y="9962"/>
                  </a:lnTo>
                  <a:lnTo>
                    <a:pt x="8290" y="10019"/>
                  </a:lnTo>
                  <a:lnTo>
                    <a:pt x="7990" y="10080"/>
                  </a:lnTo>
                  <a:lnTo>
                    <a:pt x="7660" y="10136"/>
                  </a:lnTo>
                  <a:lnTo>
                    <a:pt x="7299" y="10192"/>
                  </a:lnTo>
                  <a:lnTo>
                    <a:pt x="6939" y="10248"/>
                  </a:lnTo>
                  <a:lnTo>
                    <a:pt x="6518" y="10299"/>
                  </a:lnTo>
                  <a:lnTo>
                    <a:pt x="6098" y="10345"/>
                  </a:lnTo>
                  <a:lnTo>
                    <a:pt x="5647" y="10391"/>
                  </a:lnTo>
                  <a:lnTo>
                    <a:pt x="5137" y="10432"/>
                  </a:lnTo>
                  <a:lnTo>
                    <a:pt x="4626" y="10473"/>
                  </a:lnTo>
                  <a:lnTo>
                    <a:pt x="4056" y="10508"/>
                  </a:lnTo>
                  <a:lnTo>
                    <a:pt x="3485" y="10539"/>
                  </a:lnTo>
                  <a:lnTo>
                    <a:pt x="2854" y="10564"/>
                  </a:lnTo>
                  <a:lnTo>
                    <a:pt x="2193" y="10590"/>
                  </a:lnTo>
                  <a:lnTo>
                    <a:pt x="1503" y="10605"/>
                  </a:lnTo>
                  <a:lnTo>
                    <a:pt x="782" y="10620"/>
                  </a:lnTo>
                  <a:lnTo>
                    <a:pt x="1" y="10631"/>
                  </a:lnTo>
                  <a:lnTo>
                    <a:pt x="61" y="10819"/>
                  </a:lnTo>
                  <a:lnTo>
                    <a:pt x="121" y="10916"/>
                  </a:lnTo>
                  <a:lnTo>
                    <a:pt x="181" y="11008"/>
                  </a:lnTo>
                  <a:lnTo>
                    <a:pt x="271" y="11100"/>
                  </a:lnTo>
                  <a:lnTo>
                    <a:pt x="391" y="11192"/>
                  </a:lnTo>
                  <a:lnTo>
                    <a:pt x="511" y="11278"/>
                  </a:lnTo>
                  <a:lnTo>
                    <a:pt x="662" y="11365"/>
                  </a:lnTo>
                  <a:lnTo>
                    <a:pt x="842" y="11447"/>
                  </a:lnTo>
                  <a:lnTo>
                    <a:pt x="1022" y="11528"/>
                  </a:lnTo>
                  <a:lnTo>
                    <a:pt x="1262" y="11605"/>
                  </a:lnTo>
                  <a:lnTo>
                    <a:pt x="1503" y="11681"/>
                  </a:lnTo>
                  <a:lnTo>
                    <a:pt x="1773" y="11753"/>
                  </a:lnTo>
                  <a:lnTo>
                    <a:pt x="2073" y="11814"/>
                  </a:lnTo>
                  <a:lnTo>
                    <a:pt x="2374" y="11875"/>
                  </a:lnTo>
                  <a:lnTo>
                    <a:pt x="2734" y="11931"/>
                  </a:lnTo>
                  <a:lnTo>
                    <a:pt x="3185" y="11993"/>
                  </a:lnTo>
                  <a:lnTo>
                    <a:pt x="3635" y="12054"/>
                  </a:lnTo>
                  <a:lnTo>
                    <a:pt x="4116" y="12110"/>
                  </a:lnTo>
                  <a:lnTo>
                    <a:pt x="4626" y="12161"/>
                  </a:lnTo>
                  <a:lnTo>
                    <a:pt x="5137" y="12207"/>
                  </a:lnTo>
                  <a:lnTo>
                    <a:pt x="5647" y="12253"/>
                  </a:lnTo>
                  <a:lnTo>
                    <a:pt x="6188" y="12293"/>
                  </a:lnTo>
                  <a:lnTo>
                    <a:pt x="6759" y="12334"/>
                  </a:lnTo>
                  <a:lnTo>
                    <a:pt x="7329" y="12370"/>
                  </a:lnTo>
                  <a:lnTo>
                    <a:pt x="7900" y="12401"/>
                  </a:lnTo>
                  <a:lnTo>
                    <a:pt x="8471" y="12426"/>
                  </a:lnTo>
                  <a:lnTo>
                    <a:pt x="9041" y="12446"/>
                  </a:lnTo>
                  <a:lnTo>
                    <a:pt x="9642" y="12462"/>
                  </a:lnTo>
                  <a:lnTo>
                    <a:pt x="10243" y="12477"/>
                  </a:lnTo>
                  <a:lnTo>
                    <a:pt x="10843" y="12482"/>
                  </a:lnTo>
                  <a:lnTo>
                    <a:pt x="11414" y="12487"/>
                  </a:lnTo>
                  <a:lnTo>
                    <a:pt x="12315" y="12482"/>
                  </a:lnTo>
                  <a:lnTo>
                    <a:pt x="12766" y="12472"/>
                  </a:lnTo>
                  <a:lnTo>
                    <a:pt x="13186" y="12462"/>
                  </a:lnTo>
                  <a:lnTo>
                    <a:pt x="13637" y="12446"/>
                  </a:lnTo>
                  <a:lnTo>
                    <a:pt x="14057" y="12431"/>
                  </a:lnTo>
                  <a:lnTo>
                    <a:pt x="14478" y="12411"/>
                  </a:lnTo>
                  <a:lnTo>
                    <a:pt x="14928" y="12385"/>
                  </a:lnTo>
                  <a:lnTo>
                    <a:pt x="15319" y="12360"/>
                  </a:lnTo>
                  <a:lnTo>
                    <a:pt x="15739" y="12329"/>
                  </a:lnTo>
                  <a:lnTo>
                    <a:pt x="16129" y="12293"/>
                  </a:lnTo>
                  <a:lnTo>
                    <a:pt x="16550" y="12258"/>
                  </a:lnTo>
                  <a:lnTo>
                    <a:pt x="16910" y="12217"/>
                  </a:lnTo>
                  <a:lnTo>
                    <a:pt x="17301" y="12171"/>
                  </a:lnTo>
                  <a:lnTo>
                    <a:pt x="17661" y="12120"/>
                  </a:lnTo>
                  <a:lnTo>
                    <a:pt x="18022" y="12064"/>
                  </a:lnTo>
                  <a:lnTo>
                    <a:pt x="18352" y="12013"/>
                  </a:lnTo>
                  <a:lnTo>
                    <a:pt x="18652" y="11952"/>
                  </a:lnTo>
                  <a:lnTo>
                    <a:pt x="18953" y="11880"/>
                  </a:lnTo>
                  <a:lnTo>
                    <a:pt x="19223" y="11809"/>
                  </a:lnTo>
                  <a:lnTo>
                    <a:pt x="19523" y="11727"/>
                  </a:lnTo>
                  <a:lnTo>
                    <a:pt x="19764" y="11641"/>
                  </a:lnTo>
                  <a:lnTo>
                    <a:pt x="20004" y="11549"/>
                  </a:lnTo>
                  <a:lnTo>
                    <a:pt x="20244" y="11452"/>
                  </a:lnTo>
                  <a:lnTo>
                    <a:pt x="20424" y="11355"/>
                  </a:lnTo>
                  <a:lnTo>
                    <a:pt x="20635" y="11248"/>
                  </a:lnTo>
                  <a:lnTo>
                    <a:pt x="20785" y="11146"/>
                  </a:lnTo>
                  <a:lnTo>
                    <a:pt x="20905" y="11034"/>
                  </a:lnTo>
                  <a:lnTo>
                    <a:pt x="21025" y="10926"/>
                  </a:lnTo>
                  <a:lnTo>
                    <a:pt x="21085" y="10814"/>
                  </a:lnTo>
                  <a:lnTo>
                    <a:pt x="21145" y="10702"/>
                  </a:lnTo>
                  <a:lnTo>
                    <a:pt x="21145" y="10585"/>
                  </a:lnTo>
                  <a:lnTo>
                    <a:pt x="20364" y="10590"/>
                  </a:lnTo>
                  <a:lnTo>
                    <a:pt x="20184" y="10590"/>
                  </a:lnTo>
                  <a:lnTo>
                    <a:pt x="19553" y="10585"/>
                  </a:lnTo>
                  <a:lnTo>
                    <a:pt x="18863" y="10569"/>
                  </a:lnTo>
                  <a:lnTo>
                    <a:pt x="18142" y="10544"/>
                  </a:lnTo>
                  <a:lnTo>
                    <a:pt x="17361" y="10503"/>
                  </a:lnTo>
                  <a:lnTo>
                    <a:pt x="16610" y="10457"/>
                  </a:lnTo>
                  <a:lnTo>
                    <a:pt x="15829" y="10396"/>
                  </a:lnTo>
                  <a:lnTo>
                    <a:pt x="15439" y="10360"/>
                  </a:lnTo>
                  <a:lnTo>
                    <a:pt x="15078" y="10320"/>
                  </a:lnTo>
                  <a:lnTo>
                    <a:pt x="14688" y="10279"/>
                  </a:lnTo>
                  <a:lnTo>
                    <a:pt x="14327" y="10233"/>
                  </a:lnTo>
                  <a:lnTo>
                    <a:pt x="13967" y="10187"/>
                  </a:lnTo>
                  <a:lnTo>
                    <a:pt x="13607" y="10136"/>
                  </a:lnTo>
                  <a:lnTo>
                    <a:pt x="13276" y="10080"/>
                  </a:lnTo>
                  <a:lnTo>
                    <a:pt x="12946" y="10019"/>
                  </a:lnTo>
                  <a:lnTo>
                    <a:pt x="12615" y="9957"/>
                  </a:lnTo>
                  <a:lnTo>
                    <a:pt x="12315" y="9891"/>
                  </a:lnTo>
                  <a:lnTo>
                    <a:pt x="12045" y="9820"/>
                  </a:lnTo>
                  <a:lnTo>
                    <a:pt x="11774" y="9748"/>
                  </a:lnTo>
                  <a:lnTo>
                    <a:pt x="11534" y="9667"/>
                  </a:lnTo>
                  <a:lnTo>
                    <a:pt x="11294" y="9585"/>
                  </a:lnTo>
                  <a:lnTo>
                    <a:pt x="11084" y="9498"/>
                  </a:lnTo>
                  <a:lnTo>
                    <a:pt x="10903" y="9412"/>
                  </a:lnTo>
                  <a:lnTo>
                    <a:pt x="10753" y="9315"/>
                  </a:lnTo>
                  <a:lnTo>
                    <a:pt x="10603" y="9218"/>
                  </a:lnTo>
                  <a:lnTo>
                    <a:pt x="10513" y="9116"/>
                  </a:lnTo>
                  <a:lnTo>
                    <a:pt x="10423" y="9009"/>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8"/>
            <p:cNvSpPr/>
            <p:nvPr/>
          </p:nvSpPr>
          <p:spPr>
            <a:xfrm flipH="1">
              <a:off x="5630029" y="4300675"/>
              <a:ext cx="89659" cy="87000"/>
            </a:xfrm>
            <a:custGeom>
              <a:avLst/>
              <a:gdLst/>
              <a:ahLst/>
              <a:cxnLst/>
              <a:rect l="l" t="t" r="r" b="b"/>
              <a:pathLst>
                <a:path w="21146" h="3480" fill="none" extrusionOk="0">
                  <a:moveTo>
                    <a:pt x="10423" y="1"/>
                  </a:moveTo>
                  <a:lnTo>
                    <a:pt x="10423" y="1"/>
                  </a:lnTo>
                  <a:lnTo>
                    <a:pt x="10513" y="108"/>
                  </a:lnTo>
                  <a:lnTo>
                    <a:pt x="10603" y="210"/>
                  </a:lnTo>
                  <a:lnTo>
                    <a:pt x="10753" y="307"/>
                  </a:lnTo>
                  <a:lnTo>
                    <a:pt x="10903" y="404"/>
                  </a:lnTo>
                  <a:lnTo>
                    <a:pt x="11084" y="490"/>
                  </a:lnTo>
                  <a:lnTo>
                    <a:pt x="11294" y="577"/>
                  </a:lnTo>
                  <a:lnTo>
                    <a:pt x="11534" y="659"/>
                  </a:lnTo>
                  <a:lnTo>
                    <a:pt x="11774" y="740"/>
                  </a:lnTo>
                  <a:lnTo>
                    <a:pt x="12045" y="812"/>
                  </a:lnTo>
                  <a:lnTo>
                    <a:pt x="12315" y="883"/>
                  </a:lnTo>
                  <a:lnTo>
                    <a:pt x="12615" y="949"/>
                  </a:lnTo>
                  <a:lnTo>
                    <a:pt x="12946" y="1011"/>
                  </a:lnTo>
                  <a:lnTo>
                    <a:pt x="13276" y="1072"/>
                  </a:lnTo>
                  <a:lnTo>
                    <a:pt x="13607" y="1128"/>
                  </a:lnTo>
                  <a:lnTo>
                    <a:pt x="13967" y="1179"/>
                  </a:lnTo>
                  <a:lnTo>
                    <a:pt x="14327" y="1225"/>
                  </a:lnTo>
                  <a:lnTo>
                    <a:pt x="14688" y="1271"/>
                  </a:lnTo>
                  <a:lnTo>
                    <a:pt x="15078" y="1312"/>
                  </a:lnTo>
                  <a:lnTo>
                    <a:pt x="15439" y="1352"/>
                  </a:lnTo>
                  <a:lnTo>
                    <a:pt x="15829" y="1388"/>
                  </a:lnTo>
                  <a:lnTo>
                    <a:pt x="16610" y="1449"/>
                  </a:lnTo>
                  <a:lnTo>
                    <a:pt x="17361" y="1495"/>
                  </a:lnTo>
                  <a:lnTo>
                    <a:pt x="18142" y="1536"/>
                  </a:lnTo>
                  <a:lnTo>
                    <a:pt x="18863" y="1561"/>
                  </a:lnTo>
                  <a:lnTo>
                    <a:pt x="19553" y="1577"/>
                  </a:lnTo>
                  <a:lnTo>
                    <a:pt x="20184" y="1582"/>
                  </a:lnTo>
                  <a:lnTo>
                    <a:pt x="20184" y="1582"/>
                  </a:lnTo>
                  <a:lnTo>
                    <a:pt x="20364" y="1582"/>
                  </a:lnTo>
                  <a:lnTo>
                    <a:pt x="20364" y="1582"/>
                  </a:lnTo>
                  <a:lnTo>
                    <a:pt x="21145" y="1577"/>
                  </a:lnTo>
                  <a:lnTo>
                    <a:pt x="21145" y="1577"/>
                  </a:lnTo>
                  <a:lnTo>
                    <a:pt x="21145" y="1694"/>
                  </a:lnTo>
                  <a:lnTo>
                    <a:pt x="21085" y="1806"/>
                  </a:lnTo>
                  <a:lnTo>
                    <a:pt x="21025" y="1918"/>
                  </a:lnTo>
                  <a:lnTo>
                    <a:pt x="20905" y="2026"/>
                  </a:lnTo>
                  <a:lnTo>
                    <a:pt x="20785" y="2138"/>
                  </a:lnTo>
                  <a:lnTo>
                    <a:pt x="20635" y="2240"/>
                  </a:lnTo>
                  <a:lnTo>
                    <a:pt x="20424" y="2347"/>
                  </a:lnTo>
                  <a:lnTo>
                    <a:pt x="20244" y="2444"/>
                  </a:lnTo>
                  <a:lnTo>
                    <a:pt x="20004" y="2541"/>
                  </a:lnTo>
                  <a:lnTo>
                    <a:pt x="19764" y="2633"/>
                  </a:lnTo>
                  <a:lnTo>
                    <a:pt x="19523" y="2719"/>
                  </a:lnTo>
                  <a:lnTo>
                    <a:pt x="19223" y="2801"/>
                  </a:lnTo>
                  <a:lnTo>
                    <a:pt x="18953" y="2872"/>
                  </a:lnTo>
                  <a:lnTo>
                    <a:pt x="18652" y="2944"/>
                  </a:lnTo>
                  <a:lnTo>
                    <a:pt x="18352" y="3005"/>
                  </a:lnTo>
                  <a:lnTo>
                    <a:pt x="18022" y="3056"/>
                  </a:lnTo>
                  <a:lnTo>
                    <a:pt x="18022" y="3056"/>
                  </a:lnTo>
                  <a:lnTo>
                    <a:pt x="17661" y="3112"/>
                  </a:lnTo>
                  <a:lnTo>
                    <a:pt x="17301" y="3163"/>
                  </a:lnTo>
                  <a:lnTo>
                    <a:pt x="16910" y="3209"/>
                  </a:lnTo>
                  <a:lnTo>
                    <a:pt x="16550" y="3250"/>
                  </a:lnTo>
                  <a:lnTo>
                    <a:pt x="16129" y="3285"/>
                  </a:lnTo>
                  <a:lnTo>
                    <a:pt x="15739" y="3321"/>
                  </a:lnTo>
                  <a:lnTo>
                    <a:pt x="15319" y="3352"/>
                  </a:lnTo>
                  <a:lnTo>
                    <a:pt x="14928" y="3377"/>
                  </a:lnTo>
                  <a:lnTo>
                    <a:pt x="14478" y="3403"/>
                  </a:lnTo>
                  <a:lnTo>
                    <a:pt x="14057" y="3423"/>
                  </a:lnTo>
                  <a:lnTo>
                    <a:pt x="13637" y="3438"/>
                  </a:lnTo>
                  <a:lnTo>
                    <a:pt x="13186" y="3454"/>
                  </a:lnTo>
                  <a:lnTo>
                    <a:pt x="12766" y="3464"/>
                  </a:lnTo>
                  <a:lnTo>
                    <a:pt x="12315" y="3474"/>
                  </a:lnTo>
                  <a:lnTo>
                    <a:pt x="11414" y="3479"/>
                  </a:lnTo>
                  <a:lnTo>
                    <a:pt x="11414" y="3479"/>
                  </a:lnTo>
                  <a:lnTo>
                    <a:pt x="10843" y="3474"/>
                  </a:lnTo>
                  <a:lnTo>
                    <a:pt x="10243" y="3469"/>
                  </a:lnTo>
                  <a:lnTo>
                    <a:pt x="9642" y="3454"/>
                  </a:lnTo>
                  <a:lnTo>
                    <a:pt x="9041" y="3438"/>
                  </a:lnTo>
                  <a:lnTo>
                    <a:pt x="8471" y="3418"/>
                  </a:lnTo>
                  <a:lnTo>
                    <a:pt x="7900" y="3393"/>
                  </a:lnTo>
                  <a:lnTo>
                    <a:pt x="7329" y="3362"/>
                  </a:lnTo>
                  <a:lnTo>
                    <a:pt x="6759" y="3326"/>
                  </a:lnTo>
                  <a:lnTo>
                    <a:pt x="6188" y="3285"/>
                  </a:lnTo>
                  <a:lnTo>
                    <a:pt x="5647" y="3245"/>
                  </a:lnTo>
                  <a:lnTo>
                    <a:pt x="5137" y="3199"/>
                  </a:lnTo>
                  <a:lnTo>
                    <a:pt x="4626" y="3153"/>
                  </a:lnTo>
                  <a:lnTo>
                    <a:pt x="4116" y="3102"/>
                  </a:lnTo>
                  <a:lnTo>
                    <a:pt x="3635" y="3046"/>
                  </a:lnTo>
                  <a:lnTo>
                    <a:pt x="3185" y="2985"/>
                  </a:lnTo>
                  <a:lnTo>
                    <a:pt x="2734" y="2923"/>
                  </a:lnTo>
                  <a:lnTo>
                    <a:pt x="2734" y="2923"/>
                  </a:lnTo>
                  <a:lnTo>
                    <a:pt x="2374" y="2867"/>
                  </a:lnTo>
                  <a:lnTo>
                    <a:pt x="2073" y="2806"/>
                  </a:lnTo>
                  <a:lnTo>
                    <a:pt x="1773" y="2745"/>
                  </a:lnTo>
                  <a:lnTo>
                    <a:pt x="1503" y="2673"/>
                  </a:lnTo>
                  <a:lnTo>
                    <a:pt x="1262" y="2597"/>
                  </a:lnTo>
                  <a:lnTo>
                    <a:pt x="1022" y="2520"/>
                  </a:lnTo>
                  <a:lnTo>
                    <a:pt x="842" y="2439"/>
                  </a:lnTo>
                  <a:lnTo>
                    <a:pt x="662" y="2357"/>
                  </a:lnTo>
                  <a:lnTo>
                    <a:pt x="511" y="2270"/>
                  </a:lnTo>
                  <a:lnTo>
                    <a:pt x="391" y="2184"/>
                  </a:lnTo>
                  <a:lnTo>
                    <a:pt x="271" y="2092"/>
                  </a:lnTo>
                  <a:lnTo>
                    <a:pt x="181" y="2000"/>
                  </a:lnTo>
                  <a:lnTo>
                    <a:pt x="121" y="1908"/>
                  </a:lnTo>
                  <a:lnTo>
                    <a:pt x="61" y="1811"/>
                  </a:lnTo>
                  <a:lnTo>
                    <a:pt x="1" y="1623"/>
                  </a:lnTo>
                  <a:lnTo>
                    <a:pt x="1" y="1623"/>
                  </a:lnTo>
                  <a:lnTo>
                    <a:pt x="782" y="1612"/>
                  </a:lnTo>
                  <a:lnTo>
                    <a:pt x="1503" y="1597"/>
                  </a:lnTo>
                  <a:lnTo>
                    <a:pt x="2193" y="1582"/>
                  </a:lnTo>
                  <a:lnTo>
                    <a:pt x="2854" y="1556"/>
                  </a:lnTo>
                  <a:lnTo>
                    <a:pt x="3485" y="1531"/>
                  </a:lnTo>
                  <a:lnTo>
                    <a:pt x="4056" y="1500"/>
                  </a:lnTo>
                  <a:lnTo>
                    <a:pt x="4626" y="1465"/>
                  </a:lnTo>
                  <a:lnTo>
                    <a:pt x="5137" y="1424"/>
                  </a:lnTo>
                  <a:lnTo>
                    <a:pt x="5647" y="1383"/>
                  </a:lnTo>
                  <a:lnTo>
                    <a:pt x="6098" y="1337"/>
                  </a:lnTo>
                  <a:lnTo>
                    <a:pt x="6518" y="1291"/>
                  </a:lnTo>
                  <a:lnTo>
                    <a:pt x="6939" y="1240"/>
                  </a:lnTo>
                  <a:lnTo>
                    <a:pt x="7299" y="1184"/>
                  </a:lnTo>
                  <a:lnTo>
                    <a:pt x="7660" y="1128"/>
                  </a:lnTo>
                  <a:lnTo>
                    <a:pt x="7990" y="1072"/>
                  </a:lnTo>
                  <a:lnTo>
                    <a:pt x="8290" y="1011"/>
                  </a:lnTo>
                  <a:lnTo>
                    <a:pt x="8561" y="954"/>
                  </a:lnTo>
                  <a:lnTo>
                    <a:pt x="8801" y="888"/>
                  </a:lnTo>
                  <a:lnTo>
                    <a:pt x="9041" y="827"/>
                  </a:lnTo>
                  <a:lnTo>
                    <a:pt x="9221" y="761"/>
                  </a:lnTo>
                  <a:lnTo>
                    <a:pt x="9432" y="694"/>
                  </a:lnTo>
                  <a:lnTo>
                    <a:pt x="9582" y="633"/>
                  </a:lnTo>
                  <a:lnTo>
                    <a:pt x="9882" y="501"/>
                  </a:lnTo>
                  <a:lnTo>
                    <a:pt x="10092" y="368"/>
                  </a:lnTo>
                  <a:lnTo>
                    <a:pt x="10243" y="240"/>
                  </a:lnTo>
                  <a:lnTo>
                    <a:pt x="10363" y="118"/>
                  </a:lnTo>
                  <a:lnTo>
                    <a:pt x="1042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8"/>
            <p:cNvSpPr/>
            <p:nvPr/>
          </p:nvSpPr>
          <p:spPr>
            <a:xfrm flipH="1">
              <a:off x="5629902" y="4075475"/>
              <a:ext cx="89786" cy="215800"/>
            </a:xfrm>
            <a:custGeom>
              <a:avLst/>
              <a:gdLst/>
              <a:ahLst/>
              <a:cxnLst/>
              <a:rect l="l" t="t" r="r" b="b"/>
              <a:pathLst>
                <a:path w="21176" h="8632" fill="none" extrusionOk="0">
                  <a:moveTo>
                    <a:pt x="9762" y="1"/>
                  </a:moveTo>
                  <a:lnTo>
                    <a:pt x="9762" y="1"/>
                  </a:lnTo>
                  <a:lnTo>
                    <a:pt x="10603" y="6"/>
                  </a:lnTo>
                  <a:lnTo>
                    <a:pt x="11474" y="21"/>
                  </a:lnTo>
                  <a:lnTo>
                    <a:pt x="12345" y="52"/>
                  </a:lnTo>
                  <a:lnTo>
                    <a:pt x="13246" y="88"/>
                  </a:lnTo>
                  <a:lnTo>
                    <a:pt x="14177" y="139"/>
                  </a:lnTo>
                  <a:lnTo>
                    <a:pt x="15108" y="200"/>
                  </a:lnTo>
                  <a:lnTo>
                    <a:pt x="16069" y="271"/>
                  </a:lnTo>
                  <a:lnTo>
                    <a:pt x="17031" y="358"/>
                  </a:lnTo>
                  <a:lnTo>
                    <a:pt x="17031" y="358"/>
                  </a:lnTo>
                  <a:lnTo>
                    <a:pt x="17601" y="419"/>
                  </a:lnTo>
                  <a:lnTo>
                    <a:pt x="18112" y="485"/>
                  </a:lnTo>
                  <a:lnTo>
                    <a:pt x="18622" y="562"/>
                  </a:lnTo>
                  <a:lnTo>
                    <a:pt x="19043" y="644"/>
                  </a:lnTo>
                  <a:lnTo>
                    <a:pt x="19463" y="730"/>
                  </a:lnTo>
                  <a:lnTo>
                    <a:pt x="19794" y="822"/>
                  </a:lnTo>
                  <a:lnTo>
                    <a:pt x="20124" y="919"/>
                  </a:lnTo>
                  <a:lnTo>
                    <a:pt x="20394" y="1026"/>
                  </a:lnTo>
                  <a:lnTo>
                    <a:pt x="20635" y="1128"/>
                  </a:lnTo>
                  <a:lnTo>
                    <a:pt x="20815" y="1240"/>
                  </a:lnTo>
                  <a:lnTo>
                    <a:pt x="20965" y="1353"/>
                  </a:lnTo>
                  <a:lnTo>
                    <a:pt x="21055" y="1465"/>
                  </a:lnTo>
                  <a:lnTo>
                    <a:pt x="21145" y="1582"/>
                  </a:lnTo>
                  <a:lnTo>
                    <a:pt x="21175" y="1699"/>
                  </a:lnTo>
                  <a:lnTo>
                    <a:pt x="21145" y="1817"/>
                  </a:lnTo>
                  <a:lnTo>
                    <a:pt x="21085" y="1934"/>
                  </a:lnTo>
                  <a:lnTo>
                    <a:pt x="21085" y="7014"/>
                  </a:lnTo>
                  <a:lnTo>
                    <a:pt x="21085" y="7014"/>
                  </a:lnTo>
                  <a:lnTo>
                    <a:pt x="20484" y="7009"/>
                  </a:lnTo>
                  <a:lnTo>
                    <a:pt x="20484" y="7009"/>
                  </a:lnTo>
                  <a:lnTo>
                    <a:pt x="19824" y="7014"/>
                  </a:lnTo>
                  <a:lnTo>
                    <a:pt x="19193" y="7019"/>
                  </a:lnTo>
                  <a:lnTo>
                    <a:pt x="19193" y="7019"/>
                  </a:lnTo>
                  <a:lnTo>
                    <a:pt x="18502" y="7035"/>
                  </a:lnTo>
                  <a:lnTo>
                    <a:pt x="17781" y="7055"/>
                  </a:lnTo>
                  <a:lnTo>
                    <a:pt x="17061" y="7081"/>
                  </a:lnTo>
                  <a:lnTo>
                    <a:pt x="16340" y="7111"/>
                  </a:lnTo>
                  <a:lnTo>
                    <a:pt x="15619" y="7157"/>
                  </a:lnTo>
                  <a:lnTo>
                    <a:pt x="14928" y="7208"/>
                  </a:lnTo>
                  <a:lnTo>
                    <a:pt x="14568" y="7239"/>
                  </a:lnTo>
                  <a:lnTo>
                    <a:pt x="14237" y="7274"/>
                  </a:lnTo>
                  <a:lnTo>
                    <a:pt x="13907" y="7310"/>
                  </a:lnTo>
                  <a:lnTo>
                    <a:pt x="13577" y="7351"/>
                  </a:lnTo>
                  <a:lnTo>
                    <a:pt x="13276" y="7392"/>
                  </a:lnTo>
                  <a:lnTo>
                    <a:pt x="12976" y="7443"/>
                  </a:lnTo>
                  <a:lnTo>
                    <a:pt x="12675" y="7494"/>
                  </a:lnTo>
                  <a:lnTo>
                    <a:pt x="12405" y="7550"/>
                  </a:lnTo>
                  <a:lnTo>
                    <a:pt x="12135" y="7611"/>
                  </a:lnTo>
                  <a:lnTo>
                    <a:pt x="11895" y="7677"/>
                  </a:lnTo>
                  <a:lnTo>
                    <a:pt x="11654" y="7749"/>
                  </a:lnTo>
                  <a:lnTo>
                    <a:pt x="11444" y="7825"/>
                  </a:lnTo>
                  <a:lnTo>
                    <a:pt x="11234" y="7907"/>
                  </a:lnTo>
                  <a:lnTo>
                    <a:pt x="11054" y="7989"/>
                  </a:lnTo>
                  <a:lnTo>
                    <a:pt x="10873" y="8080"/>
                  </a:lnTo>
                  <a:lnTo>
                    <a:pt x="10753" y="8177"/>
                  </a:lnTo>
                  <a:lnTo>
                    <a:pt x="10633" y="8284"/>
                  </a:lnTo>
                  <a:lnTo>
                    <a:pt x="10513" y="8391"/>
                  </a:lnTo>
                  <a:lnTo>
                    <a:pt x="10453" y="8509"/>
                  </a:lnTo>
                  <a:lnTo>
                    <a:pt x="10393" y="8631"/>
                  </a:lnTo>
                  <a:lnTo>
                    <a:pt x="10393" y="8631"/>
                  </a:lnTo>
                  <a:lnTo>
                    <a:pt x="10273" y="8514"/>
                  </a:lnTo>
                  <a:lnTo>
                    <a:pt x="10092" y="8391"/>
                  </a:lnTo>
                  <a:lnTo>
                    <a:pt x="9852" y="8264"/>
                  </a:lnTo>
                  <a:lnTo>
                    <a:pt x="9552" y="8136"/>
                  </a:lnTo>
                  <a:lnTo>
                    <a:pt x="9161" y="8004"/>
                  </a:lnTo>
                  <a:lnTo>
                    <a:pt x="8741" y="7881"/>
                  </a:lnTo>
                  <a:lnTo>
                    <a:pt x="8471" y="7815"/>
                  </a:lnTo>
                  <a:lnTo>
                    <a:pt x="8230" y="7754"/>
                  </a:lnTo>
                  <a:lnTo>
                    <a:pt x="7930" y="7698"/>
                  </a:lnTo>
                  <a:lnTo>
                    <a:pt x="7630" y="7637"/>
                  </a:lnTo>
                  <a:lnTo>
                    <a:pt x="7299" y="7580"/>
                  </a:lnTo>
                  <a:lnTo>
                    <a:pt x="6969" y="7529"/>
                  </a:lnTo>
                  <a:lnTo>
                    <a:pt x="6608" y="7473"/>
                  </a:lnTo>
                  <a:lnTo>
                    <a:pt x="6218" y="7427"/>
                  </a:lnTo>
                  <a:lnTo>
                    <a:pt x="5828" y="7376"/>
                  </a:lnTo>
                  <a:lnTo>
                    <a:pt x="5407" y="7336"/>
                  </a:lnTo>
                  <a:lnTo>
                    <a:pt x="4957" y="7290"/>
                  </a:lnTo>
                  <a:lnTo>
                    <a:pt x="4506" y="7254"/>
                  </a:lnTo>
                  <a:lnTo>
                    <a:pt x="3995" y="7218"/>
                  </a:lnTo>
                  <a:lnTo>
                    <a:pt x="3515" y="7188"/>
                  </a:lnTo>
                  <a:lnTo>
                    <a:pt x="2974" y="7157"/>
                  </a:lnTo>
                  <a:lnTo>
                    <a:pt x="2434" y="7137"/>
                  </a:lnTo>
                  <a:lnTo>
                    <a:pt x="1863" y="7116"/>
                  </a:lnTo>
                  <a:lnTo>
                    <a:pt x="1262" y="7101"/>
                  </a:lnTo>
                  <a:lnTo>
                    <a:pt x="632" y="7091"/>
                  </a:lnTo>
                  <a:lnTo>
                    <a:pt x="1" y="7086"/>
                  </a:lnTo>
                  <a:lnTo>
                    <a:pt x="1" y="7060"/>
                  </a:lnTo>
                  <a:lnTo>
                    <a:pt x="1" y="7060"/>
                  </a:lnTo>
                  <a:lnTo>
                    <a:pt x="511" y="7060"/>
                  </a:lnTo>
                  <a:lnTo>
                    <a:pt x="511" y="7060"/>
                  </a:lnTo>
                  <a:lnTo>
                    <a:pt x="1412" y="7055"/>
                  </a:lnTo>
                  <a:lnTo>
                    <a:pt x="1833" y="7045"/>
                  </a:lnTo>
                  <a:lnTo>
                    <a:pt x="2283" y="7035"/>
                  </a:lnTo>
                  <a:lnTo>
                    <a:pt x="2734" y="7019"/>
                  </a:lnTo>
                  <a:lnTo>
                    <a:pt x="3154" y="7004"/>
                  </a:lnTo>
                  <a:lnTo>
                    <a:pt x="3575" y="6984"/>
                  </a:lnTo>
                  <a:lnTo>
                    <a:pt x="3995" y="6958"/>
                  </a:lnTo>
                  <a:lnTo>
                    <a:pt x="4416" y="6933"/>
                  </a:lnTo>
                  <a:lnTo>
                    <a:pt x="4836" y="6902"/>
                  </a:lnTo>
                  <a:lnTo>
                    <a:pt x="5227" y="6866"/>
                  </a:lnTo>
                  <a:lnTo>
                    <a:pt x="5617" y="6831"/>
                  </a:lnTo>
                  <a:lnTo>
                    <a:pt x="6008" y="6790"/>
                  </a:lnTo>
                  <a:lnTo>
                    <a:pt x="6398" y="6744"/>
                  </a:lnTo>
                  <a:lnTo>
                    <a:pt x="6759" y="6693"/>
                  </a:lnTo>
                  <a:lnTo>
                    <a:pt x="7119" y="6637"/>
                  </a:lnTo>
                  <a:lnTo>
                    <a:pt x="7119" y="6637"/>
                  </a:lnTo>
                  <a:lnTo>
                    <a:pt x="7479" y="6581"/>
                  </a:lnTo>
                  <a:lnTo>
                    <a:pt x="7810" y="6509"/>
                  </a:lnTo>
                  <a:lnTo>
                    <a:pt x="8140" y="6433"/>
                  </a:lnTo>
                  <a:lnTo>
                    <a:pt x="8441" y="6346"/>
                  </a:lnTo>
                  <a:lnTo>
                    <a:pt x="8741" y="6254"/>
                  </a:lnTo>
                  <a:lnTo>
                    <a:pt x="9011" y="6152"/>
                  </a:lnTo>
                  <a:lnTo>
                    <a:pt x="9252" y="6050"/>
                  </a:lnTo>
                  <a:lnTo>
                    <a:pt x="9492" y="5938"/>
                  </a:lnTo>
                  <a:lnTo>
                    <a:pt x="9702" y="5826"/>
                  </a:lnTo>
                  <a:lnTo>
                    <a:pt x="9882" y="5709"/>
                  </a:lnTo>
                  <a:lnTo>
                    <a:pt x="10002" y="5586"/>
                  </a:lnTo>
                  <a:lnTo>
                    <a:pt x="10123" y="5464"/>
                  </a:lnTo>
                  <a:lnTo>
                    <a:pt x="10183" y="5341"/>
                  </a:lnTo>
                  <a:lnTo>
                    <a:pt x="10213" y="5214"/>
                  </a:lnTo>
                  <a:lnTo>
                    <a:pt x="10213" y="5086"/>
                  </a:lnTo>
                  <a:lnTo>
                    <a:pt x="10183" y="4964"/>
                  </a:lnTo>
                  <a:lnTo>
                    <a:pt x="10183" y="3230"/>
                  </a:lnTo>
                  <a:lnTo>
                    <a:pt x="10183" y="3230"/>
                  </a:lnTo>
                  <a:lnTo>
                    <a:pt x="10213" y="3112"/>
                  </a:lnTo>
                  <a:lnTo>
                    <a:pt x="10243" y="2995"/>
                  </a:lnTo>
                  <a:lnTo>
                    <a:pt x="10213" y="2878"/>
                  </a:lnTo>
                  <a:lnTo>
                    <a:pt x="10153" y="2760"/>
                  </a:lnTo>
                  <a:lnTo>
                    <a:pt x="10032" y="2643"/>
                  </a:lnTo>
                  <a:lnTo>
                    <a:pt x="9882" y="2531"/>
                  </a:lnTo>
                  <a:lnTo>
                    <a:pt x="9702" y="2424"/>
                  </a:lnTo>
                  <a:lnTo>
                    <a:pt x="9462" y="2317"/>
                  </a:lnTo>
                  <a:lnTo>
                    <a:pt x="9191" y="2215"/>
                  </a:lnTo>
                  <a:lnTo>
                    <a:pt x="8891" y="2118"/>
                  </a:lnTo>
                  <a:lnTo>
                    <a:pt x="8531" y="2021"/>
                  </a:lnTo>
                  <a:lnTo>
                    <a:pt x="8140" y="1934"/>
                  </a:lnTo>
                  <a:lnTo>
                    <a:pt x="7690" y="1852"/>
                  </a:lnTo>
                  <a:lnTo>
                    <a:pt x="7209" y="1781"/>
                  </a:lnTo>
                  <a:lnTo>
                    <a:pt x="6699" y="1710"/>
                  </a:lnTo>
                  <a:lnTo>
                    <a:pt x="6128" y="1654"/>
                  </a:lnTo>
                  <a:lnTo>
                    <a:pt x="6128" y="1654"/>
                  </a:lnTo>
                  <a:lnTo>
                    <a:pt x="5377" y="1582"/>
                  </a:lnTo>
                  <a:lnTo>
                    <a:pt x="4626" y="1526"/>
                  </a:lnTo>
                  <a:lnTo>
                    <a:pt x="3905" y="1470"/>
                  </a:lnTo>
                  <a:lnTo>
                    <a:pt x="3185" y="1424"/>
                  </a:lnTo>
                  <a:lnTo>
                    <a:pt x="2464" y="1388"/>
                  </a:lnTo>
                  <a:lnTo>
                    <a:pt x="1773" y="1358"/>
                  </a:lnTo>
                  <a:lnTo>
                    <a:pt x="1082" y="1332"/>
                  </a:lnTo>
                  <a:lnTo>
                    <a:pt x="391" y="1312"/>
                  </a:lnTo>
                  <a:lnTo>
                    <a:pt x="391" y="1312"/>
                  </a:lnTo>
                  <a:lnTo>
                    <a:pt x="571" y="1194"/>
                  </a:lnTo>
                  <a:lnTo>
                    <a:pt x="752" y="1082"/>
                  </a:lnTo>
                  <a:lnTo>
                    <a:pt x="962" y="975"/>
                  </a:lnTo>
                  <a:lnTo>
                    <a:pt x="1172" y="873"/>
                  </a:lnTo>
                  <a:lnTo>
                    <a:pt x="1443" y="781"/>
                  </a:lnTo>
                  <a:lnTo>
                    <a:pt x="1713" y="700"/>
                  </a:lnTo>
                  <a:lnTo>
                    <a:pt x="1983" y="623"/>
                  </a:lnTo>
                  <a:lnTo>
                    <a:pt x="2283" y="562"/>
                  </a:lnTo>
                  <a:lnTo>
                    <a:pt x="2283" y="562"/>
                  </a:lnTo>
                  <a:lnTo>
                    <a:pt x="2674" y="496"/>
                  </a:lnTo>
                  <a:lnTo>
                    <a:pt x="3034" y="434"/>
                  </a:lnTo>
                  <a:lnTo>
                    <a:pt x="3455" y="378"/>
                  </a:lnTo>
                  <a:lnTo>
                    <a:pt x="3845" y="322"/>
                  </a:lnTo>
                  <a:lnTo>
                    <a:pt x="4266" y="271"/>
                  </a:lnTo>
                  <a:lnTo>
                    <a:pt x="4716" y="225"/>
                  </a:lnTo>
                  <a:lnTo>
                    <a:pt x="5167" y="185"/>
                  </a:lnTo>
                  <a:lnTo>
                    <a:pt x="5617" y="149"/>
                  </a:lnTo>
                  <a:lnTo>
                    <a:pt x="6098" y="113"/>
                  </a:lnTo>
                  <a:lnTo>
                    <a:pt x="6578" y="83"/>
                  </a:lnTo>
                  <a:lnTo>
                    <a:pt x="7089" y="57"/>
                  </a:lnTo>
                  <a:lnTo>
                    <a:pt x="7600" y="37"/>
                  </a:lnTo>
                  <a:lnTo>
                    <a:pt x="8110" y="21"/>
                  </a:lnTo>
                  <a:lnTo>
                    <a:pt x="8651" y="11"/>
                  </a:lnTo>
                  <a:lnTo>
                    <a:pt x="9191" y="1"/>
                  </a:lnTo>
                  <a:lnTo>
                    <a:pt x="976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8"/>
            <p:cNvSpPr/>
            <p:nvPr/>
          </p:nvSpPr>
          <p:spPr>
            <a:xfrm flipH="1">
              <a:off x="5719429" y="4031875"/>
              <a:ext cx="89782" cy="220750"/>
            </a:xfrm>
            <a:custGeom>
              <a:avLst/>
              <a:gdLst/>
              <a:ahLst/>
              <a:cxnLst/>
              <a:rect l="l" t="t" r="r" b="b"/>
              <a:pathLst>
                <a:path w="21175" h="8830" extrusionOk="0">
                  <a:moveTo>
                    <a:pt x="15709" y="0"/>
                  </a:moveTo>
                  <a:lnTo>
                    <a:pt x="15048" y="46"/>
                  </a:lnTo>
                  <a:lnTo>
                    <a:pt x="14357" y="87"/>
                  </a:lnTo>
                  <a:lnTo>
                    <a:pt x="13696" y="118"/>
                  </a:lnTo>
                  <a:lnTo>
                    <a:pt x="13036" y="138"/>
                  </a:lnTo>
                  <a:lnTo>
                    <a:pt x="12375" y="159"/>
                  </a:lnTo>
                  <a:lnTo>
                    <a:pt x="11714" y="169"/>
                  </a:lnTo>
                  <a:lnTo>
                    <a:pt x="11113" y="174"/>
                  </a:lnTo>
                  <a:lnTo>
                    <a:pt x="10513" y="179"/>
                  </a:lnTo>
                  <a:lnTo>
                    <a:pt x="10182" y="179"/>
                  </a:lnTo>
                  <a:lnTo>
                    <a:pt x="10182" y="230"/>
                  </a:lnTo>
                  <a:lnTo>
                    <a:pt x="10182" y="4882"/>
                  </a:lnTo>
                  <a:lnTo>
                    <a:pt x="10182" y="4918"/>
                  </a:lnTo>
                  <a:lnTo>
                    <a:pt x="10212" y="4810"/>
                  </a:lnTo>
                  <a:lnTo>
                    <a:pt x="10272" y="4703"/>
                  </a:lnTo>
                  <a:lnTo>
                    <a:pt x="10332" y="4596"/>
                  </a:lnTo>
                  <a:lnTo>
                    <a:pt x="10422" y="4489"/>
                  </a:lnTo>
                  <a:lnTo>
                    <a:pt x="10543" y="4387"/>
                  </a:lnTo>
                  <a:lnTo>
                    <a:pt x="10663" y="4290"/>
                  </a:lnTo>
                  <a:lnTo>
                    <a:pt x="10813" y="4193"/>
                  </a:lnTo>
                  <a:lnTo>
                    <a:pt x="10963" y="4101"/>
                  </a:lnTo>
                  <a:lnTo>
                    <a:pt x="11143" y="4015"/>
                  </a:lnTo>
                  <a:lnTo>
                    <a:pt x="11324" y="3928"/>
                  </a:lnTo>
                  <a:lnTo>
                    <a:pt x="11534" y="3851"/>
                  </a:lnTo>
                  <a:lnTo>
                    <a:pt x="11744" y="3775"/>
                  </a:lnTo>
                  <a:lnTo>
                    <a:pt x="11984" y="3709"/>
                  </a:lnTo>
                  <a:lnTo>
                    <a:pt x="12225" y="3653"/>
                  </a:lnTo>
                  <a:lnTo>
                    <a:pt x="12495" y="3596"/>
                  </a:lnTo>
                  <a:lnTo>
                    <a:pt x="12855" y="3530"/>
                  </a:lnTo>
                  <a:lnTo>
                    <a:pt x="13246" y="3469"/>
                  </a:lnTo>
                  <a:lnTo>
                    <a:pt x="13636" y="3413"/>
                  </a:lnTo>
                  <a:lnTo>
                    <a:pt x="14057" y="3357"/>
                  </a:lnTo>
                  <a:lnTo>
                    <a:pt x="14477" y="3311"/>
                  </a:lnTo>
                  <a:lnTo>
                    <a:pt x="14898" y="3265"/>
                  </a:lnTo>
                  <a:lnTo>
                    <a:pt x="15348" y="3219"/>
                  </a:lnTo>
                  <a:lnTo>
                    <a:pt x="15829" y="3183"/>
                  </a:lnTo>
                  <a:lnTo>
                    <a:pt x="16309" y="3148"/>
                  </a:lnTo>
                  <a:lnTo>
                    <a:pt x="16790" y="3122"/>
                  </a:lnTo>
                  <a:lnTo>
                    <a:pt x="17300" y="3097"/>
                  </a:lnTo>
                  <a:lnTo>
                    <a:pt x="17811" y="3076"/>
                  </a:lnTo>
                  <a:lnTo>
                    <a:pt x="18322" y="3061"/>
                  </a:lnTo>
                  <a:lnTo>
                    <a:pt x="18862" y="3046"/>
                  </a:lnTo>
                  <a:lnTo>
                    <a:pt x="19403" y="3040"/>
                  </a:lnTo>
                  <a:lnTo>
                    <a:pt x="19943" y="3035"/>
                  </a:lnTo>
                  <a:lnTo>
                    <a:pt x="20514" y="3040"/>
                  </a:lnTo>
                  <a:lnTo>
                    <a:pt x="21115" y="3046"/>
                  </a:lnTo>
                  <a:lnTo>
                    <a:pt x="21115" y="1699"/>
                  </a:lnTo>
                  <a:lnTo>
                    <a:pt x="21175" y="1577"/>
                  </a:lnTo>
                  <a:lnTo>
                    <a:pt x="21175" y="1459"/>
                  </a:lnTo>
                  <a:lnTo>
                    <a:pt x="21145" y="1342"/>
                  </a:lnTo>
                  <a:lnTo>
                    <a:pt x="21085" y="1225"/>
                  </a:lnTo>
                  <a:lnTo>
                    <a:pt x="20965" y="1112"/>
                  </a:lnTo>
                  <a:lnTo>
                    <a:pt x="20814" y="1000"/>
                  </a:lnTo>
                  <a:lnTo>
                    <a:pt x="20634" y="888"/>
                  </a:lnTo>
                  <a:lnTo>
                    <a:pt x="20394" y="786"/>
                  </a:lnTo>
                  <a:lnTo>
                    <a:pt x="20124" y="679"/>
                  </a:lnTo>
                  <a:lnTo>
                    <a:pt x="19823" y="582"/>
                  </a:lnTo>
                  <a:lnTo>
                    <a:pt x="19463" y="490"/>
                  </a:lnTo>
                  <a:lnTo>
                    <a:pt x="19072" y="403"/>
                  </a:lnTo>
                  <a:lnTo>
                    <a:pt x="18622" y="322"/>
                  </a:lnTo>
                  <a:lnTo>
                    <a:pt x="18141" y="245"/>
                  </a:lnTo>
                  <a:lnTo>
                    <a:pt x="17601" y="179"/>
                  </a:lnTo>
                  <a:lnTo>
                    <a:pt x="17030" y="118"/>
                  </a:lnTo>
                  <a:lnTo>
                    <a:pt x="16369" y="57"/>
                  </a:lnTo>
                  <a:lnTo>
                    <a:pt x="15709" y="0"/>
                  </a:lnTo>
                  <a:close/>
                  <a:moveTo>
                    <a:pt x="10182" y="4984"/>
                  </a:moveTo>
                  <a:lnTo>
                    <a:pt x="10152" y="5091"/>
                  </a:lnTo>
                  <a:lnTo>
                    <a:pt x="10092" y="5193"/>
                  </a:lnTo>
                  <a:lnTo>
                    <a:pt x="10032" y="5295"/>
                  </a:lnTo>
                  <a:lnTo>
                    <a:pt x="9942" y="5392"/>
                  </a:lnTo>
                  <a:lnTo>
                    <a:pt x="9852" y="5489"/>
                  </a:lnTo>
                  <a:lnTo>
                    <a:pt x="9732" y="5586"/>
                  </a:lnTo>
                  <a:lnTo>
                    <a:pt x="9582" y="5677"/>
                  </a:lnTo>
                  <a:lnTo>
                    <a:pt x="9431" y="5764"/>
                  </a:lnTo>
                  <a:lnTo>
                    <a:pt x="9251" y="5851"/>
                  </a:lnTo>
                  <a:lnTo>
                    <a:pt x="9071" y="5927"/>
                  </a:lnTo>
                  <a:lnTo>
                    <a:pt x="8861" y="6004"/>
                  </a:lnTo>
                  <a:lnTo>
                    <a:pt x="8650" y="6075"/>
                  </a:lnTo>
                  <a:lnTo>
                    <a:pt x="8410" y="6137"/>
                  </a:lnTo>
                  <a:lnTo>
                    <a:pt x="8170" y="6193"/>
                  </a:lnTo>
                  <a:lnTo>
                    <a:pt x="7900" y="6244"/>
                  </a:lnTo>
                  <a:lnTo>
                    <a:pt x="7509" y="6310"/>
                  </a:lnTo>
                  <a:lnTo>
                    <a:pt x="7119" y="6366"/>
                  </a:lnTo>
                  <a:lnTo>
                    <a:pt x="6698" y="6422"/>
                  </a:lnTo>
                  <a:lnTo>
                    <a:pt x="6278" y="6473"/>
                  </a:lnTo>
                  <a:lnTo>
                    <a:pt x="5857" y="6519"/>
                  </a:lnTo>
                  <a:lnTo>
                    <a:pt x="5407" y="6565"/>
                  </a:lnTo>
                  <a:lnTo>
                    <a:pt x="4926" y="6606"/>
                  </a:lnTo>
                  <a:lnTo>
                    <a:pt x="4446" y="6642"/>
                  </a:lnTo>
                  <a:lnTo>
                    <a:pt x="3965" y="6672"/>
                  </a:lnTo>
                  <a:lnTo>
                    <a:pt x="3484" y="6703"/>
                  </a:lnTo>
                  <a:lnTo>
                    <a:pt x="2974" y="6723"/>
                  </a:lnTo>
                  <a:lnTo>
                    <a:pt x="2433" y="6744"/>
                  </a:lnTo>
                  <a:lnTo>
                    <a:pt x="1893" y="6759"/>
                  </a:lnTo>
                  <a:lnTo>
                    <a:pt x="1352" y="6769"/>
                  </a:lnTo>
                  <a:lnTo>
                    <a:pt x="811" y="6779"/>
                  </a:lnTo>
                  <a:lnTo>
                    <a:pt x="0" y="6779"/>
                  </a:lnTo>
                  <a:lnTo>
                    <a:pt x="0" y="6825"/>
                  </a:lnTo>
                  <a:lnTo>
                    <a:pt x="661" y="6815"/>
                  </a:lnTo>
                  <a:lnTo>
                    <a:pt x="1322" y="6810"/>
                  </a:lnTo>
                  <a:lnTo>
                    <a:pt x="1983" y="6815"/>
                  </a:lnTo>
                  <a:lnTo>
                    <a:pt x="2613" y="6825"/>
                  </a:lnTo>
                  <a:lnTo>
                    <a:pt x="3244" y="6840"/>
                  </a:lnTo>
                  <a:lnTo>
                    <a:pt x="3845" y="6861"/>
                  </a:lnTo>
                  <a:lnTo>
                    <a:pt x="4416" y="6886"/>
                  </a:lnTo>
                  <a:lnTo>
                    <a:pt x="4986" y="6922"/>
                  </a:lnTo>
                  <a:lnTo>
                    <a:pt x="5527" y="6958"/>
                  </a:lnTo>
                  <a:lnTo>
                    <a:pt x="6067" y="6999"/>
                  </a:lnTo>
                  <a:lnTo>
                    <a:pt x="6578" y="7050"/>
                  </a:lnTo>
                  <a:lnTo>
                    <a:pt x="7059" y="7101"/>
                  </a:lnTo>
                  <a:lnTo>
                    <a:pt x="7509" y="7157"/>
                  </a:lnTo>
                  <a:lnTo>
                    <a:pt x="7960" y="7213"/>
                  </a:lnTo>
                  <a:lnTo>
                    <a:pt x="8410" y="7274"/>
                  </a:lnTo>
                  <a:lnTo>
                    <a:pt x="8801" y="7340"/>
                  </a:lnTo>
                  <a:lnTo>
                    <a:pt x="9191" y="7412"/>
                  </a:lnTo>
                  <a:lnTo>
                    <a:pt x="9582" y="7483"/>
                  </a:lnTo>
                  <a:lnTo>
                    <a:pt x="9912" y="7560"/>
                  </a:lnTo>
                  <a:lnTo>
                    <a:pt x="10242" y="7636"/>
                  </a:lnTo>
                  <a:lnTo>
                    <a:pt x="10543" y="7718"/>
                  </a:lnTo>
                  <a:lnTo>
                    <a:pt x="10843" y="7799"/>
                  </a:lnTo>
                  <a:lnTo>
                    <a:pt x="11113" y="7881"/>
                  </a:lnTo>
                  <a:lnTo>
                    <a:pt x="11354" y="7963"/>
                  </a:lnTo>
                  <a:lnTo>
                    <a:pt x="11564" y="8049"/>
                  </a:lnTo>
                  <a:lnTo>
                    <a:pt x="11774" y="8136"/>
                  </a:lnTo>
                  <a:lnTo>
                    <a:pt x="11954" y="8223"/>
                  </a:lnTo>
                  <a:lnTo>
                    <a:pt x="12104" y="8309"/>
                  </a:lnTo>
                  <a:lnTo>
                    <a:pt x="12255" y="8396"/>
                  </a:lnTo>
                  <a:lnTo>
                    <a:pt x="12345" y="8488"/>
                  </a:lnTo>
                  <a:lnTo>
                    <a:pt x="12435" y="8575"/>
                  </a:lnTo>
                  <a:lnTo>
                    <a:pt x="12495" y="8661"/>
                  </a:lnTo>
                  <a:lnTo>
                    <a:pt x="12555" y="8748"/>
                  </a:lnTo>
                  <a:lnTo>
                    <a:pt x="12555" y="8830"/>
                  </a:lnTo>
                  <a:lnTo>
                    <a:pt x="21115" y="8830"/>
                  </a:lnTo>
                  <a:lnTo>
                    <a:pt x="21115" y="8804"/>
                  </a:lnTo>
                  <a:lnTo>
                    <a:pt x="20544" y="8794"/>
                  </a:lnTo>
                  <a:lnTo>
                    <a:pt x="19974" y="8784"/>
                  </a:lnTo>
                  <a:lnTo>
                    <a:pt x="19433" y="8768"/>
                  </a:lnTo>
                  <a:lnTo>
                    <a:pt x="18862" y="8748"/>
                  </a:lnTo>
                  <a:lnTo>
                    <a:pt x="18322" y="8728"/>
                  </a:lnTo>
                  <a:lnTo>
                    <a:pt x="17781" y="8702"/>
                  </a:lnTo>
                  <a:lnTo>
                    <a:pt x="17240" y="8672"/>
                  </a:lnTo>
                  <a:lnTo>
                    <a:pt x="16700" y="8636"/>
                  </a:lnTo>
                  <a:lnTo>
                    <a:pt x="16189" y="8600"/>
                  </a:lnTo>
                  <a:lnTo>
                    <a:pt x="15679" y="8559"/>
                  </a:lnTo>
                  <a:lnTo>
                    <a:pt x="15168" y="8513"/>
                  </a:lnTo>
                  <a:lnTo>
                    <a:pt x="14687" y="8468"/>
                  </a:lnTo>
                  <a:lnTo>
                    <a:pt x="14237" y="8417"/>
                  </a:lnTo>
                  <a:lnTo>
                    <a:pt x="13786" y="8366"/>
                  </a:lnTo>
                  <a:lnTo>
                    <a:pt x="13336" y="8309"/>
                  </a:lnTo>
                  <a:lnTo>
                    <a:pt x="12945" y="8248"/>
                  </a:lnTo>
                  <a:lnTo>
                    <a:pt x="12555" y="8192"/>
                  </a:lnTo>
                  <a:lnTo>
                    <a:pt x="12225" y="8126"/>
                  </a:lnTo>
                  <a:lnTo>
                    <a:pt x="11924" y="8060"/>
                  </a:lnTo>
                  <a:lnTo>
                    <a:pt x="11654" y="7988"/>
                  </a:lnTo>
                  <a:lnTo>
                    <a:pt x="11384" y="7906"/>
                  </a:lnTo>
                  <a:lnTo>
                    <a:pt x="11173" y="7825"/>
                  </a:lnTo>
                  <a:lnTo>
                    <a:pt x="10963" y="7743"/>
                  </a:lnTo>
                  <a:lnTo>
                    <a:pt x="10783" y="7651"/>
                  </a:lnTo>
                  <a:lnTo>
                    <a:pt x="10633" y="7560"/>
                  </a:lnTo>
                  <a:lnTo>
                    <a:pt x="10513" y="7468"/>
                  </a:lnTo>
                  <a:lnTo>
                    <a:pt x="10422" y="7371"/>
                  </a:lnTo>
                  <a:lnTo>
                    <a:pt x="10332" y="7274"/>
                  </a:lnTo>
                  <a:lnTo>
                    <a:pt x="10272" y="7177"/>
                  </a:lnTo>
                  <a:lnTo>
                    <a:pt x="10212" y="7080"/>
                  </a:lnTo>
                  <a:lnTo>
                    <a:pt x="10182" y="6978"/>
                  </a:lnTo>
                  <a:lnTo>
                    <a:pt x="10182" y="6881"/>
                  </a:lnTo>
                  <a:lnTo>
                    <a:pt x="10182" y="5025"/>
                  </a:lnTo>
                  <a:lnTo>
                    <a:pt x="10182" y="4984"/>
                  </a:lnTo>
                  <a:close/>
                </a:path>
              </a:pathLst>
            </a:custGeom>
            <a:solidFill>
              <a:srgbClr val="FF75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8"/>
            <p:cNvSpPr/>
            <p:nvPr/>
          </p:nvSpPr>
          <p:spPr>
            <a:xfrm flipH="1">
              <a:off x="5719429" y="4031875"/>
              <a:ext cx="89782" cy="220750"/>
            </a:xfrm>
            <a:custGeom>
              <a:avLst/>
              <a:gdLst/>
              <a:ahLst/>
              <a:cxnLst/>
              <a:rect l="l" t="t" r="r" b="b"/>
              <a:pathLst>
                <a:path w="21175" h="8830" fill="none" extrusionOk="0">
                  <a:moveTo>
                    <a:pt x="15709" y="0"/>
                  </a:moveTo>
                  <a:lnTo>
                    <a:pt x="15709" y="0"/>
                  </a:lnTo>
                  <a:lnTo>
                    <a:pt x="16369" y="57"/>
                  </a:lnTo>
                  <a:lnTo>
                    <a:pt x="17030" y="118"/>
                  </a:lnTo>
                  <a:lnTo>
                    <a:pt x="17030" y="118"/>
                  </a:lnTo>
                  <a:lnTo>
                    <a:pt x="17601" y="179"/>
                  </a:lnTo>
                  <a:lnTo>
                    <a:pt x="18141" y="245"/>
                  </a:lnTo>
                  <a:lnTo>
                    <a:pt x="18622" y="322"/>
                  </a:lnTo>
                  <a:lnTo>
                    <a:pt x="19072" y="403"/>
                  </a:lnTo>
                  <a:lnTo>
                    <a:pt x="19463" y="490"/>
                  </a:lnTo>
                  <a:lnTo>
                    <a:pt x="19823" y="582"/>
                  </a:lnTo>
                  <a:lnTo>
                    <a:pt x="20124" y="679"/>
                  </a:lnTo>
                  <a:lnTo>
                    <a:pt x="20394" y="786"/>
                  </a:lnTo>
                  <a:lnTo>
                    <a:pt x="20634" y="888"/>
                  </a:lnTo>
                  <a:lnTo>
                    <a:pt x="20814" y="1000"/>
                  </a:lnTo>
                  <a:lnTo>
                    <a:pt x="20965" y="1112"/>
                  </a:lnTo>
                  <a:lnTo>
                    <a:pt x="21085" y="1225"/>
                  </a:lnTo>
                  <a:lnTo>
                    <a:pt x="21145" y="1342"/>
                  </a:lnTo>
                  <a:lnTo>
                    <a:pt x="21175" y="1459"/>
                  </a:lnTo>
                  <a:lnTo>
                    <a:pt x="21175" y="1577"/>
                  </a:lnTo>
                  <a:lnTo>
                    <a:pt x="21115" y="1699"/>
                  </a:lnTo>
                  <a:lnTo>
                    <a:pt x="21115" y="3046"/>
                  </a:lnTo>
                  <a:lnTo>
                    <a:pt x="21115" y="3046"/>
                  </a:lnTo>
                  <a:lnTo>
                    <a:pt x="20514" y="3040"/>
                  </a:lnTo>
                  <a:lnTo>
                    <a:pt x="19943" y="3035"/>
                  </a:lnTo>
                  <a:lnTo>
                    <a:pt x="19943" y="3035"/>
                  </a:lnTo>
                  <a:lnTo>
                    <a:pt x="19403" y="3040"/>
                  </a:lnTo>
                  <a:lnTo>
                    <a:pt x="18862" y="3046"/>
                  </a:lnTo>
                  <a:lnTo>
                    <a:pt x="18322" y="3061"/>
                  </a:lnTo>
                  <a:lnTo>
                    <a:pt x="17811" y="3076"/>
                  </a:lnTo>
                  <a:lnTo>
                    <a:pt x="17300" y="3097"/>
                  </a:lnTo>
                  <a:lnTo>
                    <a:pt x="16790" y="3122"/>
                  </a:lnTo>
                  <a:lnTo>
                    <a:pt x="16309" y="3148"/>
                  </a:lnTo>
                  <a:lnTo>
                    <a:pt x="15829" y="3183"/>
                  </a:lnTo>
                  <a:lnTo>
                    <a:pt x="15348" y="3219"/>
                  </a:lnTo>
                  <a:lnTo>
                    <a:pt x="14898" y="3265"/>
                  </a:lnTo>
                  <a:lnTo>
                    <a:pt x="14477" y="3311"/>
                  </a:lnTo>
                  <a:lnTo>
                    <a:pt x="14057" y="3357"/>
                  </a:lnTo>
                  <a:lnTo>
                    <a:pt x="13636" y="3413"/>
                  </a:lnTo>
                  <a:lnTo>
                    <a:pt x="13246" y="3469"/>
                  </a:lnTo>
                  <a:lnTo>
                    <a:pt x="12855" y="3530"/>
                  </a:lnTo>
                  <a:lnTo>
                    <a:pt x="12495" y="3596"/>
                  </a:lnTo>
                  <a:lnTo>
                    <a:pt x="12495" y="3596"/>
                  </a:lnTo>
                  <a:lnTo>
                    <a:pt x="12225" y="3653"/>
                  </a:lnTo>
                  <a:lnTo>
                    <a:pt x="11984" y="3709"/>
                  </a:lnTo>
                  <a:lnTo>
                    <a:pt x="11744" y="3775"/>
                  </a:lnTo>
                  <a:lnTo>
                    <a:pt x="11534" y="3851"/>
                  </a:lnTo>
                  <a:lnTo>
                    <a:pt x="11324" y="3928"/>
                  </a:lnTo>
                  <a:lnTo>
                    <a:pt x="11143" y="4015"/>
                  </a:lnTo>
                  <a:lnTo>
                    <a:pt x="10963" y="4101"/>
                  </a:lnTo>
                  <a:lnTo>
                    <a:pt x="10813" y="4193"/>
                  </a:lnTo>
                  <a:lnTo>
                    <a:pt x="10663" y="4290"/>
                  </a:lnTo>
                  <a:lnTo>
                    <a:pt x="10543" y="4387"/>
                  </a:lnTo>
                  <a:lnTo>
                    <a:pt x="10422" y="4489"/>
                  </a:lnTo>
                  <a:lnTo>
                    <a:pt x="10332" y="4596"/>
                  </a:lnTo>
                  <a:lnTo>
                    <a:pt x="10272" y="4703"/>
                  </a:lnTo>
                  <a:lnTo>
                    <a:pt x="10212" y="4810"/>
                  </a:lnTo>
                  <a:lnTo>
                    <a:pt x="10182" y="4918"/>
                  </a:lnTo>
                  <a:lnTo>
                    <a:pt x="10182" y="5025"/>
                  </a:lnTo>
                  <a:lnTo>
                    <a:pt x="10182" y="6881"/>
                  </a:lnTo>
                  <a:lnTo>
                    <a:pt x="10182" y="6881"/>
                  </a:lnTo>
                  <a:lnTo>
                    <a:pt x="10182" y="6978"/>
                  </a:lnTo>
                  <a:lnTo>
                    <a:pt x="10212" y="7080"/>
                  </a:lnTo>
                  <a:lnTo>
                    <a:pt x="10272" y="7177"/>
                  </a:lnTo>
                  <a:lnTo>
                    <a:pt x="10332" y="7274"/>
                  </a:lnTo>
                  <a:lnTo>
                    <a:pt x="10422" y="7371"/>
                  </a:lnTo>
                  <a:lnTo>
                    <a:pt x="10513" y="7468"/>
                  </a:lnTo>
                  <a:lnTo>
                    <a:pt x="10633" y="7560"/>
                  </a:lnTo>
                  <a:lnTo>
                    <a:pt x="10783" y="7651"/>
                  </a:lnTo>
                  <a:lnTo>
                    <a:pt x="10963" y="7743"/>
                  </a:lnTo>
                  <a:lnTo>
                    <a:pt x="11173" y="7825"/>
                  </a:lnTo>
                  <a:lnTo>
                    <a:pt x="11384" y="7906"/>
                  </a:lnTo>
                  <a:lnTo>
                    <a:pt x="11654" y="7988"/>
                  </a:lnTo>
                  <a:lnTo>
                    <a:pt x="11924" y="8060"/>
                  </a:lnTo>
                  <a:lnTo>
                    <a:pt x="12225" y="8126"/>
                  </a:lnTo>
                  <a:lnTo>
                    <a:pt x="12555" y="8192"/>
                  </a:lnTo>
                  <a:lnTo>
                    <a:pt x="12945" y="8248"/>
                  </a:lnTo>
                  <a:lnTo>
                    <a:pt x="12945" y="8248"/>
                  </a:lnTo>
                  <a:lnTo>
                    <a:pt x="13336" y="8309"/>
                  </a:lnTo>
                  <a:lnTo>
                    <a:pt x="13786" y="8366"/>
                  </a:lnTo>
                  <a:lnTo>
                    <a:pt x="14237" y="8417"/>
                  </a:lnTo>
                  <a:lnTo>
                    <a:pt x="14687" y="8468"/>
                  </a:lnTo>
                  <a:lnTo>
                    <a:pt x="15168" y="8513"/>
                  </a:lnTo>
                  <a:lnTo>
                    <a:pt x="15679" y="8559"/>
                  </a:lnTo>
                  <a:lnTo>
                    <a:pt x="16189" y="8600"/>
                  </a:lnTo>
                  <a:lnTo>
                    <a:pt x="16700" y="8636"/>
                  </a:lnTo>
                  <a:lnTo>
                    <a:pt x="17240" y="8672"/>
                  </a:lnTo>
                  <a:lnTo>
                    <a:pt x="17781" y="8702"/>
                  </a:lnTo>
                  <a:lnTo>
                    <a:pt x="18322" y="8728"/>
                  </a:lnTo>
                  <a:lnTo>
                    <a:pt x="18862" y="8748"/>
                  </a:lnTo>
                  <a:lnTo>
                    <a:pt x="19433" y="8768"/>
                  </a:lnTo>
                  <a:lnTo>
                    <a:pt x="19974" y="8784"/>
                  </a:lnTo>
                  <a:lnTo>
                    <a:pt x="20544" y="8794"/>
                  </a:lnTo>
                  <a:lnTo>
                    <a:pt x="21115" y="8804"/>
                  </a:lnTo>
                  <a:lnTo>
                    <a:pt x="21115" y="8830"/>
                  </a:lnTo>
                  <a:lnTo>
                    <a:pt x="21115" y="8830"/>
                  </a:lnTo>
                  <a:lnTo>
                    <a:pt x="20814" y="8830"/>
                  </a:lnTo>
                  <a:lnTo>
                    <a:pt x="20814" y="8830"/>
                  </a:lnTo>
                  <a:lnTo>
                    <a:pt x="20724" y="8830"/>
                  </a:lnTo>
                  <a:lnTo>
                    <a:pt x="20724" y="8830"/>
                  </a:lnTo>
                  <a:lnTo>
                    <a:pt x="12555" y="8830"/>
                  </a:lnTo>
                  <a:lnTo>
                    <a:pt x="12555" y="8830"/>
                  </a:lnTo>
                  <a:lnTo>
                    <a:pt x="12555" y="8748"/>
                  </a:lnTo>
                  <a:lnTo>
                    <a:pt x="12495" y="8661"/>
                  </a:lnTo>
                  <a:lnTo>
                    <a:pt x="12435" y="8575"/>
                  </a:lnTo>
                  <a:lnTo>
                    <a:pt x="12345" y="8488"/>
                  </a:lnTo>
                  <a:lnTo>
                    <a:pt x="12255" y="8396"/>
                  </a:lnTo>
                  <a:lnTo>
                    <a:pt x="12104" y="8309"/>
                  </a:lnTo>
                  <a:lnTo>
                    <a:pt x="11954" y="8223"/>
                  </a:lnTo>
                  <a:lnTo>
                    <a:pt x="11774" y="8136"/>
                  </a:lnTo>
                  <a:lnTo>
                    <a:pt x="11564" y="8049"/>
                  </a:lnTo>
                  <a:lnTo>
                    <a:pt x="11354" y="7963"/>
                  </a:lnTo>
                  <a:lnTo>
                    <a:pt x="11113" y="7881"/>
                  </a:lnTo>
                  <a:lnTo>
                    <a:pt x="10843" y="7799"/>
                  </a:lnTo>
                  <a:lnTo>
                    <a:pt x="10543" y="7718"/>
                  </a:lnTo>
                  <a:lnTo>
                    <a:pt x="10242" y="7636"/>
                  </a:lnTo>
                  <a:lnTo>
                    <a:pt x="9912" y="7560"/>
                  </a:lnTo>
                  <a:lnTo>
                    <a:pt x="9582" y="7483"/>
                  </a:lnTo>
                  <a:lnTo>
                    <a:pt x="9191" y="7412"/>
                  </a:lnTo>
                  <a:lnTo>
                    <a:pt x="8801" y="7340"/>
                  </a:lnTo>
                  <a:lnTo>
                    <a:pt x="8410" y="7274"/>
                  </a:lnTo>
                  <a:lnTo>
                    <a:pt x="7960" y="7213"/>
                  </a:lnTo>
                  <a:lnTo>
                    <a:pt x="7509" y="7157"/>
                  </a:lnTo>
                  <a:lnTo>
                    <a:pt x="7059" y="7101"/>
                  </a:lnTo>
                  <a:lnTo>
                    <a:pt x="6578" y="7050"/>
                  </a:lnTo>
                  <a:lnTo>
                    <a:pt x="6067" y="6999"/>
                  </a:lnTo>
                  <a:lnTo>
                    <a:pt x="5527" y="6958"/>
                  </a:lnTo>
                  <a:lnTo>
                    <a:pt x="4986" y="6922"/>
                  </a:lnTo>
                  <a:lnTo>
                    <a:pt x="4416" y="6886"/>
                  </a:lnTo>
                  <a:lnTo>
                    <a:pt x="3845" y="6861"/>
                  </a:lnTo>
                  <a:lnTo>
                    <a:pt x="3244" y="6840"/>
                  </a:lnTo>
                  <a:lnTo>
                    <a:pt x="2613" y="6825"/>
                  </a:lnTo>
                  <a:lnTo>
                    <a:pt x="1983" y="6815"/>
                  </a:lnTo>
                  <a:lnTo>
                    <a:pt x="1322" y="6810"/>
                  </a:lnTo>
                  <a:lnTo>
                    <a:pt x="1322" y="6810"/>
                  </a:lnTo>
                  <a:lnTo>
                    <a:pt x="661" y="6815"/>
                  </a:lnTo>
                  <a:lnTo>
                    <a:pt x="0" y="6825"/>
                  </a:lnTo>
                  <a:lnTo>
                    <a:pt x="0" y="6779"/>
                  </a:lnTo>
                  <a:lnTo>
                    <a:pt x="0" y="6779"/>
                  </a:lnTo>
                  <a:lnTo>
                    <a:pt x="241" y="6779"/>
                  </a:lnTo>
                  <a:lnTo>
                    <a:pt x="241" y="6779"/>
                  </a:lnTo>
                  <a:lnTo>
                    <a:pt x="811" y="6779"/>
                  </a:lnTo>
                  <a:lnTo>
                    <a:pt x="1352" y="6769"/>
                  </a:lnTo>
                  <a:lnTo>
                    <a:pt x="1893" y="6759"/>
                  </a:lnTo>
                  <a:lnTo>
                    <a:pt x="2433" y="6744"/>
                  </a:lnTo>
                  <a:lnTo>
                    <a:pt x="2974" y="6723"/>
                  </a:lnTo>
                  <a:lnTo>
                    <a:pt x="3484" y="6703"/>
                  </a:lnTo>
                  <a:lnTo>
                    <a:pt x="3965" y="6672"/>
                  </a:lnTo>
                  <a:lnTo>
                    <a:pt x="4446" y="6642"/>
                  </a:lnTo>
                  <a:lnTo>
                    <a:pt x="4926" y="6606"/>
                  </a:lnTo>
                  <a:lnTo>
                    <a:pt x="5407" y="6565"/>
                  </a:lnTo>
                  <a:lnTo>
                    <a:pt x="5857" y="6519"/>
                  </a:lnTo>
                  <a:lnTo>
                    <a:pt x="6278" y="6473"/>
                  </a:lnTo>
                  <a:lnTo>
                    <a:pt x="6698" y="6422"/>
                  </a:lnTo>
                  <a:lnTo>
                    <a:pt x="7119" y="6366"/>
                  </a:lnTo>
                  <a:lnTo>
                    <a:pt x="7509" y="6310"/>
                  </a:lnTo>
                  <a:lnTo>
                    <a:pt x="7900" y="6244"/>
                  </a:lnTo>
                  <a:lnTo>
                    <a:pt x="7900" y="6244"/>
                  </a:lnTo>
                  <a:lnTo>
                    <a:pt x="8170" y="6193"/>
                  </a:lnTo>
                  <a:lnTo>
                    <a:pt x="8410" y="6137"/>
                  </a:lnTo>
                  <a:lnTo>
                    <a:pt x="8650" y="6075"/>
                  </a:lnTo>
                  <a:lnTo>
                    <a:pt x="8861" y="6004"/>
                  </a:lnTo>
                  <a:lnTo>
                    <a:pt x="9071" y="5927"/>
                  </a:lnTo>
                  <a:lnTo>
                    <a:pt x="9251" y="5851"/>
                  </a:lnTo>
                  <a:lnTo>
                    <a:pt x="9431" y="5764"/>
                  </a:lnTo>
                  <a:lnTo>
                    <a:pt x="9582" y="5677"/>
                  </a:lnTo>
                  <a:lnTo>
                    <a:pt x="9732" y="5586"/>
                  </a:lnTo>
                  <a:lnTo>
                    <a:pt x="9852" y="5489"/>
                  </a:lnTo>
                  <a:lnTo>
                    <a:pt x="9942" y="5392"/>
                  </a:lnTo>
                  <a:lnTo>
                    <a:pt x="10032" y="5295"/>
                  </a:lnTo>
                  <a:lnTo>
                    <a:pt x="10092" y="5193"/>
                  </a:lnTo>
                  <a:lnTo>
                    <a:pt x="10152" y="5091"/>
                  </a:lnTo>
                  <a:lnTo>
                    <a:pt x="10182" y="4984"/>
                  </a:lnTo>
                  <a:lnTo>
                    <a:pt x="10182" y="4882"/>
                  </a:lnTo>
                  <a:lnTo>
                    <a:pt x="10182" y="230"/>
                  </a:lnTo>
                  <a:lnTo>
                    <a:pt x="10182" y="230"/>
                  </a:lnTo>
                  <a:lnTo>
                    <a:pt x="10182" y="179"/>
                  </a:lnTo>
                  <a:lnTo>
                    <a:pt x="10182" y="179"/>
                  </a:lnTo>
                  <a:lnTo>
                    <a:pt x="10513" y="179"/>
                  </a:lnTo>
                  <a:lnTo>
                    <a:pt x="10513" y="179"/>
                  </a:lnTo>
                  <a:lnTo>
                    <a:pt x="11113" y="174"/>
                  </a:lnTo>
                  <a:lnTo>
                    <a:pt x="11714" y="169"/>
                  </a:lnTo>
                  <a:lnTo>
                    <a:pt x="12375" y="159"/>
                  </a:lnTo>
                  <a:lnTo>
                    <a:pt x="13036" y="138"/>
                  </a:lnTo>
                  <a:lnTo>
                    <a:pt x="13696" y="118"/>
                  </a:lnTo>
                  <a:lnTo>
                    <a:pt x="14357" y="87"/>
                  </a:lnTo>
                  <a:lnTo>
                    <a:pt x="15048" y="46"/>
                  </a:lnTo>
                  <a:lnTo>
                    <a:pt x="1570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8"/>
            <p:cNvSpPr/>
            <p:nvPr/>
          </p:nvSpPr>
          <p:spPr>
            <a:xfrm flipH="1">
              <a:off x="5788961" y="3991825"/>
              <a:ext cx="68133" cy="209550"/>
            </a:xfrm>
            <a:custGeom>
              <a:avLst/>
              <a:gdLst/>
              <a:ahLst/>
              <a:cxnLst/>
              <a:rect l="l" t="t" r="r" b="b"/>
              <a:pathLst>
                <a:path w="16069" h="8382" extrusionOk="0">
                  <a:moveTo>
                    <a:pt x="9792" y="1"/>
                  </a:moveTo>
                  <a:lnTo>
                    <a:pt x="8891" y="6"/>
                  </a:lnTo>
                  <a:lnTo>
                    <a:pt x="7960" y="21"/>
                  </a:lnTo>
                  <a:lnTo>
                    <a:pt x="7509" y="37"/>
                  </a:lnTo>
                  <a:lnTo>
                    <a:pt x="7089" y="52"/>
                  </a:lnTo>
                  <a:lnTo>
                    <a:pt x="6638" y="72"/>
                  </a:lnTo>
                  <a:lnTo>
                    <a:pt x="6218" y="93"/>
                  </a:lnTo>
                  <a:lnTo>
                    <a:pt x="5767" y="118"/>
                  </a:lnTo>
                  <a:lnTo>
                    <a:pt x="5347" y="149"/>
                  </a:lnTo>
                  <a:lnTo>
                    <a:pt x="4956" y="179"/>
                  </a:lnTo>
                  <a:lnTo>
                    <a:pt x="4536" y="220"/>
                  </a:lnTo>
                  <a:lnTo>
                    <a:pt x="4145" y="256"/>
                  </a:lnTo>
                  <a:lnTo>
                    <a:pt x="3755" y="302"/>
                  </a:lnTo>
                  <a:lnTo>
                    <a:pt x="3364" y="348"/>
                  </a:lnTo>
                  <a:lnTo>
                    <a:pt x="3004" y="399"/>
                  </a:lnTo>
                  <a:lnTo>
                    <a:pt x="2643" y="460"/>
                  </a:lnTo>
                  <a:lnTo>
                    <a:pt x="2313" y="526"/>
                  </a:lnTo>
                  <a:lnTo>
                    <a:pt x="1983" y="598"/>
                  </a:lnTo>
                  <a:lnTo>
                    <a:pt x="1712" y="679"/>
                  </a:lnTo>
                  <a:lnTo>
                    <a:pt x="1442" y="771"/>
                  </a:lnTo>
                  <a:lnTo>
                    <a:pt x="1172" y="863"/>
                  </a:lnTo>
                  <a:lnTo>
                    <a:pt x="962" y="965"/>
                  </a:lnTo>
                  <a:lnTo>
                    <a:pt x="751" y="1067"/>
                  </a:lnTo>
                  <a:lnTo>
                    <a:pt x="571" y="1174"/>
                  </a:lnTo>
                  <a:lnTo>
                    <a:pt x="421" y="1286"/>
                  </a:lnTo>
                  <a:lnTo>
                    <a:pt x="301" y="1404"/>
                  </a:lnTo>
                  <a:lnTo>
                    <a:pt x="181" y="1521"/>
                  </a:lnTo>
                  <a:lnTo>
                    <a:pt x="91" y="1638"/>
                  </a:lnTo>
                  <a:lnTo>
                    <a:pt x="30" y="1761"/>
                  </a:lnTo>
                  <a:lnTo>
                    <a:pt x="0" y="1878"/>
                  </a:lnTo>
                  <a:lnTo>
                    <a:pt x="0" y="2000"/>
                  </a:lnTo>
                  <a:lnTo>
                    <a:pt x="0" y="6535"/>
                  </a:lnTo>
                  <a:lnTo>
                    <a:pt x="0" y="6647"/>
                  </a:lnTo>
                  <a:lnTo>
                    <a:pt x="30" y="6759"/>
                  </a:lnTo>
                  <a:lnTo>
                    <a:pt x="91" y="6871"/>
                  </a:lnTo>
                  <a:lnTo>
                    <a:pt x="151" y="6984"/>
                  </a:lnTo>
                  <a:lnTo>
                    <a:pt x="271" y="7091"/>
                  </a:lnTo>
                  <a:lnTo>
                    <a:pt x="391" y="7198"/>
                  </a:lnTo>
                  <a:lnTo>
                    <a:pt x="571" y="7305"/>
                  </a:lnTo>
                  <a:lnTo>
                    <a:pt x="781" y="7407"/>
                  </a:lnTo>
                  <a:lnTo>
                    <a:pt x="1022" y="7504"/>
                  </a:lnTo>
                  <a:lnTo>
                    <a:pt x="1322" y="7596"/>
                  </a:lnTo>
                  <a:lnTo>
                    <a:pt x="1652" y="7688"/>
                  </a:lnTo>
                  <a:lnTo>
                    <a:pt x="2013" y="7769"/>
                  </a:lnTo>
                  <a:lnTo>
                    <a:pt x="2433" y="7846"/>
                  </a:lnTo>
                  <a:lnTo>
                    <a:pt x="2914" y="7917"/>
                  </a:lnTo>
                  <a:lnTo>
                    <a:pt x="3454" y="7983"/>
                  </a:lnTo>
                  <a:lnTo>
                    <a:pt x="4025" y="8039"/>
                  </a:lnTo>
                  <a:lnTo>
                    <a:pt x="4986" y="8121"/>
                  </a:lnTo>
                  <a:lnTo>
                    <a:pt x="5947" y="8187"/>
                  </a:lnTo>
                  <a:lnTo>
                    <a:pt x="6878" y="8244"/>
                  </a:lnTo>
                  <a:lnTo>
                    <a:pt x="7809" y="8295"/>
                  </a:lnTo>
                  <a:lnTo>
                    <a:pt x="8710" y="8330"/>
                  </a:lnTo>
                  <a:lnTo>
                    <a:pt x="9581" y="8356"/>
                  </a:lnTo>
                  <a:lnTo>
                    <a:pt x="10452" y="8376"/>
                  </a:lnTo>
                  <a:lnTo>
                    <a:pt x="11293" y="8381"/>
                  </a:lnTo>
                  <a:lnTo>
                    <a:pt x="11293" y="3352"/>
                  </a:lnTo>
                  <a:lnTo>
                    <a:pt x="11323" y="3245"/>
                  </a:lnTo>
                  <a:lnTo>
                    <a:pt x="11354" y="3133"/>
                  </a:lnTo>
                  <a:lnTo>
                    <a:pt x="11384" y="3026"/>
                  </a:lnTo>
                  <a:lnTo>
                    <a:pt x="11474" y="2924"/>
                  </a:lnTo>
                  <a:lnTo>
                    <a:pt x="11564" y="2816"/>
                  </a:lnTo>
                  <a:lnTo>
                    <a:pt x="11654" y="2714"/>
                  </a:lnTo>
                  <a:lnTo>
                    <a:pt x="11774" y="2618"/>
                  </a:lnTo>
                  <a:lnTo>
                    <a:pt x="11924" y="2521"/>
                  </a:lnTo>
                  <a:lnTo>
                    <a:pt x="12074" y="2424"/>
                  </a:lnTo>
                  <a:lnTo>
                    <a:pt x="12255" y="2337"/>
                  </a:lnTo>
                  <a:lnTo>
                    <a:pt x="12435" y="2255"/>
                  </a:lnTo>
                  <a:lnTo>
                    <a:pt x="12645" y="2174"/>
                  </a:lnTo>
                  <a:lnTo>
                    <a:pt x="12855" y="2102"/>
                  </a:lnTo>
                  <a:lnTo>
                    <a:pt x="13096" y="2036"/>
                  </a:lnTo>
                  <a:lnTo>
                    <a:pt x="13336" y="1975"/>
                  </a:lnTo>
                  <a:lnTo>
                    <a:pt x="13606" y="1924"/>
                  </a:lnTo>
                  <a:lnTo>
                    <a:pt x="14177" y="1827"/>
                  </a:lnTo>
                  <a:lnTo>
                    <a:pt x="14777" y="1735"/>
                  </a:lnTo>
                  <a:lnTo>
                    <a:pt x="15408" y="1653"/>
                  </a:lnTo>
                  <a:lnTo>
                    <a:pt x="16069" y="1582"/>
                  </a:lnTo>
                  <a:lnTo>
                    <a:pt x="15588" y="1541"/>
                  </a:lnTo>
                  <a:lnTo>
                    <a:pt x="15138" y="1495"/>
                  </a:lnTo>
                  <a:lnTo>
                    <a:pt x="14687" y="1444"/>
                  </a:lnTo>
                  <a:lnTo>
                    <a:pt x="14267" y="1388"/>
                  </a:lnTo>
                  <a:lnTo>
                    <a:pt x="13846" y="1322"/>
                  </a:lnTo>
                  <a:lnTo>
                    <a:pt x="13486" y="1251"/>
                  </a:lnTo>
                  <a:lnTo>
                    <a:pt x="13096" y="1169"/>
                  </a:lnTo>
                  <a:lnTo>
                    <a:pt x="12765" y="1082"/>
                  </a:lnTo>
                  <a:lnTo>
                    <a:pt x="12465" y="985"/>
                  </a:lnTo>
                  <a:lnTo>
                    <a:pt x="12164" y="878"/>
                  </a:lnTo>
                  <a:lnTo>
                    <a:pt x="11924" y="766"/>
                  </a:lnTo>
                  <a:lnTo>
                    <a:pt x="11714" y="644"/>
                  </a:lnTo>
                  <a:lnTo>
                    <a:pt x="11534" y="506"/>
                  </a:lnTo>
                  <a:lnTo>
                    <a:pt x="11384" y="363"/>
                  </a:lnTo>
                  <a:lnTo>
                    <a:pt x="11293" y="210"/>
                  </a:lnTo>
                  <a:lnTo>
                    <a:pt x="11233" y="42"/>
                  </a:lnTo>
                  <a:lnTo>
                    <a:pt x="11233" y="11"/>
                  </a:lnTo>
                  <a:lnTo>
                    <a:pt x="10513" y="1"/>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8"/>
            <p:cNvSpPr/>
            <p:nvPr/>
          </p:nvSpPr>
          <p:spPr>
            <a:xfrm flipH="1">
              <a:off x="5788961" y="3991825"/>
              <a:ext cx="68133" cy="209550"/>
            </a:xfrm>
            <a:custGeom>
              <a:avLst/>
              <a:gdLst/>
              <a:ahLst/>
              <a:cxnLst/>
              <a:rect l="l" t="t" r="r" b="b"/>
              <a:pathLst>
                <a:path w="16069" h="8382" fill="none" extrusionOk="0">
                  <a:moveTo>
                    <a:pt x="9792" y="1"/>
                  </a:moveTo>
                  <a:lnTo>
                    <a:pt x="9792" y="1"/>
                  </a:lnTo>
                  <a:lnTo>
                    <a:pt x="10513" y="1"/>
                  </a:lnTo>
                  <a:lnTo>
                    <a:pt x="11233" y="11"/>
                  </a:lnTo>
                  <a:lnTo>
                    <a:pt x="11233" y="11"/>
                  </a:lnTo>
                  <a:lnTo>
                    <a:pt x="11233" y="42"/>
                  </a:lnTo>
                  <a:lnTo>
                    <a:pt x="11233" y="42"/>
                  </a:lnTo>
                  <a:lnTo>
                    <a:pt x="11293" y="210"/>
                  </a:lnTo>
                  <a:lnTo>
                    <a:pt x="11384" y="363"/>
                  </a:lnTo>
                  <a:lnTo>
                    <a:pt x="11534" y="506"/>
                  </a:lnTo>
                  <a:lnTo>
                    <a:pt x="11714" y="644"/>
                  </a:lnTo>
                  <a:lnTo>
                    <a:pt x="11924" y="766"/>
                  </a:lnTo>
                  <a:lnTo>
                    <a:pt x="12164" y="878"/>
                  </a:lnTo>
                  <a:lnTo>
                    <a:pt x="12465" y="985"/>
                  </a:lnTo>
                  <a:lnTo>
                    <a:pt x="12765" y="1082"/>
                  </a:lnTo>
                  <a:lnTo>
                    <a:pt x="13096" y="1169"/>
                  </a:lnTo>
                  <a:lnTo>
                    <a:pt x="13486" y="1251"/>
                  </a:lnTo>
                  <a:lnTo>
                    <a:pt x="13846" y="1322"/>
                  </a:lnTo>
                  <a:lnTo>
                    <a:pt x="14267" y="1388"/>
                  </a:lnTo>
                  <a:lnTo>
                    <a:pt x="14687" y="1444"/>
                  </a:lnTo>
                  <a:lnTo>
                    <a:pt x="15138" y="1495"/>
                  </a:lnTo>
                  <a:lnTo>
                    <a:pt x="15588" y="1541"/>
                  </a:lnTo>
                  <a:lnTo>
                    <a:pt x="16069" y="1582"/>
                  </a:lnTo>
                  <a:lnTo>
                    <a:pt x="16069" y="1582"/>
                  </a:lnTo>
                  <a:lnTo>
                    <a:pt x="15408" y="1653"/>
                  </a:lnTo>
                  <a:lnTo>
                    <a:pt x="14777" y="1735"/>
                  </a:lnTo>
                  <a:lnTo>
                    <a:pt x="14177" y="1827"/>
                  </a:lnTo>
                  <a:lnTo>
                    <a:pt x="13606" y="1924"/>
                  </a:lnTo>
                  <a:lnTo>
                    <a:pt x="13606" y="1924"/>
                  </a:lnTo>
                  <a:lnTo>
                    <a:pt x="13336" y="1975"/>
                  </a:lnTo>
                  <a:lnTo>
                    <a:pt x="13096" y="2036"/>
                  </a:lnTo>
                  <a:lnTo>
                    <a:pt x="12855" y="2102"/>
                  </a:lnTo>
                  <a:lnTo>
                    <a:pt x="12645" y="2174"/>
                  </a:lnTo>
                  <a:lnTo>
                    <a:pt x="12435" y="2255"/>
                  </a:lnTo>
                  <a:lnTo>
                    <a:pt x="12255" y="2337"/>
                  </a:lnTo>
                  <a:lnTo>
                    <a:pt x="12074" y="2424"/>
                  </a:lnTo>
                  <a:lnTo>
                    <a:pt x="11924" y="2521"/>
                  </a:lnTo>
                  <a:lnTo>
                    <a:pt x="11774" y="2618"/>
                  </a:lnTo>
                  <a:lnTo>
                    <a:pt x="11654" y="2714"/>
                  </a:lnTo>
                  <a:lnTo>
                    <a:pt x="11564" y="2816"/>
                  </a:lnTo>
                  <a:lnTo>
                    <a:pt x="11474" y="2924"/>
                  </a:lnTo>
                  <a:lnTo>
                    <a:pt x="11384" y="3026"/>
                  </a:lnTo>
                  <a:lnTo>
                    <a:pt x="11354" y="3133"/>
                  </a:lnTo>
                  <a:lnTo>
                    <a:pt x="11323" y="3245"/>
                  </a:lnTo>
                  <a:lnTo>
                    <a:pt x="11293" y="3352"/>
                  </a:lnTo>
                  <a:lnTo>
                    <a:pt x="11293" y="8381"/>
                  </a:lnTo>
                  <a:lnTo>
                    <a:pt x="11293" y="8381"/>
                  </a:lnTo>
                  <a:lnTo>
                    <a:pt x="10452" y="8376"/>
                  </a:lnTo>
                  <a:lnTo>
                    <a:pt x="9581" y="8356"/>
                  </a:lnTo>
                  <a:lnTo>
                    <a:pt x="8710" y="8330"/>
                  </a:lnTo>
                  <a:lnTo>
                    <a:pt x="7809" y="8295"/>
                  </a:lnTo>
                  <a:lnTo>
                    <a:pt x="6878" y="8244"/>
                  </a:lnTo>
                  <a:lnTo>
                    <a:pt x="5947" y="8187"/>
                  </a:lnTo>
                  <a:lnTo>
                    <a:pt x="4986" y="8121"/>
                  </a:lnTo>
                  <a:lnTo>
                    <a:pt x="4025" y="8039"/>
                  </a:lnTo>
                  <a:lnTo>
                    <a:pt x="4025" y="8039"/>
                  </a:lnTo>
                  <a:lnTo>
                    <a:pt x="3454" y="7983"/>
                  </a:lnTo>
                  <a:lnTo>
                    <a:pt x="2914" y="7917"/>
                  </a:lnTo>
                  <a:lnTo>
                    <a:pt x="2433" y="7846"/>
                  </a:lnTo>
                  <a:lnTo>
                    <a:pt x="2013" y="7769"/>
                  </a:lnTo>
                  <a:lnTo>
                    <a:pt x="1652" y="7688"/>
                  </a:lnTo>
                  <a:lnTo>
                    <a:pt x="1322" y="7596"/>
                  </a:lnTo>
                  <a:lnTo>
                    <a:pt x="1022" y="7504"/>
                  </a:lnTo>
                  <a:lnTo>
                    <a:pt x="781" y="7407"/>
                  </a:lnTo>
                  <a:lnTo>
                    <a:pt x="571" y="7305"/>
                  </a:lnTo>
                  <a:lnTo>
                    <a:pt x="391" y="7198"/>
                  </a:lnTo>
                  <a:lnTo>
                    <a:pt x="271" y="7091"/>
                  </a:lnTo>
                  <a:lnTo>
                    <a:pt x="151" y="6984"/>
                  </a:lnTo>
                  <a:lnTo>
                    <a:pt x="91" y="6871"/>
                  </a:lnTo>
                  <a:lnTo>
                    <a:pt x="30" y="6759"/>
                  </a:lnTo>
                  <a:lnTo>
                    <a:pt x="0" y="6647"/>
                  </a:lnTo>
                  <a:lnTo>
                    <a:pt x="0" y="6535"/>
                  </a:lnTo>
                  <a:lnTo>
                    <a:pt x="0" y="2000"/>
                  </a:lnTo>
                  <a:lnTo>
                    <a:pt x="0" y="2000"/>
                  </a:lnTo>
                  <a:lnTo>
                    <a:pt x="0" y="1878"/>
                  </a:lnTo>
                  <a:lnTo>
                    <a:pt x="30" y="1761"/>
                  </a:lnTo>
                  <a:lnTo>
                    <a:pt x="91" y="1638"/>
                  </a:lnTo>
                  <a:lnTo>
                    <a:pt x="181" y="1521"/>
                  </a:lnTo>
                  <a:lnTo>
                    <a:pt x="301" y="1404"/>
                  </a:lnTo>
                  <a:lnTo>
                    <a:pt x="421" y="1286"/>
                  </a:lnTo>
                  <a:lnTo>
                    <a:pt x="571" y="1174"/>
                  </a:lnTo>
                  <a:lnTo>
                    <a:pt x="751" y="1067"/>
                  </a:lnTo>
                  <a:lnTo>
                    <a:pt x="962" y="965"/>
                  </a:lnTo>
                  <a:lnTo>
                    <a:pt x="1172" y="863"/>
                  </a:lnTo>
                  <a:lnTo>
                    <a:pt x="1442" y="771"/>
                  </a:lnTo>
                  <a:lnTo>
                    <a:pt x="1712" y="679"/>
                  </a:lnTo>
                  <a:lnTo>
                    <a:pt x="1983" y="598"/>
                  </a:lnTo>
                  <a:lnTo>
                    <a:pt x="2313" y="526"/>
                  </a:lnTo>
                  <a:lnTo>
                    <a:pt x="2643" y="460"/>
                  </a:lnTo>
                  <a:lnTo>
                    <a:pt x="3004" y="399"/>
                  </a:lnTo>
                  <a:lnTo>
                    <a:pt x="3004" y="399"/>
                  </a:lnTo>
                  <a:lnTo>
                    <a:pt x="3364" y="348"/>
                  </a:lnTo>
                  <a:lnTo>
                    <a:pt x="3755" y="302"/>
                  </a:lnTo>
                  <a:lnTo>
                    <a:pt x="4145" y="256"/>
                  </a:lnTo>
                  <a:lnTo>
                    <a:pt x="4536" y="220"/>
                  </a:lnTo>
                  <a:lnTo>
                    <a:pt x="4956" y="179"/>
                  </a:lnTo>
                  <a:lnTo>
                    <a:pt x="5347" y="149"/>
                  </a:lnTo>
                  <a:lnTo>
                    <a:pt x="5767" y="118"/>
                  </a:lnTo>
                  <a:lnTo>
                    <a:pt x="6218" y="93"/>
                  </a:lnTo>
                  <a:lnTo>
                    <a:pt x="6638" y="72"/>
                  </a:lnTo>
                  <a:lnTo>
                    <a:pt x="7089" y="52"/>
                  </a:lnTo>
                  <a:lnTo>
                    <a:pt x="7509" y="37"/>
                  </a:lnTo>
                  <a:lnTo>
                    <a:pt x="7960" y="21"/>
                  </a:lnTo>
                  <a:lnTo>
                    <a:pt x="8891" y="6"/>
                  </a:lnTo>
                  <a:lnTo>
                    <a:pt x="979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8"/>
            <p:cNvSpPr/>
            <p:nvPr/>
          </p:nvSpPr>
          <p:spPr>
            <a:xfrm flipH="1">
              <a:off x="5766035" y="4031375"/>
              <a:ext cx="43176" cy="170000"/>
            </a:xfrm>
            <a:custGeom>
              <a:avLst/>
              <a:gdLst/>
              <a:ahLst/>
              <a:cxnLst/>
              <a:rect l="l" t="t" r="r" b="b"/>
              <a:pathLst>
                <a:path w="10183" h="6800" extrusionOk="0">
                  <a:moveTo>
                    <a:pt x="4776" y="0"/>
                  </a:moveTo>
                  <a:lnTo>
                    <a:pt x="4115" y="71"/>
                  </a:lnTo>
                  <a:lnTo>
                    <a:pt x="3484" y="153"/>
                  </a:lnTo>
                  <a:lnTo>
                    <a:pt x="2884" y="245"/>
                  </a:lnTo>
                  <a:lnTo>
                    <a:pt x="2313" y="342"/>
                  </a:lnTo>
                  <a:lnTo>
                    <a:pt x="2043" y="393"/>
                  </a:lnTo>
                  <a:lnTo>
                    <a:pt x="1803" y="454"/>
                  </a:lnTo>
                  <a:lnTo>
                    <a:pt x="1562" y="520"/>
                  </a:lnTo>
                  <a:lnTo>
                    <a:pt x="1352" y="592"/>
                  </a:lnTo>
                  <a:lnTo>
                    <a:pt x="1142" y="673"/>
                  </a:lnTo>
                  <a:lnTo>
                    <a:pt x="962" y="755"/>
                  </a:lnTo>
                  <a:lnTo>
                    <a:pt x="781" y="842"/>
                  </a:lnTo>
                  <a:lnTo>
                    <a:pt x="631" y="939"/>
                  </a:lnTo>
                  <a:lnTo>
                    <a:pt x="481" y="1036"/>
                  </a:lnTo>
                  <a:lnTo>
                    <a:pt x="361" y="1132"/>
                  </a:lnTo>
                  <a:lnTo>
                    <a:pt x="271" y="1234"/>
                  </a:lnTo>
                  <a:lnTo>
                    <a:pt x="181" y="1342"/>
                  </a:lnTo>
                  <a:lnTo>
                    <a:pt x="91" y="1444"/>
                  </a:lnTo>
                  <a:lnTo>
                    <a:pt x="61" y="1551"/>
                  </a:lnTo>
                  <a:lnTo>
                    <a:pt x="30" y="1663"/>
                  </a:lnTo>
                  <a:lnTo>
                    <a:pt x="0" y="1770"/>
                  </a:lnTo>
                  <a:lnTo>
                    <a:pt x="0" y="6799"/>
                  </a:lnTo>
                  <a:lnTo>
                    <a:pt x="811" y="6799"/>
                  </a:lnTo>
                  <a:lnTo>
                    <a:pt x="1352" y="6789"/>
                  </a:lnTo>
                  <a:lnTo>
                    <a:pt x="1893" y="6779"/>
                  </a:lnTo>
                  <a:lnTo>
                    <a:pt x="2433" y="6764"/>
                  </a:lnTo>
                  <a:lnTo>
                    <a:pt x="2974" y="6743"/>
                  </a:lnTo>
                  <a:lnTo>
                    <a:pt x="3484" y="6723"/>
                  </a:lnTo>
                  <a:lnTo>
                    <a:pt x="3965" y="6692"/>
                  </a:lnTo>
                  <a:lnTo>
                    <a:pt x="4446" y="6662"/>
                  </a:lnTo>
                  <a:lnTo>
                    <a:pt x="4926" y="6626"/>
                  </a:lnTo>
                  <a:lnTo>
                    <a:pt x="5407" y="6585"/>
                  </a:lnTo>
                  <a:lnTo>
                    <a:pt x="5857" y="6539"/>
                  </a:lnTo>
                  <a:lnTo>
                    <a:pt x="6278" y="6493"/>
                  </a:lnTo>
                  <a:lnTo>
                    <a:pt x="6698" y="6442"/>
                  </a:lnTo>
                  <a:lnTo>
                    <a:pt x="7119" y="6386"/>
                  </a:lnTo>
                  <a:lnTo>
                    <a:pt x="7509" y="6330"/>
                  </a:lnTo>
                  <a:lnTo>
                    <a:pt x="7900" y="6264"/>
                  </a:lnTo>
                  <a:lnTo>
                    <a:pt x="8170" y="6213"/>
                  </a:lnTo>
                  <a:lnTo>
                    <a:pt x="8410" y="6157"/>
                  </a:lnTo>
                  <a:lnTo>
                    <a:pt x="8650" y="6095"/>
                  </a:lnTo>
                  <a:lnTo>
                    <a:pt x="8861" y="6024"/>
                  </a:lnTo>
                  <a:lnTo>
                    <a:pt x="9071" y="5947"/>
                  </a:lnTo>
                  <a:lnTo>
                    <a:pt x="9251" y="5871"/>
                  </a:lnTo>
                  <a:lnTo>
                    <a:pt x="9431" y="5784"/>
                  </a:lnTo>
                  <a:lnTo>
                    <a:pt x="9582" y="5697"/>
                  </a:lnTo>
                  <a:lnTo>
                    <a:pt x="9732" y="5606"/>
                  </a:lnTo>
                  <a:lnTo>
                    <a:pt x="9852" y="5509"/>
                  </a:lnTo>
                  <a:lnTo>
                    <a:pt x="9942" y="5412"/>
                  </a:lnTo>
                  <a:lnTo>
                    <a:pt x="10032" y="5315"/>
                  </a:lnTo>
                  <a:lnTo>
                    <a:pt x="10092" y="5213"/>
                  </a:lnTo>
                  <a:lnTo>
                    <a:pt x="10152" y="5111"/>
                  </a:lnTo>
                  <a:lnTo>
                    <a:pt x="10182" y="5004"/>
                  </a:lnTo>
                  <a:lnTo>
                    <a:pt x="10182" y="4902"/>
                  </a:lnTo>
                  <a:lnTo>
                    <a:pt x="10182" y="250"/>
                  </a:lnTo>
                  <a:lnTo>
                    <a:pt x="10182" y="199"/>
                  </a:lnTo>
                  <a:lnTo>
                    <a:pt x="9672" y="194"/>
                  </a:lnTo>
                  <a:lnTo>
                    <a:pt x="9191" y="189"/>
                  </a:lnTo>
                  <a:lnTo>
                    <a:pt x="8110" y="163"/>
                  </a:lnTo>
                  <a:lnTo>
                    <a:pt x="7539" y="148"/>
                  </a:lnTo>
                  <a:lnTo>
                    <a:pt x="6999" y="128"/>
                  </a:lnTo>
                  <a:lnTo>
                    <a:pt x="6428" y="102"/>
                  </a:lnTo>
                  <a:lnTo>
                    <a:pt x="5857" y="77"/>
                  </a:lnTo>
                  <a:lnTo>
                    <a:pt x="5317" y="41"/>
                  </a:lnTo>
                  <a:lnTo>
                    <a:pt x="4776" y="0"/>
                  </a:lnTo>
                  <a:close/>
                </a:path>
              </a:pathLst>
            </a:custGeom>
            <a:solidFill>
              <a:srgbClr val="FF2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8"/>
            <p:cNvSpPr/>
            <p:nvPr/>
          </p:nvSpPr>
          <p:spPr>
            <a:xfrm flipH="1">
              <a:off x="5766035" y="4031375"/>
              <a:ext cx="43176" cy="170000"/>
            </a:xfrm>
            <a:custGeom>
              <a:avLst/>
              <a:gdLst/>
              <a:ahLst/>
              <a:cxnLst/>
              <a:rect l="l" t="t" r="r" b="b"/>
              <a:pathLst>
                <a:path w="10183" h="6800" fill="none" extrusionOk="0">
                  <a:moveTo>
                    <a:pt x="4776" y="0"/>
                  </a:moveTo>
                  <a:lnTo>
                    <a:pt x="4776" y="0"/>
                  </a:lnTo>
                  <a:lnTo>
                    <a:pt x="5317" y="41"/>
                  </a:lnTo>
                  <a:lnTo>
                    <a:pt x="5857" y="77"/>
                  </a:lnTo>
                  <a:lnTo>
                    <a:pt x="6428" y="102"/>
                  </a:lnTo>
                  <a:lnTo>
                    <a:pt x="6999" y="128"/>
                  </a:lnTo>
                  <a:lnTo>
                    <a:pt x="7539" y="148"/>
                  </a:lnTo>
                  <a:lnTo>
                    <a:pt x="8110" y="163"/>
                  </a:lnTo>
                  <a:lnTo>
                    <a:pt x="9191" y="189"/>
                  </a:lnTo>
                  <a:lnTo>
                    <a:pt x="9191" y="189"/>
                  </a:lnTo>
                  <a:lnTo>
                    <a:pt x="9672" y="194"/>
                  </a:lnTo>
                  <a:lnTo>
                    <a:pt x="10182" y="199"/>
                  </a:lnTo>
                  <a:lnTo>
                    <a:pt x="10182" y="199"/>
                  </a:lnTo>
                  <a:lnTo>
                    <a:pt x="10182" y="250"/>
                  </a:lnTo>
                  <a:lnTo>
                    <a:pt x="10182" y="4902"/>
                  </a:lnTo>
                  <a:lnTo>
                    <a:pt x="10182" y="4902"/>
                  </a:lnTo>
                  <a:lnTo>
                    <a:pt x="10182" y="5004"/>
                  </a:lnTo>
                  <a:lnTo>
                    <a:pt x="10152" y="5111"/>
                  </a:lnTo>
                  <a:lnTo>
                    <a:pt x="10092" y="5213"/>
                  </a:lnTo>
                  <a:lnTo>
                    <a:pt x="10032" y="5315"/>
                  </a:lnTo>
                  <a:lnTo>
                    <a:pt x="9942" y="5412"/>
                  </a:lnTo>
                  <a:lnTo>
                    <a:pt x="9852" y="5509"/>
                  </a:lnTo>
                  <a:lnTo>
                    <a:pt x="9732" y="5606"/>
                  </a:lnTo>
                  <a:lnTo>
                    <a:pt x="9582" y="5697"/>
                  </a:lnTo>
                  <a:lnTo>
                    <a:pt x="9431" y="5784"/>
                  </a:lnTo>
                  <a:lnTo>
                    <a:pt x="9251" y="5871"/>
                  </a:lnTo>
                  <a:lnTo>
                    <a:pt x="9071" y="5947"/>
                  </a:lnTo>
                  <a:lnTo>
                    <a:pt x="8861" y="6024"/>
                  </a:lnTo>
                  <a:lnTo>
                    <a:pt x="8650" y="6095"/>
                  </a:lnTo>
                  <a:lnTo>
                    <a:pt x="8410" y="6157"/>
                  </a:lnTo>
                  <a:lnTo>
                    <a:pt x="8170" y="6213"/>
                  </a:lnTo>
                  <a:lnTo>
                    <a:pt x="7900" y="6264"/>
                  </a:lnTo>
                  <a:lnTo>
                    <a:pt x="7900" y="6264"/>
                  </a:lnTo>
                  <a:lnTo>
                    <a:pt x="7509" y="6330"/>
                  </a:lnTo>
                  <a:lnTo>
                    <a:pt x="7119" y="6386"/>
                  </a:lnTo>
                  <a:lnTo>
                    <a:pt x="6698" y="6442"/>
                  </a:lnTo>
                  <a:lnTo>
                    <a:pt x="6278" y="6493"/>
                  </a:lnTo>
                  <a:lnTo>
                    <a:pt x="5857" y="6539"/>
                  </a:lnTo>
                  <a:lnTo>
                    <a:pt x="5407" y="6585"/>
                  </a:lnTo>
                  <a:lnTo>
                    <a:pt x="4926" y="6626"/>
                  </a:lnTo>
                  <a:lnTo>
                    <a:pt x="4446" y="6662"/>
                  </a:lnTo>
                  <a:lnTo>
                    <a:pt x="3965" y="6692"/>
                  </a:lnTo>
                  <a:lnTo>
                    <a:pt x="3484" y="6723"/>
                  </a:lnTo>
                  <a:lnTo>
                    <a:pt x="2974" y="6743"/>
                  </a:lnTo>
                  <a:lnTo>
                    <a:pt x="2433" y="6764"/>
                  </a:lnTo>
                  <a:lnTo>
                    <a:pt x="1893" y="6779"/>
                  </a:lnTo>
                  <a:lnTo>
                    <a:pt x="1352" y="6789"/>
                  </a:lnTo>
                  <a:lnTo>
                    <a:pt x="811" y="6799"/>
                  </a:lnTo>
                  <a:lnTo>
                    <a:pt x="241" y="6799"/>
                  </a:lnTo>
                  <a:lnTo>
                    <a:pt x="241" y="6799"/>
                  </a:lnTo>
                  <a:lnTo>
                    <a:pt x="0" y="6799"/>
                  </a:lnTo>
                  <a:lnTo>
                    <a:pt x="0" y="1770"/>
                  </a:lnTo>
                  <a:lnTo>
                    <a:pt x="0" y="1770"/>
                  </a:lnTo>
                  <a:lnTo>
                    <a:pt x="30" y="1663"/>
                  </a:lnTo>
                  <a:lnTo>
                    <a:pt x="61" y="1551"/>
                  </a:lnTo>
                  <a:lnTo>
                    <a:pt x="91" y="1444"/>
                  </a:lnTo>
                  <a:lnTo>
                    <a:pt x="181" y="1342"/>
                  </a:lnTo>
                  <a:lnTo>
                    <a:pt x="271" y="1234"/>
                  </a:lnTo>
                  <a:lnTo>
                    <a:pt x="361" y="1132"/>
                  </a:lnTo>
                  <a:lnTo>
                    <a:pt x="481" y="1036"/>
                  </a:lnTo>
                  <a:lnTo>
                    <a:pt x="631" y="939"/>
                  </a:lnTo>
                  <a:lnTo>
                    <a:pt x="781" y="842"/>
                  </a:lnTo>
                  <a:lnTo>
                    <a:pt x="962" y="755"/>
                  </a:lnTo>
                  <a:lnTo>
                    <a:pt x="1142" y="673"/>
                  </a:lnTo>
                  <a:lnTo>
                    <a:pt x="1352" y="592"/>
                  </a:lnTo>
                  <a:lnTo>
                    <a:pt x="1562" y="520"/>
                  </a:lnTo>
                  <a:lnTo>
                    <a:pt x="1803" y="454"/>
                  </a:lnTo>
                  <a:lnTo>
                    <a:pt x="2043" y="393"/>
                  </a:lnTo>
                  <a:lnTo>
                    <a:pt x="2313" y="342"/>
                  </a:lnTo>
                  <a:lnTo>
                    <a:pt x="2313" y="342"/>
                  </a:lnTo>
                  <a:lnTo>
                    <a:pt x="2884" y="245"/>
                  </a:lnTo>
                  <a:lnTo>
                    <a:pt x="3484" y="153"/>
                  </a:lnTo>
                  <a:lnTo>
                    <a:pt x="4115" y="71"/>
                  </a:lnTo>
                  <a:lnTo>
                    <a:pt x="477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8"/>
            <p:cNvSpPr/>
            <p:nvPr/>
          </p:nvSpPr>
          <p:spPr>
            <a:xfrm flipH="1">
              <a:off x="5718026" y="4108000"/>
              <a:ext cx="1662" cy="17250"/>
            </a:xfrm>
            <a:custGeom>
              <a:avLst/>
              <a:gdLst/>
              <a:ahLst/>
              <a:cxnLst/>
              <a:rect l="l" t="t" r="r" b="b"/>
              <a:pathLst>
                <a:path w="392" h="690" extrusionOk="0">
                  <a:moveTo>
                    <a:pt x="1" y="1"/>
                  </a:moveTo>
                  <a:lnTo>
                    <a:pt x="1" y="689"/>
                  </a:lnTo>
                  <a:lnTo>
                    <a:pt x="31" y="516"/>
                  </a:lnTo>
                  <a:lnTo>
                    <a:pt x="91" y="342"/>
                  </a:lnTo>
                  <a:lnTo>
                    <a:pt x="241" y="174"/>
                  </a:lnTo>
                  <a:lnTo>
                    <a:pt x="391" y="11"/>
                  </a:lnTo>
                  <a:lnTo>
                    <a:pt x="1" y="1"/>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8"/>
            <p:cNvSpPr/>
            <p:nvPr/>
          </p:nvSpPr>
          <p:spPr>
            <a:xfrm flipH="1">
              <a:off x="5718026" y="4108000"/>
              <a:ext cx="1662" cy="144000"/>
            </a:xfrm>
            <a:custGeom>
              <a:avLst/>
              <a:gdLst/>
              <a:ahLst/>
              <a:cxnLst/>
              <a:rect l="l" t="t" r="r" b="b"/>
              <a:pathLst>
                <a:path w="392" h="5760" fill="none" extrusionOk="0">
                  <a:moveTo>
                    <a:pt x="1" y="1"/>
                  </a:moveTo>
                  <a:lnTo>
                    <a:pt x="1" y="1"/>
                  </a:lnTo>
                  <a:lnTo>
                    <a:pt x="391" y="11"/>
                  </a:lnTo>
                  <a:lnTo>
                    <a:pt x="391" y="11"/>
                  </a:lnTo>
                  <a:lnTo>
                    <a:pt x="241" y="174"/>
                  </a:lnTo>
                  <a:lnTo>
                    <a:pt x="91" y="342"/>
                  </a:lnTo>
                  <a:lnTo>
                    <a:pt x="31" y="516"/>
                  </a:lnTo>
                  <a:lnTo>
                    <a:pt x="1" y="689"/>
                  </a:lnTo>
                  <a:lnTo>
                    <a:pt x="1" y="5759"/>
                  </a:lnTo>
                  <a:lnTo>
                    <a:pt x="1" y="5759"/>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8"/>
            <p:cNvSpPr/>
            <p:nvPr/>
          </p:nvSpPr>
          <p:spPr>
            <a:xfrm flipH="1">
              <a:off x="5676258" y="4108250"/>
              <a:ext cx="43430" cy="143750"/>
            </a:xfrm>
            <a:custGeom>
              <a:avLst/>
              <a:gdLst/>
              <a:ahLst/>
              <a:cxnLst/>
              <a:rect l="l" t="t" r="r" b="b"/>
              <a:pathLst>
                <a:path w="10243" h="5750" extrusionOk="0">
                  <a:moveTo>
                    <a:pt x="391" y="1"/>
                  </a:moveTo>
                  <a:lnTo>
                    <a:pt x="241" y="164"/>
                  </a:lnTo>
                  <a:lnTo>
                    <a:pt x="91" y="332"/>
                  </a:lnTo>
                  <a:lnTo>
                    <a:pt x="31" y="506"/>
                  </a:lnTo>
                  <a:lnTo>
                    <a:pt x="1" y="679"/>
                  </a:lnTo>
                  <a:lnTo>
                    <a:pt x="1" y="5749"/>
                  </a:lnTo>
                  <a:lnTo>
                    <a:pt x="511" y="5749"/>
                  </a:lnTo>
                  <a:lnTo>
                    <a:pt x="1412" y="5744"/>
                  </a:lnTo>
                  <a:lnTo>
                    <a:pt x="1833" y="5734"/>
                  </a:lnTo>
                  <a:lnTo>
                    <a:pt x="2283" y="5724"/>
                  </a:lnTo>
                  <a:lnTo>
                    <a:pt x="2734" y="5708"/>
                  </a:lnTo>
                  <a:lnTo>
                    <a:pt x="3154" y="5693"/>
                  </a:lnTo>
                  <a:lnTo>
                    <a:pt x="3575" y="5673"/>
                  </a:lnTo>
                  <a:lnTo>
                    <a:pt x="3995" y="5647"/>
                  </a:lnTo>
                  <a:lnTo>
                    <a:pt x="4416" y="5622"/>
                  </a:lnTo>
                  <a:lnTo>
                    <a:pt x="4836" y="5591"/>
                  </a:lnTo>
                  <a:lnTo>
                    <a:pt x="5227" y="5555"/>
                  </a:lnTo>
                  <a:lnTo>
                    <a:pt x="5617" y="5520"/>
                  </a:lnTo>
                  <a:lnTo>
                    <a:pt x="6008" y="5479"/>
                  </a:lnTo>
                  <a:lnTo>
                    <a:pt x="6398" y="5433"/>
                  </a:lnTo>
                  <a:lnTo>
                    <a:pt x="6759" y="5382"/>
                  </a:lnTo>
                  <a:lnTo>
                    <a:pt x="7119" y="5326"/>
                  </a:lnTo>
                  <a:lnTo>
                    <a:pt x="7479" y="5270"/>
                  </a:lnTo>
                  <a:lnTo>
                    <a:pt x="7810" y="5198"/>
                  </a:lnTo>
                  <a:lnTo>
                    <a:pt x="8140" y="5122"/>
                  </a:lnTo>
                  <a:lnTo>
                    <a:pt x="8441" y="5035"/>
                  </a:lnTo>
                  <a:lnTo>
                    <a:pt x="8741" y="4943"/>
                  </a:lnTo>
                  <a:lnTo>
                    <a:pt x="9011" y="4841"/>
                  </a:lnTo>
                  <a:lnTo>
                    <a:pt x="9252" y="4739"/>
                  </a:lnTo>
                  <a:lnTo>
                    <a:pt x="9492" y="4627"/>
                  </a:lnTo>
                  <a:lnTo>
                    <a:pt x="9702" y="4515"/>
                  </a:lnTo>
                  <a:lnTo>
                    <a:pt x="9882" y="4398"/>
                  </a:lnTo>
                  <a:lnTo>
                    <a:pt x="10002" y="4275"/>
                  </a:lnTo>
                  <a:lnTo>
                    <a:pt x="10123" y="4153"/>
                  </a:lnTo>
                  <a:lnTo>
                    <a:pt x="10183" y="4030"/>
                  </a:lnTo>
                  <a:lnTo>
                    <a:pt x="10213" y="3903"/>
                  </a:lnTo>
                  <a:lnTo>
                    <a:pt x="10213" y="3775"/>
                  </a:lnTo>
                  <a:lnTo>
                    <a:pt x="10183" y="3653"/>
                  </a:lnTo>
                  <a:lnTo>
                    <a:pt x="10183" y="1919"/>
                  </a:lnTo>
                  <a:lnTo>
                    <a:pt x="10213" y="1801"/>
                  </a:lnTo>
                  <a:lnTo>
                    <a:pt x="10243" y="1684"/>
                  </a:lnTo>
                  <a:lnTo>
                    <a:pt x="10213" y="1567"/>
                  </a:lnTo>
                  <a:lnTo>
                    <a:pt x="10153" y="1449"/>
                  </a:lnTo>
                  <a:lnTo>
                    <a:pt x="10032" y="1332"/>
                  </a:lnTo>
                  <a:lnTo>
                    <a:pt x="9882" y="1220"/>
                  </a:lnTo>
                  <a:lnTo>
                    <a:pt x="9702" y="1113"/>
                  </a:lnTo>
                  <a:lnTo>
                    <a:pt x="9462" y="1006"/>
                  </a:lnTo>
                  <a:lnTo>
                    <a:pt x="9191" y="904"/>
                  </a:lnTo>
                  <a:lnTo>
                    <a:pt x="8891" y="807"/>
                  </a:lnTo>
                  <a:lnTo>
                    <a:pt x="8531" y="710"/>
                  </a:lnTo>
                  <a:lnTo>
                    <a:pt x="8140" y="623"/>
                  </a:lnTo>
                  <a:lnTo>
                    <a:pt x="7690" y="541"/>
                  </a:lnTo>
                  <a:lnTo>
                    <a:pt x="7209" y="470"/>
                  </a:lnTo>
                  <a:lnTo>
                    <a:pt x="6699" y="399"/>
                  </a:lnTo>
                  <a:lnTo>
                    <a:pt x="6128" y="343"/>
                  </a:lnTo>
                  <a:lnTo>
                    <a:pt x="5377" y="271"/>
                  </a:lnTo>
                  <a:lnTo>
                    <a:pt x="4626" y="215"/>
                  </a:lnTo>
                  <a:lnTo>
                    <a:pt x="3905" y="159"/>
                  </a:lnTo>
                  <a:lnTo>
                    <a:pt x="3185" y="113"/>
                  </a:lnTo>
                  <a:lnTo>
                    <a:pt x="2464" y="77"/>
                  </a:lnTo>
                  <a:lnTo>
                    <a:pt x="1773" y="47"/>
                  </a:lnTo>
                  <a:lnTo>
                    <a:pt x="1082" y="21"/>
                  </a:lnTo>
                  <a:lnTo>
                    <a:pt x="391" y="1"/>
                  </a:lnTo>
                  <a:close/>
                </a:path>
              </a:pathLst>
            </a:custGeom>
            <a:solidFill>
              <a:srgbClr val="FF23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8"/>
            <p:cNvSpPr/>
            <p:nvPr/>
          </p:nvSpPr>
          <p:spPr>
            <a:xfrm flipH="1">
              <a:off x="5676258" y="4108250"/>
              <a:ext cx="43430" cy="143750"/>
            </a:xfrm>
            <a:custGeom>
              <a:avLst/>
              <a:gdLst/>
              <a:ahLst/>
              <a:cxnLst/>
              <a:rect l="l" t="t" r="r" b="b"/>
              <a:pathLst>
                <a:path w="10243" h="5750" fill="none" extrusionOk="0">
                  <a:moveTo>
                    <a:pt x="391" y="1"/>
                  </a:moveTo>
                  <a:lnTo>
                    <a:pt x="391" y="1"/>
                  </a:lnTo>
                  <a:lnTo>
                    <a:pt x="1082" y="21"/>
                  </a:lnTo>
                  <a:lnTo>
                    <a:pt x="1773" y="47"/>
                  </a:lnTo>
                  <a:lnTo>
                    <a:pt x="2464" y="77"/>
                  </a:lnTo>
                  <a:lnTo>
                    <a:pt x="3185" y="113"/>
                  </a:lnTo>
                  <a:lnTo>
                    <a:pt x="3905" y="159"/>
                  </a:lnTo>
                  <a:lnTo>
                    <a:pt x="4626" y="215"/>
                  </a:lnTo>
                  <a:lnTo>
                    <a:pt x="5377" y="271"/>
                  </a:lnTo>
                  <a:lnTo>
                    <a:pt x="6128" y="343"/>
                  </a:lnTo>
                  <a:lnTo>
                    <a:pt x="6128" y="343"/>
                  </a:lnTo>
                  <a:lnTo>
                    <a:pt x="6699" y="399"/>
                  </a:lnTo>
                  <a:lnTo>
                    <a:pt x="7209" y="470"/>
                  </a:lnTo>
                  <a:lnTo>
                    <a:pt x="7690" y="541"/>
                  </a:lnTo>
                  <a:lnTo>
                    <a:pt x="8140" y="623"/>
                  </a:lnTo>
                  <a:lnTo>
                    <a:pt x="8531" y="710"/>
                  </a:lnTo>
                  <a:lnTo>
                    <a:pt x="8891" y="807"/>
                  </a:lnTo>
                  <a:lnTo>
                    <a:pt x="9191" y="904"/>
                  </a:lnTo>
                  <a:lnTo>
                    <a:pt x="9462" y="1006"/>
                  </a:lnTo>
                  <a:lnTo>
                    <a:pt x="9702" y="1113"/>
                  </a:lnTo>
                  <a:lnTo>
                    <a:pt x="9882" y="1220"/>
                  </a:lnTo>
                  <a:lnTo>
                    <a:pt x="10032" y="1332"/>
                  </a:lnTo>
                  <a:lnTo>
                    <a:pt x="10153" y="1449"/>
                  </a:lnTo>
                  <a:lnTo>
                    <a:pt x="10213" y="1567"/>
                  </a:lnTo>
                  <a:lnTo>
                    <a:pt x="10243" y="1684"/>
                  </a:lnTo>
                  <a:lnTo>
                    <a:pt x="10213" y="1801"/>
                  </a:lnTo>
                  <a:lnTo>
                    <a:pt x="10183" y="1919"/>
                  </a:lnTo>
                  <a:lnTo>
                    <a:pt x="10183" y="3653"/>
                  </a:lnTo>
                  <a:lnTo>
                    <a:pt x="10183" y="3653"/>
                  </a:lnTo>
                  <a:lnTo>
                    <a:pt x="10213" y="3775"/>
                  </a:lnTo>
                  <a:lnTo>
                    <a:pt x="10213" y="3903"/>
                  </a:lnTo>
                  <a:lnTo>
                    <a:pt x="10183" y="4030"/>
                  </a:lnTo>
                  <a:lnTo>
                    <a:pt x="10123" y="4153"/>
                  </a:lnTo>
                  <a:lnTo>
                    <a:pt x="10002" y="4275"/>
                  </a:lnTo>
                  <a:lnTo>
                    <a:pt x="9882" y="4398"/>
                  </a:lnTo>
                  <a:lnTo>
                    <a:pt x="9702" y="4515"/>
                  </a:lnTo>
                  <a:lnTo>
                    <a:pt x="9492" y="4627"/>
                  </a:lnTo>
                  <a:lnTo>
                    <a:pt x="9252" y="4739"/>
                  </a:lnTo>
                  <a:lnTo>
                    <a:pt x="9011" y="4841"/>
                  </a:lnTo>
                  <a:lnTo>
                    <a:pt x="8741" y="4943"/>
                  </a:lnTo>
                  <a:lnTo>
                    <a:pt x="8441" y="5035"/>
                  </a:lnTo>
                  <a:lnTo>
                    <a:pt x="8140" y="5122"/>
                  </a:lnTo>
                  <a:lnTo>
                    <a:pt x="7810" y="5198"/>
                  </a:lnTo>
                  <a:lnTo>
                    <a:pt x="7479" y="5270"/>
                  </a:lnTo>
                  <a:lnTo>
                    <a:pt x="7119" y="5326"/>
                  </a:lnTo>
                  <a:lnTo>
                    <a:pt x="7119" y="5326"/>
                  </a:lnTo>
                  <a:lnTo>
                    <a:pt x="6759" y="5382"/>
                  </a:lnTo>
                  <a:lnTo>
                    <a:pt x="6398" y="5433"/>
                  </a:lnTo>
                  <a:lnTo>
                    <a:pt x="6008" y="5479"/>
                  </a:lnTo>
                  <a:lnTo>
                    <a:pt x="5617" y="5520"/>
                  </a:lnTo>
                  <a:lnTo>
                    <a:pt x="5227" y="5555"/>
                  </a:lnTo>
                  <a:lnTo>
                    <a:pt x="4836" y="5591"/>
                  </a:lnTo>
                  <a:lnTo>
                    <a:pt x="4416" y="5622"/>
                  </a:lnTo>
                  <a:lnTo>
                    <a:pt x="3995" y="5647"/>
                  </a:lnTo>
                  <a:lnTo>
                    <a:pt x="3575" y="5673"/>
                  </a:lnTo>
                  <a:lnTo>
                    <a:pt x="3154" y="5693"/>
                  </a:lnTo>
                  <a:lnTo>
                    <a:pt x="2734" y="5708"/>
                  </a:lnTo>
                  <a:lnTo>
                    <a:pt x="2283" y="5724"/>
                  </a:lnTo>
                  <a:lnTo>
                    <a:pt x="1833" y="5734"/>
                  </a:lnTo>
                  <a:lnTo>
                    <a:pt x="1412" y="5744"/>
                  </a:lnTo>
                  <a:lnTo>
                    <a:pt x="511" y="5749"/>
                  </a:lnTo>
                  <a:lnTo>
                    <a:pt x="511" y="5749"/>
                  </a:lnTo>
                  <a:lnTo>
                    <a:pt x="1" y="5749"/>
                  </a:lnTo>
                  <a:lnTo>
                    <a:pt x="1" y="679"/>
                  </a:lnTo>
                  <a:lnTo>
                    <a:pt x="1" y="679"/>
                  </a:lnTo>
                  <a:lnTo>
                    <a:pt x="31" y="506"/>
                  </a:lnTo>
                  <a:lnTo>
                    <a:pt x="91" y="332"/>
                  </a:lnTo>
                  <a:lnTo>
                    <a:pt x="241" y="164"/>
                  </a:lnTo>
                  <a:lnTo>
                    <a:pt x="39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8"/>
            <p:cNvSpPr/>
            <p:nvPr/>
          </p:nvSpPr>
          <p:spPr>
            <a:xfrm flipH="1">
              <a:off x="5719684" y="4107750"/>
              <a:ext cx="46356" cy="144250"/>
            </a:xfrm>
            <a:custGeom>
              <a:avLst/>
              <a:gdLst/>
              <a:ahLst/>
              <a:cxnLst/>
              <a:rect l="l" t="t" r="r" b="b"/>
              <a:pathLst>
                <a:path w="10933" h="5770" extrusionOk="0">
                  <a:moveTo>
                    <a:pt x="9761" y="0"/>
                  </a:moveTo>
                  <a:lnTo>
                    <a:pt x="9221" y="5"/>
                  </a:lnTo>
                  <a:lnTo>
                    <a:pt x="8680" y="11"/>
                  </a:lnTo>
                  <a:lnTo>
                    <a:pt x="8140" y="26"/>
                  </a:lnTo>
                  <a:lnTo>
                    <a:pt x="7629" y="41"/>
                  </a:lnTo>
                  <a:lnTo>
                    <a:pt x="7118" y="62"/>
                  </a:lnTo>
                  <a:lnTo>
                    <a:pt x="6608" y="87"/>
                  </a:lnTo>
                  <a:lnTo>
                    <a:pt x="6127" y="113"/>
                  </a:lnTo>
                  <a:lnTo>
                    <a:pt x="5647" y="148"/>
                  </a:lnTo>
                  <a:lnTo>
                    <a:pt x="5166" y="184"/>
                  </a:lnTo>
                  <a:lnTo>
                    <a:pt x="4716" y="230"/>
                  </a:lnTo>
                  <a:lnTo>
                    <a:pt x="4295" y="276"/>
                  </a:lnTo>
                  <a:lnTo>
                    <a:pt x="3875" y="322"/>
                  </a:lnTo>
                  <a:lnTo>
                    <a:pt x="3454" y="378"/>
                  </a:lnTo>
                  <a:lnTo>
                    <a:pt x="3064" y="434"/>
                  </a:lnTo>
                  <a:lnTo>
                    <a:pt x="2673" y="495"/>
                  </a:lnTo>
                  <a:lnTo>
                    <a:pt x="2313" y="561"/>
                  </a:lnTo>
                  <a:lnTo>
                    <a:pt x="2043" y="618"/>
                  </a:lnTo>
                  <a:lnTo>
                    <a:pt x="1802" y="674"/>
                  </a:lnTo>
                  <a:lnTo>
                    <a:pt x="1562" y="740"/>
                  </a:lnTo>
                  <a:lnTo>
                    <a:pt x="1352" y="816"/>
                  </a:lnTo>
                  <a:lnTo>
                    <a:pt x="1142" y="893"/>
                  </a:lnTo>
                  <a:lnTo>
                    <a:pt x="961" y="980"/>
                  </a:lnTo>
                  <a:lnTo>
                    <a:pt x="781" y="1066"/>
                  </a:lnTo>
                  <a:lnTo>
                    <a:pt x="631" y="1158"/>
                  </a:lnTo>
                  <a:lnTo>
                    <a:pt x="481" y="1255"/>
                  </a:lnTo>
                  <a:lnTo>
                    <a:pt x="361" y="1352"/>
                  </a:lnTo>
                  <a:lnTo>
                    <a:pt x="240" y="1454"/>
                  </a:lnTo>
                  <a:lnTo>
                    <a:pt x="150" y="1561"/>
                  </a:lnTo>
                  <a:lnTo>
                    <a:pt x="90" y="1668"/>
                  </a:lnTo>
                  <a:lnTo>
                    <a:pt x="30" y="1775"/>
                  </a:lnTo>
                  <a:lnTo>
                    <a:pt x="0" y="1883"/>
                  </a:lnTo>
                  <a:lnTo>
                    <a:pt x="0" y="1990"/>
                  </a:lnTo>
                  <a:lnTo>
                    <a:pt x="0" y="3846"/>
                  </a:lnTo>
                  <a:lnTo>
                    <a:pt x="0" y="3943"/>
                  </a:lnTo>
                  <a:lnTo>
                    <a:pt x="30" y="4045"/>
                  </a:lnTo>
                  <a:lnTo>
                    <a:pt x="90" y="4142"/>
                  </a:lnTo>
                  <a:lnTo>
                    <a:pt x="150" y="4239"/>
                  </a:lnTo>
                  <a:lnTo>
                    <a:pt x="240" y="4336"/>
                  </a:lnTo>
                  <a:lnTo>
                    <a:pt x="331" y="4433"/>
                  </a:lnTo>
                  <a:lnTo>
                    <a:pt x="451" y="4525"/>
                  </a:lnTo>
                  <a:lnTo>
                    <a:pt x="601" y="4616"/>
                  </a:lnTo>
                  <a:lnTo>
                    <a:pt x="781" y="4708"/>
                  </a:lnTo>
                  <a:lnTo>
                    <a:pt x="991" y="4790"/>
                  </a:lnTo>
                  <a:lnTo>
                    <a:pt x="1202" y="4871"/>
                  </a:lnTo>
                  <a:lnTo>
                    <a:pt x="1472" y="4953"/>
                  </a:lnTo>
                  <a:lnTo>
                    <a:pt x="1742" y="5025"/>
                  </a:lnTo>
                  <a:lnTo>
                    <a:pt x="2043" y="5091"/>
                  </a:lnTo>
                  <a:lnTo>
                    <a:pt x="2373" y="5157"/>
                  </a:lnTo>
                  <a:lnTo>
                    <a:pt x="2763" y="5213"/>
                  </a:lnTo>
                  <a:lnTo>
                    <a:pt x="3154" y="5274"/>
                  </a:lnTo>
                  <a:lnTo>
                    <a:pt x="3604" y="5331"/>
                  </a:lnTo>
                  <a:lnTo>
                    <a:pt x="4055" y="5382"/>
                  </a:lnTo>
                  <a:lnTo>
                    <a:pt x="4505" y="5433"/>
                  </a:lnTo>
                  <a:lnTo>
                    <a:pt x="4986" y="5478"/>
                  </a:lnTo>
                  <a:lnTo>
                    <a:pt x="5497" y="5524"/>
                  </a:lnTo>
                  <a:lnTo>
                    <a:pt x="6007" y="5565"/>
                  </a:lnTo>
                  <a:lnTo>
                    <a:pt x="6518" y="5601"/>
                  </a:lnTo>
                  <a:lnTo>
                    <a:pt x="7058" y="5637"/>
                  </a:lnTo>
                  <a:lnTo>
                    <a:pt x="7599" y="5667"/>
                  </a:lnTo>
                  <a:lnTo>
                    <a:pt x="8140" y="5693"/>
                  </a:lnTo>
                  <a:lnTo>
                    <a:pt x="8680" y="5713"/>
                  </a:lnTo>
                  <a:lnTo>
                    <a:pt x="9251" y="5733"/>
                  </a:lnTo>
                  <a:lnTo>
                    <a:pt x="9792" y="5749"/>
                  </a:lnTo>
                  <a:lnTo>
                    <a:pt x="10362" y="5759"/>
                  </a:lnTo>
                  <a:lnTo>
                    <a:pt x="10933" y="5769"/>
                  </a:lnTo>
                  <a:lnTo>
                    <a:pt x="10933" y="11"/>
                  </a:lnTo>
                  <a:lnTo>
                    <a:pt x="10332" y="5"/>
                  </a:lnTo>
                  <a:lnTo>
                    <a:pt x="9761" y="0"/>
                  </a:lnTo>
                  <a:close/>
                </a:path>
              </a:pathLst>
            </a:custGeom>
            <a:solidFill>
              <a:srgbClr val="FF2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8"/>
            <p:cNvSpPr/>
            <p:nvPr/>
          </p:nvSpPr>
          <p:spPr>
            <a:xfrm flipH="1">
              <a:off x="5719684" y="4107750"/>
              <a:ext cx="46356" cy="144250"/>
            </a:xfrm>
            <a:custGeom>
              <a:avLst/>
              <a:gdLst/>
              <a:ahLst/>
              <a:cxnLst/>
              <a:rect l="l" t="t" r="r" b="b"/>
              <a:pathLst>
                <a:path w="10933" h="5770" fill="none" extrusionOk="0">
                  <a:moveTo>
                    <a:pt x="9761" y="0"/>
                  </a:moveTo>
                  <a:lnTo>
                    <a:pt x="9761" y="0"/>
                  </a:lnTo>
                  <a:lnTo>
                    <a:pt x="10332" y="5"/>
                  </a:lnTo>
                  <a:lnTo>
                    <a:pt x="10933" y="11"/>
                  </a:lnTo>
                  <a:lnTo>
                    <a:pt x="10933" y="5769"/>
                  </a:lnTo>
                  <a:lnTo>
                    <a:pt x="10933" y="5769"/>
                  </a:lnTo>
                  <a:lnTo>
                    <a:pt x="10362" y="5759"/>
                  </a:lnTo>
                  <a:lnTo>
                    <a:pt x="9792" y="5749"/>
                  </a:lnTo>
                  <a:lnTo>
                    <a:pt x="9251" y="5733"/>
                  </a:lnTo>
                  <a:lnTo>
                    <a:pt x="8680" y="5713"/>
                  </a:lnTo>
                  <a:lnTo>
                    <a:pt x="8140" y="5693"/>
                  </a:lnTo>
                  <a:lnTo>
                    <a:pt x="7599" y="5667"/>
                  </a:lnTo>
                  <a:lnTo>
                    <a:pt x="7058" y="5637"/>
                  </a:lnTo>
                  <a:lnTo>
                    <a:pt x="6518" y="5601"/>
                  </a:lnTo>
                  <a:lnTo>
                    <a:pt x="6007" y="5565"/>
                  </a:lnTo>
                  <a:lnTo>
                    <a:pt x="5497" y="5524"/>
                  </a:lnTo>
                  <a:lnTo>
                    <a:pt x="4986" y="5478"/>
                  </a:lnTo>
                  <a:lnTo>
                    <a:pt x="4505" y="5433"/>
                  </a:lnTo>
                  <a:lnTo>
                    <a:pt x="4055" y="5382"/>
                  </a:lnTo>
                  <a:lnTo>
                    <a:pt x="3604" y="5331"/>
                  </a:lnTo>
                  <a:lnTo>
                    <a:pt x="3154" y="5274"/>
                  </a:lnTo>
                  <a:lnTo>
                    <a:pt x="2763" y="5213"/>
                  </a:lnTo>
                  <a:lnTo>
                    <a:pt x="2763" y="5213"/>
                  </a:lnTo>
                  <a:lnTo>
                    <a:pt x="2373" y="5157"/>
                  </a:lnTo>
                  <a:lnTo>
                    <a:pt x="2043" y="5091"/>
                  </a:lnTo>
                  <a:lnTo>
                    <a:pt x="1742" y="5025"/>
                  </a:lnTo>
                  <a:lnTo>
                    <a:pt x="1472" y="4953"/>
                  </a:lnTo>
                  <a:lnTo>
                    <a:pt x="1202" y="4871"/>
                  </a:lnTo>
                  <a:lnTo>
                    <a:pt x="991" y="4790"/>
                  </a:lnTo>
                  <a:lnTo>
                    <a:pt x="781" y="4708"/>
                  </a:lnTo>
                  <a:lnTo>
                    <a:pt x="601" y="4616"/>
                  </a:lnTo>
                  <a:lnTo>
                    <a:pt x="451" y="4525"/>
                  </a:lnTo>
                  <a:lnTo>
                    <a:pt x="331" y="4433"/>
                  </a:lnTo>
                  <a:lnTo>
                    <a:pt x="240" y="4336"/>
                  </a:lnTo>
                  <a:lnTo>
                    <a:pt x="150" y="4239"/>
                  </a:lnTo>
                  <a:lnTo>
                    <a:pt x="90" y="4142"/>
                  </a:lnTo>
                  <a:lnTo>
                    <a:pt x="30" y="4045"/>
                  </a:lnTo>
                  <a:lnTo>
                    <a:pt x="0" y="3943"/>
                  </a:lnTo>
                  <a:lnTo>
                    <a:pt x="0" y="3846"/>
                  </a:lnTo>
                  <a:lnTo>
                    <a:pt x="0" y="1990"/>
                  </a:lnTo>
                  <a:lnTo>
                    <a:pt x="0" y="1990"/>
                  </a:lnTo>
                  <a:lnTo>
                    <a:pt x="0" y="1883"/>
                  </a:lnTo>
                  <a:lnTo>
                    <a:pt x="30" y="1775"/>
                  </a:lnTo>
                  <a:lnTo>
                    <a:pt x="90" y="1668"/>
                  </a:lnTo>
                  <a:lnTo>
                    <a:pt x="150" y="1561"/>
                  </a:lnTo>
                  <a:lnTo>
                    <a:pt x="240" y="1454"/>
                  </a:lnTo>
                  <a:lnTo>
                    <a:pt x="361" y="1352"/>
                  </a:lnTo>
                  <a:lnTo>
                    <a:pt x="481" y="1255"/>
                  </a:lnTo>
                  <a:lnTo>
                    <a:pt x="631" y="1158"/>
                  </a:lnTo>
                  <a:lnTo>
                    <a:pt x="781" y="1066"/>
                  </a:lnTo>
                  <a:lnTo>
                    <a:pt x="961" y="980"/>
                  </a:lnTo>
                  <a:lnTo>
                    <a:pt x="1142" y="893"/>
                  </a:lnTo>
                  <a:lnTo>
                    <a:pt x="1352" y="816"/>
                  </a:lnTo>
                  <a:lnTo>
                    <a:pt x="1562" y="740"/>
                  </a:lnTo>
                  <a:lnTo>
                    <a:pt x="1802" y="674"/>
                  </a:lnTo>
                  <a:lnTo>
                    <a:pt x="2043" y="618"/>
                  </a:lnTo>
                  <a:lnTo>
                    <a:pt x="2313" y="561"/>
                  </a:lnTo>
                  <a:lnTo>
                    <a:pt x="2313" y="561"/>
                  </a:lnTo>
                  <a:lnTo>
                    <a:pt x="2673" y="495"/>
                  </a:lnTo>
                  <a:lnTo>
                    <a:pt x="3064" y="434"/>
                  </a:lnTo>
                  <a:lnTo>
                    <a:pt x="3454" y="378"/>
                  </a:lnTo>
                  <a:lnTo>
                    <a:pt x="3875" y="322"/>
                  </a:lnTo>
                  <a:lnTo>
                    <a:pt x="4295" y="276"/>
                  </a:lnTo>
                  <a:lnTo>
                    <a:pt x="4716" y="230"/>
                  </a:lnTo>
                  <a:lnTo>
                    <a:pt x="5166" y="184"/>
                  </a:lnTo>
                  <a:lnTo>
                    <a:pt x="5647" y="148"/>
                  </a:lnTo>
                  <a:lnTo>
                    <a:pt x="6127" y="113"/>
                  </a:lnTo>
                  <a:lnTo>
                    <a:pt x="6608" y="87"/>
                  </a:lnTo>
                  <a:lnTo>
                    <a:pt x="7118" y="62"/>
                  </a:lnTo>
                  <a:lnTo>
                    <a:pt x="7629" y="41"/>
                  </a:lnTo>
                  <a:lnTo>
                    <a:pt x="8140" y="26"/>
                  </a:lnTo>
                  <a:lnTo>
                    <a:pt x="8680" y="11"/>
                  </a:lnTo>
                  <a:lnTo>
                    <a:pt x="9221" y="5"/>
                  </a:lnTo>
                  <a:lnTo>
                    <a:pt x="976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8"/>
            <p:cNvSpPr/>
            <p:nvPr/>
          </p:nvSpPr>
          <p:spPr>
            <a:xfrm flipH="1">
              <a:off x="5719684" y="4252600"/>
              <a:ext cx="327286" cy="88775"/>
            </a:xfrm>
            <a:custGeom>
              <a:avLst/>
              <a:gdLst/>
              <a:ahLst/>
              <a:cxnLst/>
              <a:rect l="l" t="t" r="r" b="b"/>
              <a:pathLst>
                <a:path w="77190" h="3551" extrusionOk="0">
                  <a:moveTo>
                    <a:pt x="10273" y="1"/>
                  </a:moveTo>
                  <a:lnTo>
                    <a:pt x="9492" y="11"/>
                  </a:lnTo>
                  <a:lnTo>
                    <a:pt x="8771" y="21"/>
                  </a:lnTo>
                  <a:lnTo>
                    <a:pt x="8050" y="36"/>
                  </a:lnTo>
                  <a:lnTo>
                    <a:pt x="7419" y="57"/>
                  </a:lnTo>
                  <a:lnTo>
                    <a:pt x="6789" y="77"/>
                  </a:lnTo>
                  <a:lnTo>
                    <a:pt x="6218" y="108"/>
                  </a:lnTo>
                  <a:lnTo>
                    <a:pt x="5647" y="138"/>
                  </a:lnTo>
                  <a:lnTo>
                    <a:pt x="5137" y="169"/>
                  </a:lnTo>
                  <a:lnTo>
                    <a:pt x="4656" y="210"/>
                  </a:lnTo>
                  <a:lnTo>
                    <a:pt x="4206" y="251"/>
                  </a:lnTo>
                  <a:lnTo>
                    <a:pt x="3815" y="291"/>
                  </a:lnTo>
                  <a:lnTo>
                    <a:pt x="3425" y="337"/>
                  </a:lnTo>
                  <a:lnTo>
                    <a:pt x="3064" y="383"/>
                  </a:lnTo>
                  <a:lnTo>
                    <a:pt x="2734" y="434"/>
                  </a:lnTo>
                  <a:lnTo>
                    <a:pt x="2403" y="490"/>
                  </a:lnTo>
                  <a:lnTo>
                    <a:pt x="2133" y="541"/>
                  </a:lnTo>
                  <a:lnTo>
                    <a:pt x="1863" y="597"/>
                  </a:lnTo>
                  <a:lnTo>
                    <a:pt x="1653" y="659"/>
                  </a:lnTo>
                  <a:lnTo>
                    <a:pt x="1412" y="715"/>
                  </a:lnTo>
                  <a:lnTo>
                    <a:pt x="1232" y="776"/>
                  </a:lnTo>
                  <a:lnTo>
                    <a:pt x="1052" y="837"/>
                  </a:lnTo>
                  <a:lnTo>
                    <a:pt x="902" y="904"/>
                  </a:lnTo>
                  <a:lnTo>
                    <a:pt x="631" y="1031"/>
                  </a:lnTo>
                  <a:lnTo>
                    <a:pt x="421" y="1159"/>
                  </a:lnTo>
                  <a:lnTo>
                    <a:pt x="271" y="1286"/>
                  </a:lnTo>
                  <a:lnTo>
                    <a:pt x="151" y="1414"/>
                  </a:lnTo>
                  <a:lnTo>
                    <a:pt x="61" y="1536"/>
                  </a:lnTo>
                  <a:lnTo>
                    <a:pt x="1" y="1669"/>
                  </a:lnTo>
                  <a:lnTo>
                    <a:pt x="1" y="1811"/>
                  </a:lnTo>
                  <a:lnTo>
                    <a:pt x="31" y="1964"/>
                  </a:lnTo>
                  <a:lnTo>
                    <a:pt x="151" y="2123"/>
                  </a:lnTo>
                  <a:lnTo>
                    <a:pt x="241" y="2204"/>
                  </a:lnTo>
                  <a:lnTo>
                    <a:pt x="331" y="2291"/>
                  </a:lnTo>
                  <a:lnTo>
                    <a:pt x="481" y="2373"/>
                  </a:lnTo>
                  <a:lnTo>
                    <a:pt x="631" y="2459"/>
                  </a:lnTo>
                  <a:lnTo>
                    <a:pt x="812" y="2541"/>
                  </a:lnTo>
                  <a:lnTo>
                    <a:pt x="992" y="2622"/>
                  </a:lnTo>
                  <a:lnTo>
                    <a:pt x="1232" y="2704"/>
                  </a:lnTo>
                  <a:lnTo>
                    <a:pt x="1472" y="2786"/>
                  </a:lnTo>
                  <a:lnTo>
                    <a:pt x="1773" y="2862"/>
                  </a:lnTo>
                  <a:lnTo>
                    <a:pt x="2073" y="2939"/>
                  </a:lnTo>
                  <a:lnTo>
                    <a:pt x="2434" y="3010"/>
                  </a:lnTo>
                  <a:lnTo>
                    <a:pt x="2824" y="3082"/>
                  </a:lnTo>
                  <a:lnTo>
                    <a:pt x="3214" y="3148"/>
                  </a:lnTo>
                  <a:lnTo>
                    <a:pt x="3665" y="3214"/>
                  </a:lnTo>
                  <a:lnTo>
                    <a:pt x="4176" y="3270"/>
                  </a:lnTo>
                  <a:lnTo>
                    <a:pt x="4686" y="3326"/>
                  </a:lnTo>
                  <a:lnTo>
                    <a:pt x="5257" y="3377"/>
                  </a:lnTo>
                  <a:lnTo>
                    <a:pt x="5857" y="3418"/>
                  </a:lnTo>
                  <a:lnTo>
                    <a:pt x="6518" y="3459"/>
                  </a:lnTo>
                  <a:lnTo>
                    <a:pt x="7209" y="3490"/>
                  </a:lnTo>
                  <a:lnTo>
                    <a:pt x="7930" y="3515"/>
                  </a:lnTo>
                  <a:lnTo>
                    <a:pt x="8711" y="3535"/>
                  </a:lnTo>
                  <a:lnTo>
                    <a:pt x="9552" y="3546"/>
                  </a:lnTo>
                  <a:lnTo>
                    <a:pt x="10423" y="3551"/>
                  </a:lnTo>
                  <a:lnTo>
                    <a:pt x="76679" y="3551"/>
                  </a:lnTo>
                  <a:lnTo>
                    <a:pt x="77190" y="3546"/>
                  </a:lnTo>
                  <a:lnTo>
                    <a:pt x="77190" y="3479"/>
                  </a:lnTo>
                  <a:lnTo>
                    <a:pt x="77190" y="1735"/>
                  </a:lnTo>
                  <a:lnTo>
                    <a:pt x="77130" y="1837"/>
                  </a:lnTo>
                  <a:lnTo>
                    <a:pt x="77040" y="1934"/>
                  </a:lnTo>
                  <a:lnTo>
                    <a:pt x="76920" y="2031"/>
                  </a:lnTo>
                  <a:lnTo>
                    <a:pt x="76799" y="2123"/>
                  </a:lnTo>
                  <a:lnTo>
                    <a:pt x="76649" y="2214"/>
                  </a:lnTo>
                  <a:lnTo>
                    <a:pt x="76499" y="2306"/>
                  </a:lnTo>
                  <a:lnTo>
                    <a:pt x="76289" y="2393"/>
                  </a:lnTo>
                  <a:lnTo>
                    <a:pt x="76109" y="2475"/>
                  </a:lnTo>
                  <a:lnTo>
                    <a:pt x="75898" y="2556"/>
                  </a:lnTo>
                  <a:lnTo>
                    <a:pt x="75658" y="2633"/>
                  </a:lnTo>
                  <a:lnTo>
                    <a:pt x="75448" y="2704"/>
                  </a:lnTo>
                  <a:lnTo>
                    <a:pt x="75178" y="2775"/>
                  </a:lnTo>
                  <a:lnTo>
                    <a:pt x="74937" y="2837"/>
                  </a:lnTo>
                  <a:lnTo>
                    <a:pt x="74667" y="2898"/>
                  </a:lnTo>
                  <a:lnTo>
                    <a:pt x="74397" y="2949"/>
                  </a:lnTo>
                  <a:lnTo>
                    <a:pt x="74126" y="2995"/>
                  </a:lnTo>
                  <a:lnTo>
                    <a:pt x="73766" y="3051"/>
                  </a:lnTo>
                  <a:lnTo>
                    <a:pt x="73375" y="3102"/>
                  </a:lnTo>
                  <a:lnTo>
                    <a:pt x="73015" y="3148"/>
                  </a:lnTo>
                  <a:lnTo>
                    <a:pt x="72625" y="3189"/>
                  </a:lnTo>
                  <a:lnTo>
                    <a:pt x="72234" y="3224"/>
                  </a:lnTo>
                  <a:lnTo>
                    <a:pt x="71814" y="3260"/>
                  </a:lnTo>
                  <a:lnTo>
                    <a:pt x="71423" y="3291"/>
                  </a:lnTo>
                  <a:lnTo>
                    <a:pt x="71003" y="3316"/>
                  </a:lnTo>
                  <a:lnTo>
                    <a:pt x="70582" y="3342"/>
                  </a:lnTo>
                  <a:lnTo>
                    <a:pt x="70162" y="3362"/>
                  </a:lnTo>
                  <a:lnTo>
                    <a:pt x="69711" y="3377"/>
                  </a:lnTo>
                  <a:lnTo>
                    <a:pt x="69291" y="3393"/>
                  </a:lnTo>
                  <a:lnTo>
                    <a:pt x="68840" y="3403"/>
                  </a:lnTo>
                  <a:lnTo>
                    <a:pt x="68390" y="3413"/>
                  </a:lnTo>
                  <a:lnTo>
                    <a:pt x="67519" y="3418"/>
                  </a:lnTo>
                  <a:lnTo>
                    <a:pt x="66918" y="3413"/>
                  </a:lnTo>
                  <a:lnTo>
                    <a:pt x="66317" y="3408"/>
                  </a:lnTo>
                  <a:lnTo>
                    <a:pt x="65717" y="3393"/>
                  </a:lnTo>
                  <a:lnTo>
                    <a:pt x="65146" y="3377"/>
                  </a:lnTo>
                  <a:lnTo>
                    <a:pt x="64545" y="3357"/>
                  </a:lnTo>
                  <a:lnTo>
                    <a:pt x="63975" y="3331"/>
                  </a:lnTo>
                  <a:lnTo>
                    <a:pt x="63404" y="3301"/>
                  </a:lnTo>
                  <a:lnTo>
                    <a:pt x="62833" y="3265"/>
                  </a:lnTo>
                  <a:lnTo>
                    <a:pt x="62293" y="3229"/>
                  </a:lnTo>
                  <a:lnTo>
                    <a:pt x="61752" y="3184"/>
                  </a:lnTo>
                  <a:lnTo>
                    <a:pt x="61211" y="3138"/>
                  </a:lnTo>
                  <a:lnTo>
                    <a:pt x="60701" y="3092"/>
                  </a:lnTo>
                  <a:lnTo>
                    <a:pt x="60190" y="3041"/>
                  </a:lnTo>
                  <a:lnTo>
                    <a:pt x="59740" y="2985"/>
                  </a:lnTo>
                  <a:lnTo>
                    <a:pt x="59259" y="2923"/>
                  </a:lnTo>
                  <a:lnTo>
                    <a:pt x="58839" y="2862"/>
                  </a:lnTo>
                  <a:lnTo>
                    <a:pt x="58508" y="2816"/>
                  </a:lnTo>
                  <a:lnTo>
                    <a:pt x="58238" y="2765"/>
                  </a:lnTo>
                  <a:lnTo>
                    <a:pt x="57968" y="2709"/>
                  </a:lnTo>
                  <a:lnTo>
                    <a:pt x="57727" y="2653"/>
                  </a:lnTo>
                  <a:lnTo>
                    <a:pt x="57517" y="2592"/>
                  </a:lnTo>
                  <a:lnTo>
                    <a:pt x="57307" y="2531"/>
                  </a:lnTo>
                  <a:lnTo>
                    <a:pt x="57127" y="2464"/>
                  </a:lnTo>
                  <a:lnTo>
                    <a:pt x="56946" y="2393"/>
                  </a:lnTo>
                  <a:lnTo>
                    <a:pt x="56796" y="2322"/>
                  </a:lnTo>
                  <a:lnTo>
                    <a:pt x="56646" y="2250"/>
                  </a:lnTo>
                  <a:lnTo>
                    <a:pt x="56436" y="2097"/>
                  </a:lnTo>
                  <a:lnTo>
                    <a:pt x="56256" y="1939"/>
                  </a:lnTo>
                  <a:lnTo>
                    <a:pt x="56166" y="1781"/>
                  </a:lnTo>
                  <a:lnTo>
                    <a:pt x="55685" y="1771"/>
                  </a:lnTo>
                  <a:lnTo>
                    <a:pt x="55234" y="1760"/>
                  </a:lnTo>
                  <a:lnTo>
                    <a:pt x="54784" y="1745"/>
                  </a:lnTo>
                  <a:lnTo>
                    <a:pt x="54333" y="1725"/>
                  </a:lnTo>
                  <a:lnTo>
                    <a:pt x="53883" y="1699"/>
                  </a:lnTo>
                  <a:lnTo>
                    <a:pt x="53432" y="1669"/>
                  </a:lnTo>
                  <a:lnTo>
                    <a:pt x="53012" y="1638"/>
                  </a:lnTo>
                  <a:lnTo>
                    <a:pt x="52591" y="1602"/>
                  </a:lnTo>
                  <a:lnTo>
                    <a:pt x="52201" y="1562"/>
                  </a:lnTo>
                  <a:lnTo>
                    <a:pt x="51811" y="1521"/>
                  </a:lnTo>
                  <a:lnTo>
                    <a:pt x="51420" y="1475"/>
                  </a:lnTo>
                  <a:lnTo>
                    <a:pt x="51030" y="1424"/>
                  </a:lnTo>
                  <a:lnTo>
                    <a:pt x="50669" y="1373"/>
                  </a:lnTo>
                  <a:lnTo>
                    <a:pt x="50339" y="1317"/>
                  </a:lnTo>
                  <a:lnTo>
                    <a:pt x="49978" y="1261"/>
                  </a:lnTo>
                  <a:lnTo>
                    <a:pt x="49678" y="1204"/>
                  </a:lnTo>
                  <a:lnTo>
                    <a:pt x="49348" y="1138"/>
                  </a:lnTo>
                  <a:lnTo>
                    <a:pt x="49077" y="1077"/>
                  </a:lnTo>
                  <a:lnTo>
                    <a:pt x="48777" y="1011"/>
                  </a:lnTo>
                  <a:lnTo>
                    <a:pt x="48537" y="944"/>
                  </a:lnTo>
                  <a:lnTo>
                    <a:pt x="48296" y="873"/>
                  </a:lnTo>
                  <a:lnTo>
                    <a:pt x="48056" y="802"/>
                  </a:lnTo>
                  <a:lnTo>
                    <a:pt x="47846" y="725"/>
                  </a:lnTo>
                  <a:lnTo>
                    <a:pt x="47666" y="654"/>
                  </a:lnTo>
                  <a:lnTo>
                    <a:pt x="47486" y="577"/>
                  </a:lnTo>
                  <a:lnTo>
                    <a:pt x="47335" y="501"/>
                  </a:lnTo>
                  <a:lnTo>
                    <a:pt x="47215" y="419"/>
                  </a:lnTo>
                  <a:lnTo>
                    <a:pt x="47125" y="342"/>
                  </a:lnTo>
                  <a:lnTo>
                    <a:pt x="47035" y="261"/>
                  </a:lnTo>
                  <a:lnTo>
                    <a:pt x="46975" y="179"/>
                  </a:lnTo>
                  <a:lnTo>
                    <a:pt x="46945" y="98"/>
                  </a:lnTo>
                  <a:lnTo>
                    <a:pt x="46915" y="16"/>
                  </a:lnTo>
                  <a:lnTo>
                    <a:pt x="46915" y="1"/>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8"/>
            <p:cNvSpPr/>
            <p:nvPr/>
          </p:nvSpPr>
          <p:spPr>
            <a:xfrm flipH="1">
              <a:off x="5719684" y="4252600"/>
              <a:ext cx="327286" cy="88775"/>
            </a:xfrm>
            <a:custGeom>
              <a:avLst/>
              <a:gdLst/>
              <a:ahLst/>
              <a:cxnLst/>
              <a:rect l="l" t="t" r="r" b="b"/>
              <a:pathLst>
                <a:path w="77190" h="3551" fill="none" extrusionOk="0">
                  <a:moveTo>
                    <a:pt x="11114" y="1"/>
                  </a:moveTo>
                  <a:lnTo>
                    <a:pt x="11114" y="1"/>
                  </a:lnTo>
                  <a:lnTo>
                    <a:pt x="11264" y="1"/>
                  </a:lnTo>
                  <a:lnTo>
                    <a:pt x="46915" y="1"/>
                  </a:lnTo>
                  <a:lnTo>
                    <a:pt x="46915" y="1"/>
                  </a:lnTo>
                  <a:lnTo>
                    <a:pt x="46915" y="16"/>
                  </a:lnTo>
                  <a:lnTo>
                    <a:pt x="46915" y="16"/>
                  </a:lnTo>
                  <a:lnTo>
                    <a:pt x="46945" y="98"/>
                  </a:lnTo>
                  <a:lnTo>
                    <a:pt x="46975" y="179"/>
                  </a:lnTo>
                  <a:lnTo>
                    <a:pt x="47035" y="261"/>
                  </a:lnTo>
                  <a:lnTo>
                    <a:pt x="47125" y="342"/>
                  </a:lnTo>
                  <a:lnTo>
                    <a:pt x="47215" y="419"/>
                  </a:lnTo>
                  <a:lnTo>
                    <a:pt x="47335" y="501"/>
                  </a:lnTo>
                  <a:lnTo>
                    <a:pt x="47486" y="577"/>
                  </a:lnTo>
                  <a:lnTo>
                    <a:pt x="47666" y="654"/>
                  </a:lnTo>
                  <a:lnTo>
                    <a:pt x="47846" y="725"/>
                  </a:lnTo>
                  <a:lnTo>
                    <a:pt x="48056" y="802"/>
                  </a:lnTo>
                  <a:lnTo>
                    <a:pt x="48296" y="873"/>
                  </a:lnTo>
                  <a:lnTo>
                    <a:pt x="48537" y="944"/>
                  </a:lnTo>
                  <a:lnTo>
                    <a:pt x="48777" y="1011"/>
                  </a:lnTo>
                  <a:lnTo>
                    <a:pt x="49077" y="1077"/>
                  </a:lnTo>
                  <a:lnTo>
                    <a:pt x="49348" y="1138"/>
                  </a:lnTo>
                  <a:lnTo>
                    <a:pt x="49678" y="1204"/>
                  </a:lnTo>
                  <a:lnTo>
                    <a:pt x="49978" y="1261"/>
                  </a:lnTo>
                  <a:lnTo>
                    <a:pt x="50339" y="1317"/>
                  </a:lnTo>
                  <a:lnTo>
                    <a:pt x="50669" y="1373"/>
                  </a:lnTo>
                  <a:lnTo>
                    <a:pt x="51030" y="1424"/>
                  </a:lnTo>
                  <a:lnTo>
                    <a:pt x="51420" y="1475"/>
                  </a:lnTo>
                  <a:lnTo>
                    <a:pt x="51811" y="1521"/>
                  </a:lnTo>
                  <a:lnTo>
                    <a:pt x="52201" y="1562"/>
                  </a:lnTo>
                  <a:lnTo>
                    <a:pt x="52591" y="1602"/>
                  </a:lnTo>
                  <a:lnTo>
                    <a:pt x="53012" y="1638"/>
                  </a:lnTo>
                  <a:lnTo>
                    <a:pt x="53432" y="1669"/>
                  </a:lnTo>
                  <a:lnTo>
                    <a:pt x="53883" y="1699"/>
                  </a:lnTo>
                  <a:lnTo>
                    <a:pt x="54333" y="1725"/>
                  </a:lnTo>
                  <a:lnTo>
                    <a:pt x="54784" y="1745"/>
                  </a:lnTo>
                  <a:lnTo>
                    <a:pt x="55234" y="1760"/>
                  </a:lnTo>
                  <a:lnTo>
                    <a:pt x="55685" y="1771"/>
                  </a:lnTo>
                  <a:lnTo>
                    <a:pt x="56166" y="1781"/>
                  </a:lnTo>
                  <a:lnTo>
                    <a:pt x="56166" y="1781"/>
                  </a:lnTo>
                  <a:lnTo>
                    <a:pt x="56256" y="1939"/>
                  </a:lnTo>
                  <a:lnTo>
                    <a:pt x="56436" y="2097"/>
                  </a:lnTo>
                  <a:lnTo>
                    <a:pt x="56646" y="2250"/>
                  </a:lnTo>
                  <a:lnTo>
                    <a:pt x="56796" y="2322"/>
                  </a:lnTo>
                  <a:lnTo>
                    <a:pt x="56946" y="2393"/>
                  </a:lnTo>
                  <a:lnTo>
                    <a:pt x="57127" y="2464"/>
                  </a:lnTo>
                  <a:lnTo>
                    <a:pt x="57307" y="2531"/>
                  </a:lnTo>
                  <a:lnTo>
                    <a:pt x="57517" y="2592"/>
                  </a:lnTo>
                  <a:lnTo>
                    <a:pt x="57727" y="2653"/>
                  </a:lnTo>
                  <a:lnTo>
                    <a:pt x="57968" y="2709"/>
                  </a:lnTo>
                  <a:lnTo>
                    <a:pt x="58238" y="2765"/>
                  </a:lnTo>
                  <a:lnTo>
                    <a:pt x="58508" y="2816"/>
                  </a:lnTo>
                  <a:lnTo>
                    <a:pt x="58839" y="2862"/>
                  </a:lnTo>
                  <a:lnTo>
                    <a:pt x="58839" y="2862"/>
                  </a:lnTo>
                  <a:lnTo>
                    <a:pt x="59259" y="2923"/>
                  </a:lnTo>
                  <a:lnTo>
                    <a:pt x="59740" y="2985"/>
                  </a:lnTo>
                  <a:lnTo>
                    <a:pt x="60190" y="3041"/>
                  </a:lnTo>
                  <a:lnTo>
                    <a:pt x="60701" y="3092"/>
                  </a:lnTo>
                  <a:lnTo>
                    <a:pt x="61211" y="3138"/>
                  </a:lnTo>
                  <a:lnTo>
                    <a:pt x="61752" y="3184"/>
                  </a:lnTo>
                  <a:lnTo>
                    <a:pt x="62293" y="3229"/>
                  </a:lnTo>
                  <a:lnTo>
                    <a:pt x="62833" y="3265"/>
                  </a:lnTo>
                  <a:lnTo>
                    <a:pt x="63404" y="3301"/>
                  </a:lnTo>
                  <a:lnTo>
                    <a:pt x="63975" y="3331"/>
                  </a:lnTo>
                  <a:lnTo>
                    <a:pt x="64545" y="3357"/>
                  </a:lnTo>
                  <a:lnTo>
                    <a:pt x="65146" y="3377"/>
                  </a:lnTo>
                  <a:lnTo>
                    <a:pt x="65717" y="3393"/>
                  </a:lnTo>
                  <a:lnTo>
                    <a:pt x="66317" y="3408"/>
                  </a:lnTo>
                  <a:lnTo>
                    <a:pt x="66918" y="3413"/>
                  </a:lnTo>
                  <a:lnTo>
                    <a:pt x="67519" y="3418"/>
                  </a:lnTo>
                  <a:lnTo>
                    <a:pt x="67519" y="3418"/>
                  </a:lnTo>
                  <a:lnTo>
                    <a:pt x="68390" y="3413"/>
                  </a:lnTo>
                  <a:lnTo>
                    <a:pt x="68840" y="3403"/>
                  </a:lnTo>
                  <a:lnTo>
                    <a:pt x="69291" y="3393"/>
                  </a:lnTo>
                  <a:lnTo>
                    <a:pt x="69711" y="3377"/>
                  </a:lnTo>
                  <a:lnTo>
                    <a:pt x="70162" y="3362"/>
                  </a:lnTo>
                  <a:lnTo>
                    <a:pt x="70582" y="3342"/>
                  </a:lnTo>
                  <a:lnTo>
                    <a:pt x="71003" y="3316"/>
                  </a:lnTo>
                  <a:lnTo>
                    <a:pt x="71423" y="3291"/>
                  </a:lnTo>
                  <a:lnTo>
                    <a:pt x="71814" y="3260"/>
                  </a:lnTo>
                  <a:lnTo>
                    <a:pt x="72234" y="3224"/>
                  </a:lnTo>
                  <a:lnTo>
                    <a:pt x="72625" y="3189"/>
                  </a:lnTo>
                  <a:lnTo>
                    <a:pt x="73015" y="3148"/>
                  </a:lnTo>
                  <a:lnTo>
                    <a:pt x="73375" y="3102"/>
                  </a:lnTo>
                  <a:lnTo>
                    <a:pt x="73766" y="3051"/>
                  </a:lnTo>
                  <a:lnTo>
                    <a:pt x="74126" y="2995"/>
                  </a:lnTo>
                  <a:lnTo>
                    <a:pt x="74126" y="2995"/>
                  </a:lnTo>
                  <a:lnTo>
                    <a:pt x="74397" y="2949"/>
                  </a:lnTo>
                  <a:lnTo>
                    <a:pt x="74667" y="2898"/>
                  </a:lnTo>
                  <a:lnTo>
                    <a:pt x="74937" y="2837"/>
                  </a:lnTo>
                  <a:lnTo>
                    <a:pt x="75178" y="2775"/>
                  </a:lnTo>
                  <a:lnTo>
                    <a:pt x="75448" y="2704"/>
                  </a:lnTo>
                  <a:lnTo>
                    <a:pt x="75658" y="2633"/>
                  </a:lnTo>
                  <a:lnTo>
                    <a:pt x="75898" y="2556"/>
                  </a:lnTo>
                  <a:lnTo>
                    <a:pt x="76109" y="2475"/>
                  </a:lnTo>
                  <a:lnTo>
                    <a:pt x="76289" y="2393"/>
                  </a:lnTo>
                  <a:lnTo>
                    <a:pt x="76499" y="2306"/>
                  </a:lnTo>
                  <a:lnTo>
                    <a:pt x="76649" y="2214"/>
                  </a:lnTo>
                  <a:lnTo>
                    <a:pt x="76799" y="2123"/>
                  </a:lnTo>
                  <a:lnTo>
                    <a:pt x="76920" y="2031"/>
                  </a:lnTo>
                  <a:lnTo>
                    <a:pt x="77040" y="1934"/>
                  </a:lnTo>
                  <a:lnTo>
                    <a:pt x="77130" y="1837"/>
                  </a:lnTo>
                  <a:lnTo>
                    <a:pt x="77190" y="1735"/>
                  </a:lnTo>
                  <a:lnTo>
                    <a:pt x="77190" y="3479"/>
                  </a:lnTo>
                  <a:lnTo>
                    <a:pt x="77190" y="3479"/>
                  </a:lnTo>
                  <a:lnTo>
                    <a:pt x="77190" y="3546"/>
                  </a:lnTo>
                  <a:lnTo>
                    <a:pt x="77190" y="3546"/>
                  </a:lnTo>
                  <a:lnTo>
                    <a:pt x="76679" y="3551"/>
                  </a:lnTo>
                  <a:lnTo>
                    <a:pt x="76679" y="3551"/>
                  </a:lnTo>
                  <a:lnTo>
                    <a:pt x="71934" y="3551"/>
                  </a:lnTo>
                  <a:lnTo>
                    <a:pt x="71934" y="3551"/>
                  </a:lnTo>
                  <a:lnTo>
                    <a:pt x="16520" y="3551"/>
                  </a:lnTo>
                  <a:lnTo>
                    <a:pt x="16520" y="3551"/>
                  </a:lnTo>
                  <a:lnTo>
                    <a:pt x="10813" y="3551"/>
                  </a:lnTo>
                  <a:lnTo>
                    <a:pt x="10813" y="3551"/>
                  </a:lnTo>
                  <a:lnTo>
                    <a:pt x="10423" y="3551"/>
                  </a:lnTo>
                  <a:lnTo>
                    <a:pt x="10423" y="3551"/>
                  </a:lnTo>
                  <a:lnTo>
                    <a:pt x="9552" y="3546"/>
                  </a:lnTo>
                  <a:lnTo>
                    <a:pt x="8711" y="3535"/>
                  </a:lnTo>
                  <a:lnTo>
                    <a:pt x="7930" y="3515"/>
                  </a:lnTo>
                  <a:lnTo>
                    <a:pt x="7209" y="3490"/>
                  </a:lnTo>
                  <a:lnTo>
                    <a:pt x="6518" y="3459"/>
                  </a:lnTo>
                  <a:lnTo>
                    <a:pt x="5857" y="3418"/>
                  </a:lnTo>
                  <a:lnTo>
                    <a:pt x="5257" y="3377"/>
                  </a:lnTo>
                  <a:lnTo>
                    <a:pt x="4686" y="3326"/>
                  </a:lnTo>
                  <a:lnTo>
                    <a:pt x="4176" y="3270"/>
                  </a:lnTo>
                  <a:lnTo>
                    <a:pt x="3665" y="3214"/>
                  </a:lnTo>
                  <a:lnTo>
                    <a:pt x="3214" y="3148"/>
                  </a:lnTo>
                  <a:lnTo>
                    <a:pt x="2824" y="3082"/>
                  </a:lnTo>
                  <a:lnTo>
                    <a:pt x="2434" y="3010"/>
                  </a:lnTo>
                  <a:lnTo>
                    <a:pt x="2073" y="2939"/>
                  </a:lnTo>
                  <a:lnTo>
                    <a:pt x="1773" y="2862"/>
                  </a:lnTo>
                  <a:lnTo>
                    <a:pt x="1472" y="2786"/>
                  </a:lnTo>
                  <a:lnTo>
                    <a:pt x="1232" y="2704"/>
                  </a:lnTo>
                  <a:lnTo>
                    <a:pt x="992" y="2622"/>
                  </a:lnTo>
                  <a:lnTo>
                    <a:pt x="812" y="2541"/>
                  </a:lnTo>
                  <a:lnTo>
                    <a:pt x="631" y="2459"/>
                  </a:lnTo>
                  <a:lnTo>
                    <a:pt x="481" y="2373"/>
                  </a:lnTo>
                  <a:lnTo>
                    <a:pt x="331" y="2291"/>
                  </a:lnTo>
                  <a:lnTo>
                    <a:pt x="241" y="2204"/>
                  </a:lnTo>
                  <a:lnTo>
                    <a:pt x="151" y="2123"/>
                  </a:lnTo>
                  <a:lnTo>
                    <a:pt x="31" y="1964"/>
                  </a:lnTo>
                  <a:lnTo>
                    <a:pt x="1" y="1811"/>
                  </a:lnTo>
                  <a:lnTo>
                    <a:pt x="1" y="1669"/>
                  </a:lnTo>
                  <a:lnTo>
                    <a:pt x="61" y="1536"/>
                  </a:lnTo>
                  <a:lnTo>
                    <a:pt x="61" y="1536"/>
                  </a:lnTo>
                  <a:lnTo>
                    <a:pt x="151" y="1414"/>
                  </a:lnTo>
                  <a:lnTo>
                    <a:pt x="271" y="1286"/>
                  </a:lnTo>
                  <a:lnTo>
                    <a:pt x="421" y="1159"/>
                  </a:lnTo>
                  <a:lnTo>
                    <a:pt x="631" y="1031"/>
                  </a:lnTo>
                  <a:lnTo>
                    <a:pt x="902" y="904"/>
                  </a:lnTo>
                  <a:lnTo>
                    <a:pt x="1052" y="837"/>
                  </a:lnTo>
                  <a:lnTo>
                    <a:pt x="1232" y="776"/>
                  </a:lnTo>
                  <a:lnTo>
                    <a:pt x="1412" y="715"/>
                  </a:lnTo>
                  <a:lnTo>
                    <a:pt x="1653" y="659"/>
                  </a:lnTo>
                  <a:lnTo>
                    <a:pt x="1863" y="597"/>
                  </a:lnTo>
                  <a:lnTo>
                    <a:pt x="2133" y="541"/>
                  </a:lnTo>
                  <a:lnTo>
                    <a:pt x="2403" y="490"/>
                  </a:lnTo>
                  <a:lnTo>
                    <a:pt x="2734" y="434"/>
                  </a:lnTo>
                  <a:lnTo>
                    <a:pt x="3064" y="383"/>
                  </a:lnTo>
                  <a:lnTo>
                    <a:pt x="3425" y="337"/>
                  </a:lnTo>
                  <a:lnTo>
                    <a:pt x="3815" y="291"/>
                  </a:lnTo>
                  <a:lnTo>
                    <a:pt x="4206" y="251"/>
                  </a:lnTo>
                  <a:lnTo>
                    <a:pt x="4656" y="210"/>
                  </a:lnTo>
                  <a:lnTo>
                    <a:pt x="5137" y="169"/>
                  </a:lnTo>
                  <a:lnTo>
                    <a:pt x="5647" y="138"/>
                  </a:lnTo>
                  <a:lnTo>
                    <a:pt x="6218" y="108"/>
                  </a:lnTo>
                  <a:lnTo>
                    <a:pt x="6789" y="77"/>
                  </a:lnTo>
                  <a:lnTo>
                    <a:pt x="7419" y="57"/>
                  </a:lnTo>
                  <a:lnTo>
                    <a:pt x="8050" y="36"/>
                  </a:lnTo>
                  <a:lnTo>
                    <a:pt x="8771" y="21"/>
                  </a:lnTo>
                  <a:lnTo>
                    <a:pt x="9492" y="11"/>
                  </a:lnTo>
                  <a:lnTo>
                    <a:pt x="10273" y="1"/>
                  </a:lnTo>
                  <a:lnTo>
                    <a:pt x="10273" y="1"/>
                  </a:lnTo>
                  <a:lnTo>
                    <a:pt x="10423" y="1"/>
                  </a:lnTo>
                  <a:lnTo>
                    <a:pt x="1111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8"/>
            <p:cNvSpPr/>
            <p:nvPr/>
          </p:nvSpPr>
          <p:spPr>
            <a:xfrm flipH="1">
              <a:off x="5675494" y="4252600"/>
              <a:ext cx="44194" cy="88650"/>
            </a:xfrm>
            <a:custGeom>
              <a:avLst/>
              <a:gdLst/>
              <a:ahLst/>
              <a:cxnLst/>
              <a:rect l="l" t="t" r="r" b="b"/>
              <a:pathLst>
                <a:path w="10423" h="3546" extrusionOk="0">
                  <a:moveTo>
                    <a:pt x="1" y="1"/>
                  </a:moveTo>
                  <a:lnTo>
                    <a:pt x="1" y="1322"/>
                  </a:lnTo>
                  <a:lnTo>
                    <a:pt x="31" y="1424"/>
                  </a:lnTo>
                  <a:lnTo>
                    <a:pt x="61" y="1531"/>
                  </a:lnTo>
                  <a:lnTo>
                    <a:pt x="31" y="1633"/>
                  </a:lnTo>
                  <a:lnTo>
                    <a:pt x="1" y="1735"/>
                  </a:lnTo>
                  <a:lnTo>
                    <a:pt x="1" y="3479"/>
                  </a:lnTo>
                  <a:lnTo>
                    <a:pt x="1" y="3546"/>
                  </a:lnTo>
                  <a:lnTo>
                    <a:pt x="782" y="3535"/>
                  </a:lnTo>
                  <a:lnTo>
                    <a:pt x="1503" y="3520"/>
                  </a:lnTo>
                  <a:lnTo>
                    <a:pt x="2193" y="3505"/>
                  </a:lnTo>
                  <a:lnTo>
                    <a:pt x="2854" y="3479"/>
                  </a:lnTo>
                  <a:lnTo>
                    <a:pt x="3485" y="3454"/>
                  </a:lnTo>
                  <a:lnTo>
                    <a:pt x="4056" y="3423"/>
                  </a:lnTo>
                  <a:lnTo>
                    <a:pt x="4626" y="3388"/>
                  </a:lnTo>
                  <a:lnTo>
                    <a:pt x="5137" y="3347"/>
                  </a:lnTo>
                  <a:lnTo>
                    <a:pt x="5647" y="3306"/>
                  </a:lnTo>
                  <a:lnTo>
                    <a:pt x="6098" y="3260"/>
                  </a:lnTo>
                  <a:lnTo>
                    <a:pt x="6518" y="3214"/>
                  </a:lnTo>
                  <a:lnTo>
                    <a:pt x="6939" y="3163"/>
                  </a:lnTo>
                  <a:lnTo>
                    <a:pt x="7299" y="3107"/>
                  </a:lnTo>
                  <a:lnTo>
                    <a:pt x="7660" y="3051"/>
                  </a:lnTo>
                  <a:lnTo>
                    <a:pt x="7990" y="2995"/>
                  </a:lnTo>
                  <a:lnTo>
                    <a:pt x="8290" y="2934"/>
                  </a:lnTo>
                  <a:lnTo>
                    <a:pt x="8561" y="2877"/>
                  </a:lnTo>
                  <a:lnTo>
                    <a:pt x="8801" y="2811"/>
                  </a:lnTo>
                  <a:lnTo>
                    <a:pt x="9041" y="2750"/>
                  </a:lnTo>
                  <a:lnTo>
                    <a:pt x="9221" y="2684"/>
                  </a:lnTo>
                  <a:lnTo>
                    <a:pt x="9432" y="2617"/>
                  </a:lnTo>
                  <a:lnTo>
                    <a:pt x="9582" y="2556"/>
                  </a:lnTo>
                  <a:lnTo>
                    <a:pt x="9882" y="2424"/>
                  </a:lnTo>
                  <a:lnTo>
                    <a:pt x="10092" y="2291"/>
                  </a:lnTo>
                  <a:lnTo>
                    <a:pt x="10243" y="2163"/>
                  </a:lnTo>
                  <a:lnTo>
                    <a:pt x="10363" y="2041"/>
                  </a:lnTo>
                  <a:lnTo>
                    <a:pt x="10423" y="1924"/>
                  </a:lnTo>
                  <a:lnTo>
                    <a:pt x="10363" y="1771"/>
                  </a:lnTo>
                  <a:lnTo>
                    <a:pt x="10363" y="1618"/>
                  </a:lnTo>
                  <a:lnTo>
                    <a:pt x="10393" y="1546"/>
                  </a:lnTo>
                  <a:lnTo>
                    <a:pt x="10273" y="1429"/>
                  </a:lnTo>
                  <a:lnTo>
                    <a:pt x="10092" y="1306"/>
                  </a:lnTo>
                  <a:lnTo>
                    <a:pt x="9852" y="1179"/>
                  </a:lnTo>
                  <a:lnTo>
                    <a:pt x="9552" y="1051"/>
                  </a:lnTo>
                  <a:lnTo>
                    <a:pt x="9161" y="919"/>
                  </a:lnTo>
                  <a:lnTo>
                    <a:pt x="8741" y="796"/>
                  </a:lnTo>
                  <a:lnTo>
                    <a:pt x="8471" y="730"/>
                  </a:lnTo>
                  <a:lnTo>
                    <a:pt x="8230" y="669"/>
                  </a:lnTo>
                  <a:lnTo>
                    <a:pt x="7930" y="613"/>
                  </a:lnTo>
                  <a:lnTo>
                    <a:pt x="7630" y="552"/>
                  </a:lnTo>
                  <a:lnTo>
                    <a:pt x="7299" y="495"/>
                  </a:lnTo>
                  <a:lnTo>
                    <a:pt x="6969" y="444"/>
                  </a:lnTo>
                  <a:lnTo>
                    <a:pt x="6608" y="388"/>
                  </a:lnTo>
                  <a:lnTo>
                    <a:pt x="6218" y="342"/>
                  </a:lnTo>
                  <a:lnTo>
                    <a:pt x="5828" y="291"/>
                  </a:lnTo>
                  <a:lnTo>
                    <a:pt x="5407" y="251"/>
                  </a:lnTo>
                  <a:lnTo>
                    <a:pt x="4957" y="205"/>
                  </a:lnTo>
                  <a:lnTo>
                    <a:pt x="4506" y="169"/>
                  </a:lnTo>
                  <a:lnTo>
                    <a:pt x="3995" y="133"/>
                  </a:lnTo>
                  <a:lnTo>
                    <a:pt x="3515" y="103"/>
                  </a:lnTo>
                  <a:lnTo>
                    <a:pt x="2974" y="72"/>
                  </a:lnTo>
                  <a:lnTo>
                    <a:pt x="2434" y="52"/>
                  </a:lnTo>
                  <a:lnTo>
                    <a:pt x="1863" y="31"/>
                  </a:lnTo>
                  <a:lnTo>
                    <a:pt x="1262" y="16"/>
                  </a:lnTo>
                  <a:lnTo>
                    <a:pt x="632" y="6"/>
                  </a:lnTo>
                  <a:lnTo>
                    <a:pt x="1" y="1"/>
                  </a:lnTo>
                  <a:close/>
                </a:path>
              </a:pathLst>
            </a:custGeom>
            <a:solidFill>
              <a:srgbClr val="FF23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8"/>
            <p:cNvSpPr/>
            <p:nvPr/>
          </p:nvSpPr>
          <p:spPr>
            <a:xfrm flipH="1">
              <a:off x="5675494" y="4252600"/>
              <a:ext cx="44194" cy="88650"/>
            </a:xfrm>
            <a:custGeom>
              <a:avLst/>
              <a:gdLst/>
              <a:ahLst/>
              <a:cxnLst/>
              <a:rect l="l" t="t" r="r" b="b"/>
              <a:pathLst>
                <a:path w="10423" h="3546" fill="none" extrusionOk="0">
                  <a:moveTo>
                    <a:pt x="1" y="1"/>
                  </a:moveTo>
                  <a:lnTo>
                    <a:pt x="1" y="1"/>
                  </a:lnTo>
                  <a:lnTo>
                    <a:pt x="632" y="6"/>
                  </a:lnTo>
                  <a:lnTo>
                    <a:pt x="1262" y="16"/>
                  </a:lnTo>
                  <a:lnTo>
                    <a:pt x="1863" y="31"/>
                  </a:lnTo>
                  <a:lnTo>
                    <a:pt x="2434" y="52"/>
                  </a:lnTo>
                  <a:lnTo>
                    <a:pt x="2974" y="72"/>
                  </a:lnTo>
                  <a:lnTo>
                    <a:pt x="3515" y="103"/>
                  </a:lnTo>
                  <a:lnTo>
                    <a:pt x="3995" y="133"/>
                  </a:lnTo>
                  <a:lnTo>
                    <a:pt x="4506" y="169"/>
                  </a:lnTo>
                  <a:lnTo>
                    <a:pt x="4957" y="205"/>
                  </a:lnTo>
                  <a:lnTo>
                    <a:pt x="5407" y="251"/>
                  </a:lnTo>
                  <a:lnTo>
                    <a:pt x="5828" y="291"/>
                  </a:lnTo>
                  <a:lnTo>
                    <a:pt x="6218" y="342"/>
                  </a:lnTo>
                  <a:lnTo>
                    <a:pt x="6608" y="388"/>
                  </a:lnTo>
                  <a:lnTo>
                    <a:pt x="6969" y="444"/>
                  </a:lnTo>
                  <a:lnTo>
                    <a:pt x="7299" y="495"/>
                  </a:lnTo>
                  <a:lnTo>
                    <a:pt x="7630" y="552"/>
                  </a:lnTo>
                  <a:lnTo>
                    <a:pt x="7930" y="613"/>
                  </a:lnTo>
                  <a:lnTo>
                    <a:pt x="8230" y="669"/>
                  </a:lnTo>
                  <a:lnTo>
                    <a:pt x="8471" y="730"/>
                  </a:lnTo>
                  <a:lnTo>
                    <a:pt x="8741" y="796"/>
                  </a:lnTo>
                  <a:lnTo>
                    <a:pt x="9161" y="919"/>
                  </a:lnTo>
                  <a:lnTo>
                    <a:pt x="9552" y="1051"/>
                  </a:lnTo>
                  <a:lnTo>
                    <a:pt x="9852" y="1179"/>
                  </a:lnTo>
                  <a:lnTo>
                    <a:pt x="10092" y="1306"/>
                  </a:lnTo>
                  <a:lnTo>
                    <a:pt x="10273" y="1429"/>
                  </a:lnTo>
                  <a:lnTo>
                    <a:pt x="10393" y="1546"/>
                  </a:lnTo>
                  <a:lnTo>
                    <a:pt x="10393" y="1546"/>
                  </a:lnTo>
                  <a:lnTo>
                    <a:pt x="10363" y="1618"/>
                  </a:lnTo>
                  <a:lnTo>
                    <a:pt x="10363" y="1618"/>
                  </a:lnTo>
                  <a:lnTo>
                    <a:pt x="10363" y="1771"/>
                  </a:lnTo>
                  <a:lnTo>
                    <a:pt x="10423" y="1924"/>
                  </a:lnTo>
                  <a:lnTo>
                    <a:pt x="10423" y="1924"/>
                  </a:lnTo>
                  <a:lnTo>
                    <a:pt x="10363" y="2041"/>
                  </a:lnTo>
                  <a:lnTo>
                    <a:pt x="10243" y="2163"/>
                  </a:lnTo>
                  <a:lnTo>
                    <a:pt x="10092" y="2291"/>
                  </a:lnTo>
                  <a:lnTo>
                    <a:pt x="9882" y="2424"/>
                  </a:lnTo>
                  <a:lnTo>
                    <a:pt x="9582" y="2556"/>
                  </a:lnTo>
                  <a:lnTo>
                    <a:pt x="9432" y="2617"/>
                  </a:lnTo>
                  <a:lnTo>
                    <a:pt x="9221" y="2684"/>
                  </a:lnTo>
                  <a:lnTo>
                    <a:pt x="9041" y="2750"/>
                  </a:lnTo>
                  <a:lnTo>
                    <a:pt x="8801" y="2811"/>
                  </a:lnTo>
                  <a:lnTo>
                    <a:pt x="8561" y="2877"/>
                  </a:lnTo>
                  <a:lnTo>
                    <a:pt x="8290" y="2934"/>
                  </a:lnTo>
                  <a:lnTo>
                    <a:pt x="7990" y="2995"/>
                  </a:lnTo>
                  <a:lnTo>
                    <a:pt x="7660" y="3051"/>
                  </a:lnTo>
                  <a:lnTo>
                    <a:pt x="7299" y="3107"/>
                  </a:lnTo>
                  <a:lnTo>
                    <a:pt x="6939" y="3163"/>
                  </a:lnTo>
                  <a:lnTo>
                    <a:pt x="6518" y="3214"/>
                  </a:lnTo>
                  <a:lnTo>
                    <a:pt x="6098" y="3260"/>
                  </a:lnTo>
                  <a:lnTo>
                    <a:pt x="5647" y="3306"/>
                  </a:lnTo>
                  <a:lnTo>
                    <a:pt x="5137" y="3347"/>
                  </a:lnTo>
                  <a:lnTo>
                    <a:pt x="4626" y="3388"/>
                  </a:lnTo>
                  <a:lnTo>
                    <a:pt x="4056" y="3423"/>
                  </a:lnTo>
                  <a:lnTo>
                    <a:pt x="3485" y="3454"/>
                  </a:lnTo>
                  <a:lnTo>
                    <a:pt x="2854" y="3479"/>
                  </a:lnTo>
                  <a:lnTo>
                    <a:pt x="2193" y="3505"/>
                  </a:lnTo>
                  <a:lnTo>
                    <a:pt x="1503" y="3520"/>
                  </a:lnTo>
                  <a:lnTo>
                    <a:pt x="782" y="3535"/>
                  </a:lnTo>
                  <a:lnTo>
                    <a:pt x="1" y="3546"/>
                  </a:lnTo>
                  <a:lnTo>
                    <a:pt x="1" y="3546"/>
                  </a:lnTo>
                  <a:lnTo>
                    <a:pt x="1" y="3479"/>
                  </a:lnTo>
                  <a:lnTo>
                    <a:pt x="1" y="1735"/>
                  </a:lnTo>
                  <a:lnTo>
                    <a:pt x="1" y="1735"/>
                  </a:lnTo>
                  <a:lnTo>
                    <a:pt x="31" y="1633"/>
                  </a:lnTo>
                  <a:lnTo>
                    <a:pt x="61" y="1531"/>
                  </a:lnTo>
                  <a:lnTo>
                    <a:pt x="31" y="1424"/>
                  </a:lnTo>
                  <a:lnTo>
                    <a:pt x="1" y="1322"/>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8"/>
            <p:cNvSpPr/>
            <p:nvPr/>
          </p:nvSpPr>
          <p:spPr>
            <a:xfrm flipH="1">
              <a:off x="5719684" y="4252600"/>
              <a:ext cx="89146" cy="85475"/>
            </a:xfrm>
            <a:custGeom>
              <a:avLst/>
              <a:gdLst/>
              <a:ahLst/>
              <a:cxnLst/>
              <a:rect l="l" t="t" r="r" b="b"/>
              <a:pathLst>
                <a:path w="21025" h="3419" extrusionOk="0">
                  <a:moveTo>
                    <a:pt x="12465" y="1"/>
                  </a:moveTo>
                  <a:lnTo>
                    <a:pt x="12465" y="16"/>
                  </a:lnTo>
                  <a:lnTo>
                    <a:pt x="12465" y="159"/>
                  </a:lnTo>
                  <a:lnTo>
                    <a:pt x="12405" y="297"/>
                  </a:lnTo>
                  <a:lnTo>
                    <a:pt x="12315" y="424"/>
                  </a:lnTo>
                  <a:lnTo>
                    <a:pt x="12195" y="541"/>
                  </a:lnTo>
                  <a:lnTo>
                    <a:pt x="12044" y="654"/>
                  </a:lnTo>
                  <a:lnTo>
                    <a:pt x="11834" y="761"/>
                  </a:lnTo>
                  <a:lnTo>
                    <a:pt x="11624" y="863"/>
                  </a:lnTo>
                  <a:lnTo>
                    <a:pt x="11384" y="955"/>
                  </a:lnTo>
                  <a:lnTo>
                    <a:pt x="11113" y="1041"/>
                  </a:lnTo>
                  <a:lnTo>
                    <a:pt x="10783" y="1123"/>
                  </a:lnTo>
                  <a:lnTo>
                    <a:pt x="10483" y="1194"/>
                  </a:lnTo>
                  <a:lnTo>
                    <a:pt x="10122" y="1266"/>
                  </a:lnTo>
                  <a:lnTo>
                    <a:pt x="9762" y="1327"/>
                  </a:lnTo>
                  <a:lnTo>
                    <a:pt x="9371" y="1388"/>
                  </a:lnTo>
                  <a:lnTo>
                    <a:pt x="8951" y="1439"/>
                  </a:lnTo>
                  <a:lnTo>
                    <a:pt x="8530" y="1490"/>
                  </a:lnTo>
                  <a:lnTo>
                    <a:pt x="8080" y="1531"/>
                  </a:lnTo>
                  <a:lnTo>
                    <a:pt x="7629" y="1572"/>
                  </a:lnTo>
                  <a:lnTo>
                    <a:pt x="7179" y="1607"/>
                  </a:lnTo>
                  <a:lnTo>
                    <a:pt x="6698" y="1638"/>
                  </a:lnTo>
                  <a:lnTo>
                    <a:pt x="6188" y="1669"/>
                  </a:lnTo>
                  <a:lnTo>
                    <a:pt x="5707" y="1689"/>
                  </a:lnTo>
                  <a:lnTo>
                    <a:pt x="5197" y="1709"/>
                  </a:lnTo>
                  <a:lnTo>
                    <a:pt x="4686" y="1730"/>
                  </a:lnTo>
                  <a:lnTo>
                    <a:pt x="3665" y="1755"/>
                  </a:lnTo>
                  <a:lnTo>
                    <a:pt x="2644" y="1771"/>
                  </a:lnTo>
                  <a:lnTo>
                    <a:pt x="1622" y="1781"/>
                  </a:lnTo>
                  <a:lnTo>
                    <a:pt x="601" y="1786"/>
                  </a:lnTo>
                  <a:lnTo>
                    <a:pt x="1" y="1781"/>
                  </a:lnTo>
                  <a:lnTo>
                    <a:pt x="91" y="1939"/>
                  </a:lnTo>
                  <a:lnTo>
                    <a:pt x="271" y="2097"/>
                  </a:lnTo>
                  <a:lnTo>
                    <a:pt x="481" y="2250"/>
                  </a:lnTo>
                  <a:lnTo>
                    <a:pt x="631" y="2322"/>
                  </a:lnTo>
                  <a:lnTo>
                    <a:pt x="781" y="2393"/>
                  </a:lnTo>
                  <a:lnTo>
                    <a:pt x="962" y="2464"/>
                  </a:lnTo>
                  <a:lnTo>
                    <a:pt x="1142" y="2531"/>
                  </a:lnTo>
                  <a:lnTo>
                    <a:pt x="1352" y="2592"/>
                  </a:lnTo>
                  <a:lnTo>
                    <a:pt x="1562" y="2653"/>
                  </a:lnTo>
                  <a:lnTo>
                    <a:pt x="1803" y="2709"/>
                  </a:lnTo>
                  <a:lnTo>
                    <a:pt x="2073" y="2765"/>
                  </a:lnTo>
                  <a:lnTo>
                    <a:pt x="2343" y="2816"/>
                  </a:lnTo>
                  <a:lnTo>
                    <a:pt x="2674" y="2862"/>
                  </a:lnTo>
                  <a:lnTo>
                    <a:pt x="3094" y="2923"/>
                  </a:lnTo>
                  <a:lnTo>
                    <a:pt x="3575" y="2985"/>
                  </a:lnTo>
                  <a:lnTo>
                    <a:pt x="4025" y="3041"/>
                  </a:lnTo>
                  <a:lnTo>
                    <a:pt x="4536" y="3092"/>
                  </a:lnTo>
                  <a:lnTo>
                    <a:pt x="5046" y="3138"/>
                  </a:lnTo>
                  <a:lnTo>
                    <a:pt x="5587" y="3184"/>
                  </a:lnTo>
                  <a:lnTo>
                    <a:pt x="6128" y="3229"/>
                  </a:lnTo>
                  <a:lnTo>
                    <a:pt x="6668" y="3265"/>
                  </a:lnTo>
                  <a:lnTo>
                    <a:pt x="7239" y="3301"/>
                  </a:lnTo>
                  <a:lnTo>
                    <a:pt x="7810" y="3331"/>
                  </a:lnTo>
                  <a:lnTo>
                    <a:pt x="8380" y="3357"/>
                  </a:lnTo>
                  <a:lnTo>
                    <a:pt x="8981" y="3377"/>
                  </a:lnTo>
                  <a:lnTo>
                    <a:pt x="9552" y="3393"/>
                  </a:lnTo>
                  <a:lnTo>
                    <a:pt x="10152" y="3408"/>
                  </a:lnTo>
                  <a:lnTo>
                    <a:pt x="10753" y="3413"/>
                  </a:lnTo>
                  <a:lnTo>
                    <a:pt x="11354" y="3418"/>
                  </a:lnTo>
                  <a:lnTo>
                    <a:pt x="12225" y="3413"/>
                  </a:lnTo>
                  <a:lnTo>
                    <a:pt x="12675" y="3403"/>
                  </a:lnTo>
                  <a:lnTo>
                    <a:pt x="13126" y="3393"/>
                  </a:lnTo>
                  <a:lnTo>
                    <a:pt x="13546" y="3377"/>
                  </a:lnTo>
                  <a:lnTo>
                    <a:pt x="13997" y="3362"/>
                  </a:lnTo>
                  <a:lnTo>
                    <a:pt x="14417" y="3342"/>
                  </a:lnTo>
                  <a:lnTo>
                    <a:pt x="14838" y="3316"/>
                  </a:lnTo>
                  <a:lnTo>
                    <a:pt x="15258" y="3291"/>
                  </a:lnTo>
                  <a:lnTo>
                    <a:pt x="15649" y="3260"/>
                  </a:lnTo>
                  <a:lnTo>
                    <a:pt x="16069" y="3224"/>
                  </a:lnTo>
                  <a:lnTo>
                    <a:pt x="16460" y="3189"/>
                  </a:lnTo>
                  <a:lnTo>
                    <a:pt x="16850" y="3148"/>
                  </a:lnTo>
                  <a:lnTo>
                    <a:pt x="17210" y="3102"/>
                  </a:lnTo>
                  <a:lnTo>
                    <a:pt x="17601" y="3051"/>
                  </a:lnTo>
                  <a:lnTo>
                    <a:pt x="17961" y="2995"/>
                  </a:lnTo>
                  <a:lnTo>
                    <a:pt x="18232" y="2949"/>
                  </a:lnTo>
                  <a:lnTo>
                    <a:pt x="18502" y="2898"/>
                  </a:lnTo>
                  <a:lnTo>
                    <a:pt x="18772" y="2837"/>
                  </a:lnTo>
                  <a:lnTo>
                    <a:pt x="19013" y="2775"/>
                  </a:lnTo>
                  <a:lnTo>
                    <a:pt x="19283" y="2704"/>
                  </a:lnTo>
                  <a:lnTo>
                    <a:pt x="19493" y="2633"/>
                  </a:lnTo>
                  <a:lnTo>
                    <a:pt x="19733" y="2556"/>
                  </a:lnTo>
                  <a:lnTo>
                    <a:pt x="19944" y="2475"/>
                  </a:lnTo>
                  <a:lnTo>
                    <a:pt x="20124" y="2393"/>
                  </a:lnTo>
                  <a:lnTo>
                    <a:pt x="20334" y="2306"/>
                  </a:lnTo>
                  <a:lnTo>
                    <a:pt x="20484" y="2214"/>
                  </a:lnTo>
                  <a:lnTo>
                    <a:pt x="20634" y="2123"/>
                  </a:lnTo>
                  <a:lnTo>
                    <a:pt x="20755" y="2031"/>
                  </a:lnTo>
                  <a:lnTo>
                    <a:pt x="20875" y="1934"/>
                  </a:lnTo>
                  <a:lnTo>
                    <a:pt x="20965" y="1837"/>
                  </a:lnTo>
                  <a:lnTo>
                    <a:pt x="21025" y="1735"/>
                  </a:lnTo>
                  <a:lnTo>
                    <a:pt x="21025" y="1322"/>
                  </a:lnTo>
                  <a:lnTo>
                    <a:pt x="21025" y="1"/>
                  </a:lnTo>
                  <a:close/>
                </a:path>
              </a:pathLst>
            </a:custGeom>
            <a:solidFill>
              <a:srgbClr val="FF2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8"/>
            <p:cNvSpPr/>
            <p:nvPr/>
          </p:nvSpPr>
          <p:spPr>
            <a:xfrm flipH="1">
              <a:off x="5719684" y="4252600"/>
              <a:ext cx="89146" cy="85475"/>
            </a:xfrm>
            <a:custGeom>
              <a:avLst/>
              <a:gdLst/>
              <a:ahLst/>
              <a:cxnLst/>
              <a:rect l="l" t="t" r="r" b="b"/>
              <a:pathLst>
                <a:path w="21025" h="3419" fill="none" extrusionOk="0">
                  <a:moveTo>
                    <a:pt x="20634" y="1"/>
                  </a:moveTo>
                  <a:lnTo>
                    <a:pt x="20634" y="1"/>
                  </a:lnTo>
                  <a:lnTo>
                    <a:pt x="20634" y="1"/>
                  </a:lnTo>
                  <a:lnTo>
                    <a:pt x="20724" y="1"/>
                  </a:lnTo>
                  <a:lnTo>
                    <a:pt x="20724" y="1"/>
                  </a:lnTo>
                  <a:lnTo>
                    <a:pt x="21025" y="1"/>
                  </a:lnTo>
                  <a:lnTo>
                    <a:pt x="21025" y="1322"/>
                  </a:lnTo>
                  <a:lnTo>
                    <a:pt x="21025" y="1322"/>
                  </a:lnTo>
                  <a:lnTo>
                    <a:pt x="21025" y="1735"/>
                  </a:lnTo>
                  <a:lnTo>
                    <a:pt x="21025" y="1735"/>
                  </a:lnTo>
                  <a:lnTo>
                    <a:pt x="20965" y="1837"/>
                  </a:lnTo>
                  <a:lnTo>
                    <a:pt x="20875" y="1934"/>
                  </a:lnTo>
                  <a:lnTo>
                    <a:pt x="20755" y="2031"/>
                  </a:lnTo>
                  <a:lnTo>
                    <a:pt x="20634" y="2123"/>
                  </a:lnTo>
                  <a:lnTo>
                    <a:pt x="20484" y="2214"/>
                  </a:lnTo>
                  <a:lnTo>
                    <a:pt x="20334" y="2306"/>
                  </a:lnTo>
                  <a:lnTo>
                    <a:pt x="20124" y="2393"/>
                  </a:lnTo>
                  <a:lnTo>
                    <a:pt x="19944" y="2475"/>
                  </a:lnTo>
                  <a:lnTo>
                    <a:pt x="19733" y="2556"/>
                  </a:lnTo>
                  <a:lnTo>
                    <a:pt x="19493" y="2633"/>
                  </a:lnTo>
                  <a:lnTo>
                    <a:pt x="19283" y="2704"/>
                  </a:lnTo>
                  <a:lnTo>
                    <a:pt x="19013" y="2775"/>
                  </a:lnTo>
                  <a:lnTo>
                    <a:pt x="18772" y="2837"/>
                  </a:lnTo>
                  <a:lnTo>
                    <a:pt x="18502" y="2898"/>
                  </a:lnTo>
                  <a:lnTo>
                    <a:pt x="18232" y="2949"/>
                  </a:lnTo>
                  <a:lnTo>
                    <a:pt x="17961" y="2995"/>
                  </a:lnTo>
                  <a:lnTo>
                    <a:pt x="17961" y="2995"/>
                  </a:lnTo>
                  <a:lnTo>
                    <a:pt x="17601" y="3051"/>
                  </a:lnTo>
                  <a:lnTo>
                    <a:pt x="17210" y="3102"/>
                  </a:lnTo>
                  <a:lnTo>
                    <a:pt x="16850" y="3148"/>
                  </a:lnTo>
                  <a:lnTo>
                    <a:pt x="16460" y="3189"/>
                  </a:lnTo>
                  <a:lnTo>
                    <a:pt x="16069" y="3224"/>
                  </a:lnTo>
                  <a:lnTo>
                    <a:pt x="15649" y="3260"/>
                  </a:lnTo>
                  <a:lnTo>
                    <a:pt x="15258" y="3291"/>
                  </a:lnTo>
                  <a:lnTo>
                    <a:pt x="14838" y="3316"/>
                  </a:lnTo>
                  <a:lnTo>
                    <a:pt x="14417" y="3342"/>
                  </a:lnTo>
                  <a:lnTo>
                    <a:pt x="13997" y="3362"/>
                  </a:lnTo>
                  <a:lnTo>
                    <a:pt x="13546" y="3377"/>
                  </a:lnTo>
                  <a:lnTo>
                    <a:pt x="13126" y="3393"/>
                  </a:lnTo>
                  <a:lnTo>
                    <a:pt x="12675" y="3403"/>
                  </a:lnTo>
                  <a:lnTo>
                    <a:pt x="12225" y="3413"/>
                  </a:lnTo>
                  <a:lnTo>
                    <a:pt x="11354" y="3418"/>
                  </a:lnTo>
                  <a:lnTo>
                    <a:pt x="11354" y="3418"/>
                  </a:lnTo>
                  <a:lnTo>
                    <a:pt x="10753" y="3413"/>
                  </a:lnTo>
                  <a:lnTo>
                    <a:pt x="10152" y="3408"/>
                  </a:lnTo>
                  <a:lnTo>
                    <a:pt x="9552" y="3393"/>
                  </a:lnTo>
                  <a:lnTo>
                    <a:pt x="8981" y="3377"/>
                  </a:lnTo>
                  <a:lnTo>
                    <a:pt x="8380" y="3357"/>
                  </a:lnTo>
                  <a:lnTo>
                    <a:pt x="7810" y="3331"/>
                  </a:lnTo>
                  <a:lnTo>
                    <a:pt x="7239" y="3301"/>
                  </a:lnTo>
                  <a:lnTo>
                    <a:pt x="6668" y="3265"/>
                  </a:lnTo>
                  <a:lnTo>
                    <a:pt x="6128" y="3229"/>
                  </a:lnTo>
                  <a:lnTo>
                    <a:pt x="5587" y="3184"/>
                  </a:lnTo>
                  <a:lnTo>
                    <a:pt x="5046" y="3138"/>
                  </a:lnTo>
                  <a:lnTo>
                    <a:pt x="4536" y="3092"/>
                  </a:lnTo>
                  <a:lnTo>
                    <a:pt x="4025" y="3041"/>
                  </a:lnTo>
                  <a:lnTo>
                    <a:pt x="3575" y="2985"/>
                  </a:lnTo>
                  <a:lnTo>
                    <a:pt x="3094" y="2923"/>
                  </a:lnTo>
                  <a:lnTo>
                    <a:pt x="2674" y="2862"/>
                  </a:lnTo>
                  <a:lnTo>
                    <a:pt x="2674" y="2862"/>
                  </a:lnTo>
                  <a:lnTo>
                    <a:pt x="2343" y="2816"/>
                  </a:lnTo>
                  <a:lnTo>
                    <a:pt x="2073" y="2765"/>
                  </a:lnTo>
                  <a:lnTo>
                    <a:pt x="1803" y="2709"/>
                  </a:lnTo>
                  <a:lnTo>
                    <a:pt x="1562" y="2653"/>
                  </a:lnTo>
                  <a:lnTo>
                    <a:pt x="1352" y="2592"/>
                  </a:lnTo>
                  <a:lnTo>
                    <a:pt x="1142" y="2531"/>
                  </a:lnTo>
                  <a:lnTo>
                    <a:pt x="962" y="2464"/>
                  </a:lnTo>
                  <a:lnTo>
                    <a:pt x="781" y="2393"/>
                  </a:lnTo>
                  <a:lnTo>
                    <a:pt x="631" y="2322"/>
                  </a:lnTo>
                  <a:lnTo>
                    <a:pt x="481" y="2250"/>
                  </a:lnTo>
                  <a:lnTo>
                    <a:pt x="271" y="2097"/>
                  </a:lnTo>
                  <a:lnTo>
                    <a:pt x="91" y="1939"/>
                  </a:lnTo>
                  <a:lnTo>
                    <a:pt x="1" y="1781"/>
                  </a:lnTo>
                  <a:lnTo>
                    <a:pt x="1" y="1781"/>
                  </a:lnTo>
                  <a:lnTo>
                    <a:pt x="601" y="1786"/>
                  </a:lnTo>
                  <a:lnTo>
                    <a:pt x="601" y="1786"/>
                  </a:lnTo>
                  <a:lnTo>
                    <a:pt x="1622" y="1781"/>
                  </a:lnTo>
                  <a:lnTo>
                    <a:pt x="2644" y="1771"/>
                  </a:lnTo>
                  <a:lnTo>
                    <a:pt x="3665" y="1755"/>
                  </a:lnTo>
                  <a:lnTo>
                    <a:pt x="4686" y="1730"/>
                  </a:lnTo>
                  <a:lnTo>
                    <a:pt x="5197" y="1709"/>
                  </a:lnTo>
                  <a:lnTo>
                    <a:pt x="5707" y="1689"/>
                  </a:lnTo>
                  <a:lnTo>
                    <a:pt x="6188" y="1669"/>
                  </a:lnTo>
                  <a:lnTo>
                    <a:pt x="6698" y="1638"/>
                  </a:lnTo>
                  <a:lnTo>
                    <a:pt x="7179" y="1607"/>
                  </a:lnTo>
                  <a:lnTo>
                    <a:pt x="7629" y="1572"/>
                  </a:lnTo>
                  <a:lnTo>
                    <a:pt x="8080" y="1531"/>
                  </a:lnTo>
                  <a:lnTo>
                    <a:pt x="8530" y="1490"/>
                  </a:lnTo>
                  <a:lnTo>
                    <a:pt x="8951" y="1439"/>
                  </a:lnTo>
                  <a:lnTo>
                    <a:pt x="9371" y="1388"/>
                  </a:lnTo>
                  <a:lnTo>
                    <a:pt x="9762" y="1327"/>
                  </a:lnTo>
                  <a:lnTo>
                    <a:pt x="10122" y="1266"/>
                  </a:lnTo>
                  <a:lnTo>
                    <a:pt x="10483" y="1194"/>
                  </a:lnTo>
                  <a:lnTo>
                    <a:pt x="10783" y="1123"/>
                  </a:lnTo>
                  <a:lnTo>
                    <a:pt x="11113" y="1041"/>
                  </a:lnTo>
                  <a:lnTo>
                    <a:pt x="11384" y="955"/>
                  </a:lnTo>
                  <a:lnTo>
                    <a:pt x="11624" y="863"/>
                  </a:lnTo>
                  <a:lnTo>
                    <a:pt x="11834" y="761"/>
                  </a:lnTo>
                  <a:lnTo>
                    <a:pt x="12044" y="654"/>
                  </a:lnTo>
                  <a:lnTo>
                    <a:pt x="12195" y="541"/>
                  </a:lnTo>
                  <a:lnTo>
                    <a:pt x="12315" y="424"/>
                  </a:lnTo>
                  <a:lnTo>
                    <a:pt x="12405" y="297"/>
                  </a:lnTo>
                  <a:lnTo>
                    <a:pt x="12465" y="159"/>
                  </a:lnTo>
                  <a:lnTo>
                    <a:pt x="12465" y="16"/>
                  </a:lnTo>
                  <a:lnTo>
                    <a:pt x="12465" y="16"/>
                  </a:lnTo>
                  <a:lnTo>
                    <a:pt x="12465" y="1"/>
                  </a:lnTo>
                  <a:lnTo>
                    <a:pt x="2063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8"/>
            <p:cNvSpPr/>
            <p:nvPr/>
          </p:nvSpPr>
          <p:spPr>
            <a:xfrm flipH="1">
              <a:off x="5719429" y="4285625"/>
              <a:ext cx="259" cy="10350"/>
            </a:xfrm>
            <a:custGeom>
              <a:avLst/>
              <a:gdLst/>
              <a:ahLst/>
              <a:cxnLst/>
              <a:rect l="l" t="t" r="r" b="b"/>
              <a:pathLst>
                <a:path w="61" h="414" extrusionOk="0">
                  <a:moveTo>
                    <a:pt x="1" y="1"/>
                  </a:moveTo>
                  <a:lnTo>
                    <a:pt x="1" y="414"/>
                  </a:lnTo>
                  <a:lnTo>
                    <a:pt x="31" y="312"/>
                  </a:lnTo>
                  <a:lnTo>
                    <a:pt x="61" y="210"/>
                  </a:lnTo>
                  <a:lnTo>
                    <a:pt x="31" y="103"/>
                  </a:lnTo>
                  <a:lnTo>
                    <a:pt x="1" y="1"/>
                  </a:lnTo>
                  <a:close/>
                </a:path>
              </a:pathLst>
            </a:custGeom>
            <a:solidFill>
              <a:srgbClr val="FF10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8"/>
            <p:cNvSpPr/>
            <p:nvPr/>
          </p:nvSpPr>
          <p:spPr>
            <a:xfrm flipH="1">
              <a:off x="5719429" y="4285625"/>
              <a:ext cx="259" cy="10350"/>
            </a:xfrm>
            <a:custGeom>
              <a:avLst/>
              <a:gdLst/>
              <a:ahLst/>
              <a:cxnLst/>
              <a:rect l="l" t="t" r="r" b="b"/>
              <a:pathLst>
                <a:path w="61" h="414" fill="none" extrusionOk="0">
                  <a:moveTo>
                    <a:pt x="1" y="1"/>
                  </a:moveTo>
                  <a:lnTo>
                    <a:pt x="1" y="1"/>
                  </a:lnTo>
                  <a:lnTo>
                    <a:pt x="31" y="103"/>
                  </a:lnTo>
                  <a:lnTo>
                    <a:pt x="61" y="210"/>
                  </a:lnTo>
                  <a:lnTo>
                    <a:pt x="31" y="312"/>
                  </a:lnTo>
                  <a:lnTo>
                    <a:pt x="1" y="414"/>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8"/>
            <p:cNvSpPr/>
            <p:nvPr/>
          </p:nvSpPr>
          <p:spPr>
            <a:xfrm flipH="1">
              <a:off x="5589278" y="4250825"/>
              <a:ext cx="41009" cy="89275"/>
            </a:xfrm>
            <a:custGeom>
              <a:avLst/>
              <a:gdLst/>
              <a:ahLst/>
              <a:cxnLst/>
              <a:rect l="l" t="t" r="r" b="b"/>
              <a:pathLst>
                <a:path w="9672" h="3571" extrusionOk="0">
                  <a:moveTo>
                    <a:pt x="0" y="0"/>
                  </a:moveTo>
                  <a:lnTo>
                    <a:pt x="0" y="3377"/>
                  </a:lnTo>
                  <a:lnTo>
                    <a:pt x="60" y="3474"/>
                  </a:lnTo>
                  <a:lnTo>
                    <a:pt x="60" y="3571"/>
                  </a:lnTo>
                  <a:lnTo>
                    <a:pt x="751" y="3566"/>
                  </a:lnTo>
                  <a:lnTo>
                    <a:pt x="1502" y="3550"/>
                  </a:lnTo>
                  <a:lnTo>
                    <a:pt x="2253" y="3525"/>
                  </a:lnTo>
                  <a:lnTo>
                    <a:pt x="3034" y="3494"/>
                  </a:lnTo>
                  <a:lnTo>
                    <a:pt x="3815" y="3448"/>
                  </a:lnTo>
                  <a:lnTo>
                    <a:pt x="4205" y="3423"/>
                  </a:lnTo>
                  <a:lnTo>
                    <a:pt x="4595" y="3392"/>
                  </a:lnTo>
                  <a:lnTo>
                    <a:pt x="4986" y="3357"/>
                  </a:lnTo>
                  <a:lnTo>
                    <a:pt x="5376" y="3321"/>
                  </a:lnTo>
                  <a:lnTo>
                    <a:pt x="5737" y="3280"/>
                  </a:lnTo>
                  <a:lnTo>
                    <a:pt x="6127" y="3234"/>
                  </a:lnTo>
                  <a:lnTo>
                    <a:pt x="6488" y="3183"/>
                  </a:lnTo>
                  <a:lnTo>
                    <a:pt x="6818" y="3127"/>
                  </a:lnTo>
                  <a:lnTo>
                    <a:pt x="7148" y="3071"/>
                  </a:lnTo>
                  <a:lnTo>
                    <a:pt x="7479" y="3005"/>
                  </a:lnTo>
                  <a:lnTo>
                    <a:pt x="7779" y="2938"/>
                  </a:lnTo>
                  <a:lnTo>
                    <a:pt x="8049" y="2862"/>
                  </a:lnTo>
                  <a:lnTo>
                    <a:pt x="8320" y="2785"/>
                  </a:lnTo>
                  <a:lnTo>
                    <a:pt x="8590" y="2699"/>
                  </a:lnTo>
                  <a:lnTo>
                    <a:pt x="8800" y="2607"/>
                  </a:lnTo>
                  <a:lnTo>
                    <a:pt x="9011" y="2510"/>
                  </a:lnTo>
                  <a:lnTo>
                    <a:pt x="9191" y="2408"/>
                  </a:lnTo>
                  <a:lnTo>
                    <a:pt x="9341" y="2296"/>
                  </a:lnTo>
                  <a:lnTo>
                    <a:pt x="9461" y="2183"/>
                  </a:lnTo>
                  <a:lnTo>
                    <a:pt x="9551" y="2056"/>
                  </a:lnTo>
                  <a:lnTo>
                    <a:pt x="9641" y="1928"/>
                  </a:lnTo>
                  <a:lnTo>
                    <a:pt x="9671" y="1791"/>
                  </a:lnTo>
                  <a:lnTo>
                    <a:pt x="9671" y="1663"/>
                  </a:lnTo>
                  <a:lnTo>
                    <a:pt x="9641" y="1541"/>
                  </a:lnTo>
                  <a:lnTo>
                    <a:pt x="9551" y="1423"/>
                  </a:lnTo>
                  <a:lnTo>
                    <a:pt x="9461" y="1311"/>
                  </a:lnTo>
                  <a:lnTo>
                    <a:pt x="9341" y="1209"/>
                  </a:lnTo>
                  <a:lnTo>
                    <a:pt x="9191" y="1107"/>
                  </a:lnTo>
                  <a:lnTo>
                    <a:pt x="9011" y="1015"/>
                  </a:lnTo>
                  <a:lnTo>
                    <a:pt x="8800" y="924"/>
                  </a:lnTo>
                  <a:lnTo>
                    <a:pt x="8560" y="842"/>
                  </a:lnTo>
                  <a:lnTo>
                    <a:pt x="8320" y="760"/>
                  </a:lnTo>
                  <a:lnTo>
                    <a:pt x="8049" y="689"/>
                  </a:lnTo>
                  <a:lnTo>
                    <a:pt x="7749" y="617"/>
                  </a:lnTo>
                  <a:lnTo>
                    <a:pt x="7449" y="551"/>
                  </a:lnTo>
                  <a:lnTo>
                    <a:pt x="7118" y="490"/>
                  </a:lnTo>
                  <a:lnTo>
                    <a:pt x="6788" y="434"/>
                  </a:lnTo>
                  <a:lnTo>
                    <a:pt x="6428" y="383"/>
                  </a:lnTo>
                  <a:lnTo>
                    <a:pt x="6037" y="332"/>
                  </a:lnTo>
                  <a:lnTo>
                    <a:pt x="5677" y="291"/>
                  </a:lnTo>
                  <a:lnTo>
                    <a:pt x="5286" y="250"/>
                  </a:lnTo>
                  <a:lnTo>
                    <a:pt x="4896" y="209"/>
                  </a:lnTo>
                  <a:lnTo>
                    <a:pt x="4475" y="179"/>
                  </a:lnTo>
                  <a:lnTo>
                    <a:pt x="4085" y="148"/>
                  </a:lnTo>
                  <a:lnTo>
                    <a:pt x="3664" y="118"/>
                  </a:lnTo>
                  <a:lnTo>
                    <a:pt x="3244" y="97"/>
                  </a:lnTo>
                  <a:lnTo>
                    <a:pt x="2403" y="56"/>
                  </a:lnTo>
                  <a:lnTo>
                    <a:pt x="1592" y="26"/>
                  </a:lnTo>
                  <a:lnTo>
                    <a:pt x="781" y="10"/>
                  </a:lnTo>
                  <a:lnTo>
                    <a:pt x="0" y="0"/>
                  </a:lnTo>
                  <a:close/>
                </a:path>
              </a:pathLst>
            </a:custGeom>
            <a:solidFill>
              <a:srgbClr val="FF75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8"/>
            <p:cNvSpPr/>
            <p:nvPr/>
          </p:nvSpPr>
          <p:spPr>
            <a:xfrm flipH="1">
              <a:off x="5589278" y="4250825"/>
              <a:ext cx="41009" cy="89275"/>
            </a:xfrm>
            <a:custGeom>
              <a:avLst/>
              <a:gdLst/>
              <a:ahLst/>
              <a:cxnLst/>
              <a:rect l="l" t="t" r="r" b="b"/>
              <a:pathLst>
                <a:path w="9672" h="3571" fill="none" extrusionOk="0">
                  <a:moveTo>
                    <a:pt x="0" y="0"/>
                  </a:moveTo>
                  <a:lnTo>
                    <a:pt x="0" y="0"/>
                  </a:lnTo>
                  <a:lnTo>
                    <a:pt x="781" y="10"/>
                  </a:lnTo>
                  <a:lnTo>
                    <a:pt x="1592" y="26"/>
                  </a:lnTo>
                  <a:lnTo>
                    <a:pt x="2403" y="56"/>
                  </a:lnTo>
                  <a:lnTo>
                    <a:pt x="3244" y="97"/>
                  </a:lnTo>
                  <a:lnTo>
                    <a:pt x="3664" y="118"/>
                  </a:lnTo>
                  <a:lnTo>
                    <a:pt x="4085" y="148"/>
                  </a:lnTo>
                  <a:lnTo>
                    <a:pt x="4475" y="179"/>
                  </a:lnTo>
                  <a:lnTo>
                    <a:pt x="4896" y="209"/>
                  </a:lnTo>
                  <a:lnTo>
                    <a:pt x="5286" y="250"/>
                  </a:lnTo>
                  <a:lnTo>
                    <a:pt x="5677" y="291"/>
                  </a:lnTo>
                  <a:lnTo>
                    <a:pt x="6037" y="332"/>
                  </a:lnTo>
                  <a:lnTo>
                    <a:pt x="6428" y="383"/>
                  </a:lnTo>
                  <a:lnTo>
                    <a:pt x="6788" y="434"/>
                  </a:lnTo>
                  <a:lnTo>
                    <a:pt x="7118" y="490"/>
                  </a:lnTo>
                  <a:lnTo>
                    <a:pt x="7449" y="551"/>
                  </a:lnTo>
                  <a:lnTo>
                    <a:pt x="7749" y="617"/>
                  </a:lnTo>
                  <a:lnTo>
                    <a:pt x="8049" y="689"/>
                  </a:lnTo>
                  <a:lnTo>
                    <a:pt x="8320" y="760"/>
                  </a:lnTo>
                  <a:lnTo>
                    <a:pt x="8560" y="842"/>
                  </a:lnTo>
                  <a:lnTo>
                    <a:pt x="8800" y="924"/>
                  </a:lnTo>
                  <a:lnTo>
                    <a:pt x="9011" y="1015"/>
                  </a:lnTo>
                  <a:lnTo>
                    <a:pt x="9191" y="1107"/>
                  </a:lnTo>
                  <a:lnTo>
                    <a:pt x="9341" y="1209"/>
                  </a:lnTo>
                  <a:lnTo>
                    <a:pt x="9461" y="1311"/>
                  </a:lnTo>
                  <a:lnTo>
                    <a:pt x="9551" y="1423"/>
                  </a:lnTo>
                  <a:lnTo>
                    <a:pt x="9641" y="1541"/>
                  </a:lnTo>
                  <a:lnTo>
                    <a:pt x="9671" y="1663"/>
                  </a:lnTo>
                  <a:lnTo>
                    <a:pt x="9671" y="1791"/>
                  </a:lnTo>
                  <a:lnTo>
                    <a:pt x="9671" y="1791"/>
                  </a:lnTo>
                  <a:lnTo>
                    <a:pt x="9641" y="1928"/>
                  </a:lnTo>
                  <a:lnTo>
                    <a:pt x="9551" y="2056"/>
                  </a:lnTo>
                  <a:lnTo>
                    <a:pt x="9461" y="2183"/>
                  </a:lnTo>
                  <a:lnTo>
                    <a:pt x="9341" y="2296"/>
                  </a:lnTo>
                  <a:lnTo>
                    <a:pt x="9191" y="2408"/>
                  </a:lnTo>
                  <a:lnTo>
                    <a:pt x="9011" y="2510"/>
                  </a:lnTo>
                  <a:lnTo>
                    <a:pt x="8800" y="2607"/>
                  </a:lnTo>
                  <a:lnTo>
                    <a:pt x="8590" y="2699"/>
                  </a:lnTo>
                  <a:lnTo>
                    <a:pt x="8320" y="2785"/>
                  </a:lnTo>
                  <a:lnTo>
                    <a:pt x="8049" y="2862"/>
                  </a:lnTo>
                  <a:lnTo>
                    <a:pt x="7779" y="2938"/>
                  </a:lnTo>
                  <a:lnTo>
                    <a:pt x="7479" y="3005"/>
                  </a:lnTo>
                  <a:lnTo>
                    <a:pt x="7148" y="3071"/>
                  </a:lnTo>
                  <a:lnTo>
                    <a:pt x="6818" y="3127"/>
                  </a:lnTo>
                  <a:lnTo>
                    <a:pt x="6488" y="3183"/>
                  </a:lnTo>
                  <a:lnTo>
                    <a:pt x="6127" y="3234"/>
                  </a:lnTo>
                  <a:lnTo>
                    <a:pt x="5737" y="3280"/>
                  </a:lnTo>
                  <a:lnTo>
                    <a:pt x="5376" y="3321"/>
                  </a:lnTo>
                  <a:lnTo>
                    <a:pt x="4986" y="3357"/>
                  </a:lnTo>
                  <a:lnTo>
                    <a:pt x="4595" y="3392"/>
                  </a:lnTo>
                  <a:lnTo>
                    <a:pt x="4205" y="3423"/>
                  </a:lnTo>
                  <a:lnTo>
                    <a:pt x="3815" y="3448"/>
                  </a:lnTo>
                  <a:lnTo>
                    <a:pt x="3034" y="3494"/>
                  </a:lnTo>
                  <a:lnTo>
                    <a:pt x="2253" y="3525"/>
                  </a:lnTo>
                  <a:lnTo>
                    <a:pt x="1502" y="3550"/>
                  </a:lnTo>
                  <a:lnTo>
                    <a:pt x="751" y="3566"/>
                  </a:lnTo>
                  <a:lnTo>
                    <a:pt x="60" y="3571"/>
                  </a:lnTo>
                  <a:lnTo>
                    <a:pt x="60" y="3571"/>
                  </a:lnTo>
                  <a:lnTo>
                    <a:pt x="60" y="3474"/>
                  </a:lnTo>
                  <a:lnTo>
                    <a:pt x="0" y="3377"/>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8"/>
            <p:cNvSpPr/>
            <p:nvPr/>
          </p:nvSpPr>
          <p:spPr>
            <a:xfrm flipH="1">
              <a:off x="5630029" y="4250700"/>
              <a:ext cx="45597" cy="89525"/>
            </a:xfrm>
            <a:custGeom>
              <a:avLst/>
              <a:gdLst/>
              <a:ahLst/>
              <a:cxnLst/>
              <a:rect l="l" t="t" r="r" b="b"/>
              <a:pathLst>
                <a:path w="10754" h="3581" extrusionOk="0">
                  <a:moveTo>
                    <a:pt x="10092" y="0"/>
                  </a:moveTo>
                  <a:lnTo>
                    <a:pt x="9432" y="5"/>
                  </a:lnTo>
                  <a:lnTo>
                    <a:pt x="8801" y="10"/>
                  </a:lnTo>
                  <a:lnTo>
                    <a:pt x="8110" y="26"/>
                  </a:lnTo>
                  <a:lnTo>
                    <a:pt x="7389" y="46"/>
                  </a:lnTo>
                  <a:lnTo>
                    <a:pt x="6669" y="72"/>
                  </a:lnTo>
                  <a:lnTo>
                    <a:pt x="5948" y="102"/>
                  </a:lnTo>
                  <a:lnTo>
                    <a:pt x="5227" y="148"/>
                  </a:lnTo>
                  <a:lnTo>
                    <a:pt x="4536" y="199"/>
                  </a:lnTo>
                  <a:lnTo>
                    <a:pt x="4176" y="230"/>
                  </a:lnTo>
                  <a:lnTo>
                    <a:pt x="3845" y="265"/>
                  </a:lnTo>
                  <a:lnTo>
                    <a:pt x="3515" y="301"/>
                  </a:lnTo>
                  <a:lnTo>
                    <a:pt x="3185" y="342"/>
                  </a:lnTo>
                  <a:lnTo>
                    <a:pt x="2884" y="383"/>
                  </a:lnTo>
                  <a:lnTo>
                    <a:pt x="2584" y="434"/>
                  </a:lnTo>
                  <a:lnTo>
                    <a:pt x="2283" y="485"/>
                  </a:lnTo>
                  <a:lnTo>
                    <a:pt x="2013" y="541"/>
                  </a:lnTo>
                  <a:lnTo>
                    <a:pt x="1743" y="602"/>
                  </a:lnTo>
                  <a:lnTo>
                    <a:pt x="1503" y="668"/>
                  </a:lnTo>
                  <a:lnTo>
                    <a:pt x="1262" y="740"/>
                  </a:lnTo>
                  <a:lnTo>
                    <a:pt x="1052" y="816"/>
                  </a:lnTo>
                  <a:lnTo>
                    <a:pt x="842" y="898"/>
                  </a:lnTo>
                  <a:lnTo>
                    <a:pt x="662" y="980"/>
                  </a:lnTo>
                  <a:lnTo>
                    <a:pt x="481" y="1071"/>
                  </a:lnTo>
                  <a:lnTo>
                    <a:pt x="361" y="1168"/>
                  </a:lnTo>
                  <a:lnTo>
                    <a:pt x="241" y="1275"/>
                  </a:lnTo>
                  <a:lnTo>
                    <a:pt x="121" y="1382"/>
                  </a:lnTo>
                  <a:lnTo>
                    <a:pt x="61" y="1500"/>
                  </a:lnTo>
                  <a:lnTo>
                    <a:pt x="1" y="1622"/>
                  </a:lnTo>
                  <a:lnTo>
                    <a:pt x="61" y="1704"/>
                  </a:lnTo>
                  <a:lnTo>
                    <a:pt x="61" y="1785"/>
                  </a:lnTo>
                  <a:lnTo>
                    <a:pt x="61" y="1887"/>
                  </a:lnTo>
                  <a:lnTo>
                    <a:pt x="31" y="2000"/>
                  </a:lnTo>
                  <a:lnTo>
                    <a:pt x="121" y="2107"/>
                  </a:lnTo>
                  <a:lnTo>
                    <a:pt x="211" y="2209"/>
                  </a:lnTo>
                  <a:lnTo>
                    <a:pt x="361" y="2306"/>
                  </a:lnTo>
                  <a:lnTo>
                    <a:pt x="511" y="2403"/>
                  </a:lnTo>
                  <a:lnTo>
                    <a:pt x="692" y="2489"/>
                  </a:lnTo>
                  <a:lnTo>
                    <a:pt x="902" y="2576"/>
                  </a:lnTo>
                  <a:lnTo>
                    <a:pt x="1142" y="2658"/>
                  </a:lnTo>
                  <a:lnTo>
                    <a:pt x="1382" y="2739"/>
                  </a:lnTo>
                  <a:lnTo>
                    <a:pt x="1653" y="2811"/>
                  </a:lnTo>
                  <a:lnTo>
                    <a:pt x="1923" y="2882"/>
                  </a:lnTo>
                  <a:lnTo>
                    <a:pt x="2223" y="2948"/>
                  </a:lnTo>
                  <a:lnTo>
                    <a:pt x="2554" y="3010"/>
                  </a:lnTo>
                  <a:lnTo>
                    <a:pt x="2884" y="3071"/>
                  </a:lnTo>
                  <a:lnTo>
                    <a:pt x="3215" y="3127"/>
                  </a:lnTo>
                  <a:lnTo>
                    <a:pt x="3575" y="3178"/>
                  </a:lnTo>
                  <a:lnTo>
                    <a:pt x="3935" y="3224"/>
                  </a:lnTo>
                  <a:lnTo>
                    <a:pt x="4296" y="3270"/>
                  </a:lnTo>
                  <a:lnTo>
                    <a:pt x="4686" y="3311"/>
                  </a:lnTo>
                  <a:lnTo>
                    <a:pt x="5047" y="3351"/>
                  </a:lnTo>
                  <a:lnTo>
                    <a:pt x="5437" y="3387"/>
                  </a:lnTo>
                  <a:lnTo>
                    <a:pt x="6218" y="3448"/>
                  </a:lnTo>
                  <a:lnTo>
                    <a:pt x="6969" y="3494"/>
                  </a:lnTo>
                  <a:lnTo>
                    <a:pt x="7750" y="3535"/>
                  </a:lnTo>
                  <a:lnTo>
                    <a:pt x="8471" y="3560"/>
                  </a:lnTo>
                  <a:lnTo>
                    <a:pt x="9161" y="3576"/>
                  </a:lnTo>
                  <a:lnTo>
                    <a:pt x="9792" y="3581"/>
                  </a:lnTo>
                  <a:lnTo>
                    <a:pt x="9972" y="3581"/>
                  </a:lnTo>
                  <a:lnTo>
                    <a:pt x="10753" y="3576"/>
                  </a:lnTo>
                  <a:lnTo>
                    <a:pt x="10753" y="3479"/>
                  </a:lnTo>
                  <a:lnTo>
                    <a:pt x="10693" y="3382"/>
                  </a:lnTo>
                  <a:lnTo>
                    <a:pt x="10693" y="5"/>
                  </a:lnTo>
                  <a:lnTo>
                    <a:pt x="10092" y="0"/>
                  </a:lnTo>
                  <a:close/>
                </a:path>
              </a:pathLst>
            </a:custGeom>
            <a:solidFill>
              <a:srgbClr val="FF2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8"/>
            <p:cNvSpPr/>
            <p:nvPr/>
          </p:nvSpPr>
          <p:spPr>
            <a:xfrm flipH="1">
              <a:off x="5630029" y="4250700"/>
              <a:ext cx="45597" cy="89525"/>
            </a:xfrm>
            <a:custGeom>
              <a:avLst/>
              <a:gdLst/>
              <a:ahLst/>
              <a:cxnLst/>
              <a:rect l="l" t="t" r="r" b="b"/>
              <a:pathLst>
                <a:path w="10754" h="3581" fill="none" extrusionOk="0">
                  <a:moveTo>
                    <a:pt x="10092" y="0"/>
                  </a:moveTo>
                  <a:lnTo>
                    <a:pt x="10092" y="0"/>
                  </a:lnTo>
                  <a:lnTo>
                    <a:pt x="10693" y="5"/>
                  </a:lnTo>
                  <a:lnTo>
                    <a:pt x="10693" y="3382"/>
                  </a:lnTo>
                  <a:lnTo>
                    <a:pt x="10693" y="3382"/>
                  </a:lnTo>
                  <a:lnTo>
                    <a:pt x="10753" y="3479"/>
                  </a:lnTo>
                  <a:lnTo>
                    <a:pt x="10753" y="3576"/>
                  </a:lnTo>
                  <a:lnTo>
                    <a:pt x="10753" y="3576"/>
                  </a:lnTo>
                  <a:lnTo>
                    <a:pt x="9972" y="3581"/>
                  </a:lnTo>
                  <a:lnTo>
                    <a:pt x="9972" y="3581"/>
                  </a:lnTo>
                  <a:lnTo>
                    <a:pt x="9792" y="3581"/>
                  </a:lnTo>
                  <a:lnTo>
                    <a:pt x="9792" y="3581"/>
                  </a:lnTo>
                  <a:lnTo>
                    <a:pt x="9161" y="3576"/>
                  </a:lnTo>
                  <a:lnTo>
                    <a:pt x="8471" y="3560"/>
                  </a:lnTo>
                  <a:lnTo>
                    <a:pt x="7750" y="3535"/>
                  </a:lnTo>
                  <a:lnTo>
                    <a:pt x="6969" y="3494"/>
                  </a:lnTo>
                  <a:lnTo>
                    <a:pt x="6218" y="3448"/>
                  </a:lnTo>
                  <a:lnTo>
                    <a:pt x="5437" y="3387"/>
                  </a:lnTo>
                  <a:lnTo>
                    <a:pt x="5047" y="3351"/>
                  </a:lnTo>
                  <a:lnTo>
                    <a:pt x="4686" y="3311"/>
                  </a:lnTo>
                  <a:lnTo>
                    <a:pt x="4296" y="3270"/>
                  </a:lnTo>
                  <a:lnTo>
                    <a:pt x="3935" y="3224"/>
                  </a:lnTo>
                  <a:lnTo>
                    <a:pt x="3575" y="3178"/>
                  </a:lnTo>
                  <a:lnTo>
                    <a:pt x="3215" y="3127"/>
                  </a:lnTo>
                  <a:lnTo>
                    <a:pt x="2884" y="3071"/>
                  </a:lnTo>
                  <a:lnTo>
                    <a:pt x="2554" y="3010"/>
                  </a:lnTo>
                  <a:lnTo>
                    <a:pt x="2223" y="2948"/>
                  </a:lnTo>
                  <a:lnTo>
                    <a:pt x="1923" y="2882"/>
                  </a:lnTo>
                  <a:lnTo>
                    <a:pt x="1653" y="2811"/>
                  </a:lnTo>
                  <a:lnTo>
                    <a:pt x="1382" y="2739"/>
                  </a:lnTo>
                  <a:lnTo>
                    <a:pt x="1142" y="2658"/>
                  </a:lnTo>
                  <a:lnTo>
                    <a:pt x="902" y="2576"/>
                  </a:lnTo>
                  <a:lnTo>
                    <a:pt x="692" y="2489"/>
                  </a:lnTo>
                  <a:lnTo>
                    <a:pt x="511" y="2403"/>
                  </a:lnTo>
                  <a:lnTo>
                    <a:pt x="361" y="2306"/>
                  </a:lnTo>
                  <a:lnTo>
                    <a:pt x="211" y="2209"/>
                  </a:lnTo>
                  <a:lnTo>
                    <a:pt x="121" y="2107"/>
                  </a:lnTo>
                  <a:lnTo>
                    <a:pt x="31" y="2000"/>
                  </a:lnTo>
                  <a:lnTo>
                    <a:pt x="31" y="2000"/>
                  </a:lnTo>
                  <a:lnTo>
                    <a:pt x="61" y="1887"/>
                  </a:lnTo>
                  <a:lnTo>
                    <a:pt x="61" y="1785"/>
                  </a:lnTo>
                  <a:lnTo>
                    <a:pt x="61" y="1785"/>
                  </a:lnTo>
                  <a:lnTo>
                    <a:pt x="61" y="1704"/>
                  </a:lnTo>
                  <a:lnTo>
                    <a:pt x="1" y="1622"/>
                  </a:lnTo>
                  <a:lnTo>
                    <a:pt x="1" y="1622"/>
                  </a:lnTo>
                  <a:lnTo>
                    <a:pt x="61" y="1500"/>
                  </a:lnTo>
                  <a:lnTo>
                    <a:pt x="121" y="1382"/>
                  </a:lnTo>
                  <a:lnTo>
                    <a:pt x="241" y="1275"/>
                  </a:lnTo>
                  <a:lnTo>
                    <a:pt x="361" y="1168"/>
                  </a:lnTo>
                  <a:lnTo>
                    <a:pt x="481" y="1071"/>
                  </a:lnTo>
                  <a:lnTo>
                    <a:pt x="662" y="980"/>
                  </a:lnTo>
                  <a:lnTo>
                    <a:pt x="842" y="898"/>
                  </a:lnTo>
                  <a:lnTo>
                    <a:pt x="1052" y="816"/>
                  </a:lnTo>
                  <a:lnTo>
                    <a:pt x="1262" y="740"/>
                  </a:lnTo>
                  <a:lnTo>
                    <a:pt x="1503" y="668"/>
                  </a:lnTo>
                  <a:lnTo>
                    <a:pt x="1743" y="602"/>
                  </a:lnTo>
                  <a:lnTo>
                    <a:pt x="2013" y="541"/>
                  </a:lnTo>
                  <a:lnTo>
                    <a:pt x="2283" y="485"/>
                  </a:lnTo>
                  <a:lnTo>
                    <a:pt x="2584" y="434"/>
                  </a:lnTo>
                  <a:lnTo>
                    <a:pt x="2884" y="383"/>
                  </a:lnTo>
                  <a:lnTo>
                    <a:pt x="3185" y="342"/>
                  </a:lnTo>
                  <a:lnTo>
                    <a:pt x="3515" y="301"/>
                  </a:lnTo>
                  <a:lnTo>
                    <a:pt x="3845" y="265"/>
                  </a:lnTo>
                  <a:lnTo>
                    <a:pt x="4176" y="230"/>
                  </a:lnTo>
                  <a:lnTo>
                    <a:pt x="4536" y="199"/>
                  </a:lnTo>
                  <a:lnTo>
                    <a:pt x="5227" y="148"/>
                  </a:lnTo>
                  <a:lnTo>
                    <a:pt x="5948" y="102"/>
                  </a:lnTo>
                  <a:lnTo>
                    <a:pt x="6669" y="72"/>
                  </a:lnTo>
                  <a:lnTo>
                    <a:pt x="7389" y="46"/>
                  </a:lnTo>
                  <a:lnTo>
                    <a:pt x="8110" y="26"/>
                  </a:lnTo>
                  <a:lnTo>
                    <a:pt x="8801" y="10"/>
                  </a:lnTo>
                  <a:lnTo>
                    <a:pt x="8801" y="10"/>
                  </a:lnTo>
                  <a:lnTo>
                    <a:pt x="9432" y="5"/>
                  </a:lnTo>
                  <a:lnTo>
                    <a:pt x="1009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8"/>
            <p:cNvSpPr/>
            <p:nvPr/>
          </p:nvSpPr>
          <p:spPr>
            <a:xfrm flipH="1">
              <a:off x="5675367" y="4291250"/>
              <a:ext cx="386" cy="9450"/>
            </a:xfrm>
            <a:custGeom>
              <a:avLst/>
              <a:gdLst/>
              <a:ahLst/>
              <a:cxnLst/>
              <a:rect l="l" t="t" r="r" b="b"/>
              <a:pathLst>
                <a:path w="91" h="378" extrusionOk="0">
                  <a:moveTo>
                    <a:pt x="31" y="0"/>
                  </a:moveTo>
                  <a:lnTo>
                    <a:pt x="1" y="72"/>
                  </a:lnTo>
                  <a:lnTo>
                    <a:pt x="1" y="225"/>
                  </a:lnTo>
                  <a:lnTo>
                    <a:pt x="61" y="378"/>
                  </a:lnTo>
                  <a:lnTo>
                    <a:pt x="91" y="265"/>
                  </a:lnTo>
                  <a:lnTo>
                    <a:pt x="91" y="163"/>
                  </a:lnTo>
                  <a:lnTo>
                    <a:pt x="91" y="82"/>
                  </a:lnTo>
                  <a:lnTo>
                    <a:pt x="31" y="0"/>
                  </a:lnTo>
                  <a:close/>
                </a:path>
              </a:pathLst>
            </a:custGeom>
            <a:solidFill>
              <a:srgbClr val="FF10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8"/>
            <p:cNvSpPr/>
            <p:nvPr/>
          </p:nvSpPr>
          <p:spPr>
            <a:xfrm flipH="1">
              <a:off x="5675367" y="4291250"/>
              <a:ext cx="386" cy="9450"/>
            </a:xfrm>
            <a:custGeom>
              <a:avLst/>
              <a:gdLst/>
              <a:ahLst/>
              <a:cxnLst/>
              <a:rect l="l" t="t" r="r" b="b"/>
              <a:pathLst>
                <a:path w="91" h="378" fill="none" extrusionOk="0">
                  <a:moveTo>
                    <a:pt x="31" y="0"/>
                  </a:moveTo>
                  <a:lnTo>
                    <a:pt x="31" y="0"/>
                  </a:lnTo>
                  <a:lnTo>
                    <a:pt x="91" y="82"/>
                  </a:lnTo>
                  <a:lnTo>
                    <a:pt x="91" y="163"/>
                  </a:lnTo>
                  <a:lnTo>
                    <a:pt x="91" y="163"/>
                  </a:lnTo>
                  <a:lnTo>
                    <a:pt x="91" y="265"/>
                  </a:lnTo>
                  <a:lnTo>
                    <a:pt x="61" y="378"/>
                  </a:lnTo>
                  <a:lnTo>
                    <a:pt x="61" y="378"/>
                  </a:lnTo>
                  <a:lnTo>
                    <a:pt x="1" y="225"/>
                  </a:lnTo>
                  <a:lnTo>
                    <a:pt x="1" y="72"/>
                  </a:lnTo>
                  <a:lnTo>
                    <a:pt x="1" y="72"/>
                  </a:lnTo>
                  <a:lnTo>
                    <a:pt x="3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8"/>
            <p:cNvSpPr/>
            <p:nvPr/>
          </p:nvSpPr>
          <p:spPr>
            <a:xfrm flipH="1">
              <a:off x="5809207" y="4202500"/>
              <a:ext cx="38847" cy="50125"/>
            </a:xfrm>
            <a:custGeom>
              <a:avLst/>
              <a:gdLst/>
              <a:ahLst/>
              <a:cxnLst/>
              <a:rect l="l" t="t" r="r" b="b"/>
              <a:pathLst>
                <a:path w="9162" h="2005" extrusionOk="0">
                  <a:moveTo>
                    <a:pt x="9161" y="0"/>
                  </a:moveTo>
                  <a:lnTo>
                    <a:pt x="8591" y="15"/>
                  </a:lnTo>
                  <a:lnTo>
                    <a:pt x="8050" y="36"/>
                  </a:lnTo>
                  <a:lnTo>
                    <a:pt x="7510" y="61"/>
                  </a:lnTo>
                  <a:lnTo>
                    <a:pt x="6999" y="87"/>
                  </a:lnTo>
                  <a:lnTo>
                    <a:pt x="6518" y="123"/>
                  </a:lnTo>
                  <a:lnTo>
                    <a:pt x="6038" y="158"/>
                  </a:lnTo>
                  <a:lnTo>
                    <a:pt x="5587" y="204"/>
                  </a:lnTo>
                  <a:lnTo>
                    <a:pt x="5137" y="250"/>
                  </a:lnTo>
                  <a:lnTo>
                    <a:pt x="4716" y="296"/>
                  </a:lnTo>
                  <a:lnTo>
                    <a:pt x="4326" y="352"/>
                  </a:lnTo>
                  <a:lnTo>
                    <a:pt x="3935" y="408"/>
                  </a:lnTo>
                  <a:lnTo>
                    <a:pt x="3575" y="469"/>
                  </a:lnTo>
                  <a:lnTo>
                    <a:pt x="3215" y="531"/>
                  </a:lnTo>
                  <a:lnTo>
                    <a:pt x="2884" y="597"/>
                  </a:lnTo>
                  <a:lnTo>
                    <a:pt x="2584" y="663"/>
                  </a:lnTo>
                  <a:lnTo>
                    <a:pt x="2284" y="735"/>
                  </a:lnTo>
                  <a:lnTo>
                    <a:pt x="2013" y="806"/>
                  </a:lnTo>
                  <a:lnTo>
                    <a:pt x="1773" y="877"/>
                  </a:lnTo>
                  <a:lnTo>
                    <a:pt x="1533" y="954"/>
                  </a:lnTo>
                  <a:lnTo>
                    <a:pt x="1292" y="1030"/>
                  </a:lnTo>
                  <a:lnTo>
                    <a:pt x="1082" y="1112"/>
                  </a:lnTo>
                  <a:lnTo>
                    <a:pt x="902" y="1189"/>
                  </a:lnTo>
                  <a:lnTo>
                    <a:pt x="752" y="1270"/>
                  </a:lnTo>
                  <a:lnTo>
                    <a:pt x="602" y="1352"/>
                  </a:lnTo>
                  <a:lnTo>
                    <a:pt x="331" y="1515"/>
                  </a:lnTo>
                  <a:lnTo>
                    <a:pt x="151" y="1683"/>
                  </a:lnTo>
                  <a:lnTo>
                    <a:pt x="61" y="1847"/>
                  </a:lnTo>
                  <a:lnTo>
                    <a:pt x="1" y="2005"/>
                  </a:lnTo>
                  <a:lnTo>
                    <a:pt x="9161" y="2005"/>
                  </a:lnTo>
                  <a:lnTo>
                    <a:pt x="9161" y="0"/>
                  </a:lnTo>
                  <a:close/>
                </a:path>
              </a:pathLst>
            </a:custGeom>
            <a:solidFill>
              <a:srgbClr val="FF75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8"/>
            <p:cNvSpPr/>
            <p:nvPr/>
          </p:nvSpPr>
          <p:spPr>
            <a:xfrm flipH="1">
              <a:off x="5809207" y="4202500"/>
              <a:ext cx="38847" cy="50125"/>
            </a:xfrm>
            <a:custGeom>
              <a:avLst/>
              <a:gdLst/>
              <a:ahLst/>
              <a:cxnLst/>
              <a:rect l="l" t="t" r="r" b="b"/>
              <a:pathLst>
                <a:path w="9162" h="2005" fill="none" extrusionOk="0">
                  <a:moveTo>
                    <a:pt x="9161" y="0"/>
                  </a:moveTo>
                  <a:lnTo>
                    <a:pt x="9161" y="2005"/>
                  </a:lnTo>
                  <a:lnTo>
                    <a:pt x="1" y="2005"/>
                  </a:lnTo>
                  <a:lnTo>
                    <a:pt x="1" y="2005"/>
                  </a:lnTo>
                  <a:lnTo>
                    <a:pt x="61" y="1847"/>
                  </a:lnTo>
                  <a:lnTo>
                    <a:pt x="151" y="1683"/>
                  </a:lnTo>
                  <a:lnTo>
                    <a:pt x="331" y="1515"/>
                  </a:lnTo>
                  <a:lnTo>
                    <a:pt x="602" y="1352"/>
                  </a:lnTo>
                  <a:lnTo>
                    <a:pt x="752" y="1270"/>
                  </a:lnTo>
                  <a:lnTo>
                    <a:pt x="902" y="1189"/>
                  </a:lnTo>
                  <a:lnTo>
                    <a:pt x="1082" y="1112"/>
                  </a:lnTo>
                  <a:lnTo>
                    <a:pt x="1292" y="1030"/>
                  </a:lnTo>
                  <a:lnTo>
                    <a:pt x="1533" y="954"/>
                  </a:lnTo>
                  <a:lnTo>
                    <a:pt x="1773" y="877"/>
                  </a:lnTo>
                  <a:lnTo>
                    <a:pt x="2013" y="806"/>
                  </a:lnTo>
                  <a:lnTo>
                    <a:pt x="2284" y="735"/>
                  </a:lnTo>
                  <a:lnTo>
                    <a:pt x="2584" y="663"/>
                  </a:lnTo>
                  <a:lnTo>
                    <a:pt x="2884" y="597"/>
                  </a:lnTo>
                  <a:lnTo>
                    <a:pt x="3215" y="531"/>
                  </a:lnTo>
                  <a:lnTo>
                    <a:pt x="3575" y="469"/>
                  </a:lnTo>
                  <a:lnTo>
                    <a:pt x="3935" y="408"/>
                  </a:lnTo>
                  <a:lnTo>
                    <a:pt x="4326" y="352"/>
                  </a:lnTo>
                  <a:lnTo>
                    <a:pt x="4716" y="296"/>
                  </a:lnTo>
                  <a:lnTo>
                    <a:pt x="5137" y="250"/>
                  </a:lnTo>
                  <a:lnTo>
                    <a:pt x="5587" y="204"/>
                  </a:lnTo>
                  <a:lnTo>
                    <a:pt x="6038" y="158"/>
                  </a:lnTo>
                  <a:lnTo>
                    <a:pt x="6518" y="123"/>
                  </a:lnTo>
                  <a:lnTo>
                    <a:pt x="6999" y="87"/>
                  </a:lnTo>
                  <a:lnTo>
                    <a:pt x="7510" y="61"/>
                  </a:lnTo>
                  <a:lnTo>
                    <a:pt x="8050" y="36"/>
                  </a:lnTo>
                  <a:lnTo>
                    <a:pt x="8591" y="15"/>
                  </a:lnTo>
                  <a:lnTo>
                    <a:pt x="916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8"/>
            <p:cNvSpPr/>
            <p:nvPr/>
          </p:nvSpPr>
          <p:spPr>
            <a:xfrm flipH="1">
              <a:off x="5755978" y="4202100"/>
              <a:ext cx="53233" cy="50525"/>
            </a:xfrm>
            <a:custGeom>
              <a:avLst/>
              <a:gdLst/>
              <a:ahLst/>
              <a:cxnLst/>
              <a:rect l="l" t="t" r="r" b="b"/>
              <a:pathLst>
                <a:path w="12555" h="2021" extrusionOk="0">
                  <a:moveTo>
                    <a:pt x="1322" y="1"/>
                  </a:moveTo>
                  <a:lnTo>
                    <a:pt x="661" y="6"/>
                  </a:lnTo>
                  <a:lnTo>
                    <a:pt x="0" y="16"/>
                  </a:lnTo>
                  <a:lnTo>
                    <a:pt x="0" y="2021"/>
                  </a:lnTo>
                  <a:lnTo>
                    <a:pt x="12555" y="2021"/>
                  </a:lnTo>
                  <a:lnTo>
                    <a:pt x="12555" y="1939"/>
                  </a:lnTo>
                  <a:lnTo>
                    <a:pt x="12495" y="1852"/>
                  </a:lnTo>
                  <a:lnTo>
                    <a:pt x="12435" y="1766"/>
                  </a:lnTo>
                  <a:lnTo>
                    <a:pt x="12345" y="1679"/>
                  </a:lnTo>
                  <a:lnTo>
                    <a:pt x="12255" y="1587"/>
                  </a:lnTo>
                  <a:lnTo>
                    <a:pt x="12104" y="1500"/>
                  </a:lnTo>
                  <a:lnTo>
                    <a:pt x="11954" y="1414"/>
                  </a:lnTo>
                  <a:lnTo>
                    <a:pt x="11774" y="1327"/>
                  </a:lnTo>
                  <a:lnTo>
                    <a:pt x="11564" y="1240"/>
                  </a:lnTo>
                  <a:lnTo>
                    <a:pt x="11354" y="1154"/>
                  </a:lnTo>
                  <a:lnTo>
                    <a:pt x="11113" y="1072"/>
                  </a:lnTo>
                  <a:lnTo>
                    <a:pt x="10843" y="990"/>
                  </a:lnTo>
                  <a:lnTo>
                    <a:pt x="10543" y="909"/>
                  </a:lnTo>
                  <a:lnTo>
                    <a:pt x="10242" y="827"/>
                  </a:lnTo>
                  <a:lnTo>
                    <a:pt x="9912" y="751"/>
                  </a:lnTo>
                  <a:lnTo>
                    <a:pt x="9582" y="674"/>
                  </a:lnTo>
                  <a:lnTo>
                    <a:pt x="9191" y="603"/>
                  </a:lnTo>
                  <a:lnTo>
                    <a:pt x="8801" y="531"/>
                  </a:lnTo>
                  <a:lnTo>
                    <a:pt x="8410" y="465"/>
                  </a:lnTo>
                  <a:lnTo>
                    <a:pt x="7960" y="404"/>
                  </a:lnTo>
                  <a:lnTo>
                    <a:pt x="7509" y="348"/>
                  </a:lnTo>
                  <a:lnTo>
                    <a:pt x="7059" y="292"/>
                  </a:lnTo>
                  <a:lnTo>
                    <a:pt x="6578" y="241"/>
                  </a:lnTo>
                  <a:lnTo>
                    <a:pt x="6067" y="190"/>
                  </a:lnTo>
                  <a:lnTo>
                    <a:pt x="5527" y="149"/>
                  </a:lnTo>
                  <a:lnTo>
                    <a:pt x="4986" y="113"/>
                  </a:lnTo>
                  <a:lnTo>
                    <a:pt x="4416" y="77"/>
                  </a:lnTo>
                  <a:lnTo>
                    <a:pt x="3845" y="52"/>
                  </a:lnTo>
                  <a:lnTo>
                    <a:pt x="3244" y="31"/>
                  </a:lnTo>
                  <a:lnTo>
                    <a:pt x="2613" y="16"/>
                  </a:lnTo>
                  <a:lnTo>
                    <a:pt x="1983" y="6"/>
                  </a:lnTo>
                  <a:lnTo>
                    <a:pt x="1322" y="1"/>
                  </a:lnTo>
                  <a:close/>
                </a:path>
              </a:pathLst>
            </a:custGeom>
            <a:solidFill>
              <a:srgbClr val="FF36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8"/>
            <p:cNvSpPr/>
            <p:nvPr/>
          </p:nvSpPr>
          <p:spPr>
            <a:xfrm flipH="1">
              <a:off x="5755978" y="4202100"/>
              <a:ext cx="53233" cy="50525"/>
            </a:xfrm>
            <a:custGeom>
              <a:avLst/>
              <a:gdLst/>
              <a:ahLst/>
              <a:cxnLst/>
              <a:rect l="l" t="t" r="r" b="b"/>
              <a:pathLst>
                <a:path w="12555" h="2021" fill="none" extrusionOk="0">
                  <a:moveTo>
                    <a:pt x="1322" y="1"/>
                  </a:moveTo>
                  <a:lnTo>
                    <a:pt x="1322" y="1"/>
                  </a:lnTo>
                  <a:lnTo>
                    <a:pt x="1983" y="6"/>
                  </a:lnTo>
                  <a:lnTo>
                    <a:pt x="2613" y="16"/>
                  </a:lnTo>
                  <a:lnTo>
                    <a:pt x="3244" y="31"/>
                  </a:lnTo>
                  <a:lnTo>
                    <a:pt x="3845" y="52"/>
                  </a:lnTo>
                  <a:lnTo>
                    <a:pt x="4416" y="77"/>
                  </a:lnTo>
                  <a:lnTo>
                    <a:pt x="4986" y="113"/>
                  </a:lnTo>
                  <a:lnTo>
                    <a:pt x="5527" y="149"/>
                  </a:lnTo>
                  <a:lnTo>
                    <a:pt x="6067" y="190"/>
                  </a:lnTo>
                  <a:lnTo>
                    <a:pt x="6578" y="241"/>
                  </a:lnTo>
                  <a:lnTo>
                    <a:pt x="7059" y="292"/>
                  </a:lnTo>
                  <a:lnTo>
                    <a:pt x="7509" y="348"/>
                  </a:lnTo>
                  <a:lnTo>
                    <a:pt x="7960" y="404"/>
                  </a:lnTo>
                  <a:lnTo>
                    <a:pt x="8410" y="465"/>
                  </a:lnTo>
                  <a:lnTo>
                    <a:pt x="8801" y="531"/>
                  </a:lnTo>
                  <a:lnTo>
                    <a:pt x="9191" y="603"/>
                  </a:lnTo>
                  <a:lnTo>
                    <a:pt x="9582" y="674"/>
                  </a:lnTo>
                  <a:lnTo>
                    <a:pt x="9912" y="751"/>
                  </a:lnTo>
                  <a:lnTo>
                    <a:pt x="10242" y="827"/>
                  </a:lnTo>
                  <a:lnTo>
                    <a:pt x="10543" y="909"/>
                  </a:lnTo>
                  <a:lnTo>
                    <a:pt x="10843" y="990"/>
                  </a:lnTo>
                  <a:lnTo>
                    <a:pt x="11113" y="1072"/>
                  </a:lnTo>
                  <a:lnTo>
                    <a:pt x="11354" y="1154"/>
                  </a:lnTo>
                  <a:lnTo>
                    <a:pt x="11564" y="1240"/>
                  </a:lnTo>
                  <a:lnTo>
                    <a:pt x="11774" y="1327"/>
                  </a:lnTo>
                  <a:lnTo>
                    <a:pt x="11954" y="1414"/>
                  </a:lnTo>
                  <a:lnTo>
                    <a:pt x="12104" y="1500"/>
                  </a:lnTo>
                  <a:lnTo>
                    <a:pt x="12255" y="1587"/>
                  </a:lnTo>
                  <a:lnTo>
                    <a:pt x="12345" y="1679"/>
                  </a:lnTo>
                  <a:lnTo>
                    <a:pt x="12435" y="1766"/>
                  </a:lnTo>
                  <a:lnTo>
                    <a:pt x="12495" y="1852"/>
                  </a:lnTo>
                  <a:lnTo>
                    <a:pt x="12555" y="1939"/>
                  </a:lnTo>
                  <a:lnTo>
                    <a:pt x="12555" y="2021"/>
                  </a:lnTo>
                  <a:lnTo>
                    <a:pt x="0" y="2021"/>
                  </a:lnTo>
                  <a:lnTo>
                    <a:pt x="0" y="16"/>
                  </a:lnTo>
                  <a:lnTo>
                    <a:pt x="0" y="16"/>
                  </a:lnTo>
                  <a:lnTo>
                    <a:pt x="661" y="6"/>
                  </a:lnTo>
                  <a:lnTo>
                    <a:pt x="132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8"/>
            <p:cNvSpPr/>
            <p:nvPr/>
          </p:nvSpPr>
          <p:spPr>
            <a:xfrm flipH="1">
              <a:off x="5808825" y="4252600"/>
              <a:ext cx="39228" cy="44525"/>
            </a:xfrm>
            <a:custGeom>
              <a:avLst/>
              <a:gdLst/>
              <a:ahLst/>
              <a:cxnLst/>
              <a:rect l="l" t="t" r="r" b="b"/>
              <a:pathLst>
                <a:path w="9252" h="1781" extrusionOk="0">
                  <a:moveTo>
                    <a:pt x="1" y="1"/>
                  </a:moveTo>
                  <a:lnTo>
                    <a:pt x="1" y="16"/>
                  </a:lnTo>
                  <a:lnTo>
                    <a:pt x="31" y="98"/>
                  </a:lnTo>
                  <a:lnTo>
                    <a:pt x="61" y="179"/>
                  </a:lnTo>
                  <a:lnTo>
                    <a:pt x="121" y="261"/>
                  </a:lnTo>
                  <a:lnTo>
                    <a:pt x="211" y="342"/>
                  </a:lnTo>
                  <a:lnTo>
                    <a:pt x="301" y="419"/>
                  </a:lnTo>
                  <a:lnTo>
                    <a:pt x="421" y="501"/>
                  </a:lnTo>
                  <a:lnTo>
                    <a:pt x="572" y="577"/>
                  </a:lnTo>
                  <a:lnTo>
                    <a:pt x="752" y="654"/>
                  </a:lnTo>
                  <a:lnTo>
                    <a:pt x="932" y="725"/>
                  </a:lnTo>
                  <a:lnTo>
                    <a:pt x="1142" y="802"/>
                  </a:lnTo>
                  <a:lnTo>
                    <a:pt x="1382" y="873"/>
                  </a:lnTo>
                  <a:lnTo>
                    <a:pt x="1623" y="944"/>
                  </a:lnTo>
                  <a:lnTo>
                    <a:pt x="1863" y="1011"/>
                  </a:lnTo>
                  <a:lnTo>
                    <a:pt x="2163" y="1077"/>
                  </a:lnTo>
                  <a:lnTo>
                    <a:pt x="2434" y="1138"/>
                  </a:lnTo>
                  <a:lnTo>
                    <a:pt x="2764" y="1204"/>
                  </a:lnTo>
                  <a:lnTo>
                    <a:pt x="3064" y="1261"/>
                  </a:lnTo>
                  <a:lnTo>
                    <a:pt x="3425" y="1317"/>
                  </a:lnTo>
                  <a:lnTo>
                    <a:pt x="3755" y="1373"/>
                  </a:lnTo>
                  <a:lnTo>
                    <a:pt x="4116" y="1424"/>
                  </a:lnTo>
                  <a:lnTo>
                    <a:pt x="4506" y="1475"/>
                  </a:lnTo>
                  <a:lnTo>
                    <a:pt x="4897" y="1521"/>
                  </a:lnTo>
                  <a:lnTo>
                    <a:pt x="5287" y="1562"/>
                  </a:lnTo>
                  <a:lnTo>
                    <a:pt x="5677" y="1602"/>
                  </a:lnTo>
                  <a:lnTo>
                    <a:pt x="6098" y="1638"/>
                  </a:lnTo>
                  <a:lnTo>
                    <a:pt x="6518" y="1669"/>
                  </a:lnTo>
                  <a:lnTo>
                    <a:pt x="6969" y="1699"/>
                  </a:lnTo>
                  <a:lnTo>
                    <a:pt x="7419" y="1725"/>
                  </a:lnTo>
                  <a:lnTo>
                    <a:pt x="7870" y="1745"/>
                  </a:lnTo>
                  <a:lnTo>
                    <a:pt x="8320" y="1760"/>
                  </a:lnTo>
                  <a:lnTo>
                    <a:pt x="8771" y="1771"/>
                  </a:lnTo>
                  <a:lnTo>
                    <a:pt x="9252" y="1781"/>
                  </a:lnTo>
                  <a:lnTo>
                    <a:pt x="9191" y="1638"/>
                  </a:lnTo>
                  <a:lnTo>
                    <a:pt x="9161" y="1495"/>
                  </a:lnTo>
                  <a:lnTo>
                    <a:pt x="9161" y="1"/>
                  </a:lnTo>
                  <a:close/>
                </a:path>
              </a:pathLst>
            </a:custGeom>
            <a:solidFill>
              <a:srgbClr val="FF2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8"/>
            <p:cNvSpPr/>
            <p:nvPr/>
          </p:nvSpPr>
          <p:spPr>
            <a:xfrm flipH="1">
              <a:off x="5808825" y="4252600"/>
              <a:ext cx="39228" cy="44525"/>
            </a:xfrm>
            <a:custGeom>
              <a:avLst/>
              <a:gdLst/>
              <a:ahLst/>
              <a:cxnLst/>
              <a:rect l="l" t="t" r="r" b="b"/>
              <a:pathLst>
                <a:path w="9252" h="1781" fill="none" extrusionOk="0">
                  <a:moveTo>
                    <a:pt x="9161" y="1"/>
                  </a:moveTo>
                  <a:lnTo>
                    <a:pt x="9161" y="1495"/>
                  </a:lnTo>
                  <a:lnTo>
                    <a:pt x="9161" y="1495"/>
                  </a:lnTo>
                  <a:lnTo>
                    <a:pt x="9191" y="1638"/>
                  </a:lnTo>
                  <a:lnTo>
                    <a:pt x="9252" y="1781"/>
                  </a:lnTo>
                  <a:lnTo>
                    <a:pt x="9252" y="1781"/>
                  </a:lnTo>
                  <a:lnTo>
                    <a:pt x="8771" y="1771"/>
                  </a:lnTo>
                  <a:lnTo>
                    <a:pt x="8320" y="1760"/>
                  </a:lnTo>
                  <a:lnTo>
                    <a:pt x="7870" y="1745"/>
                  </a:lnTo>
                  <a:lnTo>
                    <a:pt x="7419" y="1725"/>
                  </a:lnTo>
                  <a:lnTo>
                    <a:pt x="6969" y="1699"/>
                  </a:lnTo>
                  <a:lnTo>
                    <a:pt x="6518" y="1669"/>
                  </a:lnTo>
                  <a:lnTo>
                    <a:pt x="6098" y="1638"/>
                  </a:lnTo>
                  <a:lnTo>
                    <a:pt x="5677" y="1602"/>
                  </a:lnTo>
                  <a:lnTo>
                    <a:pt x="5287" y="1562"/>
                  </a:lnTo>
                  <a:lnTo>
                    <a:pt x="4897" y="1521"/>
                  </a:lnTo>
                  <a:lnTo>
                    <a:pt x="4506" y="1475"/>
                  </a:lnTo>
                  <a:lnTo>
                    <a:pt x="4116" y="1424"/>
                  </a:lnTo>
                  <a:lnTo>
                    <a:pt x="3755" y="1373"/>
                  </a:lnTo>
                  <a:lnTo>
                    <a:pt x="3425" y="1317"/>
                  </a:lnTo>
                  <a:lnTo>
                    <a:pt x="3064" y="1261"/>
                  </a:lnTo>
                  <a:lnTo>
                    <a:pt x="2764" y="1204"/>
                  </a:lnTo>
                  <a:lnTo>
                    <a:pt x="2434" y="1138"/>
                  </a:lnTo>
                  <a:lnTo>
                    <a:pt x="2163" y="1077"/>
                  </a:lnTo>
                  <a:lnTo>
                    <a:pt x="1863" y="1011"/>
                  </a:lnTo>
                  <a:lnTo>
                    <a:pt x="1623" y="944"/>
                  </a:lnTo>
                  <a:lnTo>
                    <a:pt x="1382" y="873"/>
                  </a:lnTo>
                  <a:lnTo>
                    <a:pt x="1142" y="802"/>
                  </a:lnTo>
                  <a:lnTo>
                    <a:pt x="932" y="725"/>
                  </a:lnTo>
                  <a:lnTo>
                    <a:pt x="752" y="654"/>
                  </a:lnTo>
                  <a:lnTo>
                    <a:pt x="572" y="577"/>
                  </a:lnTo>
                  <a:lnTo>
                    <a:pt x="421" y="501"/>
                  </a:lnTo>
                  <a:lnTo>
                    <a:pt x="301" y="419"/>
                  </a:lnTo>
                  <a:lnTo>
                    <a:pt x="211" y="342"/>
                  </a:lnTo>
                  <a:lnTo>
                    <a:pt x="121" y="261"/>
                  </a:lnTo>
                  <a:lnTo>
                    <a:pt x="61" y="179"/>
                  </a:lnTo>
                  <a:lnTo>
                    <a:pt x="31" y="98"/>
                  </a:lnTo>
                  <a:lnTo>
                    <a:pt x="1" y="16"/>
                  </a:lnTo>
                  <a:lnTo>
                    <a:pt x="1" y="16"/>
                  </a:lnTo>
                  <a:lnTo>
                    <a:pt x="1" y="1"/>
                  </a:lnTo>
                  <a:lnTo>
                    <a:pt x="916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8"/>
            <p:cNvSpPr/>
            <p:nvPr/>
          </p:nvSpPr>
          <p:spPr>
            <a:xfrm flipH="1">
              <a:off x="5755978" y="4252600"/>
              <a:ext cx="53233" cy="44650"/>
            </a:xfrm>
            <a:custGeom>
              <a:avLst/>
              <a:gdLst/>
              <a:ahLst/>
              <a:cxnLst/>
              <a:rect l="l" t="t" r="r" b="b"/>
              <a:pathLst>
                <a:path w="12555" h="1786" extrusionOk="0">
                  <a:moveTo>
                    <a:pt x="0" y="1"/>
                  </a:moveTo>
                  <a:lnTo>
                    <a:pt x="0" y="1495"/>
                  </a:lnTo>
                  <a:lnTo>
                    <a:pt x="30" y="1638"/>
                  </a:lnTo>
                  <a:lnTo>
                    <a:pt x="91" y="1781"/>
                  </a:lnTo>
                  <a:lnTo>
                    <a:pt x="691" y="1786"/>
                  </a:lnTo>
                  <a:lnTo>
                    <a:pt x="1712" y="1781"/>
                  </a:lnTo>
                  <a:lnTo>
                    <a:pt x="2734" y="1771"/>
                  </a:lnTo>
                  <a:lnTo>
                    <a:pt x="3755" y="1755"/>
                  </a:lnTo>
                  <a:lnTo>
                    <a:pt x="4776" y="1730"/>
                  </a:lnTo>
                  <a:lnTo>
                    <a:pt x="5287" y="1709"/>
                  </a:lnTo>
                  <a:lnTo>
                    <a:pt x="5797" y="1689"/>
                  </a:lnTo>
                  <a:lnTo>
                    <a:pt x="6278" y="1669"/>
                  </a:lnTo>
                  <a:lnTo>
                    <a:pt x="6788" y="1638"/>
                  </a:lnTo>
                  <a:lnTo>
                    <a:pt x="7269" y="1607"/>
                  </a:lnTo>
                  <a:lnTo>
                    <a:pt x="7719" y="1572"/>
                  </a:lnTo>
                  <a:lnTo>
                    <a:pt x="8170" y="1531"/>
                  </a:lnTo>
                  <a:lnTo>
                    <a:pt x="8620" y="1490"/>
                  </a:lnTo>
                  <a:lnTo>
                    <a:pt x="9041" y="1439"/>
                  </a:lnTo>
                  <a:lnTo>
                    <a:pt x="9461" y="1388"/>
                  </a:lnTo>
                  <a:lnTo>
                    <a:pt x="9852" y="1327"/>
                  </a:lnTo>
                  <a:lnTo>
                    <a:pt x="10212" y="1266"/>
                  </a:lnTo>
                  <a:lnTo>
                    <a:pt x="10573" y="1194"/>
                  </a:lnTo>
                  <a:lnTo>
                    <a:pt x="10873" y="1123"/>
                  </a:lnTo>
                  <a:lnTo>
                    <a:pt x="11203" y="1041"/>
                  </a:lnTo>
                  <a:lnTo>
                    <a:pt x="11474" y="955"/>
                  </a:lnTo>
                  <a:lnTo>
                    <a:pt x="11714" y="863"/>
                  </a:lnTo>
                  <a:lnTo>
                    <a:pt x="11924" y="761"/>
                  </a:lnTo>
                  <a:lnTo>
                    <a:pt x="12134" y="654"/>
                  </a:lnTo>
                  <a:lnTo>
                    <a:pt x="12285" y="541"/>
                  </a:lnTo>
                  <a:lnTo>
                    <a:pt x="12405" y="424"/>
                  </a:lnTo>
                  <a:lnTo>
                    <a:pt x="12495" y="297"/>
                  </a:lnTo>
                  <a:lnTo>
                    <a:pt x="12555" y="159"/>
                  </a:lnTo>
                  <a:lnTo>
                    <a:pt x="12555" y="16"/>
                  </a:lnTo>
                  <a:lnTo>
                    <a:pt x="12555" y="1"/>
                  </a:lnTo>
                  <a:close/>
                </a:path>
              </a:pathLst>
            </a:custGeom>
            <a:solidFill>
              <a:srgbClr val="FF14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8"/>
            <p:cNvSpPr/>
            <p:nvPr/>
          </p:nvSpPr>
          <p:spPr>
            <a:xfrm flipH="1">
              <a:off x="5755978" y="4252600"/>
              <a:ext cx="53233" cy="44650"/>
            </a:xfrm>
            <a:custGeom>
              <a:avLst/>
              <a:gdLst/>
              <a:ahLst/>
              <a:cxnLst/>
              <a:rect l="l" t="t" r="r" b="b"/>
              <a:pathLst>
                <a:path w="12555" h="1786" fill="none" extrusionOk="0">
                  <a:moveTo>
                    <a:pt x="12555" y="1"/>
                  </a:moveTo>
                  <a:lnTo>
                    <a:pt x="12555" y="1"/>
                  </a:lnTo>
                  <a:lnTo>
                    <a:pt x="12555" y="16"/>
                  </a:lnTo>
                  <a:lnTo>
                    <a:pt x="12555" y="16"/>
                  </a:lnTo>
                  <a:lnTo>
                    <a:pt x="12555" y="159"/>
                  </a:lnTo>
                  <a:lnTo>
                    <a:pt x="12495" y="297"/>
                  </a:lnTo>
                  <a:lnTo>
                    <a:pt x="12405" y="424"/>
                  </a:lnTo>
                  <a:lnTo>
                    <a:pt x="12285" y="541"/>
                  </a:lnTo>
                  <a:lnTo>
                    <a:pt x="12134" y="654"/>
                  </a:lnTo>
                  <a:lnTo>
                    <a:pt x="11924" y="761"/>
                  </a:lnTo>
                  <a:lnTo>
                    <a:pt x="11714" y="863"/>
                  </a:lnTo>
                  <a:lnTo>
                    <a:pt x="11474" y="955"/>
                  </a:lnTo>
                  <a:lnTo>
                    <a:pt x="11203" y="1041"/>
                  </a:lnTo>
                  <a:lnTo>
                    <a:pt x="10873" y="1123"/>
                  </a:lnTo>
                  <a:lnTo>
                    <a:pt x="10573" y="1194"/>
                  </a:lnTo>
                  <a:lnTo>
                    <a:pt x="10212" y="1266"/>
                  </a:lnTo>
                  <a:lnTo>
                    <a:pt x="9852" y="1327"/>
                  </a:lnTo>
                  <a:lnTo>
                    <a:pt x="9461" y="1388"/>
                  </a:lnTo>
                  <a:lnTo>
                    <a:pt x="9041" y="1439"/>
                  </a:lnTo>
                  <a:lnTo>
                    <a:pt x="8620" y="1490"/>
                  </a:lnTo>
                  <a:lnTo>
                    <a:pt x="8170" y="1531"/>
                  </a:lnTo>
                  <a:lnTo>
                    <a:pt x="7719" y="1572"/>
                  </a:lnTo>
                  <a:lnTo>
                    <a:pt x="7269" y="1607"/>
                  </a:lnTo>
                  <a:lnTo>
                    <a:pt x="6788" y="1638"/>
                  </a:lnTo>
                  <a:lnTo>
                    <a:pt x="6278" y="1669"/>
                  </a:lnTo>
                  <a:lnTo>
                    <a:pt x="5797" y="1689"/>
                  </a:lnTo>
                  <a:lnTo>
                    <a:pt x="5287" y="1709"/>
                  </a:lnTo>
                  <a:lnTo>
                    <a:pt x="4776" y="1730"/>
                  </a:lnTo>
                  <a:lnTo>
                    <a:pt x="3755" y="1755"/>
                  </a:lnTo>
                  <a:lnTo>
                    <a:pt x="2734" y="1771"/>
                  </a:lnTo>
                  <a:lnTo>
                    <a:pt x="1712" y="1781"/>
                  </a:lnTo>
                  <a:lnTo>
                    <a:pt x="691" y="1786"/>
                  </a:lnTo>
                  <a:lnTo>
                    <a:pt x="691" y="1786"/>
                  </a:lnTo>
                  <a:lnTo>
                    <a:pt x="91" y="1781"/>
                  </a:lnTo>
                  <a:lnTo>
                    <a:pt x="91" y="1781"/>
                  </a:lnTo>
                  <a:lnTo>
                    <a:pt x="30" y="1638"/>
                  </a:lnTo>
                  <a:lnTo>
                    <a:pt x="0" y="1495"/>
                  </a:lnTo>
                  <a:lnTo>
                    <a:pt x="0" y="1"/>
                  </a:lnTo>
                  <a:lnTo>
                    <a:pt x="1255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8"/>
            <p:cNvSpPr/>
            <p:nvPr/>
          </p:nvSpPr>
          <p:spPr>
            <a:xfrm flipH="1">
              <a:off x="5719048" y="3944275"/>
              <a:ext cx="90418" cy="87625"/>
            </a:xfrm>
            <a:custGeom>
              <a:avLst/>
              <a:gdLst/>
              <a:ahLst/>
              <a:cxnLst/>
              <a:rect l="l" t="t" r="r" b="b"/>
              <a:pathLst>
                <a:path w="21325" h="3505" extrusionOk="0">
                  <a:moveTo>
                    <a:pt x="10272" y="0"/>
                  </a:moveTo>
                  <a:lnTo>
                    <a:pt x="9551" y="5"/>
                  </a:lnTo>
                  <a:lnTo>
                    <a:pt x="8771" y="26"/>
                  </a:lnTo>
                  <a:lnTo>
                    <a:pt x="7930" y="56"/>
                  </a:lnTo>
                  <a:lnTo>
                    <a:pt x="7089" y="102"/>
                  </a:lnTo>
                  <a:lnTo>
                    <a:pt x="6638" y="128"/>
                  </a:lnTo>
                  <a:lnTo>
                    <a:pt x="6218" y="158"/>
                  </a:lnTo>
                  <a:lnTo>
                    <a:pt x="5767" y="194"/>
                  </a:lnTo>
                  <a:lnTo>
                    <a:pt x="5347" y="235"/>
                  </a:lnTo>
                  <a:lnTo>
                    <a:pt x="4926" y="276"/>
                  </a:lnTo>
                  <a:lnTo>
                    <a:pt x="4506" y="322"/>
                  </a:lnTo>
                  <a:lnTo>
                    <a:pt x="4085" y="373"/>
                  </a:lnTo>
                  <a:lnTo>
                    <a:pt x="3665" y="429"/>
                  </a:lnTo>
                  <a:lnTo>
                    <a:pt x="3274" y="485"/>
                  </a:lnTo>
                  <a:lnTo>
                    <a:pt x="2914" y="546"/>
                  </a:lnTo>
                  <a:lnTo>
                    <a:pt x="2523" y="612"/>
                  </a:lnTo>
                  <a:lnTo>
                    <a:pt x="2193" y="684"/>
                  </a:lnTo>
                  <a:lnTo>
                    <a:pt x="1863" y="760"/>
                  </a:lnTo>
                  <a:lnTo>
                    <a:pt x="1562" y="842"/>
                  </a:lnTo>
                  <a:lnTo>
                    <a:pt x="1262" y="929"/>
                  </a:lnTo>
                  <a:lnTo>
                    <a:pt x="992" y="1015"/>
                  </a:lnTo>
                  <a:lnTo>
                    <a:pt x="751" y="1112"/>
                  </a:lnTo>
                  <a:lnTo>
                    <a:pt x="541" y="1209"/>
                  </a:lnTo>
                  <a:lnTo>
                    <a:pt x="361" y="1316"/>
                  </a:lnTo>
                  <a:lnTo>
                    <a:pt x="211" y="1423"/>
                  </a:lnTo>
                  <a:lnTo>
                    <a:pt x="121" y="1541"/>
                  </a:lnTo>
                  <a:lnTo>
                    <a:pt x="30" y="1658"/>
                  </a:lnTo>
                  <a:lnTo>
                    <a:pt x="0" y="1786"/>
                  </a:lnTo>
                  <a:lnTo>
                    <a:pt x="0" y="1913"/>
                  </a:lnTo>
                  <a:lnTo>
                    <a:pt x="511" y="1923"/>
                  </a:lnTo>
                  <a:lnTo>
                    <a:pt x="1022" y="1939"/>
                  </a:lnTo>
                  <a:lnTo>
                    <a:pt x="1532" y="1959"/>
                  </a:lnTo>
                  <a:lnTo>
                    <a:pt x="2043" y="1979"/>
                  </a:lnTo>
                  <a:lnTo>
                    <a:pt x="3064" y="2025"/>
                  </a:lnTo>
                  <a:lnTo>
                    <a:pt x="4025" y="2086"/>
                  </a:lnTo>
                  <a:lnTo>
                    <a:pt x="4956" y="2158"/>
                  </a:lnTo>
                  <a:lnTo>
                    <a:pt x="5857" y="2240"/>
                  </a:lnTo>
                  <a:lnTo>
                    <a:pt x="6698" y="2331"/>
                  </a:lnTo>
                  <a:lnTo>
                    <a:pt x="7119" y="2377"/>
                  </a:lnTo>
                  <a:lnTo>
                    <a:pt x="7509" y="2428"/>
                  </a:lnTo>
                  <a:lnTo>
                    <a:pt x="7749" y="2469"/>
                  </a:lnTo>
                  <a:lnTo>
                    <a:pt x="8020" y="2505"/>
                  </a:lnTo>
                  <a:lnTo>
                    <a:pt x="8230" y="2551"/>
                  </a:lnTo>
                  <a:lnTo>
                    <a:pt x="8440" y="2597"/>
                  </a:lnTo>
                  <a:lnTo>
                    <a:pt x="8650" y="2642"/>
                  </a:lnTo>
                  <a:lnTo>
                    <a:pt x="8831" y="2688"/>
                  </a:lnTo>
                  <a:lnTo>
                    <a:pt x="9191" y="2795"/>
                  </a:lnTo>
                  <a:lnTo>
                    <a:pt x="9461" y="2903"/>
                  </a:lnTo>
                  <a:lnTo>
                    <a:pt x="9702" y="3020"/>
                  </a:lnTo>
                  <a:lnTo>
                    <a:pt x="9882" y="3142"/>
                  </a:lnTo>
                  <a:lnTo>
                    <a:pt x="10032" y="3265"/>
                  </a:lnTo>
                  <a:lnTo>
                    <a:pt x="10693" y="3270"/>
                  </a:lnTo>
                  <a:lnTo>
                    <a:pt x="11384" y="3285"/>
                  </a:lnTo>
                  <a:lnTo>
                    <a:pt x="12104" y="3300"/>
                  </a:lnTo>
                  <a:lnTo>
                    <a:pt x="12795" y="3331"/>
                  </a:lnTo>
                  <a:lnTo>
                    <a:pt x="13516" y="3362"/>
                  </a:lnTo>
                  <a:lnTo>
                    <a:pt x="14267" y="3402"/>
                  </a:lnTo>
                  <a:lnTo>
                    <a:pt x="15018" y="3453"/>
                  </a:lnTo>
                  <a:lnTo>
                    <a:pt x="15769" y="3504"/>
                  </a:lnTo>
                  <a:lnTo>
                    <a:pt x="16309" y="3464"/>
                  </a:lnTo>
                  <a:lnTo>
                    <a:pt x="16880" y="3408"/>
                  </a:lnTo>
                  <a:lnTo>
                    <a:pt x="17421" y="3351"/>
                  </a:lnTo>
                  <a:lnTo>
                    <a:pt x="17931" y="3285"/>
                  </a:lnTo>
                  <a:lnTo>
                    <a:pt x="18412" y="3214"/>
                  </a:lnTo>
                  <a:lnTo>
                    <a:pt x="18892" y="3132"/>
                  </a:lnTo>
                  <a:lnTo>
                    <a:pt x="19313" y="3045"/>
                  </a:lnTo>
                  <a:lnTo>
                    <a:pt x="19733" y="2948"/>
                  </a:lnTo>
                  <a:lnTo>
                    <a:pt x="20094" y="2841"/>
                  </a:lnTo>
                  <a:lnTo>
                    <a:pt x="20424" y="2729"/>
                  </a:lnTo>
                  <a:lnTo>
                    <a:pt x="20694" y="2602"/>
                  </a:lnTo>
                  <a:lnTo>
                    <a:pt x="20935" y="2469"/>
                  </a:lnTo>
                  <a:lnTo>
                    <a:pt x="21115" y="2326"/>
                  </a:lnTo>
                  <a:lnTo>
                    <a:pt x="21235" y="2173"/>
                  </a:lnTo>
                  <a:lnTo>
                    <a:pt x="21325" y="2010"/>
                  </a:lnTo>
                  <a:lnTo>
                    <a:pt x="21325" y="1837"/>
                  </a:lnTo>
                  <a:lnTo>
                    <a:pt x="21295" y="1684"/>
                  </a:lnTo>
                  <a:lnTo>
                    <a:pt x="21205" y="1541"/>
                  </a:lnTo>
                  <a:lnTo>
                    <a:pt x="21085" y="1408"/>
                  </a:lnTo>
                  <a:lnTo>
                    <a:pt x="20935" y="1281"/>
                  </a:lnTo>
                  <a:lnTo>
                    <a:pt x="20754" y="1158"/>
                  </a:lnTo>
                  <a:lnTo>
                    <a:pt x="20544" y="1051"/>
                  </a:lnTo>
                  <a:lnTo>
                    <a:pt x="20304" y="944"/>
                  </a:lnTo>
                  <a:lnTo>
                    <a:pt x="20034" y="847"/>
                  </a:lnTo>
                  <a:lnTo>
                    <a:pt x="19733" y="755"/>
                  </a:lnTo>
                  <a:lnTo>
                    <a:pt x="19403" y="674"/>
                  </a:lnTo>
                  <a:lnTo>
                    <a:pt x="19072" y="597"/>
                  </a:lnTo>
                  <a:lnTo>
                    <a:pt x="18712" y="526"/>
                  </a:lnTo>
                  <a:lnTo>
                    <a:pt x="18352" y="459"/>
                  </a:lnTo>
                  <a:lnTo>
                    <a:pt x="17931" y="398"/>
                  </a:lnTo>
                  <a:lnTo>
                    <a:pt x="17541" y="342"/>
                  </a:lnTo>
                  <a:lnTo>
                    <a:pt x="17120" y="296"/>
                  </a:lnTo>
                  <a:lnTo>
                    <a:pt x="16700" y="250"/>
                  </a:lnTo>
                  <a:lnTo>
                    <a:pt x="16249" y="209"/>
                  </a:lnTo>
                  <a:lnTo>
                    <a:pt x="15829" y="174"/>
                  </a:lnTo>
                  <a:lnTo>
                    <a:pt x="15378" y="143"/>
                  </a:lnTo>
                  <a:lnTo>
                    <a:pt x="14928" y="113"/>
                  </a:lnTo>
                  <a:lnTo>
                    <a:pt x="14477" y="92"/>
                  </a:lnTo>
                  <a:lnTo>
                    <a:pt x="13606" y="51"/>
                  </a:lnTo>
                  <a:lnTo>
                    <a:pt x="12735" y="26"/>
                  </a:lnTo>
                  <a:lnTo>
                    <a:pt x="11924" y="11"/>
                  </a:lnTo>
                  <a:lnTo>
                    <a:pt x="11143" y="0"/>
                  </a:lnTo>
                  <a:close/>
                </a:path>
              </a:pathLst>
            </a:custGeom>
            <a:solidFill>
              <a:srgbClr val="FF8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8"/>
            <p:cNvSpPr/>
            <p:nvPr/>
          </p:nvSpPr>
          <p:spPr>
            <a:xfrm flipH="1">
              <a:off x="5719048" y="3944275"/>
              <a:ext cx="90418" cy="87625"/>
            </a:xfrm>
            <a:custGeom>
              <a:avLst/>
              <a:gdLst/>
              <a:ahLst/>
              <a:cxnLst/>
              <a:rect l="l" t="t" r="r" b="b"/>
              <a:pathLst>
                <a:path w="21325" h="3505" fill="none" extrusionOk="0">
                  <a:moveTo>
                    <a:pt x="10452" y="0"/>
                  </a:moveTo>
                  <a:lnTo>
                    <a:pt x="10452" y="0"/>
                  </a:lnTo>
                  <a:lnTo>
                    <a:pt x="11143" y="0"/>
                  </a:lnTo>
                  <a:lnTo>
                    <a:pt x="11924" y="11"/>
                  </a:lnTo>
                  <a:lnTo>
                    <a:pt x="12735" y="26"/>
                  </a:lnTo>
                  <a:lnTo>
                    <a:pt x="13606" y="51"/>
                  </a:lnTo>
                  <a:lnTo>
                    <a:pt x="14477" y="92"/>
                  </a:lnTo>
                  <a:lnTo>
                    <a:pt x="14928" y="113"/>
                  </a:lnTo>
                  <a:lnTo>
                    <a:pt x="15378" y="143"/>
                  </a:lnTo>
                  <a:lnTo>
                    <a:pt x="15829" y="174"/>
                  </a:lnTo>
                  <a:lnTo>
                    <a:pt x="16249" y="209"/>
                  </a:lnTo>
                  <a:lnTo>
                    <a:pt x="16700" y="250"/>
                  </a:lnTo>
                  <a:lnTo>
                    <a:pt x="17120" y="296"/>
                  </a:lnTo>
                  <a:lnTo>
                    <a:pt x="17541" y="342"/>
                  </a:lnTo>
                  <a:lnTo>
                    <a:pt x="17931" y="398"/>
                  </a:lnTo>
                  <a:lnTo>
                    <a:pt x="18352" y="459"/>
                  </a:lnTo>
                  <a:lnTo>
                    <a:pt x="18712" y="526"/>
                  </a:lnTo>
                  <a:lnTo>
                    <a:pt x="19072" y="597"/>
                  </a:lnTo>
                  <a:lnTo>
                    <a:pt x="19403" y="674"/>
                  </a:lnTo>
                  <a:lnTo>
                    <a:pt x="19733" y="755"/>
                  </a:lnTo>
                  <a:lnTo>
                    <a:pt x="20034" y="847"/>
                  </a:lnTo>
                  <a:lnTo>
                    <a:pt x="20304" y="944"/>
                  </a:lnTo>
                  <a:lnTo>
                    <a:pt x="20544" y="1051"/>
                  </a:lnTo>
                  <a:lnTo>
                    <a:pt x="20754" y="1158"/>
                  </a:lnTo>
                  <a:lnTo>
                    <a:pt x="20935" y="1281"/>
                  </a:lnTo>
                  <a:lnTo>
                    <a:pt x="21085" y="1408"/>
                  </a:lnTo>
                  <a:lnTo>
                    <a:pt x="21205" y="1541"/>
                  </a:lnTo>
                  <a:lnTo>
                    <a:pt x="21295" y="1684"/>
                  </a:lnTo>
                  <a:lnTo>
                    <a:pt x="21325" y="1837"/>
                  </a:lnTo>
                  <a:lnTo>
                    <a:pt x="21325" y="1837"/>
                  </a:lnTo>
                  <a:lnTo>
                    <a:pt x="21325" y="2010"/>
                  </a:lnTo>
                  <a:lnTo>
                    <a:pt x="21235" y="2173"/>
                  </a:lnTo>
                  <a:lnTo>
                    <a:pt x="21115" y="2326"/>
                  </a:lnTo>
                  <a:lnTo>
                    <a:pt x="20935" y="2469"/>
                  </a:lnTo>
                  <a:lnTo>
                    <a:pt x="20694" y="2602"/>
                  </a:lnTo>
                  <a:lnTo>
                    <a:pt x="20424" y="2729"/>
                  </a:lnTo>
                  <a:lnTo>
                    <a:pt x="20094" y="2841"/>
                  </a:lnTo>
                  <a:lnTo>
                    <a:pt x="19733" y="2948"/>
                  </a:lnTo>
                  <a:lnTo>
                    <a:pt x="19313" y="3045"/>
                  </a:lnTo>
                  <a:lnTo>
                    <a:pt x="18892" y="3132"/>
                  </a:lnTo>
                  <a:lnTo>
                    <a:pt x="18412" y="3214"/>
                  </a:lnTo>
                  <a:lnTo>
                    <a:pt x="17931" y="3285"/>
                  </a:lnTo>
                  <a:lnTo>
                    <a:pt x="17421" y="3351"/>
                  </a:lnTo>
                  <a:lnTo>
                    <a:pt x="16880" y="3408"/>
                  </a:lnTo>
                  <a:lnTo>
                    <a:pt x="16309" y="3464"/>
                  </a:lnTo>
                  <a:lnTo>
                    <a:pt x="15769" y="3504"/>
                  </a:lnTo>
                  <a:lnTo>
                    <a:pt x="15769" y="3504"/>
                  </a:lnTo>
                  <a:lnTo>
                    <a:pt x="15018" y="3453"/>
                  </a:lnTo>
                  <a:lnTo>
                    <a:pt x="14267" y="3402"/>
                  </a:lnTo>
                  <a:lnTo>
                    <a:pt x="13516" y="3362"/>
                  </a:lnTo>
                  <a:lnTo>
                    <a:pt x="12795" y="3331"/>
                  </a:lnTo>
                  <a:lnTo>
                    <a:pt x="12104" y="3300"/>
                  </a:lnTo>
                  <a:lnTo>
                    <a:pt x="11384" y="3285"/>
                  </a:lnTo>
                  <a:lnTo>
                    <a:pt x="10693" y="3270"/>
                  </a:lnTo>
                  <a:lnTo>
                    <a:pt x="10032" y="3265"/>
                  </a:lnTo>
                  <a:lnTo>
                    <a:pt x="10032" y="3265"/>
                  </a:lnTo>
                  <a:lnTo>
                    <a:pt x="9882" y="3142"/>
                  </a:lnTo>
                  <a:lnTo>
                    <a:pt x="9702" y="3020"/>
                  </a:lnTo>
                  <a:lnTo>
                    <a:pt x="9461" y="2903"/>
                  </a:lnTo>
                  <a:lnTo>
                    <a:pt x="9191" y="2795"/>
                  </a:lnTo>
                  <a:lnTo>
                    <a:pt x="8831" y="2688"/>
                  </a:lnTo>
                  <a:lnTo>
                    <a:pt x="8650" y="2642"/>
                  </a:lnTo>
                  <a:lnTo>
                    <a:pt x="8440" y="2597"/>
                  </a:lnTo>
                  <a:lnTo>
                    <a:pt x="8230" y="2551"/>
                  </a:lnTo>
                  <a:lnTo>
                    <a:pt x="8020" y="2505"/>
                  </a:lnTo>
                  <a:lnTo>
                    <a:pt x="7749" y="2469"/>
                  </a:lnTo>
                  <a:lnTo>
                    <a:pt x="7509" y="2428"/>
                  </a:lnTo>
                  <a:lnTo>
                    <a:pt x="7509" y="2428"/>
                  </a:lnTo>
                  <a:lnTo>
                    <a:pt x="7119" y="2377"/>
                  </a:lnTo>
                  <a:lnTo>
                    <a:pt x="6698" y="2331"/>
                  </a:lnTo>
                  <a:lnTo>
                    <a:pt x="5857" y="2240"/>
                  </a:lnTo>
                  <a:lnTo>
                    <a:pt x="4956" y="2158"/>
                  </a:lnTo>
                  <a:lnTo>
                    <a:pt x="4025" y="2086"/>
                  </a:lnTo>
                  <a:lnTo>
                    <a:pt x="3064" y="2025"/>
                  </a:lnTo>
                  <a:lnTo>
                    <a:pt x="2043" y="1979"/>
                  </a:lnTo>
                  <a:lnTo>
                    <a:pt x="1532" y="1959"/>
                  </a:lnTo>
                  <a:lnTo>
                    <a:pt x="1022" y="1939"/>
                  </a:lnTo>
                  <a:lnTo>
                    <a:pt x="511" y="1923"/>
                  </a:lnTo>
                  <a:lnTo>
                    <a:pt x="0" y="1913"/>
                  </a:lnTo>
                  <a:lnTo>
                    <a:pt x="0" y="1913"/>
                  </a:lnTo>
                  <a:lnTo>
                    <a:pt x="0" y="1786"/>
                  </a:lnTo>
                  <a:lnTo>
                    <a:pt x="30" y="1658"/>
                  </a:lnTo>
                  <a:lnTo>
                    <a:pt x="121" y="1541"/>
                  </a:lnTo>
                  <a:lnTo>
                    <a:pt x="211" y="1423"/>
                  </a:lnTo>
                  <a:lnTo>
                    <a:pt x="361" y="1316"/>
                  </a:lnTo>
                  <a:lnTo>
                    <a:pt x="541" y="1209"/>
                  </a:lnTo>
                  <a:lnTo>
                    <a:pt x="751" y="1112"/>
                  </a:lnTo>
                  <a:lnTo>
                    <a:pt x="992" y="1015"/>
                  </a:lnTo>
                  <a:lnTo>
                    <a:pt x="1262" y="929"/>
                  </a:lnTo>
                  <a:lnTo>
                    <a:pt x="1562" y="842"/>
                  </a:lnTo>
                  <a:lnTo>
                    <a:pt x="1863" y="760"/>
                  </a:lnTo>
                  <a:lnTo>
                    <a:pt x="2193" y="684"/>
                  </a:lnTo>
                  <a:lnTo>
                    <a:pt x="2523" y="612"/>
                  </a:lnTo>
                  <a:lnTo>
                    <a:pt x="2914" y="546"/>
                  </a:lnTo>
                  <a:lnTo>
                    <a:pt x="3274" y="485"/>
                  </a:lnTo>
                  <a:lnTo>
                    <a:pt x="3665" y="429"/>
                  </a:lnTo>
                  <a:lnTo>
                    <a:pt x="4085" y="373"/>
                  </a:lnTo>
                  <a:lnTo>
                    <a:pt x="4506" y="322"/>
                  </a:lnTo>
                  <a:lnTo>
                    <a:pt x="4926" y="276"/>
                  </a:lnTo>
                  <a:lnTo>
                    <a:pt x="5347" y="235"/>
                  </a:lnTo>
                  <a:lnTo>
                    <a:pt x="5767" y="194"/>
                  </a:lnTo>
                  <a:lnTo>
                    <a:pt x="6218" y="158"/>
                  </a:lnTo>
                  <a:lnTo>
                    <a:pt x="6638" y="128"/>
                  </a:lnTo>
                  <a:lnTo>
                    <a:pt x="7089" y="102"/>
                  </a:lnTo>
                  <a:lnTo>
                    <a:pt x="7930" y="56"/>
                  </a:lnTo>
                  <a:lnTo>
                    <a:pt x="8771" y="26"/>
                  </a:lnTo>
                  <a:lnTo>
                    <a:pt x="9551" y="5"/>
                  </a:lnTo>
                  <a:lnTo>
                    <a:pt x="10272" y="0"/>
                  </a:lnTo>
                  <a:lnTo>
                    <a:pt x="10272" y="0"/>
                  </a:lnTo>
                  <a:lnTo>
                    <a:pt x="1045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8"/>
            <p:cNvSpPr/>
            <p:nvPr/>
          </p:nvSpPr>
          <p:spPr>
            <a:xfrm flipH="1">
              <a:off x="5742605" y="4025875"/>
              <a:ext cx="24329" cy="10475"/>
            </a:xfrm>
            <a:custGeom>
              <a:avLst/>
              <a:gdLst/>
              <a:ahLst/>
              <a:cxnLst/>
              <a:rect l="l" t="t" r="r" b="b"/>
              <a:pathLst>
                <a:path w="5738" h="419" extrusionOk="0">
                  <a:moveTo>
                    <a:pt x="1" y="1"/>
                  </a:moveTo>
                  <a:lnTo>
                    <a:pt x="91" y="103"/>
                  </a:lnTo>
                  <a:lnTo>
                    <a:pt x="151" y="210"/>
                  </a:lnTo>
                  <a:lnTo>
                    <a:pt x="181" y="312"/>
                  </a:lnTo>
                  <a:lnTo>
                    <a:pt x="211" y="419"/>
                  </a:lnTo>
                  <a:lnTo>
                    <a:pt x="542" y="419"/>
                  </a:lnTo>
                  <a:lnTo>
                    <a:pt x="1142" y="414"/>
                  </a:lnTo>
                  <a:lnTo>
                    <a:pt x="1743" y="409"/>
                  </a:lnTo>
                  <a:lnTo>
                    <a:pt x="2404" y="399"/>
                  </a:lnTo>
                  <a:lnTo>
                    <a:pt x="3065" y="378"/>
                  </a:lnTo>
                  <a:lnTo>
                    <a:pt x="3725" y="358"/>
                  </a:lnTo>
                  <a:lnTo>
                    <a:pt x="4386" y="327"/>
                  </a:lnTo>
                  <a:lnTo>
                    <a:pt x="5077" y="286"/>
                  </a:lnTo>
                  <a:lnTo>
                    <a:pt x="5738" y="240"/>
                  </a:lnTo>
                  <a:lnTo>
                    <a:pt x="4987" y="189"/>
                  </a:lnTo>
                  <a:lnTo>
                    <a:pt x="4236" y="138"/>
                  </a:lnTo>
                  <a:lnTo>
                    <a:pt x="3485" y="98"/>
                  </a:lnTo>
                  <a:lnTo>
                    <a:pt x="2764" y="67"/>
                  </a:lnTo>
                  <a:lnTo>
                    <a:pt x="2073" y="36"/>
                  </a:lnTo>
                  <a:lnTo>
                    <a:pt x="1353" y="21"/>
                  </a:lnTo>
                  <a:lnTo>
                    <a:pt x="662" y="6"/>
                  </a:lnTo>
                  <a:lnTo>
                    <a:pt x="1" y="1"/>
                  </a:lnTo>
                  <a:close/>
                </a:path>
              </a:pathLst>
            </a:custGeom>
            <a:solidFill>
              <a:srgbClr val="FF3E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8"/>
            <p:cNvSpPr/>
            <p:nvPr/>
          </p:nvSpPr>
          <p:spPr>
            <a:xfrm flipH="1">
              <a:off x="5742605" y="4025875"/>
              <a:ext cx="24329" cy="10475"/>
            </a:xfrm>
            <a:custGeom>
              <a:avLst/>
              <a:gdLst/>
              <a:ahLst/>
              <a:cxnLst/>
              <a:rect l="l" t="t" r="r" b="b"/>
              <a:pathLst>
                <a:path w="5738" h="419" fill="none" extrusionOk="0">
                  <a:moveTo>
                    <a:pt x="1" y="1"/>
                  </a:moveTo>
                  <a:lnTo>
                    <a:pt x="1" y="1"/>
                  </a:lnTo>
                  <a:lnTo>
                    <a:pt x="662" y="6"/>
                  </a:lnTo>
                  <a:lnTo>
                    <a:pt x="1353" y="21"/>
                  </a:lnTo>
                  <a:lnTo>
                    <a:pt x="2073" y="36"/>
                  </a:lnTo>
                  <a:lnTo>
                    <a:pt x="2764" y="67"/>
                  </a:lnTo>
                  <a:lnTo>
                    <a:pt x="3485" y="98"/>
                  </a:lnTo>
                  <a:lnTo>
                    <a:pt x="4236" y="138"/>
                  </a:lnTo>
                  <a:lnTo>
                    <a:pt x="4987" y="189"/>
                  </a:lnTo>
                  <a:lnTo>
                    <a:pt x="5738" y="240"/>
                  </a:lnTo>
                  <a:lnTo>
                    <a:pt x="5738" y="240"/>
                  </a:lnTo>
                  <a:lnTo>
                    <a:pt x="5077" y="286"/>
                  </a:lnTo>
                  <a:lnTo>
                    <a:pt x="4386" y="327"/>
                  </a:lnTo>
                  <a:lnTo>
                    <a:pt x="3725" y="358"/>
                  </a:lnTo>
                  <a:lnTo>
                    <a:pt x="3065" y="378"/>
                  </a:lnTo>
                  <a:lnTo>
                    <a:pt x="2404" y="399"/>
                  </a:lnTo>
                  <a:lnTo>
                    <a:pt x="1743" y="409"/>
                  </a:lnTo>
                  <a:lnTo>
                    <a:pt x="1142" y="414"/>
                  </a:lnTo>
                  <a:lnTo>
                    <a:pt x="542" y="419"/>
                  </a:lnTo>
                  <a:lnTo>
                    <a:pt x="542" y="419"/>
                  </a:lnTo>
                  <a:lnTo>
                    <a:pt x="211" y="419"/>
                  </a:lnTo>
                  <a:lnTo>
                    <a:pt x="211" y="419"/>
                  </a:lnTo>
                  <a:lnTo>
                    <a:pt x="181" y="312"/>
                  </a:lnTo>
                  <a:lnTo>
                    <a:pt x="151" y="210"/>
                  </a:lnTo>
                  <a:lnTo>
                    <a:pt x="91" y="103"/>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8"/>
            <p:cNvSpPr/>
            <p:nvPr/>
          </p:nvSpPr>
          <p:spPr>
            <a:xfrm flipH="1">
              <a:off x="5766930" y="3992100"/>
              <a:ext cx="42536" cy="39300"/>
            </a:xfrm>
            <a:custGeom>
              <a:avLst/>
              <a:gdLst/>
              <a:ahLst/>
              <a:cxnLst/>
              <a:rect l="l" t="t" r="r" b="b"/>
              <a:pathLst>
                <a:path w="10032" h="1572" extrusionOk="0">
                  <a:moveTo>
                    <a:pt x="0" y="0"/>
                  </a:moveTo>
                  <a:lnTo>
                    <a:pt x="0" y="31"/>
                  </a:lnTo>
                  <a:lnTo>
                    <a:pt x="60" y="199"/>
                  </a:lnTo>
                  <a:lnTo>
                    <a:pt x="151" y="352"/>
                  </a:lnTo>
                  <a:lnTo>
                    <a:pt x="301" y="495"/>
                  </a:lnTo>
                  <a:lnTo>
                    <a:pt x="481" y="633"/>
                  </a:lnTo>
                  <a:lnTo>
                    <a:pt x="691" y="755"/>
                  </a:lnTo>
                  <a:lnTo>
                    <a:pt x="931" y="867"/>
                  </a:lnTo>
                  <a:lnTo>
                    <a:pt x="1232" y="974"/>
                  </a:lnTo>
                  <a:lnTo>
                    <a:pt x="1532" y="1071"/>
                  </a:lnTo>
                  <a:lnTo>
                    <a:pt x="1863" y="1158"/>
                  </a:lnTo>
                  <a:lnTo>
                    <a:pt x="2253" y="1240"/>
                  </a:lnTo>
                  <a:lnTo>
                    <a:pt x="2613" y="1311"/>
                  </a:lnTo>
                  <a:lnTo>
                    <a:pt x="3034" y="1377"/>
                  </a:lnTo>
                  <a:lnTo>
                    <a:pt x="3454" y="1433"/>
                  </a:lnTo>
                  <a:lnTo>
                    <a:pt x="3905" y="1484"/>
                  </a:lnTo>
                  <a:lnTo>
                    <a:pt x="4355" y="1530"/>
                  </a:lnTo>
                  <a:lnTo>
                    <a:pt x="4836" y="1571"/>
                  </a:lnTo>
                  <a:lnTo>
                    <a:pt x="5407" y="1520"/>
                  </a:lnTo>
                  <a:lnTo>
                    <a:pt x="5977" y="1479"/>
                  </a:lnTo>
                  <a:lnTo>
                    <a:pt x="6578" y="1438"/>
                  </a:lnTo>
                  <a:lnTo>
                    <a:pt x="7179" y="1408"/>
                  </a:lnTo>
                  <a:lnTo>
                    <a:pt x="7809" y="1382"/>
                  </a:lnTo>
                  <a:lnTo>
                    <a:pt x="8470" y="1367"/>
                  </a:lnTo>
                  <a:lnTo>
                    <a:pt x="9131" y="1357"/>
                  </a:lnTo>
                  <a:lnTo>
                    <a:pt x="9822" y="1352"/>
                  </a:lnTo>
                  <a:lnTo>
                    <a:pt x="10032" y="1352"/>
                  </a:lnTo>
                  <a:lnTo>
                    <a:pt x="9882" y="1229"/>
                  </a:lnTo>
                  <a:lnTo>
                    <a:pt x="9702" y="1107"/>
                  </a:lnTo>
                  <a:lnTo>
                    <a:pt x="9461" y="990"/>
                  </a:lnTo>
                  <a:lnTo>
                    <a:pt x="9191" y="882"/>
                  </a:lnTo>
                  <a:lnTo>
                    <a:pt x="8831" y="775"/>
                  </a:lnTo>
                  <a:lnTo>
                    <a:pt x="8650" y="729"/>
                  </a:lnTo>
                  <a:lnTo>
                    <a:pt x="8440" y="684"/>
                  </a:lnTo>
                  <a:lnTo>
                    <a:pt x="8230" y="638"/>
                  </a:lnTo>
                  <a:lnTo>
                    <a:pt x="8020" y="592"/>
                  </a:lnTo>
                  <a:lnTo>
                    <a:pt x="7749" y="556"/>
                  </a:lnTo>
                  <a:lnTo>
                    <a:pt x="7509" y="515"/>
                  </a:lnTo>
                  <a:lnTo>
                    <a:pt x="7119" y="464"/>
                  </a:lnTo>
                  <a:lnTo>
                    <a:pt x="6698" y="418"/>
                  </a:lnTo>
                  <a:lnTo>
                    <a:pt x="5857" y="327"/>
                  </a:lnTo>
                  <a:lnTo>
                    <a:pt x="4956" y="245"/>
                  </a:lnTo>
                  <a:lnTo>
                    <a:pt x="4025" y="173"/>
                  </a:lnTo>
                  <a:lnTo>
                    <a:pt x="3064" y="112"/>
                  </a:lnTo>
                  <a:lnTo>
                    <a:pt x="2043" y="66"/>
                  </a:lnTo>
                  <a:lnTo>
                    <a:pt x="1532" y="46"/>
                  </a:lnTo>
                  <a:lnTo>
                    <a:pt x="1022" y="26"/>
                  </a:lnTo>
                  <a:lnTo>
                    <a:pt x="511" y="10"/>
                  </a:lnTo>
                  <a:lnTo>
                    <a:pt x="0" y="0"/>
                  </a:lnTo>
                  <a:close/>
                </a:path>
              </a:pathLst>
            </a:custGeom>
            <a:solidFill>
              <a:srgbClr val="FF3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8"/>
            <p:cNvSpPr/>
            <p:nvPr/>
          </p:nvSpPr>
          <p:spPr>
            <a:xfrm flipH="1">
              <a:off x="5766930" y="3992100"/>
              <a:ext cx="42536" cy="39300"/>
            </a:xfrm>
            <a:custGeom>
              <a:avLst/>
              <a:gdLst/>
              <a:ahLst/>
              <a:cxnLst/>
              <a:rect l="l" t="t" r="r" b="b"/>
              <a:pathLst>
                <a:path w="10032" h="1572" fill="none" extrusionOk="0">
                  <a:moveTo>
                    <a:pt x="0" y="0"/>
                  </a:moveTo>
                  <a:lnTo>
                    <a:pt x="0" y="0"/>
                  </a:lnTo>
                  <a:lnTo>
                    <a:pt x="511" y="10"/>
                  </a:lnTo>
                  <a:lnTo>
                    <a:pt x="1022" y="26"/>
                  </a:lnTo>
                  <a:lnTo>
                    <a:pt x="1532" y="46"/>
                  </a:lnTo>
                  <a:lnTo>
                    <a:pt x="2043" y="66"/>
                  </a:lnTo>
                  <a:lnTo>
                    <a:pt x="3064" y="112"/>
                  </a:lnTo>
                  <a:lnTo>
                    <a:pt x="4025" y="173"/>
                  </a:lnTo>
                  <a:lnTo>
                    <a:pt x="4956" y="245"/>
                  </a:lnTo>
                  <a:lnTo>
                    <a:pt x="5857" y="327"/>
                  </a:lnTo>
                  <a:lnTo>
                    <a:pt x="6698" y="418"/>
                  </a:lnTo>
                  <a:lnTo>
                    <a:pt x="7119" y="464"/>
                  </a:lnTo>
                  <a:lnTo>
                    <a:pt x="7509" y="515"/>
                  </a:lnTo>
                  <a:lnTo>
                    <a:pt x="7509" y="515"/>
                  </a:lnTo>
                  <a:lnTo>
                    <a:pt x="7749" y="556"/>
                  </a:lnTo>
                  <a:lnTo>
                    <a:pt x="8020" y="592"/>
                  </a:lnTo>
                  <a:lnTo>
                    <a:pt x="8230" y="638"/>
                  </a:lnTo>
                  <a:lnTo>
                    <a:pt x="8440" y="684"/>
                  </a:lnTo>
                  <a:lnTo>
                    <a:pt x="8650" y="729"/>
                  </a:lnTo>
                  <a:lnTo>
                    <a:pt x="8831" y="775"/>
                  </a:lnTo>
                  <a:lnTo>
                    <a:pt x="9191" y="882"/>
                  </a:lnTo>
                  <a:lnTo>
                    <a:pt x="9461" y="990"/>
                  </a:lnTo>
                  <a:lnTo>
                    <a:pt x="9702" y="1107"/>
                  </a:lnTo>
                  <a:lnTo>
                    <a:pt x="9882" y="1229"/>
                  </a:lnTo>
                  <a:lnTo>
                    <a:pt x="10032" y="1352"/>
                  </a:lnTo>
                  <a:lnTo>
                    <a:pt x="10032" y="1352"/>
                  </a:lnTo>
                  <a:lnTo>
                    <a:pt x="9822" y="1352"/>
                  </a:lnTo>
                  <a:lnTo>
                    <a:pt x="9822" y="1352"/>
                  </a:lnTo>
                  <a:lnTo>
                    <a:pt x="9131" y="1357"/>
                  </a:lnTo>
                  <a:lnTo>
                    <a:pt x="8470" y="1367"/>
                  </a:lnTo>
                  <a:lnTo>
                    <a:pt x="7809" y="1382"/>
                  </a:lnTo>
                  <a:lnTo>
                    <a:pt x="7179" y="1408"/>
                  </a:lnTo>
                  <a:lnTo>
                    <a:pt x="6578" y="1438"/>
                  </a:lnTo>
                  <a:lnTo>
                    <a:pt x="5977" y="1479"/>
                  </a:lnTo>
                  <a:lnTo>
                    <a:pt x="5407" y="1520"/>
                  </a:lnTo>
                  <a:lnTo>
                    <a:pt x="4836" y="1571"/>
                  </a:lnTo>
                  <a:lnTo>
                    <a:pt x="4836" y="1571"/>
                  </a:lnTo>
                  <a:lnTo>
                    <a:pt x="4355" y="1530"/>
                  </a:lnTo>
                  <a:lnTo>
                    <a:pt x="3905" y="1484"/>
                  </a:lnTo>
                  <a:lnTo>
                    <a:pt x="3454" y="1433"/>
                  </a:lnTo>
                  <a:lnTo>
                    <a:pt x="3034" y="1377"/>
                  </a:lnTo>
                  <a:lnTo>
                    <a:pt x="2613" y="1311"/>
                  </a:lnTo>
                  <a:lnTo>
                    <a:pt x="2253" y="1240"/>
                  </a:lnTo>
                  <a:lnTo>
                    <a:pt x="1863" y="1158"/>
                  </a:lnTo>
                  <a:lnTo>
                    <a:pt x="1532" y="1071"/>
                  </a:lnTo>
                  <a:lnTo>
                    <a:pt x="1232" y="974"/>
                  </a:lnTo>
                  <a:lnTo>
                    <a:pt x="931" y="867"/>
                  </a:lnTo>
                  <a:lnTo>
                    <a:pt x="691" y="755"/>
                  </a:lnTo>
                  <a:lnTo>
                    <a:pt x="481" y="633"/>
                  </a:lnTo>
                  <a:lnTo>
                    <a:pt x="301" y="495"/>
                  </a:lnTo>
                  <a:lnTo>
                    <a:pt x="151" y="352"/>
                  </a:lnTo>
                  <a:lnTo>
                    <a:pt x="60" y="199"/>
                  </a:lnTo>
                  <a:lnTo>
                    <a:pt x="0" y="31"/>
                  </a:lnTo>
                  <a:lnTo>
                    <a:pt x="0" y="31"/>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8"/>
            <p:cNvSpPr/>
            <p:nvPr/>
          </p:nvSpPr>
          <p:spPr>
            <a:xfrm flipH="1">
              <a:off x="5766035" y="4025875"/>
              <a:ext cx="22930" cy="10475"/>
            </a:xfrm>
            <a:custGeom>
              <a:avLst/>
              <a:gdLst/>
              <a:ahLst/>
              <a:cxnLst/>
              <a:rect l="l" t="t" r="r" b="b"/>
              <a:pathLst>
                <a:path w="5408" h="419" extrusionOk="0">
                  <a:moveTo>
                    <a:pt x="4987" y="1"/>
                  </a:moveTo>
                  <a:lnTo>
                    <a:pt x="4296" y="6"/>
                  </a:lnTo>
                  <a:lnTo>
                    <a:pt x="3635" y="16"/>
                  </a:lnTo>
                  <a:lnTo>
                    <a:pt x="2974" y="31"/>
                  </a:lnTo>
                  <a:lnTo>
                    <a:pt x="2344" y="57"/>
                  </a:lnTo>
                  <a:lnTo>
                    <a:pt x="1743" y="87"/>
                  </a:lnTo>
                  <a:lnTo>
                    <a:pt x="1142" y="128"/>
                  </a:lnTo>
                  <a:lnTo>
                    <a:pt x="572" y="169"/>
                  </a:lnTo>
                  <a:lnTo>
                    <a:pt x="1" y="220"/>
                  </a:lnTo>
                  <a:lnTo>
                    <a:pt x="542" y="261"/>
                  </a:lnTo>
                  <a:lnTo>
                    <a:pt x="1082" y="297"/>
                  </a:lnTo>
                  <a:lnTo>
                    <a:pt x="1653" y="322"/>
                  </a:lnTo>
                  <a:lnTo>
                    <a:pt x="2224" y="348"/>
                  </a:lnTo>
                  <a:lnTo>
                    <a:pt x="2764" y="368"/>
                  </a:lnTo>
                  <a:lnTo>
                    <a:pt x="3335" y="383"/>
                  </a:lnTo>
                  <a:lnTo>
                    <a:pt x="4416" y="409"/>
                  </a:lnTo>
                  <a:lnTo>
                    <a:pt x="4897" y="414"/>
                  </a:lnTo>
                  <a:lnTo>
                    <a:pt x="5407" y="419"/>
                  </a:lnTo>
                  <a:lnTo>
                    <a:pt x="5377" y="312"/>
                  </a:lnTo>
                  <a:lnTo>
                    <a:pt x="5347" y="210"/>
                  </a:lnTo>
                  <a:lnTo>
                    <a:pt x="5287" y="103"/>
                  </a:lnTo>
                  <a:lnTo>
                    <a:pt x="5197" y="1"/>
                  </a:lnTo>
                  <a:close/>
                </a:path>
              </a:pathLst>
            </a:custGeom>
            <a:solidFill>
              <a:srgbClr val="FF170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8"/>
            <p:cNvSpPr/>
            <p:nvPr/>
          </p:nvSpPr>
          <p:spPr>
            <a:xfrm flipH="1">
              <a:off x="5766035" y="4025875"/>
              <a:ext cx="22930" cy="10475"/>
            </a:xfrm>
            <a:custGeom>
              <a:avLst/>
              <a:gdLst/>
              <a:ahLst/>
              <a:cxnLst/>
              <a:rect l="l" t="t" r="r" b="b"/>
              <a:pathLst>
                <a:path w="5408" h="419" fill="none" extrusionOk="0">
                  <a:moveTo>
                    <a:pt x="4987" y="1"/>
                  </a:moveTo>
                  <a:lnTo>
                    <a:pt x="4987" y="1"/>
                  </a:lnTo>
                  <a:lnTo>
                    <a:pt x="5197" y="1"/>
                  </a:lnTo>
                  <a:lnTo>
                    <a:pt x="5197" y="1"/>
                  </a:lnTo>
                  <a:lnTo>
                    <a:pt x="5287" y="103"/>
                  </a:lnTo>
                  <a:lnTo>
                    <a:pt x="5347" y="210"/>
                  </a:lnTo>
                  <a:lnTo>
                    <a:pt x="5377" y="312"/>
                  </a:lnTo>
                  <a:lnTo>
                    <a:pt x="5407" y="419"/>
                  </a:lnTo>
                  <a:lnTo>
                    <a:pt x="5407" y="419"/>
                  </a:lnTo>
                  <a:lnTo>
                    <a:pt x="4897" y="414"/>
                  </a:lnTo>
                  <a:lnTo>
                    <a:pt x="4416" y="409"/>
                  </a:lnTo>
                  <a:lnTo>
                    <a:pt x="4416" y="409"/>
                  </a:lnTo>
                  <a:lnTo>
                    <a:pt x="3335" y="383"/>
                  </a:lnTo>
                  <a:lnTo>
                    <a:pt x="2764" y="368"/>
                  </a:lnTo>
                  <a:lnTo>
                    <a:pt x="2224" y="348"/>
                  </a:lnTo>
                  <a:lnTo>
                    <a:pt x="1653" y="322"/>
                  </a:lnTo>
                  <a:lnTo>
                    <a:pt x="1082" y="297"/>
                  </a:lnTo>
                  <a:lnTo>
                    <a:pt x="542" y="261"/>
                  </a:lnTo>
                  <a:lnTo>
                    <a:pt x="1" y="220"/>
                  </a:lnTo>
                  <a:lnTo>
                    <a:pt x="1" y="220"/>
                  </a:lnTo>
                  <a:lnTo>
                    <a:pt x="572" y="169"/>
                  </a:lnTo>
                  <a:lnTo>
                    <a:pt x="1142" y="128"/>
                  </a:lnTo>
                  <a:lnTo>
                    <a:pt x="1743" y="87"/>
                  </a:lnTo>
                  <a:lnTo>
                    <a:pt x="2344" y="57"/>
                  </a:lnTo>
                  <a:lnTo>
                    <a:pt x="2974" y="31"/>
                  </a:lnTo>
                  <a:lnTo>
                    <a:pt x="3635" y="16"/>
                  </a:lnTo>
                  <a:lnTo>
                    <a:pt x="4296" y="6"/>
                  </a:lnTo>
                  <a:lnTo>
                    <a:pt x="498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8" name="Google Shape;498;p38"/>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Pink - 2 Photo">
  <p:cSld name="TITLE_AND_BODY_2_2_2">
    <p:spTree>
      <p:nvGrpSpPr>
        <p:cNvPr id="1" name="Shape 499"/>
        <p:cNvGrpSpPr/>
        <p:nvPr/>
      </p:nvGrpSpPr>
      <p:grpSpPr>
        <a:xfrm>
          <a:off x="0" y="0"/>
          <a:ext cx="0" cy="0"/>
          <a:chOff x="0" y="0"/>
          <a:chExt cx="0" cy="0"/>
        </a:xfrm>
      </p:grpSpPr>
      <p:sp>
        <p:nvSpPr>
          <p:cNvPr id="500" name="Google Shape;500;p39"/>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9"/>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9"/>
          <p:cNvSpPr>
            <a:spLocks noGrp="1"/>
          </p:cNvSpPr>
          <p:nvPr>
            <p:ph type="pic" idx="2"/>
          </p:nvPr>
        </p:nvSpPr>
        <p:spPr>
          <a:xfrm>
            <a:off x="848575" y="492900"/>
            <a:ext cx="2633700" cy="2633700"/>
          </a:xfrm>
          <a:prstGeom prst="ellipse">
            <a:avLst/>
          </a:prstGeom>
          <a:noFill/>
          <a:ln>
            <a:noFill/>
          </a:ln>
        </p:spPr>
      </p:sp>
      <p:sp>
        <p:nvSpPr>
          <p:cNvPr id="503" name="Google Shape;503;p39"/>
          <p:cNvSpPr txBox="1">
            <a:spLocks noGrp="1"/>
          </p:cNvSpPr>
          <p:nvPr>
            <p:ph type="title"/>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504" name="Google Shape;504;p39"/>
          <p:cNvSpPr txBox="1">
            <a:spLocks noGrp="1"/>
          </p:cNvSpPr>
          <p:nvPr>
            <p:ph type="subTitle" idx="1"/>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505" name="Google Shape;505;p39"/>
          <p:cNvSpPr txBox="1">
            <a:spLocks noGrp="1"/>
          </p:cNvSpPr>
          <p:nvPr>
            <p:ph type="subTitle" idx="3"/>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506" name="Google Shape;506;p39"/>
          <p:cNvSpPr txBox="1">
            <a:spLocks noGrp="1"/>
          </p:cNvSpPr>
          <p:nvPr>
            <p:ph type="subTitle" idx="4"/>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1pPr>
            <a:lvl2pPr lvl="1"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2pPr>
            <a:lvl3pPr lvl="2"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3pPr>
            <a:lvl4pPr lvl="3"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4pPr>
            <a:lvl5pPr lvl="4"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5pPr>
            <a:lvl6pPr lvl="5"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6pPr>
            <a:lvl7pPr lvl="6"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7pPr>
            <a:lvl8pPr lvl="7"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8pPr>
            <a:lvl9pPr lvl="8" rtl="0">
              <a:spcBef>
                <a:spcPts val="1600"/>
              </a:spcBef>
              <a:spcAft>
                <a:spcPts val="1600"/>
              </a:spcAft>
              <a:buClr>
                <a:srgbClr val="FF5E4D"/>
              </a:buClr>
              <a:buSzPts val="900"/>
              <a:buFont typeface="Lato Black"/>
              <a:buNone/>
              <a:defRPr>
                <a:solidFill>
                  <a:srgbClr val="FF5E4D"/>
                </a:solidFill>
                <a:latin typeface="Lato Black"/>
                <a:ea typeface="Lato Black"/>
                <a:cs typeface="Lato Black"/>
                <a:sym typeface="Lato Black"/>
              </a:defRPr>
            </a:lvl9pPr>
          </a:lstStyle>
          <a:p>
            <a:endParaRPr/>
          </a:p>
        </p:txBody>
      </p:sp>
      <p:sp>
        <p:nvSpPr>
          <p:cNvPr id="507" name="Google Shape;507;p39"/>
          <p:cNvSpPr txBox="1">
            <a:spLocks noGrp="1"/>
          </p:cNvSpPr>
          <p:nvPr>
            <p:ph type="subTitle" idx="5"/>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1pPr>
            <a:lvl2pPr lvl="1"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2pPr>
            <a:lvl3pPr lvl="2"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3pPr>
            <a:lvl4pPr lvl="3"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4pPr>
            <a:lvl5pPr lvl="4"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5pPr>
            <a:lvl6pPr lvl="5"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6pPr>
            <a:lvl7pPr lvl="6"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7pPr>
            <a:lvl8pPr lvl="7"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8pPr>
            <a:lvl9pPr lvl="8" rtl="0">
              <a:spcBef>
                <a:spcPts val="1600"/>
              </a:spcBef>
              <a:spcAft>
                <a:spcPts val="1600"/>
              </a:spcAft>
              <a:buClr>
                <a:srgbClr val="FF5E4D"/>
              </a:buClr>
              <a:buSzPts val="900"/>
              <a:buFont typeface="Lato Black"/>
              <a:buNone/>
              <a:defRPr>
                <a:solidFill>
                  <a:srgbClr val="FF5E4D"/>
                </a:solidFill>
                <a:latin typeface="Lato Black"/>
                <a:ea typeface="Lato Black"/>
                <a:cs typeface="Lato Black"/>
                <a:sym typeface="Lato Black"/>
              </a:defRPr>
            </a:lvl9pPr>
          </a:lstStyle>
          <a:p>
            <a:endParaRPr/>
          </a:p>
        </p:txBody>
      </p:sp>
      <p:sp>
        <p:nvSpPr>
          <p:cNvPr id="508" name="Google Shape;508;p39"/>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9"/>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9"/>
          <p:cNvSpPr txBox="1">
            <a:spLocks noGrp="1"/>
          </p:cNvSpPr>
          <p:nvPr>
            <p:ph type="subTitle" idx="6"/>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grpSp>
        <p:nvGrpSpPr>
          <p:cNvPr id="511" name="Google Shape;511;p39"/>
          <p:cNvGrpSpPr/>
          <p:nvPr/>
        </p:nvGrpSpPr>
        <p:grpSpPr>
          <a:xfrm>
            <a:off x="454808" y="2411981"/>
            <a:ext cx="3036064" cy="1708530"/>
            <a:chOff x="5257889" y="2218975"/>
            <a:chExt cx="499205" cy="280925"/>
          </a:xfrm>
        </p:grpSpPr>
        <p:sp>
          <p:nvSpPr>
            <p:cNvPr id="512" name="Google Shape;512;p39"/>
            <p:cNvSpPr/>
            <p:nvPr/>
          </p:nvSpPr>
          <p:spPr>
            <a:xfrm flipH="1">
              <a:off x="5257889" y="2218975"/>
              <a:ext cx="213056" cy="102800"/>
            </a:xfrm>
            <a:custGeom>
              <a:avLst/>
              <a:gdLst/>
              <a:ahLst/>
              <a:cxnLst/>
              <a:rect l="l" t="t" r="r" b="b"/>
              <a:pathLst>
                <a:path w="50249" h="4112" extrusionOk="0">
                  <a:moveTo>
                    <a:pt x="13306" y="0"/>
                  </a:moveTo>
                  <a:lnTo>
                    <a:pt x="12525" y="5"/>
                  </a:lnTo>
                  <a:lnTo>
                    <a:pt x="11714" y="16"/>
                  </a:lnTo>
                  <a:lnTo>
                    <a:pt x="10933" y="26"/>
                  </a:lnTo>
                  <a:lnTo>
                    <a:pt x="10182" y="46"/>
                  </a:lnTo>
                  <a:lnTo>
                    <a:pt x="9401" y="72"/>
                  </a:lnTo>
                  <a:lnTo>
                    <a:pt x="8681" y="102"/>
                  </a:lnTo>
                  <a:lnTo>
                    <a:pt x="7960" y="133"/>
                  </a:lnTo>
                  <a:lnTo>
                    <a:pt x="7269" y="174"/>
                  </a:lnTo>
                  <a:lnTo>
                    <a:pt x="6608" y="214"/>
                  </a:lnTo>
                  <a:lnTo>
                    <a:pt x="5978" y="260"/>
                  </a:lnTo>
                  <a:lnTo>
                    <a:pt x="5377" y="306"/>
                  </a:lnTo>
                  <a:lnTo>
                    <a:pt x="4806" y="357"/>
                  </a:lnTo>
                  <a:lnTo>
                    <a:pt x="4296" y="413"/>
                  </a:lnTo>
                  <a:lnTo>
                    <a:pt x="3815" y="469"/>
                  </a:lnTo>
                  <a:lnTo>
                    <a:pt x="3364" y="526"/>
                  </a:lnTo>
                  <a:lnTo>
                    <a:pt x="3004" y="587"/>
                  </a:lnTo>
                  <a:lnTo>
                    <a:pt x="2584" y="663"/>
                  </a:lnTo>
                  <a:lnTo>
                    <a:pt x="2193" y="740"/>
                  </a:lnTo>
                  <a:lnTo>
                    <a:pt x="1833" y="821"/>
                  </a:lnTo>
                  <a:lnTo>
                    <a:pt x="1532" y="908"/>
                  </a:lnTo>
                  <a:lnTo>
                    <a:pt x="1232" y="995"/>
                  </a:lnTo>
                  <a:lnTo>
                    <a:pt x="992" y="1082"/>
                  </a:lnTo>
                  <a:lnTo>
                    <a:pt x="751" y="1168"/>
                  </a:lnTo>
                  <a:lnTo>
                    <a:pt x="571" y="1260"/>
                  </a:lnTo>
                  <a:lnTo>
                    <a:pt x="391" y="1352"/>
                  </a:lnTo>
                  <a:lnTo>
                    <a:pt x="271" y="1449"/>
                  </a:lnTo>
                  <a:lnTo>
                    <a:pt x="151" y="1541"/>
                  </a:lnTo>
                  <a:lnTo>
                    <a:pt x="91" y="1638"/>
                  </a:lnTo>
                  <a:lnTo>
                    <a:pt x="31" y="1729"/>
                  </a:lnTo>
                  <a:lnTo>
                    <a:pt x="1" y="1826"/>
                  </a:lnTo>
                  <a:lnTo>
                    <a:pt x="1" y="1923"/>
                  </a:lnTo>
                  <a:lnTo>
                    <a:pt x="31" y="2020"/>
                  </a:lnTo>
                  <a:lnTo>
                    <a:pt x="91" y="2117"/>
                  </a:lnTo>
                  <a:lnTo>
                    <a:pt x="151" y="2214"/>
                  </a:lnTo>
                  <a:lnTo>
                    <a:pt x="271" y="2311"/>
                  </a:lnTo>
                  <a:lnTo>
                    <a:pt x="391" y="2403"/>
                  </a:lnTo>
                  <a:lnTo>
                    <a:pt x="511" y="2500"/>
                  </a:lnTo>
                  <a:lnTo>
                    <a:pt x="691" y="2591"/>
                  </a:lnTo>
                  <a:lnTo>
                    <a:pt x="872" y="2683"/>
                  </a:lnTo>
                  <a:lnTo>
                    <a:pt x="1082" y="2775"/>
                  </a:lnTo>
                  <a:lnTo>
                    <a:pt x="1292" y="2867"/>
                  </a:lnTo>
                  <a:lnTo>
                    <a:pt x="1532" y="2954"/>
                  </a:lnTo>
                  <a:lnTo>
                    <a:pt x="1803" y="3040"/>
                  </a:lnTo>
                  <a:lnTo>
                    <a:pt x="2073" y="3127"/>
                  </a:lnTo>
                  <a:lnTo>
                    <a:pt x="2373" y="3209"/>
                  </a:lnTo>
                  <a:lnTo>
                    <a:pt x="2674" y="3290"/>
                  </a:lnTo>
                  <a:lnTo>
                    <a:pt x="3004" y="3367"/>
                  </a:lnTo>
                  <a:lnTo>
                    <a:pt x="3334" y="3443"/>
                  </a:lnTo>
                  <a:lnTo>
                    <a:pt x="20454" y="3443"/>
                  </a:lnTo>
                  <a:lnTo>
                    <a:pt x="21295" y="3433"/>
                  </a:lnTo>
                  <a:lnTo>
                    <a:pt x="22106" y="3428"/>
                  </a:lnTo>
                  <a:lnTo>
                    <a:pt x="22887" y="3433"/>
                  </a:lnTo>
                  <a:lnTo>
                    <a:pt x="23668" y="3438"/>
                  </a:lnTo>
                  <a:lnTo>
                    <a:pt x="24449" y="3453"/>
                  </a:lnTo>
                  <a:lnTo>
                    <a:pt x="25230" y="3474"/>
                  </a:lnTo>
                  <a:lnTo>
                    <a:pt x="25981" y="3499"/>
                  </a:lnTo>
                  <a:lnTo>
                    <a:pt x="26731" y="3530"/>
                  </a:lnTo>
                  <a:lnTo>
                    <a:pt x="27422" y="3560"/>
                  </a:lnTo>
                  <a:lnTo>
                    <a:pt x="28113" y="3601"/>
                  </a:lnTo>
                  <a:lnTo>
                    <a:pt x="28774" y="3642"/>
                  </a:lnTo>
                  <a:lnTo>
                    <a:pt x="29435" y="3688"/>
                  </a:lnTo>
                  <a:lnTo>
                    <a:pt x="30005" y="3739"/>
                  </a:lnTo>
                  <a:lnTo>
                    <a:pt x="30576" y="3790"/>
                  </a:lnTo>
                  <a:lnTo>
                    <a:pt x="31117" y="3846"/>
                  </a:lnTo>
                  <a:lnTo>
                    <a:pt x="31567" y="3902"/>
                  </a:lnTo>
                  <a:lnTo>
                    <a:pt x="32018" y="3963"/>
                  </a:lnTo>
                  <a:lnTo>
                    <a:pt x="32378" y="4030"/>
                  </a:lnTo>
                  <a:lnTo>
                    <a:pt x="32798" y="4111"/>
                  </a:lnTo>
                  <a:lnTo>
                    <a:pt x="36102" y="4111"/>
                  </a:lnTo>
                  <a:lnTo>
                    <a:pt x="36883" y="4106"/>
                  </a:lnTo>
                  <a:lnTo>
                    <a:pt x="37664" y="4101"/>
                  </a:lnTo>
                  <a:lnTo>
                    <a:pt x="38415" y="4091"/>
                  </a:lnTo>
                  <a:lnTo>
                    <a:pt x="39166" y="4076"/>
                  </a:lnTo>
                  <a:lnTo>
                    <a:pt x="39917" y="4055"/>
                  </a:lnTo>
                  <a:lnTo>
                    <a:pt x="40638" y="4035"/>
                  </a:lnTo>
                  <a:lnTo>
                    <a:pt x="41358" y="4009"/>
                  </a:lnTo>
                  <a:lnTo>
                    <a:pt x="42019" y="3979"/>
                  </a:lnTo>
                  <a:lnTo>
                    <a:pt x="42680" y="3948"/>
                  </a:lnTo>
                  <a:lnTo>
                    <a:pt x="43311" y="3912"/>
                  </a:lnTo>
                  <a:lnTo>
                    <a:pt x="43911" y="3877"/>
                  </a:lnTo>
                  <a:lnTo>
                    <a:pt x="44482" y="3836"/>
                  </a:lnTo>
                  <a:lnTo>
                    <a:pt x="44993" y="3790"/>
                  </a:lnTo>
                  <a:lnTo>
                    <a:pt x="45473" y="3744"/>
                  </a:lnTo>
                  <a:lnTo>
                    <a:pt x="45894" y="3698"/>
                  </a:lnTo>
                  <a:lnTo>
                    <a:pt x="46254" y="3647"/>
                  </a:lnTo>
                  <a:lnTo>
                    <a:pt x="46675" y="3586"/>
                  </a:lnTo>
                  <a:lnTo>
                    <a:pt x="47065" y="3520"/>
                  </a:lnTo>
                  <a:lnTo>
                    <a:pt x="47425" y="3453"/>
                  </a:lnTo>
                  <a:lnTo>
                    <a:pt x="47756" y="3387"/>
                  </a:lnTo>
                  <a:lnTo>
                    <a:pt x="48086" y="3316"/>
                  </a:lnTo>
                  <a:lnTo>
                    <a:pt x="48386" y="3239"/>
                  </a:lnTo>
                  <a:lnTo>
                    <a:pt x="48687" y="3168"/>
                  </a:lnTo>
                  <a:lnTo>
                    <a:pt x="48927" y="3091"/>
                  </a:lnTo>
                  <a:lnTo>
                    <a:pt x="49167" y="3010"/>
                  </a:lnTo>
                  <a:lnTo>
                    <a:pt x="49378" y="2928"/>
                  </a:lnTo>
                  <a:lnTo>
                    <a:pt x="49588" y="2846"/>
                  </a:lnTo>
                  <a:lnTo>
                    <a:pt x="49738" y="2765"/>
                  </a:lnTo>
                  <a:lnTo>
                    <a:pt x="49888" y="2678"/>
                  </a:lnTo>
                  <a:lnTo>
                    <a:pt x="50008" y="2591"/>
                  </a:lnTo>
                  <a:lnTo>
                    <a:pt x="50098" y="2500"/>
                  </a:lnTo>
                  <a:lnTo>
                    <a:pt x="50189" y="2408"/>
                  </a:lnTo>
                  <a:lnTo>
                    <a:pt x="50219" y="2316"/>
                  </a:lnTo>
                  <a:lnTo>
                    <a:pt x="50249" y="2224"/>
                  </a:lnTo>
                  <a:lnTo>
                    <a:pt x="50249" y="2127"/>
                  </a:lnTo>
                  <a:lnTo>
                    <a:pt x="50219" y="2030"/>
                  </a:lnTo>
                  <a:lnTo>
                    <a:pt x="50159" y="1933"/>
                  </a:lnTo>
                  <a:lnTo>
                    <a:pt x="50068" y="1831"/>
                  </a:lnTo>
                  <a:lnTo>
                    <a:pt x="49948" y="1734"/>
                  </a:lnTo>
                  <a:lnTo>
                    <a:pt x="49828" y="1632"/>
                  </a:lnTo>
                  <a:lnTo>
                    <a:pt x="49648" y="1530"/>
                  </a:lnTo>
                  <a:lnTo>
                    <a:pt x="49468" y="1423"/>
                  </a:lnTo>
                  <a:lnTo>
                    <a:pt x="49227" y="1321"/>
                  </a:lnTo>
                  <a:lnTo>
                    <a:pt x="48987" y="1214"/>
                  </a:lnTo>
                  <a:lnTo>
                    <a:pt x="48717" y="1107"/>
                  </a:lnTo>
                  <a:lnTo>
                    <a:pt x="48417" y="1000"/>
                  </a:lnTo>
                  <a:lnTo>
                    <a:pt x="48056" y="888"/>
                  </a:lnTo>
                  <a:lnTo>
                    <a:pt x="47696" y="781"/>
                  </a:lnTo>
                  <a:lnTo>
                    <a:pt x="47335" y="684"/>
                  </a:lnTo>
                  <a:lnTo>
                    <a:pt x="46915" y="592"/>
                  </a:lnTo>
                  <a:lnTo>
                    <a:pt x="46464" y="510"/>
                  </a:lnTo>
                  <a:lnTo>
                    <a:pt x="45984" y="429"/>
                  </a:lnTo>
                  <a:lnTo>
                    <a:pt x="45443" y="362"/>
                  </a:lnTo>
                  <a:lnTo>
                    <a:pt x="44902" y="296"/>
                  </a:lnTo>
                  <a:lnTo>
                    <a:pt x="44302" y="240"/>
                  </a:lnTo>
                  <a:lnTo>
                    <a:pt x="43701" y="189"/>
                  </a:lnTo>
                  <a:lnTo>
                    <a:pt x="43070" y="143"/>
                  </a:lnTo>
                  <a:lnTo>
                    <a:pt x="42410" y="107"/>
                  </a:lnTo>
                  <a:lnTo>
                    <a:pt x="41719" y="72"/>
                  </a:lnTo>
                  <a:lnTo>
                    <a:pt x="41028" y="46"/>
                  </a:lnTo>
                  <a:lnTo>
                    <a:pt x="40337" y="26"/>
                  </a:lnTo>
                  <a:lnTo>
                    <a:pt x="39616" y="10"/>
                  </a:lnTo>
                  <a:lnTo>
                    <a:pt x="38896" y="5"/>
                  </a:lnTo>
                  <a:lnTo>
                    <a:pt x="38145" y="0"/>
                  </a:lnTo>
                  <a:lnTo>
                    <a:pt x="37334" y="5"/>
                  </a:lnTo>
                  <a:lnTo>
                    <a:pt x="36493" y="16"/>
                  </a:lnTo>
                  <a:lnTo>
                    <a:pt x="14928" y="16"/>
                  </a:lnTo>
                  <a:lnTo>
                    <a:pt x="14117" y="5"/>
                  </a:lnTo>
                  <a:lnTo>
                    <a:pt x="13306"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9"/>
            <p:cNvSpPr/>
            <p:nvPr/>
          </p:nvSpPr>
          <p:spPr>
            <a:xfrm flipH="1">
              <a:off x="5257889" y="2218975"/>
              <a:ext cx="213056" cy="102800"/>
            </a:xfrm>
            <a:custGeom>
              <a:avLst/>
              <a:gdLst/>
              <a:ahLst/>
              <a:cxnLst/>
              <a:rect l="l" t="t" r="r" b="b"/>
              <a:pathLst>
                <a:path w="50249" h="4112" fill="none" extrusionOk="0">
                  <a:moveTo>
                    <a:pt x="38145" y="0"/>
                  </a:moveTo>
                  <a:lnTo>
                    <a:pt x="38145" y="0"/>
                  </a:lnTo>
                  <a:lnTo>
                    <a:pt x="38896" y="5"/>
                  </a:lnTo>
                  <a:lnTo>
                    <a:pt x="39616" y="10"/>
                  </a:lnTo>
                  <a:lnTo>
                    <a:pt x="40337" y="26"/>
                  </a:lnTo>
                  <a:lnTo>
                    <a:pt x="41028" y="46"/>
                  </a:lnTo>
                  <a:lnTo>
                    <a:pt x="41719" y="72"/>
                  </a:lnTo>
                  <a:lnTo>
                    <a:pt x="42410" y="107"/>
                  </a:lnTo>
                  <a:lnTo>
                    <a:pt x="43070" y="143"/>
                  </a:lnTo>
                  <a:lnTo>
                    <a:pt x="43701" y="189"/>
                  </a:lnTo>
                  <a:lnTo>
                    <a:pt x="44302" y="240"/>
                  </a:lnTo>
                  <a:lnTo>
                    <a:pt x="44902" y="296"/>
                  </a:lnTo>
                  <a:lnTo>
                    <a:pt x="45443" y="362"/>
                  </a:lnTo>
                  <a:lnTo>
                    <a:pt x="45984" y="429"/>
                  </a:lnTo>
                  <a:lnTo>
                    <a:pt x="46464" y="510"/>
                  </a:lnTo>
                  <a:lnTo>
                    <a:pt x="46915" y="592"/>
                  </a:lnTo>
                  <a:lnTo>
                    <a:pt x="47335" y="684"/>
                  </a:lnTo>
                  <a:lnTo>
                    <a:pt x="47696" y="781"/>
                  </a:lnTo>
                  <a:lnTo>
                    <a:pt x="47696" y="781"/>
                  </a:lnTo>
                  <a:lnTo>
                    <a:pt x="48056" y="888"/>
                  </a:lnTo>
                  <a:lnTo>
                    <a:pt x="48417" y="1000"/>
                  </a:lnTo>
                  <a:lnTo>
                    <a:pt x="48717" y="1107"/>
                  </a:lnTo>
                  <a:lnTo>
                    <a:pt x="48987" y="1214"/>
                  </a:lnTo>
                  <a:lnTo>
                    <a:pt x="49227" y="1321"/>
                  </a:lnTo>
                  <a:lnTo>
                    <a:pt x="49468" y="1423"/>
                  </a:lnTo>
                  <a:lnTo>
                    <a:pt x="49648" y="1530"/>
                  </a:lnTo>
                  <a:lnTo>
                    <a:pt x="49828" y="1632"/>
                  </a:lnTo>
                  <a:lnTo>
                    <a:pt x="49948" y="1734"/>
                  </a:lnTo>
                  <a:lnTo>
                    <a:pt x="50068" y="1831"/>
                  </a:lnTo>
                  <a:lnTo>
                    <a:pt x="50159" y="1933"/>
                  </a:lnTo>
                  <a:lnTo>
                    <a:pt x="50219" y="2030"/>
                  </a:lnTo>
                  <a:lnTo>
                    <a:pt x="50249" y="2127"/>
                  </a:lnTo>
                  <a:lnTo>
                    <a:pt x="50249" y="2224"/>
                  </a:lnTo>
                  <a:lnTo>
                    <a:pt x="50219" y="2316"/>
                  </a:lnTo>
                  <a:lnTo>
                    <a:pt x="50189" y="2408"/>
                  </a:lnTo>
                  <a:lnTo>
                    <a:pt x="50098" y="2500"/>
                  </a:lnTo>
                  <a:lnTo>
                    <a:pt x="50008" y="2591"/>
                  </a:lnTo>
                  <a:lnTo>
                    <a:pt x="49888" y="2678"/>
                  </a:lnTo>
                  <a:lnTo>
                    <a:pt x="49738" y="2765"/>
                  </a:lnTo>
                  <a:lnTo>
                    <a:pt x="49588" y="2846"/>
                  </a:lnTo>
                  <a:lnTo>
                    <a:pt x="49378" y="2928"/>
                  </a:lnTo>
                  <a:lnTo>
                    <a:pt x="49167" y="3010"/>
                  </a:lnTo>
                  <a:lnTo>
                    <a:pt x="48927" y="3091"/>
                  </a:lnTo>
                  <a:lnTo>
                    <a:pt x="48687" y="3168"/>
                  </a:lnTo>
                  <a:lnTo>
                    <a:pt x="48386" y="3239"/>
                  </a:lnTo>
                  <a:lnTo>
                    <a:pt x="48086" y="3316"/>
                  </a:lnTo>
                  <a:lnTo>
                    <a:pt x="47756" y="3387"/>
                  </a:lnTo>
                  <a:lnTo>
                    <a:pt x="47425" y="3453"/>
                  </a:lnTo>
                  <a:lnTo>
                    <a:pt x="47065" y="3520"/>
                  </a:lnTo>
                  <a:lnTo>
                    <a:pt x="46675" y="3586"/>
                  </a:lnTo>
                  <a:lnTo>
                    <a:pt x="46254" y="3647"/>
                  </a:lnTo>
                  <a:lnTo>
                    <a:pt x="46254" y="3647"/>
                  </a:lnTo>
                  <a:lnTo>
                    <a:pt x="45894" y="3698"/>
                  </a:lnTo>
                  <a:lnTo>
                    <a:pt x="45473" y="3744"/>
                  </a:lnTo>
                  <a:lnTo>
                    <a:pt x="44993" y="3790"/>
                  </a:lnTo>
                  <a:lnTo>
                    <a:pt x="44482" y="3836"/>
                  </a:lnTo>
                  <a:lnTo>
                    <a:pt x="43911" y="3877"/>
                  </a:lnTo>
                  <a:lnTo>
                    <a:pt x="43311" y="3912"/>
                  </a:lnTo>
                  <a:lnTo>
                    <a:pt x="42680" y="3948"/>
                  </a:lnTo>
                  <a:lnTo>
                    <a:pt x="42019" y="3979"/>
                  </a:lnTo>
                  <a:lnTo>
                    <a:pt x="41358" y="4009"/>
                  </a:lnTo>
                  <a:lnTo>
                    <a:pt x="40638" y="4035"/>
                  </a:lnTo>
                  <a:lnTo>
                    <a:pt x="39917" y="4055"/>
                  </a:lnTo>
                  <a:lnTo>
                    <a:pt x="39166" y="4076"/>
                  </a:lnTo>
                  <a:lnTo>
                    <a:pt x="38415" y="4091"/>
                  </a:lnTo>
                  <a:lnTo>
                    <a:pt x="37664" y="4101"/>
                  </a:lnTo>
                  <a:lnTo>
                    <a:pt x="36883" y="4106"/>
                  </a:lnTo>
                  <a:lnTo>
                    <a:pt x="36102" y="4111"/>
                  </a:lnTo>
                  <a:lnTo>
                    <a:pt x="32798" y="4111"/>
                  </a:lnTo>
                  <a:lnTo>
                    <a:pt x="32798" y="4111"/>
                  </a:lnTo>
                  <a:lnTo>
                    <a:pt x="32378" y="4030"/>
                  </a:lnTo>
                  <a:lnTo>
                    <a:pt x="32378" y="4030"/>
                  </a:lnTo>
                  <a:lnTo>
                    <a:pt x="32018" y="3963"/>
                  </a:lnTo>
                  <a:lnTo>
                    <a:pt x="31567" y="3902"/>
                  </a:lnTo>
                  <a:lnTo>
                    <a:pt x="31117" y="3846"/>
                  </a:lnTo>
                  <a:lnTo>
                    <a:pt x="30576" y="3790"/>
                  </a:lnTo>
                  <a:lnTo>
                    <a:pt x="30005" y="3739"/>
                  </a:lnTo>
                  <a:lnTo>
                    <a:pt x="29435" y="3688"/>
                  </a:lnTo>
                  <a:lnTo>
                    <a:pt x="28774" y="3642"/>
                  </a:lnTo>
                  <a:lnTo>
                    <a:pt x="28113" y="3601"/>
                  </a:lnTo>
                  <a:lnTo>
                    <a:pt x="27422" y="3560"/>
                  </a:lnTo>
                  <a:lnTo>
                    <a:pt x="26731" y="3530"/>
                  </a:lnTo>
                  <a:lnTo>
                    <a:pt x="25981" y="3499"/>
                  </a:lnTo>
                  <a:lnTo>
                    <a:pt x="25230" y="3474"/>
                  </a:lnTo>
                  <a:lnTo>
                    <a:pt x="24449" y="3453"/>
                  </a:lnTo>
                  <a:lnTo>
                    <a:pt x="23668" y="3438"/>
                  </a:lnTo>
                  <a:lnTo>
                    <a:pt x="22887" y="3433"/>
                  </a:lnTo>
                  <a:lnTo>
                    <a:pt x="22106" y="3428"/>
                  </a:lnTo>
                  <a:lnTo>
                    <a:pt x="22106" y="3428"/>
                  </a:lnTo>
                  <a:lnTo>
                    <a:pt x="21295" y="3433"/>
                  </a:lnTo>
                  <a:lnTo>
                    <a:pt x="20454" y="3443"/>
                  </a:lnTo>
                  <a:lnTo>
                    <a:pt x="3334" y="3443"/>
                  </a:lnTo>
                  <a:lnTo>
                    <a:pt x="3334" y="3443"/>
                  </a:lnTo>
                  <a:lnTo>
                    <a:pt x="3004" y="3367"/>
                  </a:lnTo>
                  <a:lnTo>
                    <a:pt x="2674" y="3290"/>
                  </a:lnTo>
                  <a:lnTo>
                    <a:pt x="2373" y="3209"/>
                  </a:lnTo>
                  <a:lnTo>
                    <a:pt x="2073" y="3127"/>
                  </a:lnTo>
                  <a:lnTo>
                    <a:pt x="1803" y="3040"/>
                  </a:lnTo>
                  <a:lnTo>
                    <a:pt x="1532" y="2954"/>
                  </a:lnTo>
                  <a:lnTo>
                    <a:pt x="1292" y="2867"/>
                  </a:lnTo>
                  <a:lnTo>
                    <a:pt x="1082" y="2775"/>
                  </a:lnTo>
                  <a:lnTo>
                    <a:pt x="872" y="2683"/>
                  </a:lnTo>
                  <a:lnTo>
                    <a:pt x="691" y="2591"/>
                  </a:lnTo>
                  <a:lnTo>
                    <a:pt x="511" y="2500"/>
                  </a:lnTo>
                  <a:lnTo>
                    <a:pt x="391" y="2403"/>
                  </a:lnTo>
                  <a:lnTo>
                    <a:pt x="271" y="2311"/>
                  </a:lnTo>
                  <a:lnTo>
                    <a:pt x="151" y="2214"/>
                  </a:lnTo>
                  <a:lnTo>
                    <a:pt x="91" y="2117"/>
                  </a:lnTo>
                  <a:lnTo>
                    <a:pt x="31" y="2020"/>
                  </a:lnTo>
                  <a:lnTo>
                    <a:pt x="1" y="1923"/>
                  </a:lnTo>
                  <a:lnTo>
                    <a:pt x="1" y="1826"/>
                  </a:lnTo>
                  <a:lnTo>
                    <a:pt x="31" y="1729"/>
                  </a:lnTo>
                  <a:lnTo>
                    <a:pt x="91" y="1638"/>
                  </a:lnTo>
                  <a:lnTo>
                    <a:pt x="151" y="1541"/>
                  </a:lnTo>
                  <a:lnTo>
                    <a:pt x="271" y="1449"/>
                  </a:lnTo>
                  <a:lnTo>
                    <a:pt x="391" y="1352"/>
                  </a:lnTo>
                  <a:lnTo>
                    <a:pt x="571" y="1260"/>
                  </a:lnTo>
                  <a:lnTo>
                    <a:pt x="751" y="1168"/>
                  </a:lnTo>
                  <a:lnTo>
                    <a:pt x="992" y="1082"/>
                  </a:lnTo>
                  <a:lnTo>
                    <a:pt x="1232" y="995"/>
                  </a:lnTo>
                  <a:lnTo>
                    <a:pt x="1532" y="908"/>
                  </a:lnTo>
                  <a:lnTo>
                    <a:pt x="1833" y="821"/>
                  </a:lnTo>
                  <a:lnTo>
                    <a:pt x="2193" y="740"/>
                  </a:lnTo>
                  <a:lnTo>
                    <a:pt x="2584" y="663"/>
                  </a:lnTo>
                  <a:lnTo>
                    <a:pt x="3004" y="587"/>
                  </a:lnTo>
                  <a:lnTo>
                    <a:pt x="3004" y="587"/>
                  </a:lnTo>
                  <a:lnTo>
                    <a:pt x="3364" y="526"/>
                  </a:lnTo>
                  <a:lnTo>
                    <a:pt x="3815" y="469"/>
                  </a:lnTo>
                  <a:lnTo>
                    <a:pt x="4296" y="413"/>
                  </a:lnTo>
                  <a:lnTo>
                    <a:pt x="4806" y="357"/>
                  </a:lnTo>
                  <a:lnTo>
                    <a:pt x="5377" y="306"/>
                  </a:lnTo>
                  <a:lnTo>
                    <a:pt x="5978" y="260"/>
                  </a:lnTo>
                  <a:lnTo>
                    <a:pt x="6608" y="214"/>
                  </a:lnTo>
                  <a:lnTo>
                    <a:pt x="7269" y="174"/>
                  </a:lnTo>
                  <a:lnTo>
                    <a:pt x="7960" y="133"/>
                  </a:lnTo>
                  <a:lnTo>
                    <a:pt x="8681" y="102"/>
                  </a:lnTo>
                  <a:lnTo>
                    <a:pt x="9401" y="72"/>
                  </a:lnTo>
                  <a:lnTo>
                    <a:pt x="10182" y="46"/>
                  </a:lnTo>
                  <a:lnTo>
                    <a:pt x="10933" y="26"/>
                  </a:lnTo>
                  <a:lnTo>
                    <a:pt x="11714" y="16"/>
                  </a:lnTo>
                  <a:lnTo>
                    <a:pt x="12525" y="5"/>
                  </a:lnTo>
                  <a:lnTo>
                    <a:pt x="13306" y="0"/>
                  </a:lnTo>
                  <a:lnTo>
                    <a:pt x="13306" y="0"/>
                  </a:lnTo>
                  <a:lnTo>
                    <a:pt x="14117" y="5"/>
                  </a:lnTo>
                  <a:lnTo>
                    <a:pt x="14928" y="16"/>
                  </a:lnTo>
                  <a:lnTo>
                    <a:pt x="36493" y="16"/>
                  </a:lnTo>
                  <a:lnTo>
                    <a:pt x="36493" y="16"/>
                  </a:lnTo>
                  <a:lnTo>
                    <a:pt x="37334" y="5"/>
                  </a:lnTo>
                  <a:lnTo>
                    <a:pt x="3814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9"/>
            <p:cNvSpPr/>
            <p:nvPr/>
          </p:nvSpPr>
          <p:spPr>
            <a:xfrm flipH="1">
              <a:off x="5320925" y="2304650"/>
              <a:ext cx="436169" cy="107025"/>
            </a:xfrm>
            <a:custGeom>
              <a:avLst/>
              <a:gdLst/>
              <a:ahLst/>
              <a:cxnLst/>
              <a:rect l="l" t="t" r="r" b="b"/>
              <a:pathLst>
                <a:path w="102870" h="4281" extrusionOk="0">
                  <a:moveTo>
                    <a:pt x="11324" y="1"/>
                  </a:moveTo>
                  <a:lnTo>
                    <a:pt x="10603" y="11"/>
                  </a:lnTo>
                  <a:lnTo>
                    <a:pt x="9912" y="26"/>
                  </a:lnTo>
                  <a:lnTo>
                    <a:pt x="9191" y="47"/>
                  </a:lnTo>
                  <a:lnTo>
                    <a:pt x="8501" y="72"/>
                  </a:lnTo>
                  <a:lnTo>
                    <a:pt x="7840" y="103"/>
                  </a:lnTo>
                  <a:lnTo>
                    <a:pt x="7179" y="144"/>
                  </a:lnTo>
                  <a:lnTo>
                    <a:pt x="6548" y="190"/>
                  </a:lnTo>
                  <a:lnTo>
                    <a:pt x="5948" y="241"/>
                  </a:lnTo>
                  <a:lnTo>
                    <a:pt x="5347" y="302"/>
                  </a:lnTo>
                  <a:lnTo>
                    <a:pt x="4806" y="368"/>
                  </a:lnTo>
                  <a:lnTo>
                    <a:pt x="4266" y="440"/>
                  </a:lnTo>
                  <a:lnTo>
                    <a:pt x="3785" y="521"/>
                  </a:lnTo>
                  <a:lnTo>
                    <a:pt x="3335" y="608"/>
                  </a:lnTo>
                  <a:lnTo>
                    <a:pt x="2914" y="705"/>
                  </a:lnTo>
                  <a:lnTo>
                    <a:pt x="2554" y="807"/>
                  </a:lnTo>
                  <a:lnTo>
                    <a:pt x="2193" y="924"/>
                  </a:lnTo>
                  <a:lnTo>
                    <a:pt x="1863" y="1036"/>
                  </a:lnTo>
                  <a:lnTo>
                    <a:pt x="1532" y="1149"/>
                  </a:lnTo>
                  <a:lnTo>
                    <a:pt x="1262" y="1266"/>
                  </a:lnTo>
                  <a:lnTo>
                    <a:pt x="1022" y="1373"/>
                  </a:lnTo>
                  <a:lnTo>
                    <a:pt x="782" y="1485"/>
                  </a:lnTo>
                  <a:lnTo>
                    <a:pt x="601" y="1592"/>
                  </a:lnTo>
                  <a:lnTo>
                    <a:pt x="451" y="1704"/>
                  </a:lnTo>
                  <a:lnTo>
                    <a:pt x="301" y="1807"/>
                  </a:lnTo>
                  <a:lnTo>
                    <a:pt x="181" y="1914"/>
                  </a:lnTo>
                  <a:lnTo>
                    <a:pt x="121" y="2016"/>
                  </a:lnTo>
                  <a:lnTo>
                    <a:pt x="61" y="2118"/>
                  </a:lnTo>
                  <a:lnTo>
                    <a:pt x="31" y="2220"/>
                  </a:lnTo>
                  <a:lnTo>
                    <a:pt x="1" y="2322"/>
                  </a:lnTo>
                  <a:lnTo>
                    <a:pt x="31" y="2419"/>
                  </a:lnTo>
                  <a:lnTo>
                    <a:pt x="91" y="2515"/>
                  </a:lnTo>
                  <a:lnTo>
                    <a:pt x="151" y="2607"/>
                  </a:lnTo>
                  <a:lnTo>
                    <a:pt x="241" y="2704"/>
                  </a:lnTo>
                  <a:lnTo>
                    <a:pt x="361" y="2796"/>
                  </a:lnTo>
                  <a:lnTo>
                    <a:pt x="511" y="2883"/>
                  </a:lnTo>
                  <a:lnTo>
                    <a:pt x="661" y="2969"/>
                  </a:lnTo>
                  <a:lnTo>
                    <a:pt x="872" y="3056"/>
                  </a:lnTo>
                  <a:lnTo>
                    <a:pt x="1082" y="3143"/>
                  </a:lnTo>
                  <a:lnTo>
                    <a:pt x="1322" y="3224"/>
                  </a:lnTo>
                  <a:lnTo>
                    <a:pt x="1562" y="3306"/>
                  </a:lnTo>
                  <a:lnTo>
                    <a:pt x="1863" y="3383"/>
                  </a:lnTo>
                  <a:lnTo>
                    <a:pt x="2163" y="3459"/>
                  </a:lnTo>
                  <a:lnTo>
                    <a:pt x="2494" y="3531"/>
                  </a:lnTo>
                  <a:lnTo>
                    <a:pt x="2824" y="3607"/>
                  </a:lnTo>
                  <a:lnTo>
                    <a:pt x="3184" y="3673"/>
                  </a:lnTo>
                  <a:lnTo>
                    <a:pt x="3575" y="3745"/>
                  </a:lnTo>
                  <a:lnTo>
                    <a:pt x="3995" y="3811"/>
                  </a:lnTo>
                  <a:lnTo>
                    <a:pt x="4326" y="3857"/>
                  </a:lnTo>
                  <a:lnTo>
                    <a:pt x="4686" y="3903"/>
                  </a:lnTo>
                  <a:lnTo>
                    <a:pt x="5077" y="3944"/>
                  </a:lnTo>
                  <a:lnTo>
                    <a:pt x="5527" y="3990"/>
                  </a:lnTo>
                  <a:lnTo>
                    <a:pt x="5978" y="4030"/>
                  </a:lnTo>
                  <a:lnTo>
                    <a:pt x="6488" y="4066"/>
                  </a:lnTo>
                  <a:lnTo>
                    <a:pt x="6999" y="4102"/>
                  </a:lnTo>
                  <a:lnTo>
                    <a:pt x="7569" y="4138"/>
                  </a:lnTo>
                  <a:lnTo>
                    <a:pt x="8140" y="4168"/>
                  </a:lnTo>
                  <a:lnTo>
                    <a:pt x="8711" y="4194"/>
                  </a:lnTo>
                  <a:lnTo>
                    <a:pt x="9341" y="4219"/>
                  </a:lnTo>
                  <a:lnTo>
                    <a:pt x="9972" y="4240"/>
                  </a:lnTo>
                  <a:lnTo>
                    <a:pt x="10603" y="4255"/>
                  </a:lnTo>
                  <a:lnTo>
                    <a:pt x="11264" y="4270"/>
                  </a:lnTo>
                  <a:lnTo>
                    <a:pt x="11924" y="4275"/>
                  </a:lnTo>
                  <a:lnTo>
                    <a:pt x="12585" y="4280"/>
                  </a:lnTo>
                  <a:lnTo>
                    <a:pt x="13366" y="4275"/>
                  </a:lnTo>
                  <a:lnTo>
                    <a:pt x="14147" y="4265"/>
                  </a:lnTo>
                  <a:lnTo>
                    <a:pt x="38145" y="4265"/>
                  </a:lnTo>
                  <a:lnTo>
                    <a:pt x="38505" y="4178"/>
                  </a:lnTo>
                  <a:lnTo>
                    <a:pt x="38926" y="4102"/>
                  </a:lnTo>
                  <a:lnTo>
                    <a:pt x="39346" y="4020"/>
                  </a:lnTo>
                  <a:lnTo>
                    <a:pt x="39797" y="3949"/>
                  </a:lnTo>
                  <a:lnTo>
                    <a:pt x="40187" y="3893"/>
                  </a:lnTo>
                  <a:lnTo>
                    <a:pt x="40608" y="3847"/>
                  </a:lnTo>
                  <a:lnTo>
                    <a:pt x="41088" y="3796"/>
                  </a:lnTo>
                  <a:lnTo>
                    <a:pt x="41599" y="3750"/>
                  </a:lnTo>
                  <a:lnTo>
                    <a:pt x="42169" y="3709"/>
                  </a:lnTo>
                  <a:lnTo>
                    <a:pt x="42770" y="3668"/>
                  </a:lnTo>
                  <a:lnTo>
                    <a:pt x="43371" y="3633"/>
                  </a:lnTo>
                  <a:lnTo>
                    <a:pt x="44032" y="3602"/>
                  </a:lnTo>
                  <a:lnTo>
                    <a:pt x="44722" y="3571"/>
                  </a:lnTo>
                  <a:lnTo>
                    <a:pt x="45443" y="3546"/>
                  </a:lnTo>
                  <a:lnTo>
                    <a:pt x="46164" y="3520"/>
                  </a:lnTo>
                  <a:lnTo>
                    <a:pt x="46915" y="3505"/>
                  </a:lnTo>
                  <a:lnTo>
                    <a:pt x="47666" y="3490"/>
                  </a:lnTo>
                  <a:lnTo>
                    <a:pt x="48417" y="3480"/>
                  </a:lnTo>
                  <a:lnTo>
                    <a:pt x="49198" y="3469"/>
                  </a:lnTo>
                  <a:lnTo>
                    <a:pt x="99085" y="3469"/>
                  </a:lnTo>
                  <a:lnTo>
                    <a:pt x="100016" y="3474"/>
                  </a:lnTo>
                  <a:lnTo>
                    <a:pt x="100587" y="3316"/>
                  </a:lnTo>
                  <a:lnTo>
                    <a:pt x="101127" y="3153"/>
                  </a:lnTo>
                  <a:lnTo>
                    <a:pt x="101578" y="2985"/>
                  </a:lnTo>
                  <a:lnTo>
                    <a:pt x="101968" y="2811"/>
                  </a:lnTo>
                  <a:lnTo>
                    <a:pt x="102149" y="2720"/>
                  </a:lnTo>
                  <a:lnTo>
                    <a:pt x="102299" y="2633"/>
                  </a:lnTo>
                  <a:lnTo>
                    <a:pt x="102449" y="2541"/>
                  </a:lnTo>
                  <a:lnTo>
                    <a:pt x="102569" y="2449"/>
                  </a:lnTo>
                  <a:lnTo>
                    <a:pt x="102659" y="2357"/>
                  </a:lnTo>
                  <a:lnTo>
                    <a:pt x="102749" y="2266"/>
                  </a:lnTo>
                  <a:lnTo>
                    <a:pt x="102809" y="2174"/>
                  </a:lnTo>
                  <a:lnTo>
                    <a:pt x="102839" y="2082"/>
                  </a:lnTo>
                  <a:lnTo>
                    <a:pt x="102869" y="1985"/>
                  </a:lnTo>
                  <a:lnTo>
                    <a:pt x="102869" y="1893"/>
                  </a:lnTo>
                  <a:lnTo>
                    <a:pt x="102839" y="1801"/>
                  </a:lnTo>
                  <a:lnTo>
                    <a:pt x="102779" y="1710"/>
                  </a:lnTo>
                  <a:lnTo>
                    <a:pt x="102719" y="1618"/>
                  </a:lnTo>
                  <a:lnTo>
                    <a:pt x="102629" y="1526"/>
                  </a:lnTo>
                  <a:lnTo>
                    <a:pt x="102509" y="1434"/>
                  </a:lnTo>
                  <a:lnTo>
                    <a:pt x="102359" y="1347"/>
                  </a:lnTo>
                  <a:lnTo>
                    <a:pt x="102209" y="1261"/>
                  </a:lnTo>
                  <a:lnTo>
                    <a:pt x="101998" y="1174"/>
                  </a:lnTo>
                  <a:lnTo>
                    <a:pt x="101788" y="1087"/>
                  </a:lnTo>
                  <a:lnTo>
                    <a:pt x="101548" y="1001"/>
                  </a:lnTo>
                  <a:lnTo>
                    <a:pt x="101278" y="919"/>
                  </a:lnTo>
                  <a:lnTo>
                    <a:pt x="100977" y="837"/>
                  </a:lnTo>
                  <a:lnTo>
                    <a:pt x="100647" y="761"/>
                  </a:lnTo>
                  <a:lnTo>
                    <a:pt x="100286" y="684"/>
                  </a:lnTo>
                  <a:lnTo>
                    <a:pt x="81154" y="684"/>
                  </a:lnTo>
                  <a:lnTo>
                    <a:pt x="80464" y="679"/>
                  </a:lnTo>
                  <a:lnTo>
                    <a:pt x="79773" y="674"/>
                  </a:lnTo>
                  <a:lnTo>
                    <a:pt x="79052" y="664"/>
                  </a:lnTo>
                  <a:lnTo>
                    <a:pt x="78361" y="654"/>
                  </a:lnTo>
                  <a:lnTo>
                    <a:pt x="77670" y="633"/>
                  </a:lnTo>
                  <a:lnTo>
                    <a:pt x="76980" y="613"/>
                  </a:lnTo>
                  <a:lnTo>
                    <a:pt x="76319" y="587"/>
                  </a:lnTo>
                  <a:lnTo>
                    <a:pt x="75688" y="557"/>
                  </a:lnTo>
                  <a:lnTo>
                    <a:pt x="75057" y="521"/>
                  </a:lnTo>
                  <a:lnTo>
                    <a:pt x="74457" y="480"/>
                  </a:lnTo>
                  <a:lnTo>
                    <a:pt x="73856" y="434"/>
                  </a:lnTo>
                  <a:lnTo>
                    <a:pt x="73315" y="389"/>
                  </a:lnTo>
                  <a:lnTo>
                    <a:pt x="72775" y="332"/>
                  </a:lnTo>
                  <a:lnTo>
                    <a:pt x="72294" y="271"/>
                  </a:lnTo>
                  <a:lnTo>
                    <a:pt x="71844" y="205"/>
                  </a:lnTo>
                  <a:lnTo>
                    <a:pt x="71423" y="133"/>
                  </a:lnTo>
                  <a:lnTo>
                    <a:pt x="70822" y="16"/>
                  </a:lnTo>
                  <a:lnTo>
                    <a:pt x="13757" y="16"/>
                  </a:lnTo>
                  <a:lnTo>
                    <a:pt x="12916" y="1"/>
                  </a:lnTo>
                  <a:close/>
                </a:path>
              </a:pathLst>
            </a:custGeom>
            <a:solidFill>
              <a:srgbClr val="FF75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9"/>
            <p:cNvSpPr/>
            <p:nvPr/>
          </p:nvSpPr>
          <p:spPr>
            <a:xfrm flipH="1">
              <a:off x="5320925" y="2304650"/>
              <a:ext cx="436169" cy="107025"/>
            </a:xfrm>
            <a:custGeom>
              <a:avLst/>
              <a:gdLst/>
              <a:ahLst/>
              <a:cxnLst/>
              <a:rect l="l" t="t" r="r" b="b"/>
              <a:pathLst>
                <a:path w="102870" h="4281" fill="none" extrusionOk="0">
                  <a:moveTo>
                    <a:pt x="12075" y="1"/>
                  </a:moveTo>
                  <a:lnTo>
                    <a:pt x="12075" y="1"/>
                  </a:lnTo>
                  <a:lnTo>
                    <a:pt x="12916" y="1"/>
                  </a:lnTo>
                  <a:lnTo>
                    <a:pt x="13757" y="16"/>
                  </a:lnTo>
                  <a:lnTo>
                    <a:pt x="70822" y="16"/>
                  </a:lnTo>
                  <a:lnTo>
                    <a:pt x="70822" y="16"/>
                  </a:lnTo>
                  <a:lnTo>
                    <a:pt x="71423" y="133"/>
                  </a:lnTo>
                  <a:lnTo>
                    <a:pt x="71423" y="133"/>
                  </a:lnTo>
                  <a:lnTo>
                    <a:pt x="71844" y="205"/>
                  </a:lnTo>
                  <a:lnTo>
                    <a:pt x="72294" y="271"/>
                  </a:lnTo>
                  <a:lnTo>
                    <a:pt x="72775" y="332"/>
                  </a:lnTo>
                  <a:lnTo>
                    <a:pt x="73315" y="389"/>
                  </a:lnTo>
                  <a:lnTo>
                    <a:pt x="73856" y="434"/>
                  </a:lnTo>
                  <a:lnTo>
                    <a:pt x="74457" y="480"/>
                  </a:lnTo>
                  <a:lnTo>
                    <a:pt x="75057" y="521"/>
                  </a:lnTo>
                  <a:lnTo>
                    <a:pt x="75688" y="557"/>
                  </a:lnTo>
                  <a:lnTo>
                    <a:pt x="76319" y="587"/>
                  </a:lnTo>
                  <a:lnTo>
                    <a:pt x="76980" y="613"/>
                  </a:lnTo>
                  <a:lnTo>
                    <a:pt x="77670" y="633"/>
                  </a:lnTo>
                  <a:lnTo>
                    <a:pt x="78361" y="654"/>
                  </a:lnTo>
                  <a:lnTo>
                    <a:pt x="79052" y="664"/>
                  </a:lnTo>
                  <a:lnTo>
                    <a:pt x="79773" y="674"/>
                  </a:lnTo>
                  <a:lnTo>
                    <a:pt x="80464" y="679"/>
                  </a:lnTo>
                  <a:lnTo>
                    <a:pt x="81154" y="684"/>
                  </a:lnTo>
                  <a:lnTo>
                    <a:pt x="100286" y="684"/>
                  </a:lnTo>
                  <a:lnTo>
                    <a:pt x="100286" y="684"/>
                  </a:lnTo>
                  <a:lnTo>
                    <a:pt x="100647" y="761"/>
                  </a:lnTo>
                  <a:lnTo>
                    <a:pt x="100977" y="837"/>
                  </a:lnTo>
                  <a:lnTo>
                    <a:pt x="101278" y="919"/>
                  </a:lnTo>
                  <a:lnTo>
                    <a:pt x="101548" y="1001"/>
                  </a:lnTo>
                  <a:lnTo>
                    <a:pt x="101788" y="1087"/>
                  </a:lnTo>
                  <a:lnTo>
                    <a:pt x="101998" y="1174"/>
                  </a:lnTo>
                  <a:lnTo>
                    <a:pt x="102209" y="1261"/>
                  </a:lnTo>
                  <a:lnTo>
                    <a:pt x="102359" y="1347"/>
                  </a:lnTo>
                  <a:lnTo>
                    <a:pt x="102509" y="1434"/>
                  </a:lnTo>
                  <a:lnTo>
                    <a:pt x="102629" y="1526"/>
                  </a:lnTo>
                  <a:lnTo>
                    <a:pt x="102719" y="1618"/>
                  </a:lnTo>
                  <a:lnTo>
                    <a:pt x="102779" y="1710"/>
                  </a:lnTo>
                  <a:lnTo>
                    <a:pt x="102839" y="1801"/>
                  </a:lnTo>
                  <a:lnTo>
                    <a:pt x="102869" y="1893"/>
                  </a:lnTo>
                  <a:lnTo>
                    <a:pt x="102869" y="1985"/>
                  </a:lnTo>
                  <a:lnTo>
                    <a:pt x="102839" y="2082"/>
                  </a:lnTo>
                  <a:lnTo>
                    <a:pt x="102809" y="2174"/>
                  </a:lnTo>
                  <a:lnTo>
                    <a:pt x="102749" y="2266"/>
                  </a:lnTo>
                  <a:lnTo>
                    <a:pt x="102659" y="2357"/>
                  </a:lnTo>
                  <a:lnTo>
                    <a:pt x="102569" y="2449"/>
                  </a:lnTo>
                  <a:lnTo>
                    <a:pt x="102449" y="2541"/>
                  </a:lnTo>
                  <a:lnTo>
                    <a:pt x="102299" y="2633"/>
                  </a:lnTo>
                  <a:lnTo>
                    <a:pt x="102149" y="2720"/>
                  </a:lnTo>
                  <a:lnTo>
                    <a:pt x="101968" y="2811"/>
                  </a:lnTo>
                  <a:lnTo>
                    <a:pt x="101578" y="2985"/>
                  </a:lnTo>
                  <a:lnTo>
                    <a:pt x="101127" y="3153"/>
                  </a:lnTo>
                  <a:lnTo>
                    <a:pt x="100587" y="3316"/>
                  </a:lnTo>
                  <a:lnTo>
                    <a:pt x="100016" y="3474"/>
                  </a:lnTo>
                  <a:lnTo>
                    <a:pt x="100016" y="3474"/>
                  </a:lnTo>
                  <a:lnTo>
                    <a:pt x="99085" y="3469"/>
                  </a:lnTo>
                  <a:lnTo>
                    <a:pt x="49948" y="3469"/>
                  </a:lnTo>
                  <a:lnTo>
                    <a:pt x="49948" y="3469"/>
                  </a:lnTo>
                  <a:lnTo>
                    <a:pt x="49198" y="3469"/>
                  </a:lnTo>
                  <a:lnTo>
                    <a:pt x="48417" y="3480"/>
                  </a:lnTo>
                  <a:lnTo>
                    <a:pt x="47666" y="3490"/>
                  </a:lnTo>
                  <a:lnTo>
                    <a:pt x="46915" y="3505"/>
                  </a:lnTo>
                  <a:lnTo>
                    <a:pt x="46164" y="3520"/>
                  </a:lnTo>
                  <a:lnTo>
                    <a:pt x="45443" y="3546"/>
                  </a:lnTo>
                  <a:lnTo>
                    <a:pt x="44722" y="3571"/>
                  </a:lnTo>
                  <a:lnTo>
                    <a:pt x="44032" y="3602"/>
                  </a:lnTo>
                  <a:lnTo>
                    <a:pt x="43371" y="3633"/>
                  </a:lnTo>
                  <a:lnTo>
                    <a:pt x="42770" y="3668"/>
                  </a:lnTo>
                  <a:lnTo>
                    <a:pt x="42169" y="3709"/>
                  </a:lnTo>
                  <a:lnTo>
                    <a:pt x="41599" y="3750"/>
                  </a:lnTo>
                  <a:lnTo>
                    <a:pt x="41088" y="3796"/>
                  </a:lnTo>
                  <a:lnTo>
                    <a:pt x="40608" y="3847"/>
                  </a:lnTo>
                  <a:lnTo>
                    <a:pt x="40187" y="3893"/>
                  </a:lnTo>
                  <a:lnTo>
                    <a:pt x="39797" y="3949"/>
                  </a:lnTo>
                  <a:lnTo>
                    <a:pt x="39797" y="3949"/>
                  </a:lnTo>
                  <a:lnTo>
                    <a:pt x="39346" y="4020"/>
                  </a:lnTo>
                  <a:lnTo>
                    <a:pt x="38926" y="4102"/>
                  </a:lnTo>
                  <a:lnTo>
                    <a:pt x="38505" y="4178"/>
                  </a:lnTo>
                  <a:lnTo>
                    <a:pt x="38145" y="4265"/>
                  </a:lnTo>
                  <a:lnTo>
                    <a:pt x="14147" y="4265"/>
                  </a:lnTo>
                  <a:lnTo>
                    <a:pt x="14147" y="4265"/>
                  </a:lnTo>
                  <a:lnTo>
                    <a:pt x="13366" y="4275"/>
                  </a:lnTo>
                  <a:lnTo>
                    <a:pt x="12585" y="4280"/>
                  </a:lnTo>
                  <a:lnTo>
                    <a:pt x="12585" y="4280"/>
                  </a:lnTo>
                  <a:lnTo>
                    <a:pt x="11924" y="4275"/>
                  </a:lnTo>
                  <a:lnTo>
                    <a:pt x="11264" y="4270"/>
                  </a:lnTo>
                  <a:lnTo>
                    <a:pt x="10603" y="4255"/>
                  </a:lnTo>
                  <a:lnTo>
                    <a:pt x="9972" y="4240"/>
                  </a:lnTo>
                  <a:lnTo>
                    <a:pt x="9341" y="4219"/>
                  </a:lnTo>
                  <a:lnTo>
                    <a:pt x="8711" y="4194"/>
                  </a:lnTo>
                  <a:lnTo>
                    <a:pt x="8140" y="4168"/>
                  </a:lnTo>
                  <a:lnTo>
                    <a:pt x="7569" y="4138"/>
                  </a:lnTo>
                  <a:lnTo>
                    <a:pt x="6999" y="4102"/>
                  </a:lnTo>
                  <a:lnTo>
                    <a:pt x="6488" y="4066"/>
                  </a:lnTo>
                  <a:lnTo>
                    <a:pt x="5978" y="4030"/>
                  </a:lnTo>
                  <a:lnTo>
                    <a:pt x="5527" y="3990"/>
                  </a:lnTo>
                  <a:lnTo>
                    <a:pt x="5077" y="3944"/>
                  </a:lnTo>
                  <a:lnTo>
                    <a:pt x="4686" y="3903"/>
                  </a:lnTo>
                  <a:lnTo>
                    <a:pt x="4326" y="3857"/>
                  </a:lnTo>
                  <a:lnTo>
                    <a:pt x="3995" y="3811"/>
                  </a:lnTo>
                  <a:lnTo>
                    <a:pt x="3995" y="3811"/>
                  </a:lnTo>
                  <a:lnTo>
                    <a:pt x="3575" y="3745"/>
                  </a:lnTo>
                  <a:lnTo>
                    <a:pt x="3184" y="3673"/>
                  </a:lnTo>
                  <a:lnTo>
                    <a:pt x="2824" y="3607"/>
                  </a:lnTo>
                  <a:lnTo>
                    <a:pt x="2494" y="3531"/>
                  </a:lnTo>
                  <a:lnTo>
                    <a:pt x="2163" y="3459"/>
                  </a:lnTo>
                  <a:lnTo>
                    <a:pt x="1863" y="3383"/>
                  </a:lnTo>
                  <a:lnTo>
                    <a:pt x="1562" y="3306"/>
                  </a:lnTo>
                  <a:lnTo>
                    <a:pt x="1322" y="3224"/>
                  </a:lnTo>
                  <a:lnTo>
                    <a:pt x="1082" y="3143"/>
                  </a:lnTo>
                  <a:lnTo>
                    <a:pt x="872" y="3056"/>
                  </a:lnTo>
                  <a:lnTo>
                    <a:pt x="661" y="2969"/>
                  </a:lnTo>
                  <a:lnTo>
                    <a:pt x="511" y="2883"/>
                  </a:lnTo>
                  <a:lnTo>
                    <a:pt x="361" y="2796"/>
                  </a:lnTo>
                  <a:lnTo>
                    <a:pt x="241" y="2704"/>
                  </a:lnTo>
                  <a:lnTo>
                    <a:pt x="151" y="2607"/>
                  </a:lnTo>
                  <a:lnTo>
                    <a:pt x="91" y="2515"/>
                  </a:lnTo>
                  <a:lnTo>
                    <a:pt x="31" y="2419"/>
                  </a:lnTo>
                  <a:lnTo>
                    <a:pt x="1" y="2322"/>
                  </a:lnTo>
                  <a:lnTo>
                    <a:pt x="31" y="2220"/>
                  </a:lnTo>
                  <a:lnTo>
                    <a:pt x="61" y="2118"/>
                  </a:lnTo>
                  <a:lnTo>
                    <a:pt x="121" y="2016"/>
                  </a:lnTo>
                  <a:lnTo>
                    <a:pt x="181" y="1914"/>
                  </a:lnTo>
                  <a:lnTo>
                    <a:pt x="301" y="1807"/>
                  </a:lnTo>
                  <a:lnTo>
                    <a:pt x="451" y="1704"/>
                  </a:lnTo>
                  <a:lnTo>
                    <a:pt x="601" y="1592"/>
                  </a:lnTo>
                  <a:lnTo>
                    <a:pt x="782" y="1485"/>
                  </a:lnTo>
                  <a:lnTo>
                    <a:pt x="1022" y="1373"/>
                  </a:lnTo>
                  <a:lnTo>
                    <a:pt x="1262" y="1266"/>
                  </a:lnTo>
                  <a:lnTo>
                    <a:pt x="1532" y="1149"/>
                  </a:lnTo>
                  <a:lnTo>
                    <a:pt x="1863" y="1036"/>
                  </a:lnTo>
                  <a:lnTo>
                    <a:pt x="2193" y="924"/>
                  </a:lnTo>
                  <a:lnTo>
                    <a:pt x="2554" y="807"/>
                  </a:lnTo>
                  <a:lnTo>
                    <a:pt x="2554" y="807"/>
                  </a:lnTo>
                  <a:lnTo>
                    <a:pt x="2914" y="705"/>
                  </a:lnTo>
                  <a:lnTo>
                    <a:pt x="3335" y="608"/>
                  </a:lnTo>
                  <a:lnTo>
                    <a:pt x="3785" y="521"/>
                  </a:lnTo>
                  <a:lnTo>
                    <a:pt x="4266" y="440"/>
                  </a:lnTo>
                  <a:lnTo>
                    <a:pt x="4806" y="368"/>
                  </a:lnTo>
                  <a:lnTo>
                    <a:pt x="5347" y="302"/>
                  </a:lnTo>
                  <a:lnTo>
                    <a:pt x="5948" y="241"/>
                  </a:lnTo>
                  <a:lnTo>
                    <a:pt x="6548" y="190"/>
                  </a:lnTo>
                  <a:lnTo>
                    <a:pt x="7179" y="144"/>
                  </a:lnTo>
                  <a:lnTo>
                    <a:pt x="7840" y="103"/>
                  </a:lnTo>
                  <a:lnTo>
                    <a:pt x="8501" y="72"/>
                  </a:lnTo>
                  <a:lnTo>
                    <a:pt x="9191" y="47"/>
                  </a:lnTo>
                  <a:lnTo>
                    <a:pt x="9912" y="26"/>
                  </a:lnTo>
                  <a:lnTo>
                    <a:pt x="10603" y="11"/>
                  </a:lnTo>
                  <a:lnTo>
                    <a:pt x="11324" y="1"/>
                  </a:lnTo>
                  <a:lnTo>
                    <a:pt x="1207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9"/>
            <p:cNvSpPr/>
            <p:nvPr/>
          </p:nvSpPr>
          <p:spPr>
            <a:xfrm flipH="1">
              <a:off x="5331877" y="2304650"/>
              <a:ext cx="124932" cy="17125"/>
            </a:xfrm>
            <a:custGeom>
              <a:avLst/>
              <a:gdLst/>
              <a:ahLst/>
              <a:cxnLst/>
              <a:rect l="l" t="t" r="r" b="b"/>
              <a:pathLst>
                <a:path w="29465" h="685" extrusionOk="0">
                  <a:moveTo>
                    <a:pt x="18772" y="1"/>
                  </a:moveTo>
                  <a:lnTo>
                    <a:pt x="17961" y="6"/>
                  </a:lnTo>
                  <a:lnTo>
                    <a:pt x="17120" y="16"/>
                  </a:lnTo>
                  <a:lnTo>
                    <a:pt x="0" y="16"/>
                  </a:lnTo>
                  <a:lnTo>
                    <a:pt x="601" y="133"/>
                  </a:lnTo>
                  <a:lnTo>
                    <a:pt x="1022" y="205"/>
                  </a:lnTo>
                  <a:lnTo>
                    <a:pt x="1472" y="271"/>
                  </a:lnTo>
                  <a:lnTo>
                    <a:pt x="1953" y="332"/>
                  </a:lnTo>
                  <a:lnTo>
                    <a:pt x="2493" y="389"/>
                  </a:lnTo>
                  <a:lnTo>
                    <a:pt x="3034" y="434"/>
                  </a:lnTo>
                  <a:lnTo>
                    <a:pt x="3635" y="480"/>
                  </a:lnTo>
                  <a:lnTo>
                    <a:pt x="4235" y="521"/>
                  </a:lnTo>
                  <a:lnTo>
                    <a:pt x="4866" y="557"/>
                  </a:lnTo>
                  <a:lnTo>
                    <a:pt x="5497" y="587"/>
                  </a:lnTo>
                  <a:lnTo>
                    <a:pt x="6158" y="613"/>
                  </a:lnTo>
                  <a:lnTo>
                    <a:pt x="6848" y="633"/>
                  </a:lnTo>
                  <a:lnTo>
                    <a:pt x="7539" y="654"/>
                  </a:lnTo>
                  <a:lnTo>
                    <a:pt x="8230" y="664"/>
                  </a:lnTo>
                  <a:lnTo>
                    <a:pt x="8951" y="674"/>
                  </a:lnTo>
                  <a:lnTo>
                    <a:pt x="9642" y="679"/>
                  </a:lnTo>
                  <a:lnTo>
                    <a:pt x="10332" y="684"/>
                  </a:lnTo>
                  <a:lnTo>
                    <a:pt x="29464" y="684"/>
                  </a:lnTo>
                  <a:lnTo>
                    <a:pt x="29044" y="603"/>
                  </a:lnTo>
                  <a:lnTo>
                    <a:pt x="28684" y="536"/>
                  </a:lnTo>
                  <a:lnTo>
                    <a:pt x="28233" y="475"/>
                  </a:lnTo>
                  <a:lnTo>
                    <a:pt x="27783" y="419"/>
                  </a:lnTo>
                  <a:lnTo>
                    <a:pt x="27242" y="363"/>
                  </a:lnTo>
                  <a:lnTo>
                    <a:pt x="26671" y="312"/>
                  </a:lnTo>
                  <a:lnTo>
                    <a:pt x="26101" y="261"/>
                  </a:lnTo>
                  <a:lnTo>
                    <a:pt x="25440" y="215"/>
                  </a:lnTo>
                  <a:lnTo>
                    <a:pt x="24779" y="174"/>
                  </a:lnTo>
                  <a:lnTo>
                    <a:pt x="24088" y="133"/>
                  </a:lnTo>
                  <a:lnTo>
                    <a:pt x="23397" y="103"/>
                  </a:lnTo>
                  <a:lnTo>
                    <a:pt x="22647" y="72"/>
                  </a:lnTo>
                  <a:lnTo>
                    <a:pt x="21896" y="47"/>
                  </a:lnTo>
                  <a:lnTo>
                    <a:pt x="21115" y="26"/>
                  </a:lnTo>
                  <a:lnTo>
                    <a:pt x="20334" y="11"/>
                  </a:lnTo>
                  <a:lnTo>
                    <a:pt x="19553" y="6"/>
                  </a:lnTo>
                  <a:lnTo>
                    <a:pt x="18772" y="1"/>
                  </a:lnTo>
                  <a:close/>
                </a:path>
              </a:pathLst>
            </a:custGeom>
            <a:solidFill>
              <a:srgbClr val="FF2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9"/>
            <p:cNvSpPr/>
            <p:nvPr/>
          </p:nvSpPr>
          <p:spPr>
            <a:xfrm flipH="1">
              <a:off x="5331877" y="2304650"/>
              <a:ext cx="124932" cy="17125"/>
            </a:xfrm>
            <a:custGeom>
              <a:avLst/>
              <a:gdLst/>
              <a:ahLst/>
              <a:cxnLst/>
              <a:rect l="l" t="t" r="r" b="b"/>
              <a:pathLst>
                <a:path w="29465" h="685" fill="none" extrusionOk="0">
                  <a:moveTo>
                    <a:pt x="18772" y="1"/>
                  </a:moveTo>
                  <a:lnTo>
                    <a:pt x="18772" y="1"/>
                  </a:lnTo>
                  <a:lnTo>
                    <a:pt x="19553" y="6"/>
                  </a:lnTo>
                  <a:lnTo>
                    <a:pt x="20334" y="11"/>
                  </a:lnTo>
                  <a:lnTo>
                    <a:pt x="21115" y="26"/>
                  </a:lnTo>
                  <a:lnTo>
                    <a:pt x="21896" y="47"/>
                  </a:lnTo>
                  <a:lnTo>
                    <a:pt x="22647" y="72"/>
                  </a:lnTo>
                  <a:lnTo>
                    <a:pt x="23397" y="103"/>
                  </a:lnTo>
                  <a:lnTo>
                    <a:pt x="24088" y="133"/>
                  </a:lnTo>
                  <a:lnTo>
                    <a:pt x="24779" y="174"/>
                  </a:lnTo>
                  <a:lnTo>
                    <a:pt x="25440" y="215"/>
                  </a:lnTo>
                  <a:lnTo>
                    <a:pt x="26101" y="261"/>
                  </a:lnTo>
                  <a:lnTo>
                    <a:pt x="26671" y="312"/>
                  </a:lnTo>
                  <a:lnTo>
                    <a:pt x="27242" y="363"/>
                  </a:lnTo>
                  <a:lnTo>
                    <a:pt x="27783" y="419"/>
                  </a:lnTo>
                  <a:lnTo>
                    <a:pt x="28233" y="475"/>
                  </a:lnTo>
                  <a:lnTo>
                    <a:pt x="28684" y="536"/>
                  </a:lnTo>
                  <a:lnTo>
                    <a:pt x="29044" y="603"/>
                  </a:lnTo>
                  <a:lnTo>
                    <a:pt x="29044" y="603"/>
                  </a:lnTo>
                  <a:lnTo>
                    <a:pt x="29464" y="684"/>
                  </a:lnTo>
                  <a:lnTo>
                    <a:pt x="10332" y="684"/>
                  </a:lnTo>
                  <a:lnTo>
                    <a:pt x="10332" y="684"/>
                  </a:lnTo>
                  <a:lnTo>
                    <a:pt x="9642" y="679"/>
                  </a:lnTo>
                  <a:lnTo>
                    <a:pt x="8951" y="674"/>
                  </a:lnTo>
                  <a:lnTo>
                    <a:pt x="8230" y="664"/>
                  </a:lnTo>
                  <a:lnTo>
                    <a:pt x="7539" y="654"/>
                  </a:lnTo>
                  <a:lnTo>
                    <a:pt x="6848" y="633"/>
                  </a:lnTo>
                  <a:lnTo>
                    <a:pt x="6158" y="613"/>
                  </a:lnTo>
                  <a:lnTo>
                    <a:pt x="5497" y="587"/>
                  </a:lnTo>
                  <a:lnTo>
                    <a:pt x="4866" y="557"/>
                  </a:lnTo>
                  <a:lnTo>
                    <a:pt x="4235" y="521"/>
                  </a:lnTo>
                  <a:lnTo>
                    <a:pt x="3635" y="480"/>
                  </a:lnTo>
                  <a:lnTo>
                    <a:pt x="3034" y="434"/>
                  </a:lnTo>
                  <a:lnTo>
                    <a:pt x="2493" y="389"/>
                  </a:lnTo>
                  <a:lnTo>
                    <a:pt x="1953" y="332"/>
                  </a:lnTo>
                  <a:lnTo>
                    <a:pt x="1472" y="271"/>
                  </a:lnTo>
                  <a:lnTo>
                    <a:pt x="1022" y="205"/>
                  </a:lnTo>
                  <a:lnTo>
                    <a:pt x="601" y="133"/>
                  </a:lnTo>
                  <a:lnTo>
                    <a:pt x="601" y="133"/>
                  </a:lnTo>
                  <a:lnTo>
                    <a:pt x="0" y="16"/>
                  </a:lnTo>
                  <a:lnTo>
                    <a:pt x="17120" y="16"/>
                  </a:lnTo>
                  <a:lnTo>
                    <a:pt x="17120" y="16"/>
                  </a:lnTo>
                  <a:lnTo>
                    <a:pt x="17961" y="6"/>
                  </a:lnTo>
                  <a:lnTo>
                    <a:pt x="1877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9"/>
            <p:cNvSpPr/>
            <p:nvPr/>
          </p:nvSpPr>
          <p:spPr>
            <a:xfrm flipH="1">
              <a:off x="5279029" y="2391500"/>
              <a:ext cx="326137" cy="108400"/>
            </a:xfrm>
            <a:custGeom>
              <a:avLst/>
              <a:gdLst/>
              <a:ahLst/>
              <a:cxnLst/>
              <a:rect l="l" t="t" r="r" b="b"/>
              <a:pathLst>
                <a:path w="76919" h="4336" extrusionOk="0">
                  <a:moveTo>
                    <a:pt x="64184" y="0"/>
                  </a:moveTo>
                  <a:lnTo>
                    <a:pt x="63674" y="123"/>
                  </a:lnTo>
                  <a:lnTo>
                    <a:pt x="63103" y="245"/>
                  </a:lnTo>
                  <a:lnTo>
                    <a:pt x="62743" y="312"/>
                  </a:lnTo>
                  <a:lnTo>
                    <a:pt x="62352" y="373"/>
                  </a:lnTo>
                  <a:lnTo>
                    <a:pt x="61962" y="429"/>
                  </a:lnTo>
                  <a:lnTo>
                    <a:pt x="61511" y="485"/>
                  </a:lnTo>
                  <a:lnTo>
                    <a:pt x="61061" y="531"/>
                  </a:lnTo>
                  <a:lnTo>
                    <a:pt x="60580" y="582"/>
                  </a:lnTo>
                  <a:lnTo>
                    <a:pt x="60069" y="623"/>
                  </a:lnTo>
                  <a:lnTo>
                    <a:pt x="59559" y="658"/>
                  </a:lnTo>
                  <a:lnTo>
                    <a:pt x="59018" y="694"/>
                  </a:lnTo>
                  <a:lnTo>
                    <a:pt x="58448" y="725"/>
                  </a:lnTo>
                  <a:lnTo>
                    <a:pt x="57877" y="745"/>
                  </a:lnTo>
                  <a:lnTo>
                    <a:pt x="57306" y="771"/>
                  </a:lnTo>
                  <a:lnTo>
                    <a:pt x="56736" y="786"/>
                  </a:lnTo>
                  <a:lnTo>
                    <a:pt x="56135" y="796"/>
                  </a:lnTo>
                  <a:lnTo>
                    <a:pt x="55534" y="801"/>
                  </a:lnTo>
                  <a:lnTo>
                    <a:pt x="54933" y="806"/>
                  </a:lnTo>
                  <a:lnTo>
                    <a:pt x="54153" y="801"/>
                  </a:lnTo>
                  <a:lnTo>
                    <a:pt x="53372" y="791"/>
                  </a:lnTo>
                  <a:lnTo>
                    <a:pt x="2313" y="791"/>
                  </a:lnTo>
                  <a:lnTo>
                    <a:pt x="2042" y="852"/>
                  </a:lnTo>
                  <a:lnTo>
                    <a:pt x="1772" y="924"/>
                  </a:lnTo>
                  <a:lnTo>
                    <a:pt x="1532" y="990"/>
                  </a:lnTo>
                  <a:lnTo>
                    <a:pt x="1322" y="1061"/>
                  </a:lnTo>
                  <a:lnTo>
                    <a:pt x="1111" y="1133"/>
                  </a:lnTo>
                  <a:lnTo>
                    <a:pt x="931" y="1204"/>
                  </a:lnTo>
                  <a:lnTo>
                    <a:pt x="751" y="1276"/>
                  </a:lnTo>
                  <a:lnTo>
                    <a:pt x="601" y="1352"/>
                  </a:lnTo>
                  <a:lnTo>
                    <a:pt x="451" y="1429"/>
                  </a:lnTo>
                  <a:lnTo>
                    <a:pt x="330" y="1505"/>
                  </a:lnTo>
                  <a:lnTo>
                    <a:pt x="240" y="1587"/>
                  </a:lnTo>
                  <a:lnTo>
                    <a:pt x="150" y="1668"/>
                  </a:lnTo>
                  <a:lnTo>
                    <a:pt x="90" y="1750"/>
                  </a:lnTo>
                  <a:lnTo>
                    <a:pt x="30" y="1832"/>
                  </a:lnTo>
                  <a:lnTo>
                    <a:pt x="0" y="1918"/>
                  </a:lnTo>
                  <a:lnTo>
                    <a:pt x="0" y="2000"/>
                  </a:lnTo>
                  <a:lnTo>
                    <a:pt x="0" y="2087"/>
                  </a:lnTo>
                  <a:lnTo>
                    <a:pt x="30" y="2178"/>
                  </a:lnTo>
                  <a:lnTo>
                    <a:pt x="90" y="2265"/>
                  </a:lnTo>
                  <a:lnTo>
                    <a:pt x="150" y="2357"/>
                  </a:lnTo>
                  <a:lnTo>
                    <a:pt x="240" y="2444"/>
                  </a:lnTo>
                  <a:lnTo>
                    <a:pt x="330" y="2535"/>
                  </a:lnTo>
                  <a:lnTo>
                    <a:pt x="481" y="2632"/>
                  </a:lnTo>
                  <a:lnTo>
                    <a:pt x="601" y="2724"/>
                  </a:lnTo>
                  <a:lnTo>
                    <a:pt x="781" y="2816"/>
                  </a:lnTo>
                  <a:lnTo>
                    <a:pt x="961" y="2913"/>
                  </a:lnTo>
                  <a:lnTo>
                    <a:pt x="1171" y="3010"/>
                  </a:lnTo>
                  <a:lnTo>
                    <a:pt x="1412" y="3107"/>
                  </a:lnTo>
                  <a:lnTo>
                    <a:pt x="1922" y="3301"/>
                  </a:lnTo>
                  <a:lnTo>
                    <a:pt x="2553" y="3499"/>
                  </a:lnTo>
                  <a:lnTo>
                    <a:pt x="2913" y="3607"/>
                  </a:lnTo>
                  <a:lnTo>
                    <a:pt x="3334" y="3703"/>
                  </a:lnTo>
                  <a:lnTo>
                    <a:pt x="3784" y="3790"/>
                  </a:lnTo>
                  <a:lnTo>
                    <a:pt x="4295" y="3872"/>
                  </a:lnTo>
                  <a:lnTo>
                    <a:pt x="4806" y="3948"/>
                  </a:lnTo>
                  <a:lnTo>
                    <a:pt x="5376" y="4015"/>
                  </a:lnTo>
                  <a:lnTo>
                    <a:pt x="5977" y="4076"/>
                  </a:lnTo>
                  <a:lnTo>
                    <a:pt x="6578" y="4132"/>
                  </a:lnTo>
                  <a:lnTo>
                    <a:pt x="7238" y="4183"/>
                  </a:lnTo>
                  <a:lnTo>
                    <a:pt x="7899" y="4224"/>
                  </a:lnTo>
                  <a:lnTo>
                    <a:pt x="8590" y="4259"/>
                  </a:lnTo>
                  <a:lnTo>
                    <a:pt x="9281" y="4285"/>
                  </a:lnTo>
                  <a:lnTo>
                    <a:pt x="10002" y="4305"/>
                  </a:lnTo>
                  <a:lnTo>
                    <a:pt x="10722" y="4321"/>
                  </a:lnTo>
                  <a:lnTo>
                    <a:pt x="11443" y="4331"/>
                  </a:lnTo>
                  <a:lnTo>
                    <a:pt x="12194" y="4336"/>
                  </a:lnTo>
                  <a:lnTo>
                    <a:pt x="12975" y="4331"/>
                  </a:lnTo>
                  <a:lnTo>
                    <a:pt x="13756" y="4321"/>
                  </a:lnTo>
                  <a:lnTo>
                    <a:pt x="62022" y="4321"/>
                  </a:lnTo>
                  <a:lnTo>
                    <a:pt x="62773" y="4331"/>
                  </a:lnTo>
                  <a:lnTo>
                    <a:pt x="64334" y="4331"/>
                  </a:lnTo>
                  <a:lnTo>
                    <a:pt x="65115" y="4321"/>
                  </a:lnTo>
                  <a:lnTo>
                    <a:pt x="65896" y="4305"/>
                  </a:lnTo>
                  <a:lnTo>
                    <a:pt x="66677" y="4285"/>
                  </a:lnTo>
                  <a:lnTo>
                    <a:pt x="67458" y="4259"/>
                  </a:lnTo>
                  <a:lnTo>
                    <a:pt x="68209" y="4224"/>
                  </a:lnTo>
                  <a:lnTo>
                    <a:pt x="68930" y="4188"/>
                  </a:lnTo>
                  <a:lnTo>
                    <a:pt x="69620" y="4147"/>
                  </a:lnTo>
                  <a:lnTo>
                    <a:pt x="70281" y="4106"/>
                  </a:lnTo>
                  <a:lnTo>
                    <a:pt x="70942" y="4055"/>
                  </a:lnTo>
                  <a:lnTo>
                    <a:pt x="71543" y="4004"/>
                  </a:lnTo>
                  <a:lnTo>
                    <a:pt x="72113" y="3948"/>
                  </a:lnTo>
                  <a:lnTo>
                    <a:pt x="72624" y="3892"/>
                  </a:lnTo>
                  <a:lnTo>
                    <a:pt x="73104" y="3831"/>
                  </a:lnTo>
                  <a:lnTo>
                    <a:pt x="73555" y="3770"/>
                  </a:lnTo>
                  <a:lnTo>
                    <a:pt x="73945" y="3703"/>
                  </a:lnTo>
                  <a:lnTo>
                    <a:pt x="74366" y="3622"/>
                  </a:lnTo>
                  <a:lnTo>
                    <a:pt x="74786" y="3530"/>
                  </a:lnTo>
                  <a:lnTo>
                    <a:pt x="75147" y="3438"/>
                  </a:lnTo>
                  <a:lnTo>
                    <a:pt x="75477" y="3346"/>
                  </a:lnTo>
                  <a:lnTo>
                    <a:pt x="75748" y="3250"/>
                  </a:lnTo>
                  <a:lnTo>
                    <a:pt x="76018" y="3153"/>
                  </a:lnTo>
                  <a:lnTo>
                    <a:pt x="76258" y="3051"/>
                  </a:lnTo>
                  <a:lnTo>
                    <a:pt x="76438" y="2954"/>
                  </a:lnTo>
                  <a:lnTo>
                    <a:pt x="76588" y="2847"/>
                  </a:lnTo>
                  <a:lnTo>
                    <a:pt x="76709" y="2745"/>
                  </a:lnTo>
                  <a:lnTo>
                    <a:pt x="76799" y="2637"/>
                  </a:lnTo>
                  <a:lnTo>
                    <a:pt x="76889" y="2535"/>
                  </a:lnTo>
                  <a:lnTo>
                    <a:pt x="76919" y="2428"/>
                  </a:lnTo>
                  <a:lnTo>
                    <a:pt x="76919" y="2321"/>
                  </a:lnTo>
                  <a:lnTo>
                    <a:pt x="76889" y="2214"/>
                  </a:lnTo>
                  <a:lnTo>
                    <a:pt x="76859" y="2107"/>
                  </a:lnTo>
                  <a:lnTo>
                    <a:pt x="76769" y="2000"/>
                  </a:lnTo>
                  <a:lnTo>
                    <a:pt x="76679" y="1893"/>
                  </a:lnTo>
                  <a:lnTo>
                    <a:pt x="76558" y="1786"/>
                  </a:lnTo>
                  <a:lnTo>
                    <a:pt x="76408" y="1684"/>
                  </a:lnTo>
                  <a:lnTo>
                    <a:pt x="76228" y="1577"/>
                  </a:lnTo>
                  <a:lnTo>
                    <a:pt x="76018" y="1475"/>
                  </a:lnTo>
                  <a:lnTo>
                    <a:pt x="75808" y="1372"/>
                  </a:lnTo>
                  <a:lnTo>
                    <a:pt x="75567" y="1276"/>
                  </a:lnTo>
                  <a:lnTo>
                    <a:pt x="75297" y="1179"/>
                  </a:lnTo>
                  <a:lnTo>
                    <a:pt x="75027" y="1082"/>
                  </a:lnTo>
                  <a:lnTo>
                    <a:pt x="74726" y="990"/>
                  </a:lnTo>
                  <a:lnTo>
                    <a:pt x="74426" y="898"/>
                  </a:lnTo>
                  <a:lnTo>
                    <a:pt x="74096" y="811"/>
                  </a:lnTo>
                  <a:lnTo>
                    <a:pt x="73735" y="725"/>
                  </a:lnTo>
                  <a:lnTo>
                    <a:pt x="73375" y="643"/>
                  </a:lnTo>
                  <a:lnTo>
                    <a:pt x="72984" y="567"/>
                  </a:lnTo>
                  <a:lnTo>
                    <a:pt x="72594" y="495"/>
                  </a:lnTo>
                  <a:lnTo>
                    <a:pt x="72203" y="434"/>
                  </a:lnTo>
                  <a:lnTo>
                    <a:pt x="71753" y="373"/>
                  </a:lnTo>
                  <a:lnTo>
                    <a:pt x="71272" y="317"/>
                  </a:lnTo>
                  <a:lnTo>
                    <a:pt x="70792" y="271"/>
                  </a:lnTo>
                  <a:lnTo>
                    <a:pt x="70281" y="225"/>
                  </a:lnTo>
                  <a:lnTo>
                    <a:pt x="69711" y="184"/>
                  </a:lnTo>
                  <a:lnTo>
                    <a:pt x="69170" y="148"/>
                  </a:lnTo>
                  <a:lnTo>
                    <a:pt x="68569" y="118"/>
                  </a:lnTo>
                  <a:lnTo>
                    <a:pt x="67999" y="87"/>
                  </a:lnTo>
                  <a:lnTo>
                    <a:pt x="67368" y="62"/>
                  </a:lnTo>
                  <a:lnTo>
                    <a:pt x="66767" y="41"/>
                  </a:lnTo>
                  <a:lnTo>
                    <a:pt x="66136" y="26"/>
                  </a:lnTo>
                  <a:lnTo>
                    <a:pt x="65476" y="16"/>
                  </a:lnTo>
                  <a:lnTo>
                    <a:pt x="64845" y="6"/>
                  </a:lnTo>
                  <a:lnTo>
                    <a:pt x="64184" y="0"/>
                  </a:lnTo>
                  <a:close/>
                </a:path>
              </a:pathLst>
            </a:custGeom>
            <a:solidFill>
              <a:srgbClr val="FF8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9"/>
            <p:cNvSpPr/>
            <p:nvPr/>
          </p:nvSpPr>
          <p:spPr>
            <a:xfrm flipH="1">
              <a:off x="5279029" y="2391500"/>
              <a:ext cx="326137" cy="108400"/>
            </a:xfrm>
            <a:custGeom>
              <a:avLst/>
              <a:gdLst/>
              <a:ahLst/>
              <a:cxnLst/>
              <a:rect l="l" t="t" r="r" b="b"/>
              <a:pathLst>
                <a:path w="76919" h="4336" fill="none" extrusionOk="0">
                  <a:moveTo>
                    <a:pt x="64184" y="0"/>
                  </a:moveTo>
                  <a:lnTo>
                    <a:pt x="64184" y="0"/>
                  </a:lnTo>
                  <a:lnTo>
                    <a:pt x="64845" y="6"/>
                  </a:lnTo>
                  <a:lnTo>
                    <a:pt x="65476" y="16"/>
                  </a:lnTo>
                  <a:lnTo>
                    <a:pt x="66136" y="26"/>
                  </a:lnTo>
                  <a:lnTo>
                    <a:pt x="66767" y="41"/>
                  </a:lnTo>
                  <a:lnTo>
                    <a:pt x="67368" y="62"/>
                  </a:lnTo>
                  <a:lnTo>
                    <a:pt x="67999" y="87"/>
                  </a:lnTo>
                  <a:lnTo>
                    <a:pt x="68569" y="118"/>
                  </a:lnTo>
                  <a:lnTo>
                    <a:pt x="69170" y="148"/>
                  </a:lnTo>
                  <a:lnTo>
                    <a:pt x="69711" y="184"/>
                  </a:lnTo>
                  <a:lnTo>
                    <a:pt x="70281" y="225"/>
                  </a:lnTo>
                  <a:lnTo>
                    <a:pt x="70792" y="271"/>
                  </a:lnTo>
                  <a:lnTo>
                    <a:pt x="71272" y="317"/>
                  </a:lnTo>
                  <a:lnTo>
                    <a:pt x="71753" y="373"/>
                  </a:lnTo>
                  <a:lnTo>
                    <a:pt x="72203" y="434"/>
                  </a:lnTo>
                  <a:lnTo>
                    <a:pt x="72594" y="495"/>
                  </a:lnTo>
                  <a:lnTo>
                    <a:pt x="72984" y="567"/>
                  </a:lnTo>
                  <a:lnTo>
                    <a:pt x="72984" y="567"/>
                  </a:lnTo>
                  <a:lnTo>
                    <a:pt x="73375" y="643"/>
                  </a:lnTo>
                  <a:lnTo>
                    <a:pt x="73735" y="725"/>
                  </a:lnTo>
                  <a:lnTo>
                    <a:pt x="74096" y="811"/>
                  </a:lnTo>
                  <a:lnTo>
                    <a:pt x="74426" y="898"/>
                  </a:lnTo>
                  <a:lnTo>
                    <a:pt x="74726" y="990"/>
                  </a:lnTo>
                  <a:lnTo>
                    <a:pt x="75027" y="1082"/>
                  </a:lnTo>
                  <a:lnTo>
                    <a:pt x="75297" y="1179"/>
                  </a:lnTo>
                  <a:lnTo>
                    <a:pt x="75567" y="1276"/>
                  </a:lnTo>
                  <a:lnTo>
                    <a:pt x="75808" y="1372"/>
                  </a:lnTo>
                  <a:lnTo>
                    <a:pt x="76018" y="1475"/>
                  </a:lnTo>
                  <a:lnTo>
                    <a:pt x="76228" y="1577"/>
                  </a:lnTo>
                  <a:lnTo>
                    <a:pt x="76408" y="1684"/>
                  </a:lnTo>
                  <a:lnTo>
                    <a:pt x="76558" y="1786"/>
                  </a:lnTo>
                  <a:lnTo>
                    <a:pt x="76679" y="1893"/>
                  </a:lnTo>
                  <a:lnTo>
                    <a:pt x="76769" y="2000"/>
                  </a:lnTo>
                  <a:lnTo>
                    <a:pt x="76859" y="2107"/>
                  </a:lnTo>
                  <a:lnTo>
                    <a:pt x="76889" y="2214"/>
                  </a:lnTo>
                  <a:lnTo>
                    <a:pt x="76919" y="2321"/>
                  </a:lnTo>
                  <a:lnTo>
                    <a:pt x="76919" y="2428"/>
                  </a:lnTo>
                  <a:lnTo>
                    <a:pt x="76889" y="2535"/>
                  </a:lnTo>
                  <a:lnTo>
                    <a:pt x="76799" y="2637"/>
                  </a:lnTo>
                  <a:lnTo>
                    <a:pt x="76709" y="2745"/>
                  </a:lnTo>
                  <a:lnTo>
                    <a:pt x="76588" y="2847"/>
                  </a:lnTo>
                  <a:lnTo>
                    <a:pt x="76438" y="2954"/>
                  </a:lnTo>
                  <a:lnTo>
                    <a:pt x="76258" y="3051"/>
                  </a:lnTo>
                  <a:lnTo>
                    <a:pt x="76018" y="3153"/>
                  </a:lnTo>
                  <a:lnTo>
                    <a:pt x="75748" y="3250"/>
                  </a:lnTo>
                  <a:lnTo>
                    <a:pt x="75477" y="3346"/>
                  </a:lnTo>
                  <a:lnTo>
                    <a:pt x="75147" y="3438"/>
                  </a:lnTo>
                  <a:lnTo>
                    <a:pt x="74786" y="3530"/>
                  </a:lnTo>
                  <a:lnTo>
                    <a:pt x="74366" y="3622"/>
                  </a:lnTo>
                  <a:lnTo>
                    <a:pt x="73945" y="3703"/>
                  </a:lnTo>
                  <a:lnTo>
                    <a:pt x="73945" y="3703"/>
                  </a:lnTo>
                  <a:lnTo>
                    <a:pt x="73555" y="3770"/>
                  </a:lnTo>
                  <a:lnTo>
                    <a:pt x="73104" y="3831"/>
                  </a:lnTo>
                  <a:lnTo>
                    <a:pt x="72624" y="3892"/>
                  </a:lnTo>
                  <a:lnTo>
                    <a:pt x="72113" y="3948"/>
                  </a:lnTo>
                  <a:lnTo>
                    <a:pt x="71543" y="4004"/>
                  </a:lnTo>
                  <a:lnTo>
                    <a:pt x="70942" y="4055"/>
                  </a:lnTo>
                  <a:lnTo>
                    <a:pt x="70281" y="4106"/>
                  </a:lnTo>
                  <a:lnTo>
                    <a:pt x="69620" y="4147"/>
                  </a:lnTo>
                  <a:lnTo>
                    <a:pt x="68930" y="4188"/>
                  </a:lnTo>
                  <a:lnTo>
                    <a:pt x="68209" y="4224"/>
                  </a:lnTo>
                  <a:lnTo>
                    <a:pt x="67458" y="4259"/>
                  </a:lnTo>
                  <a:lnTo>
                    <a:pt x="66677" y="4285"/>
                  </a:lnTo>
                  <a:lnTo>
                    <a:pt x="65896" y="4305"/>
                  </a:lnTo>
                  <a:lnTo>
                    <a:pt x="65115" y="4321"/>
                  </a:lnTo>
                  <a:lnTo>
                    <a:pt x="64334" y="4331"/>
                  </a:lnTo>
                  <a:lnTo>
                    <a:pt x="63523" y="4331"/>
                  </a:lnTo>
                  <a:lnTo>
                    <a:pt x="63523" y="4331"/>
                  </a:lnTo>
                  <a:lnTo>
                    <a:pt x="62773" y="4331"/>
                  </a:lnTo>
                  <a:lnTo>
                    <a:pt x="62022" y="4321"/>
                  </a:lnTo>
                  <a:lnTo>
                    <a:pt x="13756" y="4321"/>
                  </a:lnTo>
                  <a:lnTo>
                    <a:pt x="13756" y="4321"/>
                  </a:lnTo>
                  <a:lnTo>
                    <a:pt x="12975" y="4331"/>
                  </a:lnTo>
                  <a:lnTo>
                    <a:pt x="12194" y="4336"/>
                  </a:lnTo>
                  <a:lnTo>
                    <a:pt x="12194" y="4336"/>
                  </a:lnTo>
                  <a:lnTo>
                    <a:pt x="11443" y="4331"/>
                  </a:lnTo>
                  <a:lnTo>
                    <a:pt x="10722" y="4321"/>
                  </a:lnTo>
                  <a:lnTo>
                    <a:pt x="10002" y="4305"/>
                  </a:lnTo>
                  <a:lnTo>
                    <a:pt x="9281" y="4285"/>
                  </a:lnTo>
                  <a:lnTo>
                    <a:pt x="8590" y="4259"/>
                  </a:lnTo>
                  <a:lnTo>
                    <a:pt x="7899" y="4224"/>
                  </a:lnTo>
                  <a:lnTo>
                    <a:pt x="7238" y="4183"/>
                  </a:lnTo>
                  <a:lnTo>
                    <a:pt x="6578" y="4132"/>
                  </a:lnTo>
                  <a:lnTo>
                    <a:pt x="5977" y="4076"/>
                  </a:lnTo>
                  <a:lnTo>
                    <a:pt x="5376" y="4015"/>
                  </a:lnTo>
                  <a:lnTo>
                    <a:pt x="4806" y="3948"/>
                  </a:lnTo>
                  <a:lnTo>
                    <a:pt x="4295" y="3872"/>
                  </a:lnTo>
                  <a:lnTo>
                    <a:pt x="3784" y="3790"/>
                  </a:lnTo>
                  <a:lnTo>
                    <a:pt x="3334" y="3703"/>
                  </a:lnTo>
                  <a:lnTo>
                    <a:pt x="2913" y="3607"/>
                  </a:lnTo>
                  <a:lnTo>
                    <a:pt x="2553" y="3499"/>
                  </a:lnTo>
                  <a:lnTo>
                    <a:pt x="2553" y="3499"/>
                  </a:lnTo>
                  <a:lnTo>
                    <a:pt x="1922" y="3301"/>
                  </a:lnTo>
                  <a:lnTo>
                    <a:pt x="1412" y="3107"/>
                  </a:lnTo>
                  <a:lnTo>
                    <a:pt x="1171" y="3010"/>
                  </a:lnTo>
                  <a:lnTo>
                    <a:pt x="961" y="2913"/>
                  </a:lnTo>
                  <a:lnTo>
                    <a:pt x="781" y="2816"/>
                  </a:lnTo>
                  <a:lnTo>
                    <a:pt x="601" y="2724"/>
                  </a:lnTo>
                  <a:lnTo>
                    <a:pt x="481" y="2632"/>
                  </a:lnTo>
                  <a:lnTo>
                    <a:pt x="330" y="2535"/>
                  </a:lnTo>
                  <a:lnTo>
                    <a:pt x="240" y="2444"/>
                  </a:lnTo>
                  <a:lnTo>
                    <a:pt x="150" y="2357"/>
                  </a:lnTo>
                  <a:lnTo>
                    <a:pt x="90" y="2265"/>
                  </a:lnTo>
                  <a:lnTo>
                    <a:pt x="30" y="2178"/>
                  </a:lnTo>
                  <a:lnTo>
                    <a:pt x="0" y="2087"/>
                  </a:lnTo>
                  <a:lnTo>
                    <a:pt x="0" y="2000"/>
                  </a:lnTo>
                  <a:lnTo>
                    <a:pt x="0" y="1918"/>
                  </a:lnTo>
                  <a:lnTo>
                    <a:pt x="30" y="1832"/>
                  </a:lnTo>
                  <a:lnTo>
                    <a:pt x="90" y="1750"/>
                  </a:lnTo>
                  <a:lnTo>
                    <a:pt x="150" y="1668"/>
                  </a:lnTo>
                  <a:lnTo>
                    <a:pt x="240" y="1587"/>
                  </a:lnTo>
                  <a:lnTo>
                    <a:pt x="330" y="1505"/>
                  </a:lnTo>
                  <a:lnTo>
                    <a:pt x="451" y="1429"/>
                  </a:lnTo>
                  <a:lnTo>
                    <a:pt x="601" y="1352"/>
                  </a:lnTo>
                  <a:lnTo>
                    <a:pt x="751" y="1276"/>
                  </a:lnTo>
                  <a:lnTo>
                    <a:pt x="931" y="1204"/>
                  </a:lnTo>
                  <a:lnTo>
                    <a:pt x="1111" y="1133"/>
                  </a:lnTo>
                  <a:lnTo>
                    <a:pt x="1322" y="1061"/>
                  </a:lnTo>
                  <a:lnTo>
                    <a:pt x="1532" y="990"/>
                  </a:lnTo>
                  <a:lnTo>
                    <a:pt x="1772" y="924"/>
                  </a:lnTo>
                  <a:lnTo>
                    <a:pt x="2042" y="852"/>
                  </a:lnTo>
                  <a:lnTo>
                    <a:pt x="2313" y="791"/>
                  </a:lnTo>
                  <a:lnTo>
                    <a:pt x="53372" y="791"/>
                  </a:lnTo>
                  <a:lnTo>
                    <a:pt x="53372" y="791"/>
                  </a:lnTo>
                  <a:lnTo>
                    <a:pt x="54153" y="801"/>
                  </a:lnTo>
                  <a:lnTo>
                    <a:pt x="54933" y="806"/>
                  </a:lnTo>
                  <a:lnTo>
                    <a:pt x="54933" y="806"/>
                  </a:lnTo>
                  <a:lnTo>
                    <a:pt x="55534" y="801"/>
                  </a:lnTo>
                  <a:lnTo>
                    <a:pt x="56135" y="796"/>
                  </a:lnTo>
                  <a:lnTo>
                    <a:pt x="56736" y="786"/>
                  </a:lnTo>
                  <a:lnTo>
                    <a:pt x="57306" y="771"/>
                  </a:lnTo>
                  <a:lnTo>
                    <a:pt x="57877" y="745"/>
                  </a:lnTo>
                  <a:lnTo>
                    <a:pt x="58448" y="725"/>
                  </a:lnTo>
                  <a:lnTo>
                    <a:pt x="59018" y="694"/>
                  </a:lnTo>
                  <a:lnTo>
                    <a:pt x="59559" y="658"/>
                  </a:lnTo>
                  <a:lnTo>
                    <a:pt x="60069" y="623"/>
                  </a:lnTo>
                  <a:lnTo>
                    <a:pt x="60580" y="582"/>
                  </a:lnTo>
                  <a:lnTo>
                    <a:pt x="61061" y="531"/>
                  </a:lnTo>
                  <a:lnTo>
                    <a:pt x="61511" y="485"/>
                  </a:lnTo>
                  <a:lnTo>
                    <a:pt x="61962" y="429"/>
                  </a:lnTo>
                  <a:lnTo>
                    <a:pt x="62352" y="373"/>
                  </a:lnTo>
                  <a:lnTo>
                    <a:pt x="62743" y="312"/>
                  </a:lnTo>
                  <a:lnTo>
                    <a:pt x="63103" y="245"/>
                  </a:lnTo>
                  <a:lnTo>
                    <a:pt x="63103" y="245"/>
                  </a:lnTo>
                  <a:lnTo>
                    <a:pt x="63674" y="123"/>
                  </a:lnTo>
                  <a:lnTo>
                    <a:pt x="6418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9"/>
            <p:cNvSpPr/>
            <p:nvPr/>
          </p:nvSpPr>
          <p:spPr>
            <a:xfrm flipH="1">
              <a:off x="5333021" y="2391375"/>
              <a:ext cx="262342" cy="20300"/>
            </a:xfrm>
            <a:custGeom>
              <a:avLst/>
              <a:gdLst/>
              <a:ahLst/>
              <a:cxnLst/>
              <a:rect l="l" t="t" r="r" b="b"/>
              <a:pathLst>
                <a:path w="61873" h="812" extrusionOk="0">
                  <a:moveTo>
                    <a:pt x="11054" y="0"/>
                  </a:moveTo>
                  <a:lnTo>
                    <a:pt x="10273" y="11"/>
                  </a:lnTo>
                  <a:lnTo>
                    <a:pt x="9522" y="21"/>
                  </a:lnTo>
                  <a:lnTo>
                    <a:pt x="8771" y="36"/>
                  </a:lnTo>
                  <a:lnTo>
                    <a:pt x="8020" y="51"/>
                  </a:lnTo>
                  <a:lnTo>
                    <a:pt x="7299" y="77"/>
                  </a:lnTo>
                  <a:lnTo>
                    <a:pt x="6578" y="102"/>
                  </a:lnTo>
                  <a:lnTo>
                    <a:pt x="5888" y="133"/>
                  </a:lnTo>
                  <a:lnTo>
                    <a:pt x="5227" y="164"/>
                  </a:lnTo>
                  <a:lnTo>
                    <a:pt x="4626" y="199"/>
                  </a:lnTo>
                  <a:lnTo>
                    <a:pt x="4025" y="240"/>
                  </a:lnTo>
                  <a:lnTo>
                    <a:pt x="3455" y="281"/>
                  </a:lnTo>
                  <a:lnTo>
                    <a:pt x="2944" y="327"/>
                  </a:lnTo>
                  <a:lnTo>
                    <a:pt x="2464" y="378"/>
                  </a:lnTo>
                  <a:lnTo>
                    <a:pt x="2043" y="424"/>
                  </a:lnTo>
                  <a:lnTo>
                    <a:pt x="1653" y="480"/>
                  </a:lnTo>
                  <a:lnTo>
                    <a:pt x="1202" y="551"/>
                  </a:lnTo>
                  <a:lnTo>
                    <a:pt x="782" y="633"/>
                  </a:lnTo>
                  <a:lnTo>
                    <a:pt x="361" y="709"/>
                  </a:lnTo>
                  <a:lnTo>
                    <a:pt x="1" y="796"/>
                  </a:lnTo>
                  <a:lnTo>
                    <a:pt x="51060" y="796"/>
                  </a:lnTo>
                  <a:lnTo>
                    <a:pt x="51841" y="806"/>
                  </a:lnTo>
                  <a:lnTo>
                    <a:pt x="52621" y="811"/>
                  </a:lnTo>
                  <a:lnTo>
                    <a:pt x="53222" y="806"/>
                  </a:lnTo>
                  <a:lnTo>
                    <a:pt x="53823" y="801"/>
                  </a:lnTo>
                  <a:lnTo>
                    <a:pt x="54424" y="791"/>
                  </a:lnTo>
                  <a:lnTo>
                    <a:pt x="54994" y="776"/>
                  </a:lnTo>
                  <a:lnTo>
                    <a:pt x="55565" y="750"/>
                  </a:lnTo>
                  <a:lnTo>
                    <a:pt x="56136" y="730"/>
                  </a:lnTo>
                  <a:lnTo>
                    <a:pt x="56706" y="699"/>
                  </a:lnTo>
                  <a:lnTo>
                    <a:pt x="57247" y="663"/>
                  </a:lnTo>
                  <a:lnTo>
                    <a:pt x="57757" y="628"/>
                  </a:lnTo>
                  <a:lnTo>
                    <a:pt x="58268" y="587"/>
                  </a:lnTo>
                  <a:lnTo>
                    <a:pt x="58749" y="536"/>
                  </a:lnTo>
                  <a:lnTo>
                    <a:pt x="59199" y="490"/>
                  </a:lnTo>
                  <a:lnTo>
                    <a:pt x="59650" y="434"/>
                  </a:lnTo>
                  <a:lnTo>
                    <a:pt x="60040" y="378"/>
                  </a:lnTo>
                  <a:lnTo>
                    <a:pt x="60431" y="317"/>
                  </a:lnTo>
                  <a:lnTo>
                    <a:pt x="60791" y="250"/>
                  </a:lnTo>
                  <a:lnTo>
                    <a:pt x="61362" y="128"/>
                  </a:lnTo>
                  <a:lnTo>
                    <a:pt x="61872" y="5"/>
                  </a:lnTo>
                  <a:lnTo>
                    <a:pt x="60941" y="0"/>
                  </a:lnTo>
                  <a:close/>
                </a:path>
              </a:pathLst>
            </a:custGeom>
            <a:solidFill>
              <a:srgbClr val="FF3E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9"/>
            <p:cNvSpPr/>
            <p:nvPr/>
          </p:nvSpPr>
          <p:spPr>
            <a:xfrm flipH="1">
              <a:off x="5333021" y="2391375"/>
              <a:ext cx="262342" cy="20300"/>
            </a:xfrm>
            <a:custGeom>
              <a:avLst/>
              <a:gdLst/>
              <a:ahLst/>
              <a:cxnLst/>
              <a:rect l="l" t="t" r="r" b="b"/>
              <a:pathLst>
                <a:path w="61873" h="812" fill="none" extrusionOk="0">
                  <a:moveTo>
                    <a:pt x="11804" y="0"/>
                  </a:moveTo>
                  <a:lnTo>
                    <a:pt x="60941" y="0"/>
                  </a:lnTo>
                  <a:lnTo>
                    <a:pt x="60941" y="0"/>
                  </a:lnTo>
                  <a:lnTo>
                    <a:pt x="61872" y="5"/>
                  </a:lnTo>
                  <a:lnTo>
                    <a:pt x="61872" y="5"/>
                  </a:lnTo>
                  <a:lnTo>
                    <a:pt x="61362" y="128"/>
                  </a:lnTo>
                  <a:lnTo>
                    <a:pt x="60791" y="250"/>
                  </a:lnTo>
                  <a:lnTo>
                    <a:pt x="60791" y="250"/>
                  </a:lnTo>
                  <a:lnTo>
                    <a:pt x="60431" y="317"/>
                  </a:lnTo>
                  <a:lnTo>
                    <a:pt x="60040" y="378"/>
                  </a:lnTo>
                  <a:lnTo>
                    <a:pt x="59650" y="434"/>
                  </a:lnTo>
                  <a:lnTo>
                    <a:pt x="59199" y="490"/>
                  </a:lnTo>
                  <a:lnTo>
                    <a:pt x="58749" y="536"/>
                  </a:lnTo>
                  <a:lnTo>
                    <a:pt x="58268" y="587"/>
                  </a:lnTo>
                  <a:lnTo>
                    <a:pt x="57757" y="628"/>
                  </a:lnTo>
                  <a:lnTo>
                    <a:pt x="57247" y="663"/>
                  </a:lnTo>
                  <a:lnTo>
                    <a:pt x="56706" y="699"/>
                  </a:lnTo>
                  <a:lnTo>
                    <a:pt x="56136" y="730"/>
                  </a:lnTo>
                  <a:lnTo>
                    <a:pt x="55565" y="750"/>
                  </a:lnTo>
                  <a:lnTo>
                    <a:pt x="54994" y="776"/>
                  </a:lnTo>
                  <a:lnTo>
                    <a:pt x="54424" y="791"/>
                  </a:lnTo>
                  <a:lnTo>
                    <a:pt x="53823" y="801"/>
                  </a:lnTo>
                  <a:lnTo>
                    <a:pt x="53222" y="806"/>
                  </a:lnTo>
                  <a:lnTo>
                    <a:pt x="52621" y="811"/>
                  </a:lnTo>
                  <a:lnTo>
                    <a:pt x="52621" y="811"/>
                  </a:lnTo>
                  <a:lnTo>
                    <a:pt x="51841" y="806"/>
                  </a:lnTo>
                  <a:lnTo>
                    <a:pt x="51060" y="796"/>
                  </a:lnTo>
                  <a:lnTo>
                    <a:pt x="1" y="796"/>
                  </a:lnTo>
                  <a:lnTo>
                    <a:pt x="1" y="796"/>
                  </a:lnTo>
                  <a:lnTo>
                    <a:pt x="361" y="709"/>
                  </a:lnTo>
                  <a:lnTo>
                    <a:pt x="782" y="633"/>
                  </a:lnTo>
                  <a:lnTo>
                    <a:pt x="1202" y="551"/>
                  </a:lnTo>
                  <a:lnTo>
                    <a:pt x="1653" y="480"/>
                  </a:lnTo>
                  <a:lnTo>
                    <a:pt x="1653" y="480"/>
                  </a:lnTo>
                  <a:lnTo>
                    <a:pt x="2043" y="424"/>
                  </a:lnTo>
                  <a:lnTo>
                    <a:pt x="2464" y="378"/>
                  </a:lnTo>
                  <a:lnTo>
                    <a:pt x="2944" y="327"/>
                  </a:lnTo>
                  <a:lnTo>
                    <a:pt x="3455" y="281"/>
                  </a:lnTo>
                  <a:lnTo>
                    <a:pt x="4025" y="240"/>
                  </a:lnTo>
                  <a:lnTo>
                    <a:pt x="4626" y="199"/>
                  </a:lnTo>
                  <a:lnTo>
                    <a:pt x="5227" y="164"/>
                  </a:lnTo>
                  <a:lnTo>
                    <a:pt x="5888" y="133"/>
                  </a:lnTo>
                  <a:lnTo>
                    <a:pt x="6578" y="102"/>
                  </a:lnTo>
                  <a:lnTo>
                    <a:pt x="7299" y="77"/>
                  </a:lnTo>
                  <a:lnTo>
                    <a:pt x="8020" y="51"/>
                  </a:lnTo>
                  <a:lnTo>
                    <a:pt x="8771" y="36"/>
                  </a:lnTo>
                  <a:lnTo>
                    <a:pt x="9522" y="21"/>
                  </a:lnTo>
                  <a:lnTo>
                    <a:pt x="10273" y="11"/>
                  </a:lnTo>
                  <a:lnTo>
                    <a:pt x="11054" y="0"/>
                  </a:lnTo>
                  <a:lnTo>
                    <a:pt x="1180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2" name="Google Shape;522;p39"/>
          <p:cNvSpPr>
            <a:spLocks noGrp="1"/>
          </p:cNvSpPr>
          <p:nvPr>
            <p:ph type="pic" idx="7"/>
          </p:nvPr>
        </p:nvSpPr>
        <p:spPr>
          <a:xfrm>
            <a:off x="2359050" y="3308000"/>
            <a:ext cx="1425300" cy="1425300"/>
          </a:xfrm>
          <a:prstGeom prst="ellipse">
            <a:avLst/>
          </a:prstGeom>
          <a:noFill/>
          <a:ln>
            <a:noFill/>
          </a:ln>
        </p:spPr>
      </p:sp>
      <p:sp>
        <p:nvSpPr>
          <p:cNvPr id="523" name="Google Shape;523;p39"/>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ink - Photo + Quote Right">
  <p:cSld name="TITLE_AND_BODY_2_1_2">
    <p:spTree>
      <p:nvGrpSpPr>
        <p:cNvPr id="1" name="Shape 524"/>
        <p:cNvGrpSpPr/>
        <p:nvPr/>
      </p:nvGrpSpPr>
      <p:grpSpPr>
        <a:xfrm>
          <a:off x="0" y="0"/>
          <a:ext cx="0" cy="0"/>
          <a:chOff x="0" y="0"/>
          <a:chExt cx="0" cy="0"/>
        </a:xfrm>
      </p:grpSpPr>
      <p:sp>
        <p:nvSpPr>
          <p:cNvPr id="525" name="Google Shape;525;p40"/>
          <p:cNvSpPr>
            <a:spLocks noGrp="1"/>
          </p:cNvSpPr>
          <p:nvPr>
            <p:ph type="pic" idx="2"/>
          </p:nvPr>
        </p:nvSpPr>
        <p:spPr>
          <a:xfrm>
            <a:off x="6782225" y="640075"/>
            <a:ext cx="1888500" cy="1888500"/>
          </a:xfrm>
          <a:prstGeom prst="ellipse">
            <a:avLst/>
          </a:prstGeom>
          <a:noFill/>
          <a:ln>
            <a:noFill/>
          </a:ln>
        </p:spPr>
      </p:sp>
      <p:grpSp>
        <p:nvGrpSpPr>
          <p:cNvPr id="526" name="Google Shape;526;p40"/>
          <p:cNvGrpSpPr/>
          <p:nvPr/>
        </p:nvGrpSpPr>
        <p:grpSpPr>
          <a:xfrm>
            <a:off x="5092398" y="1599996"/>
            <a:ext cx="3594463" cy="2612320"/>
            <a:chOff x="1487049" y="4012625"/>
            <a:chExt cx="409168" cy="297375"/>
          </a:xfrm>
        </p:grpSpPr>
        <p:sp>
          <p:nvSpPr>
            <p:cNvPr id="527" name="Google Shape;527;p40"/>
            <p:cNvSpPr/>
            <p:nvPr/>
          </p:nvSpPr>
          <p:spPr>
            <a:xfrm flipH="1">
              <a:off x="1805163" y="4248775"/>
              <a:ext cx="64948" cy="61225"/>
            </a:xfrm>
            <a:custGeom>
              <a:avLst/>
              <a:gdLst/>
              <a:ahLst/>
              <a:cxnLst/>
              <a:rect l="l" t="t" r="r" b="b"/>
              <a:pathLst>
                <a:path w="15318" h="2449" extrusionOk="0">
                  <a:moveTo>
                    <a:pt x="4566" y="1"/>
                  </a:moveTo>
                  <a:lnTo>
                    <a:pt x="4175" y="26"/>
                  </a:lnTo>
                  <a:lnTo>
                    <a:pt x="3815" y="52"/>
                  </a:lnTo>
                  <a:lnTo>
                    <a:pt x="3484" y="77"/>
                  </a:lnTo>
                  <a:lnTo>
                    <a:pt x="3154" y="113"/>
                  </a:lnTo>
                  <a:lnTo>
                    <a:pt x="2854" y="144"/>
                  </a:lnTo>
                  <a:lnTo>
                    <a:pt x="2583" y="179"/>
                  </a:lnTo>
                  <a:lnTo>
                    <a:pt x="2313" y="220"/>
                  </a:lnTo>
                  <a:lnTo>
                    <a:pt x="2073" y="256"/>
                  </a:lnTo>
                  <a:lnTo>
                    <a:pt x="1832" y="297"/>
                  </a:lnTo>
                  <a:lnTo>
                    <a:pt x="1622" y="342"/>
                  </a:lnTo>
                  <a:lnTo>
                    <a:pt x="1232" y="429"/>
                  </a:lnTo>
                  <a:lnTo>
                    <a:pt x="901" y="526"/>
                  </a:lnTo>
                  <a:lnTo>
                    <a:pt x="661" y="623"/>
                  </a:lnTo>
                  <a:lnTo>
                    <a:pt x="451" y="720"/>
                  </a:lnTo>
                  <a:lnTo>
                    <a:pt x="271" y="822"/>
                  </a:lnTo>
                  <a:lnTo>
                    <a:pt x="150" y="919"/>
                  </a:lnTo>
                  <a:lnTo>
                    <a:pt x="60" y="1016"/>
                  </a:lnTo>
                  <a:lnTo>
                    <a:pt x="30" y="1108"/>
                  </a:lnTo>
                  <a:lnTo>
                    <a:pt x="0" y="1199"/>
                  </a:lnTo>
                  <a:lnTo>
                    <a:pt x="30" y="1281"/>
                  </a:lnTo>
                  <a:lnTo>
                    <a:pt x="60" y="1357"/>
                  </a:lnTo>
                  <a:lnTo>
                    <a:pt x="120" y="1444"/>
                  </a:lnTo>
                  <a:lnTo>
                    <a:pt x="211" y="1536"/>
                  </a:lnTo>
                  <a:lnTo>
                    <a:pt x="331" y="1623"/>
                  </a:lnTo>
                  <a:lnTo>
                    <a:pt x="451" y="1715"/>
                  </a:lnTo>
                  <a:lnTo>
                    <a:pt x="661" y="1806"/>
                  </a:lnTo>
                  <a:lnTo>
                    <a:pt x="871" y="1893"/>
                  </a:lnTo>
                  <a:lnTo>
                    <a:pt x="1172" y="1980"/>
                  </a:lnTo>
                  <a:lnTo>
                    <a:pt x="1502" y="2061"/>
                  </a:lnTo>
                  <a:lnTo>
                    <a:pt x="1712" y="2102"/>
                  </a:lnTo>
                  <a:lnTo>
                    <a:pt x="1923" y="2138"/>
                  </a:lnTo>
                  <a:lnTo>
                    <a:pt x="2163" y="2174"/>
                  </a:lnTo>
                  <a:lnTo>
                    <a:pt x="2403" y="2209"/>
                  </a:lnTo>
                  <a:lnTo>
                    <a:pt x="2673" y="2240"/>
                  </a:lnTo>
                  <a:lnTo>
                    <a:pt x="2974" y="2270"/>
                  </a:lnTo>
                  <a:lnTo>
                    <a:pt x="3304" y="2301"/>
                  </a:lnTo>
                  <a:lnTo>
                    <a:pt x="3635" y="2327"/>
                  </a:lnTo>
                  <a:lnTo>
                    <a:pt x="3995" y="2352"/>
                  </a:lnTo>
                  <a:lnTo>
                    <a:pt x="4385" y="2372"/>
                  </a:lnTo>
                  <a:lnTo>
                    <a:pt x="4806" y="2393"/>
                  </a:lnTo>
                  <a:lnTo>
                    <a:pt x="5226" y="2408"/>
                  </a:lnTo>
                  <a:lnTo>
                    <a:pt x="5677" y="2423"/>
                  </a:lnTo>
                  <a:lnTo>
                    <a:pt x="6187" y="2434"/>
                  </a:lnTo>
                  <a:lnTo>
                    <a:pt x="6698" y="2444"/>
                  </a:lnTo>
                  <a:lnTo>
                    <a:pt x="7239" y="2444"/>
                  </a:lnTo>
                  <a:lnTo>
                    <a:pt x="7599" y="2449"/>
                  </a:lnTo>
                  <a:lnTo>
                    <a:pt x="8140" y="2444"/>
                  </a:lnTo>
                  <a:lnTo>
                    <a:pt x="8650" y="2439"/>
                  </a:lnTo>
                  <a:lnTo>
                    <a:pt x="9131" y="2429"/>
                  </a:lnTo>
                  <a:lnTo>
                    <a:pt x="9581" y="2413"/>
                  </a:lnTo>
                  <a:lnTo>
                    <a:pt x="10032" y="2393"/>
                  </a:lnTo>
                  <a:lnTo>
                    <a:pt x="10452" y="2372"/>
                  </a:lnTo>
                  <a:lnTo>
                    <a:pt x="10843" y="2347"/>
                  </a:lnTo>
                  <a:lnTo>
                    <a:pt x="11233" y="2316"/>
                  </a:lnTo>
                  <a:lnTo>
                    <a:pt x="11594" y="2286"/>
                  </a:lnTo>
                  <a:lnTo>
                    <a:pt x="11924" y="2250"/>
                  </a:lnTo>
                  <a:lnTo>
                    <a:pt x="12254" y="2214"/>
                  </a:lnTo>
                  <a:lnTo>
                    <a:pt x="12555" y="2179"/>
                  </a:lnTo>
                  <a:lnTo>
                    <a:pt x="12855" y="2138"/>
                  </a:lnTo>
                  <a:lnTo>
                    <a:pt x="13125" y="2092"/>
                  </a:lnTo>
                  <a:lnTo>
                    <a:pt x="13366" y="2046"/>
                  </a:lnTo>
                  <a:lnTo>
                    <a:pt x="13606" y="2000"/>
                  </a:lnTo>
                  <a:lnTo>
                    <a:pt x="14027" y="1903"/>
                  </a:lnTo>
                  <a:lnTo>
                    <a:pt x="14387" y="1806"/>
                  </a:lnTo>
                  <a:lnTo>
                    <a:pt x="14687" y="1704"/>
                  </a:lnTo>
                  <a:lnTo>
                    <a:pt x="14928" y="1607"/>
                  </a:lnTo>
                  <a:lnTo>
                    <a:pt x="15108" y="1505"/>
                  </a:lnTo>
                  <a:lnTo>
                    <a:pt x="15228" y="1408"/>
                  </a:lnTo>
                  <a:lnTo>
                    <a:pt x="15288" y="1322"/>
                  </a:lnTo>
                  <a:lnTo>
                    <a:pt x="15318" y="1235"/>
                  </a:lnTo>
                  <a:lnTo>
                    <a:pt x="15318" y="1159"/>
                  </a:lnTo>
                  <a:lnTo>
                    <a:pt x="15288" y="1077"/>
                  </a:lnTo>
                  <a:lnTo>
                    <a:pt x="15258" y="985"/>
                  </a:lnTo>
                  <a:lnTo>
                    <a:pt x="15168" y="893"/>
                  </a:lnTo>
                  <a:lnTo>
                    <a:pt x="15048" y="796"/>
                  </a:lnTo>
                  <a:lnTo>
                    <a:pt x="14867" y="694"/>
                  </a:lnTo>
                  <a:lnTo>
                    <a:pt x="14657" y="592"/>
                  </a:lnTo>
                  <a:lnTo>
                    <a:pt x="14357" y="495"/>
                  </a:lnTo>
                  <a:lnTo>
                    <a:pt x="12975" y="455"/>
                  </a:lnTo>
                  <a:lnTo>
                    <a:pt x="11624" y="409"/>
                  </a:lnTo>
                  <a:lnTo>
                    <a:pt x="10332" y="358"/>
                  </a:lnTo>
                  <a:lnTo>
                    <a:pt x="9041" y="297"/>
                  </a:lnTo>
                  <a:lnTo>
                    <a:pt x="7839" y="230"/>
                  </a:lnTo>
                  <a:lnTo>
                    <a:pt x="6668" y="159"/>
                  </a:lnTo>
                  <a:lnTo>
                    <a:pt x="5587" y="82"/>
                  </a:lnTo>
                  <a:lnTo>
                    <a:pt x="4566" y="1"/>
                  </a:lnTo>
                  <a:close/>
                </a:path>
              </a:pathLst>
            </a:custGeom>
            <a:solidFill>
              <a:srgbClr val="FF75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40"/>
            <p:cNvSpPr/>
            <p:nvPr/>
          </p:nvSpPr>
          <p:spPr>
            <a:xfrm flipH="1">
              <a:off x="1805163" y="4248775"/>
              <a:ext cx="64948" cy="61225"/>
            </a:xfrm>
            <a:custGeom>
              <a:avLst/>
              <a:gdLst/>
              <a:ahLst/>
              <a:cxnLst/>
              <a:rect l="l" t="t" r="r" b="b"/>
              <a:pathLst>
                <a:path w="15318" h="2449" fill="none" extrusionOk="0">
                  <a:moveTo>
                    <a:pt x="4566" y="1"/>
                  </a:moveTo>
                  <a:lnTo>
                    <a:pt x="4566" y="1"/>
                  </a:lnTo>
                  <a:lnTo>
                    <a:pt x="5587" y="82"/>
                  </a:lnTo>
                  <a:lnTo>
                    <a:pt x="6668" y="159"/>
                  </a:lnTo>
                  <a:lnTo>
                    <a:pt x="7839" y="230"/>
                  </a:lnTo>
                  <a:lnTo>
                    <a:pt x="9041" y="297"/>
                  </a:lnTo>
                  <a:lnTo>
                    <a:pt x="10332" y="358"/>
                  </a:lnTo>
                  <a:lnTo>
                    <a:pt x="11624" y="409"/>
                  </a:lnTo>
                  <a:lnTo>
                    <a:pt x="12975" y="455"/>
                  </a:lnTo>
                  <a:lnTo>
                    <a:pt x="14357" y="495"/>
                  </a:lnTo>
                  <a:lnTo>
                    <a:pt x="14357" y="495"/>
                  </a:lnTo>
                  <a:lnTo>
                    <a:pt x="14657" y="592"/>
                  </a:lnTo>
                  <a:lnTo>
                    <a:pt x="14867" y="694"/>
                  </a:lnTo>
                  <a:lnTo>
                    <a:pt x="15048" y="796"/>
                  </a:lnTo>
                  <a:lnTo>
                    <a:pt x="15168" y="893"/>
                  </a:lnTo>
                  <a:lnTo>
                    <a:pt x="15258" y="985"/>
                  </a:lnTo>
                  <a:lnTo>
                    <a:pt x="15288" y="1077"/>
                  </a:lnTo>
                  <a:lnTo>
                    <a:pt x="15318" y="1159"/>
                  </a:lnTo>
                  <a:lnTo>
                    <a:pt x="15318" y="1235"/>
                  </a:lnTo>
                  <a:lnTo>
                    <a:pt x="15318" y="1235"/>
                  </a:lnTo>
                  <a:lnTo>
                    <a:pt x="15288" y="1322"/>
                  </a:lnTo>
                  <a:lnTo>
                    <a:pt x="15228" y="1408"/>
                  </a:lnTo>
                  <a:lnTo>
                    <a:pt x="15108" y="1505"/>
                  </a:lnTo>
                  <a:lnTo>
                    <a:pt x="14928" y="1607"/>
                  </a:lnTo>
                  <a:lnTo>
                    <a:pt x="14687" y="1704"/>
                  </a:lnTo>
                  <a:lnTo>
                    <a:pt x="14387" y="1806"/>
                  </a:lnTo>
                  <a:lnTo>
                    <a:pt x="14027" y="1903"/>
                  </a:lnTo>
                  <a:lnTo>
                    <a:pt x="13606" y="2000"/>
                  </a:lnTo>
                  <a:lnTo>
                    <a:pt x="13366" y="2046"/>
                  </a:lnTo>
                  <a:lnTo>
                    <a:pt x="13125" y="2092"/>
                  </a:lnTo>
                  <a:lnTo>
                    <a:pt x="12855" y="2138"/>
                  </a:lnTo>
                  <a:lnTo>
                    <a:pt x="12555" y="2179"/>
                  </a:lnTo>
                  <a:lnTo>
                    <a:pt x="12254" y="2214"/>
                  </a:lnTo>
                  <a:lnTo>
                    <a:pt x="11924" y="2250"/>
                  </a:lnTo>
                  <a:lnTo>
                    <a:pt x="11594" y="2286"/>
                  </a:lnTo>
                  <a:lnTo>
                    <a:pt x="11233" y="2316"/>
                  </a:lnTo>
                  <a:lnTo>
                    <a:pt x="10843" y="2347"/>
                  </a:lnTo>
                  <a:lnTo>
                    <a:pt x="10452" y="2372"/>
                  </a:lnTo>
                  <a:lnTo>
                    <a:pt x="10032" y="2393"/>
                  </a:lnTo>
                  <a:lnTo>
                    <a:pt x="9581" y="2413"/>
                  </a:lnTo>
                  <a:lnTo>
                    <a:pt x="9131" y="2429"/>
                  </a:lnTo>
                  <a:lnTo>
                    <a:pt x="8650" y="2439"/>
                  </a:lnTo>
                  <a:lnTo>
                    <a:pt x="8140" y="2444"/>
                  </a:lnTo>
                  <a:lnTo>
                    <a:pt x="7599" y="2449"/>
                  </a:lnTo>
                  <a:lnTo>
                    <a:pt x="7599" y="2449"/>
                  </a:lnTo>
                  <a:lnTo>
                    <a:pt x="7239" y="2444"/>
                  </a:lnTo>
                  <a:lnTo>
                    <a:pt x="7239" y="2444"/>
                  </a:lnTo>
                  <a:lnTo>
                    <a:pt x="6698" y="2444"/>
                  </a:lnTo>
                  <a:lnTo>
                    <a:pt x="6187" y="2434"/>
                  </a:lnTo>
                  <a:lnTo>
                    <a:pt x="5677" y="2423"/>
                  </a:lnTo>
                  <a:lnTo>
                    <a:pt x="5226" y="2408"/>
                  </a:lnTo>
                  <a:lnTo>
                    <a:pt x="4806" y="2393"/>
                  </a:lnTo>
                  <a:lnTo>
                    <a:pt x="4385" y="2372"/>
                  </a:lnTo>
                  <a:lnTo>
                    <a:pt x="3995" y="2352"/>
                  </a:lnTo>
                  <a:lnTo>
                    <a:pt x="3635" y="2327"/>
                  </a:lnTo>
                  <a:lnTo>
                    <a:pt x="3304" y="2301"/>
                  </a:lnTo>
                  <a:lnTo>
                    <a:pt x="2974" y="2270"/>
                  </a:lnTo>
                  <a:lnTo>
                    <a:pt x="2673" y="2240"/>
                  </a:lnTo>
                  <a:lnTo>
                    <a:pt x="2403" y="2209"/>
                  </a:lnTo>
                  <a:lnTo>
                    <a:pt x="2163" y="2174"/>
                  </a:lnTo>
                  <a:lnTo>
                    <a:pt x="1923" y="2138"/>
                  </a:lnTo>
                  <a:lnTo>
                    <a:pt x="1712" y="2102"/>
                  </a:lnTo>
                  <a:lnTo>
                    <a:pt x="1502" y="2061"/>
                  </a:lnTo>
                  <a:lnTo>
                    <a:pt x="1172" y="1980"/>
                  </a:lnTo>
                  <a:lnTo>
                    <a:pt x="871" y="1893"/>
                  </a:lnTo>
                  <a:lnTo>
                    <a:pt x="661" y="1806"/>
                  </a:lnTo>
                  <a:lnTo>
                    <a:pt x="451" y="1715"/>
                  </a:lnTo>
                  <a:lnTo>
                    <a:pt x="331" y="1623"/>
                  </a:lnTo>
                  <a:lnTo>
                    <a:pt x="211" y="1536"/>
                  </a:lnTo>
                  <a:lnTo>
                    <a:pt x="120" y="1444"/>
                  </a:lnTo>
                  <a:lnTo>
                    <a:pt x="60" y="1357"/>
                  </a:lnTo>
                  <a:lnTo>
                    <a:pt x="60" y="1357"/>
                  </a:lnTo>
                  <a:lnTo>
                    <a:pt x="30" y="1281"/>
                  </a:lnTo>
                  <a:lnTo>
                    <a:pt x="0" y="1199"/>
                  </a:lnTo>
                  <a:lnTo>
                    <a:pt x="30" y="1108"/>
                  </a:lnTo>
                  <a:lnTo>
                    <a:pt x="60" y="1016"/>
                  </a:lnTo>
                  <a:lnTo>
                    <a:pt x="150" y="919"/>
                  </a:lnTo>
                  <a:lnTo>
                    <a:pt x="271" y="822"/>
                  </a:lnTo>
                  <a:lnTo>
                    <a:pt x="451" y="720"/>
                  </a:lnTo>
                  <a:lnTo>
                    <a:pt x="661" y="623"/>
                  </a:lnTo>
                  <a:lnTo>
                    <a:pt x="901" y="526"/>
                  </a:lnTo>
                  <a:lnTo>
                    <a:pt x="1232" y="429"/>
                  </a:lnTo>
                  <a:lnTo>
                    <a:pt x="1622" y="342"/>
                  </a:lnTo>
                  <a:lnTo>
                    <a:pt x="1832" y="297"/>
                  </a:lnTo>
                  <a:lnTo>
                    <a:pt x="2073" y="256"/>
                  </a:lnTo>
                  <a:lnTo>
                    <a:pt x="2313" y="220"/>
                  </a:lnTo>
                  <a:lnTo>
                    <a:pt x="2583" y="179"/>
                  </a:lnTo>
                  <a:lnTo>
                    <a:pt x="2854" y="144"/>
                  </a:lnTo>
                  <a:lnTo>
                    <a:pt x="3154" y="113"/>
                  </a:lnTo>
                  <a:lnTo>
                    <a:pt x="3484" y="77"/>
                  </a:lnTo>
                  <a:lnTo>
                    <a:pt x="3815" y="52"/>
                  </a:lnTo>
                  <a:lnTo>
                    <a:pt x="4175" y="26"/>
                  </a:lnTo>
                  <a:lnTo>
                    <a:pt x="456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40"/>
            <p:cNvSpPr/>
            <p:nvPr/>
          </p:nvSpPr>
          <p:spPr>
            <a:xfrm flipH="1">
              <a:off x="1830887" y="4270975"/>
              <a:ext cx="16303" cy="14800"/>
            </a:xfrm>
            <a:custGeom>
              <a:avLst/>
              <a:gdLst/>
              <a:ahLst/>
              <a:cxnLst/>
              <a:rect l="l" t="t" r="r" b="b"/>
              <a:pathLst>
                <a:path w="3845" h="592" extrusionOk="0">
                  <a:moveTo>
                    <a:pt x="451" y="0"/>
                  </a:moveTo>
                  <a:lnTo>
                    <a:pt x="271" y="56"/>
                  </a:lnTo>
                  <a:lnTo>
                    <a:pt x="121" y="118"/>
                  </a:lnTo>
                  <a:lnTo>
                    <a:pt x="31" y="174"/>
                  </a:lnTo>
                  <a:lnTo>
                    <a:pt x="1" y="230"/>
                  </a:lnTo>
                  <a:lnTo>
                    <a:pt x="31" y="281"/>
                  </a:lnTo>
                  <a:lnTo>
                    <a:pt x="91" y="327"/>
                  </a:lnTo>
                  <a:lnTo>
                    <a:pt x="181" y="378"/>
                  </a:lnTo>
                  <a:lnTo>
                    <a:pt x="331" y="424"/>
                  </a:lnTo>
                  <a:lnTo>
                    <a:pt x="481" y="469"/>
                  </a:lnTo>
                  <a:lnTo>
                    <a:pt x="691" y="510"/>
                  </a:lnTo>
                  <a:lnTo>
                    <a:pt x="932" y="551"/>
                  </a:lnTo>
                  <a:lnTo>
                    <a:pt x="1232" y="592"/>
                  </a:lnTo>
                  <a:lnTo>
                    <a:pt x="1773" y="536"/>
                  </a:lnTo>
                  <a:lnTo>
                    <a:pt x="1863" y="520"/>
                  </a:lnTo>
                  <a:lnTo>
                    <a:pt x="1893" y="500"/>
                  </a:lnTo>
                  <a:lnTo>
                    <a:pt x="1863" y="485"/>
                  </a:lnTo>
                  <a:lnTo>
                    <a:pt x="1803" y="469"/>
                  </a:lnTo>
                  <a:lnTo>
                    <a:pt x="1652" y="439"/>
                  </a:lnTo>
                  <a:lnTo>
                    <a:pt x="1532" y="403"/>
                  </a:lnTo>
                  <a:lnTo>
                    <a:pt x="1412" y="352"/>
                  </a:lnTo>
                  <a:lnTo>
                    <a:pt x="1382" y="327"/>
                  </a:lnTo>
                  <a:lnTo>
                    <a:pt x="1352" y="296"/>
                  </a:lnTo>
                  <a:lnTo>
                    <a:pt x="1382" y="260"/>
                  </a:lnTo>
                  <a:lnTo>
                    <a:pt x="1442" y="225"/>
                  </a:lnTo>
                  <a:lnTo>
                    <a:pt x="1532" y="184"/>
                  </a:lnTo>
                  <a:lnTo>
                    <a:pt x="1652" y="143"/>
                  </a:lnTo>
                  <a:lnTo>
                    <a:pt x="1713" y="128"/>
                  </a:lnTo>
                  <a:lnTo>
                    <a:pt x="1713" y="112"/>
                  </a:lnTo>
                  <a:lnTo>
                    <a:pt x="1682" y="97"/>
                  </a:lnTo>
                  <a:lnTo>
                    <a:pt x="1652" y="82"/>
                  </a:lnTo>
                  <a:lnTo>
                    <a:pt x="1562" y="72"/>
                  </a:lnTo>
                  <a:lnTo>
                    <a:pt x="1472" y="61"/>
                  </a:lnTo>
                  <a:lnTo>
                    <a:pt x="451" y="0"/>
                  </a:lnTo>
                  <a:close/>
                  <a:moveTo>
                    <a:pt x="2403" y="0"/>
                  </a:moveTo>
                  <a:lnTo>
                    <a:pt x="2223" y="56"/>
                  </a:lnTo>
                  <a:lnTo>
                    <a:pt x="2073" y="118"/>
                  </a:lnTo>
                  <a:lnTo>
                    <a:pt x="2013" y="174"/>
                  </a:lnTo>
                  <a:lnTo>
                    <a:pt x="1983" y="230"/>
                  </a:lnTo>
                  <a:lnTo>
                    <a:pt x="1983" y="281"/>
                  </a:lnTo>
                  <a:lnTo>
                    <a:pt x="2043" y="327"/>
                  </a:lnTo>
                  <a:lnTo>
                    <a:pt x="2133" y="378"/>
                  </a:lnTo>
                  <a:lnTo>
                    <a:pt x="2283" y="424"/>
                  </a:lnTo>
                  <a:lnTo>
                    <a:pt x="2463" y="469"/>
                  </a:lnTo>
                  <a:lnTo>
                    <a:pt x="2674" y="510"/>
                  </a:lnTo>
                  <a:lnTo>
                    <a:pt x="2914" y="551"/>
                  </a:lnTo>
                  <a:lnTo>
                    <a:pt x="3184" y="592"/>
                  </a:lnTo>
                  <a:lnTo>
                    <a:pt x="3725" y="536"/>
                  </a:lnTo>
                  <a:lnTo>
                    <a:pt x="3815" y="520"/>
                  </a:lnTo>
                  <a:lnTo>
                    <a:pt x="3845" y="500"/>
                  </a:lnTo>
                  <a:lnTo>
                    <a:pt x="3815" y="485"/>
                  </a:lnTo>
                  <a:lnTo>
                    <a:pt x="3755" y="469"/>
                  </a:lnTo>
                  <a:lnTo>
                    <a:pt x="3635" y="439"/>
                  </a:lnTo>
                  <a:lnTo>
                    <a:pt x="3485" y="403"/>
                  </a:lnTo>
                  <a:lnTo>
                    <a:pt x="3364" y="352"/>
                  </a:lnTo>
                  <a:lnTo>
                    <a:pt x="3334" y="327"/>
                  </a:lnTo>
                  <a:lnTo>
                    <a:pt x="3334" y="296"/>
                  </a:lnTo>
                  <a:lnTo>
                    <a:pt x="3334" y="260"/>
                  </a:lnTo>
                  <a:lnTo>
                    <a:pt x="3394" y="225"/>
                  </a:lnTo>
                  <a:lnTo>
                    <a:pt x="3485" y="184"/>
                  </a:lnTo>
                  <a:lnTo>
                    <a:pt x="3605" y="143"/>
                  </a:lnTo>
                  <a:lnTo>
                    <a:pt x="3665" y="128"/>
                  </a:lnTo>
                  <a:lnTo>
                    <a:pt x="3665" y="112"/>
                  </a:lnTo>
                  <a:lnTo>
                    <a:pt x="3665" y="97"/>
                  </a:lnTo>
                  <a:lnTo>
                    <a:pt x="3605" y="82"/>
                  </a:lnTo>
                  <a:lnTo>
                    <a:pt x="3515" y="72"/>
                  </a:lnTo>
                  <a:lnTo>
                    <a:pt x="3425" y="61"/>
                  </a:lnTo>
                  <a:lnTo>
                    <a:pt x="24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40"/>
            <p:cNvSpPr/>
            <p:nvPr/>
          </p:nvSpPr>
          <p:spPr>
            <a:xfrm flipH="1">
              <a:off x="1506913" y="4012625"/>
              <a:ext cx="64953" cy="61225"/>
            </a:xfrm>
            <a:custGeom>
              <a:avLst/>
              <a:gdLst/>
              <a:ahLst/>
              <a:cxnLst/>
              <a:rect l="l" t="t" r="r" b="b"/>
              <a:pathLst>
                <a:path w="15319" h="2449" extrusionOk="0">
                  <a:moveTo>
                    <a:pt x="7209" y="0"/>
                  </a:moveTo>
                  <a:lnTo>
                    <a:pt x="6698" y="10"/>
                  </a:lnTo>
                  <a:lnTo>
                    <a:pt x="6218" y="21"/>
                  </a:lnTo>
                  <a:lnTo>
                    <a:pt x="5737" y="36"/>
                  </a:lnTo>
                  <a:lnTo>
                    <a:pt x="5317" y="51"/>
                  </a:lnTo>
                  <a:lnTo>
                    <a:pt x="4896" y="77"/>
                  </a:lnTo>
                  <a:lnTo>
                    <a:pt x="4476" y="102"/>
                  </a:lnTo>
                  <a:lnTo>
                    <a:pt x="4115" y="128"/>
                  </a:lnTo>
                  <a:lnTo>
                    <a:pt x="3755" y="158"/>
                  </a:lnTo>
                  <a:lnTo>
                    <a:pt x="3394" y="194"/>
                  </a:lnTo>
                  <a:lnTo>
                    <a:pt x="3064" y="230"/>
                  </a:lnTo>
                  <a:lnTo>
                    <a:pt x="2764" y="271"/>
                  </a:lnTo>
                  <a:lnTo>
                    <a:pt x="2493" y="311"/>
                  </a:lnTo>
                  <a:lnTo>
                    <a:pt x="2223" y="352"/>
                  </a:lnTo>
                  <a:lnTo>
                    <a:pt x="1953" y="398"/>
                  </a:lnTo>
                  <a:lnTo>
                    <a:pt x="1713" y="444"/>
                  </a:lnTo>
                  <a:lnTo>
                    <a:pt x="1292" y="541"/>
                  </a:lnTo>
                  <a:lnTo>
                    <a:pt x="932" y="638"/>
                  </a:lnTo>
                  <a:lnTo>
                    <a:pt x="661" y="740"/>
                  </a:lnTo>
                  <a:lnTo>
                    <a:pt x="421" y="842"/>
                  </a:lnTo>
                  <a:lnTo>
                    <a:pt x="241" y="939"/>
                  </a:lnTo>
                  <a:lnTo>
                    <a:pt x="91" y="1036"/>
                  </a:lnTo>
                  <a:lnTo>
                    <a:pt x="31" y="1128"/>
                  </a:lnTo>
                  <a:lnTo>
                    <a:pt x="1" y="1209"/>
                  </a:lnTo>
                  <a:lnTo>
                    <a:pt x="31" y="1347"/>
                  </a:lnTo>
                  <a:lnTo>
                    <a:pt x="61" y="1428"/>
                  </a:lnTo>
                  <a:lnTo>
                    <a:pt x="121" y="1510"/>
                  </a:lnTo>
                  <a:lnTo>
                    <a:pt x="211" y="1592"/>
                  </a:lnTo>
                  <a:lnTo>
                    <a:pt x="331" y="1678"/>
                  </a:lnTo>
                  <a:lnTo>
                    <a:pt x="481" y="1765"/>
                  </a:lnTo>
                  <a:lnTo>
                    <a:pt x="691" y="1852"/>
                  </a:lnTo>
                  <a:lnTo>
                    <a:pt x="2103" y="1903"/>
                  </a:lnTo>
                  <a:lnTo>
                    <a:pt x="3485" y="1954"/>
                  </a:lnTo>
                  <a:lnTo>
                    <a:pt x="4806" y="2020"/>
                  </a:lnTo>
                  <a:lnTo>
                    <a:pt x="6098" y="2092"/>
                  </a:lnTo>
                  <a:lnTo>
                    <a:pt x="7359" y="2168"/>
                  </a:lnTo>
                  <a:lnTo>
                    <a:pt x="8530" y="2255"/>
                  </a:lnTo>
                  <a:lnTo>
                    <a:pt x="9672" y="2347"/>
                  </a:lnTo>
                  <a:lnTo>
                    <a:pt x="10723" y="2449"/>
                  </a:lnTo>
                  <a:lnTo>
                    <a:pt x="11113" y="2423"/>
                  </a:lnTo>
                  <a:lnTo>
                    <a:pt x="11474" y="2398"/>
                  </a:lnTo>
                  <a:lnTo>
                    <a:pt x="11804" y="2372"/>
                  </a:lnTo>
                  <a:lnTo>
                    <a:pt x="12135" y="2341"/>
                  </a:lnTo>
                  <a:lnTo>
                    <a:pt x="12435" y="2306"/>
                  </a:lnTo>
                  <a:lnTo>
                    <a:pt x="12735" y="2270"/>
                  </a:lnTo>
                  <a:lnTo>
                    <a:pt x="13006" y="2234"/>
                  </a:lnTo>
                  <a:lnTo>
                    <a:pt x="13246" y="2194"/>
                  </a:lnTo>
                  <a:lnTo>
                    <a:pt x="13486" y="2153"/>
                  </a:lnTo>
                  <a:lnTo>
                    <a:pt x="13696" y="2107"/>
                  </a:lnTo>
                  <a:lnTo>
                    <a:pt x="14087" y="2020"/>
                  </a:lnTo>
                  <a:lnTo>
                    <a:pt x="14417" y="1923"/>
                  </a:lnTo>
                  <a:lnTo>
                    <a:pt x="14657" y="1826"/>
                  </a:lnTo>
                  <a:lnTo>
                    <a:pt x="14898" y="1729"/>
                  </a:lnTo>
                  <a:lnTo>
                    <a:pt x="15048" y="1627"/>
                  </a:lnTo>
                  <a:lnTo>
                    <a:pt x="15168" y="1530"/>
                  </a:lnTo>
                  <a:lnTo>
                    <a:pt x="15258" y="1434"/>
                  </a:lnTo>
                  <a:lnTo>
                    <a:pt x="15288" y="1337"/>
                  </a:lnTo>
                  <a:lnTo>
                    <a:pt x="15318" y="1250"/>
                  </a:lnTo>
                  <a:lnTo>
                    <a:pt x="15318" y="1168"/>
                  </a:lnTo>
                  <a:lnTo>
                    <a:pt x="15258" y="1092"/>
                  </a:lnTo>
                  <a:lnTo>
                    <a:pt x="15198" y="1005"/>
                  </a:lnTo>
                  <a:lnTo>
                    <a:pt x="15108" y="913"/>
                  </a:lnTo>
                  <a:lnTo>
                    <a:pt x="15018" y="821"/>
                  </a:lnTo>
                  <a:lnTo>
                    <a:pt x="14868" y="730"/>
                  </a:lnTo>
                  <a:lnTo>
                    <a:pt x="14687" y="643"/>
                  </a:lnTo>
                  <a:lnTo>
                    <a:pt x="14447" y="551"/>
                  </a:lnTo>
                  <a:lnTo>
                    <a:pt x="14147" y="470"/>
                  </a:lnTo>
                  <a:lnTo>
                    <a:pt x="13816" y="388"/>
                  </a:lnTo>
                  <a:lnTo>
                    <a:pt x="13606" y="347"/>
                  </a:lnTo>
                  <a:lnTo>
                    <a:pt x="13396" y="311"/>
                  </a:lnTo>
                  <a:lnTo>
                    <a:pt x="13156" y="276"/>
                  </a:lnTo>
                  <a:lnTo>
                    <a:pt x="12915" y="240"/>
                  </a:lnTo>
                  <a:lnTo>
                    <a:pt x="12645" y="204"/>
                  </a:lnTo>
                  <a:lnTo>
                    <a:pt x="12345" y="174"/>
                  </a:lnTo>
                  <a:lnTo>
                    <a:pt x="12044" y="148"/>
                  </a:lnTo>
                  <a:lnTo>
                    <a:pt x="11684" y="123"/>
                  </a:lnTo>
                  <a:lnTo>
                    <a:pt x="11324" y="97"/>
                  </a:lnTo>
                  <a:lnTo>
                    <a:pt x="10933" y="72"/>
                  </a:lnTo>
                  <a:lnTo>
                    <a:pt x="10543" y="56"/>
                  </a:lnTo>
                  <a:lnTo>
                    <a:pt x="10092" y="36"/>
                  </a:lnTo>
                  <a:lnTo>
                    <a:pt x="9642" y="26"/>
                  </a:lnTo>
                  <a:lnTo>
                    <a:pt x="9161" y="16"/>
                  </a:lnTo>
                  <a:lnTo>
                    <a:pt x="8620" y="5"/>
                  </a:lnTo>
                  <a:lnTo>
                    <a:pt x="8080"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40"/>
            <p:cNvSpPr/>
            <p:nvPr/>
          </p:nvSpPr>
          <p:spPr>
            <a:xfrm flipH="1">
              <a:off x="1506913" y="4012625"/>
              <a:ext cx="64953" cy="61225"/>
            </a:xfrm>
            <a:custGeom>
              <a:avLst/>
              <a:gdLst/>
              <a:ahLst/>
              <a:cxnLst/>
              <a:rect l="l" t="t" r="r" b="b"/>
              <a:pathLst>
                <a:path w="15319" h="2449" fill="none" extrusionOk="0">
                  <a:moveTo>
                    <a:pt x="7719" y="0"/>
                  </a:moveTo>
                  <a:lnTo>
                    <a:pt x="7719" y="0"/>
                  </a:lnTo>
                  <a:lnTo>
                    <a:pt x="8080" y="0"/>
                  </a:lnTo>
                  <a:lnTo>
                    <a:pt x="8080" y="0"/>
                  </a:lnTo>
                  <a:lnTo>
                    <a:pt x="8620" y="5"/>
                  </a:lnTo>
                  <a:lnTo>
                    <a:pt x="9161" y="16"/>
                  </a:lnTo>
                  <a:lnTo>
                    <a:pt x="9642" y="26"/>
                  </a:lnTo>
                  <a:lnTo>
                    <a:pt x="10092" y="36"/>
                  </a:lnTo>
                  <a:lnTo>
                    <a:pt x="10543" y="56"/>
                  </a:lnTo>
                  <a:lnTo>
                    <a:pt x="10933" y="72"/>
                  </a:lnTo>
                  <a:lnTo>
                    <a:pt x="11324" y="97"/>
                  </a:lnTo>
                  <a:lnTo>
                    <a:pt x="11684" y="123"/>
                  </a:lnTo>
                  <a:lnTo>
                    <a:pt x="12044" y="148"/>
                  </a:lnTo>
                  <a:lnTo>
                    <a:pt x="12345" y="174"/>
                  </a:lnTo>
                  <a:lnTo>
                    <a:pt x="12645" y="204"/>
                  </a:lnTo>
                  <a:lnTo>
                    <a:pt x="12915" y="240"/>
                  </a:lnTo>
                  <a:lnTo>
                    <a:pt x="13156" y="276"/>
                  </a:lnTo>
                  <a:lnTo>
                    <a:pt x="13396" y="311"/>
                  </a:lnTo>
                  <a:lnTo>
                    <a:pt x="13606" y="347"/>
                  </a:lnTo>
                  <a:lnTo>
                    <a:pt x="13816" y="388"/>
                  </a:lnTo>
                  <a:lnTo>
                    <a:pt x="14147" y="470"/>
                  </a:lnTo>
                  <a:lnTo>
                    <a:pt x="14447" y="551"/>
                  </a:lnTo>
                  <a:lnTo>
                    <a:pt x="14687" y="643"/>
                  </a:lnTo>
                  <a:lnTo>
                    <a:pt x="14868" y="730"/>
                  </a:lnTo>
                  <a:lnTo>
                    <a:pt x="15018" y="821"/>
                  </a:lnTo>
                  <a:lnTo>
                    <a:pt x="15108" y="913"/>
                  </a:lnTo>
                  <a:lnTo>
                    <a:pt x="15198" y="1005"/>
                  </a:lnTo>
                  <a:lnTo>
                    <a:pt x="15258" y="1092"/>
                  </a:lnTo>
                  <a:lnTo>
                    <a:pt x="15258" y="1092"/>
                  </a:lnTo>
                  <a:lnTo>
                    <a:pt x="15318" y="1168"/>
                  </a:lnTo>
                  <a:lnTo>
                    <a:pt x="15318" y="1250"/>
                  </a:lnTo>
                  <a:lnTo>
                    <a:pt x="15288" y="1337"/>
                  </a:lnTo>
                  <a:lnTo>
                    <a:pt x="15258" y="1434"/>
                  </a:lnTo>
                  <a:lnTo>
                    <a:pt x="15168" y="1530"/>
                  </a:lnTo>
                  <a:lnTo>
                    <a:pt x="15048" y="1627"/>
                  </a:lnTo>
                  <a:lnTo>
                    <a:pt x="14898" y="1729"/>
                  </a:lnTo>
                  <a:lnTo>
                    <a:pt x="14657" y="1826"/>
                  </a:lnTo>
                  <a:lnTo>
                    <a:pt x="14417" y="1923"/>
                  </a:lnTo>
                  <a:lnTo>
                    <a:pt x="14087" y="2020"/>
                  </a:lnTo>
                  <a:lnTo>
                    <a:pt x="13696" y="2107"/>
                  </a:lnTo>
                  <a:lnTo>
                    <a:pt x="13486" y="2153"/>
                  </a:lnTo>
                  <a:lnTo>
                    <a:pt x="13246" y="2194"/>
                  </a:lnTo>
                  <a:lnTo>
                    <a:pt x="13006" y="2234"/>
                  </a:lnTo>
                  <a:lnTo>
                    <a:pt x="12735" y="2270"/>
                  </a:lnTo>
                  <a:lnTo>
                    <a:pt x="12435" y="2306"/>
                  </a:lnTo>
                  <a:lnTo>
                    <a:pt x="12135" y="2341"/>
                  </a:lnTo>
                  <a:lnTo>
                    <a:pt x="11804" y="2372"/>
                  </a:lnTo>
                  <a:lnTo>
                    <a:pt x="11474" y="2398"/>
                  </a:lnTo>
                  <a:lnTo>
                    <a:pt x="11113" y="2423"/>
                  </a:lnTo>
                  <a:lnTo>
                    <a:pt x="10723" y="2449"/>
                  </a:lnTo>
                  <a:lnTo>
                    <a:pt x="10723" y="2449"/>
                  </a:lnTo>
                  <a:lnTo>
                    <a:pt x="9672" y="2347"/>
                  </a:lnTo>
                  <a:lnTo>
                    <a:pt x="8530" y="2255"/>
                  </a:lnTo>
                  <a:lnTo>
                    <a:pt x="7359" y="2168"/>
                  </a:lnTo>
                  <a:lnTo>
                    <a:pt x="6098" y="2092"/>
                  </a:lnTo>
                  <a:lnTo>
                    <a:pt x="4806" y="2020"/>
                  </a:lnTo>
                  <a:lnTo>
                    <a:pt x="3485" y="1954"/>
                  </a:lnTo>
                  <a:lnTo>
                    <a:pt x="2103" y="1903"/>
                  </a:lnTo>
                  <a:lnTo>
                    <a:pt x="691" y="1852"/>
                  </a:lnTo>
                  <a:lnTo>
                    <a:pt x="691" y="1852"/>
                  </a:lnTo>
                  <a:lnTo>
                    <a:pt x="481" y="1765"/>
                  </a:lnTo>
                  <a:lnTo>
                    <a:pt x="331" y="1678"/>
                  </a:lnTo>
                  <a:lnTo>
                    <a:pt x="211" y="1592"/>
                  </a:lnTo>
                  <a:lnTo>
                    <a:pt x="121" y="1510"/>
                  </a:lnTo>
                  <a:lnTo>
                    <a:pt x="61" y="1428"/>
                  </a:lnTo>
                  <a:lnTo>
                    <a:pt x="31" y="1347"/>
                  </a:lnTo>
                  <a:lnTo>
                    <a:pt x="1" y="1209"/>
                  </a:lnTo>
                  <a:lnTo>
                    <a:pt x="1" y="1209"/>
                  </a:lnTo>
                  <a:lnTo>
                    <a:pt x="31" y="1128"/>
                  </a:lnTo>
                  <a:lnTo>
                    <a:pt x="91" y="1036"/>
                  </a:lnTo>
                  <a:lnTo>
                    <a:pt x="241" y="939"/>
                  </a:lnTo>
                  <a:lnTo>
                    <a:pt x="421" y="842"/>
                  </a:lnTo>
                  <a:lnTo>
                    <a:pt x="661" y="740"/>
                  </a:lnTo>
                  <a:lnTo>
                    <a:pt x="932" y="638"/>
                  </a:lnTo>
                  <a:lnTo>
                    <a:pt x="1292" y="541"/>
                  </a:lnTo>
                  <a:lnTo>
                    <a:pt x="1713" y="444"/>
                  </a:lnTo>
                  <a:lnTo>
                    <a:pt x="1953" y="398"/>
                  </a:lnTo>
                  <a:lnTo>
                    <a:pt x="2223" y="352"/>
                  </a:lnTo>
                  <a:lnTo>
                    <a:pt x="2493" y="311"/>
                  </a:lnTo>
                  <a:lnTo>
                    <a:pt x="2764" y="271"/>
                  </a:lnTo>
                  <a:lnTo>
                    <a:pt x="3064" y="230"/>
                  </a:lnTo>
                  <a:lnTo>
                    <a:pt x="3394" y="194"/>
                  </a:lnTo>
                  <a:lnTo>
                    <a:pt x="3755" y="158"/>
                  </a:lnTo>
                  <a:lnTo>
                    <a:pt x="4115" y="128"/>
                  </a:lnTo>
                  <a:lnTo>
                    <a:pt x="4476" y="102"/>
                  </a:lnTo>
                  <a:lnTo>
                    <a:pt x="4896" y="77"/>
                  </a:lnTo>
                  <a:lnTo>
                    <a:pt x="5317" y="51"/>
                  </a:lnTo>
                  <a:lnTo>
                    <a:pt x="5737" y="36"/>
                  </a:lnTo>
                  <a:lnTo>
                    <a:pt x="6218" y="21"/>
                  </a:lnTo>
                  <a:lnTo>
                    <a:pt x="6698" y="10"/>
                  </a:lnTo>
                  <a:lnTo>
                    <a:pt x="7209" y="0"/>
                  </a:lnTo>
                  <a:lnTo>
                    <a:pt x="771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40"/>
            <p:cNvSpPr/>
            <p:nvPr/>
          </p:nvSpPr>
          <p:spPr>
            <a:xfrm flipH="1">
              <a:off x="1529839" y="4036850"/>
              <a:ext cx="16303" cy="14825"/>
            </a:xfrm>
            <a:custGeom>
              <a:avLst/>
              <a:gdLst/>
              <a:ahLst/>
              <a:cxnLst/>
              <a:rect l="l" t="t" r="r" b="b"/>
              <a:pathLst>
                <a:path w="3845" h="593" extrusionOk="0">
                  <a:moveTo>
                    <a:pt x="661" y="0"/>
                  </a:moveTo>
                  <a:lnTo>
                    <a:pt x="121" y="51"/>
                  </a:lnTo>
                  <a:lnTo>
                    <a:pt x="31" y="67"/>
                  </a:lnTo>
                  <a:lnTo>
                    <a:pt x="1" y="87"/>
                  </a:lnTo>
                  <a:lnTo>
                    <a:pt x="31" y="108"/>
                  </a:lnTo>
                  <a:lnTo>
                    <a:pt x="91" y="123"/>
                  </a:lnTo>
                  <a:lnTo>
                    <a:pt x="241" y="148"/>
                  </a:lnTo>
                  <a:lnTo>
                    <a:pt x="361" y="189"/>
                  </a:lnTo>
                  <a:lnTo>
                    <a:pt x="481" y="235"/>
                  </a:lnTo>
                  <a:lnTo>
                    <a:pt x="511" y="266"/>
                  </a:lnTo>
                  <a:lnTo>
                    <a:pt x="541" y="291"/>
                  </a:lnTo>
                  <a:lnTo>
                    <a:pt x="511" y="327"/>
                  </a:lnTo>
                  <a:lnTo>
                    <a:pt x="451" y="368"/>
                  </a:lnTo>
                  <a:lnTo>
                    <a:pt x="361" y="403"/>
                  </a:lnTo>
                  <a:lnTo>
                    <a:pt x="241" y="449"/>
                  </a:lnTo>
                  <a:lnTo>
                    <a:pt x="211" y="465"/>
                  </a:lnTo>
                  <a:lnTo>
                    <a:pt x="181" y="475"/>
                  </a:lnTo>
                  <a:lnTo>
                    <a:pt x="211" y="495"/>
                  </a:lnTo>
                  <a:lnTo>
                    <a:pt x="241" y="505"/>
                  </a:lnTo>
                  <a:lnTo>
                    <a:pt x="331" y="521"/>
                  </a:lnTo>
                  <a:lnTo>
                    <a:pt x="421" y="526"/>
                  </a:lnTo>
                  <a:lnTo>
                    <a:pt x="1442" y="592"/>
                  </a:lnTo>
                  <a:lnTo>
                    <a:pt x="1652" y="531"/>
                  </a:lnTo>
                  <a:lnTo>
                    <a:pt x="1773" y="475"/>
                  </a:lnTo>
                  <a:lnTo>
                    <a:pt x="1863" y="419"/>
                  </a:lnTo>
                  <a:lnTo>
                    <a:pt x="1893" y="357"/>
                  </a:lnTo>
                  <a:lnTo>
                    <a:pt x="1863" y="312"/>
                  </a:lnTo>
                  <a:lnTo>
                    <a:pt x="1803" y="261"/>
                  </a:lnTo>
                  <a:lnTo>
                    <a:pt x="1713" y="215"/>
                  </a:lnTo>
                  <a:lnTo>
                    <a:pt x="1562" y="169"/>
                  </a:lnTo>
                  <a:lnTo>
                    <a:pt x="1412" y="123"/>
                  </a:lnTo>
                  <a:lnTo>
                    <a:pt x="1202" y="82"/>
                  </a:lnTo>
                  <a:lnTo>
                    <a:pt x="962" y="36"/>
                  </a:lnTo>
                  <a:lnTo>
                    <a:pt x="661" y="0"/>
                  </a:lnTo>
                  <a:close/>
                  <a:moveTo>
                    <a:pt x="2644" y="0"/>
                  </a:moveTo>
                  <a:lnTo>
                    <a:pt x="2103" y="51"/>
                  </a:lnTo>
                  <a:lnTo>
                    <a:pt x="1983" y="67"/>
                  </a:lnTo>
                  <a:lnTo>
                    <a:pt x="1953" y="87"/>
                  </a:lnTo>
                  <a:lnTo>
                    <a:pt x="1983" y="108"/>
                  </a:lnTo>
                  <a:lnTo>
                    <a:pt x="2073" y="123"/>
                  </a:lnTo>
                  <a:lnTo>
                    <a:pt x="2193" y="148"/>
                  </a:lnTo>
                  <a:lnTo>
                    <a:pt x="2343" y="189"/>
                  </a:lnTo>
                  <a:lnTo>
                    <a:pt x="2433" y="235"/>
                  </a:lnTo>
                  <a:lnTo>
                    <a:pt x="2493" y="266"/>
                  </a:lnTo>
                  <a:lnTo>
                    <a:pt x="2493" y="291"/>
                  </a:lnTo>
                  <a:lnTo>
                    <a:pt x="2463" y="327"/>
                  </a:lnTo>
                  <a:lnTo>
                    <a:pt x="2433" y="368"/>
                  </a:lnTo>
                  <a:lnTo>
                    <a:pt x="2343" y="403"/>
                  </a:lnTo>
                  <a:lnTo>
                    <a:pt x="2193" y="449"/>
                  </a:lnTo>
                  <a:lnTo>
                    <a:pt x="2163" y="465"/>
                  </a:lnTo>
                  <a:lnTo>
                    <a:pt x="2133" y="475"/>
                  </a:lnTo>
                  <a:lnTo>
                    <a:pt x="2163" y="495"/>
                  </a:lnTo>
                  <a:lnTo>
                    <a:pt x="2223" y="505"/>
                  </a:lnTo>
                  <a:lnTo>
                    <a:pt x="2283" y="521"/>
                  </a:lnTo>
                  <a:lnTo>
                    <a:pt x="2403" y="526"/>
                  </a:lnTo>
                  <a:lnTo>
                    <a:pt x="3394" y="592"/>
                  </a:lnTo>
                  <a:lnTo>
                    <a:pt x="3605" y="531"/>
                  </a:lnTo>
                  <a:lnTo>
                    <a:pt x="3725" y="475"/>
                  </a:lnTo>
                  <a:lnTo>
                    <a:pt x="3815" y="419"/>
                  </a:lnTo>
                  <a:lnTo>
                    <a:pt x="3845" y="357"/>
                  </a:lnTo>
                  <a:lnTo>
                    <a:pt x="3815" y="312"/>
                  </a:lnTo>
                  <a:lnTo>
                    <a:pt x="3755" y="261"/>
                  </a:lnTo>
                  <a:lnTo>
                    <a:pt x="3665" y="215"/>
                  </a:lnTo>
                  <a:lnTo>
                    <a:pt x="3545" y="169"/>
                  </a:lnTo>
                  <a:lnTo>
                    <a:pt x="3364" y="123"/>
                  </a:lnTo>
                  <a:lnTo>
                    <a:pt x="3154" y="82"/>
                  </a:lnTo>
                  <a:lnTo>
                    <a:pt x="2914" y="36"/>
                  </a:lnTo>
                  <a:lnTo>
                    <a:pt x="26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40"/>
            <p:cNvSpPr/>
            <p:nvPr/>
          </p:nvSpPr>
          <p:spPr>
            <a:xfrm flipH="1">
              <a:off x="1487049" y="4056600"/>
              <a:ext cx="409168" cy="206625"/>
            </a:xfrm>
            <a:custGeom>
              <a:avLst/>
              <a:gdLst/>
              <a:ahLst/>
              <a:cxnLst/>
              <a:rect l="l" t="t" r="r" b="b"/>
              <a:pathLst>
                <a:path w="96502" h="8265" extrusionOk="0">
                  <a:moveTo>
                    <a:pt x="23007" y="1"/>
                  </a:moveTo>
                  <a:lnTo>
                    <a:pt x="21625" y="6"/>
                  </a:lnTo>
                  <a:lnTo>
                    <a:pt x="20244" y="21"/>
                  </a:lnTo>
                  <a:lnTo>
                    <a:pt x="18862" y="52"/>
                  </a:lnTo>
                  <a:lnTo>
                    <a:pt x="18201" y="72"/>
                  </a:lnTo>
                  <a:lnTo>
                    <a:pt x="17510" y="93"/>
                  </a:lnTo>
                  <a:lnTo>
                    <a:pt x="16850" y="113"/>
                  </a:lnTo>
                  <a:lnTo>
                    <a:pt x="16189" y="144"/>
                  </a:lnTo>
                  <a:lnTo>
                    <a:pt x="15558" y="174"/>
                  </a:lnTo>
                  <a:lnTo>
                    <a:pt x="14897" y="205"/>
                  </a:lnTo>
                  <a:lnTo>
                    <a:pt x="14267" y="241"/>
                  </a:lnTo>
                  <a:lnTo>
                    <a:pt x="13666" y="282"/>
                  </a:lnTo>
                  <a:lnTo>
                    <a:pt x="13035" y="322"/>
                  </a:lnTo>
                  <a:lnTo>
                    <a:pt x="12435" y="368"/>
                  </a:lnTo>
                  <a:lnTo>
                    <a:pt x="11864" y="419"/>
                  </a:lnTo>
                  <a:lnTo>
                    <a:pt x="11293" y="470"/>
                  </a:lnTo>
                  <a:lnTo>
                    <a:pt x="10723" y="526"/>
                  </a:lnTo>
                  <a:lnTo>
                    <a:pt x="10182" y="582"/>
                  </a:lnTo>
                  <a:lnTo>
                    <a:pt x="9641" y="644"/>
                  </a:lnTo>
                  <a:lnTo>
                    <a:pt x="9101" y="710"/>
                  </a:lnTo>
                  <a:lnTo>
                    <a:pt x="8590" y="781"/>
                  </a:lnTo>
                  <a:lnTo>
                    <a:pt x="8110" y="853"/>
                  </a:lnTo>
                  <a:lnTo>
                    <a:pt x="7629" y="924"/>
                  </a:lnTo>
                  <a:lnTo>
                    <a:pt x="7178" y="1006"/>
                  </a:lnTo>
                  <a:lnTo>
                    <a:pt x="6728" y="1087"/>
                  </a:lnTo>
                  <a:lnTo>
                    <a:pt x="6307" y="1174"/>
                  </a:lnTo>
                  <a:lnTo>
                    <a:pt x="5917" y="1261"/>
                  </a:lnTo>
                  <a:lnTo>
                    <a:pt x="5527" y="1353"/>
                  </a:lnTo>
                  <a:lnTo>
                    <a:pt x="5166" y="1450"/>
                  </a:lnTo>
                  <a:lnTo>
                    <a:pt x="4836" y="1552"/>
                  </a:lnTo>
                  <a:lnTo>
                    <a:pt x="4115" y="1771"/>
                  </a:lnTo>
                  <a:lnTo>
                    <a:pt x="3484" y="1990"/>
                  </a:lnTo>
                  <a:lnTo>
                    <a:pt x="2914" y="2210"/>
                  </a:lnTo>
                  <a:lnTo>
                    <a:pt x="2373" y="2424"/>
                  </a:lnTo>
                  <a:lnTo>
                    <a:pt x="1892" y="2638"/>
                  </a:lnTo>
                  <a:lnTo>
                    <a:pt x="1472" y="2847"/>
                  </a:lnTo>
                  <a:lnTo>
                    <a:pt x="1111" y="3061"/>
                  </a:lnTo>
                  <a:lnTo>
                    <a:pt x="811" y="3265"/>
                  </a:lnTo>
                  <a:lnTo>
                    <a:pt x="541" y="3469"/>
                  </a:lnTo>
                  <a:lnTo>
                    <a:pt x="331" y="3673"/>
                  </a:lnTo>
                  <a:lnTo>
                    <a:pt x="180" y="3877"/>
                  </a:lnTo>
                  <a:lnTo>
                    <a:pt x="60" y="4071"/>
                  </a:lnTo>
                  <a:lnTo>
                    <a:pt x="0" y="4270"/>
                  </a:lnTo>
                  <a:lnTo>
                    <a:pt x="0" y="4459"/>
                  </a:lnTo>
                  <a:lnTo>
                    <a:pt x="30" y="4648"/>
                  </a:lnTo>
                  <a:lnTo>
                    <a:pt x="120" y="4836"/>
                  </a:lnTo>
                  <a:lnTo>
                    <a:pt x="240" y="5020"/>
                  </a:lnTo>
                  <a:lnTo>
                    <a:pt x="421" y="5199"/>
                  </a:lnTo>
                  <a:lnTo>
                    <a:pt x="661" y="5377"/>
                  </a:lnTo>
                  <a:lnTo>
                    <a:pt x="931" y="5551"/>
                  </a:lnTo>
                  <a:lnTo>
                    <a:pt x="1262" y="5719"/>
                  </a:lnTo>
                  <a:lnTo>
                    <a:pt x="1622" y="5887"/>
                  </a:lnTo>
                  <a:lnTo>
                    <a:pt x="2013" y="6050"/>
                  </a:lnTo>
                  <a:lnTo>
                    <a:pt x="2463" y="6208"/>
                  </a:lnTo>
                  <a:lnTo>
                    <a:pt x="2974" y="6362"/>
                  </a:lnTo>
                  <a:lnTo>
                    <a:pt x="3514" y="6515"/>
                  </a:lnTo>
                  <a:lnTo>
                    <a:pt x="4085" y="6662"/>
                  </a:lnTo>
                  <a:lnTo>
                    <a:pt x="4686" y="6805"/>
                  </a:lnTo>
                  <a:lnTo>
                    <a:pt x="5346" y="6943"/>
                  </a:lnTo>
                  <a:lnTo>
                    <a:pt x="6067" y="7081"/>
                  </a:lnTo>
                  <a:lnTo>
                    <a:pt x="6788" y="7208"/>
                  </a:lnTo>
                  <a:lnTo>
                    <a:pt x="7569" y="7336"/>
                  </a:lnTo>
                  <a:lnTo>
                    <a:pt x="7899" y="7382"/>
                  </a:lnTo>
                  <a:lnTo>
                    <a:pt x="8230" y="7428"/>
                  </a:lnTo>
                  <a:lnTo>
                    <a:pt x="8981" y="7519"/>
                  </a:lnTo>
                  <a:lnTo>
                    <a:pt x="9822" y="7606"/>
                  </a:lnTo>
                  <a:lnTo>
                    <a:pt x="10723" y="7688"/>
                  </a:lnTo>
                  <a:lnTo>
                    <a:pt x="11353" y="7657"/>
                  </a:lnTo>
                  <a:lnTo>
                    <a:pt x="12044" y="7637"/>
                  </a:lnTo>
                  <a:lnTo>
                    <a:pt x="12765" y="7621"/>
                  </a:lnTo>
                  <a:lnTo>
                    <a:pt x="13576" y="7616"/>
                  </a:lnTo>
                  <a:lnTo>
                    <a:pt x="13846" y="7621"/>
                  </a:lnTo>
                  <a:lnTo>
                    <a:pt x="14537" y="7626"/>
                  </a:lnTo>
                  <a:lnTo>
                    <a:pt x="15168" y="7637"/>
                  </a:lnTo>
                  <a:lnTo>
                    <a:pt x="15768" y="7652"/>
                  </a:lnTo>
                  <a:lnTo>
                    <a:pt x="16339" y="7672"/>
                  </a:lnTo>
                  <a:lnTo>
                    <a:pt x="16850" y="7698"/>
                  </a:lnTo>
                  <a:lnTo>
                    <a:pt x="17360" y="7723"/>
                  </a:lnTo>
                  <a:lnTo>
                    <a:pt x="17811" y="7759"/>
                  </a:lnTo>
                  <a:lnTo>
                    <a:pt x="18231" y="7795"/>
                  </a:lnTo>
                  <a:lnTo>
                    <a:pt x="18622" y="7836"/>
                  </a:lnTo>
                  <a:lnTo>
                    <a:pt x="18952" y="7876"/>
                  </a:lnTo>
                  <a:lnTo>
                    <a:pt x="19282" y="7922"/>
                  </a:lnTo>
                  <a:lnTo>
                    <a:pt x="19583" y="7973"/>
                  </a:lnTo>
                  <a:lnTo>
                    <a:pt x="19853" y="8024"/>
                  </a:lnTo>
                  <a:lnTo>
                    <a:pt x="20093" y="8075"/>
                  </a:lnTo>
                  <a:lnTo>
                    <a:pt x="20304" y="8126"/>
                  </a:lnTo>
                  <a:lnTo>
                    <a:pt x="20514" y="8182"/>
                  </a:lnTo>
                  <a:lnTo>
                    <a:pt x="22076" y="8218"/>
                  </a:lnTo>
                  <a:lnTo>
                    <a:pt x="23668" y="8244"/>
                  </a:lnTo>
                  <a:lnTo>
                    <a:pt x="25289" y="8259"/>
                  </a:lnTo>
                  <a:lnTo>
                    <a:pt x="26881" y="8264"/>
                  </a:lnTo>
                  <a:lnTo>
                    <a:pt x="71813" y="8264"/>
                  </a:lnTo>
                  <a:lnTo>
                    <a:pt x="73165" y="8249"/>
                  </a:lnTo>
                  <a:lnTo>
                    <a:pt x="74486" y="8233"/>
                  </a:lnTo>
                  <a:lnTo>
                    <a:pt x="75808" y="8203"/>
                  </a:lnTo>
                  <a:lnTo>
                    <a:pt x="77129" y="8167"/>
                  </a:lnTo>
                  <a:lnTo>
                    <a:pt x="78421" y="8126"/>
                  </a:lnTo>
                  <a:lnTo>
                    <a:pt x="79682" y="8070"/>
                  </a:lnTo>
                  <a:lnTo>
                    <a:pt x="80914" y="8009"/>
                  </a:lnTo>
                  <a:lnTo>
                    <a:pt x="82115" y="7938"/>
                  </a:lnTo>
                  <a:lnTo>
                    <a:pt x="83256" y="7861"/>
                  </a:lnTo>
                  <a:lnTo>
                    <a:pt x="83827" y="7815"/>
                  </a:lnTo>
                  <a:lnTo>
                    <a:pt x="84368" y="7769"/>
                  </a:lnTo>
                  <a:lnTo>
                    <a:pt x="84908" y="7718"/>
                  </a:lnTo>
                  <a:lnTo>
                    <a:pt x="85419" y="7667"/>
                  </a:lnTo>
                  <a:lnTo>
                    <a:pt x="85929" y="7616"/>
                  </a:lnTo>
                  <a:lnTo>
                    <a:pt x="86410" y="7555"/>
                  </a:lnTo>
                  <a:lnTo>
                    <a:pt x="86891" y="7499"/>
                  </a:lnTo>
                  <a:lnTo>
                    <a:pt x="87341" y="7438"/>
                  </a:lnTo>
                  <a:lnTo>
                    <a:pt x="87792" y="7371"/>
                  </a:lnTo>
                  <a:lnTo>
                    <a:pt x="88212" y="7305"/>
                  </a:lnTo>
                  <a:lnTo>
                    <a:pt x="88633" y="7234"/>
                  </a:lnTo>
                  <a:lnTo>
                    <a:pt x="88993" y="7162"/>
                  </a:lnTo>
                  <a:lnTo>
                    <a:pt x="89744" y="7009"/>
                  </a:lnTo>
                  <a:lnTo>
                    <a:pt x="90435" y="6856"/>
                  </a:lnTo>
                  <a:lnTo>
                    <a:pt x="91095" y="6693"/>
                  </a:lnTo>
                  <a:lnTo>
                    <a:pt x="91726" y="6525"/>
                  </a:lnTo>
                  <a:lnTo>
                    <a:pt x="92327" y="6351"/>
                  </a:lnTo>
                  <a:lnTo>
                    <a:pt x="92897" y="6173"/>
                  </a:lnTo>
                  <a:lnTo>
                    <a:pt x="93438" y="5989"/>
                  </a:lnTo>
                  <a:lnTo>
                    <a:pt x="93919" y="5806"/>
                  </a:lnTo>
                  <a:lnTo>
                    <a:pt x="94369" y="5617"/>
                  </a:lnTo>
                  <a:lnTo>
                    <a:pt x="94790" y="5423"/>
                  </a:lnTo>
                  <a:lnTo>
                    <a:pt x="95150" y="5224"/>
                  </a:lnTo>
                  <a:lnTo>
                    <a:pt x="95510" y="5025"/>
                  </a:lnTo>
                  <a:lnTo>
                    <a:pt x="95781" y="4826"/>
                  </a:lnTo>
                  <a:lnTo>
                    <a:pt x="96021" y="4622"/>
                  </a:lnTo>
                  <a:lnTo>
                    <a:pt x="96201" y="4418"/>
                  </a:lnTo>
                  <a:lnTo>
                    <a:pt x="96351" y="4214"/>
                  </a:lnTo>
                  <a:lnTo>
                    <a:pt x="96442" y="4010"/>
                  </a:lnTo>
                  <a:lnTo>
                    <a:pt x="96502" y="3806"/>
                  </a:lnTo>
                  <a:lnTo>
                    <a:pt x="96472" y="3602"/>
                  </a:lnTo>
                  <a:lnTo>
                    <a:pt x="96412" y="3398"/>
                  </a:lnTo>
                  <a:lnTo>
                    <a:pt x="96291" y="3194"/>
                  </a:lnTo>
                  <a:lnTo>
                    <a:pt x="96111" y="2995"/>
                  </a:lnTo>
                  <a:lnTo>
                    <a:pt x="95871" y="2796"/>
                  </a:lnTo>
                  <a:lnTo>
                    <a:pt x="95571" y="2597"/>
                  </a:lnTo>
                  <a:lnTo>
                    <a:pt x="95210" y="2403"/>
                  </a:lnTo>
                  <a:lnTo>
                    <a:pt x="94790" y="2215"/>
                  </a:lnTo>
                  <a:lnTo>
                    <a:pt x="94279" y="2026"/>
                  </a:lnTo>
                  <a:lnTo>
                    <a:pt x="93738" y="1842"/>
                  </a:lnTo>
                  <a:lnTo>
                    <a:pt x="93438" y="1756"/>
                  </a:lnTo>
                  <a:lnTo>
                    <a:pt x="93108" y="1664"/>
                  </a:lnTo>
                  <a:lnTo>
                    <a:pt x="92777" y="1577"/>
                  </a:lnTo>
                  <a:lnTo>
                    <a:pt x="92417" y="1490"/>
                  </a:lnTo>
                  <a:lnTo>
                    <a:pt x="92026" y="1409"/>
                  </a:lnTo>
                  <a:lnTo>
                    <a:pt x="91636" y="1322"/>
                  </a:lnTo>
                  <a:lnTo>
                    <a:pt x="91246" y="1240"/>
                  </a:lnTo>
                  <a:lnTo>
                    <a:pt x="90795" y="1159"/>
                  </a:lnTo>
                  <a:lnTo>
                    <a:pt x="90435" y="1098"/>
                  </a:lnTo>
                  <a:lnTo>
                    <a:pt x="90044" y="1036"/>
                  </a:lnTo>
                  <a:lnTo>
                    <a:pt x="89654" y="975"/>
                  </a:lnTo>
                  <a:lnTo>
                    <a:pt x="89203" y="914"/>
                  </a:lnTo>
                  <a:lnTo>
                    <a:pt x="88753" y="858"/>
                  </a:lnTo>
                  <a:lnTo>
                    <a:pt x="88272" y="797"/>
                  </a:lnTo>
                  <a:lnTo>
                    <a:pt x="87762" y="741"/>
                  </a:lnTo>
                  <a:lnTo>
                    <a:pt x="87221" y="690"/>
                  </a:lnTo>
                  <a:lnTo>
                    <a:pt x="86590" y="715"/>
                  </a:lnTo>
                  <a:lnTo>
                    <a:pt x="85929" y="741"/>
                  </a:lnTo>
                  <a:lnTo>
                    <a:pt x="85179" y="751"/>
                  </a:lnTo>
                  <a:lnTo>
                    <a:pt x="84398" y="756"/>
                  </a:lnTo>
                  <a:lnTo>
                    <a:pt x="84127" y="756"/>
                  </a:lnTo>
                  <a:lnTo>
                    <a:pt x="83376" y="751"/>
                  </a:lnTo>
                  <a:lnTo>
                    <a:pt x="82686" y="735"/>
                  </a:lnTo>
                  <a:lnTo>
                    <a:pt x="82025" y="715"/>
                  </a:lnTo>
                  <a:lnTo>
                    <a:pt x="81424" y="695"/>
                  </a:lnTo>
                  <a:lnTo>
                    <a:pt x="80854" y="664"/>
                  </a:lnTo>
                  <a:lnTo>
                    <a:pt x="80343" y="628"/>
                  </a:lnTo>
                  <a:lnTo>
                    <a:pt x="79862" y="588"/>
                  </a:lnTo>
                  <a:lnTo>
                    <a:pt x="79412" y="547"/>
                  </a:lnTo>
                  <a:lnTo>
                    <a:pt x="79021" y="496"/>
                  </a:lnTo>
                  <a:lnTo>
                    <a:pt x="78661" y="445"/>
                  </a:lnTo>
                  <a:lnTo>
                    <a:pt x="78361" y="394"/>
                  </a:lnTo>
                  <a:lnTo>
                    <a:pt x="78060" y="338"/>
                  </a:lnTo>
                  <a:lnTo>
                    <a:pt x="77790" y="276"/>
                  </a:lnTo>
                  <a:lnTo>
                    <a:pt x="77580" y="220"/>
                  </a:lnTo>
                  <a:lnTo>
                    <a:pt x="77370" y="159"/>
                  </a:lnTo>
                  <a:lnTo>
                    <a:pt x="77189" y="93"/>
                  </a:lnTo>
                  <a:lnTo>
                    <a:pt x="75718" y="57"/>
                  </a:lnTo>
                  <a:lnTo>
                    <a:pt x="74216" y="27"/>
                  </a:lnTo>
                  <a:lnTo>
                    <a:pt x="72684" y="11"/>
                  </a:lnTo>
                  <a:lnTo>
                    <a:pt x="71152" y="6"/>
                  </a:lnTo>
                  <a:lnTo>
                    <a:pt x="69621" y="11"/>
                  </a:lnTo>
                  <a:lnTo>
                    <a:pt x="68870" y="16"/>
                  </a:lnTo>
                  <a:lnTo>
                    <a:pt x="68119" y="32"/>
                  </a:lnTo>
                  <a:lnTo>
                    <a:pt x="26190" y="32"/>
                  </a:lnTo>
                  <a:lnTo>
                    <a:pt x="25380" y="16"/>
                  </a:lnTo>
                  <a:lnTo>
                    <a:pt x="24599" y="11"/>
                  </a:lnTo>
                  <a:lnTo>
                    <a:pt x="23788" y="1"/>
                  </a:lnTo>
                  <a:close/>
                </a:path>
              </a:pathLst>
            </a:custGeom>
            <a:solidFill>
              <a:srgbClr val="FF8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40"/>
            <p:cNvSpPr/>
            <p:nvPr/>
          </p:nvSpPr>
          <p:spPr>
            <a:xfrm flipH="1">
              <a:off x="1487049" y="4056600"/>
              <a:ext cx="409168" cy="206625"/>
            </a:xfrm>
            <a:custGeom>
              <a:avLst/>
              <a:gdLst/>
              <a:ahLst/>
              <a:cxnLst/>
              <a:rect l="l" t="t" r="r" b="b"/>
              <a:pathLst>
                <a:path w="96502" h="8265" fill="none" extrusionOk="0">
                  <a:moveTo>
                    <a:pt x="23007" y="1"/>
                  </a:moveTo>
                  <a:lnTo>
                    <a:pt x="23007" y="1"/>
                  </a:lnTo>
                  <a:lnTo>
                    <a:pt x="23788" y="1"/>
                  </a:lnTo>
                  <a:lnTo>
                    <a:pt x="24599" y="11"/>
                  </a:lnTo>
                  <a:lnTo>
                    <a:pt x="25380" y="16"/>
                  </a:lnTo>
                  <a:lnTo>
                    <a:pt x="26190" y="32"/>
                  </a:lnTo>
                  <a:lnTo>
                    <a:pt x="68119" y="32"/>
                  </a:lnTo>
                  <a:lnTo>
                    <a:pt x="68119" y="32"/>
                  </a:lnTo>
                  <a:lnTo>
                    <a:pt x="68870" y="16"/>
                  </a:lnTo>
                  <a:lnTo>
                    <a:pt x="69621" y="11"/>
                  </a:lnTo>
                  <a:lnTo>
                    <a:pt x="71152" y="6"/>
                  </a:lnTo>
                  <a:lnTo>
                    <a:pt x="71152" y="6"/>
                  </a:lnTo>
                  <a:lnTo>
                    <a:pt x="72684" y="11"/>
                  </a:lnTo>
                  <a:lnTo>
                    <a:pt x="74216" y="27"/>
                  </a:lnTo>
                  <a:lnTo>
                    <a:pt x="75718" y="57"/>
                  </a:lnTo>
                  <a:lnTo>
                    <a:pt x="77189" y="93"/>
                  </a:lnTo>
                  <a:lnTo>
                    <a:pt x="77189" y="93"/>
                  </a:lnTo>
                  <a:lnTo>
                    <a:pt x="77370" y="159"/>
                  </a:lnTo>
                  <a:lnTo>
                    <a:pt x="77580" y="220"/>
                  </a:lnTo>
                  <a:lnTo>
                    <a:pt x="77790" y="276"/>
                  </a:lnTo>
                  <a:lnTo>
                    <a:pt x="78060" y="338"/>
                  </a:lnTo>
                  <a:lnTo>
                    <a:pt x="78361" y="394"/>
                  </a:lnTo>
                  <a:lnTo>
                    <a:pt x="78661" y="445"/>
                  </a:lnTo>
                  <a:lnTo>
                    <a:pt x="79021" y="496"/>
                  </a:lnTo>
                  <a:lnTo>
                    <a:pt x="79412" y="547"/>
                  </a:lnTo>
                  <a:lnTo>
                    <a:pt x="79862" y="588"/>
                  </a:lnTo>
                  <a:lnTo>
                    <a:pt x="80343" y="628"/>
                  </a:lnTo>
                  <a:lnTo>
                    <a:pt x="80854" y="664"/>
                  </a:lnTo>
                  <a:lnTo>
                    <a:pt x="81424" y="695"/>
                  </a:lnTo>
                  <a:lnTo>
                    <a:pt x="82025" y="715"/>
                  </a:lnTo>
                  <a:lnTo>
                    <a:pt x="82686" y="735"/>
                  </a:lnTo>
                  <a:lnTo>
                    <a:pt x="83376" y="751"/>
                  </a:lnTo>
                  <a:lnTo>
                    <a:pt x="84127" y="756"/>
                  </a:lnTo>
                  <a:lnTo>
                    <a:pt x="84127" y="756"/>
                  </a:lnTo>
                  <a:lnTo>
                    <a:pt x="84398" y="756"/>
                  </a:lnTo>
                  <a:lnTo>
                    <a:pt x="84398" y="756"/>
                  </a:lnTo>
                  <a:lnTo>
                    <a:pt x="85179" y="751"/>
                  </a:lnTo>
                  <a:lnTo>
                    <a:pt x="85929" y="741"/>
                  </a:lnTo>
                  <a:lnTo>
                    <a:pt x="86590" y="715"/>
                  </a:lnTo>
                  <a:lnTo>
                    <a:pt x="87221" y="690"/>
                  </a:lnTo>
                  <a:lnTo>
                    <a:pt x="87221" y="690"/>
                  </a:lnTo>
                  <a:lnTo>
                    <a:pt x="87762" y="741"/>
                  </a:lnTo>
                  <a:lnTo>
                    <a:pt x="88272" y="797"/>
                  </a:lnTo>
                  <a:lnTo>
                    <a:pt x="88753" y="858"/>
                  </a:lnTo>
                  <a:lnTo>
                    <a:pt x="89203" y="914"/>
                  </a:lnTo>
                  <a:lnTo>
                    <a:pt x="89654" y="975"/>
                  </a:lnTo>
                  <a:lnTo>
                    <a:pt x="90044" y="1036"/>
                  </a:lnTo>
                  <a:lnTo>
                    <a:pt x="90435" y="1098"/>
                  </a:lnTo>
                  <a:lnTo>
                    <a:pt x="90795" y="1159"/>
                  </a:lnTo>
                  <a:lnTo>
                    <a:pt x="90795" y="1159"/>
                  </a:lnTo>
                  <a:lnTo>
                    <a:pt x="91246" y="1240"/>
                  </a:lnTo>
                  <a:lnTo>
                    <a:pt x="91636" y="1322"/>
                  </a:lnTo>
                  <a:lnTo>
                    <a:pt x="92026" y="1409"/>
                  </a:lnTo>
                  <a:lnTo>
                    <a:pt x="92417" y="1490"/>
                  </a:lnTo>
                  <a:lnTo>
                    <a:pt x="92777" y="1577"/>
                  </a:lnTo>
                  <a:lnTo>
                    <a:pt x="93108" y="1664"/>
                  </a:lnTo>
                  <a:lnTo>
                    <a:pt x="93438" y="1756"/>
                  </a:lnTo>
                  <a:lnTo>
                    <a:pt x="93738" y="1842"/>
                  </a:lnTo>
                  <a:lnTo>
                    <a:pt x="94279" y="2026"/>
                  </a:lnTo>
                  <a:lnTo>
                    <a:pt x="94790" y="2215"/>
                  </a:lnTo>
                  <a:lnTo>
                    <a:pt x="95210" y="2403"/>
                  </a:lnTo>
                  <a:lnTo>
                    <a:pt x="95571" y="2597"/>
                  </a:lnTo>
                  <a:lnTo>
                    <a:pt x="95871" y="2796"/>
                  </a:lnTo>
                  <a:lnTo>
                    <a:pt x="96111" y="2995"/>
                  </a:lnTo>
                  <a:lnTo>
                    <a:pt x="96291" y="3194"/>
                  </a:lnTo>
                  <a:lnTo>
                    <a:pt x="96412" y="3398"/>
                  </a:lnTo>
                  <a:lnTo>
                    <a:pt x="96472" y="3602"/>
                  </a:lnTo>
                  <a:lnTo>
                    <a:pt x="96502" y="3806"/>
                  </a:lnTo>
                  <a:lnTo>
                    <a:pt x="96442" y="4010"/>
                  </a:lnTo>
                  <a:lnTo>
                    <a:pt x="96351" y="4214"/>
                  </a:lnTo>
                  <a:lnTo>
                    <a:pt x="96201" y="4418"/>
                  </a:lnTo>
                  <a:lnTo>
                    <a:pt x="96021" y="4622"/>
                  </a:lnTo>
                  <a:lnTo>
                    <a:pt x="95781" y="4826"/>
                  </a:lnTo>
                  <a:lnTo>
                    <a:pt x="95510" y="5025"/>
                  </a:lnTo>
                  <a:lnTo>
                    <a:pt x="95150" y="5224"/>
                  </a:lnTo>
                  <a:lnTo>
                    <a:pt x="94790" y="5423"/>
                  </a:lnTo>
                  <a:lnTo>
                    <a:pt x="94369" y="5617"/>
                  </a:lnTo>
                  <a:lnTo>
                    <a:pt x="93919" y="5806"/>
                  </a:lnTo>
                  <a:lnTo>
                    <a:pt x="93438" y="5989"/>
                  </a:lnTo>
                  <a:lnTo>
                    <a:pt x="92897" y="6173"/>
                  </a:lnTo>
                  <a:lnTo>
                    <a:pt x="92327" y="6351"/>
                  </a:lnTo>
                  <a:lnTo>
                    <a:pt x="91726" y="6525"/>
                  </a:lnTo>
                  <a:lnTo>
                    <a:pt x="91095" y="6693"/>
                  </a:lnTo>
                  <a:lnTo>
                    <a:pt x="90435" y="6856"/>
                  </a:lnTo>
                  <a:lnTo>
                    <a:pt x="89744" y="7009"/>
                  </a:lnTo>
                  <a:lnTo>
                    <a:pt x="88993" y="7162"/>
                  </a:lnTo>
                  <a:lnTo>
                    <a:pt x="88993" y="7162"/>
                  </a:lnTo>
                  <a:lnTo>
                    <a:pt x="88633" y="7234"/>
                  </a:lnTo>
                  <a:lnTo>
                    <a:pt x="88212" y="7305"/>
                  </a:lnTo>
                  <a:lnTo>
                    <a:pt x="87792" y="7371"/>
                  </a:lnTo>
                  <a:lnTo>
                    <a:pt x="87341" y="7438"/>
                  </a:lnTo>
                  <a:lnTo>
                    <a:pt x="86891" y="7499"/>
                  </a:lnTo>
                  <a:lnTo>
                    <a:pt x="86410" y="7555"/>
                  </a:lnTo>
                  <a:lnTo>
                    <a:pt x="85929" y="7616"/>
                  </a:lnTo>
                  <a:lnTo>
                    <a:pt x="85419" y="7667"/>
                  </a:lnTo>
                  <a:lnTo>
                    <a:pt x="84908" y="7718"/>
                  </a:lnTo>
                  <a:lnTo>
                    <a:pt x="84368" y="7769"/>
                  </a:lnTo>
                  <a:lnTo>
                    <a:pt x="83827" y="7815"/>
                  </a:lnTo>
                  <a:lnTo>
                    <a:pt x="83256" y="7861"/>
                  </a:lnTo>
                  <a:lnTo>
                    <a:pt x="82115" y="7938"/>
                  </a:lnTo>
                  <a:lnTo>
                    <a:pt x="80914" y="8009"/>
                  </a:lnTo>
                  <a:lnTo>
                    <a:pt x="79682" y="8070"/>
                  </a:lnTo>
                  <a:lnTo>
                    <a:pt x="78421" y="8126"/>
                  </a:lnTo>
                  <a:lnTo>
                    <a:pt x="77129" y="8167"/>
                  </a:lnTo>
                  <a:lnTo>
                    <a:pt x="75808" y="8203"/>
                  </a:lnTo>
                  <a:lnTo>
                    <a:pt x="74486" y="8233"/>
                  </a:lnTo>
                  <a:lnTo>
                    <a:pt x="73165" y="8249"/>
                  </a:lnTo>
                  <a:lnTo>
                    <a:pt x="71813" y="8264"/>
                  </a:lnTo>
                  <a:lnTo>
                    <a:pt x="70462" y="8264"/>
                  </a:lnTo>
                  <a:lnTo>
                    <a:pt x="26881" y="8264"/>
                  </a:lnTo>
                  <a:lnTo>
                    <a:pt x="26881" y="8264"/>
                  </a:lnTo>
                  <a:lnTo>
                    <a:pt x="25289" y="8259"/>
                  </a:lnTo>
                  <a:lnTo>
                    <a:pt x="23668" y="8244"/>
                  </a:lnTo>
                  <a:lnTo>
                    <a:pt x="22076" y="8218"/>
                  </a:lnTo>
                  <a:lnTo>
                    <a:pt x="20514" y="8182"/>
                  </a:lnTo>
                  <a:lnTo>
                    <a:pt x="20514" y="8182"/>
                  </a:lnTo>
                  <a:lnTo>
                    <a:pt x="20304" y="8126"/>
                  </a:lnTo>
                  <a:lnTo>
                    <a:pt x="20093" y="8075"/>
                  </a:lnTo>
                  <a:lnTo>
                    <a:pt x="19853" y="8024"/>
                  </a:lnTo>
                  <a:lnTo>
                    <a:pt x="19583" y="7973"/>
                  </a:lnTo>
                  <a:lnTo>
                    <a:pt x="19282" y="7922"/>
                  </a:lnTo>
                  <a:lnTo>
                    <a:pt x="18952" y="7876"/>
                  </a:lnTo>
                  <a:lnTo>
                    <a:pt x="18622" y="7836"/>
                  </a:lnTo>
                  <a:lnTo>
                    <a:pt x="18231" y="7795"/>
                  </a:lnTo>
                  <a:lnTo>
                    <a:pt x="17811" y="7759"/>
                  </a:lnTo>
                  <a:lnTo>
                    <a:pt x="17360" y="7723"/>
                  </a:lnTo>
                  <a:lnTo>
                    <a:pt x="16850" y="7698"/>
                  </a:lnTo>
                  <a:lnTo>
                    <a:pt x="16339" y="7672"/>
                  </a:lnTo>
                  <a:lnTo>
                    <a:pt x="15768" y="7652"/>
                  </a:lnTo>
                  <a:lnTo>
                    <a:pt x="15168" y="7637"/>
                  </a:lnTo>
                  <a:lnTo>
                    <a:pt x="14537" y="7626"/>
                  </a:lnTo>
                  <a:lnTo>
                    <a:pt x="13846" y="7621"/>
                  </a:lnTo>
                  <a:lnTo>
                    <a:pt x="13846" y="7621"/>
                  </a:lnTo>
                  <a:lnTo>
                    <a:pt x="13576" y="7616"/>
                  </a:lnTo>
                  <a:lnTo>
                    <a:pt x="13576" y="7616"/>
                  </a:lnTo>
                  <a:lnTo>
                    <a:pt x="12765" y="7621"/>
                  </a:lnTo>
                  <a:lnTo>
                    <a:pt x="12044" y="7637"/>
                  </a:lnTo>
                  <a:lnTo>
                    <a:pt x="11353" y="7657"/>
                  </a:lnTo>
                  <a:lnTo>
                    <a:pt x="10723" y="7688"/>
                  </a:lnTo>
                  <a:lnTo>
                    <a:pt x="10723" y="7688"/>
                  </a:lnTo>
                  <a:lnTo>
                    <a:pt x="9822" y="7606"/>
                  </a:lnTo>
                  <a:lnTo>
                    <a:pt x="8981" y="7519"/>
                  </a:lnTo>
                  <a:lnTo>
                    <a:pt x="8230" y="7428"/>
                  </a:lnTo>
                  <a:lnTo>
                    <a:pt x="7899" y="7382"/>
                  </a:lnTo>
                  <a:lnTo>
                    <a:pt x="7569" y="7336"/>
                  </a:lnTo>
                  <a:lnTo>
                    <a:pt x="7569" y="7336"/>
                  </a:lnTo>
                  <a:lnTo>
                    <a:pt x="6788" y="7208"/>
                  </a:lnTo>
                  <a:lnTo>
                    <a:pt x="6067" y="7081"/>
                  </a:lnTo>
                  <a:lnTo>
                    <a:pt x="5346" y="6943"/>
                  </a:lnTo>
                  <a:lnTo>
                    <a:pt x="4686" y="6805"/>
                  </a:lnTo>
                  <a:lnTo>
                    <a:pt x="4085" y="6662"/>
                  </a:lnTo>
                  <a:lnTo>
                    <a:pt x="3514" y="6515"/>
                  </a:lnTo>
                  <a:lnTo>
                    <a:pt x="2974" y="6362"/>
                  </a:lnTo>
                  <a:lnTo>
                    <a:pt x="2463" y="6208"/>
                  </a:lnTo>
                  <a:lnTo>
                    <a:pt x="2013" y="6050"/>
                  </a:lnTo>
                  <a:lnTo>
                    <a:pt x="1622" y="5887"/>
                  </a:lnTo>
                  <a:lnTo>
                    <a:pt x="1262" y="5719"/>
                  </a:lnTo>
                  <a:lnTo>
                    <a:pt x="931" y="5551"/>
                  </a:lnTo>
                  <a:lnTo>
                    <a:pt x="661" y="5377"/>
                  </a:lnTo>
                  <a:lnTo>
                    <a:pt x="421" y="5199"/>
                  </a:lnTo>
                  <a:lnTo>
                    <a:pt x="240" y="5020"/>
                  </a:lnTo>
                  <a:lnTo>
                    <a:pt x="120" y="4836"/>
                  </a:lnTo>
                  <a:lnTo>
                    <a:pt x="30" y="4648"/>
                  </a:lnTo>
                  <a:lnTo>
                    <a:pt x="0" y="4459"/>
                  </a:lnTo>
                  <a:lnTo>
                    <a:pt x="0" y="4270"/>
                  </a:lnTo>
                  <a:lnTo>
                    <a:pt x="60" y="4071"/>
                  </a:lnTo>
                  <a:lnTo>
                    <a:pt x="180" y="3877"/>
                  </a:lnTo>
                  <a:lnTo>
                    <a:pt x="331" y="3673"/>
                  </a:lnTo>
                  <a:lnTo>
                    <a:pt x="541" y="3469"/>
                  </a:lnTo>
                  <a:lnTo>
                    <a:pt x="811" y="3265"/>
                  </a:lnTo>
                  <a:lnTo>
                    <a:pt x="1111" y="3061"/>
                  </a:lnTo>
                  <a:lnTo>
                    <a:pt x="1472" y="2847"/>
                  </a:lnTo>
                  <a:lnTo>
                    <a:pt x="1892" y="2638"/>
                  </a:lnTo>
                  <a:lnTo>
                    <a:pt x="2373" y="2424"/>
                  </a:lnTo>
                  <a:lnTo>
                    <a:pt x="2914" y="2210"/>
                  </a:lnTo>
                  <a:lnTo>
                    <a:pt x="3484" y="1990"/>
                  </a:lnTo>
                  <a:lnTo>
                    <a:pt x="4115" y="1771"/>
                  </a:lnTo>
                  <a:lnTo>
                    <a:pt x="4836" y="1552"/>
                  </a:lnTo>
                  <a:lnTo>
                    <a:pt x="4836" y="1552"/>
                  </a:lnTo>
                  <a:lnTo>
                    <a:pt x="5166" y="1450"/>
                  </a:lnTo>
                  <a:lnTo>
                    <a:pt x="5527" y="1353"/>
                  </a:lnTo>
                  <a:lnTo>
                    <a:pt x="5917" y="1261"/>
                  </a:lnTo>
                  <a:lnTo>
                    <a:pt x="6307" y="1174"/>
                  </a:lnTo>
                  <a:lnTo>
                    <a:pt x="6728" y="1087"/>
                  </a:lnTo>
                  <a:lnTo>
                    <a:pt x="7178" y="1006"/>
                  </a:lnTo>
                  <a:lnTo>
                    <a:pt x="7629" y="924"/>
                  </a:lnTo>
                  <a:lnTo>
                    <a:pt x="8110" y="853"/>
                  </a:lnTo>
                  <a:lnTo>
                    <a:pt x="8590" y="781"/>
                  </a:lnTo>
                  <a:lnTo>
                    <a:pt x="9101" y="710"/>
                  </a:lnTo>
                  <a:lnTo>
                    <a:pt x="9641" y="644"/>
                  </a:lnTo>
                  <a:lnTo>
                    <a:pt x="10182" y="582"/>
                  </a:lnTo>
                  <a:lnTo>
                    <a:pt x="10723" y="526"/>
                  </a:lnTo>
                  <a:lnTo>
                    <a:pt x="11293" y="470"/>
                  </a:lnTo>
                  <a:lnTo>
                    <a:pt x="11864" y="419"/>
                  </a:lnTo>
                  <a:lnTo>
                    <a:pt x="12435" y="368"/>
                  </a:lnTo>
                  <a:lnTo>
                    <a:pt x="13035" y="322"/>
                  </a:lnTo>
                  <a:lnTo>
                    <a:pt x="13666" y="282"/>
                  </a:lnTo>
                  <a:lnTo>
                    <a:pt x="14267" y="241"/>
                  </a:lnTo>
                  <a:lnTo>
                    <a:pt x="14897" y="205"/>
                  </a:lnTo>
                  <a:lnTo>
                    <a:pt x="15558" y="174"/>
                  </a:lnTo>
                  <a:lnTo>
                    <a:pt x="16189" y="144"/>
                  </a:lnTo>
                  <a:lnTo>
                    <a:pt x="16850" y="113"/>
                  </a:lnTo>
                  <a:lnTo>
                    <a:pt x="17510" y="93"/>
                  </a:lnTo>
                  <a:lnTo>
                    <a:pt x="18201" y="72"/>
                  </a:lnTo>
                  <a:lnTo>
                    <a:pt x="18862" y="52"/>
                  </a:lnTo>
                  <a:lnTo>
                    <a:pt x="20244" y="21"/>
                  </a:lnTo>
                  <a:lnTo>
                    <a:pt x="21625" y="6"/>
                  </a:lnTo>
                  <a:lnTo>
                    <a:pt x="2300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40"/>
            <p:cNvSpPr/>
            <p:nvPr/>
          </p:nvSpPr>
          <p:spPr>
            <a:xfrm flipH="1">
              <a:off x="1809238" y="4247000"/>
              <a:ext cx="41518" cy="14175"/>
            </a:xfrm>
            <a:custGeom>
              <a:avLst/>
              <a:gdLst/>
              <a:ahLst/>
              <a:cxnLst/>
              <a:rect l="l" t="t" r="r" b="b"/>
              <a:pathLst>
                <a:path w="9792" h="567" extrusionOk="0">
                  <a:moveTo>
                    <a:pt x="2854" y="0"/>
                  </a:moveTo>
                  <a:lnTo>
                    <a:pt x="2043" y="5"/>
                  </a:lnTo>
                  <a:lnTo>
                    <a:pt x="1322" y="21"/>
                  </a:lnTo>
                  <a:lnTo>
                    <a:pt x="631" y="41"/>
                  </a:lnTo>
                  <a:lnTo>
                    <a:pt x="1" y="72"/>
                  </a:lnTo>
                  <a:lnTo>
                    <a:pt x="1022" y="153"/>
                  </a:lnTo>
                  <a:lnTo>
                    <a:pt x="2103" y="230"/>
                  </a:lnTo>
                  <a:lnTo>
                    <a:pt x="3274" y="301"/>
                  </a:lnTo>
                  <a:lnTo>
                    <a:pt x="4476" y="368"/>
                  </a:lnTo>
                  <a:lnTo>
                    <a:pt x="5767" y="429"/>
                  </a:lnTo>
                  <a:lnTo>
                    <a:pt x="7059" y="480"/>
                  </a:lnTo>
                  <a:lnTo>
                    <a:pt x="8410" y="526"/>
                  </a:lnTo>
                  <a:lnTo>
                    <a:pt x="9792" y="566"/>
                  </a:lnTo>
                  <a:lnTo>
                    <a:pt x="9582" y="510"/>
                  </a:lnTo>
                  <a:lnTo>
                    <a:pt x="9371" y="459"/>
                  </a:lnTo>
                  <a:lnTo>
                    <a:pt x="9131" y="408"/>
                  </a:lnTo>
                  <a:lnTo>
                    <a:pt x="8861" y="357"/>
                  </a:lnTo>
                  <a:lnTo>
                    <a:pt x="8560" y="306"/>
                  </a:lnTo>
                  <a:lnTo>
                    <a:pt x="8230" y="260"/>
                  </a:lnTo>
                  <a:lnTo>
                    <a:pt x="7900" y="220"/>
                  </a:lnTo>
                  <a:lnTo>
                    <a:pt x="7509" y="179"/>
                  </a:lnTo>
                  <a:lnTo>
                    <a:pt x="7089" y="143"/>
                  </a:lnTo>
                  <a:lnTo>
                    <a:pt x="6638" y="107"/>
                  </a:lnTo>
                  <a:lnTo>
                    <a:pt x="6128" y="82"/>
                  </a:lnTo>
                  <a:lnTo>
                    <a:pt x="5617" y="56"/>
                  </a:lnTo>
                  <a:lnTo>
                    <a:pt x="5046" y="36"/>
                  </a:lnTo>
                  <a:lnTo>
                    <a:pt x="4446" y="21"/>
                  </a:lnTo>
                  <a:lnTo>
                    <a:pt x="3815" y="10"/>
                  </a:lnTo>
                  <a:lnTo>
                    <a:pt x="3124" y="5"/>
                  </a:lnTo>
                  <a:lnTo>
                    <a:pt x="2854" y="0"/>
                  </a:lnTo>
                  <a:close/>
                </a:path>
              </a:pathLst>
            </a:custGeom>
            <a:solidFill>
              <a:srgbClr val="FF3E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40"/>
            <p:cNvSpPr/>
            <p:nvPr/>
          </p:nvSpPr>
          <p:spPr>
            <a:xfrm flipH="1">
              <a:off x="1809238" y="4247000"/>
              <a:ext cx="41518" cy="14175"/>
            </a:xfrm>
            <a:custGeom>
              <a:avLst/>
              <a:gdLst/>
              <a:ahLst/>
              <a:cxnLst/>
              <a:rect l="l" t="t" r="r" b="b"/>
              <a:pathLst>
                <a:path w="9792" h="567" fill="none" extrusionOk="0">
                  <a:moveTo>
                    <a:pt x="2854" y="0"/>
                  </a:moveTo>
                  <a:lnTo>
                    <a:pt x="2854" y="0"/>
                  </a:lnTo>
                  <a:lnTo>
                    <a:pt x="3124" y="5"/>
                  </a:lnTo>
                  <a:lnTo>
                    <a:pt x="3124" y="5"/>
                  </a:lnTo>
                  <a:lnTo>
                    <a:pt x="3815" y="10"/>
                  </a:lnTo>
                  <a:lnTo>
                    <a:pt x="4446" y="21"/>
                  </a:lnTo>
                  <a:lnTo>
                    <a:pt x="5046" y="36"/>
                  </a:lnTo>
                  <a:lnTo>
                    <a:pt x="5617" y="56"/>
                  </a:lnTo>
                  <a:lnTo>
                    <a:pt x="6128" y="82"/>
                  </a:lnTo>
                  <a:lnTo>
                    <a:pt x="6638" y="107"/>
                  </a:lnTo>
                  <a:lnTo>
                    <a:pt x="7089" y="143"/>
                  </a:lnTo>
                  <a:lnTo>
                    <a:pt x="7509" y="179"/>
                  </a:lnTo>
                  <a:lnTo>
                    <a:pt x="7900" y="220"/>
                  </a:lnTo>
                  <a:lnTo>
                    <a:pt x="8230" y="260"/>
                  </a:lnTo>
                  <a:lnTo>
                    <a:pt x="8560" y="306"/>
                  </a:lnTo>
                  <a:lnTo>
                    <a:pt x="8861" y="357"/>
                  </a:lnTo>
                  <a:lnTo>
                    <a:pt x="9131" y="408"/>
                  </a:lnTo>
                  <a:lnTo>
                    <a:pt x="9371" y="459"/>
                  </a:lnTo>
                  <a:lnTo>
                    <a:pt x="9582" y="510"/>
                  </a:lnTo>
                  <a:lnTo>
                    <a:pt x="9792" y="566"/>
                  </a:lnTo>
                  <a:lnTo>
                    <a:pt x="9792" y="566"/>
                  </a:lnTo>
                  <a:lnTo>
                    <a:pt x="8410" y="526"/>
                  </a:lnTo>
                  <a:lnTo>
                    <a:pt x="7059" y="480"/>
                  </a:lnTo>
                  <a:lnTo>
                    <a:pt x="5767" y="429"/>
                  </a:lnTo>
                  <a:lnTo>
                    <a:pt x="4476" y="368"/>
                  </a:lnTo>
                  <a:lnTo>
                    <a:pt x="3274" y="301"/>
                  </a:lnTo>
                  <a:lnTo>
                    <a:pt x="2103" y="230"/>
                  </a:lnTo>
                  <a:lnTo>
                    <a:pt x="1022" y="153"/>
                  </a:lnTo>
                  <a:lnTo>
                    <a:pt x="1" y="72"/>
                  </a:lnTo>
                  <a:lnTo>
                    <a:pt x="1" y="72"/>
                  </a:lnTo>
                  <a:lnTo>
                    <a:pt x="631" y="41"/>
                  </a:lnTo>
                  <a:lnTo>
                    <a:pt x="1322" y="21"/>
                  </a:lnTo>
                  <a:lnTo>
                    <a:pt x="2043" y="5"/>
                  </a:lnTo>
                  <a:lnTo>
                    <a:pt x="285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40"/>
            <p:cNvSpPr/>
            <p:nvPr/>
          </p:nvSpPr>
          <p:spPr>
            <a:xfrm flipH="1">
              <a:off x="1526400" y="4058900"/>
              <a:ext cx="42536" cy="16600"/>
            </a:xfrm>
            <a:custGeom>
              <a:avLst/>
              <a:gdLst/>
              <a:ahLst/>
              <a:cxnLst/>
              <a:rect l="l" t="t" r="r" b="b"/>
              <a:pathLst>
                <a:path w="10032" h="664" extrusionOk="0">
                  <a:moveTo>
                    <a:pt x="0" y="1"/>
                  </a:moveTo>
                  <a:lnTo>
                    <a:pt x="181" y="67"/>
                  </a:lnTo>
                  <a:lnTo>
                    <a:pt x="391" y="128"/>
                  </a:lnTo>
                  <a:lnTo>
                    <a:pt x="601" y="184"/>
                  </a:lnTo>
                  <a:lnTo>
                    <a:pt x="871" y="246"/>
                  </a:lnTo>
                  <a:lnTo>
                    <a:pt x="1172" y="302"/>
                  </a:lnTo>
                  <a:lnTo>
                    <a:pt x="1472" y="353"/>
                  </a:lnTo>
                  <a:lnTo>
                    <a:pt x="1832" y="404"/>
                  </a:lnTo>
                  <a:lnTo>
                    <a:pt x="2223" y="455"/>
                  </a:lnTo>
                  <a:lnTo>
                    <a:pt x="2673" y="496"/>
                  </a:lnTo>
                  <a:lnTo>
                    <a:pt x="3154" y="536"/>
                  </a:lnTo>
                  <a:lnTo>
                    <a:pt x="3665" y="572"/>
                  </a:lnTo>
                  <a:lnTo>
                    <a:pt x="4235" y="603"/>
                  </a:lnTo>
                  <a:lnTo>
                    <a:pt x="4836" y="623"/>
                  </a:lnTo>
                  <a:lnTo>
                    <a:pt x="5497" y="643"/>
                  </a:lnTo>
                  <a:lnTo>
                    <a:pt x="6187" y="659"/>
                  </a:lnTo>
                  <a:lnTo>
                    <a:pt x="6938" y="664"/>
                  </a:lnTo>
                  <a:lnTo>
                    <a:pt x="7209" y="664"/>
                  </a:lnTo>
                  <a:lnTo>
                    <a:pt x="7990" y="659"/>
                  </a:lnTo>
                  <a:lnTo>
                    <a:pt x="8740" y="649"/>
                  </a:lnTo>
                  <a:lnTo>
                    <a:pt x="9401" y="623"/>
                  </a:lnTo>
                  <a:lnTo>
                    <a:pt x="10032" y="598"/>
                  </a:lnTo>
                  <a:lnTo>
                    <a:pt x="8981" y="496"/>
                  </a:lnTo>
                  <a:lnTo>
                    <a:pt x="7839" y="404"/>
                  </a:lnTo>
                  <a:lnTo>
                    <a:pt x="6668" y="317"/>
                  </a:lnTo>
                  <a:lnTo>
                    <a:pt x="5407" y="241"/>
                  </a:lnTo>
                  <a:lnTo>
                    <a:pt x="4115" y="169"/>
                  </a:lnTo>
                  <a:lnTo>
                    <a:pt x="2794" y="103"/>
                  </a:lnTo>
                  <a:lnTo>
                    <a:pt x="1412" y="52"/>
                  </a:lnTo>
                  <a:lnTo>
                    <a:pt x="0" y="1"/>
                  </a:lnTo>
                  <a:close/>
                </a:path>
              </a:pathLst>
            </a:custGeom>
            <a:solidFill>
              <a:srgbClr val="FF3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40"/>
            <p:cNvSpPr/>
            <p:nvPr/>
          </p:nvSpPr>
          <p:spPr>
            <a:xfrm flipH="1">
              <a:off x="1526400" y="4058900"/>
              <a:ext cx="42536" cy="16600"/>
            </a:xfrm>
            <a:custGeom>
              <a:avLst/>
              <a:gdLst/>
              <a:ahLst/>
              <a:cxnLst/>
              <a:rect l="l" t="t" r="r" b="b"/>
              <a:pathLst>
                <a:path w="10032" h="664" fill="none" extrusionOk="0">
                  <a:moveTo>
                    <a:pt x="0" y="1"/>
                  </a:moveTo>
                  <a:lnTo>
                    <a:pt x="0" y="1"/>
                  </a:lnTo>
                  <a:lnTo>
                    <a:pt x="1412" y="52"/>
                  </a:lnTo>
                  <a:lnTo>
                    <a:pt x="2794" y="103"/>
                  </a:lnTo>
                  <a:lnTo>
                    <a:pt x="4115" y="169"/>
                  </a:lnTo>
                  <a:lnTo>
                    <a:pt x="5407" y="241"/>
                  </a:lnTo>
                  <a:lnTo>
                    <a:pt x="6668" y="317"/>
                  </a:lnTo>
                  <a:lnTo>
                    <a:pt x="7839" y="404"/>
                  </a:lnTo>
                  <a:lnTo>
                    <a:pt x="8981" y="496"/>
                  </a:lnTo>
                  <a:lnTo>
                    <a:pt x="10032" y="598"/>
                  </a:lnTo>
                  <a:lnTo>
                    <a:pt x="10032" y="598"/>
                  </a:lnTo>
                  <a:lnTo>
                    <a:pt x="9401" y="623"/>
                  </a:lnTo>
                  <a:lnTo>
                    <a:pt x="8740" y="649"/>
                  </a:lnTo>
                  <a:lnTo>
                    <a:pt x="7990" y="659"/>
                  </a:lnTo>
                  <a:lnTo>
                    <a:pt x="7209" y="664"/>
                  </a:lnTo>
                  <a:lnTo>
                    <a:pt x="7209" y="664"/>
                  </a:lnTo>
                  <a:lnTo>
                    <a:pt x="6938" y="664"/>
                  </a:lnTo>
                  <a:lnTo>
                    <a:pt x="6938" y="664"/>
                  </a:lnTo>
                  <a:lnTo>
                    <a:pt x="6187" y="659"/>
                  </a:lnTo>
                  <a:lnTo>
                    <a:pt x="5497" y="643"/>
                  </a:lnTo>
                  <a:lnTo>
                    <a:pt x="4836" y="623"/>
                  </a:lnTo>
                  <a:lnTo>
                    <a:pt x="4235" y="603"/>
                  </a:lnTo>
                  <a:lnTo>
                    <a:pt x="3665" y="572"/>
                  </a:lnTo>
                  <a:lnTo>
                    <a:pt x="3154" y="536"/>
                  </a:lnTo>
                  <a:lnTo>
                    <a:pt x="2673" y="496"/>
                  </a:lnTo>
                  <a:lnTo>
                    <a:pt x="2223" y="455"/>
                  </a:lnTo>
                  <a:lnTo>
                    <a:pt x="1832" y="404"/>
                  </a:lnTo>
                  <a:lnTo>
                    <a:pt x="1472" y="353"/>
                  </a:lnTo>
                  <a:lnTo>
                    <a:pt x="1172" y="302"/>
                  </a:lnTo>
                  <a:lnTo>
                    <a:pt x="871" y="246"/>
                  </a:lnTo>
                  <a:lnTo>
                    <a:pt x="601" y="184"/>
                  </a:lnTo>
                  <a:lnTo>
                    <a:pt x="391" y="128"/>
                  </a:lnTo>
                  <a:lnTo>
                    <a:pt x="181" y="67"/>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9" name="Google Shape;539;p40"/>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540" name="Google Shape;540;p40"/>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541" name="Google Shape;541;p40"/>
          <p:cNvSpPr txBox="1">
            <a:spLocks noGrp="1"/>
          </p:cNvSpPr>
          <p:nvPr>
            <p:ph type="subTitle" idx="3"/>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542" name="Google Shape;542;p40"/>
          <p:cNvSpPr txBox="1">
            <a:spLocks noGrp="1"/>
          </p:cNvSpPr>
          <p:nvPr>
            <p:ph type="subTitle" idx="4"/>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543" name="Google Shape;543;p40"/>
          <p:cNvSpPr txBox="1">
            <a:spLocks noGrp="1"/>
          </p:cNvSpPr>
          <p:nvPr>
            <p:ph type="subTitle" idx="5"/>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1pPr>
            <a:lvl2pPr lvl="1"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2pPr>
            <a:lvl3pPr lvl="2"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3pPr>
            <a:lvl4pPr lvl="3"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4pPr>
            <a:lvl5pPr lvl="4"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5pPr>
            <a:lvl6pPr lvl="5"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6pPr>
            <a:lvl7pPr lvl="6"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7pPr>
            <a:lvl8pPr lvl="7"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8pPr>
            <a:lvl9pPr lvl="8" rtl="0">
              <a:spcBef>
                <a:spcPts val="1600"/>
              </a:spcBef>
              <a:spcAft>
                <a:spcPts val="1600"/>
              </a:spcAft>
              <a:buClr>
                <a:srgbClr val="FF5E4D"/>
              </a:buClr>
              <a:buSzPts val="900"/>
              <a:buFont typeface="Lato Black"/>
              <a:buNone/>
              <a:defRPr>
                <a:solidFill>
                  <a:srgbClr val="FF5E4D"/>
                </a:solidFill>
                <a:latin typeface="Lato Black"/>
                <a:ea typeface="Lato Black"/>
                <a:cs typeface="Lato Black"/>
                <a:sym typeface="Lato Black"/>
              </a:defRPr>
            </a:lvl9pPr>
          </a:lstStyle>
          <a:p>
            <a:endParaRPr/>
          </a:p>
        </p:txBody>
      </p:sp>
      <p:sp>
        <p:nvSpPr>
          <p:cNvPr id="544" name="Google Shape;544;p40"/>
          <p:cNvSpPr txBox="1">
            <a:spLocks noGrp="1"/>
          </p:cNvSpPr>
          <p:nvPr>
            <p:ph type="subTitle" idx="6"/>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1pPr>
            <a:lvl2pPr lvl="1"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2pPr>
            <a:lvl3pPr lvl="2"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3pPr>
            <a:lvl4pPr lvl="3"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4pPr>
            <a:lvl5pPr lvl="4"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5pPr>
            <a:lvl6pPr lvl="5"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6pPr>
            <a:lvl7pPr lvl="6"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7pPr>
            <a:lvl8pPr lvl="7"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8pPr>
            <a:lvl9pPr lvl="8" rtl="0">
              <a:spcBef>
                <a:spcPts val="1600"/>
              </a:spcBef>
              <a:spcAft>
                <a:spcPts val="1600"/>
              </a:spcAft>
              <a:buClr>
                <a:srgbClr val="FF5E4D"/>
              </a:buClr>
              <a:buSzPts val="900"/>
              <a:buFont typeface="Lato Black"/>
              <a:buNone/>
              <a:defRPr>
                <a:solidFill>
                  <a:srgbClr val="FF5E4D"/>
                </a:solidFill>
                <a:latin typeface="Lato Black"/>
                <a:ea typeface="Lato Black"/>
                <a:cs typeface="Lato Black"/>
                <a:sym typeface="Lato Black"/>
              </a:defRPr>
            </a:lvl9pPr>
          </a:lstStyle>
          <a:p>
            <a:endParaRPr/>
          </a:p>
        </p:txBody>
      </p:sp>
      <p:sp>
        <p:nvSpPr>
          <p:cNvPr id="545" name="Google Shape;545;p40"/>
          <p:cNvSpPr txBox="1">
            <a:spLocks noGrp="1"/>
          </p:cNvSpPr>
          <p:nvPr>
            <p:ph type="title" idx="7"/>
          </p:nvPr>
        </p:nvSpPr>
        <p:spPr>
          <a:xfrm>
            <a:off x="5604325" y="2324400"/>
            <a:ext cx="2506800" cy="8373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546" name="Google Shape;546;p40"/>
          <p:cNvSpPr txBox="1">
            <a:spLocks noGrp="1"/>
          </p:cNvSpPr>
          <p:nvPr>
            <p:ph type="title" idx="8"/>
          </p:nvPr>
        </p:nvSpPr>
        <p:spPr>
          <a:xfrm>
            <a:off x="5604325" y="3254700"/>
            <a:ext cx="2610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547" name="Google Shape;547;p40"/>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40"/>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40"/>
          <p:cNvSpPr txBox="1">
            <a:spLocks noGrp="1"/>
          </p:cNvSpPr>
          <p:nvPr>
            <p:ph type="subTitle" idx="9"/>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550" name="Google Shape;550;p40"/>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Pink - Photo Right">
  <p:cSld name="TITLE_AND_BODY_1_2">
    <p:spTree>
      <p:nvGrpSpPr>
        <p:cNvPr id="1" name="Shape 551"/>
        <p:cNvGrpSpPr/>
        <p:nvPr/>
      </p:nvGrpSpPr>
      <p:grpSpPr>
        <a:xfrm>
          <a:off x="0" y="0"/>
          <a:ext cx="0" cy="0"/>
          <a:chOff x="0" y="0"/>
          <a:chExt cx="0" cy="0"/>
        </a:xfrm>
      </p:grpSpPr>
      <p:sp>
        <p:nvSpPr>
          <p:cNvPr id="552" name="Google Shape;552;p41"/>
          <p:cNvSpPr>
            <a:spLocks noGrp="1"/>
          </p:cNvSpPr>
          <p:nvPr>
            <p:ph type="pic" idx="2"/>
          </p:nvPr>
        </p:nvSpPr>
        <p:spPr>
          <a:xfrm>
            <a:off x="4762806" y="1534487"/>
            <a:ext cx="3150600" cy="1609200"/>
          </a:xfrm>
          <a:prstGeom prst="rect">
            <a:avLst/>
          </a:prstGeom>
          <a:noFill/>
          <a:ln>
            <a:noFill/>
          </a:ln>
        </p:spPr>
      </p:sp>
      <p:sp>
        <p:nvSpPr>
          <p:cNvPr id="553" name="Google Shape;553;p41"/>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554" name="Google Shape;554;p41"/>
          <p:cNvSpPr txBox="1">
            <a:spLocks noGrp="1"/>
          </p:cNvSpPr>
          <p:nvPr>
            <p:ph type="subTitle" idx="3"/>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555" name="Google Shape;555;p41"/>
          <p:cNvSpPr txBox="1">
            <a:spLocks noGrp="1"/>
          </p:cNvSpPr>
          <p:nvPr>
            <p:ph type="subTitle" idx="4"/>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556" name="Google Shape;556;p41"/>
          <p:cNvSpPr txBox="1">
            <a:spLocks noGrp="1"/>
          </p:cNvSpPr>
          <p:nvPr>
            <p:ph type="subTitle" idx="5"/>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1pPr>
            <a:lvl2pPr lvl="1"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2pPr>
            <a:lvl3pPr lvl="2"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3pPr>
            <a:lvl4pPr lvl="3"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4pPr>
            <a:lvl5pPr lvl="4"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5pPr>
            <a:lvl6pPr lvl="5"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6pPr>
            <a:lvl7pPr lvl="6"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7pPr>
            <a:lvl8pPr lvl="7"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8pPr>
            <a:lvl9pPr lvl="8" rtl="0">
              <a:spcBef>
                <a:spcPts val="1600"/>
              </a:spcBef>
              <a:spcAft>
                <a:spcPts val="1600"/>
              </a:spcAft>
              <a:buClr>
                <a:srgbClr val="FF5E4D"/>
              </a:buClr>
              <a:buSzPts val="900"/>
              <a:buFont typeface="Lato Black"/>
              <a:buNone/>
              <a:defRPr>
                <a:solidFill>
                  <a:srgbClr val="FF5E4D"/>
                </a:solidFill>
                <a:latin typeface="Lato Black"/>
                <a:ea typeface="Lato Black"/>
                <a:cs typeface="Lato Black"/>
                <a:sym typeface="Lato Black"/>
              </a:defRPr>
            </a:lvl9pPr>
          </a:lstStyle>
          <a:p>
            <a:endParaRPr/>
          </a:p>
        </p:txBody>
      </p:sp>
      <p:sp>
        <p:nvSpPr>
          <p:cNvPr id="557" name="Google Shape;557;p41"/>
          <p:cNvSpPr txBox="1">
            <a:spLocks noGrp="1"/>
          </p:cNvSpPr>
          <p:nvPr>
            <p:ph type="subTitle" idx="6"/>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1pPr>
            <a:lvl2pPr lvl="1"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2pPr>
            <a:lvl3pPr lvl="2"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3pPr>
            <a:lvl4pPr lvl="3"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4pPr>
            <a:lvl5pPr lvl="4"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5pPr>
            <a:lvl6pPr lvl="5"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6pPr>
            <a:lvl7pPr lvl="6"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7pPr>
            <a:lvl8pPr lvl="7"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8pPr>
            <a:lvl9pPr lvl="8" rtl="0">
              <a:spcBef>
                <a:spcPts val="1600"/>
              </a:spcBef>
              <a:spcAft>
                <a:spcPts val="1600"/>
              </a:spcAft>
              <a:buClr>
                <a:srgbClr val="FF5E4D"/>
              </a:buClr>
              <a:buSzPts val="900"/>
              <a:buFont typeface="Lato Black"/>
              <a:buNone/>
              <a:defRPr>
                <a:solidFill>
                  <a:srgbClr val="FF5E4D"/>
                </a:solidFill>
                <a:latin typeface="Lato Black"/>
                <a:ea typeface="Lato Black"/>
                <a:cs typeface="Lato Black"/>
                <a:sym typeface="Lato Black"/>
              </a:defRPr>
            </a:lvl9pPr>
          </a:lstStyle>
          <a:p>
            <a:endParaRPr/>
          </a:p>
        </p:txBody>
      </p:sp>
      <p:sp>
        <p:nvSpPr>
          <p:cNvPr id="558" name="Google Shape;558;p41"/>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559" name="Google Shape;559;p41"/>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41"/>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1"/>
          <p:cNvSpPr txBox="1">
            <a:spLocks noGrp="1"/>
          </p:cNvSpPr>
          <p:nvPr>
            <p:ph type="subTitle" idx="7"/>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grpSp>
        <p:nvGrpSpPr>
          <p:cNvPr id="562" name="Google Shape;562;p41"/>
          <p:cNvGrpSpPr/>
          <p:nvPr/>
        </p:nvGrpSpPr>
        <p:grpSpPr>
          <a:xfrm>
            <a:off x="4278763" y="612582"/>
            <a:ext cx="6220755" cy="3416885"/>
            <a:chOff x="5524317" y="769361"/>
            <a:chExt cx="876484" cy="481421"/>
          </a:xfrm>
        </p:grpSpPr>
        <p:sp>
          <p:nvSpPr>
            <p:cNvPr id="563" name="Google Shape;563;p41"/>
            <p:cNvSpPr/>
            <p:nvPr/>
          </p:nvSpPr>
          <p:spPr>
            <a:xfrm rot="10800000">
              <a:off x="5524317" y="769361"/>
              <a:ext cx="876484" cy="481421"/>
            </a:xfrm>
            <a:custGeom>
              <a:avLst/>
              <a:gdLst/>
              <a:ahLst/>
              <a:cxnLst/>
              <a:rect l="l" t="t" r="r" b="b"/>
              <a:pathLst>
                <a:path w="65507" h="8007" extrusionOk="0">
                  <a:moveTo>
                    <a:pt x="38866" y="853"/>
                  </a:moveTo>
                  <a:lnTo>
                    <a:pt x="39376" y="859"/>
                  </a:lnTo>
                  <a:lnTo>
                    <a:pt x="39887" y="866"/>
                  </a:lnTo>
                  <a:lnTo>
                    <a:pt x="40368" y="886"/>
                  </a:lnTo>
                  <a:lnTo>
                    <a:pt x="40878" y="906"/>
                  </a:lnTo>
                  <a:lnTo>
                    <a:pt x="41329" y="932"/>
                  </a:lnTo>
                  <a:lnTo>
                    <a:pt x="41809" y="959"/>
                  </a:lnTo>
                  <a:lnTo>
                    <a:pt x="42260" y="992"/>
                  </a:lnTo>
                  <a:lnTo>
                    <a:pt x="42680" y="1031"/>
                  </a:lnTo>
                  <a:lnTo>
                    <a:pt x="43071" y="1071"/>
                  </a:lnTo>
                  <a:lnTo>
                    <a:pt x="43431" y="1117"/>
                  </a:lnTo>
                  <a:lnTo>
                    <a:pt x="43792" y="1163"/>
                  </a:lnTo>
                  <a:lnTo>
                    <a:pt x="44092" y="1210"/>
                  </a:lnTo>
                  <a:lnTo>
                    <a:pt x="44392" y="1262"/>
                  </a:lnTo>
                  <a:lnTo>
                    <a:pt x="44633" y="1315"/>
                  </a:lnTo>
                  <a:lnTo>
                    <a:pt x="44843" y="1368"/>
                  </a:lnTo>
                  <a:lnTo>
                    <a:pt x="45053" y="1428"/>
                  </a:lnTo>
                  <a:lnTo>
                    <a:pt x="45413" y="1546"/>
                  </a:lnTo>
                  <a:lnTo>
                    <a:pt x="45714" y="1672"/>
                  </a:lnTo>
                  <a:lnTo>
                    <a:pt x="45954" y="1804"/>
                  </a:lnTo>
                  <a:lnTo>
                    <a:pt x="46134" y="1936"/>
                  </a:lnTo>
                  <a:lnTo>
                    <a:pt x="46254" y="2075"/>
                  </a:lnTo>
                  <a:lnTo>
                    <a:pt x="46314" y="2214"/>
                  </a:lnTo>
                  <a:lnTo>
                    <a:pt x="46314" y="2352"/>
                  </a:lnTo>
                  <a:lnTo>
                    <a:pt x="50549" y="2352"/>
                  </a:lnTo>
                  <a:lnTo>
                    <a:pt x="51631" y="2359"/>
                  </a:lnTo>
                  <a:lnTo>
                    <a:pt x="52141" y="2359"/>
                  </a:lnTo>
                  <a:lnTo>
                    <a:pt x="52622" y="2372"/>
                  </a:lnTo>
                  <a:lnTo>
                    <a:pt x="53072" y="2385"/>
                  </a:lnTo>
                  <a:lnTo>
                    <a:pt x="53523" y="2405"/>
                  </a:lnTo>
                  <a:lnTo>
                    <a:pt x="53943" y="2425"/>
                  </a:lnTo>
                  <a:lnTo>
                    <a:pt x="54364" y="2458"/>
                  </a:lnTo>
                  <a:lnTo>
                    <a:pt x="54934" y="2445"/>
                  </a:lnTo>
                  <a:lnTo>
                    <a:pt x="55475" y="2445"/>
                  </a:lnTo>
                  <a:lnTo>
                    <a:pt x="55926" y="2451"/>
                  </a:lnTo>
                  <a:lnTo>
                    <a:pt x="56466" y="2471"/>
                  </a:lnTo>
                  <a:lnTo>
                    <a:pt x="57007" y="2498"/>
                  </a:lnTo>
                  <a:lnTo>
                    <a:pt x="57547" y="2537"/>
                  </a:lnTo>
                  <a:lnTo>
                    <a:pt x="58118" y="2590"/>
                  </a:lnTo>
                  <a:lnTo>
                    <a:pt x="58719" y="2650"/>
                  </a:lnTo>
                  <a:lnTo>
                    <a:pt x="59259" y="2729"/>
                  </a:lnTo>
                  <a:lnTo>
                    <a:pt x="59800" y="2821"/>
                  </a:lnTo>
                  <a:lnTo>
                    <a:pt x="60070" y="2874"/>
                  </a:lnTo>
                  <a:lnTo>
                    <a:pt x="60311" y="2927"/>
                  </a:lnTo>
                  <a:lnTo>
                    <a:pt x="60551" y="2986"/>
                  </a:lnTo>
                  <a:lnTo>
                    <a:pt x="60791" y="3046"/>
                  </a:lnTo>
                  <a:lnTo>
                    <a:pt x="61001" y="3112"/>
                  </a:lnTo>
                  <a:lnTo>
                    <a:pt x="61212" y="3185"/>
                  </a:lnTo>
                  <a:lnTo>
                    <a:pt x="61392" y="3257"/>
                  </a:lnTo>
                  <a:lnTo>
                    <a:pt x="61572" y="3336"/>
                  </a:lnTo>
                  <a:lnTo>
                    <a:pt x="61722" y="3422"/>
                  </a:lnTo>
                  <a:lnTo>
                    <a:pt x="61842" y="3508"/>
                  </a:lnTo>
                  <a:lnTo>
                    <a:pt x="61963" y="3601"/>
                  </a:lnTo>
                  <a:lnTo>
                    <a:pt x="62053" y="3693"/>
                  </a:lnTo>
                  <a:lnTo>
                    <a:pt x="62113" y="3792"/>
                  </a:lnTo>
                  <a:lnTo>
                    <a:pt x="62173" y="3898"/>
                  </a:lnTo>
                  <a:lnTo>
                    <a:pt x="62203" y="4010"/>
                  </a:lnTo>
                  <a:lnTo>
                    <a:pt x="62203" y="4122"/>
                  </a:lnTo>
                  <a:lnTo>
                    <a:pt x="62143" y="4281"/>
                  </a:lnTo>
                  <a:lnTo>
                    <a:pt x="62083" y="4433"/>
                  </a:lnTo>
                  <a:lnTo>
                    <a:pt x="61963" y="4565"/>
                  </a:lnTo>
                  <a:lnTo>
                    <a:pt x="61812" y="4691"/>
                  </a:lnTo>
                  <a:lnTo>
                    <a:pt x="61662" y="4803"/>
                  </a:lnTo>
                  <a:lnTo>
                    <a:pt x="61452" y="4909"/>
                  </a:lnTo>
                  <a:lnTo>
                    <a:pt x="61242" y="5008"/>
                  </a:lnTo>
                  <a:lnTo>
                    <a:pt x="60971" y="5093"/>
                  </a:lnTo>
                  <a:lnTo>
                    <a:pt x="60731" y="5166"/>
                  </a:lnTo>
                  <a:lnTo>
                    <a:pt x="60431" y="5239"/>
                  </a:lnTo>
                  <a:lnTo>
                    <a:pt x="60130" y="5298"/>
                  </a:lnTo>
                  <a:lnTo>
                    <a:pt x="59830" y="5351"/>
                  </a:lnTo>
                  <a:lnTo>
                    <a:pt x="59500" y="5397"/>
                  </a:lnTo>
                  <a:lnTo>
                    <a:pt x="59169" y="5444"/>
                  </a:lnTo>
                  <a:lnTo>
                    <a:pt x="58809" y="5477"/>
                  </a:lnTo>
                  <a:lnTo>
                    <a:pt x="58448" y="5510"/>
                  </a:lnTo>
                  <a:lnTo>
                    <a:pt x="58448" y="5595"/>
                  </a:lnTo>
                  <a:lnTo>
                    <a:pt x="58418" y="5688"/>
                  </a:lnTo>
                  <a:lnTo>
                    <a:pt x="58358" y="5774"/>
                  </a:lnTo>
                  <a:lnTo>
                    <a:pt x="58298" y="5866"/>
                  </a:lnTo>
                  <a:lnTo>
                    <a:pt x="58088" y="6038"/>
                  </a:lnTo>
                  <a:lnTo>
                    <a:pt x="57848" y="6210"/>
                  </a:lnTo>
                  <a:lnTo>
                    <a:pt x="57517" y="6375"/>
                  </a:lnTo>
                  <a:lnTo>
                    <a:pt x="57127" y="6533"/>
                  </a:lnTo>
                  <a:lnTo>
                    <a:pt x="56706" y="6679"/>
                  </a:lnTo>
                  <a:lnTo>
                    <a:pt x="56226" y="6811"/>
                  </a:lnTo>
                  <a:lnTo>
                    <a:pt x="55986" y="6864"/>
                  </a:lnTo>
                  <a:lnTo>
                    <a:pt x="55745" y="6917"/>
                  </a:lnTo>
                  <a:lnTo>
                    <a:pt x="55445" y="6963"/>
                  </a:lnTo>
                  <a:lnTo>
                    <a:pt x="55145" y="7009"/>
                  </a:lnTo>
                  <a:lnTo>
                    <a:pt x="54844" y="7042"/>
                  </a:lnTo>
                  <a:lnTo>
                    <a:pt x="54514" y="7082"/>
                  </a:lnTo>
                  <a:lnTo>
                    <a:pt x="54184" y="7108"/>
                  </a:lnTo>
                  <a:lnTo>
                    <a:pt x="53823" y="7135"/>
                  </a:lnTo>
                  <a:lnTo>
                    <a:pt x="53072" y="7181"/>
                  </a:lnTo>
                  <a:lnTo>
                    <a:pt x="52291" y="7207"/>
                  </a:lnTo>
                  <a:lnTo>
                    <a:pt x="51480" y="7227"/>
                  </a:lnTo>
                  <a:lnTo>
                    <a:pt x="50700" y="7234"/>
                  </a:lnTo>
                  <a:lnTo>
                    <a:pt x="22767" y="7234"/>
                  </a:lnTo>
                  <a:lnTo>
                    <a:pt x="21896" y="7227"/>
                  </a:lnTo>
                  <a:lnTo>
                    <a:pt x="21025" y="7207"/>
                  </a:lnTo>
                  <a:lnTo>
                    <a:pt x="20214" y="7174"/>
                  </a:lnTo>
                  <a:lnTo>
                    <a:pt x="19403" y="7135"/>
                  </a:lnTo>
                  <a:lnTo>
                    <a:pt x="18683" y="7082"/>
                  </a:lnTo>
                  <a:lnTo>
                    <a:pt x="18022" y="7022"/>
                  </a:lnTo>
                  <a:lnTo>
                    <a:pt x="17721" y="6989"/>
                  </a:lnTo>
                  <a:lnTo>
                    <a:pt x="17451" y="6956"/>
                  </a:lnTo>
                  <a:lnTo>
                    <a:pt x="17211" y="6917"/>
                  </a:lnTo>
                  <a:lnTo>
                    <a:pt x="17001" y="6877"/>
                  </a:lnTo>
                  <a:lnTo>
                    <a:pt x="16550" y="6778"/>
                  </a:lnTo>
                  <a:lnTo>
                    <a:pt x="16160" y="6672"/>
                  </a:lnTo>
                  <a:lnTo>
                    <a:pt x="15799" y="6560"/>
                  </a:lnTo>
                  <a:lnTo>
                    <a:pt x="15499" y="6448"/>
                  </a:lnTo>
                  <a:lnTo>
                    <a:pt x="15229" y="6322"/>
                  </a:lnTo>
                  <a:lnTo>
                    <a:pt x="15018" y="6190"/>
                  </a:lnTo>
                  <a:lnTo>
                    <a:pt x="14868" y="6058"/>
                  </a:lnTo>
                  <a:lnTo>
                    <a:pt x="14778" y="5919"/>
                  </a:lnTo>
                  <a:lnTo>
                    <a:pt x="14748" y="5774"/>
                  </a:lnTo>
                  <a:lnTo>
                    <a:pt x="14778" y="5622"/>
                  </a:lnTo>
                  <a:lnTo>
                    <a:pt x="14838" y="5470"/>
                  </a:lnTo>
                  <a:lnTo>
                    <a:pt x="14988" y="5311"/>
                  </a:lnTo>
                  <a:lnTo>
                    <a:pt x="15199" y="5153"/>
                  </a:lnTo>
                  <a:lnTo>
                    <a:pt x="15469" y="4988"/>
                  </a:lnTo>
                  <a:lnTo>
                    <a:pt x="15799" y="4823"/>
                  </a:lnTo>
                  <a:lnTo>
                    <a:pt x="16190" y="4651"/>
                  </a:lnTo>
                  <a:lnTo>
                    <a:pt x="16370" y="4585"/>
                  </a:lnTo>
                  <a:lnTo>
                    <a:pt x="16580" y="4519"/>
                  </a:lnTo>
                  <a:lnTo>
                    <a:pt x="16790" y="4459"/>
                  </a:lnTo>
                  <a:lnTo>
                    <a:pt x="17031" y="4407"/>
                  </a:lnTo>
                  <a:lnTo>
                    <a:pt x="17271" y="4354"/>
                  </a:lnTo>
                  <a:lnTo>
                    <a:pt x="17541" y="4307"/>
                  </a:lnTo>
                  <a:lnTo>
                    <a:pt x="17842" y="4268"/>
                  </a:lnTo>
                  <a:lnTo>
                    <a:pt x="18112" y="4228"/>
                  </a:lnTo>
                  <a:lnTo>
                    <a:pt x="18412" y="4189"/>
                  </a:lnTo>
                  <a:lnTo>
                    <a:pt x="18743" y="4162"/>
                  </a:lnTo>
                  <a:lnTo>
                    <a:pt x="19073" y="4129"/>
                  </a:lnTo>
                  <a:lnTo>
                    <a:pt x="19403" y="4109"/>
                  </a:lnTo>
                  <a:lnTo>
                    <a:pt x="20094" y="4070"/>
                  </a:lnTo>
                  <a:lnTo>
                    <a:pt x="20785" y="4043"/>
                  </a:lnTo>
                  <a:lnTo>
                    <a:pt x="10633" y="4043"/>
                  </a:lnTo>
                  <a:lnTo>
                    <a:pt x="9762" y="4037"/>
                  </a:lnTo>
                  <a:lnTo>
                    <a:pt x="8891" y="4023"/>
                  </a:lnTo>
                  <a:lnTo>
                    <a:pt x="8080" y="3990"/>
                  </a:lnTo>
                  <a:lnTo>
                    <a:pt x="7269" y="3951"/>
                  </a:lnTo>
                  <a:lnTo>
                    <a:pt x="6549" y="3898"/>
                  </a:lnTo>
                  <a:lnTo>
                    <a:pt x="5888" y="3838"/>
                  </a:lnTo>
                  <a:lnTo>
                    <a:pt x="5587" y="3805"/>
                  </a:lnTo>
                  <a:lnTo>
                    <a:pt x="5317" y="3772"/>
                  </a:lnTo>
                  <a:lnTo>
                    <a:pt x="5077" y="3733"/>
                  </a:lnTo>
                  <a:lnTo>
                    <a:pt x="4867" y="3693"/>
                  </a:lnTo>
                  <a:lnTo>
                    <a:pt x="4416" y="3594"/>
                  </a:lnTo>
                  <a:lnTo>
                    <a:pt x="4026" y="3488"/>
                  </a:lnTo>
                  <a:lnTo>
                    <a:pt x="3665" y="3376"/>
                  </a:lnTo>
                  <a:lnTo>
                    <a:pt x="3335" y="3257"/>
                  </a:lnTo>
                  <a:lnTo>
                    <a:pt x="3095" y="3138"/>
                  </a:lnTo>
                  <a:lnTo>
                    <a:pt x="2884" y="3006"/>
                  </a:lnTo>
                  <a:lnTo>
                    <a:pt x="2734" y="2874"/>
                  </a:lnTo>
                  <a:lnTo>
                    <a:pt x="2644" y="2735"/>
                  </a:lnTo>
                  <a:lnTo>
                    <a:pt x="2614" y="2590"/>
                  </a:lnTo>
                  <a:lnTo>
                    <a:pt x="2614" y="2438"/>
                  </a:lnTo>
                  <a:lnTo>
                    <a:pt x="2704" y="2286"/>
                  </a:lnTo>
                  <a:lnTo>
                    <a:pt x="2854" y="2128"/>
                  </a:lnTo>
                  <a:lnTo>
                    <a:pt x="3065" y="1969"/>
                  </a:lnTo>
                  <a:lnTo>
                    <a:pt x="3335" y="1804"/>
                  </a:lnTo>
                  <a:lnTo>
                    <a:pt x="3665" y="1639"/>
                  </a:lnTo>
                  <a:lnTo>
                    <a:pt x="4056" y="1467"/>
                  </a:lnTo>
                  <a:lnTo>
                    <a:pt x="4296" y="1381"/>
                  </a:lnTo>
                  <a:lnTo>
                    <a:pt x="4566" y="1302"/>
                  </a:lnTo>
                  <a:lnTo>
                    <a:pt x="4867" y="1229"/>
                  </a:lnTo>
                  <a:lnTo>
                    <a:pt x="5197" y="1163"/>
                  </a:lnTo>
                  <a:lnTo>
                    <a:pt x="5557" y="1104"/>
                  </a:lnTo>
                  <a:lnTo>
                    <a:pt x="5918" y="1051"/>
                  </a:lnTo>
                  <a:lnTo>
                    <a:pt x="6338" y="1005"/>
                  </a:lnTo>
                  <a:lnTo>
                    <a:pt x="6729" y="965"/>
                  </a:lnTo>
                  <a:lnTo>
                    <a:pt x="7179" y="932"/>
                  </a:lnTo>
                  <a:lnTo>
                    <a:pt x="7600" y="899"/>
                  </a:lnTo>
                  <a:lnTo>
                    <a:pt x="8080" y="879"/>
                  </a:lnTo>
                  <a:lnTo>
                    <a:pt x="8531" y="866"/>
                  </a:lnTo>
                  <a:lnTo>
                    <a:pt x="9011" y="853"/>
                  </a:lnTo>
                  <a:lnTo>
                    <a:pt x="9942" y="853"/>
                  </a:lnTo>
                  <a:lnTo>
                    <a:pt x="10423" y="859"/>
                  </a:lnTo>
                  <a:lnTo>
                    <a:pt x="37845" y="859"/>
                  </a:lnTo>
                  <a:lnTo>
                    <a:pt x="38355" y="853"/>
                  </a:lnTo>
                  <a:close/>
                  <a:moveTo>
                    <a:pt x="1" y="1"/>
                  </a:moveTo>
                  <a:lnTo>
                    <a:pt x="1" y="8006"/>
                  </a:lnTo>
                  <a:lnTo>
                    <a:pt x="65507" y="8006"/>
                  </a:lnTo>
                  <a:lnTo>
                    <a:pt x="655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41"/>
            <p:cNvSpPr/>
            <p:nvPr/>
          </p:nvSpPr>
          <p:spPr>
            <a:xfrm rot="10800000">
              <a:off x="5524317" y="769361"/>
              <a:ext cx="876484" cy="481421"/>
            </a:xfrm>
            <a:custGeom>
              <a:avLst/>
              <a:gdLst/>
              <a:ahLst/>
              <a:cxnLst/>
              <a:rect l="l" t="t" r="r" b="b"/>
              <a:pathLst>
                <a:path w="65507" h="8007" fill="none" extrusionOk="0">
                  <a:moveTo>
                    <a:pt x="65507" y="8006"/>
                  </a:moveTo>
                  <a:lnTo>
                    <a:pt x="65507" y="1"/>
                  </a:lnTo>
                  <a:lnTo>
                    <a:pt x="1" y="1"/>
                  </a:lnTo>
                  <a:lnTo>
                    <a:pt x="1" y="8006"/>
                  </a:lnTo>
                  <a:lnTo>
                    <a:pt x="65507" y="800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41"/>
            <p:cNvSpPr/>
            <p:nvPr/>
          </p:nvSpPr>
          <p:spPr>
            <a:xfrm rot="10800000">
              <a:off x="5568525" y="815838"/>
              <a:ext cx="797314" cy="383718"/>
            </a:xfrm>
            <a:custGeom>
              <a:avLst/>
              <a:gdLst/>
              <a:ahLst/>
              <a:cxnLst/>
              <a:rect l="l" t="t" r="r" b="b"/>
              <a:pathLst>
                <a:path w="59590" h="6382" fill="none" extrusionOk="0">
                  <a:moveTo>
                    <a:pt x="1443" y="615"/>
                  </a:moveTo>
                  <a:lnTo>
                    <a:pt x="1443" y="615"/>
                  </a:lnTo>
                  <a:lnTo>
                    <a:pt x="1683" y="529"/>
                  </a:lnTo>
                  <a:lnTo>
                    <a:pt x="1953" y="450"/>
                  </a:lnTo>
                  <a:lnTo>
                    <a:pt x="2254" y="377"/>
                  </a:lnTo>
                  <a:lnTo>
                    <a:pt x="2584" y="311"/>
                  </a:lnTo>
                  <a:lnTo>
                    <a:pt x="2944" y="252"/>
                  </a:lnTo>
                  <a:lnTo>
                    <a:pt x="3305" y="199"/>
                  </a:lnTo>
                  <a:lnTo>
                    <a:pt x="3725" y="153"/>
                  </a:lnTo>
                  <a:lnTo>
                    <a:pt x="4116" y="113"/>
                  </a:lnTo>
                  <a:lnTo>
                    <a:pt x="4566" y="80"/>
                  </a:lnTo>
                  <a:lnTo>
                    <a:pt x="4987" y="47"/>
                  </a:lnTo>
                  <a:lnTo>
                    <a:pt x="5467" y="27"/>
                  </a:lnTo>
                  <a:lnTo>
                    <a:pt x="5918" y="14"/>
                  </a:lnTo>
                  <a:lnTo>
                    <a:pt x="6398" y="1"/>
                  </a:lnTo>
                  <a:lnTo>
                    <a:pt x="6849" y="1"/>
                  </a:lnTo>
                  <a:lnTo>
                    <a:pt x="7329" y="1"/>
                  </a:lnTo>
                  <a:lnTo>
                    <a:pt x="7810" y="7"/>
                  </a:lnTo>
                  <a:lnTo>
                    <a:pt x="35232" y="7"/>
                  </a:lnTo>
                  <a:lnTo>
                    <a:pt x="35232" y="7"/>
                  </a:lnTo>
                  <a:lnTo>
                    <a:pt x="35742" y="1"/>
                  </a:lnTo>
                  <a:lnTo>
                    <a:pt x="36253" y="1"/>
                  </a:lnTo>
                  <a:lnTo>
                    <a:pt x="36763" y="7"/>
                  </a:lnTo>
                  <a:lnTo>
                    <a:pt x="37274" y="14"/>
                  </a:lnTo>
                  <a:lnTo>
                    <a:pt x="37755" y="34"/>
                  </a:lnTo>
                  <a:lnTo>
                    <a:pt x="38265" y="54"/>
                  </a:lnTo>
                  <a:lnTo>
                    <a:pt x="38716" y="80"/>
                  </a:lnTo>
                  <a:lnTo>
                    <a:pt x="39196" y="107"/>
                  </a:lnTo>
                  <a:lnTo>
                    <a:pt x="39647" y="140"/>
                  </a:lnTo>
                  <a:lnTo>
                    <a:pt x="40067" y="179"/>
                  </a:lnTo>
                  <a:lnTo>
                    <a:pt x="40458" y="219"/>
                  </a:lnTo>
                  <a:lnTo>
                    <a:pt x="40818" y="265"/>
                  </a:lnTo>
                  <a:lnTo>
                    <a:pt x="41179" y="311"/>
                  </a:lnTo>
                  <a:lnTo>
                    <a:pt x="41479" y="358"/>
                  </a:lnTo>
                  <a:lnTo>
                    <a:pt x="41779" y="410"/>
                  </a:lnTo>
                  <a:lnTo>
                    <a:pt x="42020" y="463"/>
                  </a:lnTo>
                  <a:lnTo>
                    <a:pt x="42020" y="463"/>
                  </a:lnTo>
                  <a:lnTo>
                    <a:pt x="42230" y="516"/>
                  </a:lnTo>
                  <a:lnTo>
                    <a:pt x="42440" y="576"/>
                  </a:lnTo>
                  <a:lnTo>
                    <a:pt x="42800" y="694"/>
                  </a:lnTo>
                  <a:lnTo>
                    <a:pt x="43101" y="820"/>
                  </a:lnTo>
                  <a:lnTo>
                    <a:pt x="43341" y="952"/>
                  </a:lnTo>
                  <a:lnTo>
                    <a:pt x="43521" y="1084"/>
                  </a:lnTo>
                  <a:lnTo>
                    <a:pt x="43641" y="1223"/>
                  </a:lnTo>
                  <a:lnTo>
                    <a:pt x="43701" y="1362"/>
                  </a:lnTo>
                  <a:lnTo>
                    <a:pt x="43701" y="1500"/>
                  </a:lnTo>
                  <a:lnTo>
                    <a:pt x="47936" y="1500"/>
                  </a:lnTo>
                  <a:lnTo>
                    <a:pt x="47936" y="1500"/>
                  </a:lnTo>
                  <a:lnTo>
                    <a:pt x="49018" y="1507"/>
                  </a:lnTo>
                  <a:lnTo>
                    <a:pt x="49528" y="1507"/>
                  </a:lnTo>
                  <a:lnTo>
                    <a:pt x="50009" y="1520"/>
                  </a:lnTo>
                  <a:lnTo>
                    <a:pt x="50459" y="1533"/>
                  </a:lnTo>
                  <a:lnTo>
                    <a:pt x="50910" y="1553"/>
                  </a:lnTo>
                  <a:lnTo>
                    <a:pt x="51330" y="1573"/>
                  </a:lnTo>
                  <a:lnTo>
                    <a:pt x="51751" y="1606"/>
                  </a:lnTo>
                  <a:lnTo>
                    <a:pt x="51751" y="1606"/>
                  </a:lnTo>
                  <a:lnTo>
                    <a:pt x="52321" y="1593"/>
                  </a:lnTo>
                  <a:lnTo>
                    <a:pt x="52862" y="1593"/>
                  </a:lnTo>
                  <a:lnTo>
                    <a:pt x="52862" y="1593"/>
                  </a:lnTo>
                  <a:lnTo>
                    <a:pt x="53313" y="1599"/>
                  </a:lnTo>
                  <a:lnTo>
                    <a:pt x="53853" y="1619"/>
                  </a:lnTo>
                  <a:lnTo>
                    <a:pt x="54394" y="1646"/>
                  </a:lnTo>
                  <a:lnTo>
                    <a:pt x="54934" y="1685"/>
                  </a:lnTo>
                  <a:lnTo>
                    <a:pt x="55505" y="1738"/>
                  </a:lnTo>
                  <a:lnTo>
                    <a:pt x="56106" y="1798"/>
                  </a:lnTo>
                  <a:lnTo>
                    <a:pt x="56646" y="1877"/>
                  </a:lnTo>
                  <a:lnTo>
                    <a:pt x="57187" y="1969"/>
                  </a:lnTo>
                  <a:lnTo>
                    <a:pt x="57457" y="2022"/>
                  </a:lnTo>
                  <a:lnTo>
                    <a:pt x="57698" y="2075"/>
                  </a:lnTo>
                  <a:lnTo>
                    <a:pt x="57938" y="2134"/>
                  </a:lnTo>
                  <a:lnTo>
                    <a:pt x="58178" y="2194"/>
                  </a:lnTo>
                  <a:lnTo>
                    <a:pt x="58388" y="2260"/>
                  </a:lnTo>
                  <a:lnTo>
                    <a:pt x="58599" y="2333"/>
                  </a:lnTo>
                  <a:lnTo>
                    <a:pt x="58779" y="2405"/>
                  </a:lnTo>
                  <a:lnTo>
                    <a:pt x="58959" y="2484"/>
                  </a:lnTo>
                  <a:lnTo>
                    <a:pt x="59109" y="2570"/>
                  </a:lnTo>
                  <a:lnTo>
                    <a:pt x="59229" y="2656"/>
                  </a:lnTo>
                  <a:lnTo>
                    <a:pt x="59350" y="2749"/>
                  </a:lnTo>
                  <a:lnTo>
                    <a:pt x="59440" y="2841"/>
                  </a:lnTo>
                  <a:lnTo>
                    <a:pt x="59500" y="2940"/>
                  </a:lnTo>
                  <a:lnTo>
                    <a:pt x="59560" y="3046"/>
                  </a:lnTo>
                  <a:lnTo>
                    <a:pt x="59590" y="3158"/>
                  </a:lnTo>
                  <a:lnTo>
                    <a:pt x="59590" y="3270"/>
                  </a:lnTo>
                  <a:lnTo>
                    <a:pt x="59590" y="3270"/>
                  </a:lnTo>
                  <a:lnTo>
                    <a:pt x="59530" y="3429"/>
                  </a:lnTo>
                  <a:lnTo>
                    <a:pt x="59470" y="3581"/>
                  </a:lnTo>
                  <a:lnTo>
                    <a:pt x="59350" y="3713"/>
                  </a:lnTo>
                  <a:lnTo>
                    <a:pt x="59199" y="3839"/>
                  </a:lnTo>
                  <a:lnTo>
                    <a:pt x="59049" y="3951"/>
                  </a:lnTo>
                  <a:lnTo>
                    <a:pt x="58839" y="4057"/>
                  </a:lnTo>
                  <a:lnTo>
                    <a:pt x="58629" y="4156"/>
                  </a:lnTo>
                  <a:lnTo>
                    <a:pt x="58358" y="4241"/>
                  </a:lnTo>
                  <a:lnTo>
                    <a:pt x="58118" y="4314"/>
                  </a:lnTo>
                  <a:lnTo>
                    <a:pt x="57818" y="4387"/>
                  </a:lnTo>
                  <a:lnTo>
                    <a:pt x="57517" y="4446"/>
                  </a:lnTo>
                  <a:lnTo>
                    <a:pt x="57217" y="4499"/>
                  </a:lnTo>
                  <a:lnTo>
                    <a:pt x="56887" y="4545"/>
                  </a:lnTo>
                  <a:lnTo>
                    <a:pt x="56556" y="4592"/>
                  </a:lnTo>
                  <a:lnTo>
                    <a:pt x="56196" y="4625"/>
                  </a:lnTo>
                  <a:lnTo>
                    <a:pt x="55835" y="4658"/>
                  </a:lnTo>
                  <a:lnTo>
                    <a:pt x="55835" y="4658"/>
                  </a:lnTo>
                  <a:lnTo>
                    <a:pt x="55835" y="4743"/>
                  </a:lnTo>
                  <a:lnTo>
                    <a:pt x="55805" y="4836"/>
                  </a:lnTo>
                  <a:lnTo>
                    <a:pt x="55745" y="4922"/>
                  </a:lnTo>
                  <a:lnTo>
                    <a:pt x="55685" y="5014"/>
                  </a:lnTo>
                  <a:lnTo>
                    <a:pt x="55475" y="5186"/>
                  </a:lnTo>
                  <a:lnTo>
                    <a:pt x="55235" y="5358"/>
                  </a:lnTo>
                  <a:lnTo>
                    <a:pt x="54904" y="5523"/>
                  </a:lnTo>
                  <a:lnTo>
                    <a:pt x="54514" y="5681"/>
                  </a:lnTo>
                  <a:lnTo>
                    <a:pt x="54093" y="5827"/>
                  </a:lnTo>
                  <a:lnTo>
                    <a:pt x="53613" y="5959"/>
                  </a:lnTo>
                  <a:lnTo>
                    <a:pt x="53613" y="5959"/>
                  </a:lnTo>
                  <a:lnTo>
                    <a:pt x="53373" y="6012"/>
                  </a:lnTo>
                  <a:lnTo>
                    <a:pt x="53132" y="6065"/>
                  </a:lnTo>
                  <a:lnTo>
                    <a:pt x="52832" y="6111"/>
                  </a:lnTo>
                  <a:lnTo>
                    <a:pt x="52532" y="6157"/>
                  </a:lnTo>
                  <a:lnTo>
                    <a:pt x="52231" y="6190"/>
                  </a:lnTo>
                  <a:lnTo>
                    <a:pt x="51901" y="6230"/>
                  </a:lnTo>
                  <a:lnTo>
                    <a:pt x="51571" y="6256"/>
                  </a:lnTo>
                  <a:lnTo>
                    <a:pt x="51210" y="6283"/>
                  </a:lnTo>
                  <a:lnTo>
                    <a:pt x="50459" y="6329"/>
                  </a:lnTo>
                  <a:lnTo>
                    <a:pt x="49678" y="6355"/>
                  </a:lnTo>
                  <a:lnTo>
                    <a:pt x="48867" y="6375"/>
                  </a:lnTo>
                  <a:lnTo>
                    <a:pt x="48087" y="6382"/>
                  </a:lnTo>
                  <a:lnTo>
                    <a:pt x="20154" y="6382"/>
                  </a:lnTo>
                  <a:lnTo>
                    <a:pt x="20154" y="6382"/>
                  </a:lnTo>
                  <a:lnTo>
                    <a:pt x="19283" y="6375"/>
                  </a:lnTo>
                  <a:lnTo>
                    <a:pt x="18412" y="6355"/>
                  </a:lnTo>
                  <a:lnTo>
                    <a:pt x="17601" y="6322"/>
                  </a:lnTo>
                  <a:lnTo>
                    <a:pt x="16790" y="6283"/>
                  </a:lnTo>
                  <a:lnTo>
                    <a:pt x="16070" y="6230"/>
                  </a:lnTo>
                  <a:lnTo>
                    <a:pt x="15409" y="6170"/>
                  </a:lnTo>
                  <a:lnTo>
                    <a:pt x="15108" y="6137"/>
                  </a:lnTo>
                  <a:lnTo>
                    <a:pt x="14838" y="6104"/>
                  </a:lnTo>
                  <a:lnTo>
                    <a:pt x="14598" y="6065"/>
                  </a:lnTo>
                  <a:lnTo>
                    <a:pt x="14388" y="6025"/>
                  </a:lnTo>
                  <a:lnTo>
                    <a:pt x="14388" y="6025"/>
                  </a:lnTo>
                  <a:lnTo>
                    <a:pt x="13937" y="5926"/>
                  </a:lnTo>
                  <a:lnTo>
                    <a:pt x="13547" y="5820"/>
                  </a:lnTo>
                  <a:lnTo>
                    <a:pt x="13186" y="5708"/>
                  </a:lnTo>
                  <a:lnTo>
                    <a:pt x="12886" y="5596"/>
                  </a:lnTo>
                  <a:lnTo>
                    <a:pt x="12616" y="5470"/>
                  </a:lnTo>
                  <a:lnTo>
                    <a:pt x="12405" y="5338"/>
                  </a:lnTo>
                  <a:lnTo>
                    <a:pt x="12255" y="5206"/>
                  </a:lnTo>
                  <a:lnTo>
                    <a:pt x="12165" y="5067"/>
                  </a:lnTo>
                  <a:lnTo>
                    <a:pt x="12135" y="4922"/>
                  </a:lnTo>
                  <a:lnTo>
                    <a:pt x="12165" y="4770"/>
                  </a:lnTo>
                  <a:lnTo>
                    <a:pt x="12225" y="4618"/>
                  </a:lnTo>
                  <a:lnTo>
                    <a:pt x="12375" y="4459"/>
                  </a:lnTo>
                  <a:lnTo>
                    <a:pt x="12586" y="4301"/>
                  </a:lnTo>
                  <a:lnTo>
                    <a:pt x="12856" y="4136"/>
                  </a:lnTo>
                  <a:lnTo>
                    <a:pt x="13186" y="3971"/>
                  </a:lnTo>
                  <a:lnTo>
                    <a:pt x="13577" y="3799"/>
                  </a:lnTo>
                  <a:lnTo>
                    <a:pt x="13577" y="3799"/>
                  </a:lnTo>
                  <a:lnTo>
                    <a:pt x="13757" y="3733"/>
                  </a:lnTo>
                  <a:lnTo>
                    <a:pt x="13967" y="3667"/>
                  </a:lnTo>
                  <a:lnTo>
                    <a:pt x="14177" y="3607"/>
                  </a:lnTo>
                  <a:lnTo>
                    <a:pt x="14418" y="3555"/>
                  </a:lnTo>
                  <a:lnTo>
                    <a:pt x="14658" y="3502"/>
                  </a:lnTo>
                  <a:lnTo>
                    <a:pt x="14928" y="3455"/>
                  </a:lnTo>
                  <a:lnTo>
                    <a:pt x="15229" y="3416"/>
                  </a:lnTo>
                  <a:lnTo>
                    <a:pt x="15499" y="3376"/>
                  </a:lnTo>
                  <a:lnTo>
                    <a:pt x="15799" y="3337"/>
                  </a:lnTo>
                  <a:lnTo>
                    <a:pt x="16130" y="3310"/>
                  </a:lnTo>
                  <a:lnTo>
                    <a:pt x="16460" y="3277"/>
                  </a:lnTo>
                  <a:lnTo>
                    <a:pt x="16790" y="3257"/>
                  </a:lnTo>
                  <a:lnTo>
                    <a:pt x="17481" y="3218"/>
                  </a:lnTo>
                  <a:lnTo>
                    <a:pt x="18172" y="3191"/>
                  </a:lnTo>
                  <a:lnTo>
                    <a:pt x="8020" y="3191"/>
                  </a:lnTo>
                  <a:lnTo>
                    <a:pt x="8020" y="3191"/>
                  </a:lnTo>
                  <a:lnTo>
                    <a:pt x="7149" y="3185"/>
                  </a:lnTo>
                  <a:lnTo>
                    <a:pt x="6278" y="3171"/>
                  </a:lnTo>
                  <a:lnTo>
                    <a:pt x="5467" y="3138"/>
                  </a:lnTo>
                  <a:lnTo>
                    <a:pt x="4656" y="3099"/>
                  </a:lnTo>
                  <a:lnTo>
                    <a:pt x="3936" y="3046"/>
                  </a:lnTo>
                  <a:lnTo>
                    <a:pt x="3275" y="2986"/>
                  </a:lnTo>
                  <a:lnTo>
                    <a:pt x="2974" y="2953"/>
                  </a:lnTo>
                  <a:lnTo>
                    <a:pt x="2704" y="2920"/>
                  </a:lnTo>
                  <a:lnTo>
                    <a:pt x="2464" y="2881"/>
                  </a:lnTo>
                  <a:lnTo>
                    <a:pt x="2254" y="2841"/>
                  </a:lnTo>
                  <a:lnTo>
                    <a:pt x="2254" y="2841"/>
                  </a:lnTo>
                  <a:lnTo>
                    <a:pt x="1803" y="2742"/>
                  </a:lnTo>
                  <a:lnTo>
                    <a:pt x="1413" y="2636"/>
                  </a:lnTo>
                  <a:lnTo>
                    <a:pt x="1052" y="2524"/>
                  </a:lnTo>
                  <a:lnTo>
                    <a:pt x="722" y="2405"/>
                  </a:lnTo>
                  <a:lnTo>
                    <a:pt x="482" y="2286"/>
                  </a:lnTo>
                  <a:lnTo>
                    <a:pt x="271" y="2154"/>
                  </a:lnTo>
                  <a:lnTo>
                    <a:pt x="121" y="2022"/>
                  </a:lnTo>
                  <a:lnTo>
                    <a:pt x="31" y="1883"/>
                  </a:lnTo>
                  <a:lnTo>
                    <a:pt x="1" y="1738"/>
                  </a:lnTo>
                  <a:lnTo>
                    <a:pt x="1" y="1586"/>
                  </a:lnTo>
                  <a:lnTo>
                    <a:pt x="91" y="1434"/>
                  </a:lnTo>
                  <a:lnTo>
                    <a:pt x="241" y="1276"/>
                  </a:lnTo>
                  <a:lnTo>
                    <a:pt x="452" y="1117"/>
                  </a:lnTo>
                  <a:lnTo>
                    <a:pt x="722" y="952"/>
                  </a:lnTo>
                  <a:lnTo>
                    <a:pt x="1052" y="787"/>
                  </a:lnTo>
                  <a:lnTo>
                    <a:pt x="1443" y="61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41"/>
            <p:cNvSpPr/>
            <p:nvPr/>
          </p:nvSpPr>
          <p:spPr>
            <a:xfrm rot="10800000">
              <a:off x="5618757" y="815838"/>
              <a:ext cx="584733" cy="191859"/>
            </a:xfrm>
            <a:custGeom>
              <a:avLst/>
              <a:gdLst/>
              <a:ahLst/>
              <a:cxnLst/>
              <a:rect l="l" t="t" r="r" b="b"/>
              <a:pathLst>
                <a:path w="43702" h="3191" extrusionOk="0">
                  <a:moveTo>
                    <a:pt x="6038" y="0"/>
                  </a:moveTo>
                  <a:lnTo>
                    <a:pt x="5347" y="27"/>
                  </a:lnTo>
                  <a:lnTo>
                    <a:pt x="4656" y="66"/>
                  </a:lnTo>
                  <a:lnTo>
                    <a:pt x="4326" y="86"/>
                  </a:lnTo>
                  <a:lnTo>
                    <a:pt x="3996" y="119"/>
                  </a:lnTo>
                  <a:lnTo>
                    <a:pt x="3665" y="146"/>
                  </a:lnTo>
                  <a:lnTo>
                    <a:pt x="3365" y="185"/>
                  </a:lnTo>
                  <a:lnTo>
                    <a:pt x="3095" y="225"/>
                  </a:lnTo>
                  <a:lnTo>
                    <a:pt x="2794" y="264"/>
                  </a:lnTo>
                  <a:lnTo>
                    <a:pt x="2524" y="311"/>
                  </a:lnTo>
                  <a:lnTo>
                    <a:pt x="2284" y="364"/>
                  </a:lnTo>
                  <a:lnTo>
                    <a:pt x="2043" y="416"/>
                  </a:lnTo>
                  <a:lnTo>
                    <a:pt x="1833" y="476"/>
                  </a:lnTo>
                  <a:lnTo>
                    <a:pt x="1623" y="542"/>
                  </a:lnTo>
                  <a:lnTo>
                    <a:pt x="1443" y="608"/>
                  </a:lnTo>
                  <a:lnTo>
                    <a:pt x="1052" y="780"/>
                  </a:lnTo>
                  <a:lnTo>
                    <a:pt x="722" y="945"/>
                  </a:lnTo>
                  <a:lnTo>
                    <a:pt x="452" y="1110"/>
                  </a:lnTo>
                  <a:lnTo>
                    <a:pt x="241" y="1268"/>
                  </a:lnTo>
                  <a:lnTo>
                    <a:pt x="91" y="1427"/>
                  </a:lnTo>
                  <a:lnTo>
                    <a:pt x="31" y="1579"/>
                  </a:lnTo>
                  <a:lnTo>
                    <a:pt x="1" y="1731"/>
                  </a:lnTo>
                  <a:lnTo>
                    <a:pt x="31" y="1876"/>
                  </a:lnTo>
                  <a:lnTo>
                    <a:pt x="121" y="2015"/>
                  </a:lnTo>
                  <a:lnTo>
                    <a:pt x="271" y="2147"/>
                  </a:lnTo>
                  <a:lnTo>
                    <a:pt x="482" y="2279"/>
                  </a:lnTo>
                  <a:lnTo>
                    <a:pt x="752" y="2405"/>
                  </a:lnTo>
                  <a:lnTo>
                    <a:pt x="1052" y="2517"/>
                  </a:lnTo>
                  <a:lnTo>
                    <a:pt x="1413" y="2629"/>
                  </a:lnTo>
                  <a:lnTo>
                    <a:pt x="1803" y="2735"/>
                  </a:lnTo>
                  <a:lnTo>
                    <a:pt x="2254" y="2834"/>
                  </a:lnTo>
                  <a:lnTo>
                    <a:pt x="2464" y="2874"/>
                  </a:lnTo>
                  <a:lnTo>
                    <a:pt x="2704" y="2913"/>
                  </a:lnTo>
                  <a:lnTo>
                    <a:pt x="2974" y="2946"/>
                  </a:lnTo>
                  <a:lnTo>
                    <a:pt x="3275" y="2979"/>
                  </a:lnTo>
                  <a:lnTo>
                    <a:pt x="3936" y="3039"/>
                  </a:lnTo>
                  <a:lnTo>
                    <a:pt x="4656" y="3092"/>
                  </a:lnTo>
                  <a:lnTo>
                    <a:pt x="5467" y="3131"/>
                  </a:lnTo>
                  <a:lnTo>
                    <a:pt x="6278" y="3164"/>
                  </a:lnTo>
                  <a:lnTo>
                    <a:pt x="7149" y="3184"/>
                  </a:lnTo>
                  <a:lnTo>
                    <a:pt x="8020" y="3191"/>
                  </a:lnTo>
                  <a:lnTo>
                    <a:pt x="35953" y="3191"/>
                  </a:lnTo>
                  <a:lnTo>
                    <a:pt x="36733" y="3184"/>
                  </a:lnTo>
                  <a:lnTo>
                    <a:pt x="37544" y="3164"/>
                  </a:lnTo>
                  <a:lnTo>
                    <a:pt x="38325" y="3138"/>
                  </a:lnTo>
                  <a:lnTo>
                    <a:pt x="39076" y="3092"/>
                  </a:lnTo>
                  <a:lnTo>
                    <a:pt x="39437" y="3065"/>
                  </a:lnTo>
                  <a:lnTo>
                    <a:pt x="39767" y="3039"/>
                  </a:lnTo>
                  <a:lnTo>
                    <a:pt x="40097" y="2999"/>
                  </a:lnTo>
                  <a:lnTo>
                    <a:pt x="40398" y="2966"/>
                  </a:lnTo>
                  <a:lnTo>
                    <a:pt x="40698" y="2920"/>
                  </a:lnTo>
                  <a:lnTo>
                    <a:pt x="40998" y="2874"/>
                  </a:lnTo>
                  <a:lnTo>
                    <a:pt x="41239" y="2821"/>
                  </a:lnTo>
                  <a:lnTo>
                    <a:pt x="41479" y="2768"/>
                  </a:lnTo>
                  <a:lnTo>
                    <a:pt x="41959" y="2636"/>
                  </a:lnTo>
                  <a:lnTo>
                    <a:pt x="42380" y="2490"/>
                  </a:lnTo>
                  <a:lnTo>
                    <a:pt x="42770" y="2332"/>
                  </a:lnTo>
                  <a:lnTo>
                    <a:pt x="43101" y="2167"/>
                  </a:lnTo>
                  <a:lnTo>
                    <a:pt x="43341" y="1995"/>
                  </a:lnTo>
                  <a:lnTo>
                    <a:pt x="43551" y="1823"/>
                  </a:lnTo>
                  <a:lnTo>
                    <a:pt x="43611" y="1731"/>
                  </a:lnTo>
                  <a:lnTo>
                    <a:pt x="43671" y="1645"/>
                  </a:lnTo>
                  <a:lnTo>
                    <a:pt x="43701" y="1552"/>
                  </a:lnTo>
                  <a:lnTo>
                    <a:pt x="43701" y="1467"/>
                  </a:lnTo>
                  <a:lnTo>
                    <a:pt x="43131" y="1506"/>
                  </a:lnTo>
                  <a:lnTo>
                    <a:pt x="42530" y="1533"/>
                  </a:lnTo>
                  <a:lnTo>
                    <a:pt x="41959" y="1559"/>
                  </a:lnTo>
                  <a:lnTo>
                    <a:pt x="41389" y="1572"/>
                  </a:lnTo>
                  <a:lnTo>
                    <a:pt x="40998" y="1579"/>
                  </a:lnTo>
                  <a:lnTo>
                    <a:pt x="40608" y="1586"/>
                  </a:lnTo>
                  <a:lnTo>
                    <a:pt x="40157" y="1579"/>
                  </a:lnTo>
                  <a:lnTo>
                    <a:pt x="39707" y="1579"/>
                  </a:lnTo>
                  <a:lnTo>
                    <a:pt x="39256" y="1566"/>
                  </a:lnTo>
                  <a:lnTo>
                    <a:pt x="38746" y="1546"/>
                  </a:lnTo>
                  <a:lnTo>
                    <a:pt x="38265" y="1519"/>
                  </a:lnTo>
                  <a:lnTo>
                    <a:pt x="37755" y="1486"/>
                  </a:lnTo>
                  <a:lnTo>
                    <a:pt x="37244" y="1506"/>
                  </a:lnTo>
                  <a:lnTo>
                    <a:pt x="36673" y="1519"/>
                  </a:lnTo>
                  <a:lnTo>
                    <a:pt x="36133" y="1526"/>
                  </a:lnTo>
                  <a:lnTo>
                    <a:pt x="35592" y="1533"/>
                  </a:lnTo>
                  <a:lnTo>
                    <a:pt x="22437" y="1533"/>
                  </a:lnTo>
                  <a:lnTo>
                    <a:pt x="21626" y="1526"/>
                  </a:lnTo>
                  <a:lnTo>
                    <a:pt x="20815" y="1506"/>
                  </a:lnTo>
                  <a:lnTo>
                    <a:pt x="20034" y="1473"/>
                  </a:lnTo>
                  <a:lnTo>
                    <a:pt x="19644" y="1453"/>
                  </a:lnTo>
                  <a:lnTo>
                    <a:pt x="19283" y="1427"/>
                  </a:lnTo>
                  <a:lnTo>
                    <a:pt x="18923" y="1401"/>
                  </a:lnTo>
                  <a:lnTo>
                    <a:pt x="18562" y="1368"/>
                  </a:lnTo>
                  <a:lnTo>
                    <a:pt x="18232" y="1335"/>
                  </a:lnTo>
                  <a:lnTo>
                    <a:pt x="17902" y="1295"/>
                  </a:lnTo>
                  <a:lnTo>
                    <a:pt x="17601" y="1249"/>
                  </a:lnTo>
                  <a:lnTo>
                    <a:pt x="17331" y="1202"/>
                  </a:lnTo>
                  <a:lnTo>
                    <a:pt x="17061" y="1150"/>
                  </a:lnTo>
                  <a:lnTo>
                    <a:pt x="16820" y="1097"/>
                  </a:lnTo>
                  <a:lnTo>
                    <a:pt x="16430" y="984"/>
                  </a:lnTo>
                  <a:lnTo>
                    <a:pt x="16040" y="859"/>
                  </a:lnTo>
                  <a:lnTo>
                    <a:pt x="15709" y="727"/>
                  </a:lnTo>
                  <a:lnTo>
                    <a:pt x="15409" y="595"/>
                  </a:lnTo>
                  <a:lnTo>
                    <a:pt x="15138" y="449"/>
                  </a:lnTo>
                  <a:lnTo>
                    <a:pt x="14928" y="304"/>
                  </a:lnTo>
                  <a:lnTo>
                    <a:pt x="14748" y="152"/>
                  </a:lnTo>
                  <a:lnTo>
                    <a:pt x="146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1"/>
            <p:cNvSpPr/>
            <p:nvPr/>
          </p:nvSpPr>
          <p:spPr>
            <a:xfrm rot="10800000">
              <a:off x="5618757" y="815838"/>
              <a:ext cx="584733" cy="191859"/>
            </a:xfrm>
            <a:custGeom>
              <a:avLst/>
              <a:gdLst/>
              <a:ahLst/>
              <a:cxnLst/>
              <a:rect l="l" t="t" r="r" b="b"/>
              <a:pathLst>
                <a:path w="43702" h="3191" fill="none" extrusionOk="0">
                  <a:moveTo>
                    <a:pt x="37755" y="1486"/>
                  </a:moveTo>
                  <a:lnTo>
                    <a:pt x="37755" y="1486"/>
                  </a:lnTo>
                  <a:lnTo>
                    <a:pt x="37244" y="1506"/>
                  </a:lnTo>
                  <a:lnTo>
                    <a:pt x="36673" y="1519"/>
                  </a:lnTo>
                  <a:lnTo>
                    <a:pt x="36133" y="1526"/>
                  </a:lnTo>
                  <a:lnTo>
                    <a:pt x="35592" y="1533"/>
                  </a:lnTo>
                  <a:lnTo>
                    <a:pt x="22437" y="1533"/>
                  </a:lnTo>
                  <a:lnTo>
                    <a:pt x="22437" y="1533"/>
                  </a:lnTo>
                  <a:lnTo>
                    <a:pt x="21626" y="1526"/>
                  </a:lnTo>
                  <a:lnTo>
                    <a:pt x="20815" y="1506"/>
                  </a:lnTo>
                  <a:lnTo>
                    <a:pt x="20034" y="1473"/>
                  </a:lnTo>
                  <a:lnTo>
                    <a:pt x="19644" y="1453"/>
                  </a:lnTo>
                  <a:lnTo>
                    <a:pt x="19283" y="1427"/>
                  </a:lnTo>
                  <a:lnTo>
                    <a:pt x="18923" y="1401"/>
                  </a:lnTo>
                  <a:lnTo>
                    <a:pt x="18562" y="1368"/>
                  </a:lnTo>
                  <a:lnTo>
                    <a:pt x="18232" y="1335"/>
                  </a:lnTo>
                  <a:lnTo>
                    <a:pt x="17902" y="1295"/>
                  </a:lnTo>
                  <a:lnTo>
                    <a:pt x="17601" y="1249"/>
                  </a:lnTo>
                  <a:lnTo>
                    <a:pt x="17331" y="1202"/>
                  </a:lnTo>
                  <a:lnTo>
                    <a:pt x="17061" y="1150"/>
                  </a:lnTo>
                  <a:lnTo>
                    <a:pt x="16820" y="1097"/>
                  </a:lnTo>
                  <a:lnTo>
                    <a:pt x="16820" y="1097"/>
                  </a:lnTo>
                  <a:lnTo>
                    <a:pt x="16430" y="984"/>
                  </a:lnTo>
                  <a:lnTo>
                    <a:pt x="16040" y="859"/>
                  </a:lnTo>
                  <a:lnTo>
                    <a:pt x="15709" y="727"/>
                  </a:lnTo>
                  <a:lnTo>
                    <a:pt x="15409" y="595"/>
                  </a:lnTo>
                  <a:lnTo>
                    <a:pt x="15138" y="449"/>
                  </a:lnTo>
                  <a:lnTo>
                    <a:pt x="14928" y="304"/>
                  </a:lnTo>
                  <a:lnTo>
                    <a:pt x="14748" y="152"/>
                  </a:lnTo>
                  <a:lnTo>
                    <a:pt x="14628" y="0"/>
                  </a:lnTo>
                  <a:lnTo>
                    <a:pt x="7810" y="0"/>
                  </a:lnTo>
                  <a:lnTo>
                    <a:pt x="6038" y="0"/>
                  </a:lnTo>
                  <a:lnTo>
                    <a:pt x="6038" y="0"/>
                  </a:lnTo>
                  <a:lnTo>
                    <a:pt x="5347" y="27"/>
                  </a:lnTo>
                  <a:lnTo>
                    <a:pt x="4656" y="66"/>
                  </a:lnTo>
                  <a:lnTo>
                    <a:pt x="4326" y="86"/>
                  </a:lnTo>
                  <a:lnTo>
                    <a:pt x="3996" y="119"/>
                  </a:lnTo>
                  <a:lnTo>
                    <a:pt x="3665" y="146"/>
                  </a:lnTo>
                  <a:lnTo>
                    <a:pt x="3365" y="185"/>
                  </a:lnTo>
                  <a:lnTo>
                    <a:pt x="3095" y="225"/>
                  </a:lnTo>
                  <a:lnTo>
                    <a:pt x="2794" y="264"/>
                  </a:lnTo>
                  <a:lnTo>
                    <a:pt x="2524" y="311"/>
                  </a:lnTo>
                  <a:lnTo>
                    <a:pt x="2284" y="364"/>
                  </a:lnTo>
                  <a:lnTo>
                    <a:pt x="2043" y="416"/>
                  </a:lnTo>
                  <a:lnTo>
                    <a:pt x="1833" y="476"/>
                  </a:lnTo>
                  <a:lnTo>
                    <a:pt x="1623" y="542"/>
                  </a:lnTo>
                  <a:lnTo>
                    <a:pt x="1443" y="608"/>
                  </a:lnTo>
                  <a:lnTo>
                    <a:pt x="1443" y="608"/>
                  </a:lnTo>
                  <a:lnTo>
                    <a:pt x="1052" y="780"/>
                  </a:lnTo>
                  <a:lnTo>
                    <a:pt x="722" y="945"/>
                  </a:lnTo>
                  <a:lnTo>
                    <a:pt x="452" y="1110"/>
                  </a:lnTo>
                  <a:lnTo>
                    <a:pt x="241" y="1268"/>
                  </a:lnTo>
                  <a:lnTo>
                    <a:pt x="91" y="1427"/>
                  </a:lnTo>
                  <a:lnTo>
                    <a:pt x="31" y="1579"/>
                  </a:lnTo>
                  <a:lnTo>
                    <a:pt x="1" y="1731"/>
                  </a:lnTo>
                  <a:lnTo>
                    <a:pt x="31" y="1876"/>
                  </a:lnTo>
                  <a:lnTo>
                    <a:pt x="121" y="2015"/>
                  </a:lnTo>
                  <a:lnTo>
                    <a:pt x="271" y="2147"/>
                  </a:lnTo>
                  <a:lnTo>
                    <a:pt x="482" y="2279"/>
                  </a:lnTo>
                  <a:lnTo>
                    <a:pt x="752" y="2405"/>
                  </a:lnTo>
                  <a:lnTo>
                    <a:pt x="1052" y="2517"/>
                  </a:lnTo>
                  <a:lnTo>
                    <a:pt x="1413" y="2629"/>
                  </a:lnTo>
                  <a:lnTo>
                    <a:pt x="1803" y="2735"/>
                  </a:lnTo>
                  <a:lnTo>
                    <a:pt x="2254" y="2834"/>
                  </a:lnTo>
                  <a:lnTo>
                    <a:pt x="2254" y="2834"/>
                  </a:lnTo>
                  <a:lnTo>
                    <a:pt x="2464" y="2874"/>
                  </a:lnTo>
                  <a:lnTo>
                    <a:pt x="2704" y="2913"/>
                  </a:lnTo>
                  <a:lnTo>
                    <a:pt x="2974" y="2946"/>
                  </a:lnTo>
                  <a:lnTo>
                    <a:pt x="3275" y="2979"/>
                  </a:lnTo>
                  <a:lnTo>
                    <a:pt x="3936" y="3039"/>
                  </a:lnTo>
                  <a:lnTo>
                    <a:pt x="4656" y="3092"/>
                  </a:lnTo>
                  <a:lnTo>
                    <a:pt x="5467" y="3131"/>
                  </a:lnTo>
                  <a:lnTo>
                    <a:pt x="6278" y="3164"/>
                  </a:lnTo>
                  <a:lnTo>
                    <a:pt x="7149" y="3184"/>
                  </a:lnTo>
                  <a:lnTo>
                    <a:pt x="8020" y="3191"/>
                  </a:lnTo>
                  <a:lnTo>
                    <a:pt x="35953" y="3191"/>
                  </a:lnTo>
                  <a:lnTo>
                    <a:pt x="35953" y="3191"/>
                  </a:lnTo>
                  <a:lnTo>
                    <a:pt x="36733" y="3184"/>
                  </a:lnTo>
                  <a:lnTo>
                    <a:pt x="37544" y="3164"/>
                  </a:lnTo>
                  <a:lnTo>
                    <a:pt x="38325" y="3138"/>
                  </a:lnTo>
                  <a:lnTo>
                    <a:pt x="39076" y="3092"/>
                  </a:lnTo>
                  <a:lnTo>
                    <a:pt x="39437" y="3065"/>
                  </a:lnTo>
                  <a:lnTo>
                    <a:pt x="39767" y="3039"/>
                  </a:lnTo>
                  <a:lnTo>
                    <a:pt x="40097" y="2999"/>
                  </a:lnTo>
                  <a:lnTo>
                    <a:pt x="40398" y="2966"/>
                  </a:lnTo>
                  <a:lnTo>
                    <a:pt x="40698" y="2920"/>
                  </a:lnTo>
                  <a:lnTo>
                    <a:pt x="40998" y="2874"/>
                  </a:lnTo>
                  <a:lnTo>
                    <a:pt x="41239" y="2821"/>
                  </a:lnTo>
                  <a:lnTo>
                    <a:pt x="41479" y="2768"/>
                  </a:lnTo>
                  <a:lnTo>
                    <a:pt x="41479" y="2768"/>
                  </a:lnTo>
                  <a:lnTo>
                    <a:pt x="41959" y="2636"/>
                  </a:lnTo>
                  <a:lnTo>
                    <a:pt x="42380" y="2490"/>
                  </a:lnTo>
                  <a:lnTo>
                    <a:pt x="42770" y="2332"/>
                  </a:lnTo>
                  <a:lnTo>
                    <a:pt x="43101" y="2167"/>
                  </a:lnTo>
                  <a:lnTo>
                    <a:pt x="43341" y="1995"/>
                  </a:lnTo>
                  <a:lnTo>
                    <a:pt x="43551" y="1823"/>
                  </a:lnTo>
                  <a:lnTo>
                    <a:pt x="43611" y="1731"/>
                  </a:lnTo>
                  <a:lnTo>
                    <a:pt x="43671" y="1645"/>
                  </a:lnTo>
                  <a:lnTo>
                    <a:pt x="43701" y="1552"/>
                  </a:lnTo>
                  <a:lnTo>
                    <a:pt x="43701" y="1467"/>
                  </a:lnTo>
                  <a:lnTo>
                    <a:pt x="43701" y="1467"/>
                  </a:lnTo>
                  <a:lnTo>
                    <a:pt x="43131" y="1506"/>
                  </a:lnTo>
                  <a:lnTo>
                    <a:pt x="42530" y="1533"/>
                  </a:lnTo>
                  <a:lnTo>
                    <a:pt x="41959" y="1559"/>
                  </a:lnTo>
                  <a:lnTo>
                    <a:pt x="41389" y="1572"/>
                  </a:lnTo>
                  <a:lnTo>
                    <a:pt x="41389" y="1572"/>
                  </a:lnTo>
                  <a:lnTo>
                    <a:pt x="40998" y="1579"/>
                  </a:lnTo>
                  <a:lnTo>
                    <a:pt x="40608" y="1586"/>
                  </a:lnTo>
                  <a:lnTo>
                    <a:pt x="40157" y="1579"/>
                  </a:lnTo>
                  <a:lnTo>
                    <a:pt x="39707" y="1579"/>
                  </a:lnTo>
                  <a:lnTo>
                    <a:pt x="39256" y="1566"/>
                  </a:lnTo>
                  <a:lnTo>
                    <a:pt x="38746" y="1546"/>
                  </a:lnTo>
                  <a:lnTo>
                    <a:pt x="38265" y="1519"/>
                  </a:lnTo>
                  <a:lnTo>
                    <a:pt x="37755" y="148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41"/>
            <p:cNvSpPr/>
            <p:nvPr/>
          </p:nvSpPr>
          <p:spPr>
            <a:xfrm rot="10800000">
              <a:off x="5618757" y="815838"/>
              <a:ext cx="584733" cy="191859"/>
            </a:xfrm>
            <a:custGeom>
              <a:avLst/>
              <a:gdLst/>
              <a:ahLst/>
              <a:cxnLst/>
              <a:rect l="l" t="t" r="r" b="b"/>
              <a:pathLst>
                <a:path w="43702" h="3191" extrusionOk="0">
                  <a:moveTo>
                    <a:pt x="6038" y="0"/>
                  </a:moveTo>
                  <a:lnTo>
                    <a:pt x="5347" y="27"/>
                  </a:lnTo>
                  <a:lnTo>
                    <a:pt x="4656" y="66"/>
                  </a:lnTo>
                  <a:lnTo>
                    <a:pt x="4326" y="86"/>
                  </a:lnTo>
                  <a:lnTo>
                    <a:pt x="3996" y="119"/>
                  </a:lnTo>
                  <a:lnTo>
                    <a:pt x="3665" y="146"/>
                  </a:lnTo>
                  <a:lnTo>
                    <a:pt x="3365" y="185"/>
                  </a:lnTo>
                  <a:lnTo>
                    <a:pt x="3095" y="225"/>
                  </a:lnTo>
                  <a:lnTo>
                    <a:pt x="2794" y="264"/>
                  </a:lnTo>
                  <a:lnTo>
                    <a:pt x="2524" y="311"/>
                  </a:lnTo>
                  <a:lnTo>
                    <a:pt x="2284" y="364"/>
                  </a:lnTo>
                  <a:lnTo>
                    <a:pt x="2043" y="416"/>
                  </a:lnTo>
                  <a:lnTo>
                    <a:pt x="1833" y="476"/>
                  </a:lnTo>
                  <a:lnTo>
                    <a:pt x="1623" y="542"/>
                  </a:lnTo>
                  <a:lnTo>
                    <a:pt x="1443" y="608"/>
                  </a:lnTo>
                  <a:lnTo>
                    <a:pt x="1082" y="753"/>
                  </a:lnTo>
                  <a:lnTo>
                    <a:pt x="812" y="899"/>
                  </a:lnTo>
                  <a:lnTo>
                    <a:pt x="542" y="1037"/>
                  </a:lnTo>
                  <a:lnTo>
                    <a:pt x="361" y="1176"/>
                  </a:lnTo>
                  <a:lnTo>
                    <a:pt x="181" y="1315"/>
                  </a:lnTo>
                  <a:lnTo>
                    <a:pt x="91" y="1447"/>
                  </a:lnTo>
                  <a:lnTo>
                    <a:pt x="31" y="1579"/>
                  </a:lnTo>
                  <a:lnTo>
                    <a:pt x="1" y="1704"/>
                  </a:lnTo>
                  <a:lnTo>
                    <a:pt x="1" y="1790"/>
                  </a:lnTo>
                  <a:lnTo>
                    <a:pt x="31" y="1870"/>
                  </a:lnTo>
                  <a:lnTo>
                    <a:pt x="91" y="1955"/>
                  </a:lnTo>
                  <a:lnTo>
                    <a:pt x="151" y="2035"/>
                  </a:lnTo>
                  <a:lnTo>
                    <a:pt x="241" y="2107"/>
                  </a:lnTo>
                  <a:lnTo>
                    <a:pt x="331" y="2187"/>
                  </a:lnTo>
                  <a:lnTo>
                    <a:pt x="452" y="2259"/>
                  </a:lnTo>
                  <a:lnTo>
                    <a:pt x="572" y="2332"/>
                  </a:lnTo>
                  <a:lnTo>
                    <a:pt x="722" y="2398"/>
                  </a:lnTo>
                  <a:lnTo>
                    <a:pt x="902" y="2471"/>
                  </a:lnTo>
                  <a:lnTo>
                    <a:pt x="1082" y="2537"/>
                  </a:lnTo>
                  <a:lnTo>
                    <a:pt x="1292" y="2603"/>
                  </a:lnTo>
                  <a:lnTo>
                    <a:pt x="1503" y="2662"/>
                  </a:lnTo>
                  <a:lnTo>
                    <a:pt x="1743" y="2722"/>
                  </a:lnTo>
                  <a:lnTo>
                    <a:pt x="2254" y="2834"/>
                  </a:lnTo>
                  <a:lnTo>
                    <a:pt x="2464" y="2874"/>
                  </a:lnTo>
                  <a:lnTo>
                    <a:pt x="2704" y="2913"/>
                  </a:lnTo>
                  <a:lnTo>
                    <a:pt x="2974" y="2946"/>
                  </a:lnTo>
                  <a:lnTo>
                    <a:pt x="3275" y="2979"/>
                  </a:lnTo>
                  <a:lnTo>
                    <a:pt x="3936" y="3039"/>
                  </a:lnTo>
                  <a:lnTo>
                    <a:pt x="4656" y="3092"/>
                  </a:lnTo>
                  <a:lnTo>
                    <a:pt x="5467" y="3131"/>
                  </a:lnTo>
                  <a:lnTo>
                    <a:pt x="6278" y="3164"/>
                  </a:lnTo>
                  <a:lnTo>
                    <a:pt x="7149" y="3184"/>
                  </a:lnTo>
                  <a:lnTo>
                    <a:pt x="8020" y="3191"/>
                  </a:lnTo>
                  <a:lnTo>
                    <a:pt x="35953" y="3191"/>
                  </a:lnTo>
                  <a:lnTo>
                    <a:pt x="36733" y="3184"/>
                  </a:lnTo>
                  <a:lnTo>
                    <a:pt x="37544" y="3164"/>
                  </a:lnTo>
                  <a:lnTo>
                    <a:pt x="38325" y="3138"/>
                  </a:lnTo>
                  <a:lnTo>
                    <a:pt x="39076" y="3092"/>
                  </a:lnTo>
                  <a:lnTo>
                    <a:pt x="39437" y="3065"/>
                  </a:lnTo>
                  <a:lnTo>
                    <a:pt x="39767" y="3039"/>
                  </a:lnTo>
                  <a:lnTo>
                    <a:pt x="40097" y="2999"/>
                  </a:lnTo>
                  <a:lnTo>
                    <a:pt x="40398" y="2966"/>
                  </a:lnTo>
                  <a:lnTo>
                    <a:pt x="40698" y="2920"/>
                  </a:lnTo>
                  <a:lnTo>
                    <a:pt x="40998" y="2874"/>
                  </a:lnTo>
                  <a:lnTo>
                    <a:pt x="41239" y="2821"/>
                  </a:lnTo>
                  <a:lnTo>
                    <a:pt x="41479" y="2768"/>
                  </a:lnTo>
                  <a:lnTo>
                    <a:pt x="41959" y="2636"/>
                  </a:lnTo>
                  <a:lnTo>
                    <a:pt x="42380" y="2490"/>
                  </a:lnTo>
                  <a:lnTo>
                    <a:pt x="42770" y="2332"/>
                  </a:lnTo>
                  <a:lnTo>
                    <a:pt x="43101" y="2167"/>
                  </a:lnTo>
                  <a:lnTo>
                    <a:pt x="43341" y="1995"/>
                  </a:lnTo>
                  <a:lnTo>
                    <a:pt x="43551" y="1823"/>
                  </a:lnTo>
                  <a:lnTo>
                    <a:pt x="43611" y="1731"/>
                  </a:lnTo>
                  <a:lnTo>
                    <a:pt x="43671" y="1645"/>
                  </a:lnTo>
                  <a:lnTo>
                    <a:pt x="43701" y="1552"/>
                  </a:lnTo>
                  <a:lnTo>
                    <a:pt x="43701" y="1467"/>
                  </a:lnTo>
                  <a:lnTo>
                    <a:pt x="43131" y="1506"/>
                  </a:lnTo>
                  <a:lnTo>
                    <a:pt x="42530" y="1533"/>
                  </a:lnTo>
                  <a:lnTo>
                    <a:pt x="41959" y="1559"/>
                  </a:lnTo>
                  <a:lnTo>
                    <a:pt x="41389" y="1572"/>
                  </a:lnTo>
                  <a:lnTo>
                    <a:pt x="41239" y="1579"/>
                  </a:lnTo>
                  <a:lnTo>
                    <a:pt x="40518" y="1586"/>
                  </a:lnTo>
                  <a:lnTo>
                    <a:pt x="39917" y="1579"/>
                  </a:lnTo>
                  <a:lnTo>
                    <a:pt x="39256" y="1566"/>
                  </a:lnTo>
                  <a:lnTo>
                    <a:pt x="38626" y="1539"/>
                  </a:lnTo>
                  <a:lnTo>
                    <a:pt x="37935" y="1500"/>
                  </a:lnTo>
                  <a:lnTo>
                    <a:pt x="37905" y="1500"/>
                  </a:lnTo>
                  <a:lnTo>
                    <a:pt x="37875" y="1493"/>
                  </a:lnTo>
                  <a:lnTo>
                    <a:pt x="37845" y="1493"/>
                  </a:lnTo>
                  <a:lnTo>
                    <a:pt x="37755" y="1486"/>
                  </a:lnTo>
                  <a:lnTo>
                    <a:pt x="37244" y="1506"/>
                  </a:lnTo>
                  <a:lnTo>
                    <a:pt x="36673" y="1519"/>
                  </a:lnTo>
                  <a:lnTo>
                    <a:pt x="36133" y="1526"/>
                  </a:lnTo>
                  <a:lnTo>
                    <a:pt x="35592" y="1533"/>
                  </a:lnTo>
                  <a:lnTo>
                    <a:pt x="22437" y="1533"/>
                  </a:lnTo>
                  <a:lnTo>
                    <a:pt x="21626" y="1526"/>
                  </a:lnTo>
                  <a:lnTo>
                    <a:pt x="20815" y="1506"/>
                  </a:lnTo>
                  <a:lnTo>
                    <a:pt x="20034" y="1473"/>
                  </a:lnTo>
                  <a:lnTo>
                    <a:pt x="19644" y="1453"/>
                  </a:lnTo>
                  <a:lnTo>
                    <a:pt x="19283" y="1427"/>
                  </a:lnTo>
                  <a:lnTo>
                    <a:pt x="18923" y="1401"/>
                  </a:lnTo>
                  <a:lnTo>
                    <a:pt x="18562" y="1368"/>
                  </a:lnTo>
                  <a:lnTo>
                    <a:pt x="18232" y="1335"/>
                  </a:lnTo>
                  <a:lnTo>
                    <a:pt x="17902" y="1295"/>
                  </a:lnTo>
                  <a:lnTo>
                    <a:pt x="17601" y="1249"/>
                  </a:lnTo>
                  <a:lnTo>
                    <a:pt x="17331" y="1202"/>
                  </a:lnTo>
                  <a:lnTo>
                    <a:pt x="17061" y="1150"/>
                  </a:lnTo>
                  <a:lnTo>
                    <a:pt x="16820" y="1097"/>
                  </a:lnTo>
                  <a:lnTo>
                    <a:pt x="16430" y="984"/>
                  </a:lnTo>
                  <a:lnTo>
                    <a:pt x="16040" y="859"/>
                  </a:lnTo>
                  <a:lnTo>
                    <a:pt x="15709" y="727"/>
                  </a:lnTo>
                  <a:lnTo>
                    <a:pt x="15409" y="595"/>
                  </a:lnTo>
                  <a:lnTo>
                    <a:pt x="15138" y="449"/>
                  </a:lnTo>
                  <a:lnTo>
                    <a:pt x="14928" y="304"/>
                  </a:lnTo>
                  <a:lnTo>
                    <a:pt x="14748" y="152"/>
                  </a:lnTo>
                  <a:lnTo>
                    <a:pt x="14628"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41"/>
            <p:cNvSpPr/>
            <p:nvPr/>
          </p:nvSpPr>
          <p:spPr>
            <a:xfrm rot="10800000">
              <a:off x="5618757" y="815838"/>
              <a:ext cx="584733" cy="191859"/>
            </a:xfrm>
            <a:custGeom>
              <a:avLst/>
              <a:gdLst/>
              <a:ahLst/>
              <a:cxnLst/>
              <a:rect l="l" t="t" r="r" b="b"/>
              <a:pathLst>
                <a:path w="43702" h="3191" fill="none" extrusionOk="0">
                  <a:moveTo>
                    <a:pt x="8020" y="3191"/>
                  </a:moveTo>
                  <a:lnTo>
                    <a:pt x="35953" y="3191"/>
                  </a:lnTo>
                  <a:lnTo>
                    <a:pt x="35953" y="3191"/>
                  </a:lnTo>
                  <a:lnTo>
                    <a:pt x="36733" y="3184"/>
                  </a:lnTo>
                  <a:lnTo>
                    <a:pt x="37544" y="3164"/>
                  </a:lnTo>
                  <a:lnTo>
                    <a:pt x="38325" y="3138"/>
                  </a:lnTo>
                  <a:lnTo>
                    <a:pt x="39076" y="3092"/>
                  </a:lnTo>
                  <a:lnTo>
                    <a:pt x="39437" y="3065"/>
                  </a:lnTo>
                  <a:lnTo>
                    <a:pt x="39767" y="3039"/>
                  </a:lnTo>
                  <a:lnTo>
                    <a:pt x="40097" y="2999"/>
                  </a:lnTo>
                  <a:lnTo>
                    <a:pt x="40398" y="2966"/>
                  </a:lnTo>
                  <a:lnTo>
                    <a:pt x="40698" y="2920"/>
                  </a:lnTo>
                  <a:lnTo>
                    <a:pt x="40998" y="2874"/>
                  </a:lnTo>
                  <a:lnTo>
                    <a:pt x="41239" y="2821"/>
                  </a:lnTo>
                  <a:lnTo>
                    <a:pt x="41479" y="2768"/>
                  </a:lnTo>
                  <a:lnTo>
                    <a:pt x="41479" y="2768"/>
                  </a:lnTo>
                  <a:lnTo>
                    <a:pt x="41959" y="2636"/>
                  </a:lnTo>
                  <a:lnTo>
                    <a:pt x="42380" y="2490"/>
                  </a:lnTo>
                  <a:lnTo>
                    <a:pt x="42770" y="2332"/>
                  </a:lnTo>
                  <a:lnTo>
                    <a:pt x="43101" y="2167"/>
                  </a:lnTo>
                  <a:lnTo>
                    <a:pt x="43341" y="1995"/>
                  </a:lnTo>
                  <a:lnTo>
                    <a:pt x="43551" y="1823"/>
                  </a:lnTo>
                  <a:lnTo>
                    <a:pt x="43611" y="1731"/>
                  </a:lnTo>
                  <a:lnTo>
                    <a:pt x="43671" y="1645"/>
                  </a:lnTo>
                  <a:lnTo>
                    <a:pt x="43701" y="1552"/>
                  </a:lnTo>
                  <a:lnTo>
                    <a:pt x="43701" y="1467"/>
                  </a:lnTo>
                  <a:lnTo>
                    <a:pt x="43701" y="1467"/>
                  </a:lnTo>
                  <a:lnTo>
                    <a:pt x="43131" y="1506"/>
                  </a:lnTo>
                  <a:lnTo>
                    <a:pt x="42530" y="1533"/>
                  </a:lnTo>
                  <a:lnTo>
                    <a:pt x="41959" y="1559"/>
                  </a:lnTo>
                  <a:lnTo>
                    <a:pt x="41389" y="1572"/>
                  </a:lnTo>
                  <a:lnTo>
                    <a:pt x="41389" y="1572"/>
                  </a:lnTo>
                  <a:lnTo>
                    <a:pt x="41389" y="1572"/>
                  </a:lnTo>
                  <a:lnTo>
                    <a:pt x="41239" y="1579"/>
                  </a:lnTo>
                  <a:lnTo>
                    <a:pt x="41239" y="1579"/>
                  </a:lnTo>
                  <a:lnTo>
                    <a:pt x="40518" y="1586"/>
                  </a:lnTo>
                  <a:lnTo>
                    <a:pt x="40518" y="1586"/>
                  </a:lnTo>
                  <a:lnTo>
                    <a:pt x="40518" y="1586"/>
                  </a:lnTo>
                  <a:lnTo>
                    <a:pt x="40518" y="1586"/>
                  </a:lnTo>
                  <a:lnTo>
                    <a:pt x="40518" y="1586"/>
                  </a:lnTo>
                  <a:lnTo>
                    <a:pt x="40518" y="1586"/>
                  </a:lnTo>
                  <a:lnTo>
                    <a:pt x="40518" y="1586"/>
                  </a:lnTo>
                  <a:lnTo>
                    <a:pt x="40518" y="1586"/>
                  </a:lnTo>
                  <a:lnTo>
                    <a:pt x="39917" y="1579"/>
                  </a:lnTo>
                  <a:lnTo>
                    <a:pt x="39256" y="1566"/>
                  </a:lnTo>
                  <a:lnTo>
                    <a:pt x="38626" y="1539"/>
                  </a:lnTo>
                  <a:lnTo>
                    <a:pt x="37935" y="1500"/>
                  </a:lnTo>
                  <a:lnTo>
                    <a:pt x="37935" y="1500"/>
                  </a:lnTo>
                  <a:lnTo>
                    <a:pt x="37935" y="1500"/>
                  </a:lnTo>
                  <a:lnTo>
                    <a:pt x="37935" y="1500"/>
                  </a:lnTo>
                  <a:lnTo>
                    <a:pt x="37905" y="1500"/>
                  </a:lnTo>
                  <a:lnTo>
                    <a:pt x="37905" y="1500"/>
                  </a:lnTo>
                  <a:lnTo>
                    <a:pt x="37905" y="1500"/>
                  </a:lnTo>
                  <a:lnTo>
                    <a:pt x="37905" y="1500"/>
                  </a:lnTo>
                  <a:lnTo>
                    <a:pt x="37875" y="1493"/>
                  </a:lnTo>
                  <a:lnTo>
                    <a:pt x="37875" y="1493"/>
                  </a:lnTo>
                  <a:lnTo>
                    <a:pt x="37845" y="1493"/>
                  </a:lnTo>
                  <a:lnTo>
                    <a:pt x="37845" y="1493"/>
                  </a:lnTo>
                  <a:lnTo>
                    <a:pt x="37755" y="1486"/>
                  </a:lnTo>
                  <a:lnTo>
                    <a:pt x="37755" y="1486"/>
                  </a:lnTo>
                  <a:lnTo>
                    <a:pt x="37755" y="1486"/>
                  </a:lnTo>
                  <a:lnTo>
                    <a:pt x="37755" y="1486"/>
                  </a:lnTo>
                  <a:lnTo>
                    <a:pt x="37755" y="1486"/>
                  </a:lnTo>
                  <a:lnTo>
                    <a:pt x="37755" y="1486"/>
                  </a:lnTo>
                  <a:lnTo>
                    <a:pt x="37755" y="1486"/>
                  </a:lnTo>
                  <a:lnTo>
                    <a:pt x="37755" y="1486"/>
                  </a:lnTo>
                  <a:lnTo>
                    <a:pt x="37755" y="1486"/>
                  </a:lnTo>
                  <a:lnTo>
                    <a:pt x="37755" y="1486"/>
                  </a:lnTo>
                  <a:lnTo>
                    <a:pt x="37755" y="1486"/>
                  </a:lnTo>
                  <a:lnTo>
                    <a:pt x="37244" y="1506"/>
                  </a:lnTo>
                  <a:lnTo>
                    <a:pt x="36673" y="1519"/>
                  </a:lnTo>
                  <a:lnTo>
                    <a:pt x="36133" y="1526"/>
                  </a:lnTo>
                  <a:lnTo>
                    <a:pt x="35592" y="1533"/>
                  </a:lnTo>
                  <a:lnTo>
                    <a:pt x="22437" y="1533"/>
                  </a:lnTo>
                  <a:lnTo>
                    <a:pt x="22437" y="1533"/>
                  </a:lnTo>
                  <a:lnTo>
                    <a:pt x="21626" y="1526"/>
                  </a:lnTo>
                  <a:lnTo>
                    <a:pt x="20815" y="1506"/>
                  </a:lnTo>
                  <a:lnTo>
                    <a:pt x="20034" y="1473"/>
                  </a:lnTo>
                  <a:lnTo>
                    <a:pt x="19644" y="1453"/>
                  </a:lnTo>
                  <a:lnTo>
                    <a:pt x="19283" y="1427"/>
                  </a:lnTo>
                  <a:lnTo>
                    <a:pt x="18923" y="1401"/>
                  </a:lnTo>
                  <a:lnTo>
                    <a:pt x="18562" y="1368"/>
                  </a:lnTo>
                  <a:lnTo>
                    <a:pt x="18232" y="1335"/>
                  </a:lnTo>
                  <a:lnTo>
                    <a:pt x="17902" y="1295"/>
                  </a:lnTo>
                  <a:lnTo>
                    <a:pt x="17601" y="1249"/>
                  </a:lnTo>
                  <a:lnTo>
                    <a:pt x="17331" y="1202"/>
                  </a:lnTo>
                  <a:lnTo>
                    <a:pt x="17061" y="1150"/>
                  </a:lnTo>
                  <a:lnTo>
                    <a:pt x="16820" y="1097"/>
                  </a:lnTo>
                  <a:lnTo>
                    <a:pt x="16820" y="1097"/>
                  </a:lnTo>
                  <a:lnTo>
                    <a:pt x="16430" y="984"/>
                  </a:lnTo>
                  <a:lnTo>
                    <a:pt x="16040" y="859"/>
                  </a:lnTo>
                  <a:lnTo>
                    <a:pt x="15709" y="727"/>
                  </a:lnTo>
                  <a:lnTo>
                    <a:pt x="15409" y="595"/>
                  </a:lnTo>
                  <a:lnTo>
                    <a:pt x="15138" y="449"/>
                  </a:lnTo>
                  <a:lnTo>
                    <a:pt x="14928" y="304"/>
                  </a:lnTo>
                  <a:lnTo>
                    <a:pt x="14748" y="152"/>
                  </a:lnTo>
                  <a:lnTo>
                    <a:pt x="14628" y="0"/>
                  </a:lnTo>
                  <a:lnTo>
                    <a:pt x="14628" y="0"/>
                  </a:lnTo>
                  <a:lnTo>
                    <a:pt x="14628" y="0"/>
                  </a:lnTo>
                  <a:lnTo>
                    <a:pt x="14628" y="0"/>
                  </a:lnTo>
                  <a:lnTo>
                    <a:pt x="7810" y="0"/>
                  </a:lnTo>
                  <a:lnTo>
                    <a:pt x="7810" y="0"/>
                  </a:lnTo>
                  <a:lnTo>
                    <a:pt x="7810" y="0"/>
                  </a:lnTo>
                  <a:lnTo>
                    <a:pt x="7810" y="0"/>
                  </a:lnTo>
                  <a:lnTo>
                    <a:pt x="7810" y="0"/>
                  </a:lnTo>
                  <a:lnTo>
                    <a:pt x="6038" y="0"/>
                  </a:lnTo>
                  <a:lnTo>
                    <a:pt x="6038" y="0"/>
                  </a:lnTo>
                  <a:lnTo>
                    <a:pt x="6038" y="0"/>
                  </a:lnTo>
                  <a:lnTo>
                    <a:pt x="6038" y="0"/>
                  </a:lnTo>
                  <a:lnTo>
                    <a:pt x="6038" y="0"/>
                  </a:lnTo>
                  <a:lnTo>
                    <a:pt x="6038" y="0"/>
                  </a:lnTo>
                  <a:lnTo>
                    <a:pt x="6038" y="0"/>
                  </a:lnTo>
                  <a:lnTo>
                    <a:pt x="6038" y="0"/>
                  </a:lnTo>
                  <a:lnTo>
                    <a:pt x="6038" y="0"/>
                  </a:lnTo>
                  <a:lnTo>
                    <a:pt x="5347" y="27"/>
                  </a:lnTo>
                  <a:lnTo>
                    <a:pt x="4656" y="66"/>
                  </a:lnTo>
                  <a:lnTo>
                    <a:pt x="4326" y="86"/>
                  </a:lnTo>
                  <a:lnTo>
                    <a:pt x="3996" y="119"/>
                  </a:lnTo>
                  <a:lnTo>
                    <a:pt x="3665" y="146"/>
                  </a:lnTo>
                  <a:lnTo>
                    <a:pt x="3365" y="185"/>
                  </a:lnTo>
                  <a:lnTo>
                    <a:pt x="3095" y="225"/>
                  </a:lnTo>
                  <a:lnTo>
                    <a:pt x="2794" y="264"/>
                  </a:lnTo>
                  <a:lnTo>
                    <a:pt x="2524" y="311"/>
                  </a:lnTo>
                  <a:lnTo>
                    <a:pt x="2284" y="364"/>
                  </a:lnTo>
                  <a:lnTo>
                    <a:pt x="2043" y="416"/>
                  </a:lnTo>
                  <a:lnTo>
                    <a:pt x="1833" y="476"/>
                  </a:lnTo>
                  <a:lnTo>
                    <a:pt x="1623" y="542"/>
                  </a:lnTo>
                  <a:lnTo>
                    <a:pt x="1443" y="608"/>
                  </a:lnTo>
                  <a:lnTo>
                    <a:pt x="1443" y="608"/>
                  </a:lnTo>
                  <a:lnTo>
                    <a:pt x="1082" y="753"/>
                  </a:lnTo>
                  <a:lnTo>
                    <a:pt x="812" y="899"/>
                  </a:lnTo>
                  <a:lnTo>
                    <a:pt x="542" y="1037"/>
                  </a:lnTo>
                  <a:lnTo>
                    <a:pt x="361" y="1176"/>
                  </a:lnTo>
                  <a:lnTo>
                    <a:pt x="181" y="1315"/>
                  </a:lnTo>
                  <a:lnTo>
                    <a:pt x="91" y="1447"/>
                  </a:lnTo>
                  <a:lnTo>
                    <a:pt x="31" y="1579"/>
                  </a:lnTo>
                  <a:lnTo>
                    <a:pt x="1" y="1704"/>
                  </a:lnTo>
                  <a:lnTo>
                    <a:pt x="1" y="1704"/>
                  </a:lnTo>
                  <a:lnTo>
                    <a:pt x="1" y="1790"/>
                  </a:lnTo>
                  <a:lnTo>
                    <a:pt x="31" y="1870"/>
                  </a:lnTo>
                  <a:lnTo>
                    <a:pt x="91" y="1955"/>
                  </a:lnTo>
                  <a:lnTo>
                    <a:pt x="151" y="2035"/>
                  </a:lnTo>
                  <a:lnTo>
                    <a:pt x="241" y="2107"/>
                  </a:lnTo>
                  <a:lnTo>
                    <a:pt x="331" y="2187"/>
                  </a:lnTo>
                  <a:lnTo>
                    <a:pt x="452" y="2259"/>
                  </a:lnTo>
                  <a:lnTo>
                    <a:pt x="572" y="2332"/>
                  </a:lnTo>
                  <a:lnTo>
                    <a:pt x="722" y="2398"/>
                  </a:lnTo>
                  <a:lnTo>
                    <a:pt x="902" y="2471"/>
                  </a:lnTo>
                  <a:lnTo>
                    <a:pt x="1082" y="2537"/>
                  </a:lnTo>
                  <a:lnTo>
                    <a:pt x="1292" y="2603"/>
                  </a:lnTo>
                  <a:lnTo>
                    <a:pt x="1503" y="2662"/>
                  </a:lnTo>
                  <a:lnTo>
                    <a:pt x="1743" y="2722"/>
                  </a:lnTo>
                  <a:lnTo>
                    <a:pt x="2254" y="2834"/>
                  </a:lnTo>
                  <a:lnTo>
                    <a:pt x="2254" y="2834"/>
                  </a:lnTo>
                  <a:lnTo>
                    <a:pt x="2464" y="2874"/>
                  </a:lnTo>
                  <a:lnTo>
                    <a:pt x="2704" y="2913"/>
                  </a:lnTo>
                  <a:lnTo>
                    <a:pt x="2974" y="2946"/>
                  </a:lnTo>
                  <a:lnTo>
                    <a:pt x="3275" y="2979"/>
                  </a:lnTo>
                  <a:lnTo>
                    <a:pt x="3936" y="3039"/>
                  </a:lnTo>
                  <a:lnTo>
                    <a:pt x="4656" y="3092"/>
                  </a:lnTo>
                  <a:lnTo>
                    <a:pt x="5467" y="3131"/>
                  </a:lnTo>
                  <a:lnTo>
                    <a:pt x="6278" y="3164"/>
                  </a:lnTo>
                  <a:lnTo>
                    <a:pt x="7149" y="3184"/>
                  </a:lnTo>
                  <a:lnTo>
                    <a:pt x="8020" y="319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41"/>
            <p:cNvSpPr/>
            <p:nvPr/>
          </p:nvSpPr>
          <p:spPr>
            <a:xfrm rot="10800000">
              <a:off x="5781106" y="1007637"/>
              <a:ext cx="584733" cy="191919"/>
            </a:xfrm>
            <a:custGeom>
              <a:avLst/>
              <a:gdLst/>
              <a:ahLst/>
              <a:cxnLst/>
              <a:rect l="l" t="t" r="r" b="b"/>
              <a:pathLst>
                <a:path w="43702" h="3192" extrusionOk="0">
                  <a:moveTo>
                    <a:pt x="6398" y="1"/>
                  </a:moveTo>
                  <a:lnTo>
                    <a:pt x="5918" y="14"/>
                  </a:lnTo>
                  <a:lnTo>
                    <a:pt x="5467" y="27"/>
                  </a:lnTo>
                  <a:lnTo>
                    <a:pt x="4987" y="47"/>
                  </a:lnTo>
                  <a:lnTo>
                    <a:pt x="4566" y="80"/>
                  </a:lnTo>
                  <a:lnTo>
                    <a:pt x="4116" y="113"/>
                  </a:lnTo>
                  <a:lnTo>
                    <a:pt x="3725" y="153"/>
                  </a:lnTo>
                  <a:lnTo>
                    <a:pt x="3305" y="199"/>
                  </a:lnTo>
                  <a:lnTo>
                    <a:pt x="2944" y="252"/>
                  </a:lnTo>
                  <a:lnTo>
                    <a:pt x="2584" y="311"/>
                  </a:lnTo>
                  <a:lnTo>
                    <a:pt x="2254" y="377"/>
                  </a:lnTo>
                  <a:lnTo>
                    <a:pt x="1953" y="450"/>
                  </a:lnTo>
                  <a:lnTo>
                    <a:pt x="1683" y="529"/>
                  </a:lnTo>
                  <a:lnTo>
                    <a:pt x="1443" y="615"/>
                  </a:lnTo>
                  <a:lnTo>
                    <a:pt x="1052" y="787"/>
                  </a:lnTo>
                  <a:lnTo>
                    <a:pt x="722" y="952"/>
                  </a:lnTo>
                  <a:lnTo>
                    <a:pt x="452" y="1117"/>
                  </a:lnTo>
                  <a:lnTo>
                    <a:pt x="241" y="1276"/>
                  </a:lnTo>
                  <a:lnTo>
                    <a:pt x="91" y="1434"/>
                  </a:lnTo>
                  <a:lnTo>
                    <a:pt x="1" y="1586"/>
                  </a:lnTo>
                  <a:lnTo>
                    <a:pt x="1" y="1738"/>
                  </a:lnTo>
                  <a:lnTo>
                    <a:pt x="31" y="1883"/>
                  </a:lnTo>
                  <a:lnTo>
                    <a:pt x="121" y="2022"/>
                  </a:lnTo>
                  <a:lnTo>
                    <a:pt x="271" y="2154"/>
                  </a:lnTo>
                  <a:lnTo>
                    <a:pt x="482" y="2286"/>
                  </a:lnTo>
                  <a:lnTo>
                    <a:pt x="722" y="2405"/>
                  </a:lnTo>
                  <a:lnTo>
                    <a:pt x="1052" y="2524"/>
                  </a:lnTo>
                  <a:lnTo>
                    <a:pt x="1413" y="2636"/>
                  </a:lnTo>
                  <a:lnTo>
                    <a:pt x="1803" y="2742"/>
                  </a:lnTo>
                  <a:lnTo>
                    <a:pt x="2254" y="2841"/>
                  </a:lnTo>
                  <a:lnTo>
                    <a:pt x="2464" y="2881"/>
                  </a:lnTo>
                  <a:lnTo>
                    <a:pt x="2704" y="2920"/>
                  </a:lnTo>
                  <a:lnTo>
                    <a:pt x="2974" y="2953"/>
                  </a:lnTo>
                  <a:lnTo>
                    <a:pt x="3275" y="2986"/>
                  </a:lnTo>
                  <a:lnTo>
                    <a:pt x="3936" y="3046"/>
                  </a:lnTo>
                  <a:lnTo>
                    <a:pt x="4656" y="3099"/>
                  </a:lnTo>
                  <a:lnTo>
                    <a:pt x="5467" y="3138"/>
                  </a:lnTo>
                  <a:lnTo>
                    <a:pt x="6278" y="3171"/>
                  </a:lnTo>
                  <a:lnTo>
                    <a:pt x="7149" y="3185"/>
                  </a:lnTo>
                  <a:lnTo>
                    <a:pt x="8020" y="3191"/>
                  </a:lnTo>
                  <a:lnTo>
                    <a:pt x="18172" y="3191"/>
                  </a:lnTo>
                  <a:lnTo>
                    <a:pt x="18622" y="3185"/>
                  </a:lnTo>
                  <a:lnTo>
                    <a:pt x="19493" y="3185"/>
                  </a:lnTo>
                  <a:lnTo>
                    <a:pt x="19944" y="3191"/>
                  </a:lnTo>
                  <a:lnTo>
                    <a:pt x="26762" y="3191"/>
                  </a:lnTo>
                  <a:lnTo>
                    <a:pt x="26702" y="3026"/>
                  </a:lnTo>
                  <a:lnTo>
                    <a:pt x="26702" y="2861"/>
                  </a:lnTo>
                  <a:lnTo>
                    <a:pt x="26732" y="2775"/>
                  </a:lnTo>
                  <a:lnTo>
                    <a:pt x="26792" y="2696"/>
                  </a:lnTo>
                  <a:lnTo>
                    <a:pt x="26852" y="2610"/>
                  </a:lnTo>
                  <a:lnTo>
                    <a:pt x="26942" y="2531"/>
                  </a:lnTo>
                  <a:lnTo>
                    <a:pt x="27062" y="2451"/>
                  </a:lnTo>
                  <a:lnTo>
                    <a:pt x="27182" y="2372"/>
                  </a:lnTo>
                  <a:lnTo>
                    <a:pt x="27333" y="2293"/>
                  </a:lnTo>
                  <a:lnTo>
                    <a:pt x="27513" y="2220"/>
                  </a:lnTo>
                  <a:lnTo>
                    <a:pt x="27693" y="2148"/>
                  </a:lnTo>
                  <a:lnTo>
                    <a:pt x="27903" y="2075"/>
                  </a:lnTo>
                  <a:lnTo>
                    <a:pt x="28143" y="2009"/>
                  </a:lnTo>
                  <a:lnTo>
                    <a:pt x="28414" y="1936"/>
                  </a:lnTo>
                  <a:lnTo>
                    <a:pt x="28654" y="1883"/>
                  </a:lnTo>
                  <a:lnTo>
                    <a:pt x="28924" y="1837"/>
                  </a:lnTo>
                  <a:lnTo>
                    <a:pt x="29255" y="1791"/>
                  </a:lnTo>
                  <a:lnTo>
                    <a:pt x="29585" y="1745"/>
                  </a:lnTo>
                  <a:lnTo>
                    <a:pt x="29946" y="1705"/>
                  </a:lnTo>
                  <a:lnTo>
                    <a:pt x="30306" y="1672"/>
                  </a:lnTo>
                  <a:lnTo>
                    <a:pt x="30726" y="1639"/>
                  </a:lnTo>
                  <a:lnTo>
                    <a:pt x="31147" y="1606"/>
                  </a:lnTo>
                  <a:lnTo>
                    <a:pt x="31597" y="1580"/>
                  </a:lnTo>
                  <a:lnTo>
                    <a:pt x="32078" y="1560"/>
                  </a:lnTo>
                  <a:lnTo>
                    <a:pt x="32559" y="1540"/>
                  </a:lnTo>
                  <a:lnTo>
                    <a:pt x="33069" y="1520"/>
                  </a:lnTo>
                  <a:lnTo>
                    <a:pt x="33610" y="1513"/>
                  </a:lnTo>
                  <a:lnTo>
                    <a:pt x="34150" y="1507"/>
                  </a:lnTo>
                  <a:lnTo>
                    <a:pt x="34691" y="1500"/>
                  </a:lnTo>
                  <a:lnTo>
                    <a:pt x="43701" y="1500"/>
                  </a:lnTo>
                  <a:lnTo>
                    <a:pt x="43701" y="1362"/>
                  </a:lnTo>
                  <a:lnTo>
                    <a:pt x="43641" y="1223"/>
                  </a:lnTo>
                  <a:lnTo>
                    <a:pt x="43521" y="1084"/>
                  </a:lnTo>
                  <a:lnTo>
                    <a:pt x="43341" y="952"/>
                  </a:lnTo>
                  <a:lnTo>
                    <a:pt x="43101" y="820"/>
                  </a:lnTo>
                  <a:lnTo>
                    <a:pt x="42800" y="694"/>
                  </a:lnTo>
                  <a:lnTo>
                    <a:pt x="42440" y="576"/>
                  </a:lnTo>
                  <a:lnTo>
                    <a:pt x="42230" y="516"/>
                  </a:lnTo>
                  <a:lnTo>
                    <a:pt x="42020" y="463"/>
                  </a:lnTo>
                  <a:lnTo>
                    <a:pt x="41779" y="410"/>
                  </a:lnTo>
                  <a:lnTo>
                    <a:pt x="41479" y="358"/>
                  </a:lnTo>
                  <a:lnTo>
                    <a:pt x="41179" y="311"/>
                  </a:lnTo>
                  <a:lnTo>
                    <a:pt x="40818" y="265"/>
                  </a:lnTo>
                  <a:lnTo>
                    <a:pt x="40458" y="219"/>
                  </a:lnTo>
                  <a:lnTo>
                    <a:pt x="40067" y="179"/>
                  </a:lnTo>
                  <a:lnTo>
                    <a:pt x="39647" y="140"/>
                  </a:lnTo>
                  <a:lnTo>
                    <a:pt x="39196" y="107"/>
                  </a:lnTo>
                  <a:lnTo>
                    <a:pt x="38716" y="80"/>
                  </a:lnTo>
                  <a:lnTo>
                    <a:pt x="38265" y="54"/>
                  </a:lnTo>
                  <a:lnTo>
                    <a:pt x="37755" y="34"/>
                  </a:lnTo>
                  <a:lnTo>
                    <a:pt x="37274" y="14"/>
                  </a:lnTo>
                  <a:lnTo>
                    <a:pt x="36763" y="7"/>
                  </a:lnTo>
                  <a:lnTo>
                    <a:pt x="36253" y="1"/>
                  </a:lnTo>
                  <a:lnTo>
                    <a:pt x="35742" y="1"/>
                  </a:lnTo>
                  <a:lnTo>
                    <a:pt x="35232" y="7"/>
                  </a:lnTo>
                  <a:lnTo>
                    <a:pt x="7810" y="7"/>
                  </a:lnTo>
                  <a:lnTo>
                    <a:pt x="73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41"/>
            <p:cNvSpPr/>
            <p:nvPr/>
          </p:nvSpPr>
          <p:spPr>
            <a:xfrm rot="10800000">
              <a:off x="5781106" y="1007637"/>
              <a:ext cx="584733" cy="191919"/>
            </a:xfrm>
            <a:custGeom>
              <a:avLst/>
              <a:gdLst/>
              <a:ahLst/>
              <a:cxnLst/>
              <a:rect l="l" t="t" r="r" b="b"/>
              <a:pathLst>
                <a:path w="43702" h="3192" fill="none" extrusionOk="0">
                  <a:moveTo>
                    <a:pt x="2254" y="2841"/>
                  </a:moveTo>
                  <a:lnTo>
                    <a:pt x="2254" y="2841"/>
                  </a:lnTo>
                  <a:lnTo>
                    <a:pt x="2464" y="2881"/>
                  </a:lnTo>
                  <a:lnTo>
                    <a:pt x="2704" y="2920"/>
                  </a:lnTo>
                  <a:lnTo>
                    <a:pt x="2974" y="2953"/>
                  </a:lnTo>
                  <a:lnTo>
                    <a:pt x="3275" y="2986"/>
                  </a:lnTo>
                  <a:lnTo>
                    <a:pt x="3936" y="3046"/>
                  </a:lnTo>
                  <a:lnTo>
                    <a:pt x="4656" y="3099"/>
                  </a:lnTo>
                  <a:lnTo>
                    <a:pt x="5467" y="3138"/>
                  </a:lnTo>
                  <a:lnTo>
                    <a:pt x="6278" y="3171"/>
                  </a:lnTo>
                  <a:lnTo>
                    <a:pt x="7149" y="3185"/>
                  </a:lnTo>
                  <a:lnTo>
                    <a:pt x="8020" y="3191"/>
                  </a:lnTo>
                  <a:lnTo>
                    <a:pt x="18172" y="3191"/>
                  </a:lnTo>
                  <a:lnTo>
                    <a:pt x="18172" y="3191"/>
                  </a:lnTo>
                  <a:lnTo>
                    <a:pt x="18622" y="3185"/>
                  </a:lnTo>
                  <a:lnTo>
                    <a:pt x="19073" y="3185"/>
                  </a:lnTo>
                  <a:lnTo>
                    <a:pt x="19493" y="3185"/>
                  </a:lnTo>
                  <a:lnTo>
                    <a:pt x="19944" y="3191"/>
                  </a:lnTo>
                  <a:lnTo>
                    <a:pt x="26762" y="3191"/>
                  </a:lnTo>
                  <a:lnTo>
                    <a:pt x="26762" y="3191"/>
                  </a:lnTo>
                  <a:lnTo>
                    <a:pt x="26702" y="3026"/>
                  </a:lnTo>
                  <a:lnTo>
                    <a:pt x="26702" y="2861"/>
                  </a:lnTo>
                  <a:lnTo>
                    <a:pt x="26732" y="2775"/>
                  </a:lnTo>
                  <a:lnTo>
                    <a:pt x="26792" y="2696"/>
                  </a:lnTo>
                  <a:lnTo>
                    <a:pt x="26852" y="2610"/>
                  </a:lnTo>
                  <a:lnTo>
                    <a:pt x="26942" y="2531"/>
                  </a:lnTo>
                  <a:lnTo>
                    <a:pt x="27062" y="2451"/>
                  </a:lnTo>
                  <a:lnTo>
                    <a:pt x="27182" y="2372"/>
                  </a:lnTo>
                  <a:lnTo>
                    <a:pt x="27333" y="2293"/>
                  </a:lnTo>
                  <a:lnTo>
                    <a:pt x="27513" y="2220"/>
                  </a:lnTo>
                  <a:lnTo>
                    <a:pt x="27693" y="2148"/>
                  </a:lnTo>
                  <a:lnTo>
                    <a:pt x="27903" y="2075"/>
                  </a:lnTo>
                  <a:lnTo>
                    <a:pt x="28143" y="2009"/>
                  </a:lnTo>
                  <a:lnTo>
                    <a:pt x="28414" y="1936"/>
                  </a:lnTo>
                  <a:lnTo>
                    <a:pt x="28414" y="1936"/>
                  </a:lnTo>
                  <a:lnTo>
                    <a:pt x="28654" y="1883"/>
                  </a:lnTo>
                  <a:lnTo>
                    <a:pt x="28924" y="1837"/>
                  </a:lnTo>
                  <a:lnTo>
                    <a:pt x="29255" y="1791"/>
                  </a:lnTo>
                  <a:lnTo>
                    <a:pt x="29585" y="1745"/>
                  </a:lnTo>
                  <a:lnTo>
                    <a:pt x="29946" y="1705"/>
                  </a:lnTo>
                  <a:lnTo>
                    <a:pt x="30306" y="1672"/>
                  </a:lnTo>
                  <a:lnTo>
                    <a:pt x="30726" y="1639"/>
                  </a:lnTo>
                  <a:lnTo>
                    <a:pt x="31147" y="1606"/>
                  </a:lnTo>
                  <a:lnTo>
                    <a:pt x="31597" y="1580"/>
                  </a:lnTo>
                  <a:lnTo>
                    <a:pt x="32078" y="1560"/>
                  </a:lnTo>
                  <a:lnTo>
                    <a:pt x="32559" y="1540"/>
                  </a:lnTo>
                  <a:lnTo>
                    <a:pt x="33069" y="1520"/>
                  </a:lnTo>
                  <a:lnTo>
                    <a:pt x="33610" y="1513"/>
                  </a:lnTo>
                  <a:lnTo>
                    <a:pt x="34150" y="1507"/>
                  </a:lnTo>
                  <a:lnTo>
                    <a:pt x="34691" y="1500"/>
                  </a:lnTo>
                  <a:lnTo>
                    <a:pt x="35262" y="1500"/>
                  </a:lnTo>
                  <a:lnTo>
                    <a:pt x="43701" y="1500"/>
                  </a:lnTo>
                  <a:lnTo>
                    <a:pt x="43701" y="1500"/>
                  </a:lnTo>
                  <a:lnTo>
                    <a:pt x="43701" y="1362"/>
                  </a:lnTo>
                  <a:lnTo>
                    <a:pt x="43641" y="1223"/>
                  </a:lnTo>
                  <a:lnTo>
                    <a:pt x="43521" y="1084"/>
                  </a:lnTo>
                  <a:lnTo>
                    <a:pt x="43341" y="952"/>
                  </a:lnTo>
                  <a:lnTo>
                    <a:pt x="43101" y="820"/>
                  </a:lnTo>
                  <a:lnTo>
                    <a:pt x="42800" y="694"/>
                  </a:lnTo>
                  <a:lnTo>
                    <a:pt x="42440" y="576"/>
                  </a:lnTo>
                  <a:lnTo>
                    <a:pt x="42230" y="516"/>
                  </a:lnTo>
                  <a:lnTo>
                    <a:pt x="42020" y="463"/>
                  </a:lnTo>
                  <a:lnTo>
                    <a:pt x="42020" y="463"/>
                  </a:lnTo>
                  <a:lnTo>
                    <a:pt x="41779" y="410"/>
                  </a:lnTo>
                  <a:lnTo>
                    <a:pt x="41479" y="358"/>
                  </a:lnTo>
                  <a:lnTo>
                    <a:pt x="41179" y="311"/>
                  </a:lnTo>
                  <a:lnTo>
                    <a:pt x="40818" y="265"/>
                  </a:lnTo>
                  <a:lnTo>
                    <a:pt x="40458" y="219"/>
                  </a:lnTo>
                  <a:lnTo>
                    <a:pt x="40067" y="179"/>
                  </a:lnTo>
                  <a:lnTo>
                    <a:pt x="39647" y="140"/>
                  </a:lnTo>
                  <a:lnTo>
                    <a:pt x="39196" y="107"/>
                  </a:lnTo>
                  <a:lnTo>
                    <a:pt x="38716" y="80"/>
                  </a:lnTo>
                  <a:lnTo>
                    <a:pt x="38265" y="54"/>
                  </a:lnTo>
                  <a:lnTo>
                    <a:pt x="37755" y="34"/>
                  </a:lnTo>
                  <a:lnTo>
                    <a:pt x="37274" y="14"/>
                  </a:lnTo>
                  <a:lnTo>
                    <a:pt x="36763" y="7"/>
                  </a:lnTo>
                  <a:lnTo>
                    <a:pt x="36253" y="1"/>
                  </a:lnTo>
                  <a:lnTo>
                    <a:pt x="35742" y="1"/>
                  </a:lnTo>
                  <a:lnTo>
                    <a:pt x="35232" y="7"/>
                  </a:lnTo>
                  <a:lnTo>
                    <a:pt x="7810" y="7"/>
                  </a:lnTo>
                  <a:lnTo>
                    <a:pt x="7810" y="7"/>
                  </a:lnTo>
                  <a:lnTo>
                    <a:pt x="7329" y="1"/>
                  </a:lnTo>
                  <a:lnTo>
                    <a:pt x="6849" y="1"/>
                  </a:lnTo>
                  <a:lnTo>
                    <a:pt x="6398" y="1"/>
                  </a:lnTo>
                  <a:lnTo>
                    <a:pt x="5918" y="14"/>
                  </a:lnTo>
                  <a:lnTo>
                    <a:pt x="5467" y="27"/>
                  </a:lnTo>
                  <a:lnTo>
                    <a:pt x="4987" y="47"/>
                  </a:lnTo>
                  <a:lnTo>
                    <a:pt x="4566" y="80"/>
                  </a:lnTo>
                  <a:lnTo>
                    <a:pt x="4116" y="113"/>
                  </a:lnTo>
                  <a:lnTo>
                    <a:pt x="3725" y="153"/>
                  </a:lnTo>
                  <a:lnTo>
                    <a:pt x="3305" y="199"/>
                  </a:lnTo>
                  <a:lnTo>
                    <a:pt x="2944" y="252"/>
                  </a:lnTo>
                  <a:lnTo>
                    <a:pt x="2584" y="311"/>
                  </a:lnTo>
                  <a:lnTo>
                    <a:pt x="2254" y="377"/>
                  </a:lnTo>
                  <a:lnTo>
                    <a:pt x="1953" y="450"/>
                  </a:lnTo>
                  <a:lnTo>
                    <a:pt x="1683" y="529"/>
                  </a:lnTo>
                  <a:lnTo>
                    <a:pt x="1443" y="615"/>
                  </a:lnTo>
                  <a:lnTo>
                    <a:pt x="1443" y="615"/>
                  </a:lnTo>
                  <a:lnTo>
                    <a:pt x="1052" y="787"/>
                  </a:lnTo>
                  <a:lnTo>
                    <a:pt x="722" y="952"/>
                  </a:lnTo>
                  <a:lnTo>
                    <a:pt x="452" y="1117"/>
                  </a:lnTo>
                  <a:lnTo>
                    <a:pt x="241" y="1276"/>
                  </a:lnTo>
                  <a:lnTo>
                    <a:pt x="91" y="1434"/>
                  </a:lnTo>
                  <a:lnTo>
                    <a:pt x="1" y="1586"/>
                  </a:lnTo>
                  <a:lnTo>
                    <a:pt x="1" y="1738"/>
                  </a:lnTo>
                  <a:lnTo>
                    <a:pt x="31" y="1883"/>
                  </a:lnTo>
                  <a:lnTo>
                    <a:pt x="121" y="2022"/>
                  </a:lnTo>
                  <a:lnTo>
                    <a:pt x="271" y="2154"/>
                  </a:lnTo>
                  <a:lnTo>
                    <a:pt x="482" y="2286"/>
                  </a:lnTo>
                  <a:lnTo>
                    <a:pt x="722" y="2405"/>
                  </a:lnTo>
                  <a:lnTo>
                    <a:pt x="1052" y="2524"/>
                  </a:lnTo>
                  <a:lnTo>
                    <a:pt x="1413" y="2636"/>
                  </a:lnTo>
                  <a:lnTo>
                    <a:pt x="1803" y="2742"/>
                  </a:lnTo>
                  <a:lnTo>
                    <a:pt x="2254" y="284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1"/>
            <p:cNvSpPr/>
            <p:nvPr/>
          </p:nvSpPr>
          <p:spPr>
            <a:xfrm rot="10800000">
              <a:off x="5781106" y="1007637"/>
              <a:ext cx="584733" cy="191919"/>
            </a:xfrm>
            <a:custGeom>
              <a:avLst/>
              <a:gdLst/>
              <a:ahLst/>
              <a:cxnLst/>
              <a:rect l="l" t="t" r="r" b="b"/>
              <a:pathLst>
                <a:path w="43702" h="3192" extrusionOk="0">
                  <a:moveTo>
                    <a:pt x="6488" y="1"/>
                  </a:moveTo>
                  <a:lnTo>
                    <a:pt x="6098" y="7"/>
                  </a:lnTo>
                  <a:lnTo>
                    <a:pt x="5678" y="21"/>
                  </a:lnTo>
                  <a:lnTo>
                    <a:pt x="5257" y="34"/>
                  </a:lnTo>
                  <a:lnTo>
                    <a:pt x="4867" y="60"/>
                  </a:lnTo>
                  <a:lnTo>
                    <a:pt x="4476" y="80"/>
                  </a:lnTo>
                  <a:lnTo>
                    <a:pt x="4116" y="113"/>
                  </a:lnTo>
                  <a:lnTo>
                    <a:pt x="3725" y="146"/>
                  </a:lnTo>
                  <a:lnTo>
                    <a:pt x="3395" y="186"/>
                  </a:lnTo>
                  <a:lnTo>
                    <a:pt x="3034" y="232"/>
                  </a:lnTo>
                  <a:lnTo>
                    <a:pt x="2734" y="285"/>
                  </a:lnTo>
                  <a:lnTo>
                    <a:pt x="2434" y="338"/>
                  </a:lnTo>
                  <a:lnTo>
                    <a:pt x="2133" y="404"/>
                  </a:lnTo>
                  <a:lnTo>
                    <a:pt x="1893" y="463"/>
                  </a:lnTo>
                  <a:lnTo>
                    <a:pt x="1653" y="536"/>
                  </a:lnTo>
                  <a:lnTo>
                    <a:pt x="1443" y="615"/>
                  </a:lnTo>
                  <a:lnTo>
                    <a:pt x="1082" y="760"/>
                  </a:lnTo>
                  <a:lnTo>
                    <a:pt x="782" y="906"/>
                  </a:lnTo>
                  <a:lnTo>
                    <a:pt x="542" y="1045"/>
                  </a:lnTo>
                  <a:lnTo>
                    <a:pt x="361" y="1183"/>
                  </a:lnTo>
                  <a:lnTo>
                    <a:pt x="181" y="1322"/>
                  </a:lnTo>
                  <a:lnTo>
                    <a:pt x="91" y="1454"/>
                  </a:lnTo>
                  <a:lnTo>
                    <a:pt x="31" y="1586"/>
                  </a:lnTo>
                  <a:lnTo>
                    <a:pt x="1" y="1712"/>
                  </a:lnTo>
                  <a:lnTo>
                    <a:pt x="1" y="1798"/>
                  </a:lnTo>
                  <a:lnTo>
                    <a:pt x="31" y="1877"/>
                  </a:lnTo>
                  <a:lnTo>
                    <a:pt x="91" y="1963"/>
                  </a:lnTo>
                  <a:lnTo>
                    <a:pt x="151" y="2035"/>
                  </a:lnTo>
                  <a:lnTo>
                    <a:pt x="241" y="2115"/>
                  </a:lnTo>
                  <a:lnTo>
                    <a:pt x="331" y="2194"/>
                  </a:lnTo>
                  <a:lnTo>
                    <a:pt x="452" y="2266"/>
                  </a:lnTo>
                  <a:lnTo>
                    <a:pt x="572" y="2339"/>
                  </a:lnTo>
                  <a:lnTo>
                    <a:pt x="722" y="2405"/>
                  </a:lnTo>
                  <a:lnTo>
                    <a:pt x="902" y="2478"/>
                  </a:lnTo>
                  <a:lnTo>
                    <a:pt x="1082" y="2544"/>
                  </a:lnTo>
                  <a:lnTo>
                    <a:pt x="1292" y="2603"/>
                  </a:lnTo>
                  <a:lnTo>
                    <a:pt x="1503" y="2669"/>
                  </a:lnTo>
                  <a:lnTo>
                    <a:pt x="1743" y="2729"/>
                  </a:lnTo>
                  <a:lnTo>
                    <a:pt x="2254" y="2841"/>
                  </a:lnTo>
                  <a:lnTo>
                    <a:pt x="2464" y="2881"/>
                  </a:lnTo>
                  <a:lnTo>
                    <a:pt x="2704" y="2920"/>
                  </a:lnTo>
                  <a:lnTo>
                    <a:pt x="2974" y="2953"/>
                  </a:lnTo>
                  <a:lnTo>
                    <a:pt x="3275" y="2986"/>
                  </a:lnTo>
                  <a:lnTo>
                    <a:pt x="3936" y="3046"/>
                  </a:lnTo>
                  <a:lnTo>
                    <a:pt x="4656" y="3099"/>
                  </a:lnTo>
                  <a:lnTo>
                    <a:pt x="5467" y="3138"/>
                  </a:lnTo>
                  <a:lnTo>
                    <a:pt x="6278" y="3171"/>
                  </a:lnTo>
                  <a:lnTo>
                    <a:pt x="7149" y="3185"/>
                  </a:lnTo>
                  <a:lnTo>
                    <a:pt x="8020" y="3191"/>
                  </a:lnTo>
                  <a:lnTo>
                    <a:pt x="18172" y="3191"/>
                  </a:lnTo>
                  <a:lnTo>
                    <a:pt x="18622" y="3185"/>
                  </a:lnTo>
                  <a:lnTo>
                    <a:pt x="19073" y="3185"/>
                  </a:lnTo>
                  <a:lnTo>
                    <a:pt x="19794" y="3191"/>
                  </a:lnTo>
                  <a:lnTo>
                    <a:pt x="26762" y="3191"/>
                  </a:lnTo>
                  <a:lnTo>
                    <a:pt x="26732" y="3072"/>
                  </a:lnTo>
                  <a:lnTo>
                    <a:pt x="26702" y="2953"/>
                  </a:lnTo>
                  <a:lnTo>
                    <a:pt x="26732" y="2815"/>
                  </a:lnTo>
                  <a:lnTo>
                    <a:pt x="26792" y="2683"/>
                  </a:lnTo>
                  <a:lnTo>
                    <a:pt x="26912" y="2544"/>
                  </a:lnTo>
                  <a:lnTo>
                    <a:pt x="27092" y="2418"/>
                  </a:lnTo>
                  <a:lnTo>
                    <a:pt x="27333" y="2286"/>
                  </a:lnTo>
                  <a:lnTo>
                    <a:pt x="27633" y="2167"/>
                  </a:lnTo>
                  <a:lnTo>
                    <a:pt x="27993" y="2049"/>
                  </a:lnTo>
                  <a:lnTo>
                    <a:pt x="28414" y="1936"/>
                  </a:lnTo>
                  <a:lnTo>
                    <a:pt x="28654" y="1890"/>
                  </a:lnTo>
                  <a:lnTo>
                    <a:pt x="28924" y="1844"/>
                  </a:lnTo>
                  <a:lnTo>
                    <a:pt x="29195" y="1798"/>
                  </a:lnTo>
                  <a:lnTo>
                    <a:pt x="29525" y="1751"/>
                  </a:lnTo>
                  <a:lnTo>
                    <a:pt x="29855" y="1712"/>
                  </a:lnTo>
                  <a:lnTo>
                    <a:pt x="30216" y="1679"/>
                  </a:lnTo>
                  <a:lnTo>
                    <a:pt x="30606" y="1646"/>
                  </a:lnTo>
                  <a:lnTo>
                    <a:pt x="30997" y="1619"/>
                  </a:lnTo>
                  <a:lnTo>
                    <a:pt x="31417" y="1586"/>
                  </a:lnTo>
                  <a:lnTo>
                    <a:pt x="31868" y="1566"/>
                  </a:lnTo>
                  <a:lnTo>
                    <a:pt x="32348" y="1547"/>
                  </a:lnTo>
                  <a:lnTo>
                    <a:pt x="32829" y="1527"/>
                  </a:lnTo>
                  <a:lnTo>
                    <a:pt x="33820" y="1507"/>
                  </a:lnTo>
                  <a:lnTo>
                    <a:pt x="34871" y="1500"/>
                  </a:lnTo>
                  <a:lnTo>
                    <a:pt x="43701" y="1500"/>
                  </a:lnTo>
                  <a:lnTo>
                    <a:pt x="43701" y="1461"/>
                  </a:lnTo>
                  <a:lnTo>
                    <a:pt x="43701" y="1329"/>
                  </a:lnTo>
                  <a:lnTo>
                    <a:pt x="43611" y="1196"/>
                  </a:lnTo>
                  <a:lnTo>
                    <a:pt x="43491" y="1064"/>
                  </a:lnTo>
                  <a:lnTo>
                    <a:pt x="43311" y="932"/>
                  </a:lnTo>
                  <a:lnTo>
                    <a:pt x="43071" y="807"/>
                  </a:lnTo>
                  <a:lnTo>
                    <a:pt x="42800" y="688"/>
                  </a:lnTo>
                  <a:lnTo>
                    <a:pt x="42440" y="576"/>
                  </a:lnTo>
                  <a:lnTo>
                    <a:pt x="42020" y="463"/>
                  </a:lnTo>
                  <a:lnTo>
                    <a:pt x="41809" y="417"/>
                  </a:lnTo>
                  <a:lnTo>
                    <a:pt x="41539" y="371"/>
                  </a:lnTo>
                  <a:lnTo>
                    <a:pt x="41269" y="325"/>
                  </a:lnTo>
                  <a:lnTo>
                    <a:pt x="40968" y="285"/>
                  </a:lnTo>
                  <a:lnTo>
                    <a:pt x="40668" y="245"/>
                  </a:lnTo>
                  <a:lnTo>
                    <a:pt x="40308" y="206"/>
                  </a:lnTo>
                  <a:lnTo>
                    <a:pt x="39947" y="166"/>
                  </a:lnTo>
                  <a:lnTo>
                    <a:pt x="39557" y="140"/>
                  </a:lnTo>
                  <a:lnTo>
                    <a:pt x="39166" y="107"/>
                  </a:lnTo>
                  <a:lnTo>
                    <a:pt x="38746" y="80"/>
                  </a:lnTo>
                  <a:lnTo>
                    <a:pt x="38325" y="54"/>
                  </a:lnTo>
                  <a:lnTo>
                    <a:pt x="37905" y="40"/>
                  </a:lnTo>
                  <a:lnTo>
                    <a:pt x="37454" y="21"/>
                  </a:lnTo>
                  <a:lnTo>
                    <a:pt x="37004" y="7"/>
                  </a:lnTo>
                  <a:lnTo>
                    <a:pt x="36553" y="1"/>
                  </a:lnTo>
                  <a:lnTo>
                    <a:pt x="35682" y="1"/>
                  </a:lnTo>
                  <a:lnTo>
                    <a:pt x="35232" y="7"/>
                  </a:lnTo>
                  <a:lnTo>
                    <a:pt x="7810" y="7"/>
                  </a:lnTo>
                  <a:lnTo>
                    <a:pt x="7359" y="1"/>
                  </a:lnTo>
                  <a:close/>
                </a:path>
              </a:pathLst>
            </a:custGeom>
            <a:solidFill>
              <a:srgbClr val="FF8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41"/>
            <p:cNvSpPr/>
            <p:nvPr/>
          </p:nvSpPr>
          <p:spPr>
            <a:xfrm rot="10800000">
              <a:off x="5781106" y="1007637"/>
              <a:ext cx="584733" cy="191919"/>
            </a:xfrm>
            <a:custGeom>
              <a:avLst/>
              <a:gdLst/>
              <a:ahLst/>
              <a:cxnLst/>
              <a:rect l="l" t="t" r="r" b="b"/>
              <a:pathLst>
                <a:path w="43702" h="3192" fill="none" extrusionOk="0">
                  <a:moveTo>
                    <a:pt x="8020" y="3191"/>
                  </a:moveTo>
                  <a:lnTo>
                    <a:pt x="18172" y="3191"/>
                  </a:lnTo>
                  <a:lnTo>
                    <a:pt x="18172" y="3191"/>
                  </a:lnTo>
                  <a:lnTo>
                    <a:pt x="18172" y="3191"/>
                  </a:lnTo>
                  <a:lnTo>
                    <a:pt x="18172" y="3191"/>
                  </a:lnTo>
                  <a:lnTo>
                    <a:pt x="18622" y="3185"/>
                  </a:lnTo>
                  <a:lnTo>
                    <a:pt x="19073" y="3185"/>
                  </a:lnTo>
                  <a:lnTo>
                    <a:pt x="19073" y="3185"/>
                  </a:lnTo>
                  <a:lnTo>
                    <a:pt x="19073" y="3185"/>
                  </a:lnTo>
                  <a:lnTo>
                    <a:pt x="19073" y="3185"/>
                  </a:lnTo>
                  <a:lnTo>
                    <a:pt x="19073" y="3185"/>
                  </a:lnTo>
                  <a:lnTo>
                    <a:pt x="19073" y="3185"/>
                  </a:lnTo>
                  <a:lnTo>
                    <a:pt x="19073" y="3185"/>
                  </a:lnTo>
                  <a:lnTo>
                    <a:pt x="19794" y="3191"/>
                  </a:lnTo>
                  <a:lnTo>
                    <a:pt x="19794" y="3191"/>
                  </a:lnTo>
                  <a:lnTo>
                    <a:pt x="19794" y="3191"/>
                  </a:lnTo>
                  <a:lnTo>
                    <a:pt x="19794" y="3191"/>
                  </a:lnTo>
                  <a:lnTo>
                    <a:pt x="19944" y="3191"/>
                  </a:lnTo>
                  <a:lnTo>
                    <a:pt x="26762" y="3191"/>
                  </a:lnTo>
                  <a:lnTo>
                    <a:pt x="26762" y="3191"/>
                  </a:lnTo>
                  <a:lnTo>
                    <a:pt x="26732" y="3072"/>
                  </a:lnTo>
                  <a:lnTo>
                    <a:pt x="26702" y="2953"/>
                  </a:lnTo>
                  <a:lnTo>
                    <a:pt x="26702" y="2953"/>
                  </a:lnTo>
                  <a:lnTo>
                    <a:pt x="26732" y="2815"/>
                  </a:lnTo>
                  <a:lnTo>
                    <a:pt x="26792" y="2683"/>
                  </a:lnTo>
                  <a:lnTo>
                    <a:pt x="26912" y="2544"/>
                  </a:lnTo>
                  <a:lnTo>
                    <a:pt x="27092" y="2418"/>
                  </a:lnTo>
                  <a:lnTo>
                    <a:pt x="27333" y="2286"/>
                  </a:lnTo>
                  <a:lnTo>
                    <a:pt x="27633" y="2167"/>
                  </a:lnTo>
                  <a:lnTo>
                    <a:pt x="27993" y="2049"/>
                  </a:lnTo>
                  <a:lnTo>
                    <a:pt x="28414" y="1936"/>
                  </a:lnTo>
                  <a:lnTo>
                    <a:pt x="28414" y="1936"/>
                  </a:lnTo>
                  <a:lnTo>
                    <a:pt x="28654" y="1890"/>
                  </a:lnTo>
                  <a:lnTo>
                    <a:pt x="28924" y="1844"/>
                  </a:lnTo>
                  <a:lnTo>
                    <a:pt x="29195" y="1798"/>
                  </a:lnTo>
                  <a:lnTo>
                    <a:pt x="29525" y="1751"/>
                  </a:lnTo>
                  <a:lnTo>
                    <a:pt x="29855" y="1712"/>
                  </a:lnTo>
                  <a:lnTo>
                    <a:pt x="30216" y="1679"/>
                  </a:lnTo>
                  <a:lnTo>
                    <a:pt x="30606" y="1646"/>
                  </a:lnTo>
                  <a:lnTo>
                    <a:pt x="30997" y="1619"/>
                  </a:lnTo>
                  <a:lnTo>
                    <a:pt x="31417" y="1586"/>
                  </a:lnTo>
                  <a:lnTo>
                    <a:pt x="31868" y="1566"/>
                  </a:lnTo>
                  <a:lnTo>
                    <a:pt x="32348" y="1547"/>
                  </a:lnTo>
                  <a:lnTo>
                    <a:pt x="32829" y="1527"/>
                  </a:lnTo>
                  <a:lnTo>
                    <a:pt x="33820" y="1507"/>
                  </a:lnTo>
                  <a:lnTo>
                    <a:pt x="34871" y="1500"/>
                  </a:lnTo>
                  <a:lnTo>
                    <a:pt x="34871" y="1500"/>
                  </a:lnTo>
                  <a:lnTo>
                    <a:pt x="35262" y="1500"/>
                  </a:lnTo>
                  <a:lnTo>
                    <a:pt x="43701" y="1500"/>
                  </a:lnTo>
                  <a:lnTo>
                    <a:pt x="43701" y="1500"/>
                  </a:lnTo>
                  <a:lnTo>
                    <a:pt x="43701" y="1461"/>
                  </a:lnTo>
                  <a:lnTo>
                    <a:pt x="43701" y="1461"/>
                  </a:lnTo>
                  <a:lnTo>
                    <a:pt x="43701" y="1329"/>
                  </a:lnTo>
                  <a:lnTo>
                    <a:pt x="43611" y="1196"/>
                  </a:lnTo>
                  <a:lnTo>
                    <a:pt x="43491" y="1064"/>
                  </a:lnTo>
                  <a:lnTo>
                    <a:pt x="43311" y="932"/>
                  </a:lnTo>
                  <a:lnTo>
                    <a:pt x="43071" y="807"/>
                  </a:lnTo>
                  <a:lnTo>
                    <a:pt x="42800" y="688"/>
                  </a:lnTo>
                  <a:lnTo>
                    <a:pt x="42440" y="576"/>
                  </a:lnTo>
                  <a:lnTo>
                    <a:pt x="42020" y="463"/>
                  </a:lnTo>
                  <a:lnTo>
                    <a:pt x="42020" y="463"/>
                  </a:lnTo>
                  <a:lnTo>
                    <a:pt x="41809" y="417"/>
                  </a:lnTo>
                  <a:lnTo>
                    <a:pt x="41539" y="371"/>
                  </a:lnTo>
                  <a:lnTo>
                    <a:pt x="41269" y="325"/>
                  </a:lnTo>
                  <a:lnTo>
                    <a:pt x="40968" y="285"/>
                  </a:lnTo>
                  <a:lnTo>
                    <a:pt x="40668" y="245"/>
                  </a:lnTo>
                  <a:lnTo>
                    <a:pt x="40308" y="206"/>
                  </a:lnTo>
                  <a:lnTo>
                    <a:pt x="39947" y="166"/>
                  </a:lnTo>
                  <a:lnTo>
                    <a:pt x="39557" y="140"/>
                  </a:lnTo>
                  <a:lnTo>
                    <a:pt x="39166" y="107"/>
                  </a:lnTo>
                  <a:lnTo>
                    <a:pt x="38746" y="80"/>
                  </a:lnTo>
                  <a:lnTo>
                    <a:pt x="38325" y="54"/>
                  </a:lnTo>
                  <a:lnTo>
                    <a:pt x="37905" y="40"/>
                  </a:lnTo>
                  <a:lnTo>
                    <a:pt x="37454" y="21"/>
                  </a:lnTo>
                  <a:lnTo>
                    <a:pt x="37004" y="7"/>
                  </a:lnTo>
                  <a:lnTo>
                    <a:pt x="36553" y="1"/>
                  </a:lnTo>
                  <a:lnTo>
                    <a:pt x="36103" y="1"/>
                  </a:lnTo>
                  <a:lnTo>
                    <a:pt x="36103" y="1"/>
                  </a:lnTo>
                  <a:lnTo>
                    <a:pt x="35682" y="1"/>
                  </a:lnTo>
                  <a:lnTo>
                    <a:pt x="35232" y="7"/>
                  </a:lnTo>
                  <a:lnTo>
                    <a:pt x="7810" y="7"/>
                  </a:lnTo>
                  <a:lnTo>
                    <a:pt x="7810" y="7"/>
                  </a:lnTo>
                  <a:lnTo>
                    <a:pt x="7359" y="1"/>
                  </a:lnTo>
                  <a:lnTo>
                    <a:pt x="6909" y="1"/>
                  </a:lnTo>
                  <a:lnTo>
                    <a:pt x="6909" y="1"/>
                  </a:lnTo>
                  <a:lnTo>
                    <a:pt x="6488" y="1"/>
                  </a:lnTo>
                  <a:lnTo>
                    <a:pt x="6098" y="7"/>
                  </a:lnTo>
                  <a:lnTo>
                    <a:pt x="5678" y="21"/>
                  </a:lnTo>
                  <a:lnTo>
                    <a:pt x="5257" y="34"/>
                  </a:lnTo>
                  <a:lnTo>
                    <a:pt x="4867" y="60"/>
                  </a:lnTo>
                  <a:lnTo>
                    <a:pt x="4476" y="80"/>
                  </a:lnTo>
                  <a:lnTo>
                    <a:pt x="4116" y="113"/>
                  </a:lnTo>
                  <a:lnTo>
                    <a:pt x="3725" y="146"/>
                  </a:lnTo>
                  <a:lnTo>
                    <a:pt x="3395" y="186"/>
                  </a:lnTo>
                  <a:lnTo>
                    <a:pt x="3034" y="232"/>
                  </a:lnTo>
                  <a:lnTo>
                    <a:pt x="2734" y="285"/>
                  </a:lnTo>
                  <a:lnTo>
                    <a:pt x="2434" y="338"/>
                  </a:lnTo>
                  <a:lnTo>
                    <a:pt x="2133" y="404"/>
                  </a:lnTo>
                  <a:lnTo>
                    <a:pt x="1893" y="463"/>
                  </a:lnTo>
                  <a:lnTo>
                    <a:pt x="1653" y="536"/>
                  </a:lnTo>
                  <a:lnTo>
                    <a:pt x="1443" y="615"/>
                  </a:lnTo>
                  <a:lnTo>
                    <a:pt x="1443" y="615"/>
                  </a:lnTo>
                  <a:lnTo>
                    <a:pt x="1082" y="760"/>
                  </a:lnTo>
                  <a:lnTo>
                    <a:pt x="782" y="906"/>
                  </a:lnTo>
                  <a:lnTo>
                    <a:pt x="542" y="1045"/>
                  </a:lnTo>
                  <a:lnTo>
                    <a:pt x="361" y="1183"/>
                  </a:lnTo>
                  <a:lnTo>
                    <a:pt x="181" y="1322"/>
                  </a:lnTo>
                  <a:lnTo>
                    <a:pt x="91" y="1454"/>
                  </a:lnTo>
                  <a:lnTo>
                    <a:pt x="31" y="1586"/>
                  </a:lnTo>
                  <a:lnTo>
                    <a:pt x="1" y="1712"/>
                  </a:lnTo>
                  <a:lnTo>
                    <a:pt x="1" y="1712"/>
                  </a:lnTo>
                  <a:lnTo>
                    <a:pt x="1" y="1798"/>
                  </a:lnTo>
                  <a:lnTo>
                    <a:pt x="31" y="1877"/>
                  </a:lnTo>
                  <a:lnTo>
                    <a:pt x="91" y="1963"/>
                  </a:lnTo>
                  <a:lnTo>
                    <a:pt x="151" y="2035"/>
                  </a:lnTo>
                  <a:lnTo>
                    <a:pt x="241" y="2115"/>
                  </a:lnTo>
                  <a:lnTo>
                    <a:pt x="331" y="2194"/>
                  </a:lnTo>
                  <a:lnTo>
                    <a:pt x="452" y="2266"/>
                  </a:lnTo>
                  <a:lnTo>
                    <a:pt x="572" y="2339"/>
                  </a:lnTo>
                  <a:lnTo>
                    <a:pt x="722" y="2405"/>
                  </a:lnTo>
                  <a:lnTo>
                    <a:pt x="902" y="2478"/>
                  </a:lnTo>
                  <a:lnTo>
                    <a:pt x="1082" y="2544"/>
                  </a:lnTo>
                  <a:lnTo>
                    <a:pt x="1292" y="2603"/>
                  </a:lnTo>
                  <a:lnTo>
                    <a:pt x="1503" y="2669"/>
                  </a:lnTo>
                  <a:lnTo>
                    <a:pt x="1743" y="2729"/>
                  </a:lnTo>
                  <a:lnTo>
                    <a:pt x="2254" y="2841"/>
                  </a:lnTo>
                  <a:lnTo>
                    <a:pt x="2254" y="2841"/>
                  </a:lnTo>
                  <a:lnTo>
                    <a:pt x="2464" y="2881"/>
                  </a:lnTo>
                  <a:lnTo>
                    <a:pt x="2704" y="2920"/>
                  </a:lnTo>
                  <a:lnTo>
                    <a:pt x="2974" y="2953"/>
                  </a:lnTo>
                  <a:lnTo>
                    <a:pt x="3275" y="2986"/>
                  </a:lnTo>
                  <a:lnTo>
                    <a:pt x="3936" y="3046"/>
                  </a:lnTo>
                  <a:lnTo>
                    <a:pt x="4656" y="3099"/>
                  </a:lnTo>
                  <a:lnTo>
                    <a:pt x="5467" y="3138"/>
                  </a:lnTo>
                  <a:lnTo>
                    <a:pt x="6278" y="3171"/>
                  </a:lnTo>
                  <a:lnTo>
                    <a:pt x="7149" y="3185"/>
                  </a:lnTo>
                  <a:lnTo>
                    <a:pt x="8020" y="319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41"/>
            <p:cNvSpPr/>
            <p:nvPr/>
          </p:nvSpPr>
          <p:spPr>
            <a:xfrm rot="10800000">
              <a:off x="6098994" y="1007637"/>
              <a:ext cx="23723" cy="481"/>
            </a:xfrm>
            <a:custGeom>
              <a:avLst/>
              <a:gdLst/>
              <a:ahLst/>
              <a:cxnLst/>
              <a:rect l="l" t="t" r="r" b="b"/>
              <a:pathLst>
                <a:path w="1773" h="8" extrusionOk="0">
                  <a:moveTo>
                    <a:pt x="451" y="1"/>
                  </a:moveTo>
                  <a:lnTo>
                    <a:pt x="1" y="7"/>
                  </a:lnTo>
                  <a:lnTo>
                    <a:pt x="1773" y="7"/>
                  </a:lnTo>
                  <a:lnTo>
                    <a:pt x="13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1"/>
            <p:cNvSpPr/>
            <p:nvPr/>
          </p:nvSpPr>
          <p:spPr>
            <a:xfrm rot="10800000">
              <a:off x="6098994" y="1007637"/>
              <a:ext cx="23723" cy="481"/>
            </a:xfrm>
            <a:custGeom>
              <a:avLst/>
              <a:gdLst/>
              <a:ahLst/>
              <a:cxnLst/>
              <a:rect l="l" t="t" r="r" b="b"/>
              <a:pathLst>
                <a:path w="1773" h="8" fill="none" extrusionOk="0">
                  <a:moveTo>
                    <a:pt x="1" y="7"/>
                  </a:moveTo>
                  <a:lnTo>
                    <a:pt x="1773" y="7"/>
                  </a:lnTo>
                  <a:lnTo>
                    <a:pt x="1773" y="7"/>
                  </a:lnTo>
                  <a:lnTo>
                    <a:pt x="132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1"/>
            <p:cNvSpPr/>
            <p:nvPr/>
          </p:nvSpPr>
          <p:spPr>
            <a:xfrm rot="10800000">
              <a:off x="6098994" y="1007637"/>
              <a:ext cx="23723" cy="481"/>
            </a:xfrm>
            <a:custGeom>
              <a:avLst/>
              <a:gdLst/>
              <a:ahLst/>
              <a:cxnLst/>
              <a:rect l="l" t="t" r="r" b="b"/>
              <a:pathLst>
                <a:path w="1773" h="8" extrusionOk="0">
                  <a:moveTo>
                    <a:pt x="451" y="1"/>
                  </a:moveTo>
                  <a:lnTo>
                    <a:pt x="1" y="7"/>
                  </a:lnTo>
                  <a:lnTo>
                    <a:pt x="1773" y="7"/>
                  </a:lnTo>
                  <a:lnTo>
                    <a:pt x="1322" y="1"/>
                  </a:lnTo>
                  <a:close/>
                </a:path>
              </a:pathLst>
            </a:custGeom>
            <a:solidFill>
              <a:srgbClr val="FF3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1"/>
            <p:cNvSpPr/>
            <p:nvPr/>
          </p:nvSpPr>
          <p:spPr>
            <a:xfrm rot="10800000">
              <a:off x="6098994" y="1007637"/>
              <a:ext cx="23723" cy="481"/>
            </a:xfrm>
            <a:custGeom>
              <a:avLst/>
              <a:gdLst/>
              <a:ahLst/>
              <a:cxnLst/>
              <a:rect l="l" t="t" r="r" b="b"/>
              <a:pathLst>
                <a:path w="1773" h="8" fill="none" extrusionOk="0">
                  <a:moveTo>
                    <a:pt x="1" y="7"/>
                  </a:moveTo>
                  <a:lnTo>
                    <a:pt x="1773" y="7"/>
                  </a:lnTo>
                  <a:lnTo>
                    <a:pt x="1773" y="7"/>
                  </a:lnTo>
                  <a:lnTo>
                    <a:pt x="1322" y="1"/>
                  </a:lnTo>
                  <a:lnTo>
                    <a:pt x="90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1"/>
            <p:cNvSpPr/>
            <p:nvPr/>
          </p:nvSpPr>
          <p:spPr>
            <a:xfrm rot="10800000">
              <a:off x="5568542" y="919494"/>
              <a:ext cx="104899" cy="184343"/>
            </a:xfrm>
            <a:custGeom>
              <a:avLst/>
              <a:gdLst/>
              <a:ahLst/>
              <a:cxnLst/>
              <a:rect l="l" t="t" r="r" b="b"/>
              <a:pathLst>
                <a:path w="7840" h="3066" extrusionOk="0">
                  <a:moveTo>
                    <a:pt x="571" y="1"/>
                  </a:moveTo>
                  <a:lnTo>
                    <a:pt x="1" y="14"/>
                  </a:lnTo>
                  <a:lnTo>
                    <a:pt x="421" y="47"/>
                  </a:lnTo>
                  <a:lnTo>
                    <a:pt x="782" y="87"/>
                  </a:lnTo>
                  <a:lnTo>
                    <a:pt x="1142" y="139"/>
                  </a:lnTo>
                  <a:lnTo>
                    <a:pt x="1502" y="192"/>
                  </a:lnTo>
                  <a:lnTo>
                    <a:pt x="1803" y="258"/>
                  </a:lnTo>
                  <a:lnTo>
                    <a:pt x="2103" y="331"/>
                  </a:lnTo>
                  <a:lnTo>
                    <a:pt x="2373" y="410"/>
                  </a:lnTo>
                  <a:lnTo>
                    <a:pt x="2614" y="503"/>
                  </a:lnTo>
                  <a:lnTo>
                    <a:pt x="2944" y="628"/>
                  </a:lnTo>
                  <a:lnTo>
                    <a:pt x="3214" y="760"/>
                  </a:lnTo>
                  <a:lnTo>
                    <a:pt x="3455" y="886"/>
                  </a:lnTo>
                  <a:lnTo>
                    <a:pt x="3635" y="1011"/>
                  </a:lnTo>
                  <a:lnTo>
                    <a:pt x="3785" y="1137"/>
                  </a:lnTo>
                  <a:lnTo>
                    <a:pt x="3935" y="1256"/>
                  </a:lnTo>
                  <a:lnTo>
                    <a:pt x="4025" y="1375"/>
                  </a:lnTo>
                  <a:lnTo>
                    <a:pt x="4055" y="1494"/>
                  </a:lnTo>
                  <a:lnTo>
                    <a:pt x="4085" y="1606"/>
                  </a:lnTo>
                  <a:lnTo>
                    <a:pt x="4055" y="1718"/>
                  </a:lnTo>
                  <a:lnTo>
                    <a:pt x="4025" y="1830"/>
                  </a:lnTo>
                  <a:lnTo>
                    <a:pt x="3935" y="1936"/>
                  </a:lnTo>
                  <a:lnTo>
                    <a:pt x="3815" y="2042"/>
                  </a:lnTo>
                  <a:lnTo>
                    <a:pt x="3695" y="2141"/>
                  </a:lnTo>
                  <a:lnTo>
                    <a:pt x="3515" y="2240"/>
                  </a:lnTo>
                  <a:lnTo>
                    <a:pt x="3305" y="2332"/>
                  </a:lnTo>
                  <a:lnTo>
                    <a:pt x="3515" y="2418"/>
                  </a:lnTo>
                  <a:lnTo>
                    <a:pt x="3665" y="2504"/>
                  </a:lnTo>
                  <a:lnTo>
                    <a:pt x="3815" y="2597"/>
                  </a:lnTo>
                  <a:lnTo>
                    <a:pt x="3905" y="2689"/>
                  </a:lnTo>
                  <a:lnTo>
                    <a:pt x="3995" y="2782"/>
                  </a:lnTo>
                  <a:lnTo>
                    <a:pt x="4055" y="2874"/>
                  </a:lnTo>
                  <a:lnTo>
                    <a:pt x="4085" y="2967"/>
                  </a:lnTo>
                  <a:lnTo>
                    <a:pt x="4085" y="3066"/>
                  </a:lnTo>
                  <a:lnTo>
                    <a:pt x="4446" y="3033"/>
                  </a:lnTo>
                  <a:lnTo>
                    <a:pt x="4806" y="3000"/>
                  </a:lnTo>
                  <a:lnTo>
                    <a:pt x="5137" y="2953"/>
                  </a:lnTo>
                  <a:lnTo>
                    <a:pt x="5467" y="2907"/>
                  </a:lnTo>
                  <a:lnTo>
                    <a:pt x="5767" y="2854"/>
                  </a:lnTo>
                  <a:lnTo>
                    <a:pt x="6068" y="2795"/>
                  </a:lnTo>
                  <a:lnTo>
                    <a:pt x="6368" y="2722"/>
                  </a:lnTo>
                  <a:lnTo>
                    <a:pt x="6608" y="2649"/>
                  </a:lnTo>
                  <a:lnTo>
                    <a:pt x="6879" y="2564"/>
                  </a:lnTo>
                  <a:lnTo>
                    <a:pt x="7089" y="2465"/>
                  </a:lnTo>
                  <a:lnTo>
                    <a:pt x="7299" y="2359"/>
                  </a:lnTo>
                  <a:lnTo>
                    <a:pt x="7449" y="2247"/>
                  </a:lnTo>
                  <a:lnTo>
                    <a:pt x="7600" y="2121"/>
                  </a:lnTo>
                  <a:lnTo>
                    <a:pt x="7720" y="1989"/>
                  </a:lnTo>
                  <a:lnTo>
                    <a:pt x="7780" y="1837"/>
                  </a:lnTo>
                  <a:lnTo>
                    <a:pt x="7840" y="1678"/>
                  </a:lnTo>
                  <a:lnTo>
                    <a:pt x="7840" y="1566"/>
                  </a:lnTo>
                  <a:lnTo>
                    <a:pt x="7810" y="1454"/>
                  </a:lnTo>
                  <a:lnTo>
                    <a:pt x="7750" y="1348"/>
                  </a:lnTo>
                  <a:lnTo>
                    <a:pt x="7690" y="1249"/>
                  </a:lnTo>
                  <a:lnTo>
                    <a:pt x="7600" y="1157"/>
                  </a:lnTo>
                  <a:lnTo>
                    <a:pt x="7479" y="1064"/>
                  </a:lnTo>
                  <a:lnTo>
                    <a:pt x="7359" y="978"/>
                  </a:lnTo>
                  <a:lnTo>
                    <a:pt x="7209" y="892"/>
                  </a:lnTo>
                  <a:lnTo>
                    <a:pt x="7029" y="813"/>
                  </a:lnTo>
                  <a:lnTo>
                    <a:pt x="6849" y="741"/>
                  </a:lnTo>
                  <a:lnTo>
                    <a:pt x="6638" y="668"/>
                  </a:lnTo>
                  <a:lnTo>
                    <a:pt x="6428" y="602"/>
                  </a:lnTo>
                  <a:lnTo>
                    <a:pt x="6188" y="542"/>
                  </a:lnTo>
                  <a:lnTo>
                    <a:pt x="5948" y="483"/>
                  </a:lnTo>
                  <a:lnTo>
                    <a:pt x="5707" y="430"/>
                  </a:lnTo>
                  <a:lnTo>
                    <a:pt x="5437" y="377"/>
                  </a:lnTo>
                  <a:lnTo>
                    <a:pt x="4896" y="285"/>
                  </a:lnTo>
                  <a:lnTo>
                    <a:pt x="4356" y="206"/>
                  </a:lnTo>
                  <a:lnTo>
                    <a:pt x="3755" y="146"/>
                  </a:lnTo>
                  <a:lnTo>
                    <a:pt x="3184" y="93"/>
                  </a:lnTo>
                  <a:lnTo>
                    <a:pt x="2644" y="54"/>
                  </a:lnTo>
                  <a:lnTo>
                    <a:pt x="2103" y="27"/>
                  </a:lnTo>
                  <a:lnTo>
                    <a:pt x="1563" y="7"/>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41"/>
            <p:cNvSpPr/>
            <p:nvPr/>
          </p:nvSpPr>
          <p:spPr>
            <a:xfrm rot="10800000">
              <a:off x="5568542" y="919494"/>
              <a:ext cx="104899" cy="184343"/>
            </a:xfrm>
            <a:custGeom>
              <a:avLst/>
              <a:gdLst/>
              <a:ahLst/>
              <a:cxnLst/>
              <a:rect l="l" t="t" r="r" b="b"/>
              <a:pathLst>
                <a:path w="7840" h="3066" fill="none" extrusionOk="0">
                  <a:moveTo>
                    <a:pt x="2614" y="503"/>
                  </a:moveTo>
                  <a:lnTo>
                    <a:pt x="2614" y="503"/>
                  </a:lnTo>
                  <a:lnTo>
                    <a:pt x="2944" y="628"/>
                  </a:lnTo>
                  <a:lnTo>
                    <a:pt x="3214" y="760"/>
                  </a:lnTo>
                  <a:lnTo>
                    <a:pt x="3455" y="886"/>
                  </a:lnTo>
                  <a:lnTo>
                    <a:pt x="3635" y="1011"/>
                  </a:lnTo>
                  <a:lnTo>
                    <a:pt x="3785" y="1137"/>
                  </a:lnTo>
                  <a:lnTo>
                    <a:pt x="3935" y="1256"/>
                  </a:lnTo>
                  <a:lnTo>
                    <a:pt x="4025" y="1375"/>
                  </a:lnTo>
                  <a:lnTo>
                    <a:pt x="4055" y="1494"/>
                  </a:lnTo>
                  <a:lnTo>
                    <a:pt x="4085" y="1606"/>
                  </a:lnTo>
                  <a:lnTo>
                    <a:pt x="4055" y="1718"/>
                  </a:lnTo>
                  <a:lnTo>
                    <a:pt x="4025" y="1830"/>
                  </a:lnTo>
                  <a:lnTo>
                    <a:pt x="3935" y="1936"/>
                  </a:lnTo>
                  <a:lnTo>
                    <a:pt x="3815" y="2042"/>
                  </a:lnTo>
                  <a:lnTo>
                    <a:pt x="3695" y="2141"/>
                  </a:lnTo>
                  <a:lnTo>
                    <a:pt x="3515" y="2240"/>
                  </a:lnTo>
                  <a:lnTo>
                    <a:pt x="3305" y="2332"/>
                  </a:lnTo>
                  <a:lnTo>
                    <a:pt x="3305" y="2332"/>
                  </a:lnTo>
                  <a:lnTo>
                    <a:pt x="3515" y="2418"/>
                  </a:lnTo>
                  <a:lnTo>
                    <a:pt x="3665" y="2504"/>
                  </a:lnTo>
                  <a:lnTo>
                    <a:pt x="3815" y="2597"/>
                  </a:lnTo>
                  <a:lnTo>
                    <a:pt x="3905" y="2689"/>
                  </a:lnTo>
                  <a:lnTo>
                    <a:pt x="3995" y="2782"/>
                  </a:lnTo>
                  <a:lnTo>
                    <a:pt x="4055" y="2874"/>
                  </a:lnTo>
                  <a:lnTo>
                    <a:pt x="4085" y="2967"/>
                  </a:lnTo>
                  <a:lnTo>
                    <a:pt x="4085" y="3066"/>
                  </a:lnTo>
                  <a:lnTo>
                    <a:pt x="4085" y="3066"/>
                  </a:lnTo>
                  <a:lnTo>
                    <a:pt x="4446" y="3033"/>
                  </a:lnTo>
                  <a:lnTo>
                    <a:pt x="4806" y="3000"/>
                  </a:lnTo>
                  <a:lnTo>
                    <a:pt x="5137" y="2953"/>
                  </a:lnTo>
                  <a:lnTo>
                    <a:pt x="5467" y="2907"/>
                  </a:lnTo>
                  <a:lnTo>
                    <a:pt x="5767" y="2854"/>
                  </a:lnTo>
                  <a:lnTo>
                    <a:pt x="6068" y="2795"/>
                  </a:lnTo>
                  <a:lnTo>
                    <a:pt x="6368" y="2722"/>
                  </a:lnTo>
                  <a:lnTo>
                    <a:pt x="6608" y="2649"/>
                  </a:lnTo>
                  <a:lnTo>
                    <a:pt x="6879" y="2564"/>
                  </a:lnTo>
                  <a:lnTo>
                    <a:pt x="7089" y="2465"/>
                  </a:lnTo>
                  <a:lnTo>
                    <a:pt x="7299" y="2359"/>
                  </a:lnTo>
                  <a:lnTo>
                    <a:pt x="7449" y="2247"/>
                  </a:lnTo>
                  <a:lnTo>
                    <a:pt x="7600" y="2121"/>
                  </a:lnTo>
                  <a:lnTo>
                    <a:pt x="7720" y="1989"/>
                  </a:lnTo>
                  <a:lnTo>
                    <a:pt x="7780" y="1837"/>
                  </a:lnTo>
                  <a:lnTo>
                    <a:pt x="7840" y="1678"/>
                  </a:lnTo>
                  <a:lnTo>
                    <a:pt x="7840" y="1678"/>
                  </a:lnTo>
                  <a:lnTo>
                    <a:pt x="7840" y="1566"/>
                  </a:lnTo>
                  <a:lnTo>
                    <a:pt x="7810" y="1454"/>
                  </a:lnTo>
                  <a:lnTo>
                    <a:pt x="7750" y="1348"/>
                  </a:lnTo>
                  <a:lnTo>
                    <a:pt x="7690" y="1249"/>
                  </a:lnTo>
                  <a:lnTo>
                    <a:pt x="7600" y="1157"/>
                  </a:lnTo>
                  <a:lnTo>
                    <a:pt x="7479" y="1064"/>
                  </a:lnTo>
                  <a:lnTo>
                    <a:pt x="7359" y="978"/>
                  </a:lnTo>
                  <a:lnTo>
                    <a:pt x="7209" y="892"/>
                  </a:lnTo>
                  <a:lnTo>
                    <a:pt x="7029" y="813"/>
                  </a:lnTo>
                  <a:lnTo>
                    <a:pt x="6849" y="741"/>
                  </a:lnTo>
                  <a:lnTo>
                    <a:pt x="6638" y="668"/>
                  </a:lnTo>
                  <a:lnTo>
                    <a:pt x="6428" y="602"/>
                  </a:lnTo>
                  <a:lnTo>
                    <a:pt x="6188" y="542"/>
                  </a:lnTo>
                  <a:lnTo>
                    <a:pt x="5948" y="483"/>
                  </a:lnTo>
                  <a:lnTo>
                    <a:pt x="5707" y="430"/>
                  </a:lnTo>
                  <a:lnTo>
                    <a:pt x="5437" y="377"/>
                  </a:lnTo>
                  <a:lnTo>
                    <a:pt x="4896" y="285"/>
                  </a:lnTo>
                  <a:lnTo>
                    <a:pt x="4356" y="206"/>
                  </a:lnTo>
                  <a:lnTo>
                    <a:pt x="3755" y="146"/>
                  </a:lnTo>
                  <a:lnTo>
                    <a:pt x="3184" y="93"/>
                  </a:lnTo>
                  <a:lnTo>
                    <a:pt x="2644" y="54"/>
                  </a:lnTo>
                  <a:lnTo>
                    <a:pt x="2103" y="27"/>
                  </a:lnTo>
                  <a:lnTo>
                    <a:pt x="1563" y="7"/>
                  </a:lnTo>
                  <a:lnTo>
                    <a:pt x="1112" y="1"/>
                  </a:lnTo>
                  <a:lnTo>
                    <a:pt x="1112" y="1"/>
                  </a:lnTo>
                  <a:lnTo>
                    <a:pt x="571" y="1"/>
                  </a:lnTo>
                  <a:lnTo>
                    <a:pt x="1" y="14"/>
                  </a:lnTo>
                  <a:lnTo>
                    <a:pt x="1" y="14"/>
                  </a:lnTo>
                  <a:lnTo>
                    <a:pt x="421" y="47"/>
                  </a:lnTo>
                  <a:lnTo>
                    <a:pt x="782" y="87"/>
                  </a:lnTo>
                  <a:lnTo>
                    <a:pt x="1142" y="139"/>
                  </a:lnTo>
                  <a:lnTo>
                    <a:pt x="1502" y="192"/>
                  </a:lnTo>
                  <a:lnTo>
                    <a:pt x="1803" y="258"/>
                  </a:lnTo>
                  <a:lnTo>
                    <a:pt x="2103" y="331"/>
                  </a:lnTo>
                  <a:lnTo>
                    <a:pt x="2373" y="410"/>
                  </a:lnTo>
                  <a:lnTo>
                    <a:pt x="2614" y="50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41"/>
            <p:cNvSpPr/>
            <p:nvPr/>
          </p:nvSpPr>
          <p:spPr>
            <a:xfrm rot="10800000">
              <a:off x="5568542" y="919494"/>
              <a:ext cx="104899" cy="184343"/>
            </a:xfrm>
            <a:custGeom>
              <a:avLst/>
              <a:gdLst/>
              <a:ahLst/>
              <a:cxnLst/>
              <a:rect l="l" t="t" r="r" b="b"/>
              <a:pathLst>
                <a:path w="7840" h="3066" extrusionOk="0">
                  <a:moveTo>
                    <a:pt x="962" y="1"/>
                  </a:moveTo>
                  <a:lnTo>
                    <a:pt x="511" y="7"/>
                  </a:lnTo>
                  <a:lnTo>
                    <a:pt x="1" y="14"/>
                  </a:lnTo>
                  <a:lnTo>
                    <a:pt x="421" y="47"/>
                  </a:lnTo>
                  <a:lnTo>
                    <a:pt x="782" y="87"/>
                  </a:lnTo>
                  <a:lnTo>
                    <a:pt x="1142" y="139"/>
                  </a:lnTo>
                  <a:lnTo>
                    <a:pt x="1502" y="192"/>
                  </a:lnTo>
                  <a:lnTo>
                    <a:pt x="1803" y="258"/>
                  </a:lnTo>
                  <a:lnTo>
                    <a:pt x="2103" y="331"/>
                  </a:lnTo>
                  <a:lnTo>
                    <a:pt x="2373" y="410"/>
                  </a:lnTo>
                  <a:lnTo>
                    <a:pt x="2614" y="503"/>
                  </a:lnTo>
                  <a:lnTo>
                    <a:pt x="2974" y="648"/>
                  </a:lnTo>
                  <a:lnTo>
                    <a:pt x="3275" y="793"/>
                  </a:lnTo>
                  <a:lnTo>
                    <a:pt x="3515" y="939"/>
                  </a:lnTo>
                  <a:lnTo>
                    <a:pt x="3725" y="1077"/>
                  </a:lnTo>
                  <a:lnTo>
                    <a:pt x="3875" y="1216"/>
                  </a:lnTo>
                  <a:lnTo>
                    <a:pt x="3995" y="1355"/>
                  </a:lnTo>
                  <a:lnTo>
                    <a:pt x="4055" y="1487"/>
                  </a:lnTo>
                  <a:lnTo>
                    <a:pt x="4085" y="1612"/>
                  </a:lnTo>
                  <a:lnTo>
                    <a:pt x="4085" y="1712"/>
                  </a:lnTo>
                  <a:lnTo>
                    <a:pt x="4025" y="1811"/>
                  </a:lnTo>
                  <a:lnTo>
                    <a:pt x="3965" y="1903"/>
                  </a:lnTo>
                  <a:lnTo>
                    <a:pt x="3875" y="1996"/>
                  </a:lnTo>
                  <a:lnTo>
                    <a:pt x="3785" y="2081"/>
                  </a:lnTo>
                  <a:lnTo>
                    <a:pt x="3635" y="2167"/>
                  </a:lnTo>
                  <a:lnTo>
                    <a:pt x="3485" y="2253"/>
                  </a:lnTo>
                  <a:lnTo>
                    <a:pt x="3305" y="2332"/>
                  </a:lnTo>
                  <a:lnTo>
                    <a:pt x="3485" y="2418"/>
                  </a:lnTo>
                  <a:lnTo>
                    <a:pt x="3665" y="2504"/>
                  </a:lnTo>
                  <a:lnTo>
                    <a:pt x="3785" y="2590"/>
                  </a:lnTo>
                  <a:lnTo>
                    <a:pt x="3905" y="2683"/>
                  </a:lnTo>
                  <a:lnTo>
                    <a:pt x="3995" y="2775"/>
                  </a:lnTo>
                  <a:lnTo>
                    <a:pt x="4055" y="2867"/>
                  </a:lnTo>
                  <a:lnTo>
                    <a:pt x="4085" y="2960"/>
                  </a:lnTo>
                  <a:lnTo>
                    <a:pt x="4085" y="3052"/>
                  </a:lnTo>
                  <a:lnTo>
                    <a:pt x="4085" y="3066"/>
                  </a:lnTo>
                  <a:lnTo>
                    <a:pt x="4446" y="3033"/>
                  </a:lnTo>
                  <a:lnTo>
                    <a:pt x="4806" y="3000"/>
                  </a:lnTo>
                  <a:lnTo>
                    <a:pt x="5137" y="2953"/>
                  </a:lnTo>
                  <a:lnTo>
                    <a:pt x="5467" y="2907"/>
                  </a:lnTo>
                  <a:lnTo>
                    <a:pt x="5767" y="2854"/>
                  </a:lnTo>
                  <a:lnTo>
                    <a:pt x="6068" y="2795"/>
                  </a:lnTo>
                  <a:lnTo>
                    <a:pt x="6368" y="2722"/>
                  </a:lnTo>
                  <a:lnTo>
                    <a:pt x="6608" y="2649"/>
                  </a:lnTo>
                  <a:lnTo>
                    <a:pt x="6879" y="2564"/>
                  </a:lnTo>
                  <a:lnTo>
                    <a:pt x="7089" y="2465"/>
                  </a:lnTo>
                  <a:lnTo>
                    <a:pt x="7299" y="2359"/>
                  </a:lnTo>
                  <a:lnTo>
                    <a:pt x="7449" y="2247"/>
                  </a:lnTo>
                  <a:lnTo>
                    <a:pt x="7600" y="2121"/>
                  </a:lnTo>
                  <a:lnTo>
                    <a:pt x="7720" y="1989"/>
                  </a:lnTo>
                  <a:lnTo>
                    <a:pt x="7780" y="1837"/>
                  </a:lnTo>
                  <a:lnTo>
                    <a:pt x="7840" y="1678"/>
                  </a:lnTo>
                  <a:lnTo>
                    <a:pt x="7840" y="1606"/>
                  </a:lnTo>
                  <a:lnTo>
                    <a:pt x="7810" y="1500"/>
                  </a:lnTo>
                  <a:lnTo>
                    <a:pt x="7780" y="1394"/>
                  </a:lnTo>
                  <a:lnTo>
                    <a:pt x="7720" y="1295"/>
                  </a:lnTo>
                  <a:lnTo>
                    <a:pt x="7630" y="1196"/>
                  </a:lnTo>
                  <a:lnTo>
                    <a:pt x="7539" y="1104"/>
                  </a:lnTo>
                  <a:lnTo>
                    <a:pt x="7419" y="1018"/>
                  </a:lnTo>
                  <a:lnTo>
                    <a:pt x="7269" y="932"/>
                  </a:lnTo>
                  <a:lnTo>
                    <a:pt x="7119" y="853"/>
                  </a:lnTo>
                  <a:lnTo>
                    <a:pt x="6939" y="780"/>
                  </a:lnTo>
                  <a:lnTo>
                    <a:pt x="6759" y="708"/>
                  </a:lnTo>
                  <a:lnTo>
                    <a:pt x="6548" y="641"/>
                  </a:lnTo>
                  <a:lnTo>
                    <a:pt x="6338" y="575"/>
                  </a:lnTo>
                  <a:lnTo>
                    <a:pt x="6098" y="516"/>
                  </a:lnTo>
                  <a:lnTo>
                    <a:pt x="5858" y="463"/>
                  </a:lnTo>
                  <a:lnTo>
                    <a:pt x="5347" y="364"/>
                  </a:lnTo>
                  <a:lnTo>
                    <a:pt x="4836" y="272"/>
                  </a:lnTo>
                  <a:lnTo>
                    <a:pt x="4266" y="199"/>
                  </a:lnTo>
                  <a:lnTo>
                    <a:pt x="3725" y="139"/>
                  </a:lnTo>
                  <a:lnTo>
                    <a:pt x="3154" y="87"/>
                  </a:lnTo>
                  <a:lnTo>
                    <a:pt x="2614" y="54"/>
                  </a:lnTo>
                  <a:lnTo>
                    <a:pt x="2073" y="27"/>
                  </a:lnTo>
                  <a:lnTo>
                    <a:pt x="1563" y="7"/>
                  </a:lnTo>
                  <a:lnTo>
                    <a:pt x="1112" y="1"/>
                  </a:lnTo>
                  <a:close/>
                </a:path>
              </a:pathLst>
            </a:custGeom>
            <a:solidFill>
              <a:srgbClr val="FF75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41"/>
            <p:cNvSpPr/>
            <p:nvPr/>
          </p:nvSpPr>
          <p:spPr>
            <a:xfrm rot="10800000">
              <a:off x="5568542" y="919494"/>
              <a:ext cx="104899" cy="184343"/>
            </a:xfrm>
            <a:custGeom>
              <a:avLst/>
              <a:gdLst/>
              <a:ahLst/>
              <a:cxnLst/>
              <a:rect l="l" t="t" r="r" b="b"/>
              <a:pathLst>
                <a:path w="7840" h="3066" fill="none" extrusionOk="0">
                  <a:moveTo>
                    <a:pt x="4085" y="3066"/>
                  </a:moveTo>
                  <a:lnTo>
                    <a:pt x="4085" y="3066"/>
                  </a:lnTo>
                  <a:lnTo>
                    <a:pt x="4446" y="3033"/>
                  </a:lnTo>
                  <a:lnTo>
                    <a:pt x="4806" y="3000"/>
                  </a:lnTo>
                  <a:lnTo>
                    <a:pt x="5137" y="2953"/>
                  </a:lnTo>
                  <a:lnTo>
                    <a:pt x="5467" y="2907"/>
                  </a:lnTo>
                  <a:lnTo>
                    <a:pt x="5767" y="2854"/>
                  </a:lnTo>
                  <a:lnTo>
                    <a:pt x="6068" y="2795"/>
                  </a:lnTo>
                  <a:lnTo>
                    <a:pt x="6368" y="2722"/>
                  </a:lnTo>
                  <a:lnTo>
                    <a:pt x="6608" y="2649"/>
                  </a:lnTo>
                  <a:lnTo>
                    <a:pt x="6879" y="2564"/>
                  </a:lnTo>
                  <a:lnTo>
                    <a:pt x="7089" y="2465"/>
                  </a:lnTo>
                  <a:lnTo>
                    <a:pt x="7299" y="2359"/>
                  </a:lnTo>
                  <a:lnTo>
                    <a:pt x="7449" y="2247"/>
                  </a:lnTo>
                  <a:lnTo>
                    <a:pt x="7600" y="2121"/>
                  </a:lnTo>
                  <a:lnTo>
                    <a:pt x="7720" y="1989"/>
                  </a:lnTo>
                  <a:lnTo>
                    <a:pt x="7780" y="1837"/>
                  </a:lnTo>
                  <a:lnTo>
                    <a:pt x="7840" y="1678"/>
                  </a:lnTo>
                  <a:lnTo>
                    <a:pt x="7840" y="1678"/>
                  </a:lnTo>
                  <a:lnTo>
                    <a:pt x="7840" y="1606"/>
                  </a:lnTo>
                  <a:lnTo>
                    <a:pt x="7840" y="1606"/>
                  </a:lnTo>
                  <a:lnTo>
                    <a:pt x="7810" y="1500"/>
                  </a:lnTo>
                  <a:lnTo>
                    <a:pt x="7780" y="1394"/>
                  </a:lnTo>
                  <a:lnTo>
                    <a:pt x="7720" y="1295"/>
                  </a:lnTo>
                  <a:lnTo>
                    <a:pt x="7630" y="1196"/>
                  </a:lnTo>
                  <a:lnTo>
                    <a:pt x="7539" y="1104"/>
                  </a:lnTo>
                  <a:lnTo>
                    <a:pt x="7419" y="1018"/>
                  </a:lnTo>
                  <a:lnTo>
                    <a:pt x="7269" y="932"/>
                  </a:lnTo>
                  <a:lnTo>
                    <a:pt x="7119" y="853"/>
                  </a:lnTo>
                  <a:lnTo>
                    <a:pt x="6939" y="780"/>
                  </a:lnTo>
                  <a:lnTo>
                    <a:pt x="6759" y="708"/>
                  </a:lnTo>
                  <a:lnTo>
                    <a:pt x="6548" y="641"/>
                  </a:lnTo>
                  <a:lnTo>
                    <a:pt x="6338" y="575"/>
                  </a:lnTo>
                  <a:lnTo>
                    <a:pt x="6098" y="516"/>
                  </a:lnTo>
                  <a:lnTo>
                    <a:pt x="5858" y="463"/>
                  </a:lnTo>
                  <a:lnTo>
                    <a:pt x="5347" y="364"/>
                  </a:lnTo>
                  <a:lnTo>
                    <a:pt x="4836" y="272"/>
                  </a:lnTo>
                  <a:lnTo>
                    <a:pt x="4266" y="199"/>
                  </a:lnTo>
                  <a:lnTo>
                    <a:pt x="3725" y="139"/>
                  </a:lnTo>
                  <a:lnTo>
                    <a:pt x="3154" y="87"/>
                  </a:lnTo>
                  <a:lnTo>
                    <a:pt x="2614" y="54"/>
                  </a:lnTo>
                  <a:lnTo>
                    <a:pt x="2073" y="27"/>
                  </a:lnTo>
                  <a:lnTo>
                    <a:pt x="1563" y="7"/>
                  </a:lnTo>
                  <a:lnTo>
                    <a:pt x="1112" y="1"/>
                  </a:lnTo>
                  <a:lnTo>
                    <a:pt x="1112" y="1"/>
                  </a:lnTo>
                  <a:lnTo>
                    <a:pt x="962" y="1"/>
                  </a:lnTo>
                  <a:lnTo>
                    <a:pt x="962" y="1"/>
                  </a:lnTo>
                  <a:lnTo>
                    <a:pt x="511" y="7"/>
                  </a:lnTo>
                  <a:lnTo>
                    <a:pt x="1" y="14"/>
                  </a:lnTo>
                  <a:lnTo>
                    <a:pt x="1" y="14"/>
                  </a:lnTo>
                  <a:lnTo>
                    <a:pt x="421" y="47"/>
                  </a:lnTo>
                  <a:lnTo>
                    <a:pt x="782" y="87"/>
                  </a:lnTo>
                  <a:lnTo>
                    <a:pt x="1142" y="139"/>
                  </a:lnTo>
                  <a:lnTo>
                    <a:pt x="1502" y="192"/>
                  </a:lnTo>
                  <a:lnTo>
                    <a:pt x="1803" y="258"/>
                  </a:lnTo>
                  <a:lnTo>
                    <a:pt x="2103" y="331"/>
                  </a:lnTo>
                  <a:lnTo>
                    <a:pt x="2373" y="410"/>
                  </a:lnTo>
                  <a:lnTo>
                    <a:pt x="2614" y="503"/>
                  </a:lnTo>
                  <a:lnTo>
                    <a:pt x="2614" y="503"/>
                  </a:lnTo>
                  <a:lnTo>
                    <a:pt x="2974" y="648"/>
                  </a:lnTo>
                  <a:lnTo>
                    <a:pt x="3275" y="793"/>
                  </a:lnTo>
                  <a:lnTo>
                    <a:pt x="3515" y="939"/>
                  </a:lnTo>
                  <a:lnTo>
                    <a:pt x="3725" y="1077"/>
                  </a:lnTo>
                  <a:lnTo>
                    <a:pt x="3875" y="1216"/>
                  </a:lnTo>
                  <a:lnTo>
                    <a:pt x="3995" y="1355"/>
                  </a:lnTo>
                  <a:lnTo>
                    <a:pt x="4055" y="1487"/>
                  </a:lnTo>
                  <a:lnTo>
                    <a:pt x="4085" y="1612"/>
                  </a:lnTo>
                  <a:lnTo>
                    <a:pt x="4085" y="1612"/>
                  </a:lnTo>
                  <a:lnTo>
                    <a:pt x="4085" y="1712"/>
                  </a:lnTo>
                  <a:lnTo>
                    <a:pt x="4025" y="1811"/>
                  </a:lnTo>
                  <a:lnTo>
                    <a:pt x="3965" y="1903"/>
                  </a:lnTo>
                  <a:lnTo>
                    <a:pt x="3875" y="1996"/>
                  </a:lnTo>
                  <a:lnTo>
                    <a:pt x="3785" y="2081"/>
                  </a:lnTo>
                  <a:lnTo>
                    <a:pt x="3635" y="2167"/>
                  </a:lnTo>
                  <a:lnTo>
                    <a:pt x="3485" y="2253"/>
                  </a:lnTo>
                  <a:lnTo>
                    <a:pt x="3305" y="2332"/>
                  </a:lnTo>
                  <a:lnTo>
                    <a:pt x="3305" y="2332"/>
                  </a:lnTo>
                  <a:lnTo>
                    <a:pt x="3485" y="2418"/>
                  </a:lnTo>
                  <a:lnTo>
                    <a:pt x="3665" y="2504"/>
                  </a:lnTo>
                  <a:lnTo>
                    <a:pt x="3785" y="2590"/>
                  </a:lnTo>
                  <a:lnTo>
                    <a:pt x="3905" y="2683"/>
                  </a:lnTo>
                  <a:lnTo>
                    <a:pt x="3995" y="2775"/>
                  </a:lnTo>
                  <a:lnTo>
                    <a:pt x="4055" y="2867"/>
                  </a:lnTo>
                  <a:lnTo>
                    <a:pt x="4085" y="2960"/>
                  </a:lnTo>
                  <a:lnTo>
                    <a:pt x="4085" y="3052"/>
                  </a:lnTo>
                  <a:lnTo>
                    <a:pt x="4085" y="3052"/>
                  </a:lnTo>
                  <a:lnTo>
                    <a:pt x="4085" y="3052"/>
                  </a:lnTo>
                  <a:lnTo>
                    <a:pt x="4085" y="3052"/>
                  </a:lnTo>
                  <a:lnTo>
                    <a:pt x="4085" y="3052"/>
                  </a:lnTo>
                  <a:lnTo>
                    <a:pt x="4085" y="30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41"/>
            <p:cNvSpPr/>
            <p:nvPr/>
          </p:nvSpPr>
          <p:spPr>
            <a:xfrm rot="10800000">
              <a:off x="5618770" y="912339"/>
              <a:ext cx="79584" cy="51287"/>
            </a:xfrm>
            <a:custGeom>
              <a:avLst/>
              <a:gdLst/>
              <a:ahLst/>
              <a:cxnLst/>
              <a:rect l="l" t="t" r="r" b="b"/>
              <a:pathLst>
                <a:path w="5948" h="853" extrusionOk="0">
                  <a:moveTo>
                    <a:pt x="5167" y="0"/>
                  </a:moveTo>
                  <a:lnTo>
                    <a:pt x="4866" y="119"/>
                  </a:lnTo>
                  <a:lnTo>
                    <a:pt x="4506" y="232"/>
                  </a:lnTo>
                  <a:lnTo>
                    <a:pt x="4115" y="331"/>
                  </a:lnTo>
                  <a:lnTo>
                    <a:pt x="3665" y="430"/>
                  </a:lnTo>
                  <a:lnTo>
                    <a:pt x="3364" y="483"/>
                  </a:lnTo>
                  <a:lnTo>
                    <a:pt x="3004" y="535"/>
                  </a:lnTo>
                  <a:lnTo>
                    <a:pt x="2584" y="582"/>
                  </a:lnTo>
                  <a:lnTo>
                    <a:pt x="2133" y="628"/>
                  </a:lnTo>
                  <a:lnTo>
                    <a:pt x="1653" y="668"/>
                  </a:lnTo>
                  <a:lnTo>
                    <a:pt x="1142" y="701"/>
                  </a:lnTo>
                  <a:lnTo>
                    <a:pt x="571" y="727"/>
                  </a:lnTo>
                  <a:lnTo>
                    <a:pt x="1" y="753"/>
                  </a:lnTo>
                  <a:lnTo>
                    <a:pt x="511" y="786"/>
                  </a:lnTo>
                  <a:lnTo>
                    <a:pt x="992" y="813"/>
                  </a:lnTo>
                  <a:lnTo>
                    <a:pt x="1502" y="833"/>
                  </a:lnTo>
                  <a:lnTo>
                    <a:pt x="1953" y="846"/>
                  </a:lnTo>
                  <a:lnTo>
                    <a:pt x="2403" y="846"/>
                  </a:lnTo>
                  <a:lnTo>
                    <a:pt x="2854" y="853"/>
                  </a:lnTo>
                  <a:lnTo>
                    <a:pt x="3244" y="846"/>
                  </a:lnTo>
                  <a:lnTo>
                    <a:pt x="3635" y="839"/>
                  </a:lnTo>
                  <a:lnTo>
                    <a:pt x="4205" y="826"/>
                  </a:lnTo>
                  <a:lnTo>
                    <a:pt x="4776" y="800"/>
                  </a:lnTo>
                  <a:lnTo>
                    <a:pt x="5377" y="773"/>
                  </a:lnTo>
                  <a:lnTo>
                    <a:pt x="5947" y="734"/>
                  </a:lnTo>
                  <a:lnTo>
                    <a:pt x="5947" y="635"/>
                  </a:lnTo>
                  <a:lnTo>
                    <a:pt x="5917" y="542"/>
                  </a:lnTo>
                  <a:lnTo>
                    <a:pt x="5857" y="450"/>
                  </a:lnTo>
                  <a:lnTo>
                    <a:pt x="5767" y="357"/>
                  </a:lnTo>
                  <a:lnTo>
                    <a:pt x="5677" y="265"/>
                  </a:lnTo>
                  <a:lnTo>
                    <a:pt x="5527" y="172"/>
                  </a:lnTo>
                  <a:lnTo>
                    <a:pt x="5377" y="86"/>
                  </a:lnTo>
                  <a:lnTo>
                    <a:pt x="51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41"/>
            <p:cNvSpPr/>
            <p:nvPr/>
          </p:nvSpPr>
          <p:spPr>
            <a:xfrm rot="10800000">
              <a:off x="5618770" y="912339"/>
              <a:ext cx="79584" cy="51287"/>
            </a:xfrm>
            <a:custGeom>
              <a:avLst/>
              <a:gdLst/>
              <a:ahLst/>
              <a:cxnLst/>
              <a:rect l="l" t="t" r="r" b="b"/>
              <a:pathLst>
                <a:path w="5948" h="853" fill="none" extrusionOk="0">
                  <a:moveTo>
                    <a:pt x="5167" y="0"/>
                  </a:moveTo>
                  <a:lnTo>
                    <a:pt x="5167" y="0"/>
                  </a:lnTo>
                  <a:lnTo>
                    <a:pt x="4866" y="119"/>
                  </a:lnTo>
                  <a:lnTo>
                    <a:pt x="4506" y="232"/>
                  </a:lnTo>
                  <a:lnTo>
                    <a:pt x="4115" y="331"/>
                  </a:lnTo>
                  <a:lnTo>
                    <a:pt x="3665" y="430"/>
                  </a:lnTo>
                  <a:lnTo>
                    <a:pt x="3665" y="430"/>
                  </a:lnTo>
                  <a:lnTo>
                    <a:pt x="3364" y="483"/>
                  </a:lnTo>
                  <a:lnTo>
                    <a:pt x="3004" y="535"/>
                  </a:lnTo>
                  <a:lnTo>
                    <a:pt x="2584" y="582"/>
                  </a:lnTo>
                  <a:lnTo>
                    <a:pt x="2133" y="628"/>
                  </a:lnTo>
                  <a:lnTo>
                    <a:pt x="1653" y="668"/>
                  </a:lnTo>
                  <a:lnTo>
                    <a:pt x="1142" y="701"/>
                  </a:lnTo>
                  <a:lnTo>
                    <a:pt x="571" y="727"/>
                  </a:lnTo>
                  <a:lnTo>
                    <a:pt x="1" y="753"/>
                  </a:lnTo>
                  <a:lnTo>
                    <a:pt x="1" y="753"/>
                  </a:lnTo>
                  <a:lnTo>
                    <a:pt x="511" y="786"/>
                  </a:lnTo>
                  <a:lnTo>
                    <a:pt x="992" y="813"/>
                  </a:lnTo>
                  <a:lnTo>
                    <a:pt x="1502" y="833"/>
                  </a:lnTo>
                  <a:lnTo>
                    <a:pt x="1953" y="846"/>
                  </a:lnTo>
                  <a:lnTo>
                    <a:pt x="2403" y="846"/>
                  </a:lnTo>
                  <a:lnTo>
                    <a:pt x="2854" y="853"/>
                  </a:lnTo>
                  <a:lnTo>
                    <a:pt x="3244" y="846"/>
                  </a:lnTo>
                  <a:lnTo>
                    <a:pt x="3635" y="839"/>
                  </a:lnTo>
                  <a:lnTo>
                    <a:pt x="3635" y="839"/>
                  </a:lnTo>
                  <a:lnTo>
                    <a:pt x="4205" y="826"/>
                  </a:lnTo>
                  <a:lnTo>
                    <a:pt x="4776" y="800"/>
                  </a:lnTo>
                  <a:lnTo>
                    <a:pt x="5377" y="773"/>
                  </a:lnTo>
                  <a:lnTo>
                    <a:pt x="5947" y="734"/>
                  </a:lnTo>
                  <a:lnTo>
                    <a:pt x="5947" y="734"/>
                  </a:lnTo>
                  <a:lnTo>
                    <a:pt x="5947" y="635"/>
                  </a:lnTo>
                  <a:lnTo>
                    <a:pt x="5917" y="542"/>
                  </a:lnTo>
                  <a:lnTo>
                    <a:pt x="5857" y="450"/>
                  </a:lnTo>
                  <a:lnTo>
                    <a:pt x="5767" y="357"/>
                  </a:lnTo>
                  <a:lnTo>
                    <a:pt x="5677" y="265"/>
                  </a:lnTo>
                  <a:lnTo>
                    <a:pt x="5527" y="172"/>
                  </a:lnTo>
                  <a:lnTo>
                    <a:pt x="5377" y="86"/>
                  </a:lnTo>
                  <a:lnTo>
                    <a:pt x="516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1"/>
            <p:cNvSpPr/>
            <p:nvPr/>
          </p:nvSpPr>
          <p:spPr>
            <a:xfrm rot="10800000">
              <a:off x="5618770" y="912339"/>
              <a:ext cx="79584" cy="51287"/>
            </a:xfrm>
            <a:custGeom>
              <a:avLst/>
              <a:gdLst/>
              <a:ahLst/>
              <a:cxnLst/>
              <a:rect l="l" t="t" r="r" b="b"/>
              <a:pathLst>
                <a:path w="5948" h="853" extrusionOk="0">
                  <a:moveTo>
                    <a:pt x="5167" y="0"/>
                  </a:moveTo>
                  <a:lnTo>
                    <a:pt x="4866" y="119"/>
                  </a:lnTo>
                  <a:lnTo>
                    <a:pt x="4506" y="232"/>
                  </a:lnTo>
                  <a:lnTo>
                    <a:pt x="4115" y="331"/>
                  </a:lnTo>
                  <a:lnTo>
                    <a:pt x="3665" y="430"/>
                  </a:lnTo>
                  <a:lnTo>
                    <a:pt x="3364" y="483"/>
                  </a:lnTo>
                  <a:lnTo>
                    <a:pt x="3004" y="535"/>
                  </a:lnTo>
                  <a:lnTo>
                    <a:pt x="2584" y="582"/>
                  </a:lnTo>
                  <a:lnTo>
                    <a:pt x="2133" y="628"/>
                  </a:lnTo>
                  <a:lnTo>
                    <a:pt x="1653" y="668"/>
                  </a:lnTo>
                  <a:lnTo>
                    <a:pt x="1142" y="701"/>
                  </a:lnTo>
                  <a:lnTo>
                    <a:pt x="571" y="727"/>
                  </a:lnTo>
                  <a:lnTo>
                    <a:pt x="1" y="753"/>
                  </a:lnTo>
                  <a:lnTo>
                    <a:pt x="91" y="760"/>
                  </a:lnTo>
                  <a:lnTo>
                    <a:pt x="121" y="760"/>
                  </a:lnTo>
                  <a:lnTo>
                    <a:pt x="151" y="767"/>
                  </a:lnTo>
                  <a:lnTo>
                    <a:pt x="181" y="767"/>
                  </a:lnTo>
                  <a:lnTo>
                    <a:pt x="872" y="806"/>
                  </a:lnTo>
                  <a:lnTo>
                    <a:pt x="1532" y="833"/>
                  </a:lnTo>
                  <a:lnTo>
                    <a:pt x="2163" y="846"/>
                  </a:lnTo>
                  <a:lnTo>
                    <a:pt x="2764" y="853"/>
                  </a:lnTo>
                  <a:lnTo>
                    <a:pt x="3485" y="846"/>
                  </a:lnTo>
                  <a:lnTo>
                    <a:pt x="3635" y="839"/>
                  </a:lnTo>
                  <a:lnTo>
                    <a:pt x="4205" y="826"/>
                  </a:lnTo>
                  <a:lnTo>
                    <a:pt x="4776" y="800"/>
                  </a:lnTo>
                  <a:lnTo>
                    <a:pt x="5377" y="773"/>
                  </a:lnTo>
                  <a:lnTo>
                    <a:pt x="5947" y="734"/>
                  </a:lnTo>
                  <a:lnTo>
                    <a:pt x="5947" y="720"/>
                  </a:lnTo>
                  <a:lnTo>
                    <a:pt x="5947" y="628"/>
                  </a:lnTo>
                  <a:lnTo>
                    <a:pt x="5917" y="535"/>
                  </a:lnTo>
                  <a:lnTo>
                    <a:pt x="5857" y="443"/>
                  </a:lnTo>
                  <a:lnTo>
                    <a:pt x="5767" y="351"/>
                  </a:lnTo>
                  <a:lnTo>
                    <a:pt x="5647" y="258"/>
                  </a:lnTo>
                  <a:lnTo>
                    <a:pt x="5527" y="172"/>
                  </a:lnTo>
                  <a:lnTo>
                    <a:pt x="5347" y="86"/>
                  </a:lnTo>
                  <a:lnTo>
                    <a:pt x="5167" y="0"/>
                  </a:lnTo>
                  <a:close/>
                </a:path>
              </a:pathLst>
            </a:custGeom>
            <a:solidFill>
              <a:srgbClr val="FF2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41"/>
            <p:cNvSpPr/>
            <p:nvPr/>
          </p:nvSpPr>
          <p:spPr>
            <a:xfrm rot="10800000">
              <a:off x="5618770" y="912339"/>
              <a:ext cx="79584" cy="51287"/>
            </a:xfrm>
            <a:custGeom>
              <a:avLst/>
              <a:gdLst/>
              <a:ahLst/>
              <a:cxnLst/>
              <a:rect l="l" t="t" r="r" b="b"/>
              <a:pathLst>
                <a:path w="5948" h="853" fill="none" extrusionOk="0">
                  <a:moveTo>
                    <a:pt x="2764" y="853"/>
                  </a:moveTo>
                  <a:lnTo>
                    <a:pt x="2764" y="853"/>
                  </a:lnTo>
                  <a:lnTo>
                    <a:pt x="2764" y="853"/>
                  </a:lnTo>
                  <a:lnTo>
                    <a:pt x="2764" y="853"/>
                  </a:lnTo>
                  <a:lnTo>
                    <a:pt x="3485" y="846"/>
                  </a:lnTo>
                  <a:lnTo>
                    <a:pt x="3485" y="846"/>
                  </a:lnTo>
                  <a:lnTo>
                    <a:pt x="3635" y="839"/>
                  </a:lnTo>
                  <a:lnTo>
                    <a:pt x="3635" y="839"/>
                  </a:lnTo>
                  <a:lnTo>
                    <a:pt x="3635" y="839"/>
                  </a:lnTo>
                  <a:lnTo>
                    <a:pt x="4205" y="826"/>
                  </a:lnTo>
                  <a:lnTo>
                    <a:pt x="4776" y="800"/>
                  </a:lnTo>
                  <a:lnTo>
                    <a:pt x="5377" y="773"/>
                  </a:lnTo>
                  <a:lnTo>
                    <a:pt x="5947" y="734"/>
                  </a:lnTo>
                  <a:lnTo>
                    <a:pt x="5947" y="734"/>
                  </a:lnTo>
                  <a:lnTo>
                    <a:pt x="5947" y="734"/>
                  </a:lnTo>
                  <a:lnTo>
                    <a:pt x="5947" y="720"/>
                  </a:lnTo>
                  <a:lnTo>
                    <a:pt x="5947" y="720"/>
                  </a:lnTo>
                  <a:lnTo>
                    <a:pt x="5947" y="628"/>
                  </a:lnTo>
                  <a:lnTo>
                    <a:pt x="5917" y="535"/>
                  </a:lnTo>
                  <a:lnTo>
                    <a:pt x="5857" y="443"/>
                  </a:lnTo>
                  <a:lnTo>
                    <a:pt x="5767" y="351"/>
                  </a:lnTo>
                  <a:lnTo>
                    <a:pt x="5647" y="258"/>
                  </a:lnTo>
                  <a:lnTo>
                    <a:pt x="5527" y="172"/>
                  </a:lnTo>
                  <a:lnTo>
                    <a:pt x="5347" y="86"/>
                  </a:lnTo>
                  <a:lnTo>
                    <a:pt x="5167" y="0"/>
                  </a:lnTo>
                  <a:lnTo>
                    <a:pt x="5167" y="0"/>
                  </a:lnTo>
                  <a:lnTo>
                    <a:pt x="4866" y="119"/>
                  </a:lnTo>
                  <a:lnTo>
                    <a:pt x="4506" y="232"/>
                  </a:lnTo>
                  <a:lnTo>
                    <a:pt x="4115" y="331"/>
                  </a:lnTo>
                  <a:lnTo>
                    <a:pt x="3665" y="430"/>
                  </a:lnTo>
                  <a:lnTo>
                    <a:pt x="3665" y="430"/>
                  </a:lnTo>
                  <a:lnTo>
                    <a:pt x="3364" y="483"/>
                  </a:lnTo>
                  <a:lnTo>
                    <a:pt x="3004" y="535"/>
                  </a:lnTo>
                  <a:lnTo>
                    <a:pt x="2584" y="582"/>
                  </a:lnTo>
                  <a:lnTo>
                    <a:pt x="2133" y="628"/>
                  </a:lnTo>
                  <a:lnTo>
                    <a:pt x="1653" y="668"/>
                  </a:lnTo>
                  <a:lnTo>
                    <a:pt x="1142" y="701"/>
                  </a:lnTo>
                  <a:lnTo>
                    <a:pt x="571" y="727"/>
                  </a:lnTo>
                  <a:lnTo>
                    <a:pt x="1" y="753"/>
                  </a:lnTo>
                  <a:lnTo>
                    <a:pt x="1" y="753"/>
                  </a:lnTo>
                  <a:lnTo>
                    <a:pt x="91" y="760"/>
                  </a:lnTo>
                  <a:lnTo>
                    <a:pt x="91" y="760"/>
                  </a:lnTo>
                  <a:lnTo>
                    <a:pt x="121" y="760"/>
                  </a:lnTo>
                  <a:lnTo>
                    <a:pt x="121" y="760"/>
                  </a:lnTo>
                  <a:lnTo>
                    <a:pt x="151" y="767"/>
                  </a:lnTo>
                  <a:lnTo>
                    <a:pt x="151" y="767"/>
                  </a:lnTo>
                  <a:lnTo>
                    <a:pt x="151" y="767"/>
                  </a:lnTo>
                  <a:lnTo>
                    <a:pt x="151" y="767"/>
                  </a:lnTo>
                  <a:lnTo>
                    <a:pt x="181" y="767"/>
                  </a:lnTo>
                  <a:lnTo>
                    <a:pt x="181" y="767"/>
                  </a:lnTo>
                  <a:lnTo>
                    <a:pt x="181" y="767"/>
                  </a:lnTo>
                  <a:lnTo>
                    <a:pt x="181" y="767"/>
                  </a:lnTo>
                  <a:lnTo>
                    <a:pt x="872" y="806"/>
                  </a:lnTo>
                  <a:lnTo>
                    <a:pt x="1532" y="833"/>
                  </a:lnTo>
                  <a:lnTo>
                    <a:pt x="2163" y="846"/>
                  </a:lnTo>
                  <a:lnTo>
                    <a:pt x="2764" y="85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6" name="Google Shape;586;p41"/>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ink - Big Quotes">
  <p:cSld name="CUSTOM_1_3">
    <p:spTree>
      <p:nvGrpSpPr>
        <p:cNvPr id="1" name="Shape 587"/>
        <p:cNvGrpSpPr/>
        <p:nvPr/>
      </p:nvGrpSpPr>
      <p:grpSpPr>
        <a:xfrm>
          <a:off x="0" y="0"/>
          <a:ext cx="0" cy="0"/>
          <a:chOff x="0" y="0"/>
          <a:chExt cx="0" cy="0"/>
        </a:xfrm>
      </p:grpSpPr>
      <p:grpSp>
        <p:nvGrpSpPr>
          <p:cNvPr id="588" name="Google Shape;588;p42"/>
          <p:cNvGrpSpPr/>
          <p:nvPr/>
        </p:nvGrpSpPr>
        <p:grpSpPr>
          <a:xfrm>
            <a:off x="2663676" y="119336"/>
            <a:ext cx="6156379" cy="4904533"/>
            <a:chOff x="3172868" y="3920300"/>
            <a:chExt cx="619167" cy="493250"/>
          </a:xfrm>
        </p:grpSpPr>
        <p:sp>
          <p:nvSpPr>
            <p:cNvPr id="589" name="Google Shape;589;p42"/>
            <p:cNvSpPr/>
            <p:nvPr/>
          </p:nvSpPr>
          <p:spPr>
            <a:xfrm flipH="1">
              <a:off x="3172868" y="3968250"/>
              <a:ext cx="437314" cy="423625"/>
            </a:xfrm>
            <a:custGeom>
              <a:avLst/>
              <a:gdLst/>
              <a:ahLst/>
              <a:cxnLst/>
              <a:rect l="l" t="t" r="r" b="b"/>
              <a:pathLst>
                <a:path w="103140" h="16945" extrusionOk="0">
                  <a:moveTo>
                    <a:pt x="51990" y="0"/>
                  </a:moveTo>
                  <a:lnTo>
                    <a:pt x="50369" y="5"/>
                  </a:lnTo>
                  <a:lnTo>
                    <a:pt x="48807" y="16"/>
                  </a:lnTo>
                  <a:lnTo>
                    <a:pt x="47245" y="31"/>
                  </a:lnTo>
                  <a:lnTo>
                    <a:pt x="45743" y="51"/>
                  </a:lnTo>
                  <a:lnTo>
                    <a:pt x="44241" y="77"/>
                  </a:lnTo>
                  <a:lnTo>
                    <a:pt x="42800" y="112"/>
                  </a:lnTo>
                  <a:lnTo>
                    <a:pt x="41358" y="148"/>
                  </a:lnTo>
                  <a:lnTo>
                    <a:pt x="39947" y="194"/>
                  </a:lnTo>
                  <a:lnTo>
                    <a:pt x="38565" y="240"/>
                  </a:lnTo>
                  <a:lnTo>
                    <a:pt x="37213" y="296"/>
                  </a:lnTo>
                  <a:lnTo>
                    <a:pt x="35922" y="352"/>
                  </a:lnTo>
                  <a:lnTo>
                    <a:pt x="34630" y="413"/>
                  </a:lnTo>
                  <a:lnTo>
                    <a:pt x="33339" y="485"/>
                  </a:lnTo>
                  <a:lnTo>
                    <a:pt x="32107" y="556"/>
                  </a:lnTo>
                  <a:lnTo>
                    <a:pt x="30906" y="633"/>
                  </a:lnTo>
                  <a:lnTo>
                    <a:pt x="29735" y="714"/>
                  </a:lnTo>
                  <a:lnTo>
                    <a:pt x="28563" y="801"/>
                  </a:lnTo>
                  <a:lnTo>
                    <a:pt x="27422" y="888"/>
                  </a:lnTo>
                  <a:lnTo>
                    <a:pt x="26341" y="985"/>
                  </a:lnTo>
                  <a:lnTo>
                    <a:pt x="25260" y="1082"/>
                  </a:lnTo>
                  <a:lnTo>
                    <a:pt x="24208" y="1184"/>
                  </a:lnTo>
                  <a:lnTo>
                    <a:pt x="23157" y="1286"/>
                  </a:lnTo>
                  <a:lnTo>
                    <a:pt x="22166" y="1393"/>
                  </a:lnTo>
                  <a:lnTo>
                    <a:pt x="21205" y="1505"/>
                  </a:lnTo>
                  <a:lnTo>
                    <a:pt x="20244" y="1622"/>
                  </a:lnTo>
                  <a:lnTo>
                    <a:pt x="19313" y="1740"/>
                  </a:lnTo>
                  <a:lnTo>
                    <a:pt x="18412" y="1857"/>
                  </a:lnTo>
                  <a:lnTo>
                    <a:pt x="17541" y="1984"/>
                  </a:lnTo>
                  <a:lnTo>
                    <a:pt x="16670" y="2107"/>
                  </a:lnTo>
                  <a:lnTo>
                    <a:pt x="15859" y="2239"/>
                  </a:lnTo>
                  <a:lnTo>
                    <a:pt x="15048" y="2367"/>
                  </a:lnTo>
                  <a:lnTo>
                    <a:pt x="14267" y="2500"/>
                  </a:lnTo>
                  <a:lnTo>
                    <a:pt x="14297" y="2765"/>
                  </a:lnTo>
                  <a:lnTo>
                    <a:pt x="14267" y="2903"/>
                  </a:lnTo>
                  <a:lnTo>
                    <a:pt x="14237" y="3040"/>
                  </a:lnTo>
                  <a:lnTo>
                    <a:pt x="14177" y="3188"/>
                  </a:lnTo>
                  <a:lnTo>
                    <a:pt x="14117" y="3336"/>
                  </a:lnTo>
                  <a:lnTo>
                    <a:pt x="14027" y="3484"/>
                  </a:lnTo>
                  <a:lnTo>
                    <a:pt x="13876" y="3632"/>
                  </a:lnTo>
                  <a:lnTo>
                    <a:pt x="13756" y="3785"/>
                  </a:lnTo>
                  <a:lnTo>
                    <a:pt x="13576" y="3943"/>
                  </a:lnTo>
                  <a:lnTo>
                    <a:pt x="13366" y="4096"/>
                  </a:lnTo>
                  <a:lnTo>
                    <a:pt x="13126" y="4254"/>
                  </a:lnTo>
                  <a:lnTo>
                    <a:pt x="12885" y="4407"/>
                  </a:lnTo>
                  <a:lnTo>
                    <a:pt x="12585" y="4565"/>
                  </a:lnTo>
                  <a:lnTo>
                    <a:pt x="12255" y="4723"/>
                  </a:lnTo>
                  <a:lnTo>
                    <a:pt x="11894" y="4876"/>
                  </a:lnTo>
                  <a:lnTo>
                    <a:pt x="11504" y="5029"/>
                  </a:lnTo>
                  <a:lnTo>
                    <a:pt x="11083" y="5183"/>
                  </a:lnTo>
                  <a:lnTo>
                    <a:pt x="10633" y="5330"/>
                  </a:lnTo>
                  <a:lnTo>
                    <a:pt x="10122" y="5483"/>
                  </a:lnTo>
                  <a:lnTo>
                    <a:pt x="9581" y="5626"/>
                  </a:lnTo>
                  <a:lnTo>
                    <a:pt x="9011" y="5769"/>
                  </a:lnTo>
                  <a:lnTo>
                    <a:pt x="8380" y="5907"/>
                  </a:lnTo>
                  <a:lnTo>
                    <a:pt x="7719" y="6045"/>
                  </a:lnTo>
                  <a:lnTo>
                    <a:pt x="6998" y="6177"/>
                  </a:lnTo>
                  <a:lnTo>
                    <a:pt x="6248" y="6305"/>
                  </a:lnTo>
                  <a:lnTo>
                    <a:pt x="5467" y="6427"/>
                  </a:lnTo>
                  <a:lnTo>
                    <a:pt x="4596" y="6544"/>
                  </a:lnTo>
                  <a:lnTo>
                    <a:pt x="3725" y="6657"/>
                  </a:lnTo>
                  <a:lnTo>
                    <a:pt x="2764" y="6759"/>
                  </a:lnTo>
                  <a:lnTo>
                    <a:pt x="1772" y="6861"/>
                  </a:lnTo>
                  <a:lnTo>
                    <a:pt x="721" y="6952"/>
                  </a:lnTo>
                  <a:lnTo>
                    <a:pt x="571" y="7116"/>
                  </a:lnTo>
                  <a:lnTo>
                    <a:pt x="421" y="7274"/>
                  </a:lnTo>
                  <a:lnTo>
                    <a:pt x="301" y="7427"/>
                  </a:lnTo>
                  <a:lnTo>
                    <a:pt x="181" y="7580"/>
                  </a:lnTo>
                  <a:lnTo>
                    <a:pt x="121" y="7733"/>
                  </a:lnTo>
                  <a:lnTo>
                    <a:pt x="60" y="7881"/>
                  </a:lnTo>
                  <a:lnTo>
                    <a:pt x="0" y="8024"/>
                  </a:lnTo>
                  <a:lnTo>
                    <a:pt x="0" y="8161"/>
                  </a:lnTo>
                  <a:lnTo>
                    <a:pt x="0" y="8493"/>
                  </a:lnTo>
                  <a:lnTo>
                    <a:pt x="60" y="8850"/>
                  </a:lnTo>
                  <a:lnTo>
                    <a:pt x="181" y="9232"/>
                  </a:lnTo>
                  <a:lnTo>
                    <a:pt x="271" y="9431"/>
                  </a:lnTo>
                  <a:lnTo>
                    <a:pt x="361" y="9630"/>
                  </a:lnTo>
                  <a:lnTo>
                    <a:pt x="661" y="9722"/>
                  </a:lnTo>
                  <a:lnTo>
                    <a:pt x="931" y="9814"/>
                  </a:lnTo>
                  <a:lnTo>
                    <a:pt x="1172" y="9911"/>
                  </a:lnTo>
                  <a:lnTo>
                    <a:pt x="1382" y="10003"/>
                  </a:lnTo>
                  <a:lnTo>
                    <a:pt x="1592" y="10100"/>
                  </a:lnTo>
                  <a:lnTo>
                    <a:pt x="1772" y="10196"/>
                  </a:lnTo>
                  <a:lnTo>
                    <a:pt x="2073" y="10390"/>
                  </a:lnTo>
                  <a:lnTo>
                    <a:pt x="2343" y="10584"/>
                  </a:lnTo>
                  <a:lnTo>
                    <a:pt x="2553" y="10778"/>
                  </a:lnTo>
                  <a:lnTo>
                    <a:pt x="2703" y="10967"/>
                  </a:lnTo>
                  <a:lnTo>
                    <a:pt x="2824" y="11150"/>
                  </a:lnTo>
                  <a:lnTo>
                    <a:pt x="2914" y="11288"/>
                  </a:lnTo>
                  <a:lnTo>
                    <a:pt x="2944" y="11431"/>
                  </a:lnTo>
                  <a:lnTo>
                    <a:pt x="2974" y="11579"/>
                  </a:lnTo>
                  <a:lnTo>
                    <a:pt x="2944" y="11742"/>
                  </a:lnTo>
                  <a:lnTo>
                    <a:pt x="3424" y="11971"/>
                  </a:lnTo>
                  <a:lnTo>
                    <a:pt x="3935" y="12201"/>
                  </a:lnTo>
                  <a:lnTo>
                    <a:pt x="4476" y="12431"/>
                  </a:lnTo>
                  <a:lnTo>
                    <a:pt x="5076" y="12660"/>
                  </a:lnTo>
                  <a:lnTo>
                    <a:pt x="5737" y="12890"/>
                  </a:lnTo>
                  <a:lnTo>
                    <a:pt x="6458" y="13114"/>
                  </a:lnTo>
                  <a:lnTo>
                    <a:pt x="7209" y="13338"/>
                  </a:lnTo>
                  <a:lnTo>
                    <a:pt x="8050" y="13558"/>
                  </a:lnTo>
                  <a:lnTo>
                    <a:pt x="8921" y="13777"/>
                  </a:lnTo>
                  <a:lnTo>
                    <a:pt x="9852" y="13991"/>
                  </a:lnTo>
                  <a:lnTo>
                    <a:pt x="10843" y="14200"/>
                  </a:lnTo>
                  <a:lnTo>
                    <a:pt x="11894" y="14404"/>
                  </a:lnTo>
                  <a:lnTo>
                    <a:pt x="13035" y="14603"/>
                  </a:lnTo>
                  <a:lnTo>
                    <a:pt x="14237" y="14802"/>
                  </a:lnTo>
                  <a:lnTo>
                    <a:pt x="14838" y="14894"/>
                  </a:lnTo>
                  <a:lnTo>
                    <a:pt x="15468" y="14991"/>
                  </a:lnTo>
                  <a:lnTo>
                    <a:pt x="16129" y="15083"/>
                  </a:lnTo>
                  <a:lnTo>
                    <a:pt x="16820" y="15175"/>
                  </a:lnTo>
                  <a:lnTo>
                    <a:pt x="17180" y="15149"/>
                  </a:lnTo>
                  <a:lnTo>
                    <a:pt x="17571" y="15134"/>
                  </a:lnTo>
                  <a:lnTo>
                    <a:pt x="17991" y="15113"/>
                  </a:lnTo>
                  <a:lnTo>
                    <a:pt x="18412" y="15098"/>
                  </a:lnTo>
                  <a:lnTo>
                    <a:pt x="18862" y="15088"/>
                  </a:lnTo>
                  <a:lnTo>
                    <a:pt x="19313" y="15083"/>
                  </a:lnTo>
                  <a:lnTo>
                    <a:pt x="19793" y="15078"/>
                  </a:lnTo>
                  <a:lnTo>
                    <a:pt x="20304" y="15073"/>
                  </a:lnTo>
                  <a:lnTo>
                    <a:pt x="20604" y="15073"/>
                  </a:lnTo>
                  <a:lnTo>
                    <a:pt x="21235" y="15078"/>
                  </a:lnTo>
                  <a:lnTo>
                    <a:pt x="21806" y="15088"/>
                  </a:lnTo>
                  <a:lnTo>
                    <a:pt x="22346" y="15098"/>
                  </a:lnTo>
                  <a:lnTo>
                    <a:pt x="22857" y="15113"/>
                  </a:lnTo>
                  <a:lnTo>
                    <a:pt x="23367" y="15134"/>
                  </a:lnTo>
                  <a:lnTo>
                    <a:pt x="23818" y="15154"/>
                  </a:lnTo>
                  <a:lnTo>
                    <a:pt x="24268" y="15180"/>
                  </a:lnTo>
                  <a:lnTo>
                    <a:pt x="24659" y="15210"/>
                  </a:lnTo>
                  <a:lnTo>
                    <a:pt x="25049" y="15236"/>
                  </a:lnTo>
                  <a:lnTo>
                    <a:pt x="25410" y="15272"/>
                  </a:lnTo>
                  <a:lnTo>
                    <a:pt x="25770" y="15307"/>
                  </a:lnTo>
                  <a:lnTo>
                    <a:pt x="26070" y="15343"/>
                  </a:lnTo>
                  <a:lnTo>
                    <a:pt x="26371" y="15384"/>
                  </a:lnTo>
                  <a:lnTo>
                    <a:pt x="26641" y="15425"/>
                  </a:lnTo>
                  <a:lnTo>
                    <a:pt x="26911" y="15471"/>
                  </a:lnTo>
                  <a:lnTo>
                    <a:pt x="27152" y="15511"/>
                  </a:lnTo>
                  <a:lnTo>
                    <a:pt x="27362" y="15557"/>
                  </a:lnTo>
                  <a:lnTo>
                    <a:pt x="27572" y="15603"/>
                  </a:lnTo>
                  <a:lnTo>
                    <a:pt x="27903" y="15700"/>
                  </a:lnTo>
                  <a:lnTo>
                    <a:pt x="28203" y="15802"/>
                  </a:lnTo>
                  <a:lnTo>
                    <a:pt x="28413" y="15904"/>
                  </a:lnTo>
                  <a:lnTo>
                    <a:pt x="28593" y="16001"/>
                  </a:lnTo>
                  <a:lnTo>
                    <a:pt x="28744" y="16103"/>
                  </a:lnTo>
                  <a:lnTo>
                    <a:pt x="28834" y="16200"/>
                  </a:lnTo>
                  <a:lnTo>
                    <a:pt x="28894" y="16292"/>
                  </a:lnTo>
                  <a:lnTo>
                    <a:pt x="30065" y="16358"/>
                  </a:lnTo>
                  <a:lnTo>
                    <a:pt x="31236" y="16424"/>
                  </a:lnTo>
                  <a:lnTo>
                    <a:pt x="32468" y="16491"/>
                  </a:lnTo>
                  <a:lnTo>
                    <a:pt x="33729" y="16547"/>
                  </a:lnTo>
                  <a:lnTo>
                    <a:pt x="35021" y="16603"/>
                  </a:lnTo>
                  <a:lnTo>
                    <a:pt x="36342" y="16654"/>
                  </a:lnTo>
                  <a:lnTo>
                    <a:pt x="37694" y="16705"/>
                  </a:lnTo>
                  <a:lnTo>
                    <a:pt x="39076" y="16746"/>
                  </a:lnTo>
                  <a:lnTo>
                    <a:pt x="40517" y="16787"/>
                  </a:lnTo>
                  <a:lnTo>
                    <a:pt x="41959" y="16822"/>
                  </a:lnTo>
                  <a:lnTo>
                    <a:pt x="43431" y="16853"/>
                  </a:lnTo>
                  <a:lnTo>
                    <a:pt x="44962" y="16878"/>
                  </a:lnTo>
                  <a:lnTo>
                    <a:pt x="46524" y="16904"/>
                  </a:lnTo>
                  <a:lnTo>
                    <a:pt x="48116" y="16919"/>
                  </a:lnTo>
                  <a:lnTo>
                    <a:pt x="49738" y="16934"/>
                  </a:lnTo>
                  <a:lnTo>
                    <a:pt x="51420" y="16945"/>
                  </a:lnTo>
                  <a:lnTo>
                    <a:pt x="53282" y="16945"/>
                  </a:lnTo>
                  <a:lnTo>
                    <a:pt x="55384" y="16940"/>
                  </a:lnTo>
                  <a:lnTo>
                    <a:pt x="57457" y="16929"/>
                  </a:lnTo>
                  <a:lnTo>
                    <a:pt x="59439" y="16904"/>
                  </a:lnTo>
                  <a:lnTo>
                    <a:pt x="61391" y="16873"/>
                  </a:lnTo>
                  <a:lnTo>
                    <a:pt x="63283" y="16832"/>
                  </a:lnTo>
                  <a:lnTo>
                    <a:pt x="65116" y="16781"/>
                  </a:lnTo>
                  <a:lnTo>
                    <a:pt x="66888" y="16725"/>
                  </a:lnTo>
                  <a:lnTo>
                    <a:pt x="68600" y="16659"/>
                  </a:lnTo>
                  <a:lnTo>
                    <a:pt x="70282" y="16588"/>
                  </a:lnTo>
                  <a:lnTo>
                    <a:pt x="71903" y="16506"/>
                  </a:lnTo>
                  <a:lnTo>
                    <a:pt x="73465" y="16419"/>
                  </a:lnTo>
                  <a:lnTo>
                    <a:pt x="74997" y="16322"/>
                  </a:lnTo>
                  <a:lnTo>
                    <a:pt x="76469" y="16220"/>
                  </a:lnTo>
                  <a:lnTo>
                    <a:pt x="77880" y="16113"/>
                  </a:lnTo>
                  <a:lnTo>
                    <a:pt x="79262" y="15996"/>
                  </a:lnTo>
                  <a:lnTo>
                    <a:pt x="80583" y="15879"/>
                  </a:lnTo>
                  <a:lnTo>
                    <a:pt x="81845" y="15751"/>
                  </a:lnTo>
                  <a:lnTo>
                    <a:pt x="83076" y="15618"/>
                  </a:lnTo>
                  <a:lnTo>
                    <a:pt x="84278" y="15481"/>
                  </a:lnTo>
                  <a:lnTo>
                    <a:pt x="85419" y="15338"/>
                  </a:lnTo>
                  <a:lnTo>
                    <a:pt x="86530" y="15190"/>
                  </a:lnTo>
                  <a:lnTo>
                    <a:pt x="87582" y="15037"/>
                  </a:lnTo>
                  <a:lnTo>
                    <a:pt x="88573" y="14879"/>
                  </a:lnTo>
                  <a:lnTo>
                    <a:pt x="89564" y="14716"/>
                  </a:lnTo>
                  <a:lnTo>
                    <a:pt x="90495" y="14547"/>
                  </a:lnTo>
                  <a:lnTo>
                    <a:pt x="91366" y="14379"/>
                  </a:lnTo>
                  <a:lnTo>
                    <a:pt x="92237" y="14206"/>
                  </a:lnTo>
                  <a:lnTo>
                    <a:pt x="93048" y="14027"/>
                  </a:lnTo>
                  <a:lnTo>
                    <a:pt x="93829" y="13849"/>
                  </a:lnTo>
                  <a:lnTo>
                    <a:pt x="94550" y="13665"/>
                  </a:lnTo>
                  <a:lnTo>
                    <a:pt x="95270" y="13481"/>
                  </a:lnTo>
                  <a:lnTo>
                    <a:pt x="95931" y="13293"/>
                  </a:lnTo>
                  <a:lnTo>
                    <a:pt x="96562" y="13104"/>
                  </a:lnTo>
                  <a:lnTo>
                    <a:pt x="97163" y="12910"/>
                  </a:lnTo>
                  <a:lnTo>
                    <a:pt x="97703" y="12716"/>
                  </a:lnTo>
                  <a:lnTo>
                    <a:pt x="98244" y="12522"/>
                  </a:lnTo>
                  <a:lnTo>
                    <a:pt x="98754" y="12323"/>
                  </a:lnTo>
                  <a:lnTo>
                    <a:pt x="99205" y="12125"/>
                  </a:lnTo>
                  <a:lnTo>
                    <a:pt x="99655" y="11926"/>
                  </a:lnTo>
                  <a:lnTo>
                    <a:pt x="100046" y="11727"/>
                  </a:lnTo>
                  <a:lnTo>
                    <a:pt x="100436" y="11528"/>
                  </a:lnTo>
                  <a:lnTo>
                    <a:pt x="100797" y="11329"/>
                  </a:lnTo>
                  <a:lnTo>
                    <a:pt x="101097" y="11130"/>
                  </a:lnTo>
                  <a:lnTo>
                    <a:pt x="101397" y="10931"/>
                  </a:lnTo>
                  <a:lnTo>
                    <a:pt x="101668" y="10732"/>
                  </a:lnTo>
                  <a:lnTo>
                    <a:pt x="101908" y="10533"/>
                  </a:lnTo>
                  <a:lnTo>
                    <a:pt x="102148" y="10334"/>
                  </a:lnTo>
                  <a:lnTo>
                    <a:pt x="102329" y="10135"/>
                  </a:lnTo>
                  <a:lnTo>
                    <a:pt x="102509" y="9941"/>
                  </a:lnTo>
                  <a:lnTo>
                    <a:pt x="102659" y="9748"/>
                  </a:lnTo>
                  <a:lnTo>
                    <a:pt x="102779" y="9559"/>
                  </a:lnTo>
                  <a:lnTo>
                    <a:pt x="102899" y="9370"/>
                  </a:lnTo>
                  <a:lnTo>
                    <a:pt x="102989" y="9181"/>
                  </a:lnTo>
                  <a:lnTo>
                    <a:pt x="103049" y="8998"/>
                  </a:lnTo>
                  <a:lnTo>
                    <a:pt x="103139" y="8641"/>
                  </a:lnTo>
                  <a:lnTo>
                    <a:pt x="103139" y="8294"/>
                  </a:lnTo>
                  <a:lnTo>
                    <a:pt x="103079" y="7962"/>
                  </a:lnTo>
                  <a:lnTo>
                    <a:pt x="102989" y="7646"/>
                  </a:lnTo>
                  <a:lnTo>
                    <a:pt x="102809" y="7350"/>
                  </a:lnTo>
                  <a:lnTo>
                    <a:pt x="102509" y="6932"/>
                  </a:lnTo>
                  <a:lnTo>
                    <a:pt x="102178" y="6504"/>
                  </a:lnTo>
                  <a:lnTo>
                    <a:pt x="101968" y="6289"/>
                  </a:lnTo>
                  <a:lnTo>
                    <a:pt x="101728" y="6075"/>
                  </a:lnTo>
                  <a:lnTo>
                    <a:pt x="101488" y="5856"/>
                  </a:lnTo>
                  <a:lnTo>
                    <a:pt x="101187" y="5636"/>
                  </a:lnTo>
                  <a:lnTo>
                    <a:pt x="100887" y="5417"/>
                  </a:lnTo>
                  <a:lnTo>
                    <a:pt x="100557" y="5198"/>
                  </a:lnTo>
                  <a:lnTo>
                    <a:pt x="100196" y="4984"/>
                  </a:lnTo>
                  <a:lnTo>
                    <a:pt x="99776" y="4764"/>
                  </a:lnTo>
                  <a:lnTo>
                    <a:pt x="99355" y="4545"/>
                  </a:lnTo>
                  <a:lnTo>
                    <a:pt x="98875" y="4331"/>
                  </a:lnTo>
                  <a:lnTo>
                    <a:pt x="98364" y="4116"/>
                  </a:lnTo>
                  <a:lnTo>
                    <a:pt x="97793" y="3907"/>
                  </a:lnTo>
                  <a:lnTo>
                    <a:pt x="97193" y="3698"/>
                  </a:lnTo>
                  <a:lnTo>
                    <a:pt x="96532" y="3489"/>
                  </a:lnTo>
                  <a:lnTo>
                    <a:pt x="95841" y="3285"/>
                  </a:lnTo>
                  <a:lnTo>
                    <a:pt x="95090" y="3086"/>
                  </a:lnTo>
                  <a:lnTo>
                    <a:pt x="94309" y="2887"/>
                  </a:lnTo>
                  <a:lnTo>
                    <a:pt x="93438" y="2693"/>
                  </a:lnTo>
                  <a:lnTo>
                    <a:pt x="92537" y="2505"/>
                  </a:lnTo>
                  <a:lnTo>
                    <a:pt x="91576" y="2321"/>
                  </a:lnTo>
                  <a:lnTo>
                    <a:pt x="90555" y="2143"/>
                  </a:lnTo>
                  <a:lnTo>
                    <a:pt x="89444" y="1964"/>
                  </a:lnTo>
                  <a:lnTo>
                    <a:pt x="88302" y="1796"/>
                  </a:lnTo>
                  <a:lnTo>
                    <a:pt x="87071" y="1632"/>
                  </a:lnTo>
                  <a:lnTo>
                    <a:pt x="85779" y="1474"/>
                  </a:lnTo>
                  <a:lnTo>
                    <a:pt x="84428" y="1321"/>
                  </a:lnTo>
                  <a:lnTo>
                    <a:pt x="83737" y="1245"/>
                  </a:lnTo>
                  <a:lnTo>
                    <a:pt x="82986" y="1173"/>
                  </a:lnTo>
                  <a:lnTo>
                    <a:pt x="82265" y="1107"/>
                  </a:lnTo>
                  <a:lnTo>
                    <a:pt x="81484" y="1036"/>
                  </a:lnTo>
                  <a:lnTo>
                    <a:pt x="81064" y="1076"/>
                  </a:lnTo>
                  <a:lnTo>
                    <a:pt x="80583" y="1112"/>
                  </a:lnTo>
                  <a:lnTo>
                    <a:pt x="80073" y="1143"/>
                  </a:lnTo>
                  <a:lnTo>
                    <a:pt x="79532" y="1168"/>
                  </a:lnTo>
                  <a:lnTo>
                    <a:pt x="78962" y="1189"/>
                  </a:lnTo>
                  <a:lnTo>
                    <a:pt x="78331" y="1204"/>
                  </a:lnTo>
                  <a:lnTo>
                    <a:pt x="77700" y="1214"/>
                  </a:lnTo>
                  <a:lnTo>
                    <a:pt x="77009" y="1219"/>
                  </a:lnTo>
                  <a:lnTo>
                    <a:pt x="76709" y="1214"/>
                  </a:lnTo>
                  <a:lnTo>
                    <a:pt x="75748" y="1209"/>
                  </a:lnTo>
                  <a:lnTo>
                    <a:pt x="74847" y="1189"/>
                  </a:lnTo>
                  <a:lnTo>
                    <a:pt x="74036" y="1158"/>
                  </a:lnTo>
                  <a:lnTo>
                    <a:pt x="73285" y="1122"/>
                  </a:lnTo>
                  <a:lnTo>
                    <a:pt x="72594" y="1082"/>
                  </a:lnTo>
                  <a:lnTo>
                    <a:pt x="71994" y="1031"/>
                  </a:lnTo>
                  <a:lnTo>
                    <a:pt x="71423" y="969"/>
                  </a:lnTo>
                  <a:lnTo>
                    <a:pt x="70942" y="908"/>
                  </a:lnTo>
                  <a:lnTo>
                    <a:pt x="70492" y="837"/>
                  </a:lnTo>
                  <a:lnTo>
                    <a:pt x="70101" y="765"/>
                  </a:lnTo>
                  <a:lnTo>
                    <a:pt x="69771" y="694"/>
                  </a:lnTo>
                  <a:lnTo>
                    <a:pt x="69501" y="612"/>
                  </a:lnTo>
                  <a:lnTo>
                    <a:pt x="69230" y="531"/>
                  </a:lnTo>
                  <a:lnTo>
                    <a:pt x="69020" y="449"/>
                  </a:lnTo>
                  <a:lnTo>
                    <a:pt x="68870" y="367"/>
                  </a:lnTo>
                  <a:lnTo>
                    <a:pt x="68720" y="286"/>
                  </a:lnTo>
                  <a:lnTo>
                    <a:pt x="67128" y="235"/>
                  </a:lnTo>
                  <a:lnTo>
                    <a:pt x="65446" y="184"/>
                  </a:lnTo>
                  <a:lnTo>
                    <a:pt x="63764" y="143"/>
                  </a:lnTo>
                  <a:lnTo>
                    <a:pt x="61992" y="102"/>
                  </a:lnTo>
                  <a:lnTo>
                    <a:pt x="60190" y="72"/>
                  </a:lnTo>
                  <a:lnTo>
                    <a:pt x="58328" y="46"/>
                  </a:lnTo>
                  <a:lnTo>
                    <a:pt x="56406" y="26"/>
                  </a:lnTo>
                  <a:lnTo>
                    <a:pt x="54423" y="10"/>
                  </a:lnTo>
                  <a:lnTo>
                    <a:pt x="53192" y="5"/>
                  </a:lnTo>
                  <a:lnTo>
                    <a:pt x="51990" y="0"/>
                  </a:lnTo>
                  <a:close/>
                </a:path>
              </a:pathLst>
            </a:custGeom>
            <a:solidFill>
              <a:srgbClr val="FF75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42"/>
            <p:cNvSpPr/>
            <p:nvPr/>
          </p:nvSpPr>
          <p:spPr>
            <a:xfrm flipH="1">
              <a:off x="3172868" y="3968250"/>
              <a:ext cx="437314" cy="423625"/>
            </a:xfrm>
            <a:custGeom>
              <a:avLst/>
              <a:gdLst/>
              <a:ahLst/>
              <a:cxnLst/>
              <a:rect l="l" t="t" r="r" b="b"/>
              <a:pathLst>
                <a:path w="103140" h="16945" fill="none" extrusionOk="0">
                  <a:moveTo>
                    <a:pt x="51990" y="0"/>
                  </a:moveTo>
                  <a:lnTo>
                    <a:pt x="51990" y="0"/>
                  </a:lnTo>
                  <a:lnTo>
                    <a:pt x="53192" y="5"/>
                  </a:lnTo>
                  <a:lnTo>
                    <a:pt x="54423" y="10"/>
                  </a:lnTo>
                  <a:lnTo>
                    <a:pt x="54423" y="10"/>
                  </a:lnTo>
                  <a:lnTo>
                    <a:pt x="56406" y="26"/>
                  </a:lnTo>
                  <a:lnTo>
                    <a:pt x="58328" y="46"/>
                  </a:lnTo>
                  <a:lnTo>
                    <a:pt x="60190" y="72"/>
                  </a:lnTo>
                  <a:lnTo>
                    <a:pt x="61992" y="102"/>
                  </a:lnTo>
                  <a:lnTo>
                    <a:pt x="63764" y="143"/>
                  </a:lnTo>
                  <a:lnTo>
                    <a:pt x="65446" y="184"/>
                  </a:lnTo>
                  <a:lnTo>
                    <a:pt x="67128" y="235"/>
                  </a:lnTo>
                  <a:lnTo>
                    <a:pt x="68720" y="286"/>
                  </a:lnTo>
                  <a:lnTo>
                    <a:pt x="68720" y="286"/>
                  </a:lnTo>
                  <a:lnTo>
                    <a:pt x="68870" y="367"/>
                  </a:lnTo>
                  <a:lnTo>
                    <a:pt x="69020" y="449"/>
                  </a:lnTo>
                  <a:lnTo>
                    <a:pt x="69230" y="531"/>
                  </a:lnTo>
                  <a:lnTo>
                    <a:pt x="69501" y="612"/>
                  </a:lnTo>
                  <a:lnTo>
                    <a:pt x="69771" y="694"/>
                  </a:lnTo>
                  <a:lnTo>
                    <a:pt x="70101" y="765"/>
                  </a:lnTo>
                  <a:lnTo>
                    <a:pt x="70492" y="837"/>
                  </a:lnTo>
                  <a:lnTo>
                    <a:pt x="70942" y="908"/>
                  </a:lnTo>
                  <a:lnTo>
                    <a:pt x="71423" y="969"/>
                  </a:lnTo>
                  <a:lnTo>
                    <a:pt x="71994" y="1031"/>
                  </a:lnTo>
                  <a:lnTo>
                    <a:pt x="72594" y="1082"/>
                  </a:lnTo>
                  <a:lnTo>
                    <a:pt x="73285" y="1122"/>
                  </a:lnTo>
                  <a:lnTo>
                    <a:pt x="74036" y="1158"/>
                  </a:lnTo>
                  <a:lnTo>
                    <a:pt x="74847" y="1189"/>
                  </a:lnTo>
                  <a:lnTo>
                    <a:pt x="75748" y="1209"/>
                  </a:lnTo>
                  <a:lnTo>
                    <a:pt x="76709" y="1214"/>
                  </a:lnTo>
                  <a:lnTo>
                    <a:pt x="76709" y="1214"/>
                  </a:lnTo>
                  <a:lnTo>
                    <a:pt x="77009" y="1219"/>
                  </a:lnTo>
                  <a:lnTo>
                    <a:pt x="77009" y="1219"/>
                  </a:lnTo>
                  <a:lnTo>
                    <a:pt x="77700" y="1214"/>
                  </a:lnTo>
                  <a:lnTo>
                    <a:pt x="78331" y="1204"/>
                  </a:lnTo>
                  <a:lnTo>
                    <a:pt x="78962" y="1189"/>
                  </a:lnTo>
                  <a:lnTo>
                    <a:pt x="79532" y="1168"/>
                  </a:lnTo>
                  <a:lnTo>
                    <a:pt x="80073" y="1143"/>
                  </a:lnTo>
                  <a:lnTo>
                    <a:pt x="80583" y="1112"/>
                  </a:lnTo>
                  <a:lnTo>
                    <a:pt x="81064" y="1076"/>
                  </a:lnTo>
                  <a:lnTo>
                    <a:pt x="81484" y="1036"/>
                  </a:lnTo>
                  <a:lnTo>
                    <a:pt x="81484" y="1036"/>
                  </a:lnTo>
                  <a:lnTo>
                    <a:pt x="82265" y="1107"/>
                  </a:lnTo>
                  <a:lnTo>
                    <a:pt x="82986" y="1173"/>
                  </a:lnTo>
                  <a:lnTo>
                    <a:pt x="83737" y="1245"/>
                  </a:lnTo>
                  <a:lnTo>
                    <a:pt x="84428" y="1321"/>
                  </a:lnTo>
                  <a:lnTo>
                    <a:pt x="85779" y="1474"/>
                  </a:lnTo>
                  <a:lnTo>
                    <a:pt x="87071" y="1632"/>
                  </a:lnTo>
                  <a:lnTo>
                    <a:pt x="88302" y="1796"/>
                  </a:lnTo>
                  <a:lnTo>
                    <a:pt x="89444" y="1964"/>
                  </a:lnTo>
                  <a:lnTo>
                    <a:pt x="90555" y="2143"/>
                  </a:lnTo>
                  <a:lnTo>
                    <a:pt x="91576" y="2321"/>
                  </a:lnTo>
                  <a:lnTo>
                    <a:pt x="92537" y="2505"/>
                  </a:lnTo>
                  <a:lnTo>
                    <a:pt x="93438" y="2693"/>
                  </a:lnTo>
                  <a:lnTo>
                    <a:pt x="94309" y="2887"/>
                  </a:lnTo>
                  <a:lnTo>
                    <a:pt x="95090" y="3086"/>
                  </a:lnTo>
                  <a:lnTo>
                    <a:pt x="95841" y="3285"/>
                  </a:lnTo>
                  <a:lnTo>
                    <a:pt x="96532" y="3489"/>
                  </a:lnTo>
                  <a:lnTo>
                    <a:pt x="97193" y="3698"/>
                  </a:lnTo>
                  <a:lnTo>
                    <a:pt x="97793" y="3907"/>
                  </a:lnTo>
                  <a:lnTo>
                    <a:pt x="98364" y="4116"/>
                  </a:lnTo>
                  <a:lnTo>
                    <a:pt x="98875" y="4331"/>
                  </a:lnTo>
                  <a:lnTo>
                    <a:pt x="99355" y="4545"/>
                  </a:lnTo>
                  <a:lnTo>
                    <a:pt x="99776" y="4764"/>
                  </a:lnTo>
                  <a:lnTo>
                    <a:pt x="100196" y="4984"/>
                  </a:lnTo>
                  <a:lnTo>
                    <a:pt x="100557" y="5198"/>
                  </a:lnTo>
                  <a:lnTo>
                    <a:pt x="100887" y="5417"/>
                  </a:lnTo>
                  <a:lnTo>
                    <a:pt x="101187" y="5636"/>
                  </a:lnTo>
                  <a:lnTo>
                    <a:pt x="101488" y="5856"/>
                  </a:lnTo>
                  <a:lnTo>
                    <a:pt x="101728" y="6075"/>
                  </a:lnTo>
                  <a:lnTo>
                    <a:pt x="101968" y="6289"/>
                  </a:lnTo>
                  <a:lnTo>
                    <a:pt x="102178" y="6504"/>
                  </a:lnTo>
                  <a:lnTo>
                    <a:pt x="102509" y="6932"/>
                  </a:lnTo>
                  <a:lnTo>
                    <a:pt x="102809" y="7350"/>
                  </a:lnTo>
                  <a:lnTo>
                    <a:pt x="102809" y="7350"/>
                  </a:lnTo>
                  <a:lnTo>
                    <a:pt x="102989" y="7646"/>
                  </a:lnTo>
                  <a:lnTo>
                    <a:pt x="103079" y="7962"/>
                  </a:lnTo>
                  <a:lnTo>
                    <a:pt x="103139" y="8294"/>
                  </a:lnTo>
                  <a:lnTo>
                    <a:pt x="103139" y="8641"/>
                  </a:lnTo>
                  <a:lnTo>
                    <a:pt x="103049" y="8998"/>
                  </a:lnTo>
                  <a:lnTo>
                    <a:pt x="102989" y="9181"/>
                  </a:lnTo>
                  <a:lnTo>
                    <a:pt x="102899" y="9370"/>
                  </a:lnTo>
                  <a:lnTo>
                    <a:pt x="102779" y="9559"/>
                  </a:lnTo>
                  <a:lnTo>
                    <a:pt x="102659" y="9748"/>
                  </a:lnTo>
                  <a:lnTo>
                    <a:pt x="102509" y="9941"/>
                  </a:lnTo>
                  <a:lnTo>
                    <a:pt x="102329" y="10135"/>
                  </a:lnTo>
                  <a:lnTo>
                    <a:pt x="102148" y="10334"/>
                  </a:lnTo>
                  <a:lnTo>
                    <a:pt x="101908" y="10533"/>
                  </a:lnTo>
                  <a:lnTo>
                    <a:pt x="101668" y="10732"/>
                  </a:lnTo>
                  <a:lnTo>
                    <a:pt x="101397" y="10931"/>
                  </a:lnTo>
                  <a:lnTo>
                    <a:pt x="101097" y="11130"/>
                  </a:lnTo>
                  <a:lnTo>
                    <a:pt x="100797" y="11329"/>
                  </a:lnTo>
                  <a:lnTo>
                    <a:pt x="100436" y="11528"/>
                  </a:lnTo>
                  <a:lnTo>
                    <a:pt x="100046" y="11727"/>
                  </a:lnTo>
                  <a:lnTo>
                    <a:pt x="99655" y="11926"/>
                  </a:lnTo>
                  <a:lnTo>
                    <a:pt x="99205" y="12125"/>
                  </a:lnTo>
                  <a:lnTo>
                    <a:pt x="98754" y="12323"/>
                  </a:lnTo>
                  <a:lnTo>
                    <a:pt x="98244" y="12522"/>
                  </a:lnTo>
                  <a:lnTo>
                    <a:pt x="97703" y="12716"/>
                  </a:lnTo>
                  <a:lnTo>
                    <a:pt x="97163" y="12910"/>
                  </a:lnTo>
                  <a:lnTo>
                    <a:pt x="96562" y="13104"/>
                  </a:lnTo>
                  <a:lnTo>
                    <a:pt x="95931" y="13293"/>
                  </a:lnTo>
                  <a:lnTo>
                    <a:pt x="95270" y="13481"/>
                  </a:lnTo>
                  <a:lnTo>
                    <a:pt x="94550" y="13665"/>
                  </a:lnTo>
                  <a:lnTo>
                    <a:pt x="93829" y="13849"/>
                  </a:lnTo>
                  <a:lnTo>
                    <a:pt x="93048" y="14027"/>
                  </a:lnTo>
                  <a:lnTo>
                    <a:pt x="92237" y="14206"/>
                  </a:lnTo>
                  <a:lnTo>
                    <a:pt x="91366" y="14379"/>
                  </a:lnTo>
                  <a:lnTo>
                    <a:pt x="90495" y="14547"/>
                  </a:lnTo>
                  <a:lnTo>
                    <a:pt x="89564" y="14716"/>
                  </a:lnTo>
                  <a:lnTo>
                    <a:pt x="88573" y="14879"/>
                  </a:lnTo>
                  <a:lnTo>
                    <a:pt x="87582" y="15037"/>
                  </a:lnTo>
                  <a:lnTo>
                    <a:pt x="86530" y="15190"/>
                  </a:lnTo>
                  <a:lnTo>
                    <a:pt x="85419" y="15338"/>
                  </a:lnTo>
                  <a:lnTo>
                    <a:pt x="84278" y="15481"/>
                  </a:lnTo>
                  <a:lnTo>
                    <a:pt x="83076" y="15618"/>
                  </a:lnTo>
                  <a:lnTo>
                    <a:pt x="81845" y="15751"/>
                  </a:lnTo>
                  <a:lnTo>
                    <a:pt x="80583" y="15879"/>
                  </a:lnTo>
                  <a:lnTo>
                    <a:pt x="79262" y="15996"/>
                  </a:lnTo>
                  <a:lnTo>
                    <a:pt x="77880" y="16113"/>
                  </a:lnTo>
                  <a:lnTo>
                    <a:pt x="76469" y="16220"/>
                  </a:lnTo>
                  <a:lnTo>
                    <a:pt x="74997" y="16322"/>
                  </a:lnTo>
                  <a:lnTo>
                    <a:pt x="73465" y="16419"/>
                  </a:lnTo>
                  <a:lnTo>
                    <a:pt x="71903" y="16506"/>
                  </a:lnTo>
                  <a:lnTo>
                    <a:pt x="70282" y="16588"/>
                  </a:lnTo>
                  <a:lnTo>
                    <a:pt x="68600" y="16659"/>
                  </a:lnTo>
                  <a:lnTo>
                    <a:pt x="66888" y="16725"/>
                  </a:lnTo>
                  <a:lnTo>
                    <a:pt x="65116" y="16781"/>
                  </a:lnTo>
                  <a:lnTo>
                    <a:pt x="63283" y="16832"/>
                  </a:lnTo>
                  <a:lnTo>
                    <a:pt x="61391" y="16873"/>
                  </a:lnTo>
                  <a:lnTo>
                    <a:pt x="59439" y="16904"/>
                  </a:lnTo>
                  <a:lnTo>
                    <a:pt x="57457" y="16929"/>
                  </a:lnTo>
                  <a:lnTo>
                    <a:pt x="55384" y="16940"/>
                  </a:lnTo>
                  <a:lnTo>
                    <a:pt x="53282" y="16945"/>
                  </a:lnTo>
                  <a:lnTo>
                    <a:pt x="53282" y="16945"/>
                  </a:lnTo>
                  <a:lnTo>
                    <a:pt x="51420" y="16945"/>
                  </a:lnTo>
                  <a:lnTo>
                    <a:pt x="51420" y="16945"/>
                  </a:lnTo>
                  <a:lnTo>
                    <a:pt x="49738" y="16934"/>
                  </a:lnTo>
                  <a:lnTo>
                    <a:pt x="48116" y="16919"/>
                  </a:lnTo>
                  <a:lnTo>
                    <a:pt x="46524" y="16904"/>
                  </a:lnTo>
                  <a:lnTo>
                    <a:pt x="44962" y="16878"/>
                  </a:lnTo>
                  <a:lnTo>
                    <a:pt x="43431" y="16853"/>
                  </a:lnTo>
                  <a:lnTo>
                    <a:pt x="41959" y="16822"/>
                  </a:lnTo>
                  <a:lnTo>
                    <a:pt x="40517" y="16787"/>
                  </a:lnTo>
                  <a:lnTo>
                    <a:pt x="39076" y="16746"/>
                  </a:lnTo>
                  <a:lnTo>
                    <a:pt x="37694" y="16705"/>
                  </a:lnTo>
                  <a:lnTo>
                    <a:pt x="36342" y="16654"/>
                  </a:lnTo>
                  <a:lnTo>
                    <a:pt x="35021" y="16603"/>
                  </a:lnTo>
                  <a:lnTo>
                    <a:pt x="33729" y="16547"/>
                  </a:lnTo>
                  <a:lnTo>
                    <a:pt x="32468" y="16491"/>
                  </a:lnTo>
                  <a:lnTo>
                    <a:pt x="31236" y="16424"/>
                  </a:lnTo>
                  <a:lnTo>
                    <a:pt x="30065" y="16358"/>
                  </a:lnTo>
                  <a:lnTo>
                    <a:pt x="28894" y="16292"/>
                  </a:lnTo>
                  <a:lnTo>
                    <a:pt x="28894" y="16292"/>
                  </a:lnTo>
                  <a:lnTo>
                    <a:pt x="28834" y="16200"/>
                  </a:lnTo>
                  <a:lnTo>
                    <a:pt x="28744" y="16103"/>
                  </a:lnTo>
                  <a:lnTo>
                    <a:pt x="28593" y="16001"/>
                  </a:lnTo>
                  <a:lnTo>
                    <a:pt x="28413" y="15904"/>
                  </a:lnTo>
                  <a:lnTo>
                    <a:pt x="28203" y="15802"/>
                  </a:lnTo>
                  <a:lnTo>
                    <a:pt x="27903" y="15700"/>
                  </a:lnTo>
                  <a:lnTo>
                    <a:pt x="27572" y="15603"/>
                  </a:lnTo>
                  <a:lnTo>
                    <a:pt x="27362" y="15557"/>
                  </a:lnTo>
                  <a:lnTo>
                    <a:pt x="27152" y="15511"/>
                  </a:lnTo>
                  <a:lnTo>
                    <a:pt x="26911" y="15471"/>
                  </a:lnTo>
                  <a:lnTo>
                    <a:pt x="26641" y="15425"/>
                  </a:lnTo>
                  <a:lnTo>
                    <a:pt x="26371" y="15384"/>
                  </a:lnTo>
                  <a:lnTo>
                    <a:pt x="26070" y="15343"/>
                  </a:lnTo>
                  <a:lnTo>
                    <a:pt x="25770" y="15307"/>
                  </a:lnTo>
                  <a:lnTo>
                    <a:pt x="25410" y="15272"/>
                  </a:lnTo>
                  <a:lnTo>
                    <a:pt x="25049" y="15236"/>
                  </a:lnTo>
                  <a:lnTo>
                    <a:pt x="24659" y="15210"/>
                  </a:lnTo>
                  <a:lnTo>
                    <a:pt x="24268" y="15180"/>
                  </a:lnTo>
                  <a:lnTo>
                    <a:pt x="23818" y="15154"/>
                  </a:lnTo>
                  <a:lnTo>
                    <a:pt x="23367" y="15134"/>
                  </a:lnTo>
                  <a:lnTo>
                    <a:pt x="22857" y="15113"/>
                  </a:lnTo>
                  <a:lnTo>
                    <a:pt x="22346" y="15098"/>
                  </a:lnTo>
                  <a:lnTo>
                    <a:pt x="21806" y="15088"/>
                  </a:lnTo>
                  <a:lnTo>
                    <a:pt x="21235" y="15078"/>
                  </a:lnTo>
                  <a:lnTo>
                    <a:pt x="20604" y="15073"/>
                  </a:lnTo>
                  <a:lnTo>
                    <a:pt x="20604" y="15073"/>
                  </a:lnTo>
                  <a:lnTo>
                    <a:pt x="20304" y="15073"/>
                  </a:lnTo>
                  <a:lnTo>
                    <a:pt x="20304" y="15073"/>
                  </a:lnTo>
                  <a:lnTo>
                    <a:pt x="19793" y="15078"/>
                  </a:lnTo>
                  <a:lnTo>
                    <a:pt x="19313" y="15083"/>
                  </a:lnTo>
                  <a:lnTo>
                    <a:pt x="18862" y="15088"/>
                  </a:lnTo>
                  <a:lnTo>
                    <a:pt x="18412" y="15098"/>
                  </a:lnTo>
                  <a:lnTo>
                    <a:pt x="17991" y="15113"/>
                  </a:lnTo>
                  <a:lnTo>
                    <a:pt x="17571" y="15134"/>
                  </a:lnTo>
                  <a:lnTo>
                    <a:pt x="17180" y="15149"/>
                  </a:lnTo>
                  <a:lnTo>
                    <a:pt x="16820" y="15175"/>
                  </a:lnTo>
                  <a:lnTo>
                    <a:pt x="16820" y="15175"/>
                  </a:lnTo>
                  <a:lnTo>
                    <a:pt x="16129" y="15083"/>
                  </a:lnTo>
                  <a:lnTo>
                    <a:pt x="15468" y="14991"/>
                  </a:lnTo>
                  <a:lnTo>
                    <a:pt x="14838" y="14894"/>
                  </a:lnTo>
                  <a:lnTo>
                    <a:pt x="14237" y="14802"/>
                  </a:lnTo>
                  <a:lnTo>
                    <a:pt x="13035" y="14603"/>
                  </a:lnTo>
                  <a:lnTo>
                    <a:pt x="11894" y="14404"/>
                  </a:lnTo>
                  <a:lnTo>
                    <a:pt x="10843" y="14200"/>
                  </a:lnTo>
                  <a:lnTo>
                    <a:pt x="9852" y="13991"/>
                  </a:lnTo>
                  <a:lnTo>
                    <a:pt x="8921" y="13777"/>
                  </a:lnTo>
                  <a:lnTo>
                    <a:pt x="8050" y="13558"/>
                  </a:lnTo>
                  <a:lnTo>
                    <a:pt x="7209" y="13338"/>
                  </a:lnTo>
                  <a:lnTo>
                    <a:pt x="6458" y="13114"/>
                  </a:lnTo>
                  <a:lnTo>
                    <a:pt x="5737" y="12890"/>
                  </a:lnTo>
                  <a:lnTo>
                    <a:pt x="5076" y="12660"/>
                  </a:lnTo>
                  <a:lnTo>
                    <a:pt x="4476" y="12431"/>
                  </a:lnTo>
                  <a:lnTo>
                    <a:pt x="3935" y="12201"/>
                  </a:lnTo>
                  <a:lnTo>
                    <a:pt x="3424" y="11971"/>
                  </a:lnTo>
                  <a:lnTo>
                    <a:pt x="2944" y="11742"/>
                  </a:lnTo>
                  <a:lnTo>
                    <a:pt x="2944" y="11742"/>
                  </a:lnTo>
                  <a:lnTo>
                    <a:pt x="2974" y="11579"/>
                  </a:lnTo>
                  <a:lnTo>
                    <a:pt x="2944" y="11431"/>
                  </a:lnTo>
                  <a:lnTo>
                    <a:pt x="2914" y="11288"/>
                  </a:lnTo>
                  <a:lnTo>
                    <a:pt x="2824" y="11150"/>
                  </a:lnTo>
                  <a:lnTo>
                    <a:pt x="2824" y="11150"/>
                  </a:lnTo>
                  <a:lnTo>
                    <a:pt x="2703" y="10967"/>
                  </a:lnTo>
                  <a:lnTo>
                    <a:pt x="2553" y="10778"/>
                  </a:lnTo>
                  <a:lnTo>
                    <a:pt x="2343" y="10584"/>
                  </a:lnTo>
                  <a:lnTo>
                    <a:pt x="2073" y="10390"/>
                  </a:lnTo>
                  <a:lnTo>
                    <a:pt x="1772" y="10196"/>
                  </a:lnTo>
                  <a:lnTo>
                    <a:pt x="1592" y="10100"/>
                  </a:lnTo>
                  <a:lnTo>
                    <a:pt x="1382" y="10003"/>
                  </a:lnTo>
                  <a:lnTo>
                    <a:pt x="1172" y="9911"/>
                  </a:lnTo>
                  <a:lnTo>
                    <a:pt x="931" y="9814"/>
                  </a:lnTo>
                  <a:lnTo>
                    <a:pt x="661" y="9722"/>
                  </a:lnTo>
                  <a:lnTo>
                    <a:pt x="361" y="9630"/>
                  </a:lnTo>
                  <a:lnTo>
                    <a:pt x="361" y="9630"/>
                  </a:lnTo>
                  <a:lnTo>
                    <a:pt x="271" y="9431"/>
                  </a:lnTo>
                  <a:lnTo>
                    <a:pt x="181" y="9232"/>
                  </a:lnTo>
                  <a:lnTo>
                    <a:pt x="60" y="8850"/>
                  </a:lnTo>
                  <a:lnTo>
                    <a:pt x="0" y="8493"/>
                  </a:lnTo>
                  <a:lnTo>
                    <a:pt x="0" y="8161"/>
                  </a:lnTo>
                  <a:lnTo>
                    <a:pt x="0" y="8161"/>
                  </a:lnTo>
                  <a:lnTo>
                    <a:pt x="0" y="8024"/>
                  </a:lnTo>
                  <a:lnTo>
                    <a:pt x="60" y="7881"/>
                  </a:lnTo>
                  <a:lnTo>
                    <a:pt x="121" y="7733"/>
                  </a:lnTo>
                  <a:lnTo>
                    <a:pt x="181" y="7580"/>
                  </a:lnTo>
                  <a:lnTo>
                    <a:pt x="301" y="7427"/>
                  </a:lnTo>
                  <a:lnTo>
                    <a:pt x="421" y="7274"/>
                  </a:lnTo>
                  <a:lnTo>
                    <a:pt x="571" y="7116"/>
                  </a:lnTo>
                  <a:lnTo>
                    <a:pt x="721" y="6952"/>
                  </a:lnTo>
                  <a:lnTo>
                    <a:pt x="721" y="6952"/>
                  </a:lnTo>
                  <a:lnTo>
                    <a:pt x="1772" y="6861"/>
                  </a:lnTo>
                  <a:lnTo>
                    <a:pt x="2764" y="6759"/>
                  </a:lnTo>
                  <a:lnTo>
                    <a:pt x="3725" y="6657"/>
                  </a:lnTo>
                  <a:lnTo>
                    <a:pt x="4596" y="6544"/>
                  </a:lnTo>
                  <a:lnTo>
                    <a:pt x="5467" y="6427"/>
                  </a:lnTo>
                  <a:lnTo>
                    <a:pt x="6248" y="6305"/>
                  </a:lnTo>
                  <a:lnTo>
                    <a:pt x="6998" y="6177"/>
                  </a:lnTo>
                  <a:lnTo>
                    <a:pt x="7719" y="6045"/>
                  </a:lnTo>
                  <a:lnTo>
                    <a:pt x="8380" y="5907"/>
                  </a:lnTo>
                  <a:lnTo>
                    <a:pt x="9011" y="5769"/>
                  </a:lnTo>
                  <a:lnTo>
                    <a:pt x="9581" y="5626"/>
                  </a:lnTo>
                  <a:lnTo>
                    <a:pt x="10122" y="5483"/>
                  </a:lnTo>
                  <a:lnTo>
                    <a:pt x="10633" y="5330"/>
                  </a:lnTo>
                  <a:lnTo>
                    <a:pt x="11083" y="5183"/>
                  </a:lnTo>
                  <a:lnTo>
                    <a:pt x="11504" y="5029"/>
                  </a:lnTo>
                  <a:lnTo>
                    <a:pt x="11894" y="4876"/>
                  </a:lnTo>
                  <a:lnTo>
                    <a:pt x="12255" y="4723"/>
                  </a:lnTo>
                  <a:lnTo>
                    <a:pt x="12585" y="4565"/>
                  </a:lnTo>
                  <a:lnTo>
                    <a:pt x="12885" y="4407"/>
                  </a:lnTo>
                  <a:lnTo>
                    <a:pt x="13126" y="4254"/>
                  </a:lnTo>
                  <a:lnTo>
                    <a:pt x="13366" y="4096"/>
                  </a:lnTo>
                  <a:lnTo>
                    <a:pt x="13576" y="3943"/>
                  </a:lnTo>
                  <a:lnTo>
                    <a:pt x="13756" y="3785"/>
                  </a:lnTo>
                  <a:lnTo>
                    <a:pt x="13876" y="3632"/>
                  </a:lnTo>
                  <a:lnTo>
                    <a:pt x="14027" y="3484"/>
                  </a:lnTo>
                  <a:lnTo>
                    <a:pt x="14117" y="3336"/>
                  </a:lnTo>
                  <a:lnTo>
                    <a:pt x="14177" y="3188"/>
                  </a:lnTo>
                  <a:lnTo>
                    <a:pt x="14237" y="3040"/>
                  </a:lnTo>
                  <a:lnTo>
                    <a:pt x="14267" y="2903"/>
                  </a:lnTo>
                  <a:lnTo>
                    <a:pt x="14297" y="2765"/>
                  </a:lnTo>
                  <a:lnTo>
                    <a:pt x="14267" y="2500"/>
                  </a:lnTo>
                  <a:lnTo>
                    <a:pt x="14267" y="2500"/>
                  </a:lnTo>
                  <a:lnTo>
                    <a:pt x="15048" y="2367"/>
                  </a:lnTo>
                  <a:lnTo>
                    <a:pt x="15859" y="2239"/>
                  </a:lnTo>
                  <a:lnTo>
                    <a:pt x="16670" y="2107"/>
                  </a:lnTo>
                  <a:lnTo>
                    <a:pt x="17541" y="1984"/>
                  </a:lnTo>
                  <a:lnTo>
                    <a:pt x="18412" y="1857"/>
                  </a:lnTo>
                  <a:lnTo>
                    <a:pt x="19313" y="1740"/>
                  </a:lnTo>
                  <a:lnTo>
                    <a:pt x="20244" y="1622"/>
                  </a:lnTo>
                  <a:lnTo>
                    <a:pt x="21205" y="1505"/>
                  </a:lnTo>
                  <a:lnTo>
                    <a:pt x="22166" y="1393"/>
                  </a:lnTo>
                  <a:lnTo>
                    <a:pt x="23157" y="1286"/>
                  </a:lnTo>
                  <a:lnTo>
                    <a:pt x="24208" y="1184"/>
                  </a:lnTo>
                  <a:lnTo>
                    <a:pt x="25260" y="1082"/>
                  </a:lnTo>
                  <a:lnTo>
                    <a:pt x="26341" y="985"/>
                  </a:lnTo>
                  <a:lnTo>
                    <a:pt x="27422" y="888"/>
                  </a:lnTo>
                  <a:lnTo>
                    <a:pt x="28563" y="801"/>
                  </a:lnTo>
                  <a:lnTo>
                    <a:pt x="29735" y="714"/>
                  </a:lnTo>
                  <a:lnTo>
                    <a:pt x="30906" y="633"/>
                  </a:lnTo>
                  <a:lnTo>
                    <a:pt x="32107" y="556"/>
                  </a:lnTo>
                  <a:lnTo>
                    <a:pt x="33339" y="485"/>
                  </a:lnTo>
                  <a:lnTo>
                    <a:pt x="34630" y="413"/>
                  </a:lnTo>
                  <a:lnTo>
                    <a:pt x="35922" y="352"/>
                  </a:lnTo>
                  <a:lnTo>
                    <a:pt x="37213" y="296"/>
                  </a:lnTo>
                  <a:lnTo>
                    <a:pt x="38565" y="240"/>
                  </a:lnTo>
                  <a:lnTo>
                    <a:pt x="39947" y="194"/>
                  </a:lnTo>
                  <a:lnTo>
                    <a:pt x="41358" y="148"/>
                  </a:lnTo>
                  <a:lnTo>
                    <a:pt x="42800" y="112"/>
                  </a:lnTo>
                  <a:lnTo>
                    <a:pt x="44241" y="77"/>
                  </a:lnTo>
                  <a:lnTo>
                    <a:pt x="45743" y="51"/>
                  </a:lnTo>
                  <a:lnTo>
                    <a:pt x="47245" y="31"/>
                  </a:lnTo>
                  <a:lnTo>
                    <a:pt x="48807" y="16"/>
                  </a:lnTo>
                  <a:lnTo>
                    <a:pt x="50369" y="5"/>
                  </a:lnTo>
                  <a:lnTo>
                    <a:pt x="5199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2"/>
            <p:cNvSpPr/>
            <p:nvPr/>
          </p:nvSpPr>
          <p:spPr>
            <a:xfrm flipH="1">
              <a:off x="3487544" y="4347600"/>
              <a:ext cx="70681" cy="65950"/>
            </a:xfrm>
            <a:custGeom>
              <a:avLst/>
              <a:gdLst/>
              <a:ahLst/>
              <a:cxnLst/>
              <a:rect l="l" t="t" r="r" b="b"/>
              <a:pathLst>
                <a:path w="16670" h="2638" extrusionOk="0">
                  <a:moveTo>
                    <a:pt x="4566" y="1"/>
                  </a:moveTo>
                  <a:lnTo>
                    <a:pt x="4175" y="26"/>
                  </a:lnTo>
                  <a:lnTo>
                    <a:pt x="3815" y="57"/>
                  </a:lnTo>
                  <a:lnTo>
                    <a:pt x="3485" y="87"/>
                  </a:lnTo>
                  <a:lnTo>
                    <a:pt x="3154" y="123"/>
                  </a:lnTo>
                  <a:lnTo>
                    <a:pt x="2854" y="164"/>
                  </a:lnTo>
                  <a:lnTo>
                    <a:pt x="2553" y="200"/>
                  </a:lnTo>
                  <a:lnTo>
                    <a:pt x="2283" y="246"/>
                  </a:lnTo>
                  <a:lnTo>
                    <a:pt x="2043" y="286"/>
                  </a:lnTo>
                  <a:lnTo>
                    <a:pt x="1803" y="332"/>
                  </a:lnTo>
                  <a:lnTo>
                    <a:pt x="1592" y="378"/>
                  </a:lnTo>
                  <a:lnTo>
                    <a:pt x="1232" y="475"/>
                  </a:lnTo>
                  <a:lnTo>
                    <a:pt x="902" y="577"/>
                  </a:lnTo>
                  <a:lnTo>
                    <a:pt x="631" y="679"/>
                  </a:lnTo>
                  <a:lnTo>
                    <a:pt x="421" y="781"/>
                  </a:lnTo>
                  <a:lnTo>
                    <a:pt x="241" y="888"/>
                  </a:lnTo>
                  <a:lnTo>
                    <a:pt x="121" y="990"/>
                  </a:lnTo>
                  <a:lnTo>
                    <a:pt x="61" y="1092"/>
                  </a:lnTo>
                  <a:lnTo>
                    <a:pt x="1" y="1194"/>
                  </a:lnTo>
                  <a:lnTo>
                    <a:pt x="1" y="1286"/>
                  </a:lnTo>
                  <a:lnTo>
                    <a:pt x="1" y="1373"/>
                  </a:lnTo>
                  <a:lnTo>
                    <a:pt x="61" y="1449"/>
                  </a:lnTo>
                  <a:lnTo>
                    <a:pt x="121" y="1546"/>
                  </a:lnTo>
                  <a:lnTo>
                    <a:pt x="211" y="1643"/>
                  </a:lnTo>
                  <a:lnTo>
                    <a:pt x="331" y="1745"/>
                  </a:lnTo>
                  <a:lnTo>
                    <a:pt x="481" y="1842"/>
                  </a:lnTo>
                  <a:lnTo>
                    <a:pt x="691" y="1939"/>
                  </a:lnTo>
                  <a:lnTo>
                    <a:pt x="932" y="2036"/>
                  </a:lnTo>
                  <a:lnTo>
                    <a:pt x="1262" y="2128"/>
                  </a:lnTo>
                  <a:lnTo>
                    <a:pt x="1442" y="2174"/>
                  </a:lnTo>
                  <a:lnTo>
                    <a:pt x="1622" y="2219"/>
                  </a:lnTo>
                  <a:lnTo>
                    <a:pt x="1833" y="2260"/>
                  </a:lnTo>
                  <a:lnTo>
                    <a:pt x="2073" y="2301"/>
                  </a:lnTo>
                  <a:lnTo>
                    <a:pt x="2343" y="2342"/>
                  </a:lnTo>
                  <a:lnTo>
                    <a:pt x="2614" y="2378"/>
                  </a:lnTo>
                  <a:lnTo>
                    <a:pt x="2914" y="2413"/>
                  </a:lnTo>
                  <a:lnTo>
                    <a:pt x="3214" y="2449"/>
                  </a:lnTo>
                  <a:lnTo>
                    <a:pt x="3575" y="2480"/>
                  </a:lnTo>
                  <a:lnTo>
                    <a:pt x="3935" y="2510"/>
                  </a:lnTo>
                  <a:lnTo>
                    <a:pt x="4326" y="2536"/>
                  </a:lnTo>
                  <a:lnTo>
                    <a:pt x="4746" y="2556"/>
                  </a:lnTo>
                  <a:lnTo>
                    <a:pt x="5197" y="2582"/>
                  </a:lnTo>
                  <a:lnTo>
                    <a:pt x="5677" y="2597"/>
                  </a:lnTo>
                  <a:lnTo>
                    <a:pt x="6188" y="2612"/>
                  </a:lnTo>
                  <a:lnTo>
                    <a:pt x="6698" y="2622"/>
                  </a:lnTo>
                  <a:lnTo>
                    <a:pt x="7269" y="2633"/>
                  </a:lnTo>
                  <a:lnTo>
                    <a:pt x="7870" y="2638"/>
                  </a:lnTo>
                  <a:lnTo>
                    <a:pt x="8831" y="2638"/>
                  </a:lnTo>
                  <a:lnTo>
                    <a:pt x="9401" y="2628"/>
                  </a:lnTo>
                  <a:lnTo>
                    <a:pt x="9912" y="2617"/>
                  </a:lnTo>
                  <a:lnTo>
                    <a:pt x="10423" y="2602"/>
                  </a:lnTo>
                  <a:lnTo>
                    <a:pt x="10903" y="2582"/>
                  </a:lnTo>
                  <a:lnTo>
                    <a:pt x="11354" y="2556"/>
                  </a:lnTo>
                  <a:lnTo>
                    <a:pt x="11804" y="2531"/>
                  </a:lnTo>
                  <a:lnTo>
                    <a:pt x="12195" y="2500"/>
                  </a:lnTo>
                  <a:lnTo>
                    <a:pt x="12585" y="2464"/>
                  </a:lnTo>
                  <a:lnTo>
                    <a:pt x="12976" y="2429"/>
                  </a:lnTo>
                  <a:lnTo>
                    <a:pt x="13336" y="2388"/>
                  </a:lnTo>
                  <a:lnTo>
                    <a:pt x="13666" y="2347"/>
                  </a:lnTo>
                  <a:lnTo>
                    <a:pt x="13967" y="2301"/>
                  </a:lnTo>
                  <a:lnTo>
                    <a:pt x="14267" y="2255"/>
                  </a:lnTo>
                  <a:lnTo>
                    <a:pt x="14537" y="2204"/>
                  </a:lnTo>
                  <a:lnTo>
                    <a:pt x="14808" y="2153"/>
                  </a:lnTo>
                  <a:lnTo>
                    <a:pt x="15048" y="2102"/>
                  </a:lnTo>
                  <a:lnTo>
                    <a:pt x="15258" y="2051"/>
                  </a:lnTo>
                  <a:lnTo>
                    <a:pt x="15649" y="1944"/>
                  </a:lnTo>
                  <a:lnTo>
                    <a:pt x="15979" y="1832"/>
                  </a:lnTo>
                  <a:lnTo>
                    <a:pt x="16219" y="1725"/>
                  </a:lnTo>
                  <a:lnTo>
                    <a:pt x="16429" y="1613"/>
                  </a:lnTo>
                  <a:lnTo>
                    <a:pt x="16550" y="1510"/>
                  </a:lnTo>
                  <a:lnTo>
                    <a:pt x="16640" y="1414"/>
                  </a:lnTo>
                  <a:lnTo>
                    <a:pt x="16670" y="1322"/>
                  </a:lnTo>
                  <a:lnTo>
                    <a:pt x="16670" y="1225"/>
                  </a:lnTo>
                  <a:lnTo>
                    <a:pt x="16640" y="1118"/>
                  </a:lnTo>
                  <a:lnTo>
                    <a:pt x="14898" y="1000"/>
                  </a:lnTo>
                  <a:lnTo>
                    <a:pt x="13216" y="878"/>
                  </a:lnTo>
                  <a:lnTo>
                    <a:pt x="11594" y="750"/>
                  </a:lnTo>
                  <a:lnTo>
                    <a:pt x="10062" y="613"/>
                  </a:lnTo>
                  <a:lnTo>
                    <a:pt x="8590" y="470"/>
                  </a:lnTo>
                  <a:lnTo>
                    <a:pt x="7179" y="317"/>
                  </a:lnTo>
                  <a:lnTo>
                    <a:pt x="5827" y="164"/>
                  </a:lnTo>
                  <a:lnTo>
                    <a:pt x="4566" y="1"/>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2"/>
            <p:cNvSpPr/>
            <p:nvPr/>
          </p:nvSpPr>
          <p:spPr>
            <a:xfrm flipH="1">
              <a:off x="3487544" y="4347600"/>
              <a:ext cx="70681" cy="65950"/>
            </a:xfrm>
            <a:custGeom>
              <a:avLst/>
              <a:gdLst/>
              <a:ahLst/>
              <a:cxnLst/>
              <a:rect l="l" t="t" r="r" b="b"/>
              <a:pathLst>
                <a:path w="16670" h="2638" fill="none" extrusionOk="0">
                  <a:moveTo>
                    <a:pt x="4566" y="1"/>
                  </a:moveTo>
                  <a:lnTo>
                    <a:pt x="4566" y="1"/>
                  </a:lnTo>
                  <a:lnTo>
                    <a:pt x="5827" y="164"/>
                  </a:lnTo>
                  <a:lnTo>
                    <a:pt x="7179" y="317"/>
                  </a:lnTo>
                  <a:lnTo>
                    <a:pt x="8590" y="470"/>
                  </a:lnTo>
                  <a:lnTo>
                    <a:pt x="10062" y="613"/>
                  </a:lnTo>
                  <a:lnTo>
                    <a:pt x="11594" y="750"/>
                  </a:lnTo>
                  <a:lnTo>
                    <a:pt x="13216" y="878"/>
                  </a:lnTo>
                  <a:lnTo>
                    <a:pt x="14898" y="1000"/>
                  </a:lnTo>
                  <a:lnTo>
                    <a:pt x="16640" y="1118"/>
                  </a:lnTo>
                  <a:lnTo>
                    <a:pt x="16640" y="1118"/>
                  </a:lnTo>
                  <a:lnTo>
                    <a:pt x="16670" y="1225"/>
                  </a:lnTo>
                  <a:lnTo>
                    <a:pt x="16670" y="1322"/>
                  </a:lnTo>
                  <a:lnTo>
                    <a:pt x="16670" y="1322"/>
                  </a:lnTo>
                  <a:lnTo>
                    <a:pt x="16640" y="1414"/>
                  </a:lnTo>
                  <a:lnTo>
                    <a:pt x="16550" y="1510"/>
                  </a:lnTo>
                  <a:lnTo>
                    <a:pt x="16429" y="1613"/>
                  </a:lnTo>
                  <a:lnTo>
                    <a:pt x="16219" y="1725"/>
                  </a:lnTo>
                  <a:lnTo>
                    <a:pt x="15979" y="1832"/>
                  </a:lnTo>
                  <a:lnTo>
                    <a:pt x="15649" y="1944"/>
                  </a:lnTo>
                  <a:lnTo>
                    <a:pt x="15258" y="2051"/>
                  </a:lnTo>
                  <a:lnTo>
                    <a:pt x="15048" y="2102"/>
                  </a:lnTo>
                  <a:lnTo>
                    <a:pt x="14808" y="2153"/>
                  </a:lnTo>
                  <a:lnTo>
                    <a:pt x="14537" y="2204"/>
                  </a:lnTo>
                  <a:lnTo>
                    <a:pt x="14267" y="2255"/>
                  </a:lnTo>
                  <a:lnTo>
                    <a:pt x="13967" y="2301"/>
                  </a:lnTo>
                  <a:lnTo>
                    <a:pt x="13666" y="2347"/>
                  </a:lnTo>
                  <a:lnTo>
                    <a:pt x="13336" y="2388"/>
                  </a:lnTo>
                  <a:lnTo>
                    <a:pt x="12976" y="2429"/>
                  </a:lnTo>
                  <a:lnTo>
                    <a:pt x="12585" y="2464"/>
                  </a:lnTo>
                  <a:lnTo>
                    <a:pt x="12195" y="2500"/>
                  </a:lnTo>
                  <a:lnTo>
                    <a:pt x="11804" y="2531"/>
                  </a:lnTo>
                  <a:lnTo>
                    <a:pt x="11354" y="2556"/>
                  </a:lnTo>
                  <a:lnTo>
                    <a:pt x="10903" y="2582"/>
                  </a:lnTo>
                  <a:lnTo>
                    <a:pt x="10423" y="2602"/>
                  </a:lnTo>
                  <a:lnTo>
                    <a:pt x="9912" y="2617"/>
                  </a:lnTo>
                  <a:lnTo>
                    <a:pt x="9401" y="2628"/>
                  </a:lnTo>
                  <a:lnTo>
                    <a:pt x="8831" y="2638"/>
                  </a:lnTo>
                  <a:lnTo>
                    <a:pt x="8260" y="2638"/>
                  </a:lnTo>
                  <a:lnTo>
                    <a:pt x="8260" y="2638"/>
                  </a:lnTo>
                  <a:lnTo>
                    <a:pt x="7870" y="2638"/>
                  </a:lnTo>
                  <a:lnTo>
                    <a:pt x="7870" y="2638"/>
                  </a:lnTo>
                  <a:lnTo>
                    <a:pt x="7269" y="2633"/>
                  </a:lnTo>
                  <a:lnTo>
                    <a:pt x="6698" y="2622"/>
                  </a:lnTo>
                  <a:lnTo>
                    <a:pt x="6188" y="2612"/>
                  </a:lnTo>
                  <a:lnTo>
                    <a:pt x="5677" y="2597"/>
                  </a:lnTo>
                  <a:lnTo>
                    <a:pt x="5197" y="2582"/>
                  </a:lnTo>
                  <a:lnTo>
                    <a:pt x="4746" y="2556"/>
                  </a:lnTo>
                  <a:lnTo>
                    <a:pt x="4326" y="2536"/>
                  </a:lnTo>
                  <a:lnTo>
                    <a:pt x="3935" y="2510"/>
                  </a:lnTo>
                  <a:lnTo>
                    <a:pt x="3575" y="2480"/>
                  </a:lnTo>
                  <a:lnTo>
                    <a:pt x="3214" y="2449"/>
                  </a:lnTo>
                  <a:lnTo>
                    <a:pt x="2914" y="2413"/>
                  </a:lnTo>
                  <a:lnTo>
                    <a:pt x="2614" y="2378"/>
                  </a:lnTo>
                  <a:lnTo>
                    <a:pt x="2343" y="2342"/>
                  </a:lnTo>
                  <a:lnTo>
                    <a:pt x="2073" y="2301"/>
                  </a:lnTo>
                  <a:lnTo>
                    <a:pt x="1833" y="2260"/>
                  </a:lnTo>
                  <a:lnTo>
                    <a:pt x="1622" y="2219"/>
                  </a:lnTo>
                  <a:lnTo>
                    <a:pt x="1442" y="2174"/>
                  </a:lnTo>
                  <a:lnTo>
                    <a:pt x="1262" y="2128"/>
                  </a:lnTo>
                  <a:lnTo>
                    <a:pt x="932" y="2036"/>
                  </a:lnTo>
                  <a:lnTo>
                    <a:pt x="691" y="1939"/>
                  </a:lnTo>
                  <a:lnTo>
                    <a:pt x="481" y="1842"/>
                  </a:lnTo>
                  <a:lnTo>
                    <a:pt x="331" y="1745"/>
                  </a:lnTo>
                  <a:lnTo>
                    <a:pt x="211" y="1643"/>
                  </a:lnTo>
                  <a:lnTo>
                    <a:pt x="121" y="1546"/>
                  </a:lnTo>
                  <a:lnTo>
                    <a:pt x="61" y="1449"/>
                  </a:lnTo>
                  <a:lnTo>
                    <a:pt x="61" y="1449"/>
                  </a:lnTo>
                  <a:lnTo>
                    <a:pt x="1" y="1373"/>
                  </a:lnTo>
                  <a:lnTo>
                    <a:pt x="1" y="1286"/>
                  </a:lnTo>
                  <a:lnTo>
                    <a:pt x="1" y="1194"/>
                  </a:lnTo>
                  <a:lnTo>
                    <a:pt x="61" y="1092"/>
                  </a:lnTo>
                  <a:lnTo>
                    <a:pt x="121" y="990"/>
                  </a:lnTo>
                  <a:lnTo>
                    <a:pt x="241" y="888"/>
                  </a:lnTo>
                  <a:lnTo>
                    <a:pt x="421" y="781"/>
                  </a:lnTo>
                  <a:lnTo>
                    <a:pt x="631" y="679"/>
                  </a:lnTo>
                  <a:lnTo>
                    <a:pt x="902" y="577"/>
                  </a:lnTo>
                  <a:lnTo>
                    <a:pt x="1232" y="475"/>
                  </a:lnTo>
                  <a:lnTo>
                    <a:pt x="1592" y="378"/>
                  </a:lnTo>
                  <a:lnTo>
                    <a:pt x="1803" y="332"/>
                  </a:lnTo>
                  <a:lnTo>
                    <a:pt x="2043" y="286"/>
                  </a:lnTo>
                  <a:lnTo>
                    <a:pt x="2283" y="246"/>
                  </a:lnTo>
                  <a:lnTo>
                    <a:pt x="2553" y="200"/>
                  </a:lnTo>
                  <a:lnTo>
                    <a:pt x="2854" y="164"/>
                  </a:lnTo>
                  <a:lnTo>
                    <a:pt x="3154" y="123"/>
                  </a:lnTo>
                  <a:lnTo>
                    <a:pt x="3485" y="87"/>
                  </a:lnTo>
                  <a:lnTo>
                    <a:pt x="3815" y="57"/>
                  </a:lnTo>
                  <a:lnTo>
                    <a:pt x="4175" y="26"/>
                  </a:lnTo>
                  <a:lnTo>
                    <a:pt x="456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2"/>
            <p:cNvSpPr/>
            <p:nvPr/>
          </p:nvSpPr>
          <p:spPr>
            <a:xfrm flipH="1">
              <a:off x="3487671" y="4345050"/>
              <a:ext cx="51198" cy="30500"/>
            </a:xfrm>
            <a:custGeom>
              <a:avLst/>
              <a:gdLst/>
              <a:ahLst/>
              <a:cxnLst/>
              <a:rect l="l" t="t" r="r" b="b"/>
              <a:pathLst>
                <a:path w="12075" h="1220" extrusionOk="0">
                  <a:moveTo>
                    <a:pt x="3485" y="1"/>
                  </a:moveTo>
                  <a:lnTo>
                    <a:pt x="2974" y="6"/>
                  </a:lnTo>
                  <a:lnTo>
                    <a:pt x="2494" y="11"/>
                  </a:lnTo>
                  <a:lnTo>
                    <a:pt x="2043" y="16"/>
                  </a:lnTo>
                  <a:lnTo>
                    <a:pt x="1593" y="26"/>
                  </a:lnTo>
                  <a:lnTo>
                    <a:pt x="1172" y="41"/>
                  </a:lnTo>
                  <a:lnTo>
                    <a:pt x="752" y="62"/>
                  </a:lnTo>
                  <a:lnTo>
                    <a:pt x="361" y="77"/>
                  </a:lnTo>
                  <a:lnTo>
                    <a:pt x="1" y="103"/>
                  </a:lnTo>
                  <a:lnTo>
                    <a:pt x="1262" y="266"/>
                  </a:lnTo>
                  <a:lnTo>
                    <a:pt x="2614" y="419"/>
                  </a:lnTo>
                  <a:lnTo>
                    <a:pt x="4025" y="572"/>
                  </a:lnTo>
                  <a:lnTo>
                    <a:pt x="5497" y="715"/>
                  </a:lnTo>
                  <a:lnTo>
                    <a:pt x="7029" y="852"/>
                  </a:lnTo>
                  <a:lnTo>
                    <a:pt x="8651" y="980"/>
                  </a:lnTo>
                  <a:lnTo>
                    <a:pt x="10333" y="1102"/>
                  </a:lnTo>
                  <a:lnTo>
                    <a:pt x="12075" y="1220"/>
                  </a:lnTo>
                  <a:lnTo>
                    <a:pt x="12015" y="1128"/>
                  </a:lnTo>
                  <a:lnTo>
                    <a:pt x="11925" y="1031"/>
                  </a:lnTo>
                  <a:lnTo>
                    <a:pt x="11774" y="929"/>
                  </a:lnTo>
                  <a:lnTo>
                    <a:pt x="11594" y="832"/>
                  </a:lnTo>
                  <a:lnTo>
                    <a:pt x="11384" y="730"/>
                  </a:lnTo>
                  <a:lnTo>
                    <a:pt x="11084" y="628"/>
                  </a:lnTo>
                  <a:lnTo>
                    <a:pt x="10753" y="531"/>
                  </a:lnTo>
                  <a:lnTo>
                    <a:pt x="10543" y="485"/>
                  </a:lnTo>
                  <a:lnTo>
                    <a:pt x="10333" y="439"/>
                  </a:lnTo>
                  <a:lnTo>
                    <a:pt x="10092" y="399"/>
                  </a:lnTo>
                  <a:lnTo>
                    <a:pt x="9822" y="353"/>
                  </a:lnTo>
                  <a:lnTo>
                    <a:pt x="9552" y="312"/>
                  </a:lnTo>
                  <a:lnTo>
                    <a:pt x="9251" y="271"/>
                  </a:lnTo>
                  <a:lnTo>
                    <a:pt x="8951" y="235"/>
                  </a:lnTo>
                  <a:lnTo>
                    <a:pt x="8591" y="200"/>
                  </a:lnTo>
                  <a:lnTo>
                    <a:pt x="8230" y="164"/>
                  </a:lnTo>
                  <a:lnTo>
                    <a:pt x="7840" y="138"/>
                  </a:lnTo>
                  <a:lnTo>
                    <a:pt x="7449" y="108"/>
                  </a:lnTo>
                  <a:lnTo>
                    <a:pt x="6999" y="82"/>
                  </a:lnTo>
                  <a:lnTo>
                    <a:pt x="6548" y="62"/>
                  </a:lnTo>
                  <a:lnTo>
                    <a:pt x="6038" y="41"/>
                  </a:lnTo>
                  <a:lnTo>
                    <a:pt x="5527" y="26"/>
                  </a:lnTo>
                  <a:lnTo>
                    <a:pt x="4987" y="16"/>
                  </a:lnTo>
                  <a:lnTo>
                    <a:pt x="4416" y="6"/>
                  </a:lnTo>
                  <a:lnTo>
                    <a:pt x="3785" y="1"/>
                  </a:lnTo>
                  <a:close/>
                </a:path>
              </a:pathLst>
            </a:custGeom>
            <a:solidFill>
              <a:srgbClr val="FF2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2"/>
            <p:cNvSpPr/>
            <p:nvPr/>
          </p:nvSpPr>
          <p:spPr>
            <a:xfrm flipH="1">
              <a:off x="3487671" y="4345050"/>
              <a:ext cx="51198" cy="30500"/>
            </a:xfrm>
            <a:custGeom>
              <a:avLst/>
              <a:gdLst/>
              <a:ahLst/>
              <a:cxnLst/>
              <a:rect l="l" t="t" r="r" b="b"/>
              <a:pathLst>
                <a:path w="12075" h="1220" fill="none" extrusionOk="0">
                  <a:moveTo>
                    <a:pt x="3485" y="1"/>
                  </a:moveTo>
                  <a:lnTo>
                    <a:pt x="3485" y="1"/>
                  </a:lnTo>
                  <a:lnTo>
                    <a:pt x="3785" y="1"/>
                  </a:lnTo>
                  <a:lnTo>
                    <a:pt x="3785" y="1"/>
                  </a:lnTo>
                  <a:lnTo>
                    <a:pt x="4416" y="6"/>
                  </a:lnTo>
                  <a:lnTo>
                    <a:pt x="4987" y="16"/>
                  </a:lnTo>
                  <a:lnTo>
                    <a:pt x="5527" y="26"/>
                  </a:lnTo>
                  <a:lnTo>
                    <a:pt x="6038" y="41"/>
                  </a:lnTo>
                  <a:lnTo>
                    <a:pt x="6548" y="62"/>
                  </a:lnTo>
                  <a:lnTo>
                    <a:pt x="6999" y="82"/>
                  </a:lnTo>
                  <a:lnTo>
                    <a:pt x="7449" y="108"/>
                  </a:lnTo>
                  <a:lnTo>
                    <a:pt x="7840" y="138"/>
                  </a:lnTo>
                  <a:lnTo>
                    <a:pt x="8230" y="164"/>
                  </a:lnTo>
                  <a:lnTo>
                    <a:pt x="8591" y="200"/>
                  </a:lnTo>
                  <a:lnTo>
                    <a:pt x="8951" y="235"/>
                  </a:lnTo>
                  <a:lnTo>
                    <a:pt x="9251" y="271"/>
                  </a:lnTo>
                  <a:lnTo>
                    <a:pt x="9552" y="312"/>
                  </a:lnTo>
                  <a:lnTo>
                    <a:pt x="9822" y="353"/>
                  </a:lnTo>
                  <a:lnTo>
                    <a:pt x="10092" y="399"/>
                  </a:lnTo>
                  <a:lnTo>
                    <a:pt x="10333" y="439"/>
                  </a:lnTo>
                  <a:lnTo>
                    <a:pt x="10543" y="485"/>
                  </a:lnTo>
                  <a:lnTo>
                    <a:pt x="10753" y="531"/>
                  </a:lnTo>
                  <a:lnTo>
                    <a:pt x="11084" y="628"/>
                  </a:lnTo>
                  <a:lnTo>
                    <a:pt x="11384" y="730"/>
                  </a:lnTo>
                  <a:lnTo>
                    <a:pt x="11594" y="832"/>
                  </a:lnTo>
                  <a:lnTo>
                    <a:pt x="11774" y="929"/>
                  </a:lnTo>
                  <a:lnTo>
                    <a:pt x="11925" y="1031"/>
                  </a:lnTo>
                  <a:lnTo>
                    <a:pt x="12015" y="1128"/>
                  </a:lnTo>
                  <a:lnTo>
                    <a:pt x="12075" y="1220"/>
                  </a:lnTo>
                  <a:lnTo>
                    <a:pt x="12075" y="1220"/>
                  </a:lnTo>
                  <a:lnTo>
                    <a:pt x="10333" y="1102"/>
                  </a:lnTo>
                  <a:lnTo>
                    <a:pt x="8651" y="980"/>
                  </a:lnTo>
                  <a:lnTo>
                    <a:pt x="7029" y="852"/>
                  </a:lnTo>
                  <a:lnTo>
                    <a:pt x="5497" y="715"/>
                  </a:lnTo>
                  <a:lnTo>
                    <a:pt x="4025" y="572"/>
                  </a:lnTo>
                  <a:lnTo>
                    <a:pt x="2614" y="419"/>
                  </a:lnTo>
                  <a:lnTo>
                    <a:pt x="1262" y="266"/>
                  </a:lnTo>
                  <a:lnTo>
                    <a:pt x="1" y="103"/>
                  </a:lnTo>
                  <a:lnTo>
                    <a:pt x="1" y="103"/>
                  </a:lnTo>
                  <a:lnTo>
                    <a:pt x="361" y="77"/>
                  </a:lnTo>
                  <a:lnTo>
                    <a:pt x="752" y="62"/>
                  </a:lnTo>
                  <a:lnTo>
                    <a:pt x="1172" y="41"/>
                  </a:lnTo>
                  <a:lnTo>
                    <a:pt x="1593" y="26"/>
                  </a:lnTo>
                  <a:lnTo>
                    <a:pt x="2043" y="16"/>
                  </a:lnTo>
                  <a:lnTo>
                    <a:pt x="2494" y="11"/>
                  </a:lnTo>
                  <a:lnTo>
                    <a:pt x="2974" y="6"/>
                  </a:lnTo>
                  <a:lnTo>
                    <a:pt x="348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2"/>
            <p:cNvSpPr/>
            <p:nvPr/>
          </p:nvSpPr>
          <p:spPr>
            <a:xfrm flipH="1">
              <a:off x="3515558" y="4371075"/>
              <a:ext cx="17706" cy="16200"/>
            </a:xfrm>
            <a:custGeom>
              <a:avLst/>
              <a:gdLst/>
              <a:ahLst/>
              <a:cxnLst/>
              <a:rect l="l" t="t" r="r" b="b"/>
              <a:pathLst>
                <a:path w="4176" h="648" extrusionOk="0">
                  <a:moveTo>
                    <a:pt x="481" y="0"/>
                  </a:moveTo>
                  <a:lnTo>
                    <a:pt x="271" y="67"/>
                  </a:lnTo>
                  <a:lnTo>
                    <a:pt x="120" y="128"/>
                  </a:lnTo>
                  <a:lnTo>
                    <a:pt x="30" y="189"/>
                  </a:lnTo>
                  <a:lnTo>
                    <a:pt x="0" y="255"/>
                  </a:lnTo>
                  <a:lnTo>
                    <a:pt x="30" y="306"/>
                  </a:lnTo>
                  <a:lnTo>
                    <a:pt x="90" y="362"/>
                  </a:lnTo>
                  <a:lnTo>
                    <a:pt x="181" y="413"/>
                  </a:lnTo>
                  <a:lnTo>
                    <a:pt x="331" y="464"/>
                  </a:lnTo>
                  <a:lnTo>
                    <a:pt x="511" y="510"/>
                  </a:lnTo>
                  <a:lnTo>
                    <a:pt x="751" y="556"/>
                  </a:lnTo>
                  <a:lnTo>
                    <a:pt x="1022" y="602"/>
                  </a:lnTo>
                  <a:lnTo>
                    <a:pt x="1322" y="648"/>
                  </a:lnTo>
                  <a:lnTo>
                    <a:pt x="1893" y="587"/>
                  </a:lnTo>
                  <a:lnTo>
                    <a:pt x="2013" y="571"/>
                  </a:lnTo>
                  <a:lnTo>
                    <a:pt x="2043" y="551"/>
                  </a:lnTo>
                  <a:lnTo>
                    <a:pt x="2013" y="531"/>
                  </a:lnTo>
                  <a:lnTo>
                    <a:pt x="1923" y="510"/>
                  </a:lnTo>
                  <a:lnTo>
                    <a:pt x="1802" y="480"/>
                  </a:lnTo>
                  <a:lnTo>
                    <a:pt x="1652" y="439"/>
                  </a:lnTo>
                  <a:lnTo>
                    <a:pt x="1502" y="388"/>
                  </a:lnTo>
                  <a:lnTo>
                    <a:pt x="1472" y="357"/>
                  </a:lnTo>
                  <a:lnTo>
                    <a:pt x="1472" y="327"/>
                  </a:lnTo>
                  <a:lnTo>
                    <a:pt x="1472" y="286"/>
                  </a:lnTo>
                  <a:lnTo>
                    <a:pt x="1532" y="245"/>
                  </a:lnTo>
                  <a:lnTo>
                    <a:pt x="1652" y="204"/>
                  </a:lnTo>
                  <a:lnTo>
                    <a:pt x="1802" y="158"/>
                  </a:lnTo>
                  <a:lnTo>
                    <a:pt x="1832" y="143"/>
                  </a:lnTo>
                  <a:lnTo>
                    <a:pt x="1832" y="128"/>
                  </a:lnTo>
                  <a:lnTo>
                    <a:pt x="1832" y="107"/>
                  </a:lnTo>
                  <a:lnTo>
                    <a:pt x="1772" y="92"/>
                  </a:lnTo>
                  <a:lnTo>
                    <a:pt x="1682" y="82"/>
                  </a:lnTo>
                  <a:lnTo>
                    <a:pt x="1592" y="72"/>
                  </a:lnTo>
                  <a:lnTo>
                    <a:pt x="481" y="0"/>
                  </a:lnTo>
                  <a:close/>
                  <a:moveTo>
                    <a:pt x="2613" y="0"/>
                  </a:moveTo>
                  <a:lnTo>
                    <a:pt x="2403" y="67"/>
                  </a:lnTo>
                  <a:lnTo>
                    <a:pt x="2253" y="128"/>
                  </a:lnTo>
                  <a:lnTo>
                    <a:pt x="2163" y="189"/>
                  </a:lnTo>
                  <a:lnTo>
                    <a:pt x="2133" y="255"/>
                  </a:lnTo>
                  <a:lnTo>
                    <a:pt x="2163" y="306"/>
                  </a:lnTo>
                  <a:lnTo>
                    <a:pt x="2223" y="362"/>
                  </a:lnTo>
                  <a:lnTo>
                    <a:pt x="2313" y="413"/>
                  </a:lnTo>
                  <a:lnTo>
                    <a:pt x="2463" y="464"/>
                  </a:lnTo>
                  <a:lnTo>
                    <a:pt x="2643" y="510"/>
                  </a:lnTo>
                  <a:lnTo>
                    <a:pt x="2884" y="556"/>
                  </a:lnTo>
                  <a:lnTo>
                    <a:pt x="3154" y="602"/>
                  </a:lnTo>
                  <a:lnTo>
                    <a:pt x="3454" y="648"/>
                  </a:lnTo>
                  <a:lnTo>
                    <a:pt x="4025" y="587"/>
                  </a:lnTo>
                  <a:lnTo>
                    <a:pt x="4145" y="571"/>
                  </a:lnTo>
                  <a:lnTo>
                    <a:pt x="4175" y="551"/>
                  </a:lnTo>
                  <a:lnTo>
                    <a:pt x="4145" y="531"/>
                  </a:lnTo>
                  <a:lnTo>
                    <a:pt x="4085" y="510"/>
                  </a:lnTo>
                  <a:lnTo>
                    <a:pt x="3935" y="480"/>
                  </a:lnTo>
                  <a:lnTo>
                    <a:pt x="3785" y="439"/>
                  </a:lnTo>
                  <a:lnTo>
                    <a:pt x="3665" y="388"/>
                  </a:lnTo>
                  <a:lnTo>
                    <a:pt x="3604" y="357"/>
                  </a:lnTo>
                  <a:lnTo>
                    <a:pt x="3604" y="327"/>
                  </a:lnTo>
                  <a:lnTo>
                    <a:pt x="3604" y="286"/>
                  </a:lnTo>
                  <a:lnTo>
                    <a:pt x="3665" y="245"/>
                  </a:lnTo>
                  <a:lnTo>
                    <a:pt x="3785" y="204"/>
                  </a:lnTo>
                  <a:lnTo>
                    <a:pt x="3935" y="158"/>
                  </a:lnTo>
                  <a:lnTo>
                    <a:pt x="3965" y="143"/>
                  </a:lnTo>
                  <a:lnTo>
                    <a:pt x="3995" y="128"/>
                  </a:lnTo>
                  <a:lnTo>
                    <a:pt x="3965" y="107"/>
                  </a:lnTo>
                  <a:lnTo>
                    <a:pt x="3905" y="92"/>
                  </a:lnTo>
                  <a:lnTo>
                    <a:pt x="3815" y="82"/>
                  </a:lnTo>
                  <a:lnTo>
                    <a:pt x="3725" y="72"/>
                  </a:lnTo>
                  <a:lnTo>
                    <a:pt x="26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2"/>
            <p:cNvSpPr/>
            <p:nvPr/>
          </p:nvSpPr>
          <p:spPr>
            <a:xfrm flipH="1">
              <a:off x="3249532" y="3930125"/>
              <a:ext cx="70681" cy="64025"/>
            </a:xfrm>
            <a:custGeom>
              <a:avLst/>
              <a:gdLst/>
              <a:ahLst/>
              <a:cxnLst/>
              <a:rect l="l" t="t" r="r" b="b"/>
              <a:pathLst>
                <a:path w="16670" h="2561" extrusionOk="0">
                  <a:moveTo>
                    <a:pt x="8410" y="0"/>
                  </a:moveTo>
                  <a:lnTo>
                    <a:pt x="7839" y="5"/>
                  </a:lnTo>
                  <a:lnTo>
                    <a:pt x="7299" y="10"/>
                  </a:lnTo>
                  <a:lnTo>
                    <a:pt x="6758" y="26"/>
                  </a:lnTo>
                  <a:lnTo>
                    <a:pt x="6248" y="41"/>
                  </a:lnTo>
                  <a:lnTo>
                    <a:pt x="5767" y="61"/>
                  </a:lnTo>
                  <a:lnTo>
                    <a:pt x="5316" y="87"/>
                  </a:lnTo>
                  <a:lnTo>
                    <a:pt x="4896" y="112"/>
                  </a:lnTo>
                  <a:lnTo>
                    <a:pt x="4476" y="143"/>
                  </a:lnTo>
                  <a:lnTo>
                    <a:pt x="4085" y="179"/>
                  </a:lnTo>
                  <a:lnTo>
                    <a:pt x="3695" y="214"/>
                  </a:lnTo>
                  <a:lnTo>
                    <a:pt x="3364" y="255"/>
                  </a:lnTo>
                  <a:lnTo>
                    <a:pt x="3004" y="296"/>
                  </a:lnTo>
                  <a:lnTo>
                    <a:pt x="2703" y="342"/>
                  </a:lnTo>
                  <a:lnTo>
                    <a:pt x="2403" y="388"/>
                  </a:lnTo>
                  <a:lnTo>
                    <a:pt x="2133" y="439"/>
                  </a:lnTo>
                  <a:lnTo>
                    <a:pt x="1893" y="490"/>
                  </a:lnTo>
                  <a:lnTo>
                    <a:pt x="1652" y="541"/>
                  </a:lnTo>
                  <a:lnTo>
                    <a:pt x="1412" y="592"/>
                  </a:lnTo>
                  <a:lnTo>
                    <a:pt x="1022" y="699"/>
                  </a:lnTo>
                  <a:lnTo>
                    <a:pt x="721" y="811"/>
                  </a:lnTo>
                  <a:lnTo>
                    <a:pt x="451" y="918"/>
                  </a:lnTo>
                  <a:lnTo>
                    <a:pt x="241" y="1025"/>
                  </a:lnTo>
                  <a:lnTo>
                    <a:pt x="120" y="1132"/>
                  </a:lnTo>
                  <a:lnTo>
                    <a:pt x="30" y="1229"/>
                  </a:lnTo>
                  <a:lnTo>
                    <a:pt x="0" y="1321"/>
                  </a:lnTo>
                  <a:lnTo>
                    <a:pt x="0" y="1428"/>
                  </a:lnTo>
                  <a:lnTo>
                    <a:pt x="60" y="1546"/>
                  </a:lnTo>
                  <a:lnTo>
                    <a:pt x="151" y="1678"/>
                  </a:lnTo>
                  <a:lnTo>
                    <a:pt x="241" y="1745"/>
                  </a:lnTo>
                  <a:lnTo>
                    <a:pt x="331" y="1811"/>
                  </a:lnTo>
                  <a:lnTo>
                    <a:pt x="2163" y="1882"/>
                  </a:lnTo>
                  <a:lnTo>
                    <a:pt x="3905" y="1959"/>
                  </a:lnTo>
                  <a:lnTo>
                    <a:pt x="5587" y="2046"/>
                  </a:lnTo>
                  <a:lnTo>
                    <a:pt x="7239" y="2137"/>
                  </a:lnTo>
                  <a:lnTo>
                    <a:pt x="8801" y="2234"/>
                  </a:lnTo>
                  <a:lnTo>
                    <a:pt x="10302" y="2336"/>
                  </a:lnTo>
                  <a:lnTo>
                    <a:pt x="11714" y="2448"/>
                  </a:lnTo>
                  <a:lnTo>
                    <a:pt x="13095" y="2561"/>
                  </a:lnTo>
                  <a:lnTo>
                    <a:pt x="13396" y="2530"/>
                  </a:lnTo>
                  <a:lnTo>
                    <a:pt x="13696" y="2499"/>
                  </a:lnTo>
                  <a:lnTo>
                    <a:pt x="14207" y="2423"/>
                  </a:lnTo>
                  <a:lnTo>
                    <a:pt x="14687" y="2346"/>
                  </a:lnTo>
                  <a:lnTo>
                    <a:pt x="15078" y="2265"/>
                  </a:lnTo>
                  <a:lnTo>
                    <a:pt x="15438" y="2173"/>
                  </a:lnTo>
                  <a:lnTo>
                    <a:pt x="15739" y="2081"/>
                  </a:lnTo>
                  <a:lnTo>
                    <a:pt x="15979" y="1989"/>
                  </a:lnTo>
                  <a:lnTo>
                    <a:pt x="16189" y="1892"/>
                  </a:lnTo>
                  <a:lnTo>
                    <a:pt x="16369" y="1796"/>
                  </a:lnTo>
                  <a:lnTo>
                    <a:pt x="16489" y="1699"/>
                  </a:lnTo>
                  <a:lnTo>
                    <a:pt x="16580" y="1607"/>
                  </a:lnTo>
                  <a:lnTo>
                    <a:pt x="16640" y="1515"/>
                  </a:lnTo>
                  <a:lnTo>
                    <a:pt x="16670" y="1428"/>
                  </a:lnTo>
                  <a:lnTo>
                    <a:pt x="16670" y="1342"/>
                  </a:lnTo>
                  <a:lnTo>
                    <a:pt x="16670" y="1265"/>
                  </a:lnTo>
                  <a:lnTo>
                    <a:pt x="16640" y="1189"/>
                  </a:lnTo>
                  <a:lnTo>
                    <a:pt x="16549" y="1097"/>
                  </a:lnTo>
                  <a:lnTo>
                    <a:pt x="16459" y="1000"/>
                  </a:lnTo>
                  <a:lnTo>
                    <a:pt x="16339" y="898"/>
                  </a:lnTo>
                  <a:lnTo>
                    <a:pt x="16189" y="801"/>
                  </a:lnTo>
                  <a:lnTo>
                    <a:pt x="15979" y="699"/>
                  </a:lnTo>
                  <a:lnTo>
                    <a:pt x="15739" y="607"/>
                  </a:lnTo>
                  <a:lnTo>
                    <a:pt x="15408" y="510"/>
                  </a:lnTo>
                  <a:lnTo>
                    <a:pt x="15228" y="469"/>
                  </a:lnTo>
                  <a:lnTo>
                    <a:pt x="15048" y="423"/>
                  </a:lnTo>
                  <a:lnTo>
                    <a:pt x="14837" y="383"/>
                  </a:lnTo>
                  <a:lnTo>
                    <a:pt x="14597" y="342"/>
                  </a:lnTo>
                  <a:lnTo>
                    <a:pt x="14327" y="301"/>
                  </a:lnTo>
                  <a:lnTo>
                    <a:pt x="14057" y="265"/>
                  </a:lnTo>
                  <a:lnTo>
                    <a:pt x="13756" y="230"/>
                  </a:lnTo>
                  <a:lnTo>
                    <a:pt x="13456" y="194"/>
                  </a:lnTo>
                  <a:lnTo>
                    <a:pt x="13095" y="163"/>
                  </a:lnTo>
                  <a:lnTo>
                    <a:pt x="12735" y="133"/>
                  </a:lnTo>
                  <a:lnTo>
                    <a:pt x="12345" y="107"/>
                  </a:lnTo>
                  <a:lnTo>
                    <a:pt x="11924" y="82"/>
                  </a:lnTo>
                  <a:lnTo>
                    <a:pt x="11474" y="61"/>
                  </a:lnTo>
                  <a:lnTo>
                    <a:pt x="10993" y="46"/>
                  </a:lnTo>
                  <a:lnTo>
                    <a:pt x="10482" y="31"/>
                  </a:lnTo>
                  <a:lnTo>
                    <a:pt x="9972" y="15"/>
                  </a:lnTo>
                  <a:lnTo>
                    <a:pt x="9401" y="10"/>
                  </a:lnTo>
                  <a:lnTo>
                    <a:pt x="8801" y="5"/>
                  </a:lnTo>
                  <a:lnTo>
                    <a:pt x="8410" y="0"/>
                  </a:lnTo>
                  <a:close/>
                </a:path>
              </a:pathLst>
            </a:custGeom>
            <a:solidFill>
              <a:srgbClr val="FF8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2"/>
            <p:cNvSpPr/>
            <p:nvPr/>
          </p:nvSpPr>
          <p:spPr>
            <a:xfrm flipH="1">
              <a:off x="3249532" y="3930125"/>
              <a:ext cx="70681" cy="64025"/>
            </a:xfrm>
            <a:custGeom>
              <a:avLst/>
              <a:gdLst/>
              <a:ahLst/>
              <a:cxnLst/>
              <a:rect l="l" t="t" r="r" b="b"/>
              <a:pathLst>
                <a:path w="16670" h="2561" fill="none" extrusionOk="0">
                  <a:moveTo>
                    <a:pt x="8410" y="0"/>
                  </a:moveTo>
                  <a:lnTo>
                    <a:pt x="8410" y="0"/>
                  </a:lnTo>
                  <a:lnTo>
                    <a:pt x="8801" y="5"/>
                  </a:lnTo>
                  <a:lnTo>
                    <a:pt x="8801" y="5"/>
                  </a:lnTo>
                  <a:lnTo>
                    <a:pt x="9401" y="10"/>
                  </a:lnTo>
                  <a:lnTo>
                    <a:pt x="9972" y="15"/>
                  </a:lnTo>
                  <a:lnTo>
                    <a:pt x="10482" y="31"/>
                  </a:lnTo>
                  <a:lnTo>
                    <a:pt x="10993" y="46"/>
                  </a:lnTo>
                  <a:lnTo>
                    <a:pt x="11474" y="61"/>
                  </a:lnTo>
                  <a:lnTo>
                    <a:pt x="11924" y="82"/>
                  </a:lnTo>
                  <a:lnTo>
                    <a:pt x="12345" y="107"/>
                  </a:lnTo>
                  <a:lnTo>
                    <a:pt x="12735" y="133"/>
                  </a:lnTo>
                  <a:lnTo>
                    <a:pt x="13095" y="163"/>
                  </a:lnTo>
                  <a:lnTo>
                    <a:pt x="13456" y="194"/>
                  </a:lnTo>
                  <a:lnTo>
                    <a:pt x="13756" y="230"/>
                  </a:lnTo>
                  <a:lnTo>
                    <a:pt x="14057" y="265"/>
                  </a:lnTo>
                  <a:lnTo>
                    <a:pt x="14327" y="301"/>
                  </a:lnTo>
                  <a:lnTo>
                    <a:pt x="14597" y="342"/>
                  </a:lnTo>
                  <a:lnTo>
                    <a:pt x="14837" y="383"/>
                  </a:lnTo>
                  <a:lnTo>
                    <a:pt x="15048" y="423"/>
                  </a:lnTo>
                  <a:lnTo>
                    <a:pt x="15228" y="469"/>
                  </a:lnTo>
                  <a:lnTo>
                    <a:pt x="15408" y="510"/>
                  </a:lnTo>
                  <a:lnTo>
                    <a:pt x="15739" y="607"/>
                  </a:lnTo>
                  <a:lnTo>
                    <a:pt x="15979" y="699"/>
                  </a:lnTo>
                  <a:lnTo>
                    <a:pt x="16189" y="801"/>
                  </a:lnTo>
                  <a:lnTo>
                    <a:pt x="16339" y="898"/>
                  </a:lnTo>
                  <a:lnTo>
                    <a:pt x="16459" y="1000"/>
                  </a:lnTo>
                  <a:lnTo>
                    <a:pt x="16549" y="1097"/>
                  </a:lnTo>
                  <a:lnTo>
                    <a:pt x="16640" y="1189"/>
                  </a:lnTo>
                  <a:lnTo>
                    <a:pt x="16640" y="1189"/>
                  </a:lnTo>
                  <a:lnTo>
                    <a:pt x="16670" y="1265"/>
                  </a:lnTo>
                  <a:lnTo>
                    <a:pt x="16670" y="1342"/>
                  </a:lnTo>
                  <a:lnTo>
                    <a:pt x="16670" y="1428"/>
                  </a:lnTo>
                  <a:lnTo>
                    <a:pt x="16640" y="1515"/>
                  </a:lnTo>
                  <a:lnTo>
                    <a:pt x="16580" y="1607"/>
                  </a:lnTo>
                  <a:lnTo>
                    <a:pt x="16489" y="1699"/>
                  </a:lnTo>
                  <a:lnTo>
                    <a:pt x="16369" y="1796"/>
                  </a:lnTo>
                  <a:lnTo>
                    <a:pt x="16189" y="1892"/>
                  </a:lnTo>
                  <a:lnTo>
                    <a:pt x="15979" y="1989"/>
                  </a:lnTo>
                  <a:lnTo>
                    <a:pt x="15739" y="2081"/>
                  </a:lnTo>
                  <a:lnTo>
                    <a:pt x="15438" y="2173"/>
                  </a:lnTo>
                  <a:lnTo>
                    <a:pt x="15078" y="2265"/>
                  </a:lnTo>
                  <a:lnTo>
                    <a:pt x="14687" y="2346"/>
                  </a:lnTo>
                  <a:lnTo>
                    <a:pt x="14207" y="2423"/>
                  </a:lnTo>
                  <a:lnTo>
                    <a:pt x="13696" y="2499"/>
                  </a:lnTo>
                  <a:lnTo>
                    <a:pt x="13396" y="2530"/>
                  </a:lnTo>
                  <a:lnTo>
                    <a:pt x="13095" y="2561"/>
                  </a:lnTo>
                  <a:lnTo>
                    <a:pt x="13095" y="2561"/>
                  </a:lnTo>
                  <a:lnTo>
                    <a:pt x="11714" y="2448"/>
                  </a:lnTo>
                  <a:lnTo>
                    <a:pt x="10302" y="2336"/>
                  </a:lnTo>
                  <a:lnTo>
                    <a:pt x="8801" y="2234"/>
                  </a:lnTo>
                  <a:lnTo>
                    <a:pt x="7239" y="2137"/>
                  </a:lnTo>
                  <a:lnTo>
                    <a:pt x="5587" y="2046"/>
                  </a:lnTo>
                  <a:lnTo>
                    <a:pt x="3905" y="1959"/>
                  </a:lnTo>
                  <a:lnTo>
                    <a:pt x="2163" y="1882"/>
                  </a:lnTo>
                  <a:lnTo>
                    <a:pt x="331" y="1811"/>
                  </a:lnTo>
                  <a:lnTo>
                    <a:pt x="331" y="1811"/>
                  </a:lnTo>
                  <a:lnTo>
                    <a:pt x="241" y="1745"/>
                  </a:lnTo>
                  <a:lnTo>
                    <a:pt x="151" y="1678"/>
                  </a:lnTo>
                  <a:lnTo>
                    <a:pt x="60" y="1546"/>
                  </a:lnTo>
                  <a:lnTo>
                    <a:pt x="0" y="1428"/>
                  </a:lnTo>
                  <a:lnTo>
                    <a:pt x="0" y="1321"/>
                  </a:lnTo>
                  <a:lnTo>
                    <a:pt x="0" y="1321"/>
                  </a:lnTo>
                  <a:lnTo>
                    <a:pt x="30" y="1229"/>
                  </a:lnTo>
                  <a:lnTo>
                    <a:pt x="120" y="1132"/>
                  </a:lnTo>
                  <a:lnTo>
                    <a:pt x="241" y="1025"/>
                  </a:lnTo>
                  <a:lnTo>
                    <a:pt x="451" y="918"/>
                  </a:lnTo>
                  <a:lnTo>
                    <a:pt x="721" y="811"/>
                  </a:lnTo>
                  <a:lnTo>
                    <a:pt x="1022" y="699"/>
                  </a:lnTo>
                  <a:lnTo>
                    <a:pt x="1412" y="592"/>
                  </a:lnTo>
                  <a:lnTo>
                    <a:pt x="1652" y="541"/>
                  </a:lnTo>
                  <a:lnTo>
                    <a:pt x="1893" y="490"/>
                  </a:lnTo>
                  <a:lnTo>
                    <a:pt x="2133" y="439"/>
                  </a:lnTo>
                  <a:lnTo>
                    <a:pt x="2403" y="388"/>
                  </a:lnTo>
                  <a:lnTo>
                    <a:pt x="2703" y="342"/>
                  </a:lnTo>
                  <a:lnTo>
                    <a:pt x="3004" y="296"/>
                  </a:lnTo>
                  <a:lnTo>
                    <a:pt x="3364" y="255"/>
                  </a:lnTo>
                  <a:lnTo>
                    <a:pt x="3695" y="214"/>
                  </a:lnTo>
                  <a:lnTo>
                    <a:pt x="4085" y="179"/>
                  </a:lnTo>
                  <a:lnTo>
                    <a:pt x="4476" y="143"/>
                  </a:lnTo>
                  <a:lnTo>
                    <a:pt x="4896" y="112"/>
                  </a:lnTo>
                  <a:lnTo>
                    <a:pt x="5316" y="87"/>
                  </a:lnTo>
                  <a:lnTo>
                    <a:pt x="5767" y="61"/>
                  </a:lnTo>
                  <a:lnTo>
                    <a:pt x="6248" y="41"/>
                  </a:lnTo>
                  <a:lnTo>
                    <a:pt x="6758" y="26"/>
                  </a:lnTo>
                  <a:lnTo>
                    <a:pt x="7299" y="10"/>
                  </a:lnTo>
                  <a:lnTo>
                    <a:pt x="7839" y="5"/>
                  </a:lnTo>
                  <a:lnTo>
                    <a:pt x="841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2"/>
            <p:cNvSpPr/>
            <p:nvPr/>
          </p:nvSpPr>
          <p:spPr>
            <a:xfrm flipH="1">
              <a:off x="3264686" y="3975375"/>
              <a:ext cx="54128" cy="23375"/>
            </a:xfrm>
            <a:custGeom>
              <a:avLst/>
              <a:gdLst/>
              <a:ahLst/>
              <a:cxnLst/>
              <a:rect l="l" t="t" r="r" b="b"/>
              <a:pathLst>
                <a:path w="12766" h="935" extrusionOk="0">
                  <a:moveTo>
                    <a:pt x="1" y="1"/>
                  </a:moveTo>
                  <a:lnTo>
                    <a:pt x="151" y="82"/>
                  </a:lnTo>
                  <a:lnTo>
                    <a:pt x="301" y="164"/>
                  </a:lnTo>
                  <a:lnTo>
                    <a:pt x="511" y="246"/>
                  </a:lnTo>
                  <a:lnTo>
                    <a:pt x="782" y="327"/>
                  </a:lnTo>
                  <a:lnTo>
                    <a:pt x="1052" y="409"/>
                  </a:lnTo>
                  <a:lnTo>
                    <a:pt x="1382" y="480"/>
                  </a:lnTo>
                  <a:lnTo>
                    <a:pt x="1773" y="552"/>
                  </a:lnTo>
                  <a:lnTo>
                    <a:pt x="2223" y="623"/>
                  </a:lnTo>
                  <a:lnTo>
                    <a:pt x="2704" y="684"/>
                  </a:lnTo>
                  <a:lnTo>
                    <a:pt x="3275" y="746"/>
                  </a:lnTo>
                  <a:lnTo>
                    <a:pt x="3875" y="797"/>
                  </a:lnTo>
                  <a:lnTo>
                    <a:pt x="4566" y="837"/>
                  </a:lnTo>
                  <a:lnTo>
                    <a:pt x="5317" y="873"/>
                  </a:lnTo>
                  <a:lnTo>
                    <a:pt x="6128" y="904"/>
                  </a:lnTo>
                  <a:lnTo>
                    <a:pt x="7029" y="924"/>
                  </a:lnTo>
                  <a:lnTo>
                    <a:pt x="7990" y="929"/>
                  </a:lnTo>
                  <a:lnTo>
                    <a:pt x="8290" y="934"/>
                  </a:lnTo>
                  <a:lnTo>
                    <a:pt x="8981" y="929"/>
                  </a:lnTo>
                  <a:lnTo>
                    <a:pt x="9612" y="919"/>
                  </a:lnTo>
                  <a:lnTo>
                    <a:pt x="10243" y="904"/>
                  </a:lnTo>
                  <a:lnTo>
                    <a:pt x="10813" y="883"/>
                  </a:lnTo>
                  <a:lnTo>
                    <a:pt x="11354" y="858"/>
                  </a:lnTo>
                  <a:lnTo>
                    <a:pt x="11864" y="827"/>
                  </a:lnTo>
                  <a:lnTo>
                    <a:pt x="12345" y="791"/>
                  </a:lnTo>
                  <a:lnTo>
                    <a:pt x="12765" y="751"/>
                  </a:lnTo>
                  <a:lnTo>
                    <a:pt x="11384" y="638"/>
                  </a:lnTo>
                  <a:lnTo>
                    <a:pt x="9972" y="526"/>
                  </a:lnTo>
                  <a:lnTo>
                    <a:pt x="8471" y="424"/>
                  </a:lnTo>
                  <a:lnTo>
                    <a:pt x="6909" y="327"/>
                  </a:lnTo>
                  <a:lnTo>
                    <a:pt x="5257" y="236"/>
                  </a:lnTo>
                  <a:lnTo>
                    <a:pt x="3575" y="149"/>
                  </a:lnTo>
                  <a:lnTo>
                    <a:pt x="1833" y="72"/>
                  </a:lnTo>
                  <a:lnTo>
                    <a:pt x="1" y="1"/>
                  </a:lnTo>
                  <a:close/>
                </a:path>
              </a:pathLst>
            </a:custGeom>
            <a:solidFill>
              <a:srgbClr val="FF3E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2"/>
            <p:cNvSpPr/>
            <p:nvPr/>
          </p:nvSpPr>
          <p:spPr>
            <a:xfrm flipH="1">
              <a:off x="3264686" y="3975375"/>
              <a:ext cx="54128" cy="23375"/>
            </a:xfrm>
            <a:custGeom>
              <a:avLst/>
              <a:gdLst/>
              <a:ahLst/>
              <a:cxnLst/>
              <a:rect l="l" t="t" r="r" b="b"/>
              <a:pathLst>
                <a:path w="12766" h="935" fill="none" extrusionOk="0">
                  <a:moveTo>
                    <a:pt x="1" y="1"/>
                  </a:moveTo>
                  <a:lnTo>
                    <a:pt x="1" y="1"/>
                  </a:lnTo>
                  <a:lnTo>
                    <a:pt x="1833" y="72"/>
                  </a:lnTo>
                  <a:lnTo>
                    <a:pt x="3575" y="149"/>
                  </a:lnTo>
                  <a:lnTo>
                    <a:pt x="5257" y="236"/>
                  </a:lnTo>
                  <a:lnTo>
                    <a:pt x="6909" y="327"/>
                  </a:lnTo>
                  <a:lnTo>
                    <a:pt x="8471" y="424"/>
                  </a:lnTo>
                  <a:lnTo>
                    <a:pt x="9972" y="526"/>
                  </a:lnTo>
                  <a:lnTo>
                    <a:pt x="11384" y="638"/>
                  </a:lnTo>
                  <a:lnTo>
                    <a:pt x="12765" y="751"/>
                  </a:lnTo>
                  <a:lnTo>
                    <a:pt x="12765" y="751"/>
                  </a:lnTo>
                  <a:lnTo>
                    <a:pt x="12345" y="791"/>
                  </a:lnTo>
                  <a:lnTo>
                    <a:pt x="11864" y="827"/>
                  </a:lnTo>
                  <a:lnTo>
                    <a:pt x="11354" y="858"/>
                  </a:lnTo>
                  <a:lnTo>
                    <a:pt x="10813" y="883"/>
                  </a:lnTo>
                  <a:lnTo>
                    <a:pt x="10243" y="904"/>
                  </a:lnTo>
                  <a:lnTo>
                    <a:pt x="9612" y="919"/>
                  </a:lnTo>
                  <a:lnTo>
                    <a:pt x="8981" y="929"/>
                  </a:lnTo>
                  <a:lnTo>
                    <a:pt x="8290" y="934"/>
                  </a:lnTo>
                  <a:lnTo>
                    <a:pt x="8290" y="934"/>
                  </a:lnTo>
                  <a:lnTo>
                    <a:pt x="7990" y="929"/>
                  </a:lnTo>
                  <a:lnTo>
                    <a:pt x="7990" y="929"/>
                  </a:lnTo>
                  <a:lnTo>
                    <a:pt x="7029" y="924"/>
                  </a:lnTo>
                  <a:lnTo>
                    <a:pt x="6128" y="904"/>
                  </a:lnTo>
                  <a:lnTo>
                    <a:pt x="5317" y="873"/>
                  </a:lnTo>
                  <a:lnTo>
                    <a:pt x="4566" y="837"/>
                  </a:lnTo>
                  <a:lnTo>
                    <a:pt x="3875" y="797"/>
                  </a:lnTo>
                  <a:lnTo>
                    <a:pt x="3275" y="746"/>
                  </a:lnTo>
                  <a:lnTo>
                    <a:pt x="2704" y="684"/>
                  </a:lnTo>
                  <a:lnTo>
                    <a:pt x="2223" y="623"/>
                  </a:lnTo>
                  <a:lnTo>
                    <a:pt x="1773" y="552"/>
                  </a:lnTo>
                  <a:lnTo>
                    <a:pt x="1382" y="480"/>
                  </a:lnTo>
                  <a:lnTo>
                    <a:pt x="1052" y="409"/>
                  </a:lnTo>
                  <a:lnTo>
                    <a:pt x="782" y="327"/>
                  </a:lnTo>
                  <a:lnTo>
                    <a:pt x="511" y="246"/>
                  </a:lnTo>
                  <a:lnTo>
                    <a:pt x="301" y="164"/>
                  </a:lnTo>
                  <a:lnTo>
                    <a:pt x="151" y="82"/>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2"/>
            <p:cNvSpPr/>
            <p:nvPr/>
          </p:nvSpPr>
          <p:spPr>
            <a:xfrm flipH="1">
              <a:off x="3274493" y="3956500"/>
              <a:ext cx="17706" cy="16225"/>
            </a:xfrm>
            <a:custGeom>
              <a:avLst/>
              <a:gdLst/>
              <a:ahLst/>
              <a:cxnLst/>
              <a:rect l="l" t="t" r="r" b="b"/>
              <a:pathLst>
                <a:path w="4176" h="649" extrusionOk="0">
                  <a:moveTo>
                    <a:pt x="722" y="1"/>
                  </a:moveTo>
                  <a:lnTo>
                    <a:pt x="151" y="62"/>
                  </a:lnTo>
                  <a:lnTo>
                    <a:pt x="31" y="77"/>
                  </a:lnTo>
                  <a:lnTo>
                    <a:pt x="1" y="98"/>
                  </a:lnTo>
                  <a:lnTo>
                    <a:pt x="31" y="118"/>
                  </a:lnTo>
                  <a:lnTo>
                    <a:pt x="121" y="139"/>
                  </a:lnTo>
                  <a:lnTo>
                    <a:pt x="241" y="169"/>
                  </a:lnTo>
                  <a:lnTo>
                    <a:pt x="421" y="210"/>
                  </a:lnTo>
                  <a:lnTo>
                    <a:pt x="542" y="261"/>
                  </a:lnTo>
                  <a:lnTo>
                    <a:pt x="572" y="292"/>
                  </a:lnTo>
                  <a:lnTo>
                    <a:pt x="572" y="322"/>
                  </a:lnTo>
                  <a:lnTo>
                    <a:pt x="572" y="363"/>
                  </a:lnTo>
                  <a:lnTo>
                    <a:pt x="512" y="399"/>
                  </a:lnTo>
                  <a:lnTo>
                    <a:pt x="421" y="445"/>
                  </a:lnTo>
                  <a:lnTo>
                    <a:pt x="271" y="491"/>
                  </a:lnTo>
                  <a:lnTo>
                    <a:pt x="211" y="506"/>
                  </a:lnTo>
                  <a:lnTo>
                    <a:pt x="211" y="521"/>
                  </a:lnTo>
                  <a:lnTo>
                    <a:pt x="211" y="542"/>
                  </a:lnTo>
                  <a:lnTo>
                    <a:pt x="271" y="557"/>
                  </a:lnTo>
                  <a:lnTo>
                    <a:pt x="361" y="567"/>
                  </a:lnTo>
                  <a:lnTo>
                    <a:pt x="482" y="577"/>
                  </a:lnTo>
                  <a:lnTo>
                    <a:pt x="1563" y="649"/>
                  </a:lnTo>
                  <a:lnTo>
                    <a:pt x="1773" y="582"/>
                  </a:lnTo>
                  <a:lnTo>
                    <a:pt x="1923" y="521"/>
                  </a:lnTo>
                  <a:lnTo>
                    <a:pt x="2013" y="455"/>
                  </a:lnTo>
                  <a:lnTo>
                    <a:pt x="2043" y="394"/>
                  </a:lnTo>
                  <a:lnTo>
                    <a:pt x="2013" y="343"/>
                  </a:lnTo>
                  <a:lnTo>
                    <a:pt x="1953" y="287"/>
                  </a:lnTo>
                  <a:lnTo>
                    <a:pt x="1863" y="236"/>
                  </a:lnTo>
                  <a:lnTo>
                    <a:pt x="1713" y="185"/>
                  </a:lnTo>
                  <a:lnTo>
                    <a:pt x="1533" y="139"/>
                  </a:lnTo>
                  <a:lnTo>
                    <a:pt x="1292" y="88"/>
                  </a:lnTo>
                  <a:lnTo>
                    <a:pt x="1022" y="47"/>
                  </a:lnTo>
                  <a:lnTo>
                    <a:pt x="722" y="1"/>
                  </a:lnTo>
                  <a:close/>
                  <a:moveTo>
                    <a:pt x="2854" y="1"/>
                  </a:moveTo>
                  <a:lnTo>
                    <a:pt x="2284" y="62"/>
                  </a:lnTo>
                  <a:lnTo>
                    <a:pt x="2163" y="77"/>
                  </a:lnTo>
                  <a:lnTo>
                    <a:pt x="2133" y="98"/>
                  </a:lnTo>
                  <a:lnTo>
                    <a:pt x="2163" y="118"/>
                  </a:lnTo>
                  <a:lnTo>
                    <a:pt x="2254" y="139"/>
                  </a:lnTo>
                  <a:lnTo>
                    <a:pt x="2404" y="169"/>
                  </a:lnTo>
                  <a:lnTo>
                    <a:pt x="2554" y="210"/>
                  </a:lnTo>
                  <a:lnTo>
                    <a:pt x="2674" y="261"/>
                  </a:lnTo>
                  <a:lnTo>
                    <a:pt x="2704" y="292"/>
                  </a:lnTo>
                  <a:lnTo>
                    <a:pt x="2704" y="322"/>
                  </a:lnTo>
                  <a:lnTo>
                    <a:pt x="2704" y="363"/>
                  </a:lnTo>
                  <a:lnTo>
                    <a:pt x="2644" y="399"/>
                  </a:lnTo>
                  <a:lnTo>
                    <a:pt x="2554" y="445"/>
                  </a:lnTo>
                  <a:lnTo>
                    <a:pt x="2404" y="491"/>
                  </a:lnTo>
                  <a:lnTo>
                    <a:pt x="2344" y="506"/>
                  </a:lnTo>
                  <a:lnTo>
                    <a:pt x="2344" y="521"/>
                  </a:lnTo>
                  <a:lnTo>
                    <a:pt x="2344" y="542"/>
                  </a:lnTo>
                  <a:lnTo>
                    <a:pt x="2404" y="557"/>
                  </a:lnTo>
                  <a:lnTo>
                    <a:pt x="2494" y="567"/>
                  </a:lnTo>
                  <a:lnTo>
                    <a:pt x="2614" y="577"/>
                  </a:lnTo>
                  <a:lnTo>
                    <a:pt x="3725" y="649"/>
                  </a:lnTo>
                  <a:lnTo>
                    <a:pt x="3905" y="582"/>
                  </a:lnTo>
                  <a:lnTo>
                    <a:pt x="4056" y="521"/>
                  </a:lnTo>
                  <a:lnTo>
                    <a:pt x="4146" y="455"/>
                  </a:lnTo>
                  <a:lnTo>
                    <a:pt x="4176" y="394"/>
                  </a:lnTo>
                  <a:lnTo>
                    <a:pt x="4176" y="343"/>
                  </a:lnTo>
                  <a:lnTo>
                    <a:pt x="4086" y="287"/>
                  </a:lnTo>
                  <a:lnTo>
                    <a:pt x="3996" y="236"/>
                  </a:lnTo>
                  <a:lnTo>
                    <a:pt x="3845" y="185"/>
                  </a:lnTo>
                  <a:lnTo>
                    <a:pt x="3665" y="139"/>
                  </a:lnTo>
                  <a:lnTo>
                    <a:pt x="3425" y="88"/>
                  </a:lnTo>
                  <a:lnTo>
                    <a:pt x="3185" y="47"/>
                  </a:lnTo>
                  <a:lnTo>
                    <a:pt x="285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2"/>
            <p:cNvSpPr/>
            <p:nvPr/>
          </p:nvSpPr>
          <p:spPr>
            <a:xfrm flipH="1">
              <a:off x="3549690" y="3920300"/>
              <a:ext cx="241578" cy="234150"/>
            </a:xfrm>
            <a:custGeom>
              <a:avLst/>
              <a:gdLst/>
              <a:ahLst/>
              <a:cxnLst/>
              <a:rect l="l" t="t" r="r" b="b"/>
              <a:pathLst>
                <a:path w="56976" h="9366" extrusionOk="0">
                  <a:moveTo>
                    <a:pt x="28713" y="0"/>
                  </a:moveTo>
                  <a:lnTo>
                    <a:pt x="27752" y="5"/>
                  </a:lnTo>
                  <a:lnTo>
                    <a:pt x="26761" y="11"/>
                  </a:lnTo>
                  <a:lnTo>
                    <a:pt x="25830" y="21"/>
                  </a:lnTo>
                  <a:lnTo>
                    <a:pt x="24899" y="36"/>
                  </a:lnTo>
                  <a:lnTo>
                    <a:pt x="23998" y="56"/>
                  </a:lnTo>
                  <a:lnTo>
                    <a:pt x="23097" y="77"/>
                  </a:lnTo>
                  <a:lnTo>
                    <a:pt x="22226" y="102"/>
                  </a:lnTo>
                  <a:lnTo>
                    <a:pt x="21385" y="133"/>
                  </a:lnTo>
                  <a:lnTo>
                    <a:pt x="20544" y="164"/>
                  </a:lnTo>
                  <a:lnTo>
                    <a:pt x="19733" y="199"/>
                  </a:lnTo>
                  <a:lnTo>
                    <a:pt x="18952" y="240"/>
                  </a:lnTo>
                  <a:lnTo>
                    <a:pt x="18171" y="281"/>
                  </a:lnTo>
                  <a:lnTo>
                    <a:pt x="17420" y="327"/>
                  </a:lnTo>
                  <a:lnTo>
                    <a:pt x="16699" y="378"/>
                  </a:lnTo>
                  <a:lnTo>
                    <a:pt x="15979" y="429"/>
                  </a:lnTo>
                  <a:lnTo>
                    <a:pt x="15258" y="485"/>
                  </a:lnTo>
                  <a:lnTo>
                    <a:pt x="14597" y="541"/>
                  </a:lnTo>
                  <a:lnTo>
                    <a:pt x="13936" y="602"/>
                  </a:lnTo>
                  <a:lnTo>
                    <a:pt x="13275" y="663"/>
                  </a:lnTo>
                  <a:lnTo>
                    <a:pt x="12645" y="730"/>
                  </a:lnTo>
                  <a:lnTo>
                    <a:pt x="12044" y="796"/>
                  </a:lnTo>
                  <a:lnTo>
                    <a:pt x="11443" y="868"/>
                  </a:lnTo>
                  <a:lnTo>
                    <a:pt x="10873" y="939"/>
                  </a:lnTo>
                  <a:lnTo>
                    <a:pt x="10302" y="1010"/>
                  </a:lnTo>
                  <a:lnTo>
                    <a:pt x="9761" y="1087"/>
                  </a:lnTo>
                  <a:lnTo>
                    <a:pt x="9251" y="1163"/>
                  </a:lnTo>
                  <a:lnTo>
                    <a:pt x="8740" y="1245"/>
                  </a:lnTo>
                  <a:lnTo>
                    <a:pt x="8230" y="1321"/>
                  </a:lnTo>
                  <a:lnTo>
                    <a:pt x="7298" y="1490"/>
                  </a:lnTo>
                  <a:lnTo>
                    <a:pt x="6427" y="1663"/>
                  </a:lnTo>
                  <a:lnTo>
                    <a:pt x="5587" y="1837"/>
                  </a:lnTo>
                  <a:lnTo>
                    <a:pt x="4836" y="2020"/>
                  </a:lnTo>
                  <a:lnTo>
                    <a:pt x="4145" y="2204"/>
                  </a:lnTo>
                  <a:lnTo>
                    <a:pt x="3514" y="2387"/>
                  </a:lnTo>
                  <a:lnTo>
                    <a:pt x="2943" y="2576"/>
                  </a:lnTo>
                  <a:lnTo>
                    <a:pt x="2403" y="2760"/>
                  </a:lnTo>
                  <a:lnTo>
                    <a:pt x="1952" y="2949"/>
                  </a:lnTo>
                  <a:lnTo>
                    <a:pt x="1532" y="3137"/>
                  </a:lnTo>
                  <a:lnTo>
                    <a:pt x="1171" y="3321"/>
                  </a:lnTo>
                  <a:lnTo>
                    <a:pt x="871" y="3505"/>
                  </a:lnTo>
                  <a:lnTo>
                    <a:pt x="601" y="3688"/>
                  </a:lnTo>
                  <a:lnTo>
                    <a:pt x="391" y="3862"/>
                  </a:lnTo>
                  <a:lnTo>
                    <a:pt x="210" y="4035"/>
                  </a:lnTo>
                  <a:lnTo>
                    <a:pt x="90" y="4198"/>
                  </a:lnTo>
                  <a:lnTo>
                    <a:pt x="30" y="4361"/>
                  </a:lnTo>
                  <a:lnTo>
                    <a:pt x="0" y="4509"/>
                  </a:lnTo>
                  <a:lnTo>
                    <a:pt x="0" y="4795"/>
                  </a:lnTo>
                  <a:lnTo>
                    <a:pt x="30" y="4948"/>
                  </a:lnTo>
                  <a:lnTo>
                    <a:pt x="90" y="5106"/>
                  </a:lnTo>
                  <a:lnTo>
                    <a:pt x="180" y="5274"/>
                  </a:lnTo>
                  <a:lnTo>
                    <a:pt x="300" y="5448"/>
                  </a:lnTo>
                  <a:lnTo>
                    <a:pt x="421" y="5621"/>
                  </a:lnTo>
                  <a:lnTo>
                    <a:pt x="601" y="5800"/>
                  </a:lnTo>
                  <a:lnTo>
                    <a:pt x="811" y="5983"/>
                  </a:lnTo>
                  <a:lnTo>
                    <a:pt x="1081" y="6167"/>
                  </a:lnTo>
                  <a:lnTo>
                    <a:pt x="1382" y="6356"/>
                  </a:lnTo>
                  <a:lnTo>
                    <a:pt x="1742" y="6545"/>
                  </a:lnTo>
                  <a:lnTo>
                    <a:pt x="2133" y="6728"/>
                  </a:lnTo>
                  <a:lnTo>
                    <a:pt x="2583" y="6917"/>
                  </a:lnTo>
                  <a:lnTo>
                    <a:pt x="3124" y="7101"/>
                  </a:lnTo>
                  <a:lnTo>
                    <a:pt x="3694" y="7284"/>
                  </a:lnTo>
                  <a:lnTo>
                    <a:pt x="4265" y="7279"/>
                  </a:lnTo>
                  <a:lnTo>
                    <a:pt x="4445" y="7279"/>
                  </a:lnTo>
                  <a:lnTo>
                    <a:pt x="4836" y="7284"/>
                  </a:lnTo>
                  <a:lnTo>
                    <a:pt x="5196" y="7289"/>
                  </a:lnTo>
                  <a:lnTo>
                    <a:pt x="5526" y="7299"/>
                  </a:lnTo>
                  <a:lnTo>
                    <a:pt x="5857" y="7310"/>
                  </a:lnTo>
                  <a:lnTo>
                    <a:pt x="6157" y="7325"/>
                  </a:lnTo>
                  <a:lnTo>
                    <a:pt x="6427" y="7340"/>
                  </a:lnTo>
                  <a:lnTo>
                    <a:pt x="6698" y="7356"/>
                  </a:lnTo>
                  <a:lnTo>
                    <a:pt x="6938" y="7376"/>
                  </a:lnTo>
                  <a:lnTo>
                    <a:pt x="7389" y="7422"/>
                  </a:lnTo>
                  <a:lnTo>
                    <a:pt x="7749" y="7473"/>
                  </a:lnTo>
                  <a:lnTo>
                    <a:pt x="8079" y="7529"/>
                  </a:lnTo>
                  <a:lnTo>
                    <a:pt x="8320" y="7590"/>
                  </a:lnTo>
                  <a:lnTo>
                    <a:pt x="8530" y="7651"/>
                  </a:lnTo>
                  <a:lnTo>
                    <a:pt x="8710" y="7713"/>
                  </a:lnTo>
                  <a:lnTo>
                    <a:pt x="8830" y="7779"/>
                  </a:lnTo>
                  <a:lnTo>
                    <a:pt x="8920" y="7845"/>
                  </a:lnTo>
                  <a:lnTo>
                    <a:pt x="8980" y="7906"/>
                  </a:lnTo>
                  <a:lnTo>
                    <a:pt x="9010" y="7963"/>
                  </a:lnTo>
                  <a:lnTo>
                    <a:pt x="9040" y="8065"/>
                  </a:lnTo>
                  <a:lnTo>
                    <a:pt x="9010" y="8121"/>
                  </a:lnTo>
                  <a:lnTo>
                    <a:pt x="8950" y="8182"/>
                  </a:lnTo>
                  <a:lnTo>
                    <a:pt x="8860" y="8243"/>
                  </a:lnTo>
                  <a:lnTo>
                    <a:pt x="8740" y="8309"/>
                  </a:lnTo>
                  <a:lnTo>
                    <a:pt x="9551" y="8422"/>
                  </a:lnTo>
                  <a:lnTo>
                    <a:pt x="10422" y="8524"/>
                  </a:lnTo>
                  <a:lnTo>
                    <a:pt x="11323" y="8626"/>
                  </a:lnTo>
                  <a:lnTo>
                    <a:pt x="12314" y="8723"/>
                  </a:lnTo>
                  <a:lnTo>
                    <a:pt x="13335" y="8814"/>
                  </a:lnTo>
                  <a:lnTo>
                    <a:pt x="14387" y="8896"/>
                  </a:lnTo>
                  <a:lnTo>
                    <a:pt x="15528" y="8978"/>
                  </a:lnTo>
                  <a:lnTo>
                    <a:pt x="16729" y="9049"/>
                  </a:lnTo>
                  <a:lnTo>
                    <a:pt x="17961" y="9115"/>
                  </a:lnTo>
                  <a:lnTo>
                    <a:pt x="19252" y="9171"/>
                  </a:lnTo>
                  <a:lnTo>
                    <a:pt x="20634" y="9222"/>
                  </a:lnTo>
                  <a:lnTo>
                    <a:pt x="22046" y="9268"/>
                  </a:lnTo>
                  <a:lnTo>
                    <a:pt x="23547" y="9304"/>
                  </a:lnTo>
                  <a:lnTo>
                    <a:pt x="25109" y="9335"/>
                  </a:lnTo>
                  <a:lnTo>
                    <a:pt x="26731" y="9355"/>
                  </a:lnTo>
                  <a:lnTo>
                    <a:pt x="28413" y="9365"/>
                  </a:lnTo>
                  <a:lnTo>
                    <a:pt x="30515" y="9365"/>
                  </a:lnTo>
                  <a:lnTo>
                    <a:pt x="31536" y="9360"/>
                  </a:lnTo>
                  <a:lnTo>
                    <a:pt x="32558" y="9345"/>
                  </a:lnTo>
                  <a:lnTo>
                    <a:pt x="33549" y="9335"/>
                  </a:lnTo>
                  <a:lnTo>
                    <a:pt x="34480" y="9314"/>
                  </a:lnTo>
                  <a:lnTo>
                    <a:pt x="35441" y="9289"/>
                  </a:lnTo>
                  <a:lnTo>
                    <a:pt x="36342" y="9263"/>
                  </a:lnTo>
                  <a:lnTo>
                    <a:pt x="37213" y="9233"/>
                  </a:lnTo>
                  <a:lnTo>
                    <a:pt x="38084" y="9202"/>
                  </a:lnTo>
                  <a:lnTo>
                    <a:pt x="38925" y="9161"/>
                  </a:lnTo>
                  <a:lnTo>
                    <a:pt x="39736" y="9125"/>
                  </a:lnTo>
                  <a:lnTo>
                    <a:pt x="40517" y="9080"/>
                  </a:lnTo>
                  <a:lnTo>
                    <a:pt x="41268" y="9034"/>
                  </a:lnTo>
                  <a:lnTo>
                    <a:pt x="42019" y="8983"/>
                  </a:lnTo>
                  <a:lnTo>
                    <a:pt x="42739" y="8927"/>
                  </a:lnTo>
                  <a:lnTo>
                    <a:pt x="43430" y="8870"/>
                  </a:lnTo>
                  <a:lnTo>
                    <a:pt x="43761" y="8600"/>
                  </a:lnTo>
                  <a:lnTo>
                    <a:pt x="44151" y="8330"/>
                  </a:lnTo>
                  <a:lnTo>
                    <a:pt x="44602" y="8049"/>
                  </a:lnTo>
                  <a:lnTo>
                    <a:pt x="45142" y="7764"/>
                  </a:lnTo>
                  <a:lnTo>
                    <a:pt x="45713" y="7483"/>
                  </a:lnTo>
                  <a:lnTo>
                    <a:pt x="46374" y="7192"/>
                  </a:lnTo>
                  <a:lnTo>
                    <a:pt x="47094" y="6907"/>
                  </a:lnTo>
                  <a:lnTo>
                    <a:pt x="47905" y="6616"/>
                  </a:lnTo>
                  <a:lnTo>
                    <a:pt x="48776" y="6330"/>
                  </a:lnTo>
                  <a:lnTo>
                    <a:pt x="49707" y="6045"/>
                  </a:lnTo>
                  <a:lnTo>
                    <a:pt x="50218" y="5907"/>
                  </a:lnTo>
                  <a:lnTo>
                    <a:pt x="50729" y="5764"/>
                  </a:lnTo>
                  <a:lnTo>
                    <a:pt x="51269" y="5626"/>
                  </a:lnTo>
                  <a:lnTo>
                    <a:pt x="51810" y="5484"/>
                  </a:lnTo>
                  <a:lnTo>
                    <a:pt x="52381" y="5346"/>
                  </a:lnTo>
                  <a:lnTo>
                    <a:pt x="52981" y="5208"/>
                  </a:lnTo>
                  <a:lnTo>
                    <a:pt x="53612" y="5076"/>
                  </a:lnTo>
                  <a:lnTo>
                    <a:pt x="54243" y="4938"/>
                  </a:lnTo>
                  <a:lnTo>
                    <a:pt x="54873" y="4805"/>
                  </a:lnTo>
                  <a:lnTo>
                    <a:pt x="55564" y="4678"/>
                  </a:lnTo>
                  <a:lnTo>
                    <a:pt x="56255" y="4545"/>
                  </a:lnTo>
                  <a:lnTo>
                    <a:pt x="56976" y="4418"/>
                  </a:lnTo>
                  <a:lnTo>
                    <a:pt x="56916" y="4234"/>
                  </a:lnTo>
                  <a:lnTo>
                    <a:pt x="56826" y="4061"/>
                  </a:lnTo>
                  <a:lnTo>
                    <a:pt x="56645" y="3836"/>
                  </a:lnTo>
                  <a:lnTo>
                    <a:pt x="56465" y="3601"/>
                  </a:lnTo>
                  <a:lnTo>
                    <a:pt x="56225" y="3367"/>
                  </a:lnTo>
                  <a:lnTo>
                    <a:pt x="55955" y="3132"/>
                  </a:lnTo>
                  <a:lnTo>
                    <a:pt x="55594" y="2892"/>
                  </a:lnTo>
                  <a:lnTo>
                    <a:pt x="55414" y="2775"/>
                  </a:lnTo>
                  <a:lnTo>
                    <a:pt x="55174" y="2658"/>
                  </a:lnTo>
                  <a:lnTo>
                    <a:pt x="54964" y="2535"/>
                  </a:lnTo>
                  <a:lnTo>
                    <a:pt x="54693" y="2418"/>
                  </a:lnTo>
                  <a:lnTo>
                    <a:pt x="54423" y="2306"/>
                  </a:lnTo>
                  <a:lnTo>
                    <a:pt x="54123" y="2189"/>
                  </a:lnTo>
                  <a:lnTo>
                    <a:pt x="53402" y="2178"/>
                  </a:lnTo>
                  <a:lnTo>
                    <a:pt x="52771" y="2153"/>
                  </a:lnTo>
                  <a:lnTo>
                    <a:pt x="52230" y="2122"/>
                  </a:lnTo>
                  <a:lnTo>
                    <a:pt x="51750" y="2087"/>
                  </a:lnTo>
                  <a:lnTo>
                    <a:pt x="51329" y="2041"/>
                  </a:lnTo>
                  <a:lnTo>
                    <a:pt x="50969" y="1990"/>
                  </a:lnTo>
                  <a:lnTo>
                    <a:pt x="50699" y="1934"/>
                  </a:lnTo>
                  <a:lnTo>
                    <a:pt x="50428" y="1872"/>
                  </a:lnTo>
                  <a:lnTo>
                    <a:pt x="50248" y="1811"/>
                  </a:lnTo>
                  <a:lnTo>
                    <a:pt x="50098" y="1750"/>
                  </a:lnTo>
                  <a:lnTo>
                    <a:pt x="49978" y="1684"/>
                  </a:lnTo>
                  <a:lnTo>
                    <a:pt x="49888" y="1622"/>
                  </a:lnTo>
                  <a:lnTo>
                    <a:pt x="49828" y="1561"/>
                  </a:lnTo>
                  <a:lnTo>
                    <a:pt x="49798" y="1505"/>
                  </a:lnTo>
                  <a:lnTo>
                    <a:pt x="49768" y="1403"/>
                  </a:lnTo>
                  <a:lnTo>
                    <a:pt x="49798" y="1352"/>
                  </a:lnTo>
                  <a:lnTo>
                    <a:pt x="49828" y="1301"/>
                  </a:lnTo>
                  <a:lnTo>
                    <a:pt x="49918" y="1240"/>
                  </a:lnTo>
                  <a:lnTo>
                    <a:pt x="50038" y="1184"/>
                  </a:lnTo>
                  <a:lnTo>
                    <a:pt x="49257" y="1061"/>
                  </a:lnTo>
                  <a:lnTo>
                    <a:pt x="48446" y="949"/>
                  </a:lnTo>
                  <a:lnTo>
                    <a:pt x="47575" y="837"/>
                  </a:lnTo>
                  <a:lnTo>
                    <a:pt x="46674" y="730"/>
                  </a:lnTo>
                  <a:lnTo>
                    <a:pt x="45683" y="633"/>
                  </a:lnTo>
                  <a:lnTo>
                    <a:pt x="44602" y="536"/>
                  </a:lnTo>
                  <a:lnTo>
                    <a:pt x="43490" y="449"/>
                  </a:lnTo>
                  <a:lnTo>
                    <a:pt x="42289" y="373"/>
                  </a:lnTo>
                  <a:lnTo>
                    <a:pt x="41057" y="296"/>
                  </a:lnTo>
                  <a:lnTo>
                    <a:pt x="39706" y="230"/>
                  </a:lnTo>
                  <a:lnTo>
                    <a:pt x="38294" y="174"/>
                  </a:lnTo>
                  <a:lnTo>
                    <a:pt x="36823" y="123"/>
                  </a:lnTo>
                  <a:lnTo>
                    <a:pt x="35261" y="82"/>
                  </a:lnTo>
                  <a:lnTo>
                    <a:pt x="33609" y="46"/>
                  </a:lnTo>
                  <a:lnTo>
                    <a:pt x="31897" y="21"/>
                  </a:lnTo>
                  <a:lnTo>
                    <a:pt x="30065" y="5"/>
                  </a:lnTo>
                  <a:lnTo>
                    <a:pt x="28713" y="0"/>
                  </a:lnTo>
                  <a:close/>
                </a:path>
              </a:pathLst>
            </a:custGeom>
            <a:solidFill>
              <a:srgbClr val="FF8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2"/>
            <p:cNvSpPr/>
            <p:nvPr/>
          </p:nvSpPr>
          <p:spPr>
            <a:xfrm flipH="1">
              <a:off x="3549690" y="3920300"/>
              <a:ext cx="241578" cy="234150"/>
            </a:xfrm>
            <a:custGeom>
              <a:avLst/>
              <a:gdLst/>
              <a:ahLst/>
              <a:cxnLst/>
              <a:rect l="l" t="t" r="r" b="b"/>
              <a:pathLst>
                <a:path w="56976" h="9366" fill="none" extrusionOk="0">
                  <a:moveTo>
                    <a:pt x="28713" y="0"/>
                  </a:moveTo>
                  <a:lnTo>
                    <a:pt x="28713" y="0"/>
                  </a:lnTo>
                  <a:lnTo>
                    <a:pt x="30065" y="5"/>
                  </a:lnTo>
                  <a:lnTo>
                    <a:pt x="30065" y="5"/>
                  </a:lnTo>
                  <a:lnTo>
                    <a:pt x="31897" y="21"/>
                  </a:lnTo>
                  <a:lnTo>
                    <a:pt x="33609" y="46"/>
                  </a:lnTo>
                  <a:lnTo>
                    <a:pt x="35261" y="82"/>
                  </a:lnTo>
                  <a:lnTo>
                    <a:pt x="36823" y="123"/>
                  </a:lnTo>
                  <a:lnTo>
                    <a:pt x="38294" y="174"/>
                  </a:lnTo>
                  <a:lnTo>
                    <a:pt x="39706" y="230"/>
                  </a:lnTo>
                  <a:lnTo>
                    <a:pt x="41057" y="296"/>
                  </a:lnTo>
                  <a:lnTo>
                    <a:pt x="42289" y="373"/>
                  </a:lnTo>
                  <a:lnTo>
                    <a:pt x="43490" y="449"/>
                  </a:lnTo>
                  <a:lnTo>
                    <a:pt x="44602" y="536"/>
                  </a:lnTo>
                  <a:lnTo>
                    <a:pt x="45683" y="633"/>
                  </a:lnTo>
                  <a:lnTo>
                    <a:pt x="46674" y="730"/>
                  </a:lnTo>
                  <a:lnTo>
                    <a:pt x="47575" y="837"/>
                  </a:lnTo>
                  <a:lnTo>
                    <a:pt x="48446" y="949"/>
                  </a:lnTo>
                  <a:lnTo>
                    <a:pt x="49257" y="1061"/>
                  </a:lnTo>
                  <a:lnTo>
                    <a:pt x="50038" y="1184"/>
                  </a:lnTo>
                  <a:lnTo>
                    <a:pt x="50038" y="1184"/>
                  </a:lnTo>
                  <a:lnTo>
                    <a:pt x="49918" y="1240"/>
                  </a:lnTo>
                  <a:lnTo>
                    <a:pt x="49828" y="1301"/>
                  </a:lnTo>
                  <a:lnTo>
                    <a:pt x="49798" y="1352"/>
                  </a:lnTo>
                  <a:lnTo>
                    <a:pt x="49768" y="1403"/>
                  </a:lnTo>
                  <a:lnTo>
                    <a:pt x="49768" y="1403"/>
                  </a:lnTo>
                  <a:lnTo>
                    <a:pt x="49798" y="1505"/>
                  </a:lnTo>
                  <a:lnTo>
                    <a:pt x="49828" y="1561"/>
                  </a:lnTo>
                  <a:lnTo>
                    <a:pt x="49888" y="1622"/>
                  </a:lnTo>
                  <a:lnTo>
                    <a:pt x="49978" y="1684"/>
                  </a:lnTo>
                  <a:lnTo>
                    <a:pt x="50098" y="1750"/>
                  </a:lnTo>
                  <a:lnTo>
                    <a:pt x="50248" y="1811"/>
                  </a:lnTo>
                  <a:lnTo>
                    <a:pt x="50428" y="1872"/>
                  </a:lnTo>
                  <a:lnTo>
                    <a:pt x="50699" y="1934"/>
                  </a:lnTo>
                  <a:lnTo>
                    <a:pt x="50969" y="1990"/>
                  </a:lnTo>
                  <a:lnTo>
                    <a:pt x="51329" y="2041"/>
                  </a:lnTo>
                  <a:lnTo>
                    <a:pt x="51750" y="2087"/>
                  </a:lnTo>
                  <a:lnTo>
                    <a:pt x="52230" y="2122"/>
                  </a:lnTo>
                  <a:lnTo>
                    <a:pt x="52771" y="2153"/>
                  </a:lnTo>
                  <a:lnTo>
                    <a:pt x="53402" y="2178"/>
                  </a:lnTo>
                  <a:lnTo>
                    <a:pt x="54123" y="2189"/>
                  </a:lnTo>
                  <a:lnTo>
                    <a:pt x="54123" y="2189"/>
                  </a:lnTo>
                  <a:lnTo>
                    <a:pt x="54423" y="2306"/>
                  </a:lnTo>
                  <a:lnTo>
                    <a:pt x="54693" y="2418"/>
                  </a:lnTo>
                  <a:lnTo>
                    <a:pt x="54964" y="2535"/>
                  </a:lnTo>
                  <a:lnTo>
                    <a:pt x="55174" y="2658"/>
                  </a:lnTo>
                  <a:lnTo>
                    <a:pt x="55414" y="2775"/>
                  </a:lnTo>
                  <a:lnTo>
                    <a:pt x="55594" y="2892"/>
                  </a:lnTo>
                  <a:lnTo>
                    <a:pt x="55955" y="3132"/>
                  </a:lnTo>
                  <a:lnTo>
                    <a:pt x="56225" y="3367"/>
                  </a:lnTo>
                  <a:lnTo>
                    <a:pt x="56465" y="3601"/>
                  </a:lnTo>
                  <a:lnTo>
                    <a:pt x="56645" y="3836"/>
                  </a:lnTo>
                  <a:lnTo>
                    <a:pt x="56826" y="4061"/>
                  </a:lnTo>
                  <a:lnTo>
                    <a:pt x="56826" y="4061"/>
                  </a:lnTo>
                  <a:lnTo>
                    <a:pt x="56916" y="4234"/>
                  </a:lnTo>
                  <a:lnTo>
                    <a:pt x="56976" y="4418"/>
                  </a:lnTo>
                  <a:lnTo>
                    <a:pt x="56976" y="4418"/>
                  </a:lnTo>
                  <a:lnTo>
                    <a:pt x="56255" y="4545"/>
                  </a:lnTo>
                  <a:lnTo>
                    <a:pt x="55564" y="4678"/>
                  </a:lnTo>
                  <a:lnTo>
                    <a:pt x="54873" y="4805"/>
                  </a:lnTo>
                  <a:lnTo>
                    <a:pt x="54243" y="4938"/>
                  </a:lnTo>
                  <a:lnTo>
                    <a:pt x="53612" y="5076"/>
                  </a:lnTo>
                  <a:lnTo>
                    <a:pt x="52981" y="5208"/>
                  </a:lnTo>
                  <a:lnTo>
                    <a:pt x="52381" y="5346"/>
                  </a:lnTo>
                  <a:lnTo>
                    <a:pt x="51810" y="5484"/>
                  </a:lnTo>
                  <a:lnTo>
                    <a:pt x="51269" y="5626"/>
                  </a:lnTo>
                  <a:lnTo>
                    <a:pt x="50729" y="5764"/>
                  </a:lnTo>
                  <a:lnTo>
                    <a:pt x="50218" y="5907"/>
                  </a:lnTo>
                  <a:lnTo>
                    <a:pt x="49707" y="6045"/>
                  </a:lnTo>
                  <a:lnTo>
                    <a:pt x="48776" y="6330"/>
                  </a:lnTo>
                  <a:lnTo>
                    <a:pt x="47905" y="6616"/>
                  </a:lnTo>
                  <a:lnTo>
                    <a:pt x="47094" y="6907"/>
                  </a:lnTo>
                  <a:lnTo>
                    <a:pt x="46374" y="7192"/>
                  </a:lnTo>
                  <a:lnTo>
                    <a:pt x="45713" y="7483"/>
                  </a:lnTo>
                  <a:lnTo>
                    <a:pt x="45142" y="7764"/>
                  </a:lnTo>
                  <a:lnTo>
                    <a:pt x="44602" y="8049"/>
                  </a:lnTo>
                  <a:lnTo>
                    <a:pt x="44151" y="8330"/>
                  </a:lnTo>
                  <a:lnTo>
                    <a:pt x="43761" y="8600"/>
                  </a:lnTo>
                  <a:lnTo>
                    <a:pt x="43430" y="8870"/>
                  </a:lnTo>
                  <a:lnTo>
                    <a:pt x="43430" y="8870"/>
                  </a:lnTo>
                  <a:lnTo>
                    <a:pt x="42739" y="8927"/>
                  </a:lnTo>
                  <a:lnTo>
                    <a:pt x="42019" y="8983"/>
                  </a:lnTo>
                  <a:lnTo>
                    <a:pt x="41268" y="9034"/>
                  </a:lnTo>
                  <a:lnTo>
                    <a:pt x="40517" y="9080"/>
                  </a:lnTo>
                  <a:lnTo>
                    <a:pt x="39736" y="9125"/>
                  </a:lnTo>
                  <a:lnTo>
                    <a:pt x="38925" y="9161"/>
                  </a:lnTo>
                  <a:lnTo>
                    <a:pt x="38084" y="9202"/>
                  </a:lnTo>
                  <a:lnTo>
                    <a:pt x="37213" y="9233"/>
                  </a:lnTo>
                  <a:lnTo>
                    <a:pt x="36342" y="9263"/>
                  </a:lnTo>
                  <a:lnTo>
                    <a:pt x="35441" y="9289"/>
                  </a:lnTo>
                  <a:lnTo>
                    <a:pt x="34480" y="9314"/>
                  </a:lnTo>
                  <a:lnTo>
                    <a:pt x="33549" y="9335"/>
                  </a:lnTo>
                  <a:lnTo>
                    <a:pt x="32558" y="9345"/>
                  </a:lnTo>
                  <a:lnTo>
                    <a:pt x="31536" y="9360"/>
                  </a:lnTo>
                  <a:lnTo>
                    <a:pt x="30515" y="9365"/>
                  </a:lnTo>
                  <a:lnTo>
                    <a:pt x="29434" y="9365"/>
                  </a:lnTo>
                  <a:lnTo>
                    <a:pt x="29434" y="9365"/>
                  </a:lnTo>
                  <a:lnTo>
                    <a:pt x="28413" y="9365"/>
                  </a:lnTo>
                  <a:lnTo>
                    <a:pt x="28413" y="9365"/>
                  </a:lnTo>
                  <a:lnTo>
                    <a:pt x="26731" y="9355"/>
                  </a:lnTo>
                  <a:lnTo>
                    <a:pt x="25109" y="9335"/>
                  </a:lnTo>
                  <a:lnTo>
                    <a:pt x="23547" y="9304"/>
                  </a:lnTo>
                  <a:lnTo>
                    <a:pt x="22046" y="9268"/>
                  </a:lnTo>
                  <a:lnTo>
                    <a:pt x="20634" y="9222"/>
                  </a:lnTo>
                  <a:lnTo>
                    <a:pt x="19252" y="9171"/>
                  </a:lnTo>
                  <a:lnTo>
                    <a:pt x="17961" y="9115"/>
                  </a:lnTo>
                  <a:lnTo>
                    <a:pt x="16729" y="9049"/>
                  </a:lnTo>
                  <a:lnTo>
                    <a:pt x="15528" y="8978"/>
                  </a:lnTo>
                  <a:lnTo>
                    <a:pt x="14387" y="8896"/>
                  </a:lnTo>
                  <a:lnTo>
                    <a:pt x="13335" y="8814"/>
                  </a:lnTo>
                  <a:lnTo>
                    <a:pt x="12314" y="8723"/>
                  </a:lnTo>
                  <a:lnTo>
                    <a:pt x="11323" y="8626"/>
                  </a:lnTo>
                  <a:lnTo>
                    <a:pt x="10422" y="8524"/>
                  </a:lnTo>
                  <a:lnTo>
                    <a:pt x="9551" y="8422"/>
                  </a:lnTo>
                  <a:lnTo>
                    <a:pt x="8740" y="8309"/>
                  </a:lnTo>
                  <a:lnTo>
                    <a:pt x="8740" y="8309"/>
                  </a:lnTo>
                  <a:lnTo>
                    <a:pt x="8860" y="8243"/>
                  </a:lnTo>
                  <a:lnTo>
                    <a:pt x="8950" y="8182"/>
                  </a:lnTo>
                  <a:lnTo>
                    <a:pt x="9010" y="8121"/>
                  </a:lnTo>
                  <a:lnTo>
                    <a:pt x="9040" y="8065"/>
                  </a:lnTo>
                  <a:lnTo>
                    <a:pt x="9040" y="8065"/>
                  </a:lnTo>
                  <a:lnTo>
                    <a:pt x="9010" y="7963"/>
                  </a:lnTo>
                  <a:lnTo>
                    <a:pt x="8980" y="7906"/>
                  </a:lnTo>
                  <a:lnTo>
                    <a:pt x="8920" y="7845"/>
                  </a:lnTo>
                  <a:lnTo>
                    <a:pt x="8830" y="7779"/>
                  </a:lnTo>
                  <a:lnTo>
                    <a:pt x="8710" y="7713"/>
                  </a:lnTo>
                  <a:lnTo>
                    <a:pt x="8530" y="7651"/>
                  </a:lnTo>
                  <a:lnTo>
                    <a:pt x="8320" y="7590"/>
                  </a:lnTo>
                  <a:lnTo>
                    <a:pt x="8079" y="7529"/>
                  </a:lnTo>
                  <a:lnTo>
                    <a:pt x="7749" y="7473"/>
                  </a:lnTo>
                  <a:lnTo>
                    <a:pt x="7389" y="7422"/>
                  </a:lnTo>
                  <a:lnTo>
                    <a:pt x="6938" y="7376"/>
                  </a:lnTo>
                  <a:lnTo>
                    <a:pt x="6698" y="7356"/>
                  </a:lnTo>
                  <a:lnTo>
                    <a:pt x="6427" y="7340"/>
                  </a:lnTo>
                  <a:lnTo>
                    <a:pt x="6157" y="7325"/>
                  </a:lnTo>
                  <a:lnTo>
                    <a:pt x="5857" y="7310"/>
                  </a:lnTo>
                  <a:lnTo>
                    <a:pt x="5526" y="7299"/>
                  </a:lnTo>
                  <a:lnTo>
                    <a:pt x="5196" y="7289"/>
                  </a:lnTo>
                  <a:lnTo>
                    <a:pt x="4836" y="7284"/>
                  </a:lnTo>
                  <a:lnTo>
                    <a:pt x="4445" y="7279"/>
                  </a:lnTo>
                  <a:lnTo>
                    <a:pt x="4445" y="7279"/>
                  </a:lnTo>
                  <a:lnTo>
                    <a:pt x="4265" y="7279"/>
                  </a:lnTo>
                  <a:lnTo>
                    <a:pt x="4265" y="7279"/>
                  </a:lnTo>
                  <a:lnTo>
                    <a:pt x="3694" y="7284"/>
                  </a:lnTo>
                  <a:lnTo>
                    <a:pt x="3694" y="7284"/>
                  </a:lnTo>
                  <a:lnTo>
                    <a:pt x="3124" y="7101"/>
                  </a:lnTo>
                  <a:lnTo>
                    <a:pt x="2583" y="6917"/>
                  </a:lnTo>
                  <a:lnTo>
                    <a:pt x="2133" y="6728"/>
                  </a:lnTo>
                  <a:lnTo>
                    <a:pt x="1742" y="6545"/>
                  </a:lnTo>
                  <a:lnTo>
                    <a:pt x="1382" y="6356"/>
                  </a:lnTo>
                  <a:lnTo>
                    <a:pt x="1081" y="6167"/>
                  </a:lnTo>
                  <a:lnTo>
                    <a:pt x="811" y="5983"/>
                  </a:lnTo>
                  <a:lnTo>
                    <a:pt x="601" y="5800"/>
                  </a:lnTo>
                  <a:lnTo>
                    <a:pt x="421" y="5621"/>
                  </a:lnTo>
                  <a:lnTo>
                    <a:pt x="300" y="5448"/>
                  </a:lnTo>
                  <a:lnTo>
                    <a:pt x="180" y="5274"/>
                  </a:lnTo>
                  <a:lnTo>
                    <a:pt x="90" y="5106"/>
                  </a:lnTo>
                  <a:lnTo>
                    <a:pt x="30" y="4948"/>
                  </a:lnTo>
                  <a:lnTo>
                    <a:pt x="0" y="4795"/>
                  </a:lnTo>
                  <a:lnTo>
                    <a:pt x="0" y="4509"/>
                  </a:lnTo>
                  <a:lnTo>
                    <a:pt x="0" y="4509"/>
                  </a:lnTo>
                  <a:lnTo>
                    <a:pt x="30" y="4361"/>
                  </a:lnTo>
                  <a:lnTo>
                    <a:pt x="90" y="4198"/>
                  </a:lnTo>
                  <a:lnTo>
                    <a:pt x="210" y="4035"/>
                  </a:lnTo>
                  <a:lnTo>
                    <a:pt x="391" y="3862"/>
                  </a:lnTo>
                  <a:lnTo>
                    <a:pt x="601" y="3688"/>
                  </a:lnTo>
                  <a:lnTo>
                    <a:pt x="871" y="3505"/>
                  </a:lnTo>
                  <a:lnTo>
                    <a:pt x="1171" y="3321"/>
                  </a:lnTo>
                  <a:lnTo>
                    <a:pt x="1532" y="3137"/>
                  </a:lnTo>
                  <a:lnTo>
                    <a:pt x="1952" y="2949"/>
                  </a:lnTo>
                  <a:lnTo>
                    <a:pt x="2403" y="2760"/>
                  </a:lnTo>
                  <a:lnTo>
                    <a:pt x="2943" y="2576"/>
                  </a:lnTo>
                  <a:lnTo>
                    <a:pt x="3514" y="2387"/>
                  </a:lnTo>
                  <a:lnTo>
                    <a:pt x="4145" y="2204"/>
                  </a:lnTo>
                  <a:lnTo>
                    <a:pt x="4836" y="2020"/>
                  </a:lnTo>
                  <a:lnTo>
                    <a:pt x="5587" y="1837"/>
                  </a:lnTo>
                  <a:lnTo>
                    <a:pt x="6427" y="1663"/>
                  </a:lnTo>
                  <a:lnTo>
                    <a:pt x="7298" y="1490"/>
                  </a:lnTo>
                  <a:lnTo>
                    <a:pt x="8230" y="1321"/>
                  </a:lnTo>
                  <a:lnTo>
                    <a:pt x="8740" y="1245"/>
                  </a:lnTo>
                  <a:lnTo>
                    <a:pt x="9251" y="1163"/>
                  </a:lnTo>
                  <a:lnTo>
                    <a:pt x="9761" y="1087"/>
                  </a:lnTo>
                  <a:lnTo>
                    <a:pt x="10302" y="1010"/>
                  </a:lnTo>
                  <a:lnTo>
                    <a:pt x="10873" y="939"/>
                  </a:lnTo>
                  <a:lnTo>
                    <a:pt x="11443" y="868"/>
                  </a:lnTo>
                  <a:lnTo>
                    <a:pt x="12044" y="796"/>
                  </a:lnTo>
                  <a:lnTo>
                    <a:pt x="12645" y="730"/>
                  </a:lnTo>
                  <a:lnTo>
                    <a:pt x="13275" y="663"/>
                  </a:lnTo>
                  <a:lnTo>
                    <a:pt x="13936" y="602"/>
                  </a:lnTo>
                  <a:lnTo>
                    <a:pt x="14597" y="541"/>
                  </a:lnTo>
                  <a:lnTo>
                    <a:pt x="15258" y="485"/>
                  </a:lnTo>
                  <a:lnTo>
                    <a:pt x="15979" y="429"/>
                  </a:lnTo>
                  <a:lnTo>
                    <a:pt x="16699" y="378"/>
                  </a:lnTo>
                  <a:lnTo>
                    <a:pt x="17420" y="327"/>
                  </a:lnTo>
                  <a:lnTo>
                    <a:pt x="18171" y="281"/>
                  </a:lnTo>
                  <a:lnTo>
                    <a:pt x="18952" y="240"/>
                  </a:lnTo>
                  <a:lnTo>
                    <a:pt x="19733" y="199"/>
                  </a:lnTo>
                  <a:lnTo>
                    <a:pt x="20544" y="164"/>
                  </a:lnTo>
                  <a:lnTo>
                    <a:pt x="21385" y="133"/>
                  </a:lnTo>
                  <a:lnTo>
                    <a:pt x="22226" y="102"/>
                  </a:lnTo>
                  <a:lnTo>
                    <a:pt x="23097" y="77"/>
                  </a:lnTo>
                  <a:lnTo>
                    <a:pt x="23998" y="56"/>
                  </a:lnTo>
                  <a:lnTo>
                    <a:pt x="24899" y="36"/>
                  </a:lnTo>
                  <a:lnTo>
                    <a:pt x="25830" y="21"/>
                  </a:lnTo>
                  <a:lnTo>
                    <a:pt x="26761" y="11"/>
                  </a:lnTo>
                  <a:lnTo>
                    <a:pt x="27752" y="5"/>
                  </a:lnTo>
                  <a:lnTo>
                    <a:pt x="2871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2"/>
            <p:cNvSpPr/>
            <p:nvPr/>
          </p:nvSpPr>
          <p:spPr>
            <a:xfrm flipH="1">
              <a:off x="3549563" y="4030725"/>
              <a:ext cx="57562" cy="111350"/>
            </a:xfrm>
            <a:custGeom>
              <a:avLst/>
              <a:gdLst/>
              <a:ahLst/>
              <a:cxnLst/>
              <a:rect l="l" t="t" r="r" b="b"/>
              <a:pathLst>
                <a:path w="13576" h="4454" extrusionOk="0">
                  <a:moveTo>
                    <a:pt x="13546" y="1"/>
                  </a:moveTo>
                  <a:lnTo>
                    <a:pt x="12825" y="128"/>
                  </a:lnTo>
                  <a:lnTo>
                    <a:pt x="12134" y="261"/>
                  </a:lnTo>
                  <a:lnTo>
                    <a:pt x="11443" y="388"/>
                  </a:lnTo>
                  <a:lnTo>
                    <a:pt x="10813" y="521"/>
                  </a:lnTo>
                  <a:lnTo>
                    <a:pt x="10182" y="659"/>
                  </a:lnTo>
                  <a:lnTo>
                    <a:pt x="9551" y="791"/>
                  </a:lnTo>
                  <a:lnTo>
                    <a:pt x="8951" y="929"/>
                  </a:lnTo>
                  <a:lnTo>
                    <a:pt x="8380" y="1067"/>
                  </a:lnTo>
                  <a:lnTo>
                    <a:pt x="7839" y="1209"/>
                  </a:lnTo>
                  <a:lnTo>
                    <a:pt x="7299" y="1347"/>
                  </a:lnTo>
                  <a:lnTo>
                    <a:pt x="6788" y="1490"/>
                  </a:lnTo>
                  <a:lnTo>
                    <a:pt x="6277" y="1628"/>
                  </a:lnTo>
                  <a:lnTo>
                    <a:pt x="5346" y="1913"/>
                  </a:lnTo>
                  <a:lnTo>
                    <a:pt x="4475" y="2199"/>
                  </a:lnTo>
                  <a:lnTo>
                    <a:pt x="3664" y="2490"/>
                  </a:lnTo>
                  <a:lnTo>
                    <a:pt x="2944" y="2775"/>
                  </a:lnTo>
                  <a:lnTo>
                    <a:pt x="2283" y="3066"/>
                  </a:lnTo>
                  <a:lnTo>
                    <a:pt x="1712" y="3347"/>
                  </a:lnTo>
                  <a:lnTo>
                    <a:pt x="1172" y="3632"/>
                  </a:lnTo>
                  <a:lnTo>
                    <a:pt x="721" y="3913"/>
                  </a:lnTo>
                  <a:lnTo>
                    <a:pt x="331" y="4183"/>
                  </a:lnTo>
                  <a:lnTo>
                    <a:pt x="0" y="4453"/>
                  </a:lnTo>
                  <a:lnTo>
                    <a:pt x="0" y="4453"/>
                  </a:lnTo>
                  <a:lnTo>
                    <a:pt x="1051" y="4362"/>
                  </a:lnTo>
                  <a:lnTo>
                    <a:pt x="2043" y="4260"/>
                  </a:lnTo>
                  <a:lnTo>
                    <a:pt x="3004" y="4158"/>
                  </a:lnTo>
                  <a:lnTo>
                    <a:pt x="3875" y="4045"/>
                  </a:lnTo>
                  <a:lnTo>
                    <a:pt x="4746" y="3928"/>
                  </a:lnTo>
                  <a:lnTo>
                    <a:pt x="5527" y="3806"/>
                  </a:lnTo>
                  <a:lnTo>
                    <a:pt x="6277" y="3678"/>
                  </a:lnTo>
                  <a:lnTo>
                    <a:pt x="6998" y="3546"/>
                  </a:lnTo>
                  <a:lnTo>
                    <a:pt x="7659" y="3408"/>
                  </a:lnTo>
                  <a:lnTo>
                    <a:pt x="8290" y="3270"/>
                  </a:lnTo>
                  <a:lnTo>
                    <a:pt x="8860" y="3127"/>
                  </a:lnTo>
                  <a:lnTo>
                    <a:pt x="9401" y="2984"/>
                  </a:lnTo>
                  <a:lnTo>
                    <a:pt x="9912" y="2831"/>
                  </a:lnTo>
                  <a:lnTo>
                    <a:pt x="10362" y="2684"/>
                  </a:lnTo>
                  <a:lnTo>
                    <a:pt x="10783" y="2530"/>
                  </a:lnTo>
                  <a:lnTo>
                    <a:pt x="11173" y="2377"/>
                  </a:lnTo>
                  <a:lnTo>
                    <a:pt x="11534" y="2224"/>
                  </a:lnTo>
                  <a:lnTo>
                    <a:pt x="11864" y="2066"/>
                  </a:lnTo>
                  <a:lnTo>
                    <a:pt x="12164" y="1908"/>
                  </a:lnTo>
                  <a:lnTo>
                    <a:pt x="12405" y="1755"/>
                  </a:lnTo>
                  <a:lnTo>
                    <a:pt x="12645" y="1597"/>
                  </a:lnTo>
                  <a:lnTo>
                    <a:pt x="12855" y="1444"/>
                  </a:lnTo>
                  <a:lnTo>
                    <a:pt x="13035" y="1286"/>
                  </a:lnTo>
                  <a:lnTo>
                    <a:pt x="13155" y="1133"/>
                  </a:lnTo>
                  <a:lnTo>
                    <a:pt x="13306" y="985"/>
                  </a:lnTo>
                  <a:lnTo>
                    <a:pt x="13396" y="837"/>
                  </a:lnTo>
                  <a:lnTo>
                    <a:pt x="13456" y="689"/>
                  </a:lnTo>
                  <a:lnTo>
                    <a:pt x="13516" y="541"/>
                  </a:lnTo>
                  <a:lnTo>
                    <a:pt x="13546" y="404"/>
                  </a:lnTo>
                  <a:lnTo>
                    <a:pt x="13576" y="266"/>
                  </a:lnTo>
                  <a:lnTo>
                    <a:pt x="13546" y="1"/>
                  </a:lnTo>
                  <a:close/>
                </a:path>
              </a:pathLst>
            </a:custGeom>
            <a:solidFill>
              <a:srgbClr val="FF3E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2"/>
            <p:cNvSpPr/>
            <p:nvPr/>
          </p:nvSpPr>
          <p:spPr>
            <a:xfrm flipH="1">
              <a:off x="3549563" y="4030725"/>
              <a:ext cx="57562" cy="111350"/>
            </a:xfrm>
            <a:custGeom>
              <a:avLst/>
              <a:gdLst/>
              <a:ahLst/>
              <a:cxnLst/>
              <a:rect l="l" t="t" r="r" b="b"/>
              <a:pathLst>
                <a:path w="13576" h="4454" fill="none" extrusionOk="0">
                  <a:moveTo>
                    <a:pt x="13546" y="1"/>
                  </a:moveTo>
                  <a:lnTo>
                    <a:pt x="13546" y="1"/>
                  </a:lnTo>
                  <a:lnTo>
                    <a:pt x="13576" y="266"/>
                  </a:lnTo>
                  <a:lnTo>
                    <a:pt x="13546" y="404"/>
                  </a:lnTo>
                  <a:lnTo>
                    <a:pt x="13516" y="541"/>
                  </a:lnTo>
                  <a:lnTo>
                    <a:pt x="13456" y="689"/>
                  </a:lnTo>
                  <a:lnTo>
                    <a:pt x="13396" y="837"/>
                  </a:lnTo>
                  <a:lnTo>
                    <a:pt x="13306" y="985"/>
                  </a:lnTo>
                  <a:lnTo>
                    <a:pt x="13155" y="1133"/>
                  </a:lnTo>
                  <a:lnTo>
                    <a:pt x="13035" y="1286"/>
                  </a:lnTo>
                  <a:lnTo>
                    <a:pt x="12855" y="1444"/>
                  </a:lnTo>
                  <a:lnTo>
                    <a:pt x="12645" y="1597"/>
                  </a:lnTo>
                  <a:lnTo>
                    <a:pt x="12405" y="1755"/>
                  </a:lnTo>
                  <a:lnTo>
                    <a:pt x="12164" y="1908"/>
                  </a:lnTo>
                  <a:lnTo>
                    <a:pt x="11864" y="2066"/>
                  </a:lnTo>
                  <a:lnTo>
                    <a:pt x="11534" y="2224"/>
                  </a:lnTo>
                  <a:lnTo>
                    <a:pt x="11173" y="2377"/>
                  </a:lnTo>
                  <a:lnTo>
                    <a:pt x="10783" y="2530"/>
                  </a:lnTo>
                  <a:lnTo>
                    <a:pt x="10362" y="2684"/>
                  </a:lnTo>
                  <a:lnTo>
                    <a:pt x="9912" y="2831"/>
                  </a:lnTo>
                  <a:lnTo>
                    <a:pt x="9401" y="2984"/>
                  </a:lnTo>
                  <a:lnTo>
                    <a:pt x="8860" y="3127"/>
                  </a:lnTo>
                  <a:lnTo>
                    <a:pt x="8290" y="3270"/>
                  </a:lnTo>
                  <a:lnTo>
                    <a:pt x="7659" y="3408"/>
                  </a:lnTo>
                  <a:lnTo>
                    <a:pt x="6998" y="3546"/>
                  </a:lnTo>
                  <a:lnTo>
                    <a:pt x="6277" y="3678"/>
                  </a:lnTo>
                  <a:lnTo>
                    <a:pt x="5527" y="3806"/>
                  </a:lnTo>
                  <a:lnTo>
                    <a:pt x="4746" y="3928"/>
                  </a:lnTo>
                  <a:lnTo>
                    <a:pt x="3875" y="4045"/>
                  </a:lnTo>
                  <a:lnTo>
                    <a:pt x="3004" y="4158"/>
                  </a:lnTo>
                  <a:lnTo>
                    <a:pt x="2043" y="4260"/>
                  </a:lnTo>
                  <a:lnTo>
                    <a:pt x="1051" y="4362"/>
                  </a:lnTo>
                  <a:lnTo>
                    <a:pt x="0" y="4453"/>
                  </a:lnTo>
                  <a:lnTo>
                    <a:pt x="0" y="4453"/>
                  </a:lnTo>
                  <a:lnTo>
                    <a:pt x="331" y="4183"/>
                  </a:lnTo>
                  <a:lnTo>
                    <a:pt x="721" y="3913"/>
                  </a:lnTo>
                  <a:lnTo>
                    <a:pt x="1172" y="3632"/>
                  </a:lnTo>
                  <a:lnTo>
                    <a:pt x="1712" y="3347"/>
                  </a:lnTo>
                  <a:lnTo>
                    <a:pt x="2283" y="3066"/>
                  </a:lnTo>
                  <a:lnTo>
                    <a:pt x="2944" y="2775"/>
                  </a:lnTo>
                  <a:lnTo>
                    <a:pt x="3664" y="2490"/>
                  </a:lnTo>
                  <a:lnTo>
                    <a:pt x="4475" y="2199"/>
                  </a:lnTo>
                  <a:lnTo>
                    <a:pt x="5346" y="1913"/>
                  </a:lnTo>
                  <a:lnTo>
                    <a:pt x="6277" y="1628"/>
                  </a:lnTo>
                  <a:lnTo>
                    <a:pt x="6788" y="1490"/>
                  </a:lnTo>
                  <a:lnTo>
                    <a:pt x="7299" y="1347"/>
                  </a:lnTo>
                  <a:lnTo>
                    <a:pt x="7839" y="1209"/>
                  </a:lnTo>
                  <a:lnTo>
                    <a:pt x="8380" y="1067"/>
                  </a:lnTo>
                  <a:lnTo>
                    <a:pt x="8951" y="929"/>
                  </a:lnTo>
                  <a:lnTo>
                    <a:pt x="9551" y="791"/>
                  </a:lnTo>
                  <a:lnTo>
                    <a:pt x="10182" y="659"/>
                  </a:lnTo>
                  <a:lnTo>
                    <a:pt x="10813" y="521"/>
                  </a:lnTo>
                  <a:lnTo>
                    <a:pt x="11443" y="388"/>
                  </a:lnTo>
                  <a:lnTo>
                    <a:pt x="12134" y="261"/>
                  </a:lnTo>
                  <a:lnTo>
                    <a:pt x="12825" y="128"/>
                  </a:lnTo>
                  <a:lnTo>
                    <a:pt x="1354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2"/>
            <p:cNvSpPr/>
            <p:nvPr/>
          </p:nvSpPr>
          <p:spPr>
            <a:xfrm flipH="1">
              <a:off x="3754206" y="4102400"/>
              <a:ext cx="37829" cy="37750"/>
            </a:xfrm>
            <a:custGeom>
              <a:avLst/>
              <a:gdLst/>
              <a:ahLst/>
              <a:cxnLst/>
              <a:rect l="l" t="t" r="r" b="b"/>
              <a:pathLst>
                <a:path w="8922" h="1510" extrusionOk="0">
                  <a:moveTo>
                    <a:pt x="3875" y="0"/>
                  </a:moveTo>
                  <a:lnTo>
                    <a:pt x="3545" y="5"/>
                  </a:lnTo>
                  <a:lnTo>
                    <a:pt x="3245" y="15"/>
                  </a:lnTo>
                  <a:lnTo>
                    <a:pt x="2944" y="31"/>
                  </a:lnTo>
                  <a:lnTo>
                    <a:pt x="2674" y="41"/>
                  </a:lnTo>
                  <a:lnTo>
                    <a:pt x="2434" y="61"/>
                  </a:lnTo>
                  <a:lnTo>
                    <a:pt x="2193" y="77"/>
                  </a:lnTo>
                  <a:lnTo>
                    <a:pt x="1743" y="123"/>
                  </a:lnTo>
                  <a:lnTo>
                    <a:pt x="1382" y="168"/>
                  </a:lnTo>
                  <a:lnTo>
                    <a:pt x="1052" y="225"/>
                  </a:lnTo>
                  <a:lnTo>
                    <a:pt x="782" y="286"/>
                  </a:lnTo>
                  <a:lnTo>
                    <a:pt x="541" y="352"/>
                  </a:lnTo>
                  <a:lnTo>
                    <a:pt x="361" y="418"/>
                  </a:lnTo>
                  <a:lnTo>
                    <a:pt x="241" y="485"/>
                  </a:lnTo>
                  <a:lnTo>
                    <a:pt x="121" y="551"/>
                  </a:lnTo>
                  <a:lnTo>
                    <a:pt x="61" y="617"/>
                  </a:lnTo>
                  <a:lnTo>
                    <a:pt x="1" y="684"/>
                  </a:lnTo>
                  <a:lnTo>
                    <a:pt x="1" y="745"/>
                  </a:lnTo>
                  <a:lnTo>
                    <a:pt x="1" y="801"/>
                  </a:lnTo>
                  <a:lnTo>
                    <a:pt x="31" y="857"/>
                  </a:lnTo>
                  <a:lnTo>
                    <a:pt x="121" y="959"/>
                  </a:lnTo>
                  <a:lnTo>
                    <a:pt x="181" y="1015"/>
                  </a:lnTo>
                  <a:lnTo>
                    <a:pt x="271" y="1071"/>
                  </a:lnTo>
                  <a:lnTo>
                    <a:pt x="391" y="1127"/>
                  </a:lnTo>
                  <a:lnTo>
                    <a:pt x="511" y="1178"/>
                  </a:lnTo>
                  <a:lnTo>
                    <a:pt x="692" y="1229"/>
                  </a:lnTo>
                  <a:lnTo>
                    <a:pt x="902" y="1280"/>
                  </a:lnTo>
                  <a:lnTo>
                    <a:pt x="1142" y="1326"/>
                  </a:lnTo>
                  <a:lnTo>
                    <a:pt x="1443" y="1367"/>
                  </a:lnTo>
                  <a:lnTo>
                    <a:pt x="1773" y="1403"/>
                  </a:lnTo>
                  <a:lnTo>
                    <a:pt x="2163" y="1439"/>
                  </a:lnTo>
                  <a:lnTo>
                    <a:pt x="2614" y="1464"/>
                  </a:lnTo>
                  <a:lnTo>
                    <a:pt x="3124" y="1490"/>
                  </a:lnTo>
                  <a:lnTo>
                    <a:pt x="3695" y="1505"/>
                  </a:lnTo>
                  <a:lnTo>
                    <a:pt x="4356" y="1510"/>
                  </a:lnTo>
                  <a:lnTo>
                    <a:pt x="5017" y="1510"/>
                  </a:lnTo>
                  <a:lnTo>
                    <a:pt x="5437" y="1500"/>
                  </a:lnTo>
                  <a:lnTo>
                    <a:pt x="5858" y="1484"/>
                  </a:lnTo>
                  <a:lnTo>
                    <a:pt x="6218" y="1469"/>
                  </a:lnTo>
                  <a:lnTo>
                    <a:pt x="6578" y="1444"/>
                  </a:lnTo>
                  <a:lnTo>
                    <a:pt x="6909" y="1418"/>
                  </a:lnTo>
                  <a:lnTo>
                    <a:pt x="7209" y="1388"/>
                  </a:lnTo>
                  <a:lnTo>
                    <a:pt x="7479" y="1357"/>
                  </a:lnTo>
                  <a:lnTo>
                    <a:pt x="7720" y="1321"/>
                  </a:lnTo>
                  <a:lnTo>
                    <a:pt x="7960" y="1285"/>
                  </a:lnTo>
                  <a:lnTo>
                    <a:pt x="8170" y="1245"/>
                  </a:lnTo>
                  <a:lnTo>
                    <a:pt x="8350" y="1199"/>
                  </a:lnTo>
                  <a:lnTo>
                    <a:pt x="8531" y="1158"/>
                  </a:lnTo>
                  <a:lnTo>
                    <a:pt x="8681" y="1117"/>
                  </a:lnTo>
                  <a:lnTo>
                    <a:pt x="8921" y="1025"/>
                  </a:lnTo>
                  <a:lnTo>
                    <a:pt x="8140" y="908"/>
                  </a:lnTo>
                  <a:lnTo>
                    <a:pt x="7389" y="791"/>
                  </a:lnTo>
                  <a:lnTo>
                    <a:pt x="6699" y="663"/>
                  </a:lnTo>
                  <a:lnTo>
                    <a:pt x="6038" y="536"/>
                  </a:lnTo>
                  <a:lnTo>
                    <a:pt x="5437" y="408"/>
                  </a:lnTo>
                  <a:lnTo>
                    <a:pt x="4866" y="276"/>
                  </a:lnTo>
                  <a:lnTo>
                    <a:pt x="4356" y="138"/>
                  </a:lnTo>
                  <a:lnTo>
                    <a:pt x="3875"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42"/>
            <p:cNvSpPr/>
            <p:nvPr/>
          </p:nvSpPr>
          <p:spPr>
            <a:xfrm flipH="1">
              <a:off x="3754206" y="4102400"/>
              <a:ext cx="37829" cy="37750"/>
            </a:xfrm>
            <a:custGeom>
              <a:avLst/>
              <a:gdLst/>
              <a:ahLst/>
              <a:cxnLst/>
              <a:rect l="l" t="t" r="r" b="b"/>
              <a:pathLst>
                <a:path w="8922" h="1510" fill="none" extrusionOk="0">
                  <a:moveTo>
                    <a:pt x="3875" y="0"/>
                  </a:moveTo>
                  <a:lnTo>
                    <a:pt x="3875" y="0"/>
                  </a:lnTo>
                  <a:lnTo>
                    <a:pt x="4356" y="138"/>
                  </a:lnTo>
                  <a:lnTo>
                    <a:pt x="4866" y="276"/>
                  </a:lnTo>
                  <a:lnTo>
                    <a:pt x="5437" y="408"/>
                  </a:lnTo>
                  <a:lnTo>
                    <a:pt x="6038" y="536"/>
                  </a:lnTo>
                  <a:lnTo>
                    <a:pt x="6699" y="663"/>
                  </a:lnTo>
                  <a:lnTo>
                    <a:pt x="7389" y="791"/>
                  </a:lnTo>
                  <a:lnTo>
                    <a:pt x="8140" y="908"/>
                  </a:lnTo>
                  <a:lnTo>
                    <a:pt x="8921" y="1025"/>
                  </a:lnTo>
                  <a:lnTo>
                    <a:pt x="8921" y="1025"/>
                  </a:lnTo>
                  <a:lnTo>
                    <a:pt x="8681" y="1117"/>
                  </a:lnTo>
                  <a:lnTo>
                    <a:pt x="8531" y="1158"/>
                  </a:lnTo>
                  <a:lnTo>
                    <a:pt x="8350" y="1199"/>
                  </a:lnTo>
                  <a:lnTo>
                    <a:pt x="8170" y="1245"/>
                  </a:lnTo>
                  <a:lnTo>
                    <a:pt x="7960" y="1285"/>
                  </a:lnTo>
                  <a:lnTo>
                    <a:pt x="7720" y="1321"/>
                  </a:lnTo>
                  <a:lnTo>
                    <a:pt x="7479" y="1357"/>
                  </a:lnTo>
                  <a:lnTo>
                    <a:pt x="7209" y="1388"/>
                  </a:lnTo>
                  <a:lnTo>
                    <a:pt x="6909" y="1418"/>
                  </a:lnTo>
                  <a:lnTo>
                    <a:pt x="6578" y="1444"/>
                  </a:lnTo>
                  <a:lnTo>
                    <a:pt x="6218" y="1469"/>
                  </a:lnTo>
                  <a:lnTo>
                    <a:pt x="5858" y="1484"/>
                  </a:lnTo>
                  <a:lnTo>
                    <a:pt x="5437" y="1500"/>
                  </a:lnTo>
                  <a:lnTo>
                    <a:pt x="5017" y="1510"/>
                  </a:lnTo>
                  <a:lnTo>
                    <a:pt x="4566" y="1510"/>
                  </a:lnTo>
                  <a:lnTo>
                    <a:pt x="4566" y="1510"/>
                  </a:lnTo>
                  <a:lnTo>
                    <a:pt x="4356" y="1510"/>
                  </a:lnTo>
                  <a:lnTo>
                    <a:pt x="4356" y="1510"/>
                  </a:lnTo>
                  <a:lnTo>
                    <a:pt x="3695" y="1505"/>
                  </a:lnTo>
                  <a:lnTo>
                    <a:pt x="3124" y="1490"/>
                  </a:lnTo>
                  <a:lnTo>
                    <a:pt x="2614" y="1464"/>
                  </a:lnTo>
                  <a:lnTo>
                    <a:pt x="2163" y="1439"/>
                  </a:lnTo>
                  <a:lnTo>
                    <a:pt x="1773" y="1403"/>
                  </a:lnTo>
                  <a:lnTo>
                    <a:pt x="1443" y="1367"/>
                  </a:lnTo>
                  <a:lnTo>
                    <a:pt x="1142" y="1326"/>
                  </a:lnTo>
                  <a:lnTo>
                    <a:pt x="902" y="1280"/>
                  </a:lnTo>
                  <a:lnTo>
                    <a:pt x="692" y="1229"/>
                  </a:lnTo>
                  <a:lnTo>
                    <a:pt x="511" y="1178"/>
                  </a:lnTo>
                  <a:lnTo>
                    <a:pt x="391" y="1127"/>
                  </a:lnTo>
                  <a:lnTo>
                    <a:pt x="271" y="1071"/>
                  </a:lnTo>
                  <a:lnTo>
                    <a:pt x="181" y="1015"/>
                  </a:lnTo>
                  <a:lnTo>
                    <a:pt x="121" y="959"/>
                  </a:lnTo>
                  <a:lnTo>
                    <a:pt x="31" y="857"/>
                  </a:lnTo>
                  <a:lnTo>
                    <a:pt x="31" y="857"/>
                  </a:lnTo>
                  <a:lnTo>
                    <a:pt x="1" y="801"/>
                  </a:lnTo>
                  <a:lnTo>
                    <a:pt x="1" y="745"/>
                  </a:lnTo>
                  <a:lnTo>
                    <a:pt x="1" y="684"/>
                  </a:lnTo>
                  <a:lnTo>
                    <a:pt x="61" y="617"/>
                  </a:lnTo>
                  <a:lnTo>
                    <a:pt x="121" y="551"/>
                  </a:lnTo>
                  <a:lnTo>
                    <a:pt x="241" y="485"/>
                  </a:lnTo>
                  <a:lnTo>
                    <a:pt x="361" y="418"/>
                  </a:lnTo>
                  <a:lnTo>
                    <a:pt x="541" y="352"/>
                  </a:lnTo>
                  <a:lnTo>
                    <a:pt x="782" y="286"/>
                  </a:lnTo>
                  <a:lnTo>
                    <a:pt x="1052" y="225"/>
                  </a:lnTo>
                  <a:lnTo>
                    <a:pt x="1382" y="168"/>
                  </a:lnTo>
                  <a:lnTo>
                    <a:pt x="1743" y="123"/>
                  </a:lnTo>
                  <a:lnTo>
                    <a:pt x="2193" y="77"/>
                  </a:lnTo>
                  <a:lnTo>
                    <a:pt x="2434" y="61"/>
                  </a:lnTo>
                  <a:lnTo>
                    <a:pt x="2674" y="41"/>
                  </a:lnTo>
                  <a:lnTo>
                    <a:pt x="2944" y="31"/>
                  </a:lnTo>
                  <a:lnTo>
                    <a:pt x="3245" y="15"/>
                  </a:lnTo>
                  <a:lnTo>
                    <a:pt x="3545" y="5"/>
                  </a:lnTo>
                  <a:lnTo>
                    <a:pt x="387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2"/>
            <p:cNvSpPr/>
            <p:nvPr/>
          </p:nvSpPr>
          <p:spPr>
            <a:xfrm flipH="1">
              <a:off x="3752934" y="4102275"/>
              <a:ext cx="22671" cy="25775"/>
            </a:xfrm>
            <a:custGeom>
              <a:avLst/>
              <a:gdLst/>
              <a:ahLst/>
              <a:cxnLst/>
              <a:rect l="l" t="t" r="r" b="b"/>
              <a:pathLst>
                <a:path w="5347" h="1031" extrusionOk="0">
                  <a:moveTo>
                    <a:pt x="571" y="0"/>
                  </a:moveTo>
                  <a:lnTo>
                    <a:pt x="0" y="5"/>
                  </a:lnTo>
                  <a:lnTo>
                    <a:pt x="481" y="143"/>
                  </a:lnTo>
                  <a:lnTo>
                    <a:pt x="991" y="281"/>
                  </a:lnTo>
                  <a:lnTo>
                    <a:pt x="1562" y="413"/>
                  </a:lnTo>
                  <a:lnTo>
                    <a:pt x="2163" y="541"/>
                  </a:lnTo>
                  <a:lnTo>
                    <a:pt x="2824" y="668"/>
                  </a:lnTo>
                  <a:lnTo>
                    <a:pt x="3514" y="796"/>
                  </a:lnTo>
                  <a:lnTo>
                    <a:pt x="4265" y="913"/>
                  </a:lnTo>
                  <a:lnTo>
                    <a:pt x="5046" y="1030"/>
                  </a:lnTo>
                  <a:lnTo>
                    <a:pt x="5166" y="964"/>
                  </a:lnTo>
                  <a:lnTo>
                    <a:pt x="5256" y="903"/>
                  </a:lnTo>
                  <a:lnTo>
                    <a:pt x="5316" y="842"/>
                  </a:lnTo>
                  <a:lnTo>
                    <a:pt x="5346" y="786"/>
                  </a:lnTo>
                  <a:lnTo>
                    <a:pt x="5316" y="684"/>
                  </a:lnTo>
                  <a:lnTo>
                    <a:pt x="5286" y="627"/>
                  </a:lnTo>
                  <a:lnTo>
                    <a:pt x="5226" y="566"/>
                  </a:lnTo>
                  <a:lnTo>
                    <a:pt x="5136" y="500"/>
                  </a:lnTo>
                  <a:lnTo>
                    <a:pt x="5016" y="434"/>
                  </a:lnTo>
                  <a:lnTo>
                    <a:pt x="4836" y="372"/>
                  </a:lnTo>
                  <a:lnTo>
                    <a:pt x="4626" y="311"/>
                  </a:lnTo>
                  <a:lnTo>
                    <a:pt x="4385" y="250"/>
                  </a:lnTo>
                  <a:lnTo>
                    <a:pt x="4055" y="194"/>
                  </a:lnTo>
                  <a:lnTo>
                    <a:pt x="3695" y="143"/>
                  </a:lnTo>
                  <a:lnTo>
                    <a:pt x="3244" y="97"/>
                  </a:lnTo>
                  <a:lnTo>
                    <a:pt x="3004" y="77"/>
                  </a:lnTo>
                  <a:lnTo>
                    <a:pt x="2733" y="61"/>
                  </a:lnTo>
                  <a:lnTo>
                    <a:pt x="2463" y="46"/>
                  </a:lnTo>
                  <a:lnTo>
                    <a:pt x="2163" y="31"/>
                  </a:lnTo>
                  <a:lnTo>
                    <a:pt x="1832" y="20"/>
                  </a:lnTo>
                  <a:lnTo>
                    <a:pt x="1502" y="10"/>
                  </a:lnTo>
                  <a:lnTo>
                    <a:pt x="1142" y="5"/>
                  </a:lnTo>
                  <a:lnTo>
                    <a:pt x="751" y="0"/>
                  </a:lnTo>
                  <a:close/>
                </a:path>
              </a:pathLst>
            </a:custGeom>
            <a:solidFill>
              <a:srgbClr val="FF3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42"/>
            <p:cNvSpPr/>
            <p:nvPr/>
          </p:nvSpPr>
          <p:spPr>
            <a:xfrm flipH="1">
              <a:off x="3752934" y="4102275"/>
              <a:ext cx="22671" cy="25775"/>
            </a:xfrm>
            <a:custGeom>
              <a:avLst/>
              <a:gdLst/>
              <a:ahLst/>
              <a:cxnLst/>
              <a:rect l="l" t="t" r="r" b="b"/>
              <a:pathLst>
                <a:path w="5347" h="1031" fill="none" extrusionOk="0">
                  <a:moveTo>
                    <a:pt x="571" y="0"/>
                  </a:moveTo>
                  <a:lnTo>
                    <a:pt x="571" y="0"/>
                  </a:lnTo>
                  <a:lnTo>
                    <a:pt x="751" y="0"/>
                  </a:lnTo>
                  <a:lnTo>
                    <a:pt x="751" y="0"/>
                  </a:lnTo>
                  <a:lnTo>
                    <a:pt x="1142" y="5"/>
                  </a:lnTo>
                  <a:lnTo>
                    <a:pt x="1502" y="10"/>
                  </a:lnTo>
                  <a:lnTo>
                    <a:pt x="1832" y="20"/>
                  </a:lnTo>
                  <a:lnTo>
                    <a:pt x="2163" y="31"/>
                  </a:lnTo>
                  <a:lnTo>
                    <a:pt x="2463" y="46"/>
                  </a:lnTo>
                  <a:lnTo>
                    <a:pt x="2733" y="61"/>
                  </a:lnTo>
                  <a:lnTo>
                    <a:pt x="3004" y="77"/>
                  </a:lnTo>
                  <a:lnTo>
                    <a:pt x="3244" y="97"/>
                  </a:lnTo>
                  <a:lnTo>
                    <a:pt x="3695" y="143"/>
                  </a:lnTo>
                  <a:lnTo>
                    <a:pt x="4055" y="194"/>
                  </a:lnTo>
                  <a:lnTo>
                    <a:pt x="4385" y="250"/>
                  </a:lnTo>
                  <a:lnTo>
                    <a:pt x="4626" y="311"/>
                  </a:lnTo>
                  <a:lnTo>
                    <a:pt x="4836" y="372"/>
                  </a:lnTo>
                  <a:lnTo>
                    <a:pt x="5016" y="434"/>
                  </a:lnTo>
                  <a:lnTo>
                    <a:pt x="5136" y="500"/>
                  </a:lnTo>
                  <a:lnTo>
                    <a:pt x="5226" y="566"/>
                  </a:lnTo>
                  <a:lnTo>
                    <a:pt x="5286" y="627"/>
                  </a:lnTo>
                  <a:lnTo>
                    <a:pt x="5316" y="684"/>
                  </a:lnTo>
                  <a:lnTo>
                    <a:pt x="5346" y="786"/>
                  </a:lnTo>
                  <a:lnTo>
                    <a:pt x="5346" y="786"/>
                  </a:lnTo>
                  <a:lnTo>
                    <a:pt x="5316" y="842"/>
                  </a:lnTo>
                  <a:lnTo>
                    <a:pt x="5256" y="903"/>
                  </a:lnTo>
                  <a:lnTo>
                    <a:pt x="5166" y="964"/>
                  </a:lnTo>
                  <a:lnTo>
                    <a:pt x="5046" y="1030"/>
                  </a:lnTo>
                  <a:lnTo>
                    <a:pt x="5046" y="1030"/>
                  </a:lnTo>
                  <a:lnTo>
                    <a:pt x="4265" y="913"/>
                  </a:lnTo>
                  <a:lnTo>
                    <a:pt x="3514" y="796"/>
                  </a:lnTo>
                  <a:lnTo>
                    <a:pt x="2824" y="668"/>
                  </a:lnTo>
                  <a:lnTo>
                    <a:pt x="2163" y="541"/>
                  </a:lnTo>
                  <a:lnTo>
                    <a:pt x="1562" y="413"/>
                  </a:lnTo>
                  <a:lnTo>
                    <a:pt x="991" y="281"/>
                  </a:lnTo>
                  <a:lnTo>
                    <a:pt x="481" y="143"/>
                  </a:lnTo>
                  <a:lnTo>
                    <a:pt x="0" y="5"/>
                  </a:lnTo>
                  <a:lnTo>
                    <a:pt x="0" y="5"/>
                  </a:lnTo>
                  <a:lnTo>
                    <a:pt x="57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2"/>
            <p:cNvSpPr/>
            <p:nvPr/>
          </p:nvSpPr>
          <p:spPr>
            <a:xfrm flipH="1">
              <a:off x="3768470" y="4116675"/>
              <a:ext cx="9811" cy="8950"/>
            </a:xfrm>
            <a:custGeom>
              <a:avLst/>
              <a:gdLst/>
              <a:ahLst/>
              <a:cxnLst/>
              <a:rect l="l" t="t" r="r" b="b"/>
              <a:pathLst>
                <a:path w="2314" h="358" extrusionOk="0">
                  <a:moveTo>
                    <a:pt x="271" y="0"/>
                  </a:moveTo>
                  <a:lnTo>
                    <a:pt x="151" y="36"/>
                  </a:lnTo>
                  <a:lnTo>
                    <a:pt x="61" y="72"/>
                  </a:lnTo>
                  <a:lnTo>
                    <a:pt x="31" y="108"/>
                  </a:lnTo>
                  <a:lnTo>
                    <a:pt x="1" y="143"/>
                  </a:lnTo>
                  <a:lnTo>
                    <a:pt x="31" y="169"/>
                  </a:lnTo>
                  <a:lnTo>
                    <a:pt x="61" y="199"/>
                  </a:lnTo>
                  <a:lnTo>
                    <a:pt x="121" y="230"/>
                  </a:lnTo>
                  <a:lnTo>
                    <a:pt x="181" y="255"/>
                  </a:lnTo>
                  <a:lnTo>
                    <a:pt x="301" y="281"/>
                  </a:lnTo>
                  <a:lnTo>
                    <a:pt x="421" y="306"/>
                  </a:lnTo>
                  <a:lnTo>
                    <a:pt x="571" y="332"/>
                  </a:lnTo>
                  <a:lnTo>
                    <a:pt x="721" y="357"/>
                  </a:lnTo>
                  <a:lnTo>
                    <a:pt x="1052" y="327"/>
                  </a:lnTo>
                  <a:lnTo>
                    <a:pt x="1112" y="317"/>
                  </a:lnTo>
                  <a:lnTo>
                    <a:pt x="1142" y="306"/>
                  </a:lnTo>
                  <a:lnTo>
                    <a:pt x="1112" y="291"/>
                  </a:lnTo>
                  <a:lnTo>
                    <a:pt x="1082" y="281"/>
                  </a:lnTo>
                  <a:lnTo>
                    <a:pt x="992" y="266"/>
                  </a:lnTo>
                  <a:lnTo>
                    <a:pt x="902" y="245"/>
                  </a:lnTo>
                  <a:lnTo>
                    <a:pt x="842" y="215"/>
                  </a:lnTo>
                  <a:lnTo>
                    <a:pt x="812" y="179"/>
                  </a:lnTo>
                  <a:lnTo>
                    <a:pt x="812" y="159"/>
                  </a:lnTo>
                  <a:lnTo>
                    <a:pt x="872" y="138"/>
                  </a:lnTo>
                  <a:lnTo>
                    <a:pt x="902" y="113"/>
                  </a:lnTo>
                  <a:lnTo>
                    <a:pt x="992" y="87"/>
                  </a:lnTo>
                  <a:lnTo>
                    <a:pt x="1022" y="72"/>
                  </a:lnTo>
                  <a:lnTo>
                    <a:pt x="1022" y="62"/>
                  </a:lnTo>
                  <a:lnTo>
                    <a:pt x="992" y="51"/>
                  </a:lnTo>
                  <a:lnTo>
                    <a:pt x="872" y="41"/>
                  </a:lnTo>
                  <a:lnTo>
                    <a:pt x="271" y="0"/>
                  </a:lnTo>
                  <a:close/>
                  <a:moveTo>
                    <a:pt x="1442" y="0"/>
                  </a:moveTo>
                  <a:lnTo>
                    <a:pt x="1322" y="36"/>
                  </a:lnTo>
                  <a:lnTo>
                    <a:pt x="1262" y="72"/>
                  </a:lnTo>
                  <a:lnTo>
                    <a:pt x="1202" y="108"/>
                  </a:lnTo>
                  <a:lnTo>
                    <a:pt x="1172" y="143"/>
                  </a:lnTo>
                  <a:lnTo>
                    <a:pt x="1202" y="169"/>
                  </a:lnTo>
                  <a:lnTo>
                    <a:pt x="1232" y="199"/>
                  </a:lnTo>
                  <a:lnTo>
                    <a:pt x="1292" y="230"/>
                  </a:lnTo>
                  <a:lnTo>
                    <a:pt x="1382" y="255"/>
                  </a:lnTo>
                  <a:lnTo>
                    <a:pt x="1472" y="281"/>
                  </a:lnTo>
                  <a:lnTo>
                    <a:pt x="1592" y="306"/>
                  </a:lnTo>
                  <a:lnTo>
                    <a:pt x="1743" y="332"/>
                  </a:lnTo>
                  <a:lnTo>
                    <a:pt x="1923" y="357"/>
                  </a:lnTo>
                  <a:lnTo>
                    <a:pt x="2223" y="327"/>
                  </a:lnTo>
                  <a:lnTo>
                    <a:pt x="2283" y="317"/>
                  </a:lnTo>
                  <a:lnTo>
                    <a:pt x="2313" y="306"/>
                  </a:lnTo>
                  <a:lnTo>
                    <a:pt x="2283" y="291"/>
                  </a:lnTo>
                  <a:lnTo>
                    <a:pt x="2253" y="281"/>
                  </a:lnTo>
                  <a:lnTo>
                    <a:pt x="2163" y="266"/>
                  </a:lnTo>
                  <a:lnTo>
                    <a:pt x="2103" y="245"/>
                  </a:lnTo>
                  <a:lnTo>
                    <a:pt x="2013" y="215"/>
                  </a:lnTo>
                  <a:lnTo>
                    <a:pt x="1983" y="179"/>
                  </a:lnTo>
                  <a:lnTo>
                    <a:pt x="2013" y="159"/>
                  </a:lnTo>
                  <a:lnTo>
                    <a:pt x="2043" y="138"/>
                  </a:lnTo>
                  <a:lnTo>
                    <a:pt x="2103" y="113"/>
                  </a:lnTo>
                  <a:lnTo>
                    <a:pt x="2163" y="87"/>
                  </a:lnTo>
                  <a:lnTo>
                    <a:pt x="2193" y="72"/>
                  </a:lnTo>
                  <a:lnTo>
                    <a:pt x="2193" y="62"/>
                  </a:lnTo>
                  <a:lnTo>
                    <a:pt x="2163" y="51"/>
                  </a:lnTo>
                  <a:lnTo>
                    <a:pt x="2073" y="41"/>
                  </a:lnTo>
                  <a:lnTo>
                    <a:pt x="144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2"/>
            <p:cNvSpPr/>
            <p:nvPr/>
          </p:nvSpPr>
          <p:spPr>
            <a:xfrm flipH="1">
              <a:off x="3541155" y="3937125"/>
              <a:ext cx="37956" cy="37900"/>
            </a:xfrm>
            <a:custGeom>
              <a:avLst/>
              <a:gdLst/>
              <a:ahLst/>
              <a:cxnLst/>
              <a:rect l="l" t="t" r="r" b="b"/>
              <a:pathLst>
                <a:path w="8952" h="1516" extrusionOk="0">
                  <a:moveTo>
                    <a:pt x="4386" y="1"/>
                  </a:moveTo>
                  <a:lnTo>
                    <a:pt x="3905" y="6"/>
                  </a:lnTo>
                  <a:lnTo>
                    <a:pt x="3485" y="16"/>
                  </a:lnTo>
                  <a:lnTo>
                    <a:pt x="3064" y="31"/>
                  </a:lnTo>
                  <a:lnTo>
                    <a:pt x="2674" y="47"/>
                  </a:lnTo>
                  <a:lnTo>
                    <a:pt x="2314" y="72"/>
                  </a:lnTo>
                  <a:lnTo>
                    <a:pt x="1983" y="98"/>
                  </a:lnTo>
                  <a:lnTo>
                    <a:pt x="1683" y="133"/>
                  </a:lnTo>
                  <a:lnTo>
                    <a:pt x="1412" y="164"/>
                  </a:lnTo>
                  <a:lnTo>
                    <a:pt x="1142" y="205"/>
                  </a:lnTo>
                  <a:lnTo>
                    <a:pt x="932" y="246"/>
                  </a:lnTo>
                  <a:lnTo>
                    <a:pt x="722" y="286"/>
                  </a:lnTo>
                  <a:lnTo>
                    <a:pt x="511" y="327"/>
                  </a:lnTo>
                  <a:lnTo>
                    <a:pt x="361" y="373"/>
                  </a:lnTo>
                  <a:lnTo>
                    <a:pt x="211" y="419"/>
                  </a:lnTo>
                  <a:lnTo>
                    <a:pt x="91" y="465"/>
                  </a:lnTo>
                  <a:lnTo>
                    <a:pt x="1" y="511"/>
                  </a:lnTo>
                  <a:lnTo>
                    <a:pt x="632" y="623"/>
                  </a:lnTo>
                  <a:lnTo>
                    <a:pt x="1262" y="745"/>
                  </a:lnTo>
                  <a:lnTo>
                    <a:pt x="1833" y="868"/>
                  </a:lnTo>
                  <a:lnTo>
                    <a:pt x="2344" y="990"/>
                  </a:lnTo>
                  <a:lnTo>
                    <a:pt x="2824" y="1118"/>
                  </a:lnTo>
                  <a:lnTo>
                    <a:pt x="3275" y="1250"/>
                  </a:lnTo>
                  <a:lnTo>
                    <a:pt x="3695" y="1383"/>
                  </a:lnTo>
                  <a:lnTo>
                    <a:pt x="4086" y="1516"/>
                  </a:lnTo>
                  <a:lnTo>
                    <a:pt x="4866" y="1516"/>
                  </a:lnTo>
                  <a:lnTo>
                    <a:pt x="5227" y="1510"/>
                  </a:lnTo>
                  <a:lnTo>
                    <a:pt x="5557" y="1500"/>
                  </a:lnTo>
                  <a:lnTo>
                    <a:pt x="5858" y="1490"/>
                  </a:lnTo>
                  <a:lnTo>
                    <a:pt x="6158" y="1480"/>
                  </a:lnTo>
                  <a:lnTo>
                    <a:pt x="6428" y="1459"/>
                  </a:lnTo>
                  <a:lnTo>
                    <a:pt x="6699" y="1444"/>
                  </a:lnTo>
                  <a:lnTo>
                    <a:pt x="6939" y="1424"/>
                  </a:lnTo>
                  <a:lnTo>
                    <a:pt x="7149" y="1398"/>
                  </a:lnTo>
                  <a:lnTo>
                    <a:pt x="7359" y="1373"/>
                  </a:lnTo>
                  <a:lnTo>
                    <a:pt x="7750" y="1317"/>
                  </a:lnTo>
                  <a:lnTo>
                    <a:pt x="8050" y="1255"/>
                  </a:lnTo>
                  <a:lnTo>
                    <a:pt x="8320" y="1189"/>
                  </a:lnTo>
                  <a:lnTo>
                    <a:pt x="8531" y="1123"/>
                  </a:lnTo>
                  <a:lnTo>
                    <a:pt x="8681" y="1051"/>
                  </a:lnTo>
                  <a:lnTo>
                    <a:pt x="8801" y="980"/>
                  </a:lnTo>
                  <a:lnTo>
                    <a:pt x="8891" y="909"/>
                  </a:lnTo>
                  <a:lnTo>
                    <a:pt x="8921" y="842"/>
                  </a:lnTo>
                  <a:lnTo>
                    <a:pt x="8951" y="776"/>
                  </a:lnTo>
                  <a:lnTo>
                    <a:pt x="8951" y="715"/>
                  </a:lnTo>
                  <a:lnTo>
                    <a:pt x="8921" y="659"/>
                  </a:lnTo>
                  <a:lnTo>
                    <a:pt x="8831" y="552"/>
                  </a:lnTo>
                  <a:lnTo>
                    <a:pt x="8771" y="501"/>
                  </a:lnTo>
                  <a:lnTo>
                    <a:pt x="8681" y="444"/>
                  </a:lnTo>
                  <a:lnTo>
                    <a:pt x="8561" y="388"/>
                  </a:lnTo>
                  <a:lnTo>
                    <a:pt x="8441" y="337"/>
                  </a:lnTo>
                  <a:lnTo>
                    <a:pt x="8260" y="286"/>
                  </a:lnTo>
                  <a:lnTo>
                    <a:pt x="8050" y="235"/>
                  </a:lnTo>
                  <a:lnTo>
                    <a:pt x="7810" y="189"/>
                  </a:lnTo>
                  <a:lnTo>
                    <a:pt x="7510" y="149"/>
                  </a:lnTo>
                  <a:lnTo>
                    <a:pt x="7179" y="108"/>
                  </a:lnTo>
                  <a:lnTo>
                    <a:pt x="6789" y="77"/>
                  </a:lnTo>
                  <a:lnTo>
                    <a:pt x="6338" y="47"/>
                  </a:lnTo>
                  <a:lnTo>
                    <a:pt x="5828" y="26"/>
                  </a:lnTo>
                  <a:lnTo>
                    <a:pt x="5227" y="11"/>
                  </a:lnTo>
                  <a:lnTo>
                    <a:pt x="4596" y="6"/>
                  </a:lnTo>
                  <a:lnTo>
                    <a:pt x="4386" y="1"/>
                  </a:lnTo>
                  <a:close/>
                </a:path>
              </a:pathLst>
            </a:custGeom>
            <a:solidFill>
              <a:srgbClr val="FF75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42"/>
            <p:cNvSpPr/>
            <p:nvPr/>
          </p:nvSpPr>
          <p:spPr>
            <a:xfrm flipH="1">
              <a:off x="3541155" y="3937125"/>
              <a:ext cx="37956" cy="37900"/>
            </a:xfrm>
            <a:custGeom>
              <a:avLst/>
              <a:gdLst/>
              <a:ahLst/>
              <a:cxnLst/>
              <a:rect l="l" t="t" r="r" b="b"/>
              <a:pathLst>
                <a:path w="8952" h="1516" fill="none" extrusionOk="0">
                  <a:moveTo>
                    <a:pt x="4386" y="1"/>
                  </a:moveTo>
                  <a:lnTo>
                    <a:pt x="4386" y="1"/>
                  </a:lnTo>
                  <a:lnTo>
                    <a:pt x="4596" y="6"/>
                  </a:lnTo>
                  <a:lnTo>
                    <a:pt x="4596" y="6"/>
                  </a:lnTo>
                  <a:lnTo>
                    <a:pt x="5227" y="11"/>
                  </a:lnTo>
                  <a:lnTo>
                    <a:pt x="5828" y="26"/>
                  </a:lnTo>
                  <a:lnTo>
                    <a:pt x="6338" y="47"/>
                  </a:lnTo>
                  <a:lnTo>
                    <a:pt x="6789" y="77"/>
                  </a:lnTo>
                  <a:lnTo>
                    <a:pt x="7179" y="108"/>
                  </a:lnTo>
                  <a:lnTo>
                    <a:pt x="7510" y="149"/>
                  </a:lnTo>
                  <a:lnTo>
                    <a:pt x="7810" y="189"/>
                  </a:lnTo>
                  <a:lnTo>
                    <a:pt x="8050" y="235"/>
                  </a:lnTo>
                  <a:lnTo>
                    <a:pt x="8260" y="286"/>
                  </a:lnTo>
                  <a:lnTo>
                    <a:pt x="8441" y="337"/>
                  </a:lnTo>
                  <a:lnTo>
                    <a:pt x="8561" y="388"/>
                  </a:lnTo>
                  <a:lnTo>
                    <a:pt x="8681" y="444"/>
                  </a:lnTo>
                  <a:lnTo>
                    <a:pt x="8771" y="501"/>
                  </a:lnTo>
                  <a:lnTo>
                    <a:pt x="8831" y="552"/>
                  </a:lnTo>
                  <a:lnTo>
                    <a:pt x="8921" y="659"/>
                  </a:lnTo>
                  <a:lnTo>
                    <a:pt x="8921" y="659"/>
                  </a:lnTo>
                  <a:lnTo>
                    <a:pt x="8951" y="715"/>
                  </a:lnTo>
                  <a:lnTo>
                    <a:pt x="8951" y="776"/>
                  </a:lnTo>
                  <a:lnTo>
                    <a:pt x="8921" y="842"/>
                  </a:lnTo>
                  <a:lnTo>
                    <a:pt x="8891" y="909"/>
                  </a:lnTo>
                  <a:lnTo>
                    <a:pt x="8801" y="980"/>
                  </a:lnTo>
                  <a:lnTo>
                    <a:pt x="8681" y="1051"/>
                  </a:lnTo>
                  <a:lnTo>
                    <a:pt x="8531" y="1123"/>
                  </a:lnTo>
                  <a:lnTo>
                    <a:pt x="8320" y="1189"/>
                  </a:lnTo>
                  <a:lnTo>
                    <a:pt x="8050" y="1255"/>
                  </a:lnTo>
                  <a:lnTo>
                    <a:pt x="7750" y="1317"/>
                  </a:lnTo>
                  <a:lnTo>
                    <a:pt x="7359" y="1373"/>
                  </a:lnTo>
                  <a:lnTo>
                    <a:pt x="7149" y="1398"/>
                  </a:lnTo>
                  <a:lnTo>
                    <a:pt x="6939" y="1424"/>
                  </a:lnTo>
                  <a:lnTo>
                    <a:pt x="6699" y="1444"/>
                  </a:lnTo>
                  <a:lnTo>
                    <a:pt x="6428" y="1459"/>
                  </a:lnTo>
                  <a:lnTo>
                    <a:pt x="6158" y="1480"/>
                  </a:lnTo>
                  <a:lnTo>
                    <a:pt x="5858" y="1490"/>
                  </a:lnTo>
                  <a:lnTo>
                    <a:pt x="5557" y="1500"/>
                  </a:lnTo>
                  <a:lnTo>
                    <a:pt x="5227" y="1510"/>
                  </a:lnTo>
                  <a:lnTo>
                    <a:pt x="4866" y="1516"/>
                  </a:lnTo>
                  <a:lnTo>
                    <a:pt x="4506" y="1516"/>
                  </a:lnTo>
                  <a:lnTo>
                    <a:pt x="4506" y="1516"/>
                  </a:lnTo>
                  <a:lnTo>
                    <a:pt x="4326" y="1516"/>
                  </a:lnTo>
                  <a:lnTo>
                    <a:pt x="4326" y="1516"/>
                  </a:lnTo>
                  <a:lnTo>
                    <a:pt x="4086" y="1516"/>
                  </a:lnTo>
                  <a:lnTo>
                    <a:pt x="4086" y="1516"/>
                  </a:lnTo>
                  <a:lnTo>
                    <a:pt x="3695" y="1383"/>
                  </a:lnTo>
                  <a:lnTo>
                    <a:pt x="3275" y="1250"/>
                  </a:lnTo>
                  <a:lnTo>
                    <a:pt x="2824" y="1118"/>
                  </a:lnTo>
                  <a:lnTo>
                    <a:pt x="2344" y="990"/>
                  </a:lnTo>
                  <a:lnTo>
                    <a:pt x="1833" y="868"/>
                  </a:lnTo>
                  <a:lnTo>
                    <a:pt x="1262" y="745"/>
                  </a:lnTo>
                  <a:lnTo>
                    <a:pt x="632" y="623"/>
                  </a:lnTo>
                  <a:lnTo>
                    <a:pt x="1" y="511"/>
                  </a:lnTo>
                  <a:lnTo>
                    <a:pt x="1" y="511"/>
                  </a:lnTo>
                  <a:lnTo>
                    <a:pt x="91" y="465"/>
                  </a:lnTo>
                  <a:lnTo>
                    <a:pt x="211" y="419"/>
                  </a:lnTo>
                  <a:lnTo>
                    <a:pt x="361" y="373"/>
                  </a:lnTo>
                  <a:lnTo>
                    <a:pt x="511" y="327"/>
                  </a:lnTo>
                  <a:lnTo>
                    <a:pt x="722" y="286"/>
                  </a:lnTo>
                  <a:lnTo>
                    <a:pt x="932" y="246"/>
                  </a:lnTo>
                  <a:lnTo>
                    <a:pt x="1142" y="205"/>
                  </a:lnTo>
                  <a:lnTo>
                    <a:pt x="1412" y="164"/>
                  </a:lnTo>
                  <a:lnTo>
                    <a:pt x="1683" y="133"/>
                  </a:lnTo>
                  <a:lnTo>
                    <a:pt x="1983" y="98"/>
                  </a:lnTo>
                  <a:lnTo>
                    <a:pt x="2314" y="72"/>
                  </a:lnTo>
                  <a:lnTo>
                    <a:pt x="2674" y="47"/>
                  </a:lnTo>
                  <a:lnTo>
                    <a:pt x="3064" y="31"/>
                  </a:lnTo>
                  <a:lnTo>
                    <a:pt x="3485" y="16"/>
                  </a:lnTo>
                  <a:lnTo>
                    <a:pt x="3905" y="6"/>
                  </a:lnTo>
                  <a:lnTo>
                    <a:pt x="438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42"/>
            <p:cNvSpPr/>
            <p:nvPr/>
          </p:nvSpPr>
          <p:spPr>
            <a:xfrm flipH="1">
              <a:off x="3561787" y="3949875"/>
              <a:ext cx="18469" cy="25150"/>
            </a:xfrm>
            <a:custGeom>
              <a:avLst/>
              <a:gdLst/>
              <a:ahLst/>
              <a:cxnLst/>
              <a:rect l="l" t="t" r="r" b="b"/>
              <a:pathLst>
                <a:path w="4356" h="1006" extrusionOk="0">
                  <a:moveTo>
                    <a:pt x="271" y="1"/>
                  </a:moveTo>
                  <a:lnTo>
                    <a:pt x="151" y="57"/>
                  </a:lnTo>
                  <a:lnTo>
                    <a:pt x="61" y="118"/>
                  </a:lnTo>
                  <a:lnTo>
                    <a:pt x="31" y="169"/>
                  </a:lnTo>
                  <a:lnTo>
                    <a:pt x="1" y="220"/>
                  </a:lnTo>
                  <a:lnTo>
                    <a:pt x="31" y="322"/>
                  </a:lnTo>
                  <a:lnTo>
                    <a:pt x="61" y="378"/>
                  </a:lnTo>
                  <a:lnTo>
                    <a:pt x="121" y="439"/>
                  </a:lnTo>
                  <a:lnTo>
                    <a:pt x="211" y="501"/>
                  </a:lnTo>
                  <a:lnTo>
                    <a:pt x="331" y="567"/>
                  </a:lnTo>
                  <a:lnTo>
                    <a:pt x="481" y="628"/>
                  </a:lnTo>
                  <a:lnTo>
                    <a:pt x="661" y="689"/>
                  </a:lnTo>
                  <a:lnTo>
                    <a:pt x="932" y="751"/>
                  </a:lnTo>
                  <a:lnTo>
                    <a:pt x="1202" y="807"/>
                  </a:lnTo>
                  <a:lnTo>
                    <a:pt x="1562" y="858"/>
                  </a:lnTo>
                  <a:lnTo>
                    <a:pt x="1983" y="904"/>
                  </a:lnTo>
                  <a:lnTo>
                    <a:pt x="2463" y="939"/>
                  </a:lnTo>
                  <a:lnTo>
                    <a:pt x="3004" y="970"/>
                  </a:lnTo>
                  <a:lnTo>
                    <a:pt x="3635" y="995"/>
                  </a:lnTo>
                  <a:lnTo>
                    <a:pt x="4356" y="1006"/>
                  </a:lnTo>
                  <a:lnTo>
                    <a:pt x="3965" y="873"/>
                  </a:lnTo>
                  <a:lnTo>
                    <a:pt x="3545" y="740"/>
                  </a:lnTo>
                  <a:lnTo>
                    <a:pt x="3094" y="608"/>
                  </a:lnTo>
                  <a:lnTo>
                    <a:pt x="2614" y="480"/>
                  </a:lnTo>
                  <a:lnTo>
                    <a:pt x="2103" y="358"/>
                  </a:lnTo>
                  <a:lnTo>
                    <a:pt x="1532" y="235"/>
                  </a:lnTo>
                  <a:lnTo>
                    <a:pt x="902" y="113"/>
                  </a:lnTo>
                  <a:lnTo>
                    <a:pt x="271" y="1"/>
                  </a:lnTo>
                  <a:close/>
                </a:path>
              </a:pathLst>
            </a:custGeom>
            <a:solidFill>
              <a:srgbClr val="FF3E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42"/>
            <p:cNvSpPr/>
            <p:nvPr/>
          </p:nvSpPr>
          <p:spPr>
            <a:xfrm flipH="1">
              <a:off x="3561787" y="3949875"/>
              <a:ext cx="18469" cy="25150"/>
            </a:xfrm>
            <a:custGeom>
              <a:avLst/>
              <a:gdLst/>
              <a:ahLst/>
              <a:cxnLst/>
              <a:rect l="l" t="t" r="r" b="b"/>
              <a:pathLst>
                <a:path w="4356" h="1006" fill="none" extrusionOk="0">
                  <a:moveTo>
                    <a:pt x="271" y="1"/>
                  </a:moveTo>
                  <a:lnTo>
                    <a:pt x="271" y="1"/>
                  </a:lnTo>
                  <a:lnTo>
                    <a:pt x="902" y="113"/>
                  </a:lnTo>
                  <a:lnTo>
                    <a:pt x="1532" y="235"/>
                  </a:lnTo>
                  <a:lnTo>
                    <a:pt x="2103" y="358"/>
                  </a:lnTo>
                  <a:lnTo>
                    <a:pt x="2614" y="480"/>
                  </a:lnTo>
                  <a:lnTo>
                    <a:pt x="3094" y="608"/>
                  </a:lnTo>
                  <a:lnTo>
                    <a:pt x="3545" y="740"/>
                  </a:lnTo>
                  <a:lnTo>
                    <a:pt x="3965" y="873"/>
                  </a:lnTo>
                  <a:lnTo>
                    <a:pt x="4356" y="1006"/>
                  </a:lnTo>
                  <a:lnTo>
                    <a:pt x="4356" y="1006"/>
                  </a:lnTo>
                  <a:lnTo>
                    <a:pt x="3635" y="995"/>
                  </a:lnTo>
                  <a:lnTo>
                    <a:pt x="3004" y="970"/>
                  </a:lnTo>
                  <a:lnTo>
                    <a:pt x="2463" y="939"/>
                  </a:lnTo>
                  <a:lnTo>
                    <a:pt x="1983" y="904"/>
                  </a:lnTo>
                  <a:lnTo>
                    <a:pt x="1562" y="858"/>
                  </a:lnTo>
                  <a:lnTo>
                    <a:pt x="1202" y="807"/>
                  </a:lnTo>
                  <a:lnTo>
                    <a:pt x="932" y="751"/>
                  </a:lnTo>
                  <a:lnTo>
                    <a:pt x="661" y="689"/>
                  </a:lnTo>
                  <a:lnTo>
                    <a:pt x="481" y="628"/>
                  </a:lnTo>
                  <a:lnTo>
                    <a:pt x="331" y="567"/>
                  </a:lnTo>
                  <a:lnTo>
                    <a:pt x="211" y="501"/>
                  </a:lnTo>
                  <a:lnTo>
                    <a:pt x="121" y="439"/>
                  </a:lnTo>
                  <a:lnTo>
                    <a:pt x="61" y="378"/>
                  </a:lnTo>
                  <a:lnTo>
                    <a:pt x="31" y="322"/>
                  </a:lnTo>
                  <a:lnTo>
                    <a:pt x="1" y="220"/>
                  </a:lnTo>
                  <a:lnTo>
                    <a:pt x="1" y="220"/>
                  </a:lnTo>
                  <a:lnTo>
                    <a:pt x="31" y="169"/>
                  </a:lnTo>
                  <a:lnTo>
                    <a:pt x="61" y="118"/>
                  </a:lnTo>
                  <a:lnTo>
                    <a:pt x="151" y="57"/>
                  </a:lnTo>
                  <a:lnTo>
                    <a:pt x="27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2"/>
            <p:cNvSpPr/>
            <p:nvPr/>
          </p:nvSpPr>
          <p:spPr>
            <a:xfrm flipH="1">
              <a:off x="3554909" y="3951800"/>
              <a:ext cx="9811" cy="8950"/>
            </a:xfrm>
            <a:custGeom>
              <a:avLst/>
              <a:gdLst/>
              <a:ahLst/>
              <a:cxnLst/>
              <a:rect l="l" t="t" r="r" b="b"/>
              <a:pathLst>
                <a:path w="2314" h="358" extrusionOk="0">
                  <a:moveTo>
                    <a:pt x="391" y="0"/>
                  </a:moveTo>
                  <a:lnTo>
                    <a:pt x="61" y="31"/>
                  </a:lnTo>
                  <a:lnTo>
                    <a:pt x="31" y="41"/>
                  </a:lnTo>
                  <a:lnTo>
                    <a:pt x="1" y="51"/>
                  </a:lnTo>
                  <a:lnTo>
                    <a:pt x="1" y="61"/>
                  </a:lnTo>
                  <a:lnTo>
                    <a:pt x="61" y="72"/>
                  </a:lnTo>
                  <a:lnTo>
                    <a:pt x="121" y="92"/>
                  </a:lnTo>
                  <a:lnTo>
                    <a:pt x="211" y="112"/>
                  </a:lnTo>
                  <a:lnTo>
                    <a:pt x="301" y="143"/>
                  </a:lnTo>
                  <a:lnTo>
                    <a:pt x="301" y="179"/>
                  </a:lnTo>
                  <a:lnTo>
                    <a:pt x="301" y="199"/>
                  </a:lnTo>
                  <a:lnTo>
                    <a:pt x="271" y="220"/>
                  </a:lnTo>
                  <a:lnTo>
                    <a:pt x="211" y="245"/>
                  </a:lnTo>
                  <a:lnTo>
                    <a:pt x="151" y="271"/>
                  </a:lnTo>
                  <a:lnTo>
                    <a:pt x="91" y="286"/>
                  </a:lnTo>
                  <a:lnTo>
                    <a:pt x="121" y="296"/>
                  </a:lnTo>
                  <a:lnTo>
                    <a:pt x="151" y="306"/>
                  </a:lnTo>
                  <a:lnTo>
                    <a:pt x="241" y="316"/>
                  </a:lnTo>
                  <a:lnTo>
                    <a:pt x="872" y="357"/>
                  </a:lnTo>
                  <a:lnTo>
                    <a:pt x="992" y="322"/>
                  </a:lnTo>
                  <a:lnTo>
                    <a:pt x="1052" y="286"/>
                  </a:lnTo>
                  <a:lnTo>
                    <a:pt x="1112" y="250"/>
                  </a:lnTo>
                  <a:lnTo>
                    <a:pt x="1112" y="214"/>
                  </a:lnTo>
                  <a:lnTo>
                    <a:pt x="1112" y="184"/>
                  </a:lnTo>
                  <a:lnTo>
                    <a:pt x="1082" y="158"/>
                  </a:lnTo>
                  <a:lnTo>
                    <a:pt x="1022" y="128"/>
                  </a:lnTo>
                  <a:lnTo>
                    <a:pt x="932" y="102"/>
                  </a:lnTo>
                  <a:lnTo>
                    <a:pt x="842" y="72"/>
                  </a:lnTo>
                  <a:lnTo>
                    <a:pt x="722" y="46"/>
                  </a:lnTo>
                  <a:lnTo>
                    <a:pt x="571" y="21"/>
                  </a:lnTo>
                  <a:lnTo>
                    <a:pt x="391" y="0"/>
                  </a:lnTo>
                  <a:close/>
                  <a:moveTo>
                    <a:pt x="1563" y="0"/>
                  </a:moveTo>
                  <a:lnTo>
                    <a:pt x="1262" y="31"/>
                  </a:lnTo>
                  <a:lnTo>
                    <a:pt x="1202" y="41"/>
                  </a:lnTo>
                  <a:lnTo>
                    <a:pt x="1172" y="51"/>
                  </a:lnTo>
                  <a:lnTo>
                    <a:pt x="1202" y="61"/>
                  </a:lnTo>
                  <a:lnTo>
                    <a:pt x="1232" y="72"/>
                  </a:lnTo>
                  <a:lnTo>
                    <a:pt x="1322" y="92"/>
                  </a:lnTo>
                  <a:lnTo>
                    <a:pt x="1412" y="112"/>
                  </a:lnTo>
                  <a:lnTo>
                    <a:pt x="1472" y="143"/>
                  </a:lnTo>
                  <a:lnTo>
                    <a:pt x="1502" y="179"/>
                  </a:lnTo>
                  <a:lnTo>
                    <a:pt x="1472" y="199"/>
                  </a:lnTo>
                  <a:lnTo>
                    <a:pt x="1442" y="220"/>
                  </a:lnTo>
                  <a:lnTo>
                    <a:pt x="1412" y="245"/>
                  </a:lnTo>
                  <a:lnTo>
                    <a:pt x="1322" y="271"/>
                  </a:lnTo>
                  <a:lnTo>
                    <a:pt x="1292" y="286"/>
                  </a:lnTo>
                  <a:lnTo>
                    <a:pt x="1292" y="296"/>
                  </a:lnTo>
                  <a:lnTo>
                    <a:pt x="1322" y="306"/>
                  </a:lnTo>
                  <a:lnTo>
                    <a:pt x="1442" y="316"/>
                  </a:lnTo>
                  <a:lnTo>
                    <a:pt x="2043" y="357"/>
                  </a:lnTo>
                  <a:lnTo>
                    <a:pt x="2163" y="322"/>
                  </a:lnTo>
                  <a:lnTo>
                    <a:pt x="2253" y="286"/>
                  </a:lnTo>
                  <a:lnTo>
                    <a:pt x="2283" y="250"/>
                  </a:lnTo>
                  <a:lnTo>
                    <a:pt x="2313" y="214"/>
                  </a:lnTo>
                  <a:lnTo>
                    <a:pt x="2283" y="184"/>
                  </a:lnTo>
                  <a:lnTo>
                    <a:pt x="2253" y="158"/>
                  </a:lnTo>
                  <a:lnTo>
                    <a:pt x="2193" y="128"/>
                  </a:lnTo>
                  <a:lnTo>
                    <a:pt x="2133" y="102"/>
                  </a:lnTo>
                  <a:lnTo>
                    <a:pt x="2013" y="72"/>
                  </a:lnTo>
                  <a:lnTo>
                    <a:pt x="1893" y="46"/>
                  </a:lnTo>
                  <a:lnTo>
                    <a:pt x="1743" y="21"/>
                  </a:lnTo>
                  <a:lnTo>
                    <a:pt x="15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2"/>
            <p:cNvSpPr/>
            <p:nvPr/>
          </p:nvSpPr>
          <p:spPr>
            <a:xfrm flipH="1">
              <a:off x="3597699" y="4174450"/>
              <a:ext cx="172814" cy="167450"/>
            </a:xfrm>
            <a:custGeom>
              <a:avLst/>
              <a:gdLst/>
              <a:ahLst/>
              <a:cxnLst/>
              <a:rect l="l" t="t" r="r" b="b"/>
              <a:pathLst>
                <a:path w="40758" h="6698" extrusionOk="0">
                  <a:moveTo>
                    <a:pt x="19854" y="0"/>
                  </a:moveTo>
                  <a:lnTo>
                    <a:pt x="19163" y="5"/>
                  </a:lnTo>
                  <a:lnTo>
                    <a:pt x="17811" y="20"/>
                  </a:lnTo>
                  <a:lnTo>
                    <a:pt x="16520" y="51"/>
                  </a:lnTo>
                  <a:lnTo>
                    <a:pt x="15288" y="92"/>
                  </a:lnTo>
                  <a:lnTo>
                    <a:pt x="14117" y="143"/>
                  </a:lnTo>
                  <a:lnTo>
                    <a:pt x="13006" y="199"/>
                  </a:lnTo>
                  <a:lnTo>
                    <a:pt x="11955" y="265"/>
                  </a:lnTo>
                  <a:lnTo>
                    <a:pt x="10933" y="342"/>
                  </a:lnTo>
                  <a:lnTo>
                    <a:pt x="9972" y="428"/>
                  </a:lnTo>
                  <a:lnTo>
                    <a:pt x="9041" y="520"/>
                  </a:lnTo>
                  <a:lnTo>
                    <a:pt x="8200" y="617"/>
                  </a:lnTo>
                  <a:lnTo>
                    <a:pt x="7389" y="719"/>
                  </a:lnTo>
                  <a:lnTo>
                    <a:pt x="6608" y="831"/>
                  </a:lnTo>
                  <a:lnTo>
                    <a:pt x="5888" y="944"/>
                  </a:lnTo>
                  <a:lnTo>
                    <a:pt x="5227" y="1061"/>
                  </a:lnTo>
                  <a:lnTo>
                    <a:pt x="4596" y="1183"/>
                  </a:lnTo>
                  <a:lnTo>
                    <a:pt x="4025" y="1311"/>
                  </a:lnTo>
                  <a:lnTo>
                    <a:pt x="3485" y="1438"/>
                  </a:lnTo>
                  <a:lnTo>
                    <a:pt x="2974" y="1571"/>
                  </a:lnTo>
                  <a:lnTo>
                    <a:pt x="2524" y="1704"/>
                  </a:lnTo>
                  <a:lnTo>
                    <a:pt x="2103" y="1836"/>
                  </a:lnTo>
                  <a:lnTo>
                    <a:pt x="1743" y="1974"/>
                  </a:lnTo>
                  <a:lnTo>
                    <a:pt x="1412" y="2107"/>
                  </a:lnTo>
                  <a:lnTo>
                    <a:pt x="1112" y="2239"/>
                  </a:lnTo>
                  <a:lnTo>
                    <a:pt x="842" y="2372"/>
                  </a:lnTo>
                  <a:lnTo>
                    <a:pt x="631" y="2504"/>
                  </a:lnTo>
                  <a:lnTo>
                    <a:pt x="421" y="2632"/>
                  </a:lnTo>
                  <a:lnTo>
                    <a:pt x="271" y="2759"/>
                  </a:lnTo>
                  <a:lnTo>
                    <a:pt x="151" y="2882"/>
                  </a:lnTo>
                  <a:lnTo>
                    <a:pt x="91" y="2999"/>
                  </a:lnTo>
                  <a:lnTo>
                    <a:pt x="31" y="3117"/>
                  </a:lnTo>
                  <a:lnTo>
                    <a:pt x="1" y="3224"/>
                  </a:lnTo>
                  <a:lnTo>
                    <a:pt x="1" y="3458"/>
                  </a:lnTo>
                  <a:lnTo>
                    <a:pt x="61" y="3586"/>
                  </a:lnTo>
                  <a:lnTo>
                    <a:pt x="91" y="3723"/>
                  </a:lnTo>
                  <a:lnTo>
                    <a:pt x="181" y="3861"/>
                  </a:lnTo>
                  <a:lnTo>
                    <a:pt x="301" y="4004"/>
                  </a:lnTo>
                  <a:lnTo>
                    <a:pt x="451" y="4152"/>
                  </a:lnTo>
                  <a:lnTo>
                    <a:pt x="631" y="4300"/>
                  </a:lnTo>
                  <a:lnTo>
                    <a:pt x="842" y="4453"/>
                  </a:lnTo>
                  <a:lnTo>
                    <a:pt x="1112" y="4606"/>
                  </a:lnTo>
                  <a:lnTo>
                    <a:pt x="1412" y="4764"/>
                  </a:lnTo>
                  <a:lnTo>
                    <a:pt x="1773" y="4917"/>
                  </a:lnTo>
                  <a:lnTo>
                    <a:pt x="2193" y="5070"/>
                  </a:lnTo>
                  <a:lnTo>
                    <a:pt x="2674" y="5218"/>
                  </a:lnTo>
                  <a:lnTo>
                    <a:pt x="3214" y="5366"/>
                  </a:lnTo>
                  <a:lnTo>
                    <a:pt x="3815" y="5509"/>
                  </a:lnTo>
                  <a:lnTo>
                    <a:pt x="4356" y="5504"/>
                  </a:lnTo>
                  <a:lnTo>
                    <a:pt x="4476" y="5504"/>
                  </a:lnTo>
                  <a:lnTo>
                    <a:pt x="5016" y="5509"/>
                  </a:lnTo>
                  <a:lnTo>
                    <a:pt x="5497" y="5524"/>
                  </a:lnTo>
                  <a:lnTo>
                    <a:pt x="5918" y="5544"/>
                  </a:lnTo>
                  <a:lnTo>
                    <a:pt x="6278" y="5575"/>
                  </a:lnTo>
                  <a:lnTo>
                    <a:pt x="6578" y="5606"/>
                  </a:lnTo>
                  <a:lnTo>
                    <a:pt x="6849" y="5641"/>
                  </a:lnTo>
                  <a:lnTo>
                    <a:pt x="7089" y="5682"/>
                  </a:lnTo>
                  <a:lnTo>
                    <a:pt x="7269" y="5723"/>
                  </a:lnTo>
                  <a:lnTo>
                    <a:pt x="7419" y="5769"/>
                  </a:lnTo>
                  <a:lnTo>
                    <a:pt x="7539" y="5815"/>
                  </a:lnTo>
                  <a:lnTo>
                    <a:pt x="7630" y="5861"/>
                  </a:lnTo>
                  <a:lnTo>
                    <a:pt x="7690" y="5907"/>
                  </a:lnTo>
                  <a:lnTo>
                    <a:pt x="7750" y="5993"/>
                  </a:lnTo>
                  <a:lnTo>
                    <a:pt x="7780" y="6065"/>
                  </a:lnTo>
                  <a:lnTo>
                    <a:pt x="7750" y="6126"/>
                  </a:lnTo>
                  <a:lnTo>
                    <a:pt x="8290" y="6187"/>
                  </a:lnTo>
                  <a:lnTo>
                    <a:pt x="8891" y="6243"/>
                  </a:lnTo>
                  <a:lnTo>
                    <a:pt x="9522" y="6299"/>
                  </a:lnTo>
                  <a:lnTo>
                    <a:pt x="10152" y="6350"/>
                  </a:lnTo>
                  <a:lnTo>
                    <a:pt x="10843" y="6401"/>
                  </a:lnTo>
                  <a:lnTo>
                    <a:pt x="11564" y="6447"/>
                  </a:lnTo>
                  <a:lnTo>
                    <a:pt x="12285" y="6488"/>
                  </a:lnTo>
                  <a:lnTo>
                    <a:pt x="13036" y="6529"/>
                  </a:lnTo>
                  <a:lnTo>
                    <a:pt x="13847" y="6559"/>
                  </a:lnTo>
                  <a:lnTo>
                    <a:pt x="14688" y="6595"/>
                  </a:lnTo>
                  <a:lnTo>
                    <a:pt x="15529" y="6621"/>
                  </a:lnTo>
                  <a:lnTo>
                    <a:pt x="16430" y="6646"/>
                  </a:lnTo>
                  <a:lnTo>
                    <a:pt x="17361" y="6661"/>
                  </a:lnTo>
                  <a:lnTo>
                    <a:pt x="18292" y="6677"/>
                  </a:lnTo>
                  <a:lnTo>
                    <a:pt x="19313" y="6692"/>
                  </a:lnTo>
                  <a:lnTo>
                    <a:pt x="20334" y="6697"/>
                  </a:lnTo>
                  <a:lnTo>
                    <a:pt x="21055" y="6697"/>
                  </a:lnTo>
                  <a:lnTo>
                    <a:pt x="22497" y="6692"/>
                  </a:lnTo>
                  <a:lnTo>
                    <a:pt x="23848" y="6677"/>
                  </a:lnTo>
                  <a:lnTo>
                    <a:pt x="25140" y="6651"/>
                  </a:lnTo>
                  <a:lnTo>
                    <a:pt x="26341" y="6616"/>
                  </a:lnTo>
                  <a:lnTo>
                    <a:pt x="27512" y="6570"/>
                  </a:lnTo>
                  <a:lnTo>
                    <a:pt x="28624" y="6514"/>
                  </a:lnTo>
                  <a:lnTo>
                    <a:pt x="29645" y="6452"/>
                  </a:lnTo>
                  <a:lnTo>
                    <a:pt x="30636" y="6381"/>
                  </a:lnTo>
                  <a:lnTo>
                    <a:pt x="31567" y="6299"/>
                  </a:lnTo>
                  <a:lnTo>
                    <a:pt x="32438" y="6218"/>
                  </a:lnTo>
                  <a:lnTo>
                    <a:pt x="33249" y="6126"/>
                  </a:lnTo>
                  <a:lnTo>
                    <a:pt x="34030" y="6029"/>
                  </a:lnTo>
                  <a:lnTo>
                    <a:pt x="34751" y="5922"/>
                  </a:lnTo>
                  <a:lnTo>
                    <a:pt x="35412" y="5815"/>
                  </a:lnTo>
                  <a:lnTo>
                    <a:pt x="36042" y="5703"/>
                  </a:lnTo>
                  <a:lnTo>
                    <a:pt x="36613" y="5585"/>
                  </a:lnTo>
                  <a:lnTo>
                    <a:pt x="37154" y="5463"/>
                  </a:lnTo>
                  <a:lnTo>
                    <a:pt x="37634" y="5335"/>
                  </a:lnTo>
                  <a:lnTo>
                    <a:pt x="38085" y="5208"/>
                  </a:lnTo>
                  <a:lnTo>
                    <a:pt x="38475" y="5080"/>
                  </a:lnTo>
                  <a:lnTo>
                    <a:pt x="38836" y="4948"/>
                  </a:lnTo>
                  <a:lnTo>
                    <a:pt x="39166" y="4815"/>
                  </a:lnTo>
                  <a:lnTo>
                    <a:pt x="39466" y="4677"/>
                  </a:lnTo>
                  <a:lnTo>
                    <a:pt x="39737" y="4545"/>
                  </a:lnTo>
                  <a:lnTo>
                    <a:pt x="39947" y="4407"/>
                  </a:lnTo>
                  <a:lnTo>
                    <a:pt x="40157" y="4269"/>
                  </a:lnTo>
                  <a:lnTo>
                    <a:pt x="40337" y="4137"/>
                  </a:lnTo>
                  <a:lnTo>
                    <a:pt x="40457" y="4004"/>
                  </a:lnTo>
                  <a:lnTo>
                    <a:pt x="40578" y="3871"/>
                  </a:lnTo>
                  <a:lnTo>
                    <a:pt x="40668" y="3744"/>
                  </a:lnTo>
                  <a:lnTo>
                    <a:pt x="40728" y="3616"/>
                  </a:lnTo>
                  <a:lnTo>
                    <a:pt x="40758" y="3494"/>
                  </a:lnTo>
                  <a:lnTo>
                    <a:pt x="40277" y="3219"/>
                  </a:lnTo>
                  <a:lnTo>
                    <a:pt x="39827" y="2948"/>
                  </a:lnTo>
                  <a:lnTo>
                    <a:pt x="39436" y="2678"/>
                  </a:lnTo>
                  <a:lnTo>
                    <a:pt x="39106" y="2413"/>
                  </a:lnTo>
                  <a:lnTo>
                    <a:pt x="38806" y="2147"/>
                  </a:lnTo>
                  <a:lnTo>
                    <a:pt x="38565" y="1887"/>
                  </a:lnTo>
                  <a:lnTo>
                    <a:pt x="38355" y="1632"/>
                  </a:lnTo>
                  <a:lnTo>
                    <a:pt x="38175" y="1382"/>
                  </a:lnTo>
                  <a:lnTo>
                    <a:pt x="37935" y="1306"/>
                  </a:lnTo>
                  <a:lnTo>
                    <a:pt x="37634" y="1229"/>
                  </a:lnTo>
                  <a:lnTo>
                    <a:pt x="37334" y="1153"/>
                  </a:lnTo>
                  <a:lnTo>
                    <a:pt x="37003" y="1076"/>
                  </a:lnTo>
                  <a:lnTo>
                    <a:pt x="36643" y="1005"/>
                  </a:lnTo>
                  <a:lnTo>
                    <a:pt x="36283" y="928"/>
                  </a:lnTo>
                  <a:lnTo>
                    <a:pt x="35892" y="862"/>
                  </a:lnTo>
                  <a:lnTo>
                    <a:pt x="35472" y="791"/>
                  </a:lnTo>
                  <a:lnTo>
                    <a:pt x="35171" y="811"/>
                  </a:lnTo>
                  <a:lnTo>
                    <a:pt x="34841" y="826"/>
                  </a:lnTo>
                  <a:lnTo>
                    <a:pt x="34450" y="831"/>
                  </a:lnTo>
                  <a:lnTo>
                    <a:pt x="34030" y="837"/>
                  </a:lnTo>
                  <a:lnTo>
                    <a:pt x="33910" y="837"/>
                  </a:lnTo>
                  <a:lnTo>
                    <a:pt x="33399" y="831"/>
                  </a:lnTo>
                  <a:lnTo>
                    <a:pt x="32919" y="816"/>
                  </a:lnTo>
                  <a:lnTo>
                    <a:pt x="32528" y="796"/>
                  </a:lnTo>
                  <a:lnTo>
                    <a:pt x="32168" y="770"/>
                  </a:lnTo>
                  <a:lnTo>
                    <a:pt x="31837" y="740"/>
                  </a:lnTo>
                  <a:lnTo>
                    <a:pt x="31567" y="704"/>
                  </a:lnTo>
                  <a:lnTo>
                    <a:pt x="31357" y="663"/>
                  </a:lnTo>
                  <a:lnTo>
                    <a:pt x="31177" y="622"/>
                  </a:lnTo>
                  <a:lnTo>
                    <a:pt x="31027" y="581"/>
                  </a:lnTo>
                  <a:lnTo>
                    <a:pt x="30906" y="536"/>
                  </a:lnTo>
                  <a:lnTo>
                    <a:pt x="30786" y="490"/>
                  </a:lnTo>
                  <a:lnTo>
                    <a:pt x="30726" y="444"/>
                  </a:lnTo>
                  <a:lnTo>
                    <a:pt x="30666" y="362"/>
                  </a:lnTo>
                  <a:lnTo>
                    <a:pt x="30636" y="286"/>
                  </a:lnTo>
                  <a:lnTo>
                    <a:pt x="29705" y="230"/>
                  </a:lnTo>
                  <a:lnTo>
                    <a:pt x="28714" y="179"/>
                  </a:lnTo>
                  <a:lnTo>
                    <a:pt x="27693" y="133"/>
                  </a:lnTo>
                  <a:lnTo>
                    <a:pt x="26581" y="92"/>
                  </a:lnTo>
                  <a:lnTo>
                    <a:pt x="25410" y="56"/>
                  </a:lnTo>
                  <a:lnTo>
                    <a:pt x="24179" y="31"/>
                  </a:lnTo>
                  <a:lnTo>
                    <a:pt x="22887" y="15"/>
                  </a:lnTo>
                  <a:lnTo>
                    <a:pt x="21506"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2"/>
            <p:cNvSpPr/>
            <p:nvPr/>
          </p:nvSpPr>
          <p:spPr>
            <a:xfrm flipH="1">
              <a:off x="3597699" y="4174450"/>
              <a:ext cx="172814" cy="167450"/>
            </a:xfrm>
            <a:custGeom>
              <a:avLst/>
              <a:gdLst/>
              <a:ahLst/>
              <a:cxnLst/>
              <a:rect l="l" t="t" r="r" b="b"/>
              <a:pathLst>
                <a:path w="40758" h="6698" fill="none" extrusionOk="0">
                  <a:moveTo>
                    <a:pt x="20544" y="0"/>
                  </a:moveTo>
                  <a:lnTo>
                    <a:pt x="20544" y="0"/>
                  </a:lnTo>
                  <a:lnTo>
                    <a:pt x="21506" y="0"/>
                  </a:lnTo>
                  <a:lnTo>
                    <a:pt x="21506" y="0"/>
                  </a:lnTo>
                  <a:lnTo>
                    <a:pt x="22887" y="15"/>
                  </a:lnTo>
                  <a:lnTo>
                    <a:pt x="24179" y="31"/>
                  </a:lnTo>
                  <a:lnTo>
                    <a:pt x="25410" y="56"/>
                  </a:lnTo>
                  <a:lnTo>
                    <a:pt x="26581" y="92"/>
                  </a:lnTo>
                  <a:lnTo>
                    <a:pt x="27693" y="133"/>
                  </a:lnTo>
                  <a:lnTo>
                    <a:pt x="28714" y="179"/>
                  </a:lnTo>
                  <a:lnTo>
                    <a:pt x="29705" y="230"/>
                  </a:lnTo>
                  <a:lnTo>
                    <a:pt x="30636" y="286"/>
                  </a:lnTo>
                  <a:lnTo>
                    <a:pt x="30636" y="286"/>
                  </a:lnTo>
                  <a:lnTo>
                    <a:pt x="30666" y="362"/>
                  </a:lnTo>
                  <a:lnTo>
                    <a:pt x="30726" y="444"/>
                  </a:lnTo>
                  <a:lnTo>
                    <a:pt x="30786" y="490"/>
                  </a:lnTo>
                  <a:lnTo>
                    <a:pt x="30906" y="536"/>
                  </a:lnTo>
                  <a:lnTo>
                    <a:pt x="31027" y="581"/>
                  </a:lnTo>
                  <a:lnTo>
                    <a:pt x="31177" y="622"/>
                  </a:lnTo>
                  <a:lnTo>
                    <a:pt x="31357" y="663"/>
                  </a:lnTo>
                  <a:lnTo>
                    <a:pt x="31567" y="704"/>
                  </a:lnTo>
                  <a:lnTo>
                    <a:pt x="31837" y="740"/>
                  </a:lnTo>
                  <a:lnTo>
                    <a:pt x="32168" y="770"/>
                  </a:lnTo>
                  <a:lnTo>
                    <a:pt x="32528" y="796"/>
                  </a:lnTo>
                  <a:lnTo>
                    <a:pt x="32919" y="816"/>
                  </a:lnTo>
                  <a:lnTo>
                    <a:pt x="33399" y="831"/>
                  </a:lnTo>
                  <a:lnTo>
                    <a:pt x="33910" y="837"/>
                  </a:lnTo>
                  <a:lnTo>
                    <a:pt x="33910" y="837"/>
                  </a:lnTo>
                  <a:lnTo>
                    <a:pt x="34030" y="837"/>
                  </a:lnTo>
                  <a:lnTo>
                    <a:pt x="34030" y="837"/>
                  </a:lnTo>
                  <a:lnTo>
                    <a:pt x="34450" y="831"/>
                  </a:lnTo>
                  <a:lnTo>
                    <a:pt x="34841" y="826"/>
                  </a:lnTo>
                  <a:lnTo>
                    <a:pt x="35171" y="811"/>
                  </a:lnTo>
                  <a:lnTo>
                    <a:pt x="35472" y="791"/>
                  </a:lnTo>
                  <a:lnTo>
                    <a:pt x="35472" y="791"/>
                  </a:lnTo>
                  <a:lnTo>
                    <a:pt x="35892" y="862"/>
                  </a:lnTo>
                  <a:lnTo>
                    <a:pt x="36283" y="928"/>
                  </a:lnTo>
                  <a:lnTo>
                    <a:pt x="36643" y="1005"/>
                  </a:lnTo>
                  <a:lnTo>
                    <a:pt x="37003" y="1076"/>
                  </a:lnTo>
                  <a:lnTo>
                    <a:pt x="37334" y="1153"/>
                  </a:lnTo>
                  <a:lnTo>
                    <a:pt x="37634" y="1229"/>
                  </a:lnTo>
                  <a:lnTo>
                    <a:pt x="37935" y="1306"/>
                  </a:lnTo>
                  <a:lnTo>
                    <a:pt x="38175" y="1382"/>
                  </a:lnTo>
                  <a:lnTo>
                    <a:pt x="38175" y="1382"/>
                  </a:lnTo>
                  <a:lnTo>
                    <a:pt x="38355" y="1632"/>
                  </a:lnTo>
                  <a:lnTo>
                    <a:pt x="38565" y="1887"/>
                  </a:lnTo>
                  <a:lnTo>
                    <a:pt x="38806" y="2147"/>
                  </a:lnTo>
                  <a:lnTo>
                    <a:pt x="39106" y="2413"/>
                  </a:lnTo>
                  <a:lnTo>
                    <a:pt x="39436" y="2678"/>
                  </a:lnTo>
                  <a:lnTo>
                    <a:pt x="39827" y="2948"/>
                  </a:lnTo>
                  <a:lnTo>
                    <a:pt x="40277" y="3219"/>
                  </a:lnTo>
                  <a:lnTo>
                    <a:pt x="40758" y="3494"/>
                  </a:lnTo>
                  <a:lnTo>
                    <a:pt x="40758" y="3494"/>
                  </a:lnTo>
                  <a:lnTo>
                    <a:pt x="40728" y="3616"/>
                  </a:lnTo>
                  <a:lnTo>
                    <a:pt x="40668" y="3744"/>
                  </a:lnTo>
                  <a:lnTo>
                    <a:pt x="40578" y="3871"/>
                  </a:lnTo>
                  <a:lnTo>
                    <a:pt x="40457" y="4004"/>
                  </a:lnTo>
                  <a:lnTo>
                    <a:pt x="40337" y="4137"/>
                  </a:lnTo>
                  <a:lnTo>
                    <a:pt x="40157" y="4269"/>
                  </a:lnTo>
                  <a:lnTo>
                    <a:pt x="39947" y="4407"/>
                  </a:lnTo>
                  <a:lnTo>
                    <a:pt x="39737" y="4545"/>
                  </a:lnTo>
                  <a:lnTo>
                    <a:pt x="39466" y="4677"/>
                  </a:lnTo>
                  <a:lnTo>
                    <a:pt x="39166" y="4815"/>
                  </a:lnTo>
                  <a:lnTo>
                    <a:pt x="38836" y="4948"/>
                  </a:lnTo>
                  <a:lnTo>
                    <a:pt x="38475" y="5080"/>
                  </a:lnTo>
                  <a:lnTo>
                    <a:pt x="38085" y="5208"/>
                  </a:lnTo>
                  <a:lnTo>
                    <a:pt x="37634" y="5335"/>
                  </a:lnTo>
                  <a:lnTo>
                    <a:pt x="37154" y="5463"/>
                  </a:lnTo>
                  <a:lnTo>
                    <a:pt x="36613" y="5585"/>
                  </a:lnTo>
                  <a:lnTo>
                    <a:pt x="36042" y="5703"/>
                  </a:lnTo>
                  <a:lnTo>
                    <a:pt x="35412" y="5815"/>
                  </a:lnTo>
                  <a:lnTo>
                    <a:pt x="34751" y="5922"/>
                  </a:lnTo>
                  <a:lnTo>
                    <a:pt x="34030" y="6029"/>
                  </a:lnTo>
                  <a:lnTo>
                    <a:pt x="33249" y="6126"/>
                  </a:lnTo>
                  <a:lnTo>
                    <a:pt x="32438" y="6218"/>
                  </a:lnTo>
                  <a:lnTo>
                    <a:pt x="31567" y="6299"/>
                  </a:lnTo>
                  <a:lnTo>
                    <a:pt x="30636" y="6381"/>
                  </a:lnTo>
                  <a:lnTo>
                    <a:pt x="29645" y="6452"/>
                  </a:lnTo>
                  <a:lnTo>
                    <a:pt x="28624" y="6514"/>
                  </a:lnTo>
                  <a:lnTo>
                    <a:pt x="27512" y="6570"/>
                  </a:lnTo>
                  <a:lnTo>
                    <a:pt x="26341" y="6616"/>
                  </a:lnTo>
                  <a:lnTo>
                    <a:pt x="25140" y="6651"/>
                  </a:lnTo>
                  <a:lnTo>
                    <a:pt x="23848" y="6677"/>
                  </a:lnTo>
                  <a:lnTo>
                    <a:pt x="22497" y="6692"/>
                  </a:lnTo>
                  <a:lnTo>
                    <a:pt x="21055" y="6697"/>
                  </a:lnTo>
                  <a:lnTo>
                    <a:pt x="21055" y="6697"/>
                  </a:lnTo>
                  <a:lnTo>
                    <a:pt x="20334" y="6697"/>
                  </a:lnTo>
                  <a:lnTo>
                    <a:pt x="20334" y="6697"/>
                  </a:lnTo>
                  <a:lnTo>
                    <a:pt x="19313" y="6692"/>
                  </a:lnTo>
                  <a:lnTo>
                    <a:pt x="18292" y="6677"/>
                  </a:lnTo>
                  <a:lnTo>
                    <a:pt x="17361" y="6661"/>
                  </a:lnTo>
                  <a:lnTo>
                    <a:pt x="16430" y="6646"/>
                  </a:lnTo>
                  <a:lnTo>
                    <a:pt x="15529" y="6621"/>
                  </a:lnTo>
                  <a:lnTo>
                    <a:pt x="14688" y="6595"/>
                  </a:lnTo>
                  <a:lnTo>
                    <a:pt x="13847" y="6559"/>
                  </a:lnTo>
                  <a:lnTo>
                    <a:pt x="13036" y="6529"/>
                  </a:lnTo>
                  <a:lnTo>
                    <a:pt x="12285" y="6488"/>
                  </a:lnTo>
                  <a:lnTo>
                    <a:pt x="11564" y="6447"/>
                  </a:lnTo>
                  <a:lnTo>
                    <a:pt x="10843" y="6401"/>
                  </a:lnTo>
                  <a:lnTo>
                    <a:pt x="10152" y="6350"/>
                  </a:lnTo>
                  <a:lnTo>
                    <a:pt x="9522" y="6299"/>
                  </a:lnTo>
                  <a:lnTo>
                    <a:pt x="8891" y="6243"/>
                  </a:lnTo>
                  <a:lnTo>
                    <a:pt x="8290" y="6187"/>
                  </a:lnTo>
                  <a:lnTo>
                    <a:pt x="7750" y="6126"/>
                  </a:lnTo>
                  <a:lnTo>
                    <a:pt x="7750" y="6126"/>
                  </a:lnTo>
                  <a:lnTo>
                    <a:pt x="7780" y="6065"/>
                  </a:lnTo>
                  <a:lnTo>
                    <a:pt x="7780" y="6065"/>
                  </a:lnTo>
                  <a:lnTo>
                    <a:pt x="7750" y="5993"/>
                  </a:lnTo>
                  <a:lnTo>
                    <a:pt x="7690" y="5907"/>
                  </a:lnTo>
                  <a:lnTo>
                    <a:pt x="7630" y="5861"/>
                  </a:lnTo>
                  <a:lnTo>
                    <a:pt x="7539" y="5815"/>
                  </a:lnTo>
                  <a:lnTo>
                    <a:pt x="7419" y="5769"/>
                  </a:lnTo>
                  <a:lnTo>
                    <a:pt x="7269" y="5723"/>
                  </a:lnTo>
                  <a:lnTo>
                    <a:pt x="7089" y="5682"/>
                  </a:lnTo>
                  <a:lnTo>
                    <a:pt x="6849" y="5641"/>
                  </a:lnTo>
                  <a:lnTo>
                    <a:pt x="6578" y="5606"/>
                  </a:lnTo>
                  <a:lnTo>
                    <a:pt x="6278" y="5575"/>
                  </a:lnTo>
                  <a:lnTo>
                    <a:pt x="5918" y="5544"/>
                  </a:lnTo>
                  <a:lnTo>
                    <a:pt x="5497" y="5524"/>
                  </a:lnTo>
                  <a:lnTo>
                    <a:pt x="5016" y="5509"/>
                  </a:lnTo>
                  <a:lnTo>
                    <a:pt x="4476" y="5504"/>
                  </a:lnTo>
                  <a:lnTo>
                    <a:pt x="4476" y="5504"/>
                  </a:lnTo>
                  <a:lnTo>
                    <a:pt x="4356" y="5504"/>
                  </a:lnTo>
                  <a:lnTo>
                    <a:pt x="4356" y="5504"/>
                  </a:lnTo>
                  <a:lnTo>
                    <a:pt x="3815" y="5509"/>
                  </a:lnTo>
                  <a:lnTo>
                    <a:pt x="3815" y="5509"/>
                  </a:lnTo>
                  <a:lnTo>
                    <a:pt x="3214" y="5366"/>
                  </a:lnTo>
                  <a:lnTo>
                    <a:pt x="2674" y="5218"/>
                  </a:lnTo>
                  <a:lnTo>
                    <a:pt x="2193" y="5070"/>
                  </a:lnTo>
                  <a:lnTo>
                    <a:pt x="1773" y="4917"/>
                  </a:lnTo>
                  <a:lnTo>
                    <a:pt x="1412" y="4764"/>
                  </a:lnTo>
                  <a:lnTo>
                    <a:pt x="1112" y="4606"/>
                  </a:lnTo>
                  <a:lnTo>
                    <a:pt x="842" y="4453"/>
                  </a:lnTo>
                  <a:lnTo>
                    <a:pt x="631" y="4300"/>
                  </a:lnTo>
                  <a:lnTo>
                    <a:pt x="451" y="4152"/>
                  </a:lnTo>
                  <a:lnTo>
                    <a:pt x="301" y="4004"/>
                  </a:lnTo>
                  <a:lnTo>
                    <a:pt x="181" y="3861"/>
                  </a:lnTo>
                  <a:lnTo>
                    <a:pt x="91" y="3723"/>
                  </a:lnTo>
                  <a:lnTo>
                    <a:pt x="61" y="3586"/>
                  </a:lnTo>
                  <a:lnTo>
                    <a:pt x="1" y="3458"/>
                  </a:lnTo>
                  <a:lnTo>
                    <a:pt x="1" y="3224"/>
                  </a:lnTo>
                  <a:lnTo>
                    <a:pt x="1" y="3224"/>
                  </a:lnTo>
                  <a:lnTo>
                    <a:pt x="31" y="3117"/>
                  </a:lnTo>
                  <a:lnTo>
                    <a:pt x="91" y="2999"/>
                  </a:lnTo>
                  <a:lnTo>
                    <a:pt x="151" y="2882"/>
                  </a:lnTo>
                  <a:lnTo>
                    <a:pt x="271" y="2759"/>
                  </a:lnTo>
                  <a:lnTo>
                    <a:pt x="421" y="2632"/>
                  </a:lnTo>
                  <a:lnTo>
                    <a:pt x="631" y="2504"/>
                  </a:lnTo>
                  <a:lnTo>
                    <a:pt x="842" y="2372"/>
                  </a:lnTo>
                  <a:lnTo>
                    <a:pt x="1112" y="2239"/>
                  </a:lnTo>
                  <a:lnTo>
                    <a:pt x="1412" y="2107"/>
                  </a:lnTo>
                  <a:lnTo>
                    <a:pt x="1743" y="1974"/>
                  </a:lnTo>
                  <a:lnTo>
                    <a:pt x="2103" y="1836"/>
                  </a:lnTo>
                  <a:lnTo>
                    <a:pt x="2524" y="1704"/>
                  </a:lnTo>
                  <a:lnTo>
                    <a:pt x="2974" y="1571"/>
                  </a:lnTo>
                  <a:lnTo>
                    <a:pt x="3485" y="1438"/>
                  </a:lnTo>
                  <a:lnTo>
                    <a:pt x="4025" y="1311"/>
                  </a:lnTo>
                  <a:lnTo>
                    <a:pt x="4596" y="1183"/>
                  </a:lnTo>
                  <a:lnTo>
                    <a:pt x="5227" y="1061"/>
                  </a:lnTo>
                  <a:lnTo>
                    <a:pt x="5888" y="944"/>
                  </a:lnTo>
                  <a:lnTo>
                    <a:pt x="6608" y="831"/>
                  </a:lnTo>
                  <a:lnTo>
                    <a:pt x="7389" y="719"/>
                  </a:lnTo>
                  <a:lnTo>
                    <a:pt x="8200" y="617"/>
                  </a:lnTo>
                  <a:lnTo>
                    <a:pt x="9041" y="520"/>
                  </a:lnTo>
                  <a:lnTo>
                    <a:pt x="9972" y="428"/>
                  </a:lnTo>
                  <a:lnTo>
                    <a:pt x="10933" y="342"/>
                  </a:lnTo>
                  <a:lnTo>
                    <a:pt x="11955" y="265"/>
                  </a:lnTo>
                  <a:lnTo>
                    <a:pt x="13006" y="199"/>
                  </a:lnTo>
                  <a:lnTo>
                    <a:pt x="14117" y="143"/>
                  </a:lnTo>
                  <a:lnTo>
                    <a:pt x="15288" y="92"/>
                  </a:lnTo>
                  <a:lnTo>
                    <a:pt x="16520" y="51"/>
                  </a:lnTo>
                  <a:lnTo>
                    <a:pt x="17811" y="20"/>
                  </a:lnTo>
                  <a:lnTo>
                    <a:pt x="19163" y="5"/>
                  </a:lnTo>
                  <a:lnTo>
                    <a:pt x="19854" y="0"/>
                  </a:lnTo>
                  <a:lnTo>
                    <a:pt x="2054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2"/>
            <p:cNvSpPr/>
            <p:nvPr/>
          </p:nvSpPr>
          <p:spPr>
            <a:xfrm flipH="1">
              <a:off x="3597572" y="4209000"/>
              <a:ext cx="11083" cy="52800"/>
            </a:xfrm>
            <a:custGeom>
              <a:avLst/>
              <a:gdLst/>
              <a:ahLst/>
              <a:cxnLst/>
              <a:rect l="l" t="t" r="r" b="b"/>
              <a:pathLst>
                <a:path w="2614" h="2112" extrusionOk="0">
                  <a:moveTo>
                    <a:pt x="1" y="0"/>
                  </a:moveTo>
                  <a:lnTo>
                    <a:pt x="181" y="250"/>
                  </a:lnTo>
                  <a:lnTo>
                    <a:pt x="391" y="505"/>
                  </a:lnTo>
                  <a:lnTo>
                    <a:pt x="632" y="765"/>
                  </a:lnTo>
                  <a:lnTo>
                    <a:pt x="932" y="1031"/>
                  </a:lnTo>
                  <a:lnTo>
                    <a:pt x="1262" y="1296"/>
                  </a:lnTo>
                  <a:lnTo>
                    <a:pt x="1653" y="1566"/>
                  </a:lnTo>
                  <a:lnTo>
                    <a:pt x="2103" y="1837"/>
                  </a:lnTo>
                  <a:lnTo>
                    <a:pt x="2584" y="2112"/>
                  </a:lnTo>
                  <a:lnTo>
                    <a:pt x="2614" y="1949"/>
                  </a:lnTo>
                  <a:lnTo>
                    <a:pt x="2584" y="1801"/>
                  </a:lnTo>
                  <a:lnTo>
                    <a:pt x="2554" y="1658"/>
                  </a:lnTo>
                  <a:lnTo>
                    <a:pt x="2464" y="1520"/>
                  </a:lnTo>
                  <a:lnTo>
                    <a:pt x="2343" y="1337"/>
                  </a:lnTo>
                  <a:lnTo>
                    <a:pt x="2193" y="1148"/>
                  </a:lnTo>
                  <a:lnTo>
                    <a:pt x="1983" y="954"/>
                  </a:lnTo>
                  <a:lnTo>
                    <a:pt x="1713" y="760"/>
                  </a:lnTo>
                  <a:lnTo>
                    <a:pt x="1412" y="566"/>
                  </a:lnTo>
                  <a:lnTo>
                    <a:pt x="1232" y="470"/>
                  </a:lnTo>
                  <a:lnTo>
                    <a:pt x="1022" y="373"/>
                  </a:lnTo>
                  <a:lnTo>
                    <a:pt x="812" y="281"/>
                  </a:lnTo>
                  <a:lnTo>
                    <a:pt x="571" y="184"/>
                  </a:lnTo>
                  <a:lnTo>
                    <a:pt x="301" y="92"/>
                  </a:lnTo>
                  <a:lnTo>
                    <a:pt x="1" y="0"/>
                  </a:lnTo>
                  <a:close/>
                </a:path>
              </a:pathLst>
            </a:custGeom>
            <a:solidFill>
              <a:srgbClr val="FF2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2"/>
            <p:cNvSpPr/>
            <p:nvPr/>
          </p:nvSpPr>
          <p:spPr>
            <a:xfrm flipH="1">
              <a:off x="3597572" y="4209000"/>
              <a:ext cx="11083" cy="52800"/>
            </a:xfrm>
            <a:custGeom>
              <a:avLst/>
              <a:gdLst/>
              <a:ahLst/>
              <a:cxnLst/>
              <a:rect l="l" t="t" r="r" b="b"/>
              <a:pathLst>
                <a:path w="2614" h="2112" fill="none" extrusionOk="0">
                  <a:moveTo>
                    <a:pt x="1" y="0"/>
                  </a:moveTo>
                  <a:lnTo>
                    <a:pt x="1" y="0"/>
                  </a:lnTo>
                  <a:lnTo>
                    <a:pt x="301" y="92"/>
                  </a:lnTo>
                  <a:lnTo>
                    <a:pt x="571" y="184"/>
                  </a:lnTo>
                  <a:lnTo>
                    <a:pt x="812" y="281"/>
                  </a:lnTo>
                  <a:lnTo>
                    <a:pt x="1022" y="373"/>
                  </a:lnTo>
                  <a:lnTo>
                    <a:pt x="1232" y="470"/>
                  </a:lnTo>
                  <a:lnTo>
                    <a:pt x="1412" y="566"/>
                  </a:lnTo>
                  <a:lnTo>
                    <a:pt x="1713" y="760"/>
                  </a:lnTo>
                  <a:lnTo>
                    <a:pt x="1983" y="954"/>
                  </a:lnTo>
                  <a:lnTo>
                    <a:pt x="2193" y="1148"/>
                  </a:lnTo>
                  <a:lnTo>
                    <a:pt x="2343" y="1337"/>
                  </a:lnTo>
                  <a:lnTo>
                    <a:pt x="2464" y="1520"/>
                  </a:lnTo>
                  <a:lnTo>
                    <a:pt x="2464" y="1520"/>
                  </a:lnTo>
                  <a:lnTo>
                    <a:pt x="2554" y="1658"/>
                  </a:lnTo>
                  <a:lnTo>
                    <a:pt x="2584" y="1801"/>
                  </a:lnTo>
                  <a:lnTo>
                    <a:pt x="2614" y="1949"/>
                  </a:lnTo>
                  <a:lnTo>
                    <a:pt x="2584" y="2112"/>
                  </a:lnTo>
                  <a:lnTo>
                    <a:pt x="2584" y="2112"/>
                  </a:lnTo>
                  <a:lnTo>
                    <a:pt x="2103" y="1837"/>
                  </a:lnTo>
                  <a:lnTo>
                    <a:pt x="1653" y="1566"/>
                  </a:lnTo>
                  <a:lnTo>
                    <a:pt x="1262" y="1296"/>
                  </a:lnTo>
                  <a:lnTo>
                    <a:pt x="932" y="1031"/>
                  </a:lnTo>
                  <a:lnTo>
                    <a:pt x="632" y="765"/>
                  </a:lnTo>
                  <a:lnTo>
                    <a:pt x="391" y="505"/>
                  </a:lnTo>
                  <a:lnTo>
                    <a:pt x="181" y="25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2"/>
            <p:cNvSpPr/>
            <p:nvPr/>
          </p:nvSpPr>
          <p:spPr>
            <a:xfrm flipH="1">
              <a:off x="3737653" y="4312150"/>
              <a:ext cx="27891" cy="27075"/>
            </a:xfrm>
            <a:custGeom>
              <a:avLst/>
              <a:gdLst/>
              <a:ahLst/>
              <a:cxnLst/>
              <a:rect l="l" t="t" r="r" b="b"/>
              <a:pathLst>
                <a:path w="6578" h="1083" extrusionOk="0">
                  <a:moveTo>
                    <a:pt x="2643" y="1"/>
                  </a:moveTo>
                  <a:lnTo>
                    <a:pt x="2223" y="16"/>
                  </a:lnTo>
                  <a:lnTo>
                    <a:pt x="1832" y="36"/>
                  </a:lnTo>
                  <a:lnTo>
                    <a:pt x="1502" y="62"/>
                  </a:lnTo>
                  <a:lnTo>
                    <a:pt x="1201" y="93"/>
                  </a:lnTo>
                  <a:lnTo>
                    <a:pt x="931" y="128"/>
                  </a:lnTo>
                  <a:lnTo>
                    <a:pt x="721" y="169"/>
                  </a:lnTo>
                  <a:lnTo>
                    <a:pt x="541" y="210"/>
                  </a:lnTo>
                  <a:lnTo>
                    <a:pt x="391" y="256"/>
                  </a:lnTo>
                  <a:lnTo>
                    <a:pt x="270" y="302"/>
                  </a:lnTo>
                  <a:lnTo>
                    <a:pt x="150" y="353"/>
                  </a:lnTo>
                  <a:lnTo>
                    <a:pt x="90" y="399"/>
                  </a:lnTo>
                  <a:lnTo>
                    <a:pt x="30" y="444"/>
                  </a:lnTo>
                  <a:lnTo>
                    <a:pt x="0" y="531"/>
                  </a:lnTo>
                  <a:lnTo>
                    <a:pt x="30" y="608"/>
                  </a:lnTo>
                  <a:lnTo>
                    <a:pt x="90" y="684"/>
                  </a:lnTo>
                  <a:lnTo>
                    <a:pt x="210" y="766"/>
                  </a:lnTo>
                  <a:lnTo>
                    <a:pt x="270" y="802"/>
                  </a:lnTo>
                  <a:lnTo>
                    <a:pt x="391" y="842"/>
                  </a:lnTo>
                  <a:lnTo>
                    <a:pt x="511" y="878"/>
                  </a:lnTo>
                  <a:lnTo>
                    <a:pt x="661" y="914"/>
                  </a:lnTo>
                  <a:lnTo>
                    <a:pt x="841" y="944"/>
                  </a:lnTo>
                  <a:lnTo>
                    <a:pt x="1051" y="975"/>
                  </a:lnTo>
                  <a:lnTo>
                    <a:pt x="1292" y="1006"/>
                  </a:lnTo>
                  <a:lnTo>
                    <a:pt x="1562" y="1026"/>
                  </a:lnTo>
                  <a:lnTo>
                    <a:pt x="1892" y="1046"/>
                  </a:lnTo>
                  <a:lnTo>
                    <a:pt x="2253" y="1062"/>
                  </a:lnTo>
                  <a:lnTo>
                    <a:pt x="2673" y="1072"/>
                  </a:lnTo>
                  <a:lnTo>
                    <a:pt x="3124" y="1077"/>
                  </a:lnTo>
                  <a:lnTo>
                    <a:pt x="3274" y="1082"/>
                  </a:lnTo>
                  <a:lnTo>
                    <a:pt x="3664" y="1077"/>
                  </a:lnTo>
                  <a:lnTo>
                    <a:pt x="4055" y="1067"/>
                  </a:lnTo>
                  <a:lnTo>
                    <a:pt x="4385" y="1051"/>
                  </a:lnTo>
                  <a:lnTo>
                    <a:pt x="4685" y="1036"/>
                  </a:lnTo>
                  <a:lnTo>
                    <a:pt x="4986" y="1011"/>
                  </a:lnTo>
                  <a:lnTo>
                    <a:pt x="5226" y="985"/>
                  </a:lnTo>
                  <a:lnTo>
                    <a:pt x="5466" y="955"/>
                  </a:lnTo>
                  <a:lnTo>
                    <a:pt x="5677" y="919"/>
                  </a:lnTo>
                  <a:lnTo>
                    <a:pt x="5857" y="883"/>
                  </a:lnTo>
                  <a:lnTo>
                    <a:pt x="6037" y="847"/>
                  </a:lnTo>
                  <a:lnTo>
                    <a:pt x="6157" y="812"/>
                  </a:lnTo>
                  <a:lnTo>
                    <a:pt x="6277" y="771"/>
                  </a:lnTo>
                  <a:lnTo>
                    <a:pt x="6397" y="730"/>
                  </a:lnTo>
                  <a:lnTo>
                    <a:pt x="6458" y="694"/>
                  </a:lnTo>
                  <a:lnTo>
                    <a:pt x="6578" y="618"/>
                  </a:lnTo>
                  <a:lnTo>
                    <a:pt x="5977" y="552"/>
                  </a:lnTo>
                  <a:lnTo>
                    <a:pt x="5406" y="480"/>
                  </a:lnTo>
                  <a:lnTo>
                    <a:pt x="4896" y="404"/>
                  </a:lnTo>
                  <a:lnTo>
                    <a:pt x="4385" y="327"/>
                  </a:lnTo>
                  <a:lnTo>
                    <a:pt x="3905" y="251"/>
                  </a:lnTo>
                  <a:lnTo>
                    <a:pt x="3454" y="169"/>
                  </a:lnTo>
                  <a:lnTo>
                    <a:pt x="3034" y="87"/>
                  </a:lnTo>
                  <a:lnTo>
                    <a:pt x="2643" y="1"/>
                  </a:lnTo>
                  <a:close/>
                </a:path>
              </a:pathLst>
            </a:custGeom>
            <a:solidFill>
              <a:srgbClr val="FF75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2"/>
            <p:cNvSpPr/>
            <p:nvPr/>
          </p:nvSpPr>
          <p:spPr>
            <a:xfrm flipH="1">
              <a:off x="3737653" y="4312150"/>
              <a:ext cx="27891" cy="27075"/>
            </a:xfrm>
            <a:custGeom>
              <a:avLst/>
              <a:gdLst/>
              <a:ahLst/>
              <a:cxnLst/>
              <a:rect l="l" t="t" r="r" b="b"/>
              <a:pathLst>
                <a:path w="6578" h="1083" fill="none" extrusionOk="0">
                  <a:moveTo>
                    <a:pt x="2643" y="1"/>
                  </a:moveTo>
                  <a:lnTo>
                    <a:pt x="2643" y="1"/>
                  </a:lnTo>
                  <a:lnTo>
                    <a:pt x="3034" y="87"/>
                  </a:lnTo>
                  <a:lnTo>
                    <a:pt x="3454" y="169"/>
                  </a:lnTo>
                  <a:lnTo>
                    <a:pt x="3905" y="251"/>
                  </a:lnTo>
                  <a:lnTo>
                    <a:pt x="4385" y="327"/>
                  </a:lnTo>
                  <a:lnTo>
                    <a:pt x="4896" y="404"/>
                  </a:lnTo>
                  <a:lnTo>
                    <a:pt x="5406" y="480"/>
                  </a:lnTo>
                  <a:lnTo>
                    <a:pt x="5977" y="552"/>
                  </a:lnTo>
                  <a:lnTo>
                    <a:pt x="6578" y="618"/>
                  </a:lnTo>
                  <a:lnTo>
                    <a:pt x="6578" y="618"/>
                  </a:lnTo>
                  <a:lnTo>
                    <a:pt x="6458" y="694"/>
                  </a:lnTo>
                  <a:lnTo>
                    <a:pt x="6397" y="730"/>
                  </a:lnTo>
                  <a:lnTo>
                    <a:pt x="6277" y="771"/>
                  </a:lnTo>
                  <a:lnTo>
                    <a:pt x="6157" y="812"/>
                  </a:lnTo>
                  <a:lnTo>
                    <a:pt x="6037" y="847"/>
                  </a:lnTo>
                  <a:lnTo>
                    <a:pt x="5857" y="883"/>
                  </a:lnTo>
                  <a:lnTo>
                    <a:pt x="5677" y="919"/>
                  </a:lnTo>
                  <a:lnTo>
                    <a:pt x="5466" y="955"/>
                  </a:lnTo>
                  <a:lnTo>
                    <a:pt x="5226" y="985"/>
                  </a:lnTo>
                  <a:lnTo>
                    <a:pt x="4986" y="1011"/>
                  </a:lnTo>
                  <a:lnTo>
                    <a:pt x="4685" y="1036"/>
                  </a:lnTo>
                  <a:lnTo>
                    <a:pt x="4385" y="1051"/>
                  </a:lnTo>
                  <a:lnTo>
                    <a:pt x="4055" y="1067"/>
                  </a:lnTo>
                  <a:lnTo>
                    <a:pt x="3664" y="1077"/>
                  </a:lnTo>
                  <a:lnTo>
                    <a:pt x="3274" y="1082"/>
                  </a:lnTo>
                  <a:lnTo>
                    <a:pt x="3274" y="1082"/>
                  </a:lnTo>
                  <a:lnTo>
                    <a:pt x="3124" y="1077"/>
                  </a:lnTo>
                  <a:lnTo>
                    <a:pt x="3124" y="1077"/>
                  </a:lnTo>
                  <a:lnTo>
                    <a:pt x="2673" y="1072"/>
                  </a:lnTo>
                  <a:lnTo>
                    <a:pt x="2253" y="1062"/>
                  </a:lnTo>
                  <a:lnTo>
                    <a:pt x="1892" y="1046"/>
                  </a:lnTo>
                  <a:lnTo>
                    <a:pt x="1562" y="1026"/>
                  </a:lnTo>
                  <a:lnTo>
                    <a:pt x="1292" y="1006"/>
                  </a:lnTo>
                  <a:lnTo>
                    <a:pt x="1051" y="975"/>
                  </a:lnTo>
                  <a:lnTo>
                    <a:pt x="841" y="944"/>
                  </a:lnTo>
                  <a:lnTo>
                    <a:pt x="661" y="914"/>
                  </a:lnTo>
                  <a:lnTo>
                    <a:pt x="511" y="878"/>
                  </a:lnTo>
                  <a:lnTo>
                    <a:pt x="391" y="842"/>
                  </a:lnTo>
                  <a:lnTo>
                    <a:pt x="270" y="802"/>
                  </a:lnTo>
                  <a:lnTo>
                    <a:pt x="210" y="766"/>
                  </a:lnTo>
                  <a:lnTo>
                    <a:pt x="90" y="684"/>
                  </a:lnTo>
                  <a:lnTo>
                    <a:pt x="30" y="608"/>
                  </a:lnTo>
                  <a:lnTo>
                    <a:pt x="30" y="608"/>
                  </a:lnTo>
                  <a:lnTo>
                    <a:pt x="0" y="531"/>
                  </a:lnTo>
                  <a:lnTo>
                    <a:pt x="30" y="444"/>
                  </a:lnTo>
                  <a:lnTo>
                    <a:pt x="90" y="399"/>
                  </a:lnTo>
                  <a:lnTo>
                    <a:pt x="150" y="353"/>
                  </a:lnTo>
                  <a:lnTo>
                    <a:pt x="270" y="302"/>
                  </a:lnTo>
                  <a:lnTo>
                    <a:pt x="391" y="256"/>
                  </a:lnTo>
                  <a:lnTo>
                    <a:pt x="541" y="210"/>
                  </a:lnTo>
                  <a:lnTo>
                    <a:pt x="721" y="169"/>
                  </a:lnTo>
                  <a:lnTo>
                    <a:pt x="931" y="128"/>
                  </a:lnTo>
                  <a:lnTo>
                    <a:pt x="1201" y="93"/>
                  </a:lnTo>
                  <a:lnTo>
                    <a:pt x="1502" y="62"/>
                  </a:lnTo>
                  <a:lnTo>
                    <a:pt x="1832" y="36"/>
                  </a:lnTo>
                  <a:lnTo>
                    <a:pt x="2223" y="16"/>
                  </a:lnTo>
                  <a:lnTo>
                    <a:pt x="26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2"/>
            <p:cNvSpPr/>
            <p:nvPr/>
          </p:nvSpPr>
          <p:spPr>
            <a:xfrm flipH="1">
              <a:off x="3737526" y="4312025"/>
              <a:ext cx="16812" cy="15575"/>
            </a:xfrm>
            <a:custGeom>
              <a:avLst/>
              <a:gdLst/>
              <a:ahLst/>
              <a:cxnLst/>
              <a:rect l="l" t="t" r="r" b="b"/>
              <a:pathLst>
                <a:path w="3965" h="623" extrusionOk="0">
                  <a:moveTo>
                    <a:pt x="541" y="1"/>
                  </a:moveTo>
                  <a:lnTo>
                    <a:pt x="0" y="6"/>
                  </a:lnTo>
                  <a:lnTo>
                    <a:pt x="391" y="92"/>
                  </a:lnTo>
                  <a:lnTo>
                    <a:pt x="811" y="174"/>
                  </a:lnTo>
                  <a:lnTo>
                    <a:pt x="1262" y="256"/>
                  </a:lnTo>
                  <a:lnTo>
                    <a:pt x="1742" y="332"/>
                  </a:lnTo>
                  <a:lnTo>
                    <a:pt x="2253" y="409"/>
                  </a:lnTo>
                  <a:lnTo>
                    <a:pt x="2763" y="485"/>
                  </a:lnTo>
                  <a:lnTo>
                    <a:pt x="3334" y="557"/>
                  </a:lnTo>
                  <a:lnTo>
                    <a:pt x="3935" y="623"/>
                  </a:lnTo>
                  <a:lnTo>
                    <a:pt x="3965" y="562"/>
                  </a:lnTo>
                  <a:lnTo>
                    <a:pt x="3935" y="490"/>
                  </a:lnTo>
                  <a:lnTo>
                    <a:pt x="3875" y="404"/>
                  </a:lnTo>
                  <a:lnTo>
                    <a:pt x="3815" y="358"/>
                  </a:lnTo>
                  <a:lnTo>
                    <a:pt x="3724" y="312"/>
                  </a:lnTo>
                  <a:lnTo>
                    <a:pt x="3604" y="266"/>
                  </a:lnTo>
                  <a:lnTo>
                    <a:pt x="3454" y="220"/>
                  </a:lnTo>
                  <a:lnTo>
                    <a:pt x="3274" y="179"/>
                  </a:lnTo>
                  <a:lnTo>
                    <a:pt x="3034" y="138"/>
                  </a:lnTo>
                  <a:lnTo>
                    <a:pt x="2763" y="103"/>
                  </a:lnTo>
                  <a:lnTo>
                    <a:pt x="2463" y="72"/>
                  </a:lnTo>
                  <a:lnTo>
                    <a:pt x="2103" y="41"/>
                  </a:lnTo>
                  <a:lnTo>
                    <a:pt x="1682" y="21"/>
                  </a:lnTo>
                  <a:lnTo>
                    <a:pt x="1201" y="6"/>
                  </a:lnTo>
                  <a:lnTo>
                    <a:pt x="661" y="1"/>
                  </a:lnTo>
                  <a:close/>
                </a:path>
              </a:pathLst>
            </a:custGeom>
            <a:solidFill>
              <a:srgbClr val="FF2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2"/>
            <p:cNvSpPr/>
            <p:nvPr/>
          </p:nvSpPr>
          <p:spPr>
            <a:xfrm flipH="1">
              <a:off x="3737526" y="4312025"/>
              <a:ext cx="16812" cy="15575"/>
            </a:xfrm>
            <a:custGeom>
              <a:avLst/>
              <a:gdLst/>
              <a:ahLst/>
              <a:cxnLst/>
              <a:rect l="l" t="t" r="r" b="b"/>
              <a:pathLst>
                <a:path w="3965" h="623" fill="none" extrusionOk="0">
                  <a:moveTo>
                    <a:pt x="541" y="1"/>
                  </a:moveTo>
                  <a:lnTo>
                    <a:pt x="541" y="1"/>
                  </a:lnTo>
                  <a:lnTo>
                    <a:pt x="661" y="1"/>
                  </a:lnTo>
                  <a:lnTo>
                    <a:pt x="661" y="1"/>
                  </a:lnTo>
                  <a:lnTo>
                    <a:pt x="1201" y="6"/>
                  </a:lnTo>
                  <a:lnTo>
                    <a:pt x="1682" y="21"/>
                  </a:lnTo>
                  <a:lnTo>
                    <a:pt x="2103" y="41"/>
                  </a:lnTo>
                  <a:lnTo>
                    <a:pt x="2463" y="72"/>
                  </a:lnTo>
                  <a:lnTo>
                    <a:pt x="2763" y="103"/>
                  </a:lnTo>
                  <a:lnTo>
                    <a:pt x="3034" y="138"/>
                  </a:lnTo>
                  <a:lnTo>
                    <a:pt x="3274" y="179"/>
                  </a:lnTo>
                  <a:lnTo>
                    <a:pt x="3454" y="220"/>
                  </a:lnTo>
                  <a:lnTo>
                    <a:pt x="3604" y="266"/>
                  </a:lnTo>
                  <a:lnTo>
                    <a:pt x="3724" y="312"/>
                  </a:lnTo>
                  <a:lnTo>
                    <a:pt x="3815" y="358"/>
                  </a:lnTo>
                  <a:lnTo>
                    <a:pt x="3875" y="404"/>
                  </a:lnTo>
                  <a:lnTo>
                    <a:pt x="3935" y="490"/>
                  </a:lnTo>
                  <a:lnTo>
                    <a:pt x="3965" y="562"/>
                  </a:lnTo>
                  <a:lnTo>
                    <a:pt x="3965" y="562"/>
                  </a:lnTo>
                  <a:lnTo>
                    <a:pt x="3935" y="623"/>
                  </a:lnTo>
                  <a:lnTo>
                    <a:pt x="3935" y="623"/>
                  </a:lnTo>
                  <a:lnTo>
                    <a:pt x="3334" y="557"/>
                  </a:lnTo>
                  <a:lnTo>
                    <a:pt x="2763" y="485"/>
                  </a:lnTo>
                  <a:lnTo>
                    <a:pt x="2253" y="409"/>
                  </a:lnTo>
                  <a:lnTo>
                    <a:pt x="1742" y="332"/>
                  </a:lnTo>
                  <a:lnTo>
                    <a:pt x="1262" y="256"/>
                  </a:lnTo>
                  <a:lnTo>
                    <a:pt x="811" y="174"/>
                  </a:lnTo>
                  <a:lnTo>
                    <a:pt x="391" y="92"/>
                  </a:lnTo>
                  <a:lnTo>
                    <a:pt x="0" y="6"/>
                  </a:lnTo>
                  <a:lnTo>
                    <a:pt x="0" y="6"/>
                  </a:lnTo>
                  <a:lnTo>
                    <a:pt x="54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2"/>
            <p:cNvSpPr/>
            <p:nvPr/>
          </p:nvSpPr>
          <p:spPr>
            <a:xfrm flipH="1">
              <a:off x="3748605" y="4322350"/>
              <a:ext cx="7009" cy="6400"/>
            </a:xfrm>
            <a:custGeom>
              <a:avLst/>
              <a:gdLst/>
              <a:ahLst/>
              <a:cxnLst/>
              <a:rect l="l" t="t" r="r" b="b"/>
              <a:pathLst>
                <a:path w="1653" h="256" extrusionOk="0">
                  <a:moveTo>
                    <a:pt x="181" y="1"/>
                  </a:moveTo>
                  <a:lnTo>
                    <a:pt x="91" y="26"/>
                  </a:lnTo>
                  <a:lnTo>
                    <a:pt x="31" y="52"/>
                  </a:lnTo>
                  <a:lnTo>
                    <a:pt x="1" y="77"/>
                  </a:lnTo>
                  <a:lnTo>
                    <a:pt x="1" y="98"/>
                  </a:lnTo>
                  <a:lnTo>
                    <a:pt x="31" y="144"/>
                  </a:lnTo>
                  <a:lnTo>
                    <a:pt x="121" y="184"/>
                  </a:lnTo>
                  <a:lnTo>
                    <a:pt x="271" y="220"/>
                  </a:lnTo>
                  <a:lnTo>
                    <a:pt x="511" y="256"/>
                  </a:lnTo>
                  <a:lnTo>
                    <a:pt x="752" y="230"/>
                  </a:lnTo>
                  <a:lnTo>
                    <a:pt x="782" y="225"/>
                  </a:lnTo>
                  <a:lnTo>
                    <a:pt x="782" y="215"/>
                  </a:lnTo>
                  <a:lnTo>
                    <a:pt x="782" y="210"/>
                  </a:lnTo>
                  <a:lnTo>
                    <a:pt x="752" y="200"/>
                  </a:lnTo>
                  <a:lnTo>
                    <a:pt x="692" y="189"/>
                  </a:lnTo>
                  <a:lnTo>
                    <a:pt x="631" y="174"/>
                  </a:lnTo>
                  <a:lnTo>
                    <a:pt x="601" y="154"/>
                  </a:lnTo>
                  <a:lnTo>
                    <a:pt x="571" y="128"/>
                  </a:lnTo>
                  <a:lnTo>
                    <a:pt x="601" y="98"/>
                  </a:lnTo>
                  <a:lnTo>
                    <a:pt x="692" y="62"/>
                  </a:lnTo>
                  <a:lnTo>
                    <a:pt x="722" y="47"/>
                  </a:lnTo>
                  <a:lnTo>
                    <a:pt x="692" y="36"/>
                  </a:lnTo>
                  <a:lnTo>
                    <a:pt x="601" y="26"/>
                  </a:lnTo>
                  <a:lnTo>
                    <a:pt x="181" y="1"/>
                  </a:lnTo>
                  <a:close/>
                  <a:moveTo>
                    <a:pt x="1022" y="1"/>
                  </a:moveTo>
                  <a:lnTo>
                    <a:pt x="932" y="26"/>
                  </a:lnTo>
                  <a:lnTo>
                    <a:pt x="872" y="52"/>
                  </a:lnTo>
                  <a:lnTo>
                    <a:pt x="842" y="77"/>
                  </a:lnTo>
                  <a:lnTo>
                    <a:pt x="842" y="98"/>
                  </a:lnTo>
                  <a:lnTo>
                    <a:pt x="872" y="144"/>
                  </a:lnTo>
                  <a:lnTo>
                    <a:pt x="962" y="184"/>
                  </a:lnTo>
                  <a:lnTo>
                    <a:pt x="1142" y="220"/>
                  </a:lnTo>
                  <a:lnTo>
                    <a:pt x="1352" y="256"/>
                  </a:lnTo>
                  <a:lnTo>
                    <a:pt x="1593" y="230"/>
                  </a:lnTo>
                  <a:lnTo>
                    <a:pt x="1623" y="225"/>
                  </a:lnTo>
                  <a:lnTo>
                    <a:pt x="1653" y="215"/>
                  </a:lnTo>
                  <a:lnTo>
                    <a:pt x="1623" y="210"/>
                  </a:lnTo>
                  <a:lnTo>
                    <a:pt x="1593" y="200"/>
                  </a:lnTo>
                  <a:lnTo>
                    <a:pt x="1533" y="189"/>
                  </a:lnTo>
                  <a:lnTo>
                    <a:pt x="1472" y="174"/>
                  </a:lnTo>
                  <a:lnTo>
                    <a:pt x="1442" y="154"/>
                  </a:lnTo>
                  <a:lnTo>
                    <a:pt x="1412" y="128"/>
                  </a:lnTo>
                  <a:lnTo>
                    <a:pt x="1442" y="98"/>
                  </a:lnTo>
                  <a:lnTo>
                    <a:pt x="1533" y="62"/>
                  </a:lnTo>
                  <a:lnTo>
                    <a:pt x="1563" y="47"/>
                  </a:lnTo>
                  <a:lnTo>
                    <a:pt x="1533" y="36"/>
                  </a:lnTo>
                  <a:lnTo>
                    <a:pt x="1472" y="26"/>
                  </a:lnTo>
                  <a:lnTo>
                    <a:pt x="10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2"/>
            <p:cNvSpPr/>
            <p:nvPr/>
          </p:nvSpPr>
          <p:spPr>
            <a:xfrm flipH="1">
              <a:off x="3612599" y="4168325"/>
              <a:ext cx="28018" cy="25900"/>
            </a:xfrm>
            <a:custGeom>
              <a:avLst/>
              <a:gdLst/>
              <a:ahLst/>
              <a:cxnLst/>
              <a:rect l="l" t="t" r="r" b="b"/>
              <a:pathLst>
                <a:path w="6608" h="1036" extrusionOk="0">
                  <a:moveTo>
                    <a:pt x="2883" y="0"/>
                  </a:moveTo>
                  <a:lnTo>
                    <a:pt x="2463" y="15"/>
                  </a:lnTo>
                  <a:lnTo>
                    <a:pt x="2103" y="31"/>
                  </a:lnTo>
                  <a:lnTo>
                    <a:pt x="1772" y="56"/>
                  </a:lnTo>
                  <a:lnTo>
                    <a:pt x="1472" y="82"/>
                  </a:lnTo>
                  <a:lnTo>
                    <a:pt x="1201" y="112"/>
                  </a:lnTo>
                  <a:lnTo>
                    <a:pt x="961" y="153"/>
                  </a:lnTo>
                  <a:lnTo>
                    <a:pt x="751" y="189"/>
                  </a:lnTo>
                  <a:lnTo>
                    <a:pt x="571" y="230"/>
                  </a:lnTo>
                  <a:lnTo>
                    <a:pt x="421" y="276"/>
                  </a:lnTo>
                  <a:lnTo>
                    <a:pt x="270" y="316"/>
                  </a:lnTo>
                  <a:lnTo>
                    <a:pt x="180" y="362"/>
                  </a:lnTo>
                  <a:lnTo>
                    <a:pt x="90" y="403"/>
                  </a:lnTo>
                  <a:lnTo>
                    <a:pt x="30" y="444"/>
                  </a:lnTo>
                  <a:lnTo>
                    <a:pt x="0" y="485"/>
                  </a:lnTo>
                  <a:lnTo>
                    <a:pt x="0" y="520"/>
                  </a:lnTo>
                  <a:lnTo>
                    <a:pt x="0" y="531"/>
                  </a:lnTo>
                  <a:lnTo>
                    <a:pt x="721" y="582"/>
                  </a:lnTo>
                  <a:lnTo>
                    <a:pt x="1412" y="638"/>
                  </a:lnTo>
                  <a:lnTo>
                    <a:pt x="2072" y="699"/>
                  </a:lnTo>
                  <a:lnTo>
                    <a:pt x="2703" y="760"/>
                  </a:lnTo>
                  <a:lnTo>
                    <a:pt x="3274" y="826"/>
                  </a:lnTo>
                  <a:lnTo>
                    <a:pt x="3845" y="893"/>
                  </a:lnTo>
                  <a:lnTo>
                    <a:pt x="4355" y="964"/>
                  </a:lnTo>
                  <a:lnTo>
                    <a:pt x="4836" y="1036"/>
                  </a:lnTo>
                  <a:lnTo>
                    <a:pt x="5136" y="1015"/>
                  </a:lnTo>
                  <a:lnTo>
                    <a:pt x="5376" y="990"/>
                  </a:lnTo>
                  <a:lnTo>
                    <a:pt x="5617" y="959"/>
                  </a:lnTo>
                  <a:lnTo>
                    <a:pt x="5797" y="923"/>
                  </a:lnTo>
                  <a:lnTo>
                    <a:pt x="5977" y="888"/>
                  </a:lnTo>
                  <a:lnTo>
                    <a:pt x="6127" y="852"/>
                  </a:lnTo>
                  <a:lnTo>
                    <a:pt x="6247" y="811"/>
                  </a:lnTo>
                  <a:lnTo>
                    <a:pt x="6337" y="770"/>
                  </a:lnTo>
                  <a:lnTo>
                    <a:pt x="6428" y="730"/>
                  </a:lnTo>
                  <a:lnTo>
                    <a:pt x="6488" y="689"/>
                  </a:lnTo>
                  <a:lnTo>
                    <a:pt x="6578" y="607"/>
                  </a:lnTo>
                  <a:lnTo>
                    <a:pt x="6608" y="531"/>
                  </a:lnTo>
                  <a:lnTo>
                    <a:pt x="6578" y="469"/>
                  </a:lnTo>
                  <a:lnTo>
                    <a:pt x="6518" y="393"/>
                  </a:lnTo>
                  <a:lnTo>
                    <a:pt x="6397" y="311"/>
                  </a:lnTo>
                  <a:lnTo>
                    <a:pt x="6307" y="276"/>
                  </a:lnTo>
                  <a:lnTo>
                    <a:pt x="6217" y="235"/>
                  </a:lnTo>
                  <a:lnTo>
                    <a:pt x="6097" y="199"/>
                  </a:lnTo>
                  <a:lnTo>
                    <a:pt x="5947" y="163"/>
                  </a:lnTo>
                  <a:lnTo>
                    <a:pt x="5767" y="133"/>
                  </a:lnTo>
                  <a:lnTo>
                    <a:pt x="5557" y="102"/>
                  </a:lnTo>
                  <a:lnTo>
                    <a:pt x="5316" y="72"/>
                  </a:lnTo>
                  <a:lnTo>
                    <a:pt x="5046" y="51"/>
                  </a:lnTo>
                  <a:lnTo>
                    <a:pt x="4716" y="31"/>
                  </a:lnTo>
                  <a:lnTo>
                    <a:pt x="4355" y="15"/>
                  </a:lnTo>
                  <a:lnTo>
                    <a:pt x="3935" y="5"/>
                  </a:lnTo>
                  <a:lnTo>
                    <a:pt x="3484" y="0"/>
                  </a:lnTo>
                  <a:close/>
                </a:path>
              </a:pathLst>
            </a:custGeom>
            <a:solidFill>
              <a:srgbClr val="FF8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2"/>
            <p:cNvSpPr/>
            <p:nvPr/>
          </p:nvSpPr>
          <p:spPr>
            <a:xfrm flipH="1">
              <a:off x="3612599" y="4168325"/>
              <a:ext cx="28018" cy="25900"/>
            </a:xfrm>
            <a:custGeom>
              <a:avLst/>
              <a:gdLst/>
              <a:ahLst/>
              <a:cxnLst/>
              <a:rect l="l" t="t" r="r" b="b"/>
              <a:pathLst>
                <a:path w="6608" h="1036" fill="none" extrusionOk="0">
                  <a:moveTo>
                    <a:pt x="3334" y="0"/>
                  </a:moveTo>
                  <a:lnTo>
                    <a:pt x="3334" y="0"/>
                  </a:lnTo>
                  <a:lnTo>
                    <a:pt x="3484" y="0"/>
                  </a:lnTo>
                  <a:lnTo>
                    <a:pt x="3484" y="0"/>
                  </a:lnTo>
                  <a:lnTo>
                    <a:pt x="3935" y="5"/>
                  </a:lnTo>
                  <a:lnTo>
                    <a:pt x="4355" y="15"/>
                  </a:lnTo>
                  <a:lnTo>
                    <a:pt x="4716" y="31"/>
                  </a:lnTo>
                  <a:lnTo>
                    <a:pt x="5046" y="51"/>
                  </a:lnTo>
                  <a:lnTo>
                    <a:pt x="5316" y="72"/>
                  </a:lnTo>
                  <a:lnTo>
                    <a:pt x="5557" y="102"/>
                  </a:lnTo>
                  <a:lnTo>
                    <a:pt x="5767" y="133"/>
                  </a:lnTo>
                  <a:lnTo>
                    <a:pt x="5947" y="163"/>
                  </a:lnTo>
                  <a:lnTo>
                    <a:pt x="6097" y="199"/>
                  </a:lnTo>
                  <a:lnTo>
                    <a:pt x="6217" y="235"/>
                  </a:lnTo>
                  <a:lnTo>
                    <a:pt x="6307" y="276"/>
                  </a:lnTo>
                  <a:lnTo>
                    <a:pt x="6397" y="311"/>
                  </a:lnTo>
                  <a:lnTo>
                    <a:pt x="6518" y="393"/>
                  </a:lnTo>
                  <a:lnTo>
                    <a:pt x="6578" y="469"/>
                  </a:lnTo>
                  <a:lnTo>
                    <a:pt x="6578" y="469"/>
                  </a:lnTo>
                  <a:lnTo>
                    <a:pt x="6608" y="531"/>
                  </a:lnTo>
                  <a:lnTo>
                    <a:pt x="6578" y="607"/>
                  </a:lnTo>
                  <a:lnTo>
                    <a:pt x="6488" y="689"/>
                  </a:lnTo>
                  <a:lnTo>
                    <a:pt x="6428" y="730"/>
                  </a:lnTo>
                  <a:lnTo>
                    <a:pt x="6337" y="770"/>
                  </a:lnTo>
                  <a:lnTo>
                    <a:pt x="6247" y="811"/>
                  </a:lnTo>
                  <a:lnTo>
                    <a:pt x="6127" y="852"/>
                  </a:lnTo>
                  <a:lnTo>
                    <a:pt x="5977" y="888"/>
                  </a:lnTo>
                  <a:lnTo>
                    <a:pt x="5797" y="923"/>
                  </a:lnTo>
                  <a:lnTo>
                    <a:pt x="5617" y="959"/>
                  </a:lnTo>
                  <a:lnTo>
                    <a:pt x="5376" y="990"/>
                  </a:lnTo>
                  <a:lnTo>
                    <a:pt x="5136" y="1015"/>
                  </a:lnTo>
                  <a:lnTo>
                    <a:pt x="4836" y="1036"/>
                  </a:lnTo>
                  <a:lnTo>
                    <a:pt x="4836" y="1036"/>
                  </a:lnTo>
                  <a:lnTo>
                    <a:pt x="4355" y="964"/>
                  </a:lnTo>
                  <a:lnTo>
                    <a:pt x="3845" y="893"/>
                  </a:lnTo>
                  <a:lnTo>
                    <a:pt x="3274" y="826"/>
                  </a:lnTo>
                  <a:lnTo>
                    <a:pt x="2703" y="760"/>
                  </a:lnTo>
                  <a:lnTo>
                    <a:pt x="2072" y="699"/>
                  </a:lnTo>
                  <a:lnTo>
                    <a:pt x="1412" y="638"/>
                  </a:lnTo>
                  <a:lnTo>
                    <a:pt x="721" y="582"/>
                  </a:lnTo>
                  <a:lnTo>
                    <a:pt x="0" y="531"/>
                  </a:lnTo>
                  <a:lnTo>
                    <a:pt x="0" y="531"/>
                  </a:lnTo>
                  <a:lnTo>
                    <a:pt x="0" y="520"/>
                  </a:lnTo>
                  <a:lnTo>
                    <a:pt x="0" y="520"/>
                  </a:lnTo>
                  <a:lnTo>
                    <a:pt x="0" y="485"/>
                  </a:lnTo>
                  <a:lnTo>
                    <a:pt x="30" y="444"/>
                  </a:lnTo>
                  <a:lnTo>
                    <a:pt x="90" y="403"/>
                  </a:lnTo>
                  <a:lnTo>
                    <a:pt x="180" y="362"/>
                  </a:lnTo>
                  <a:lnTo>
                    <a:pt x="270" y="316"/>
                  </a:lnTo>
                  <a:lnTo>
                    <a:pt x="421" y="276"/>
                  </a:lnTo>
                  <a:lnTo>
                    <a:pt x="571" y="230"/>
                  </a:lnTo>
                  <a:lnTo>
                    <a:pt x="751" y="189"/>
                  </a:lnTo>
                  <a:lnTo>
                    <a:pt x="961" y="153"/>
                  </a:lnTo>
                  <a:lnTo>
                    <a:pt x="1201" y="112"/>
                  </a:lnTo>
                  <a:lnTo>
                    <a:pt x="1472" y="82"/>
                  </a:lnTo>
                  <a:lnTo>
                    <a:pt x="1772" y="56"/>
                  </a:lnTo>
                  <a:lnTo>
                    <a:pt x="2103" y="31"/>
                  </a:lnTo>
                  <a:lnTo>
                    <a:pt x="2463" y="15"/>
                  </a:lnTo>
                  <a:lnTo>
                    <a:pt x="2883" y="0"/>
                  </a:lnTo>
                  <a:lnTo>
                    <a:pt x="333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2"/>
            <p:cNvSpPr/>
            <p:nvPr/>
          </p:nvSpPr>
          <p:spPr>
            <a:xfrm flipH="1">
              <a:off x="3620112" y="4181575"/>
              <a:ext cx="20505" cy="13800"/>
            </a:xfrm>
            <a:custGeom>
              <a:avLst/>
              <a:gdLst/>
              <a:ahLst/>
              <a:cxnLst/>
              <a:rect l="l" t="t" r="r" b="b"/>
              <a:pathLst>
                <a:path w="4836" h="552" extrusionOk="0">
                  <a:moveTo>
                    <a:pt x="0" y="1"/>
                  </a:moveTo>
                  <a:lnTo>
                    <a:pt x="30" y="77"/>
                  </a:lnTo>
                  <a:lnTo>
                    <a:pt x="90" y="159"/>
                  </a:lnTo>
                  <a:lnTo>
                    <a:pt x="150" y="205"/>
                  </a:lnTo>
                  <a:lnTo>
                    <a:pt x="270" y="251"/>
                  </a:lnTo>
                  <a:lnTo>
                    <a:pt x="391" y="296"/>
                  </a:lnTo>
                  <a:lnTo>
                    <a:pt x="541" y="337"/>
                  </a:lnTo>
                  <a:lnTo>
                    <a:pt x="721" y="378"/>
                  </a:lnTo>
                  <a:lnTo>
                    <a:pt x="931" y="419"/>
                  </a:lnTo>
                  <a:lnTo>
                    <a:pt x="1201" y="455"/>
                  </a:lnTo>
                  <a:lnTo>
                    <a:pt x="1532" y="485"/>
                  </a:lnTo>
                  <a:lnTo>
                    <a:pt x="1892" y="511"/>
                  </a:lnTo>
                  <a:lnTo>
                    <a:pt x="2283" y="531"/>
                  </a:lnTo>
                  <a:lnTo>
                    <a:pt x="2763" y="546"/>
                  </a:lnTo>
                  <a:lnTo>
                    <a:pt x="3274" y="552"/>
                  </a:lnTo>
                  <a:lnTo>
                    <a:pt x="3394" y="552"/>
                  </a:lnTo>
                  <a:lnTo>
                    <a:pt x="3814" y="546"/>
                  </a:lnTo>
                  <a:lnTo>
                    <a:pt x="4205" y="541"/>
                  </a:lnTo>
                  <a:lnTo>
                    <a:pt x="4535" y="526"/>
                  </a:lnTo>
                  <a:lnTo>
                    <a:pt x="4836" y="506"/>
                  </a:lnTo>
                  <a:lnTo>
                    <a:pt x="4355" y="434"/>
                  </a:lnTo>
                  <a:lnTo>
                    <a:pt x="3845" y="363"/>
                  </a:lnTo>
                  <a:lnTo>
                    <a:pt x="3274" y="296"/>
                  </a:lnTo>
                  <a:lnTo>
                    <a:pt x="2703" y="230"/>
                  </a:lnTo>
                  <a:lnTo>
                    <a:pt x="2072" y="169"/>
                  </a:lnTo>
                  <a:lnTo>
                    <a:pt x="1412" y="108"/>
                  </a:lnTo>
                  <a:lnTo>
                    <a:pt x="721" y="52"/>
                  </a:lnTo>
                  <a:lnTo>
                    <a:pt x="0" y="1"/>
                  </a:lnTo>
                  <a:close/>
                </a:path>
              </a:pathLst>
            </a:custGeom>
            <a:solidFill>
              <a:srgbClr val="FF3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2"/>
            <p:cNvSpPr/>
            <p:nvPr/>
          </p:nvSpPr>
          <p:spPr>
            <a:xfrm flipH="1">
              <a:off x="3620112" y="4181575"/>
              <a:ext cx="20505" cy="13800"/>
            </a:xfrm>
            <a:custGeom>
              <a:avLst/>
              <a:gdLst/>
              <a:ahLst/>
              <a:cxnLst/>
              <a:rect l="l" t="t" r="r" b="b"/>
              <a:pathLst>
                <a:path w="4836" h="552" fill="none" extrusionOk="0">
                  <a:moveTo>
                    <a:pt x="0" y="1"/>
                  </a:moveTo>
                  <a:lnTo>
                    <a:pt x="0" y="1"/>
                  </a:lnTo>
                  <a:lnTo>
                    <a:pt x="721" y="52"/>
                  </a:lnTo>
                  <a:lnTo>
                    <a:pt x="1412" y="108"/>
                  </a:lnTo>
                  <a:lnTo>
                    <a:pt x="2072" y="169"/>
                  </a:lnTo>
                  <a:lnTo>
                    <a:pt x="2703" y="230"/>
                  </a:lnTo>
                  <a:lnTo>
                    <a:pt x="3274" y="296"/>
                  </a:lnTo>
                  <a:lnTo>
                    <a:pt x="3845" y="363"/>
                  </a:lnTo>
                  <a:lnTo>
                    <a:pt x="4355" y="434"/>
                  </a:lnTo>
                  <a:lnTo>
                    <a:pt x="4836" y="506"/>
                  </a:lnTo>
                  <a:lnTo>
                    <a:pt x="4836" y="506"/>
                  </a:lnTo>
                  <a:lnTo>
                    <a:pt x="4535" y="526"/>
                  </a:lnTo>
                  <a:lnTo>
                    <a:pt x="4205" y="541"/>
                  </a:lnTo>
                  <a:lnTo>
                    <a:pt x="3814" y="546"/>
                  </a:lnTo>
                  <a:lnTo>
                    <a:pt x="3394" y="552"/>
                  </a:lnTo>
                  <a:lnTo>
                    <a:pt x="3394" y="552"/>
                  </a:lnTo>
                  <a:lnTo>
                    <a:pt x="3274" y="552"/>
                  </a:lnTo>
                  <a:lnTo>
                    <a:pt x="3274" y="552"/>
                  </a:lnTo>
                  <a:lnTo>
                    <a:pt x="2763" y="546"/>
                  </a:lnTo>
                  <a:lnTo>
                    <a:pt x="2283" y="531"/>
                  </a:lnTo>
                  <a:lnTo>
                    <a:pt x="1892" y="511"/>
                  </a:lnTo>
                  <a:lnTo>
                    <a:pt x="1532" y="485"/>
                  </a:lnTo>
                  <a:lnTo>
                    <a:pt x="1201" y="455"/>
                  </a:lnTo>
                  <a:lnTo>
                    <a:pt x="931" y="419"/>
                  </a:lnTo>
                  <a:lnTo>
                    <a:pt x="721" y="378"/>
                  </a:lnTo>
                  <a:lnTo>
                    <a:pt x="541" y="337"/>
                  </a:lnTo>
                  <a:lnTo>
                    <a:pt x="391" y="296"/>
                  </a:lnTo>
                  <a:lnTo>
                    <a:pt x="270" y="251"/>
                  </a:lnTo>
                  <a:lnTo>
                    <a:pt x="150" y="205"/>
                  </a:lnTo>
                  <a:lnTo>
                    <a:pt x="90" y="159"/>
                  </a:lnTo>
                  <a:lnTo>
                    <a:pt x="30" y="77"/>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2"/>
            <p:cNvSpPr/>
            <p:nvPr/>
          </p:nvSpPr>
          <p:spPr>
            <a:xfrm flipH="1">
              <a:off x="3622533" y="4178650"/>
              <a:ext cx="7004" cy="6400"/>
            </a:xfrm>
            <a:custGeom>
              <a:avLst/>
              <a:gdLst/>
              <a:ahLst/>
              <a:cxnLst/>
              <a:rect l="l" t="t" r="r" b="b"/>
              <a:pathLst>
                <a:path w="1652" h="256" extrusionOk="0">
                  <a:moveTo>
                    <a:pt x="300" y="0"/>
                  </a:moveTo>
                  <a:lnTo>
                    <a:pt x="60" y="26"/>
                  </a:lnTo>
                  <a:lnTo>
                    <a:pt x="0" y="31"/>
                  </a:lnTo>
                  <a:lnTo>
                    <a:pt x="0" y="41"/>
                  </a:lnTo>
                  <a:lnTo>
                    <a:pt x="0" y="46"/>
                  </a:lnTo>
                  <a:lnTo>
                    <a:pt x="30" y="56"/>
                  </a:lnTo>
                  <a:lnTo>
                    <a:pt x="90" y="67"/>
                  </a:lnTo>
                  <a:lnTo>
                    <a:pt x="150" y="82"/>
                  </a:lnTo>
                  <a:lnTo>
                    <a:pt x="210" y="102"/>
                  </a:lnTo>
                  <a:lnTo>
                    <a:pt x="240" y="128"/>
                  </a:lnTo>
                  <a:lnTo>
                    <a:pt x="210" y="158"/>
                  </a:lnTo>
                  <a:lnTo>
                    <a:pt x="90" y="194"/>
                  </a:lnTo>
                  <a:lnTo>
                    <a:pt x="90" y="209"/>
                  </a:lnTo>
                  <a:lnTo>
                    <a:pt x="120" y="220"/>
                  </a:lnTo>
                  <a:lnTo>
                    <a:pt x="180" y="230"/>
                  </a:lnTo>
                  <a:lnTo>
                    <a:pt x="631" y="255"/>
                  </a:lnTo>
                  <a:lnTo>
                    <a:pt x="691" y="230"/>
                  </a:lnTo>
                  <a:lnTo>
                    <a:pt x="751" y="204"/>
                  </a:lnTo>
                  <a:lnTo>
                    <a:pt x="811" y="184"/>
                  </a:lnTo>
                  <a:lnTo>
                    <a:pt x="811" y="158"/>
                  </a:lnTo>
                  <a:lnTo>
                    <a:pt x="781" y="113"/>
                  </a:lnTo>
                  <a:lnTo>
                    <a:pt x="661" y="77"/>
                  </a:lnTo>
                  <a:lnTo>
                    <a:pt x="511" y="36"/>
                  </a:lnTo>
                  <a:lnTo>
                    <a:pt x="300" y="0"/>
                  </a:lnTo>
                  <a:close/>
                  <a:moveTo>
                    <a:pt x="1141" y="0"/>
                  </a:moveTo>
                  <a:lnTo>
                    <a:pt x="901" y="26"/>
                  </a:lnTo>
                  <a:lnTo>
                    <a:pt x="871" y="31"/>
                  </a:lnTo>
                  <a:lnTo>
                    <a:pt x="841" y="41"/>
                  </a:lnTo>
                  <a:lnTo>
                    <a:pt x="871" y="46"/>
                  </a:lnTo>
                  <a:lnTo>
                    <a:pt x="871" y="56"/>
                  </a:lnTo>
                  <a:lnTo>
                    <a:pt x="931" y="67"/>
                  </a:lnTo>
                  <a:lnTo>
                    <a:pt x="991" y="82"/>
                  </a:lnTo>
                  <a:lnTo>
                    <a:pt x="1051" y="102"/>
                  </a:lnTo>
                  <a:lnTo>
                    <a:pt x="1081" y="128"/>
                  </a:lnTo>
                  <a:lnTo>
                    <a:pt x="1051" y="158"/>
                  </a:lnTo>
                  <a:lnTo>
                    <a:pt x="931" y="194"/>
                  </a:lnTo>
                  <a:lnTo>
                    <a:pt x="931" y="209"/>
                  </a:lnTo>
                  <a:lnTo>
                    <a:pt x="961" y="220"/>
                  </a:lnTo>
                  <a:lnTo>
                    <a:pt x="1021" y="230"/>
                  </a:lnTo>
                  <a:lnTo>
                    <a:pt x="1472" y="255"/>
                  </a:lnTo>
                  <a:lnTo>
                    <a:pt x="1562" y="230"/>
                  </a:lnTo>
                  <a:lnTo>
                    <a:pt x="1592" y="204"/>
                  </a:lnTo>
                  <a:lnTo>
                    <a:pt x="1652" y="184"/>
                  </a:lnTo>
                  <a:lnTo>
                    <a:pt x="1652" y="158"/>
                  </a:lnTo>
                  <a:lnTo>
                    <a:pt x="1622" y="113"/>
                  </a:lnTo>
                  <a:lnTo>
                    <a:pt x="1532" y="77"/>
                  </a:lnTo>
                  <a:lnTo>
                    <a:pt x="1352" y="36"/>
                  </a:lnTo>
                  <a:lnTo>
                    <a:pt x="11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9" name="Google Shape;629;p42"/>
          <p:cNvSpPr txBox="1">
            <a:spLocks noGrp="1"/>
          </p:cNvSpPr>
          <p:nvPr>
            <p:ph type="title"/>
          </p:nvPr>
        </p:nvSpPr>
        <p:spPr>
          <a:xfrm>
            <a:off x="457200" y="1540025"/>
            <a:ext cx="18885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630" name="Google Shape;630;p42"/>
          <p:cNvSpPr txBox="1">
            <a:spLocks noGrp="1"/>
          </p:cNvSpPr>
          <p:nvPr>
            <p:ph type="subTitle" idx="1"/>
          </p:nvPr>
        </p:nvSpPr>
        <p:spPr>
          <a:xfrm>
            <a:off x="457200" y="2009350"/>
            <a:ext cx="2001000" cy="837300"/>
          </a:xfrm>
          <a:prstGeom prst="rect">
            <a:avLst/>
          </a:prstGeom>
        </p:spPr>
        <p:txBody>
          <a:bodyPr spcFirstLastPara="1" wrap="square" lIns="0" tIns="0" rIns="0" bIns="0" anchor="t" anchorCtr="0">
            <a:noAutofit/>
          </a:bodyPr>
          <a:lstStyle>
            <a:lvl1pPr lvl="0" rtl="0">
              <a:spcBef>
                <a:spcPts val="0"/>
              </a:spcBef>
              <a:spcAft>
                <a:spcPts val="0"/>
              </a:spcAft>
              <a:buSzPts val="1400"/>
              <a:buNone/>
              <a:defRPr sz="1400"/>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631" name="Google Shape;631;p42"/>
          <p:cNvSpPr txBox="1">
            <a:spLocks noGrp="1"/>
          </p:cNvSpPr>
          <p:nvPr>
            <p:ph type="title" idx="2"/>
          </p:nvPr>
        </p:nvSpPr>
        <p:spPr>
          <a:xfrm>
            <a:off x="3668025" y="1353175"/>
            <a:ext cx="2449200" cy="20664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632" name="Google Shape;632;p42"/>
          <p:cNvSpPr txBox="1">
            <a:spLocks noGrp="1"/>
          </p:cNvSpPr>
          <p:nvPr>
            <p:ph type="title" idx="3"/>
          </p:nvPr>
        </p:nvSpPr>
        <p:spPr>
          <a:xfrm>
            <a:off x="3668025" y="3664850"/>
            <a:ext cx="24492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633" name="Google Shape;633;p42"/>
          <p:cNvSpPr txBox="1">
            <a:spLocks noGrp="1"/>
          </p:cNvSpPr>
          <p:nvPr>
            <p:ph type="title" idx="4"/>
          </p:nvPr>
        </p:nvSpPr>
        <p:spPr>
          <a:xfrm>
            <a:off x="7007575" y="608525"/>
            <a:ext cx="1367700" cy="11778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634" name="Google Shape;634;p42"/>
          <p:cNvSpPr txBox="1">
            <a:spLocks noGrp="1"/>
          </p:cNvSpPr>
          <p:nvPr>
            <p:ph type="title" idx="5"/>
          </p:nvPr>
        </p:nvSpPr>
        <p:spPr>
          <a:xfrm>
            <a:off x="7007575" y="1879325"/>
            <a:ext cx="1443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635" name="Google Shape;635;p42"/>
          <p:cNvSpPr txBox="1">
            <a:spLocks noGrp="1"/>
          </p:cNvSpPr>
          <p:nvPr>
            <p:ph type="title" idx="6"/>
          </p:nvPr>
        </p:nvSpPr>
        <p:spPr>
          <a:xfrm>
            <a:off x="7236175" y="2938575"/>
            <a:ext cx="1139100" cy="7410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636" name="Google Shape;636;p42"/>
          <p:cNvSpPr txBox="1">
            <a:spLocks noGrp="1"/>
          </p:cNvSpPr>
          <p:nvPr>
            <p:ph type="title" idx="7"/>
          </p:nvPr>
        </p:nvSpPr>
        <p:spPr>
          <a:xfrm>
            <a:off x="7236175" y="3772325"/>
            <a:ext cx="9711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637" name="Google Shape;637;p42"/>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2"/>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2"/>
          <p:cNvSpPr txBox="1">
            <a:spLocks noGrp="1"/>
          </p:cNvSpPr>
          <p:nvPr>
            <p:ph type="subTitle" idx="8"/>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640" name="Google Shape;640;p42"/>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Pink - Quote Left">
  <p:cSld name="CUSTOM_1_1_2">
    <p:spTree>
      <p:nvGrpSpPr>
        <p:cNvPr id="1" name="Shape 641"/>
        <p:cNvGrpSpPr/>
        <p:nvPr/>
      </p:nvGrpSpPr>
      <p:grpSpPr>
        <a:xfrm>
          <a:off x="0" y="0"/>
          <a:ext cx="0" cy="0"/>
          <a:chOff x="0" y="0"/>
          <a:chExt cx="0" cy="0"/>
        </a:xfrm>
      </p:grpSpPr>
      <p:grpSp>
        <p:nvGrpSpPr>
          <p:cNvPr id="642" name="Google Shape;642;p43"/>
          <p:cNvGrpSpPr/>
          <p:nvPr/>
        </p:nvGrpSpPr>
        <p:grpSpPr>
          <a:xfrm>
            <a:off x="795528" y="580889"/>
            <a:ext cx="2966483" cy="4286341"/>
            <a:chOff x="4140326" y="3966725"/>
            <a:chExt cx="283478" cy="409600"/>
          </a:xfrm>
        </p:grpSpPr>
        <p:sp>
          <p:nvSpPr>
            <p:cNvPr id="643" name="Google Shape;643;p43"/>
            <p:cNvSpPr/>
            <p:nvPr/>
          </p:nvSpPr>
          <p:spPr>
            <a:xfrm flipH="1">
              <a:off x="4142997" y="3977925"/>
              <a:ext cx="258648" cy="398400"/>
            </a:xfrm>
            <a:custGeom>
              <a:avLst/>
              <a:gdLst/>
              <a:ahLst/>
              <a:cxnLst/>
              <a:rect l="l" t="t" r="r" b="b"/>
              <a:pathLst>
                <a:path w="61002" h="15936" extrusionOk="0">
                  <a:moveTo>
                    <a:pt x="26251" y="1"/>
                  </a:moveTo>
                  <a:lnTo>
                    <a:pt x="24960" y="16"/>
                  </a:lnTo>
                  <a:lnTo>
                    <a:pt x="23668" y="37"/>
                  </a:lnTo>
                  <a:lnTo>
                    <a:pt x="22377" y="67"/>
                  </a:lnTo>
                  <a:lnTo>
                    <a:pt x="21115" y="108"/>
                  </a:lnTo>
                  <a:lnTo>
                    <a:pt x="19854" y="159"/>
                  </a:lnTo>
                  <a:lnTo>
                    <a:pt x="18622" y="215"/>
                  </a:lnTo>
                  <a:lnTo>
                    <a:pt x="17391" y="287"/>
                  </a:lnTo>
                  <a:lnTo>
                    <a:pt x="16189" y="363"/>
                  </a:lnTo>
                  <a:lnTo>
                    <a:pt x="14988" y="455"/>
                  </a:lnTo>
                  <a:lnTo>
                    <a:pt x="13817" y="552"/>
                  </a:lnTo>
                  <a:lnTo>
                    <a:pt x="12675" y="664"/>
                  </a:lnTo>
                  <a:lnTo>
                    <a:pt x="11564" y="786"/>
                  </a:lnTo>
                  <a:lnTo>
                    <a:pt x="10453" y="914"/>
                  </a:lnTo>
                  <a:lnTo>
                    <a:pt x="9402" y="1057"/>
                  </a:lnTo>
                  <a:lnTo>
                    <a:pt x="8891" y="1133"/>
                  </a:lnTo>
                  <a:lnTo>
                    <a:pt x="8350" y="1215"/>
                  </a:lnTo>
                  <a:lnTo>
                    <a:pt x="7960" y="1276"/>
                  </a:lnTo>
                  <a:lnTo>
                    <a:pt x="7570" y="1347"/>
                  </a:lnTo>
                  <a:lnTo>
                    <a:pt x="7209" y="1419"/>
                  </a:lnTo>
                  <a:lnTo>
                    <a:pt x="6819" y="1495"/>
                  </a:lnTo>
                  <a:lnTo>
                    <a:pt x="6458" y="1577"/>
                  </a:lnTo>
                  <a:lnTo>
                    <a:pt x="6098" y="1659"/>
                  </a:lnTo>
                  <a:lnTo>
                    <a:pt x="5377" y="1837"/>
                  </a:lnTo>
                  <a:lnTo>
                    <a:pt x="4716" y="2031"/>
                  </a:lnTo>
                  <a:lnTo>
                    <a:pt x="4055" y="2235"/>
                  </a:lnTo>
                  <a:lnTo>
                    <a:pt x="3455" y="2449"/>
                  </a:lnTo>
                  <a:lnTo>
                    <a:pt x="2884" y="2674"/>
                  </a:lnTo>
                  <a:lnTo>
                    <a:pt x="2344" y="2908"/>
                  </a:lnTo>
                  <a:lnTo>
                    <a:pt x="1863" y="3153"/>
                  </a:lnTo>
                  <a:lnTo>
                    <a:pt x="1442" y="3403"/>
                  </a:lnTo>
                  <a:lnTo>
                    <a:pt x="1052" y="3658"/>
                  </a:lnTo>
                  <a:lnTo>
                    <a:pt x="692" y="3923"/>
                  </a:lnTo>
                  <a:lnTo>
                    <a:pt x="391" y="4194"/>
                  </a:lnTo>
                  <a:lnTo>
                    <a:pt x="181" y="4469"/>
                  </a:lnTo>
                  <a:lnTo>
                    <a:pt x="1" y="4745"/>
                  </a:lnTo>
                  <a:lnTo>
                    <a:pt x="1" y="6060"/>
                  </a:lnTo>
                  <a:lnTo>
                    <a:pt x="1" y="10340"/>
                  </a:lnTo>
                  <a:lnTo>
                    <a:pt x="1" y="11681"/>
                  </a:lnTo>
                  <a:lnTo>
                    <a:pt x="151" y="11901"/>
                  </a:lnTo>
                  <a:lnTo>
                    <a:pt x="361" y="12120"/>
                  </a:lnTo>
                  <a:lnTo>
                    <a:pt x="632" y="12334"/>
                  </a:lnTo>
                  <a:lnTo>
                    <a:pt x="932" y="12549"/>
                  </a:lnTo>
                  <a:lnTo>
                    <a:pt x="1292" y="12753"/>
                  </a:lnTo>
                  <a:lnTo>
                    <a:pt x="1713" y="12957"/>
                  </a:lnTo>
                  <a:lnTo>
                    <a:pt x="2193" y="13155"/>
                  </a:lnTo>
                  <a:lnTo>
                    <a:pt x="2704" y="13349"/>
                  </a:lnTo>
                  <a:lnTo>
                    <a:pt x="3335" y="13354"/>
                  </a:lnTo>
                  <a:lnTo>
                    <a:pt x="3905" y="13365"/>
                  </a:lnTo>
                  <a:lnTo>
                    <a:pt x="4476" y="13380"/>
                  </a:lnTo>
                  <a:lnTo>
                    <a:pt x="4987" y="13400"/>
                  </a:lnTo>
                  <a:lnTo>
                    <a:pt x="5467" y="13426"/>
                  </a:lnTo>
                  <a:lnTo>
                    <a:pt x="5918" y="13451"/>
                  </a:lnTo>
                  <a:lnTo>
                    <a:pt x="6338" y="13482"/>
                  </a:lnTo>
                  <a:lnTo>
                    <a:pt x="6729" y="13513"/>
                  </a:lnTo>
                  <a:lnTo>
                    <a:pt x="7089" y="13553"/>
                  </a:lnTo>
                  <a:lnTo>
                    <a:pt x="7419" y="13589"/>
                  </a:lnTo>
                  <a:lnTo>
                    <a:pt x="7750" y="13630"/>
                  </a:lnTo>
                  <a:lnTo>
                    <a:pt x="8020" y="13676"/>
                  </a:lnTo>
                  <a:lnTo>
                    <a:pt x="8290" y="13722"/>
                  </a:lnTo>
                  <a:lnTo>
                    <a:pt x="8531" y="13768"/>
                  </a:lnTo>
                  <a:lnTo>
                    <a:pt x="8741" y="13819"/>
                  </a:lnTo>
                  <a:lnTo>
                    <a:pt x="8951" y="13864"/>
                  </a:lnTo>
                  <a:lnTo>
                    <a:pt x="9131" y="13915"/>
                  </a:lnTo>
                  <a:lnTo>
                    <a:pt x="9282" y="13972"/>
                  </a:lnTo>
                  <a:lnTo>
                    <a:pt x="9552" y="14074"/>
                  </a:lnTo>
                  <a:lnTo>
                    <a:pt x="9762" y="14181"/>
                  </a:lnTo>
                  <a:lnTo>
                    <a:pt x="9882" y="14283"/>
                  </a:lnTo>
                  <a:lnTo>
                    <a:pt x="10002" y="14385"/>
                  </a:lnTo>
                  <a:lnTo>
                    <a:pt x="10062" y="14482"/>
                  </a:lnTo>
                  <a:lnTo>
                    <a:pt x="10062" y="14568"/>
                  </a:lnTo>
                  <a:lnTo>
                    <a:pt x="10092" y="14650"/>
                  </a:lnTo>
                  <a:lnTo>
                    <a:pt x="10062" y="14711"/>
                  </a:lnTo>
                  <a:lnTo>
                    <a:pt x="10032" y="14777"/>
                  </a:lnTo>
                  <a:lnTo>
                    <a:pt x="10633" y="14844"/>
                  </a:lnTo>
                  <a:lnTo>
                    <a:pt x="11264" y="14905"/>
                  </a:lnTo>
                  <a:lnTo>
                    <a:pt x="12645" y="15033"/>
                  </a:lnTo>
                  <a:lnTo>
                    <a:pt x="14057" y="15150"/>
                  </a:lnTo>
                  <a:lnTo>
                    <a:pt x="15439" y="15262"/>
                  </a:lnTo>
                  <a:lnTo>
                    <a:pt x="16820" y="15364"/>
                  </a:lnTo>
                  <a:lnTo>
                    <a:pt x="18172" y="15456"/>
                  </a:lnTo>
                  <a:lnTo>
                    <a:pt x="19523" y="15543"/>
                  </a:lnTo>
                  <a:lnTo>
                    <a:pt x="20875" y="15619"/>
                  </a:lnTo>
                  <a:lnTo>
                    <a:pt x="22196" y="15685"/>
                  </a:lnTo>
                  <a:lnTo>
                    <a:pt x="23518" y="15747"/>
                  </a:lnTo>
                  <a:lnTo>
                    <a:pt x="24839" y="15798"/>
                  </a:lnTo>
                  <a:lnTo>
                    <a:pt x="26131" y="15838"/>
                  </a:lnTo>
                  <a:lnTo>
                    <a:pt x="27392" y="15874"/>
                  </a:lnTo>
                  <a:lnTo>
                    <a:pt x="28654" y="15905"/>
                  </a:lnTo>
                  <a:lnTo>
                    <a:pt x="29915" y="15920"/>
                  </a:lnTo>
                  <a:lnTo>
                    <a:pt x="31147" y="15935"/>
                  </a:lnTo>
                  <a:lnTo>
                    <a:pt x="33189" y="15935"/>
                  </a:lnTo>
                  <a:lnTo>
                    <a:pt x="34000" y="15930"/>
                  </a:lnTo>
                  <a:lnTo>
                    <a:pt x="34781" y="15920"/>
                  </a:lnTo>
                  <a:lnTo>
                    <a:pt x="35562" y="15910"/>
                  </a:lnTo>
                  <a:lnTo>
                    <a:pt x="36343" y="15895"/>
                  </a:lnTo>
                  <a:lnTo>
                    <a:pt x="37124" y="15879"/>
                  </a:lnTo>
                  <a:lnTo>
                    <a:pt x="37905" y="15854"/>
                  </a:lnTo>
                  <a:lnTo>
                    <a:pt x="38655" y="15828"/>
                  </a:lnTo>
                  <a:lnTo>
                    <a:pt x="39406" y="15803"/>
                  </a:lnTo>
                  <a:lnTo>
                    <a:pt x="40127" y="15772"/>
                  </a:lnTo>
                  <a:lnTo>
                    <a:pt x="40878" y="15736"/>
                  </a:lnTo>
                  <a:lnTo>
                    <a:pt x="41599" y="15701"/>
                  </a:lnTo>
                  <a:lnTo>
                    <a:pt x="42320" y="15660"/>
                  </a:lnTo>
                  <a:lnTo>
                    <a:pt x="43010" y="15614"/>
                  </a:lnTo>
                  <a:lnTo>
                    <a:pt x="43701" y="15568"/>
                  </a:lnTo>
                  <a:lnTo>
                    <a:pt x="44392" y="15517"/>
                  </a:lnTo>
                  <a:lnTo>
                    <a:pt x="45083" y="15466"/>
                  </a:lnTo>
                  <a:lnTo>
                    <a:pt x="45744" y="15410"/>
                  </a:lnTo>
                  <a:lnTo>
                    <a:pt x="46404" y="15349"/>
                  </a:lnTo>
                  <a:lnTo>
                    <a:pt x="47065" y="15288"/>
                  </a:lnTo>
                  <a:lnTo>
                    <a:pt x="47696" y="15221"/>
                  </a:lnTo>
                  <a:lnTo>
                    <a:pt x="48327" y="15155"/>
                  </a:lnTo>
                  <a:lnTo>
                    <a:pt x="48957" y="15084"/>
                  </a:lnTo>
                  <a:lnTo>
                    <a:pt x="49558" y="15007"/>
                  </a:lnTo>
                  <a:lnTo>
                    <a:pt x="50189" y="14931"/>
                  </a:lnTo>
                  <a:lnTo>
                    <a:pt x="50759" y="14854"/>
                  </a:lnTo>
                  <a:lnTo>
                    <a:pt x="51360" y="14772"/>
                  </a:lnTo>
                  <a:lnTo>
                    <a:pt x="51931" y="14686"/>
                  </a:lnTo>
                  <a:lnTo>
                    <a:pt x="52471" y="14599"/>
                  </a:lnTo>
                  <a:lnTo>
                    <a:pt x="53042" y="14507"/>
                  </a:lnTo>
                  <a:lnTo>
                    <a:pt x="53583" y="14415"/>
                  </a:lnTo>
                  <a:lnTo>
                    <a:pt x="54093" y="14318"/>
                  </a:lnTo>
                  <a:lnTo>
                    <a:pt x="54484" y="14247"/>
                  </a:lnTo>
                  <a:lnTo>
                    <a:pt x="54844" y="14165"/>
                  </a:lnTo>
                  <a:lnTo>
                    <a:pt x="55205" y="14084"/>
                  </a:lnTo>
                  <a:lnTo>
                    <a:pt x="55565" y="13992"/>
                  </a:lnTo>
                  <a:lnTo>
                    <a:pt x="55895" y="13900"/>
                  </a:lnTo>
                  <a:lnTo>
                    <a:pt x="56226" y="13798"/>
                  </a:lnTo>
                  <a:lnTo>
                    <a:pt x="56556" y="13696"/>
                  </a:lnTo>
                  <a:lnTo>
                    <a:pt x="56886" y="13589"/>
                  </a:lnTo>
                  <a:lnTo>
                    <a:pt x="57187" y="13477"/>
                  </a:lnTo>
                  <a:lnTo>
                    <a:pt x="57487" y="13365"/>
                  </a:lnTo>
                  <a:lnTo>
                    <a:pt x="58058" y="13120"/>
                  </a:lnTo>
                  <a:lnTo>
                    <a:pt x="58598" y="12865"/>
                  </a:lnTo>
                  <a:lnTo>
                    <a:pt x="59079" y="12600"/>
                  </a:lnTo>
                  <a:lnTo>
                    <a:pt x="59500" y="12319"/>
                  </a:lnTo>
                  <a:lnTo>
                    <a:pt x="59890" y="12028"/>
                  </a:lnTo>
                  <a:lnTo>
                    <a:pt x="60220" y="11738"/>
                  </a:lnTo>
                  <a:lnTo>
                    <a:pt x="60491" y="11431"/>
                  </a:lnTo>
                  <a:lnTo>
                    <a:pt x="60701" y="11125"/>
                  </a:lnTo>
                  <a:lnTo>
                    <a:pt x="60851" y="10814"/>
                  </a:lnTo>
                  <a:lnTo>
                    <a:pt x="60971" y="10503"/>
                  </a:lnTo>
                  <a:lnTo>
                    <a:pt x="61001" y="10192"/>
                  </a:lnTo>
                  <a:lnTo>
                    <a:pt x="61001" y="5561"/>
                  </a:lnTo>
                  <a:lnTo>
                    <a:pt x="60971" y="5316"/>
                  </a:lnTo>
                  <a:lnTo>
                    <a:pt x="60911" y="5076"/>
                  </a:lnTo>
                  <a:lnTo>
                    <a:pt x="60821" y="4836"/>
                  </a:lnTo>
                  <a:lnTo>
                    <a:pt x="60671" y="4597"/>
                  </a:lnTo>
                  <a:lnTo>
                    <a:pt x="60491" y="4357"/>
                  </a:lnTo>
                  <a:lnTo>
                    <a:pt x="60280" y="4122"/>
                  </a:lnTo>
                  <a:lnTo>
                    <a:pt x="60010" y="3893"/>
                  </a:lnTo>
                  <a:lnTo>
                    <a:pt x="59680" y="3663"/>
                  </a:lnTo>
                  <a:lnTo>
                    <a:pt x="59319" y="3439"/>
                  </a:lnTo>
                  <a:lnTo>
                    <a:pt x="58899" y="3225"/>
                  </a:lnTo>
                  <a:lnTo>
                    <a:pt x="58448" y="3010"/>
                  </a:lnTo>
                  <a:lnTo>
                    <a:pt x="57938" y="2806"/>
                  </a:lnTo>
                  <a:lnTo>
                    <a:pt x="57367" y="2607"/>
                  </a:lnTo>
                  <a:lnTo>
                    <a:pt x="56766" y="2414"/>
                  </a:lnTo>
                  <a:lnTo>
                    <a:pt x="56436" y="2322"/>
                  </a:lnTo>
                  <a:lnTo>
                    <a:pt x="56076" y="2235"/>
                  </a:lnTo>
                  <a:lnTo>
                    <a:pt x="55715" y="2143"/>
                  </a:lnTo>
                  <a:lnTo>
                    <a:pt x="55355" y="2062"/>
                  </a:lnTo>
                  <a:lnTo>
                    <a:pt x="54814" y="2067"/>
                  </a:lnTo>
                  <a:lnTo>
                    <a:pt x="54243" y="2072"/>
                  </a:lnTo>
                  <a:lnTo>
                    <a:pt x="53943" y="2067"/>
                  </a:lnTo>
                  <a:lnTo>
                    <a:pt x="53342" y="2067"/>
                  </a:lnTo>
                  <a:lnTo>
                    <a:pt x="52772" y="2056"/>
                  </a:lnTo>
                  <a:lnTo>
                    <a:pt x="52231" y="2041"/>
                  </a:lnTo>
                  <a:lnTo>
                    <a:pt x="51721" y="2026"/>
                  </a:lnTo>
                  <a:lnTo>
                    <a:pt x="51240" y="2005"/>
                  </a:lnTo>
                  <a:lnTo>
                    <a:pt x="50789" y="1985"/>
                  </a:lnTo>
                  <a:lnTo>
                    <a:pt x="50369" y="1954"/>
                  </a:lnTo>
                  <a:lnTo>
                    <a:pt x="49979" y="1929"/>
                  </a:lnTo>
                  <a:lnTo>
                    <a:pt x="49618" y="1893"/>
                  </a:lnTo>
                  <a:lnTo>
                    <a:pt x="49258" y="1858"/>
                  </a:lnTo>
                  <a:lnTo>
                    <a:pt x="48927" y="1822"/>
                  </a:lnTo>
                  <a:lnTo>
                    <a:pt x="48657" y="1781"/>
                  </a:lnTo>
                  <a:lnTo>
                    <a:pt x="48387" y="1740"/>
                  </a:lnTo>
                  <a:lnTo>
                    <a:pt x="48116" y="1699"/>
                  </a:lnTo>
                  <a:lnTo>
                    <a:pt x="47876" y="1654"/>
                  </a:lnTo>
                  <a:lnTo>
                    <a:pt x="47666" y="1608"/>
                  </a:lnTo>
                  <a:lnTo>
                    <a:pt x="47486" y="1562"/>
                  </a:lnTo>
                  <a:lnTo>
                    <a:pt x="47305" y="1511"/>
                  </a:lnTo>
                  <a:lnTo>
                    <a:pt x="47035" y="1414"/>
                  </a:lnTo>
                  <a:lnTo>
                    <a:pt x="46795" y="1312"/>
                  </a:lnTo>
                  <a:lnTo>
                    <a:pt x="46615" y="1210"/>
                  </a:lnTo>
                  <a:lnTo>
                    <a:pt x="46494" y="1113"/>
                  </a:lnTo>
                  <a:lnTo>
                    <a:pt x="46404" y="1016"/>
                  </a:lnTo>
                  <a:lnTo>
                    <a:pt x="46344" y="924"/>
                  </a:lnTo>
                  <a:lnTo>
                    <a:pt x="46314" y="843"/>
                  </a:lnTo>
                  <a:lnTo>
                    <a:pt x="45263" y="746"/>
                  </a:lnTo>
                  <a:lnTo>
                    <a:pt x="44152" y="654"/>
                  </a:lnTo>
                  <a:lnTo>
                    <a:pt x="43041" y="567"/>
                  </a:lnTo>
                  <a:lnTo>
                    <a:pt x="41929" y="491"/>
                  </a:lnTo>
                  <a:lnTo>
                    <a:pt x="40788" y="414"/>
                  </a:lnTo>
                  <a:lnTo>
                    <a:pt x="39617" y="343"/>
                  </a:lnTo>
                  <a:lnTo>
                    <a:pt x="38445" y="281"/>
                  </a:lnTo>
                  <a:lnTo>
                    <a:pt x="37244" y="225"/>
                  </a:lnTo>
                  <a:lnTo>
                    <a:pt x="36072" y="174"/>
                  </a:lnTo>
                  <a:lnTo>
                    <a:pt x="34871" y="128"/>
                  </a:lnTo>
                  <a:lnTo>
                    <a:pt x="33640" y="88"/>
                  </a:lnTo>
                  <a:lnTo>
                    <a:pt x="32438" y="57"/>
                  </a:lnTo>
                  <a:lnTo>
                    <a:pt x="31207" y="31"/>
                  </a:lnTo>
                  <a:lnTo>
                    <a:pt x="29975" y="11"/>
                  </a:lnTo>
                  <a:lnTo>
                    <a:pt x="28774" y="1"/>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43"/>
            <p:cNvSpPr/>
            <p:nvPr/>
          </p:nvSpPr>
          <p:spPr>
            <a:xfrm flipH="1">
              <a:off x="4142997" y="3977925"/>
              <a:ext cx="258648" cy="398400"/>
            </a:xfrm>
            <a:custGeom>
              <a:avLst/>
              <a:gdLst/>
              <a:ahLst/>
              <a:cxnLst/>
              <a:rect l="l" t="t" r="r" b="b"/>
              <a:pathLst>
                <a:path w="61002" h="15936" fill="none" extrusionOk="0">
                  <a:moveTo>
                    <a:pt x="27543" y="1"/>
                  </a:moveTo>
                  <a:lnTo>
                    <a:pt x="27543" y="1"/>
                  </a:lnTo>
                  <a:lnTo>
                    <a:pt x="28774" y="1"/>
                  </a:lnTo>
                  <a:lnTo>
                    <a:pt x="29975" y="11"/>
                  </a:lnTo>
                  <a:lnTo>
                    <a:pt x="31207" y="31"/>
                  </a:lnTo>
                  <a:lnTo>
                    <a:pt x="32438" y="57"/>
                  </a:lnTo>
                  <a:lnTo>
                    <a:pt x="33640" y="88"/>
                  </a:lnTo>
                  <a:lnTo>
                    <a:pt x="34871" y="128"/>
                  </a:lnTo>
                  <a:lnTo>
                    <a:pt x="36072" y="174"/>
                  </a:lnTo>
                  <a:lnTo>
                    <a:pt x="37244" y="225"/>
                  </a:lnTo>
                  <a:lnTo>
                    <a:pt x="38445" y="281"/>
                  </a:lnTo>
                  <a:lnTo>
                    <a:pt x="39617" y="343"/>
                  </a:lnTo>
                  <a:lnTo>
                    <a:pt x="40788" y="414"/>
                  </a:lnTo>
                  <a:lnTo>
                    <a:pt x="41929" y="491"/>
                  </a:lnTo>
                  <a:lnTo>
                    <a:pt x="43041" y="567"/>
                  </a:lnTo>
                  <a:lnTo>
                    <a:pt x="44152" y="654"/>
                  </a:lnTo>
                  <a:lnTo>
                    <a:pt x="45263" y="746"/>
                  </a:lnTo>
                  <a:lnTo>
                    <a:pt x="46314" y="843"/>
                  </a:lnTo>
                  <a:lnTo>
                    <a:pt x="46314" y="843"/>
                  </a:lnTo>
                  <a:lnTo>
                    <a:pt x="46344" y="924"/>
                  </a:lnTo>
                  <a:lnTo>
                    <a:pt x="46404" y="1016"/>
                  </a:lnTo>
                  <a:lnTo>
                    <a:pt x="46494" y="1113"/>
                  </a:lnTo>
                  <a:lnTo>
                    <a:pt x="46615" y="1210"/>
                  </a:lnTo>
                  <a:lnTo>
                    <a:pt x="46795" y="1312"/>
                  </a:lnTo>
                  <a:lnTo>
                    <a:pt x="47035" y="1414"/>
                  </a:lnTo>
                  <a:lnTo>
                    <a:pt x="47305" y="1511"/>
                  </a:lnTo>
                  <a:lnTo>
                    <a:pt x="47486" y="1562"/>
                  </a:lnTo>
                  <a:lnTo>
                    <a:pt x="47666" y="1608"/>
                  </a:lnTo>
                  <a:lnTo>
                    <a:pt x="47876" y="1654"/>
                  </a:lnTo>
                  <a:lnTo>
                    <a:pt x="48116" y="1699"/>
                  </a:lnTo>
                  <a:lnTo>
                    <a:pt x="48387" y="1740"/>
                  </a:lnTo>
                  <a:lnTo>
                    <a:pt x="48657" y="1781"/>
                  </a:lnTo>
                  <a:lnTo>
                    <a:pt x="48927" y="1822"/>
                  </a:lnTo>
                  <a:lnTo>
                    <a:pt x="49258" y="1858"/>
                  </a:lnTo>
                  <a:lnTo>
                    <a:pt x="49618" y="1893"/>
                  </a:lnTo>
                  <a:lnTo>
                    <a:pt x="49979" y="1929"/>
                  </a:lnTo>
                  <a:lnTo>
                    <a:pt x="50369" y="1954"/>
                  </a:lnTo>
                  <a:lnTo>
                    <a:pt x="50789" y="1985"/>
                  </a:lnTo>
                  <a:lnTo>
                    <a:pt x="51240" y="2005"/>
                  </a:lnTo>
                  <a:lnTo>
                    <a:pt x="51721" y="2026"/>
                  </a:lnTo>
                  <a:lnTo>
                    <a:pt x="52231" y="2041"/>
                  </a:lnTo>
                  <a:lnTo>
                    <a:pt x="52772" y="2056"/>
                  </a:lnTo>
                  <a:lnTo>
                    <a:pt x="53342" y="2067"/>
                  </a:lnTo>
                  <a:lnTo>
                    <a:pt x="53943" y="2067"/>
                  </a:lnTo>
                  <a:lnTo>
                    <a:pt x="53943" y="2067"/>
                  </a:lnTo>
                  <a:lnTo>
                    <a:pt x="54243" y="2072"/>
                  </a:lnTo>
                  <a:lnTo>
                    <a:pt x="54243" y="2072"/>
                  </a:lnTo>
                  <a:lnTo>
                    <a:pt x="54814" y="2067"/>
                  </a:lnTo>
                  <a:lnTo>
                    <a:pt x="55355" y="2062"/>
                  </a:lnTo>
                  <a:lnTo>
                    <a:pt x="55355" y="2062"/>
                  </a:lnTo>
                  <a:lnTo>
                    <a:pt x="55715" y="2143"/>
                  </a:lnTo>
                  <a:lnTo>
                    <a:pt x="56076" y="2235"/>
                  </a:lnTo>
                  <a:lnTo>
                    <a:pt x="56436" y="2322"/>
                  </a:lnTo>
                  <a:lnTo>
                    <a:pt x="56766" y="2414"/>
                  </a:lnTo>
                  <a:lnTo>
                    <a:pt x="57367" y="2607"/>
                  </a:lnTo>
                  <a:lnTo>
                    <a:pt x="57938" y="2806"/>
                  </a:lnTo>
                  <a:lnTo>
                    <a:pt x="58448" y="3010"/>
                  </a:lnTo>
                  <a:lnTo>
                    <a:pt x="58899" y="3225"/>
                  </a:lnTo>
                  <a:lnTo>
                    <a:pt x="59319" y="3439"/>
                  </a:lnTo>
                  <a:lnTo>
                    <a:pt x="59680" y="3663"/>
                  </a:lnTo>
                  <a:lnTo>
                    <a:pt x="60010" y="3893"/>
                  </a:lnTo>
                  <a:lnTo>
                    <a:pt x="60280" y="4122"/>
                  </a:lnTo>
                  <a:lnTo>
                    <a:pt x="60491" y="4357"/>
                  </a:lnTo>
                  <a:lnTo>
                    <a:pt x="60671" y="4597"/>
                  </a:lnTo>
                  <a:lnTo>
                    <a:pt x="60821" y="4836"/>
                  </a:lnTo>
                  <a:lnTo>
                    <a:pt x="60911" y="5076"/>
                  </a:lnTo>
                  <a:lnTo>
                    <a:pt x="60971" y="5316"/>
                  </a:lnTo>
                  <a:lnTo>
                    <a:pt x="61001" y="5561"/>
                  </a:lnTo>
                  <a:lnTo>
                    <a:pt x="61001" y="10192"/>
                  </a:lnTo>
                  <a:lnTo>
                    <a:pt x="61001" y="10192"/>
                  </a:lnTo>
                  <a:lnTo>
                    <a:pt x="60971" y="10503"/>
                  </a:lnTo>
                  <a:lnTo>
                    <a:pt x="60851" y="10814"/>
                  </a:lnTo>
                  <a:lnTo>
                    <a:pt x="60701" y="11125"/>
                  </a:lnTo>
                  <a:lnTo>
                    <a:pt x="60491" y="11431"/>
                  </a:lnTo>
                  <a:lnTo>
                    <a:pt x="60220" y="11738"/>
                  </a:lnTo>
                  <a:lnTo>
                    <a:pt x="59890" y="12028"/>
                  </a:lnTo>
                  <a:lnTo>
                    <a:pt x="59500" y="12319"/>
                  </a:lnTo>
                  <a:lnTo>
                    <a:pt x="59079" y="12600"/>
                  </a:lnTo>
                  <a:lnTo>
                    <a:pt x="58598" y="12865"/>
                  </a:lnTo>
                  <a:lnTo>
                    <a:pt x="58058" y="13120"/>
                  </a:lnTo>
                  <a:lnTo>
                    <a:pt x="57487" y="13365"/>
                  </a:lnTo>
                  <a:lnTo>
                    <a:pt x="57187" y="13477"/>
                  </a:lnTo>
                  <a:lnTo>
                    <a:pt x="56886" y="13589"/>
                  </a:lnTo>
                  <a:lnTo>
                    <a:pt x="56556" y="13696"/>
                  </a:lnTo>
                  <a:lnTo>
                    <a:pt x="56226" y="13798"/>
                  </a:lnTo>
                  <a:lnTo>
                    <a:pt x="55895" y="13900"/>
                  </a:lnTo>
                  <a:lnTo>
                    <a:pt x="55565" y="13992"/>
                  </a:lnTo>
                  <a:lnTo>
                    <a:pt x="55205" y="14084"/>
                  </a:lnTo>
                  <a:lnTo>
                    <a:pt x="54844" y="14165"/>
                  </a:lnTo>
                  <a:lnTo>
                    <a:pt x="54484" y="14247"/>
                  </a:lnTo>
                  <a:lnTo>
                    <a:pt x="54093" y="14318"/>
                  </a:lnTo>
                  <a:lnTo>
                    <a:pt x="54093" y="14318"/>
                  </a:lnTo>
                  <a:lnTo>
                    <a:pt x="53583" y="14415"/>
                  </a:lnTo>
                  <a:lnTo>
                    <a:pt x="53042" y="14507"/>
                  </a:lnTo>
                  <a:lnTo>
                    <a:pt x="52471" y="14599"/>
                  </a:lnTo>
                  <a:lnTo>
                    <a:pt x="51931" y="14686"/>
                  </a:lnTo>
                  <a:lnTo>
                    <a:pt x="51360" y="14772"/>
                  </a:lnTo>
                  <a:lnTo>
                    <a:pt x="50759" y="14854"/>
                  </a:lnTo>
                  <a:lnTo>
                    <a:pt x="50189" y="14931"/>
                  </a:lnTo>
                  <a:lnTo>
                    <a:pt x="49558" y="15007"/>
                  </a:lnTo>
                  <a:lnTo>
                    <a:pt x="48957" y="15084"/>
                  </a:lnTo>
                  <a:lnTo>
                    <a:pt x="48327" y="15155"/>
                  </a:lnTo>
                  <a:lnTo>
                    <a:pt x="47696" y="15221"/>
                  </a:lnTo>
                  <a:lnTo>
                    <a:pt x="47065" y="15288"/>
                  </a:lnTo>
                  <a:lnTo>
                    <a:pt x="46404" y="15349"/>
                  </a:lnTo>
                  <a:lnTo>
                    <a:pt x="45744" y="15410"/>
                  </a:lnTo>
                  <a:lnTo>
                    <a:pt x="45083" y="15466"/>
                  </a:lnTo>
                  <a:lnTo>
                    <a:pt x="44392" y="15517"/>
                  </a:lnTo>
                  <a:lnTo>
                    <a:pt x="43701" y="15568"/>
                  </a:lnTo>
                  <a:lnTo>
                    <a:pt x="43010" y="15614"/>
                  </a:lnTo>
                  <a:lnTo>
                    <a:pt x="42320" y="15660"/>
                  </a:lnTo>
                  <a:lnTo>
                    <a:pt x="41599" y="15701"/>
                  </a:lnTo>
                  <a:lnTo>
                    <a:pt x="40878" y="15736"/>
                  </a:lnTo>
                  <a:lnTo>
                    <a:pt x="40127" y="15772"/>
                  </a:lnTo>
                  <a:lnTo>
                    <a:pt x="39406" y="15803"/>
                  </a:lnTo>
                  <a:lnTo>
                    <a:pt x="38655" y="15828"/>
                  </a:lnTo>
                  <a:lnTo>
                    <a:pt x="37905" y="15854"/>
                  </a:lnTo>
                  <a:lnTo>
                    <a:pt x="37124" y="15879"/>
                  </a:lnTo>
                  <a:lnTo>
                    <a:pt x="36343" y="15895"/>
                  </a:lnTo>
                  <a:lnTo>
                    <a:pt x="35562" y="15910"/>
                  </a:lnTo>
                  <a:lnTo>
                    <a:pt x="34781" y="15920"/>
                  </a:lnTo>
                  <a:lnTo>
                    <a:pt x="34000" y="15930"/>
                  </a:lnTo>
                  <a:lnTo>
                    <a:pt x="33189" y="15935"/>
                  </a:lnTo>
                  <a:lnTo>
                    <a:pt x="32378" y="15935"/>
                  </a:lnTo>
                  <a:lnTo>
                    <a:pt x="32378" y="15935"/>
                  </a:lnTo>
                  <a:lnTo>
                    <a:pt x="31147" y="15935"/>
                  </a:lnTo>
                  <a:lnTo>
                    <a:pt x="29915" y="15920"/>
                  </a:lnTo>
                  <a:lnTo>
                    <a:pt x="28654" y="15905"/>
                  </a:lnTo>
                  <a:lnTo>
                    <a:pt x="27392" y="15874"/>
                  </a:lnTo>
                  <a:lnTo>
                    <a:pt x="26131" y="15838"/>
                  </a:lnTo>
                  <a:lnTo>
                    <a:pt x="24839" y="15798"/>
                  </a:lnTo>
                  <a:lnTo>
                    <a:pt x="23518" y="15747"/>
                  </a:lnTo>
                  <a:lnTo>
                    <a:pt x="22196" y="15685"/>
                  </a:lnTo>
                  <a:lnTo>
                    <a:pt x="20875" y="15619"/>
                  </a:lnTo>
                  <a:lnTo>
                    <a:pt x="19523" y="15543"/>
                  </a:lnTo>
                  <a:lnTo>
                    <a:pt x="18172" y="15456"/>
                  </a:lnTo>
                  <a:lnTo>
                    <a:pt x="16820" y="15364"/>
                  </a:lnTo>
                  <a:lnTo>
                    <a:pt x="15439" y="15262"/>
                  </a:lnTo>
                  <a:lnTo>
                    <a:pt x="14057" y="15150"/>
                  </a:lnTo>
                  <a:lnTo>
                    <a:pt x="12645" y="15033"/>
                  </a:lnTo>
                  <a:lnTo>
                    <a:pt x="11264" y="14905"/>
                  </a:lnTo>
                  <a:lnTo>
                    <a:pt x="11264" y="14905"/>
                  </a:lnTo>
                  <a:lnTo>
                    <a:pt x="10633" y="14844"/>
                  </a:lnTo>
                  <a:lnTo>
                    <a:pt x="10032" y="14777"/>
                  </a:lnTo>
                  <a:lnTo>
                    <a:pt x="10032" y="14777"/>
                  </a:lnTo>
                  <a:lnTo>
                    <a:pt x="10062" y="14711"/>
                  </a:lnTo>
                  <a:lnTo>
                    <a:pt x="10092" y="14650"/>
                  </a:lnTo>
                  <a:lnTo>
                    <a:pt x="10092" y="14650"/>
                  </a:lnTo>
                  <a:lnTo>
                    <a:pt x="10062" y="14568"/>
                  </a:lnTo>
                  <a:lnTo>
                    <a:pt x="10062" y="14482"/>
                  </a:lnTo>
                  <a:lnTo>
                    <a:pt x="10002" y="14385"/>
                  </a:lnTo>
                  <a:lnTo>
                    <a:pt x="9882" y="14283"/>
                  </a:lnTo>
                  <a:lnTo>
                    <a:pt x="9762" y="14181"/>
                  </a:lnTo>
                  <a:lnTo>
                    <a:pt x="9552" y="14074"/>
                  </a:lnTo>
                  <a:lnTo>
                    <a:pt x="9282" y="13972"/>
                  </a:lnTo>
                  <a:lnTo>
                    <a:pt x="9131" y="13915"/>
                  </a:lnTo>
                  <a:lnTo>
                    <a:pt x="8951" y="13864"/>
                  </a:lnTo>
                  <a:lnTo>
                    <a:pt x="8741" y="13819"/>
                  </a:lnTo>
                  <a:lnTo>
                    <a:pt x="8531" y="13768"/>
                  </a:lnTo>
                  <a:lnTo>
                    <a:pt x="8290" y="13722"/>
                  </a:lnTo>
                  <a:lnTo>
                    <a:pt x="8020" y="13676"/>
                  </a:lnTo>
                  <a:lnTo>
                    <a:pt x="7750" y="13630"/>
                  </a:lnTo>
                  <a:lnTo>
                    <a:pt x="7419" y="13589"/>
                  </a:lnTo>
                  <a:lnTo>
                    <a:pt x="7089" y="13553"/>
                  </a:lnTo>
                  <a:lnTo>
                    <a:pt x="6729" y="13513"/>
                  </a:lnTo>
                  <a:lnTo>
                    <a:pt x="6338" y="13482"/>
                  </a:lnTo>
                  <a:lnTo>
                    <a:pt x="5918" y="13451"/>
                  </a:lnTo>
                  <a:lnTo>
                    <a:pt x="5467" y="13426"/>
                  </a:lnTo>
                  <a:lnTo>
                    <a:pt x="4987" y="13400"/>
                  </a:lnTo>
                  <a:lnTo>
                    <a:pt x="4476" y="13380"/>
                  </a:lnTo>
                  <a:lnTo>
                    <a:pt x="3905" y="13365"/>
                  </a:lnTo>
                  <a:lnTo>
                    <a:pt x="3335" y="13354"/>
                  </a:lnTo>
                  <a:lnTo>
                    <a:pt x="2704" y="13349"/>
                  </a:lnTo>
                  <a:lnTo>
                    <a:pt x="2704" y="13349"/>
                  </a:lnTo>
                  <a:lnTo>
                    <a:pt x="2193" y="13155"/>
                  </a:lnTo>
                  <a:lnTo>
                    <a:pt x="1713" y="12957"/>
                  </a:lnTo>
                  <a:lnTo>
                    <a:pt x="1292" y="12753"/>
                  </a:lnTo>
                  <a:lnTo>
                    <a:pt x="932" y="12549"/>
                  </a:lnTo>
                  <a:lnTo>
                    <a:pt x="632" y="12334"/>
                  </a:lnTo>
                  <a:lnTo>
                    <a:pt x="361" y="12120"/>
                  </a:lnTo>
                  <a:lnTo>
                    <a:pt x="151" y="11901"/>
                  </a:lnTo>
                  <a:lnTo>
                    <a:pt x="1" y="11681"/>
                  </a:lnTo>
                  <a:lnTo>
                    <a:pt x="1" y="10340"/>
                  </a:lnTo>
                  <a:lnTo>
                    <a:pt x="1" y="6060"/>
                  </a:lnTo>
                  <a:lnTo>
                    <a:pt x="1" y="4745"/>
                  </a:lnTo>
                  <a:lnTo>
                    <a:pt x="1" y="4745"/>
                  </a:lnTo>
                  <a:lnTo>
                    <a:pt x="181" y="4469"/>
                  </a:lnTo>
                  <a:lnTo>
                    <a:pt x="391" y="4194"/>
                  </a:lnTo>
                  <a:lnTo>
                    <a:pt x="692" y="3923"/>
                  </a:lnTo>
                  <a:lnTo>
                    <a:pt x="1052" y="3658"/>
                  </a:lnTo>
                  <a:lnTo>
                    <a:pt x="1442" y="3403"/>
                  </a:lnTo>
                  <a:lnTo>
                    <a:pt x="1863" y="3153"/>
                  </a:lnTo>
                  <a:lnTo>
                    <a:pt x="2344" y="2908"/>
                  </a:lnTo>
                  <a:lnTo>
                    <a:pt x="2884" y="2674"/>
                  </a:lnTo>
                  <a:lnTo>
                    <a:pt x="3455" y="2449"/>
                  </a:lnTo>
                  <a:lnTo>
                    <a:pt x="4055" y="2235"/>
                  </a:lnTo>
                  <a:lnTo>
                    <a:pt x="4716" y="2031"/>
                  </a:lnTo>
                  <a:lnTo>
                    <a:pt x="5377" y="1837"/>
                  </a:lnTo>
                  <a:lnTo>
                    <a:pt x="6098" y="1659"/>
                  </a:lnTo>
                  <a:lnTo>
                    <a:pt x="6458" y="1577"/>
                  </a:lnTo>
                  <a:lnTo>
                    <a:pt x="6819" y="1495"/>
                  </a:lnTo>
                  <a:lnTo>
                    <a:pt x="7209" y="1419"/>
                  </a:lnTo>
                  <a:lnTo>
                    <a:pt x="7570" y="1347"/>
                  </a:lnTo>
                  <a:lnTo>
                    <a:pt x="7960" y="1276"/>
                  </a:lnTo>
                  <a:lnTo>
                    <a:pt x="8350" y="1215"/>
                  </a:lnTo>
                  <a:lnTo>
                    <a:pt x="8350" y="1215"/>
                  </a:lnTo>
                  <a:lnTo>
                    <a:pt x="8891" y="1133"/>
                  </a:lnTo>
                  <a:lnTo>
                    <a:pt x="9402" y="1057"/>
                  </a:lnTo>
                  <a:lnTo>
                    <a:pt x="10453" y="914"/>
                  </a:lnTo>
                  <a:lnTo>
                    <a:pt x="11564" y="786"/>
                  </a:lnTo>
                  <a:lnTo>
                    <a:pt x="12675" y="664"/>
                  </a:lnTo>
                  <a:lnTo>
                    <a:pt x="13817" y="552"/>
                  </a:lnTo>
                  <a:lnTo>
                    <a:pt x="14988" y="455"/>
                  </a:lnTo>
                  <a:lnTo>
                    <a:pt x="16189" y="363"/>
                  </a:lnTo>
                  <a:lnTo>
                    <a:pt x="17391" y="287"/>
                  </a:lnTo>
                  <a:lnTo>
                    <a:pt x="18622" y="215"/>
                  </a:lnTo>
                  <a:lnTo>
                    <a:pt x="19854" y="159"/>
                  </a:lnTo>
                  <a:lnTo>
                    <a:pt x="21115" y="108"/>
                  </a:lnTo>
                  <a:lnTo>
                    <a:pt x="22377" y="67"/>
                  </a:lnTo>
                  <a:lnTo>
                    <a:pt x="23668" y="37"/>
                  </a:lnTo>
                  <a:lnTo>
                    <a:pt x="24960" y="16"/>
                  </a:lnTo>
                  <a:lnTo>
                    <a:pt x="26251" y="1"/>
                  </a:lnTo>
                  <a:lnTo>
                    <a:pt x="275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43"/>
            <p:cNvSpPr/>
            <p:nvPr/>
          </p:nvSpPr>
          <p:spPr>
            <a:xfrm flipH="1">
              <a:off x="4359106" y="4311525"/>
              <a:ext cx="64698" cy="63000"/>
            </a:xfrm>
            <a:custGeom>
              <a:avLst/>
              <a:gdLst/>
              <a:ahLst/>
              <a:cxnLst/>
              <a:rect l="l" t="t" r="r" b="b"/>
              <a:pathLst>
                <a:path w="15259" h="2520" extrusionOk="0">
                  <a:moveTo>
                    <a:pt x="7389" y="0"/>
                  </a:moveTo>
                  <a:lnTo>
                    <a:pt x="6759" y="5"/>
                  </a:lnTo>
                  <a:lnTo>
                    <a:pt x="6188" y="10"/>
                  </a:lnTo>
                  <a:lnTo>
                    <a:pt x="5647" y="26"/>
                  </a:lnTo>
                  <a:lnTo>
                    <a:pt x="5107" y="46"/>
                  </a:lnTo>
                  <a:lnTo>
                    <a:pt x="4626" y="67"/>
                  </a:lnTo>
                  <a:lnTo>
                    <a:pt x="4176" y="92"/>
                  </a:lnTo>
                  <a:lnTo>
                    <a:pt x="3725" y="128"/>
                  </a:lnTo>
                  <a:lnTo>
                    <a:pt x="3335" y="158"/>
                  </a:lnTo>
                  <a:lnTo>
                    <a:pt x="2974" y="199"/>
                  </a:lnTo>
                  <a:lnTo>
                    <a:pt x="2614" y="240"/>
                  </a:lnTo>
                  <a:lnTo>
                    <a:pt x="2313" y="286"/>
                  </a:lnTo>
                  <a:lnTo>
                    <a:pt x="2013" y="332"/>
                  </a:lnTo>
                  <a:lnTo>
                    <a:pt x="1743" y="383"/>
                  </a:lnTo>
                  <a:lnTo>
                    <a:pt x="1503" y="434"/>
                  </a:lnTo>
                  <a:lnTo>
                    <a:pt x="1262" y="490"/>
                  </a:lnTo>
                  <a:lnTo>
                    <a:pt x="1052" y="546"/>
                  </a:lnTo>
                  <a:lnTo>
                    <a:pt x="872" y="602"/>
                  </a:lnTo>
                  <a:lnTo>
                    <a:pt x="722" y="658"/>
                  </a:lnTo>
                  <a:lnTo>
                    <a:pt x="571" y="719"/>
                  </a:lnTo>
                  <a:lnTo>
                    <a:pt x="451" y="776"/>
                  </a:lnTo>
                  <a:lnTo>
                    <a:pt x="241" y="898"/>
                  </a:lnTo>
                  <a:lnTo>
                    <a:pt x="121" y="1015"/>
                  </a:lnTo>
                  <a:lnTo>
                    <a:pt x="31" y="1127"/>
                  </a:lnTo>
                  <a:lnTo>
                    <a:pt x="1" y="1235"/>
                  </a:lnTo>
                  <a:lnTo>
                    <a:pt x="1" y="1337"/>
                  </a:lnTo>
                  <a:lnTo>
                    <a:pt x="31" y="1428"/>
                  </a:lnTo>
                  <a:lnTo>
                    <a:pt x="91" y="1515"/>
                  </a:lnTo>
                  <a:lnTo>
                    <a:pt x="181" y="1602"/>
                  </a:lnTo>
                  <a:lnTo>
                    <a:pt x="301" y="1694"/>
                  </a:lnTo>
                  <a:lnTo>
                    <a:pt x="451" y="1785"/>
                  </a:lnTo>
                  <a:lnTo>
                    <a:pt x="631" y="1877"/>
                  </a:lnTo>
                  <a:lnTo>
                    <a:pt x="872" y="1964"/>
                  </a:lnTo>
                  <a:lnTo>
                    <a:pt x="1142" y="2051"/>
                  </a:lnTo>
                  <a:lnTo>
                    <a:pt x="1503" y="2132"/>
                  </a:lnTo>
                  <a:lnTo>
                    <a:pt x="1683" y="2168"/>
                  </a:lnTo>
                  <a:lnTo>
                    <a:pt x="1893" y="2209"/>
                  </a:lnTo>
                  <a:lnTo>
                    <a:pt x="2133" y="2244"/>
                  </a:lnTo>
                  <a:lnTo>
                    <a:pt x="2404" y="2280"/>
                  </a:lnTo>
                  <a:lnTo>
                    <a:pt x="2674" y="2311"/>
                  </a:lnTo>
                  <a:lnTo>
                    <a:pt x="2944" y="2341"/>
                  </a:lnTo>
                  <a:lnTo>
                    <a:pt x="3275" y="2372"/>
                  </a:lnTo>
                  <a:lnTo>
                    <a:pt x="3605" y="2398"/>
                  </a:lnTo>
                  <a:lnTo>
                    <a:pt x="3965" y="2423"/>
                  </a:lnTo>
                  <a:lnTo>
                    <a:pt x="4356" y="2443"/>
                  </a:lnTo>
                  <a:lnTo>
                    <a:pt x="4776" y="2464"/>
                  </a:lnTo>
                  <a:lnTo>
                    <a:pt x="5197" y="2479"/>
                  </a:lnTo>
                  <a:lnTo>
                    <a:pt x="5677" y="2494"/>
                  </a:lnTo>
                  <a:lnTo>
                    <a:pt x="6158" y="2505"/>
                  </a:lnTo>
                  <a:lnTo>
                    <a:pt x="6668" y="2510"/>
                  </a:lnTo>
                  <a:lnTo>
                    <a:pt x="7209" y="2515"/>
                  </a:lnTo>
                  <a:lnTo>
                    <a:pt x="7600" y="2520"/>
                  </a:lnTo>
                  <a:lnTo>
                    <a:pt x="8050" y="2515"/>
                  </a:lnTo>
                  <a:lnTo>
                    <a:pt x="8531" y="2510"/>
                  </a:lnTo>
                  <a:lnTo>
                    <a:pt x="8951" y="2500"/>
                  </a:lnTo>
                  <a:lnTo>
                    <a:pt x="9402" y="2489"/>
                  </a:lnTo>
                  <a:lnTo>
                    <a:pt x="9792" y="2474"/>
                  </a:lnTo>
                  <a:lnTo>
                    <a:pt x="10183" y="2454"/>
                  </a:lnTo>
                  <a:lnTo>
                    <a:pt x="10573" y="2433"/>
                  </a:lnTo>
                  <a:lnTo>
                    <a:pt x="10903" y="2408"/>
                  </a:lnTo>
                  <a:lnTo>
                    <a:pt x="11264" y="2382"/>
                  </a:lnTo>
                  <a:lnTo>
                    <a:pt x="11594" y="2357"/>
                  </a:lnTo>
                  <a:lnTo>
                    <a:pt x="11895" y="2326"/>
                  </a:lnTo>
                  <a:lnTo>
                    <a:pt x="12195" y="2290"/>
                  </a:lnTo>
                  <a:lnTo>
                    <a:pt x="12735" y="2219"/>
                  </a:lnTo>
                  <a:lnTo>
                    <a:pt x="13216" y="2142"/>
                  </a:lnTo>
                  <a:lnTo>
                    <a:pt x="13637" y="2056"/>
                  </a:lnTo>
                  <a:lnTo>
                    <a:pt x="14027" y="1969"/>
                  </a:lnTo>
                  <a:lnTo>
                    <a:pt x="14357" y="1882"/>
                  </a:lnTo>
                  <a:lnTo>
                    <a:pt x="14628" y="1791"/>
                  </a:lnTo>
                  <a:lnTo>
                    <a:pt x="14838" y="1699"/>
                  </a:lnTo>
                  <a:lnTo>
                    <a:pt x="15018" y="1607"/>
                  </a:lnTo>
                  <a:lnTo>
                    <a:pt x="15168" y="1520"/>
                  </a:lnTo>
                  <a:lnTo>
                    <a:pt x="15258" y="1433"/>
                  </a:lnTo>
                  <a:lnTo>
                    <a:pt x="14658" y="1367"/>
                  </a:lnTo>
                  <a:lnTo>
                    <a:pt x="14057" y="1296"/>
                  </a:lnTo>
                  <a:lnTo>
                    <a:pt x="13516" y="1219"/>
                  </a:lnTo>
                  <a:lnTo>
                    <a:pt x="12976" y="1138"/>
                  </a:lnTo>
                  <a:lnTo>
                    <a:pt x="12435" y="1061"/>
                  </a:lnTo>
                  <a:lnTo>
                    <a:pt x="11955" y="974"/>
                  </a:lnTo>
                  <a:lnTo>
                    <a:pt x="11474" y="888"/>
                  </a:lnTo>
                  <a:lnTo>
                    <a:pt x="10993" y="801"/>
                  </a:lnTo>
                  <a:lnTo>
                    <a:pt x="10543" y="709"/>
                  </a:lnTo>
                  <a:lnTo>
                    <a:pt x="10122" y="612"/>
                  </a:lnTo>
                  <a:lnTo>
                    <a:pt x="9702" y="520"/>
                  </a:lnTo>
                  <a:lnTo>
                    <a:pt x="9312" y="418"/>
                  </a:lnTo>
                  <a:lnTo>
                    <a:pt x="8951" y="316"/>
                  </a:lnTo>
                  <a:lnTo>
                    <a:pt x="8591" y="214"/>
                  </a:lnTo>
                  <a:lnTo>
                    <a:pt x="8260" y="112"/>
                  </a:lnTo>
                  <a:lnTo>
                    <a:pt x="7930" y="5"/>
                  </a:lnTo>
                  <a:lnTo>
                    <a:pt x="7660" y="0"/>
                  </a:lnTo>
                  <a:close/>
                </a:path>
              </a:pathLst>
            </a:custGeom>
            <a:solidFill>
              <a:srgbClr val="FF75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43"/>
            <p:cNvSpPr/>
            <p:nvPr/>
          </p:nvSpPr>
          <p:spPr>
            <a:xfrm flipH="1">
              <a:off x="4359106" y="4311525"/>
              <a:ext cx="64698" cy="63000"/>
            </a:xfrm>
            <a:custGeom>
              <a:avLst/>
              <a:gdLst/>
              <a:ahLst/>
              <a:cxnLst/>
              <a:rect l="l" t="t" r="r" b="b"/>
              <a:pathLst>
                <a:path w="15259" h="2520" fill="none" extrusionOk="0">
                  <a:moveTo>
                    <a:pt x="7389" y="0"/>
                  </a:moveTo>
                  <a:lnTo>
                    <a:pt x="7389" y="0"/>
                  </a:lnTo>
                  <a:lnTo>
                    <a:pt x="7660" y="0"/>
                  </a:lnTo>
                  <a:lnTo>
                    <a:pt x="7660" y="0"/>
                  </a:lnTo>
                  <a:lnTo>
                    <a:pt x="7930" y="5"/>
                  </a:lnTo>
                  <a:lnTo>
                    <a:pt x="7930" y="5"/>
                  </a:lnTo>
                  <a:lnTo>
                    <a:pt x="8260" y="112"/>
                  </a:lnTo>
                  <a:lnTo>
                    <a:pt x="8591" y="214"/>
                  </a:lnTo>
                  <a:lnTo>
                    <a:pt x="8951" y="316"/>
                  </a:lnTo>
                  <a:lnTo>
                    <a:pt x="9312" y="418"/>
                  </a:lnTo>
                  <a:lnTo>
                    <a:pt x="9702" y="520"/>
                  </a:lnTo>
                  <a:lnTo>
                    <a:pt x="10122" y="612"/>
                  </a:lnTo>
                  <a:lnTo>
                    <a:pt x="10543" y="709"/>
                  </a:lnTo>
                  <a:lnTo>
                    <a:pt x="10993" y="801"/>
                  </a:lnTo>
                  <a:lnTo>
                    <a:pt x="11474" y="888"/>
                  </a:lnTo>
                  <a:lnTo>
                    <a:pt x="11955" y="974"/>
                  </a:lnTo>
                  <a:lnTo>
                    <a:pt x="12435" y="1061"/>
                  </a:lnTo>
                  <a:lnTo>
                    <a:pt x="12976" y="1138"/>
                  </a:lnTo>
                  <a:lnTo>
                    <a:pt x="13516" y="1219"/>
                  </a:lnTo>
                  <a:lnTo>
                    <a:pt x="14057" y="1296"/>
                  </a:lnTo>
                  <a:lnTo>
                    <a:pt x="14658" y="1367"/>
                  </a:lnTo>
                  <a:lnTo>
                    <a:pt x="15258" y="1433"/>
                  </a:lnTo>
                  <a:lnTo>
                    <a:pt x="15258" y="1433"/>
                  </a:lnTo>
                  <a:lnTo>
                    <a:pt x="15168" y="1520"/>
                  </a:lnTo>
                  <a:lnTo>
                    <a:pt x="15018" y="1607"/>
                  </a:lnTo>
                  <a:lnTo>
                    <a:pt x="14838" y="1699"/>
                  </a:lnTo>
                  <a:lnTo>
                    <a:pt x="14628" y="1791"/>
                  </a:lnTo>
                  <a:lnTo>
                    <a:pt x="14357" y="1882"/>
                  </a:lnTo>
                  <a:lnTo>
                    <a:pt x="14027" y="1969"/>
                  </a:lnTo>
                  <a:lnTo>
                    <a:pt x="13637" y="2056"/>
                  </a:lnTo>
                  <a:lnTo>
                    <a:pt x="13216" y="2142"/>
                  </a:lnTo>
                  <a:lnTo>
                    <a:pt x="12735" y="2219"/>
                  </a:lnTo>
                  <a:lnTo>
                    <a:pt x="12195" y="2290"/>
                  </a:lnTo>
                  <a:lnTo>
                    <a:pt x="11895" y="2326"/>
                  </a:lnTo>
                  <a:lnTo>
                    <a:pt x="11594" y="2357"/>
                  </a:lnTo>
                  <a:lnTo>
                    <a:pt x="11264" y="2382"/>
                  </a:lnTo>
                  <a:lnTo>
                    <a:pt x="10903" y="2408"/>
                  </a:lnTo>
                  <a:lnTo>
                    <a:pt x="10573" y="2433"/>
                  </a:lnTo>
                  <a:lnTo>
                    <a:pt x="10183" y="2454"/>
                  </a:lnTo>
                  <a:lnTo>
                    <a:pt x="9792" y="2474"/>
                  </a:lnTo>
                  <a:lnTo>
                    <a:pt x="9402" y="2489"/>
                  </a:lnTo>
                  <a:lnTo>
                    <a:pt x="8951" y="2500"/>
                  </a:lnTo>
                  <a:lnTo>
                    <a:pt x="8531" y="2510"/>
                  </a:lnTo>
                  <a:lnTo>
                    <a:pt x="8050" y="2515"/>
                  </a:lnTo>
                  <a:lnTo>
                    <a:pt x="7600" y="2520"/>
                  </a:lnTo>
                  <a:lnTo>
                    <a:pt x="7600" y="2520"/>
                  </a:lnTo>
                  <a:lnTo>
                    <a:pt x="7209" y="2515"/>
                  </a:lnTo>
                  <a:lnTo>
                    <a:pt x="7209" y="2515"/>
                  </a:lnTo>
                  <a:lnTo>
                    <a:pt x="6668" y="2510"/>
                  </a:lnTo>
                  <a:lnTo>
                    <a:pt x="6158" y="2505"/>
                  </a:lnTo>
                  <a:lnTo>
                    <a:pt x="5677" y="2494"/>
                  </a:lnTo>
                  <a:lnTo>
                    <a:pt x="5197" y="2479"/>
                  </a:lnTo>
                  <a:lnTo>
                    <a:pt x="4776" y="2464"/>
                  </a:lnTo>
                  <a:lnTo>
                    <a:pt x="4356" y="2443"/>
                  </a:lnTo>
                  <a:lnTo>
                    <a:pt x="3965" y="2423"/>
                  </a:lnTo>
                  <a:lnTo>
                    <a:pt x="3605" y="2398"/>
                  </a:lnTo>
                  <a:lnTo>
                    <a:pt x="3275" y="2372"/>
                  </a:lnTo>
                  <a:lnTo>
                    <a:pt x="2944" y="2341"/>
                  </a:lnTo>
                  <a:lnTo>
                    <a:pt x="2674" y="2311"/>
                  </a:lnTo>
                  <a:lnTo>
                    <a:pt x="2404" y="2280"/>
                  </a:lnTo>
                  <a:lnTo>
                    <a:pt x="2133" y="2244"/>
                  </a:lnTo>
                  <a:lnTo>
                    <a:pt x="1893" y="2209"/>
                  </a:lnTo>
                  <a:lnTo>
                    <a:pt x="1683" y="2168"/>
                  </a:lnTo>
                  <a:lnTo>
                    <a:pt x="1503" y="2132"/>
                  </a:lnTo>
                  <a:lnTo>
                    <a:pt x="1142" y="2051"/>
                  </a:lnTo>
                  <a:lnTo>
                    <a:pt x="872" y="1964"/>
                  </a:lnTo>
                  <a:lnTo>
                    <a:pt x="631" y="1877"/>
                  </a:lnTo>
                  <a:lnTo>
                    <a:pt x="451" y="1785"/>
                  </a:lnTo>
                  <a:lnTo>
                    <a:pt x="301" y="1694"/>
                  </a:lnTo>
                  <a:lnTo>
                    <a:pt x="181" y="1602"/>
                  </a:lnTo>
                  <a:lnTo>
                    <a:pt x="91" y="1515"/>
                  </a:lnTo>
                  <a:lnTo>
                    <a:pt x="31" y="1428"/>
                  </a:lnTo>
                  <a:lnTo>
                    <a:pt x="31" y="1428"/>
                  </a:lnTo>
                  <a:lnTo>
                    <a:pt x="1" y="1337"/>
                  </a:lnTo>
                  <a:lnTo>
                    <a:pt x="1" y="1235"/>
                  </a:lnTo>
                  <a:lnTo>
                    <a:pt x="31" y="1127"/>
                  </a:lnTo>
                  <a:lnTo>
                    <a:pt x="121" y="1015"/>
                  </a:lnTo>
                  <a:lnTo>
                    <a:pt x="241" y="898"/>
                  </a:lnTo>
                  <a:lnTo>
                    <a:pt x="451" y="776"/>
                  </a:lnTo>
                  <a:lnTo>
                    <a:pt x="571" y="719"/>
                  </a:lnTo>
                  <a:lnTo>
                    <a:pt x="722" y="658"/>
                  </a:lnTo>
                  <a:lnTo>
                    <a:pt x="872" y="602"/>
                  </a:lnTo>
                  <a:lnTo>
                    <a:pt x="1052" y="546"/>
                  </a:lnTo>
                  <a:lnTo>
                    <a:pt x="1262" y="490"/>
                  </a:lnTo>
                  <a:lnTo>
                    <a:pt x="1503" y="434"/>
                  </a:lnTo>
                  <a:lnTo>
                    <a:pt x="1743" y="383"/>
                  </a:lnTo>
                  <a:lnTo>
                    <a:pt x="2013" y="332"/>
                  </a:lnTo>
                  <a:lnTo>
                    <a:pt x="2313" y="286"/>
                  </a:lnTo>
                  <a:lnTo>
                    <a:pt x="2614" y="240"/>
                  </a:lnTo>
                  <a:lnTo>
                    <a:pt x="2974" y="199"/>
                  </a:lnTo>
                  <a:lnTo>
                    <a:pt x="3335" y="158"/>
                  </a:lnTo>
                  <a:lnTo>
                    <a:pt x="3725" y="128"/>
                  </a:lnTo>
                  <a:lnTo>
                    <a:pt x="4176" y="92"/>
                  </a:lnTo>
                  <a:lnTo>
                    <a:pt x="4626" y="67"/>
                  </a:lnTo>
                  <a:lnTo>
                    <a:pt x="5107" y="46"/>
                  </a:lnTo>
                  <a:lnTo>
                    <a:pt x="5647" y="26"/>
                  </a:lnTo>
                  <a:lnTo>
                    <a:pt x="6188" y="10"/>
                  </a:lnTo>
                  <a:lnTo>
                    <a:pt x="6759" y="5"/>
                  </a:lnTo>
                  <a:lnTo>
                    <a:pt x="738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43"/>
            <p:cNvSpPr/>
            <p:nvPr/>
          </p:nvSpPr>
          <p:spPr>
            <a:xfrm flipH="1">
              <a:off x="4358851" y="4311650"/>
              <a:ext cx="31334" cy="35725"/>
            </a:xfrm>
            <a:custGeom>
              <a:avLst/>
              <a:gdLst/>
              <a:ahLst/>
              <a:cxnLst/>
              <a:rect l="l" t="t" r="r" b="b"/>
              <a:pathLst>
                <a:path w="7390" h="1429" extrusionOk="0">
                  <a:moveTo>
                    <a:pt x="1" y="0"/>
                  </a:moveTo>
                  <a:lnTo>
                    <a:pt x="331" y="107"/>
                  </a:lnTo>
                  <a:lnTo>
                    <a:pt x="662" y="209"/>
                  </a:lnTo>
                  <a:lnTo>
                    <a:pt x="1022" y="311"/>
                  </a:lnTo>
                  <a:lnTo>
                    <a:pt x="1383" y="413"/>
                  </a:lnTo>
                  <a:lnTo>
                    <a:pt x="1773" y="515"/>
                  </a:lnTo>
                  <a:lnTo>
                    <a:pt x="2193" y="607"/>
                  </a:lnTo>
                  <a:lnTo>
                    <a:pt x="2614" y="704"/>
                  </a:lnTo>
                  <a:lnTo>
                    <a:pt x="3064" y="796"/>
                  </a:lnTo>
                  <a:lnTo>
                    <a:pt x="3545" y="883"/>
                  </a:lnTo>
                  <a:lnTo>
                    <a:pt x="4026" y="969"/>
                  </a:lnTo>
                  <a:lnTo>
                    <a:pt x="4506" y="1056"/>
                  </a:lnTo>
                  <a:lnTo>
                    <a:pt x="5047" y="1133"/>
                  </a:lnTo>
                  <a:lnTo>
                    <a:pt x="5587" y="1214"/>
                  </a:lnTo>
                  <a:lnTo>
                    <a:pt x="6128" y="1291"/>
                  </a:lnTo>
                  <a:lnTo>
                    <a:pt x="6729" y="1362"/>
                  </a:lnTo>
                  <a:lnTo>
                    <a:pt x="7329" y="1428"/>
                  </a:lnTo>
                  <a:lnTo>
                    <a:pt x="7359" y="1362"/>
                  </a:lnTo>
                  <a:lnTo>
                    <a:pt x="7389" y="1301"/>
                  </a:lnTo>
                  <a:lnTo>
                    <a:pt x="7359" y="1219"/>
                  </a:lnTo>
                  <a:lnTo>
                    <a:pt x="7359" y="1133"/>
                  </a:lnTo>
                  <a:lnTo>
                    <a:pt x="7299" y="1036"/>
                  </a:lnTo>
                  <a:lnTo>
                    <a:pt x="7179" y="934"/>
                  </a:lnTo>
                  <a:lnTo>
                    <a:pt x="7059" y="832"/>
                  </a:lnTo>
                  <a:lnTo>
                    <a:pt x="6849" y="725"/>
                  </a:lnTo>
                  <a:lnTo>
                    <a:pt x="6579" y="623"/>
                  </a:lnTo>
                  <a:lnTo>
                    <a:pt x="6428" y="566"/>
                  </a:lnTo>
                  <a:lnTo>
                    <a:pt x="6248" y="515"/>
                  </a:lnTo>
                  <a:lnTo>
                    <a:pt x="6038" y="470"/>
                  </a:lnTo>
                  <a:lnTo>
                    <a:pt x="5828" y="419"/>
                  </a:lnTo>
                  <a:lnTo>
                    <a:pt x="5587" y="373"/>
                  </a:lnTo>
                  <a:lnTo>
                    <a:pt x="5317" y="327"/>
                  </a:lnTo>
                  <a:lnTo>
                    <a:pt x="5047" y="281"/>
                  </a:lnTo>
                  <a:lnTo>
                    <a:pt x="4716" y="240"/>
                  </a:lnTo>
                  <a:lnTo>
                    <a:pt x="4386" y="204"/>
                  </a:lnTo>
                  <a:lnTo>
                    <a:pt x="4026" y="164"/>
                  </a:lnTo>
                  <a:lnTo>
                    <a:pt x="3635" y="133"/>
                  </a:lnTo>
                  <a:lnTo>
                    <a:pt x="3215" y="102"/>
                  </a:lnTo>
                  <a:lnTo>
                    <a:pt x="2764" y="77"/>
                  </a:lnTo>
                  <a:lnTo>
                    <a:pt x="2284" y="51"/>
                  </a:lnTo>
                  <a:lnTo>
                    <a:pt x="1773" y="31"/>
                  </a:lnTo>
                  <a:lnTo>
                    <a:pt x="1202" y="16"/>
                  </a:lnTo>
                  <a:lnTo>
                    <a:pt x="632" y="5"/>
                  </a:lnTo>
                  <a:lnTo>
                    <a:pt x="1" y="0"/>
                  </a:lnTo>
                  <a:close/>
                </a:path>
              </a:pathLst>
            </a:custGeom>
            <a:solidFill>
              <a:srgbClr val="FF2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43"/>
            <p:cNvSpPr/>
            <p:nvPr/>
          </p:nvSpPr>
          <p:spPr>
            <a:xfrm flipH="1">
              <a:off x="4358851" y="4311650"/>
              <a:ext cx="31334" cy="35725"/>
            </a:xfrm>
            <a:custGeom>
              <a:avLst/>
              <a:gdLst/>
              <a:ahLst/>
              <a:cxnLst/>
              <a:rect l="l" t="t" r="r" b="b"/>
              <a:pathLst>
                <a:path w="7390" h="1429" fill="none" extrusionOk="0">
                  <a:moveTo>
                    <a:pt x="1" y="0"/>
                  </a:moveTo>
                  <a:lnTo>
                    <a:pt x="1" y="0"/>
                  </a:lnTo>
                  <a:lnTo>
                    <a:pt x="632" y="5"/>
                  </a:lnTo>
                  <a:lnTo>
                    <a:pt x="1202" y="16"/>
                  </a:lnTo>
                  <a:lnTo>
                    <a:pt x="1773" y="31"/>
                  </a:lnTo>
                  <a:lnTo>
                    <a:pt x="2284" y="51"/>
                  </a:lnTo>
                  <a:lnTo>
                    <a:pt x="2764" y="77"/>
                  </a:lnTo>
                  <a:lnTo>
                    <a:pt x="3215" y="102"/>
                  </a:lnTo>
                  <a:lnTo>
                    <a:pt x="3635" y="133"/>
                  </a:lnTo>
                  <a:lnTo>
                    <a:pt x="4026" y="164"/>
                  </a:lnTo>
                  <a:lnTo>
                    <a:pt x="4386" y="204"/>
                  </a:lnTo>
                  <a:lnTo>
                    <a:pt x="4716" y="240"/>
                  </a:lnTo>
                  <a:lnTo>
                    <a:pt x="5047" y="281"/>
                  </a:lnTo>
                  <a:lnTo>
                    <a:pt x="5317" y="327"/>
                  </a:lnTo>
                  <a:lnTo>
                    <a:pt x="5587" y="373"/>
                  </a:lnTo>
                  <a:lnTo>
                    <a:pt x="5828" y="419"/>
                  </a:lnTo>
                  <a:lnTo>
                    <a:pt x="6038" y="470"/>
                  </a:lnTo>
                  <a:lnTo>
                    <a:pt x="6248" y="515"/>
                  </a:lnTo>
                  <a:lnTo>
                    <a:pt x="6428" y="566"/>
                  </a:lnTo>
                  <a:lnTo>
                    <a:pt x="6579" y="623"/>
                  </a:lnTo>
                  <a:lnTo>
                    <a:pt x="6849" y="725"/>
                  </a:lnTo>
                  <a:lnTo>
                    <a:pt x="7059" y="832"/>
                  </a:lnTo>
                  <a:lnTo>
                    <a:pt x="7179" y="934"/>
                  </a:lnTo>
                  <a:lnTo>
                    <a:pt x="7299" y="1036"/>
                  </a:lnTo>
                  <a:lnTo>
                    <a:pt x="7359" y="1133"/>
                  </a:lnTo>
                  <a:lnTo>
                    <a:pt x="7359" y="1219"/>
                  </a:lnTo>
                  <a:lnTo>
                    <a:pt x="7389" y="1301"/>
                  </a:lnTo>
                  <a:lnTo>
                    <a:pt x="7389" y="1301"/>
                  </a:lnTo>
                  <a:lnTo>
                    <a:pt x="7359" y="1362"/>
                  </a:lnTo>
                  <a:lnTo>
                    <a:pt x="7329" y="1428"/>
                  </a:lnTo>
                  <a:lnTo>
                    <a:pt x="7329" y="1428"/>
                  </a:lnTo>
                  <a:lnTo>
                    <a:pt x="6729" y="1362"/>
                  </a:lnTo>
                  <a:lnTo>
                    <a:pt x="6128" y="1291"/>
                  </a:lnTo>
                  <a:lnTo>
                    <a:pt x="5587" y="1214"/>
                  </a:lnTo>
                  <a:lnTo>
                    <a:pt x="5047" y="1133"/>
                  </a:lnTo>
                  <a:lnTo>
                    <a:pt x="4506" y="1056"/>
                  </a:lnTo>
                  <a:lnTo>
                    <a:pt x="4026" y="969"/>
                  </a:lnTo>
                  <a:lnTo>
                    <a:pt x="3545" y="883"/>
                  </a:lnTo>
                  <a:lnTo>
                    <a:pt x="3064" y="796"/>
                  </a:lnTo>
                  <a:lnTo>
                    <a:pt x="2614" y="704"/>
                  </a:lnTo>
                  <a:lnTo>
                    <a:pt x="2193" y="607"/>
                  </a:lnTo>
                  <a:lnTo>
                    <a:pt x="1773" y="515"/>
                  </a:lnTo>
                  <a:lnTo>
                    <a:pt x="1383" y="413"/>
                  </a:lnTo>
                  <a:lnTo>
                    <a:pt x="1022" y="311"/>
                  </a:lnTo>
                  <a:lnTo>
                    <a:pt x="662" y="209"/>
                  </a:lnTo>
                  <a:lnTo>
                    <a:pt x="331" y="107"/>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43"/>
            <p:cNvSpPr/>
            <p:nvPr/>
          </p:nvSpPr>
          <p:spPr>
            <a:xfrm flipH="1">
              <a:off x="4384703" y="4335500"/>
              <a:ext cx="16176" cy="14800"/>
            </a:xfrm>
            <a:custGeom>
              <a:avLst/>
              <a:gdLst/>
              <a:ahLst/>
              <a:cxnLst/>
              <a:rect l="l" t="t" r="r" b="b"/>
              <a:pathLst>
                <a:path w="3815" h="592" extrusionOk="0">
                  <a:moveTo>
                    <a:pt x="420" y="0"/>
                  </a:moveTo>
                  <a:lnTo>
                    <a:pt x="240" y="56"/>
                  </a:lnTo>
                  <a:lnTo>
                    <a:pt x="90" y="112"/>
                  </a:lnTo>
                  <a:lnTo>
                    <a:pt x="30" y="174"/>
                  </a:lnTo>
                  <a:lnTo>
                    <a:pt x="0" y="230"/>
                  </a:lnTo>
                  <a:lnTo>
                    <a:pt x="0" y="281"/>
                  </a:lnTo>
                  <a:lnTo>
                    <a:pt x="60" y="327"/>
                  </a:lnTo>
                  <a:lnTo>
                    <a:pt x="150" y="378"/>
                  </a:lnTo>
                  <a:lnTo>
                    <a:pt x="300" y="423"/>
                  </a:lnTo>
                  <a:lnTo>
                    <a:pt x="481" y="464"/>
                  </a:lnTo>
                  <a:lnTo>
                    <a:pt x="691" y="510"/>
                  </a:lnTo>
                  <a:lnTo>
                    <a:pt x="931" y="551"/>
                  </a:lnTo>
                  <a:lnTo>
                    <a:pt x="1201" y="592"/>
                  </a:lnTo>
                  <a:lnTo>
                    <a:pt x="1742" y="536"/>
                  </a:lnTo>
                  <a:lnTo>
                    <a:pt x="1832" y="520"/>
                  </a:lnTo>
                  <a:lnTo>
                    <a:pt x="1862" y="500"/>
                  </a:lnTo>
                  <a:lnTo>
                    <a:pt x="1832" y="485"/>
                  </a:lnTo>
                  <a:lnTo>
                    <a:pt x="1772" y="464"/>
                  </a:lnTo>
                  <a:lnTo>
                    <a:pt x="1622" y="439"/>
                  </a:lnTo>
                  <a:lnTo>
                    <a:pt x="1502" y="403"/>
                  </a:lnTo>
                  <a:lnTo>
                    <a:pt x="1382" y="352"/>
                  </a:lnTo>
                  <a:lnTo>
                    <a:pt x="1352" y="327"/>
                  </a:lnTo>
                  <a:lnTo>
                    <a:pt x="1352" y="296"/>
                  </a:lnTo>
                  <a:lnTo>
                    <a:pt x="1352" y="260"/>
                  </a:lnTo>
                  <a:lnTo>
                    <a:pt x="1412" y="225"/>
                  </a:lnTo>
                  <a:lnTo>
                    <a:pt x="1502" y="184"/>
                  </a:lnTo>
                  <a:lnTo>
                    <a:pt x="1622" y="143"/>
                  </a:lnTo>
                  <a:lnTo>
                    <a:pt x="1682" y="128"/>
                  </a:lnTo>
                  <a:lnTo>
                    <a:pt x="1682" y="112"/>
                  </a:lnTo>
                  <a:lnTo>
                    <a:pt x="1682" y="97"/>
                  </a:lnTo>
                  <a:lnTo>
                    <a:pt x="1622" y="82"/>
                  </a:lnTo>
                  <a:lnTo>
                    <a:pt x="1532" y="72"/>
                  </a:lnTo>
                  <a:lnTo>
                    <a:pt x="1442" y="61"/>
                  </a:lnTo>
                  <a:lnTo>
                    <a:pt x="420" y="0"/>
                  </a:lnTo>
                  <a:close/>
                  <a:moveTo>
                    <a:pt x="2373" y="0"/>
                  </a:moveTo>
                  <a:lnTo>
                    <a:pt x="2193" y="56"/>
                  </a:lnTo>
                  <a:lnTo>
                    <a:pt x="2072" y="112"/>
                  </a:lnTo>
                  <a:lnTo>
                    <a:pt x="1982" y="174"/>
                  </a:lnTo>
                  <a:lnTo>
                    <a:pt x="1952" y="230"/>
                  </a:lnTo>
                  <a:lnTo>
                    <a:pt x="1982" y="281"/>
                  </a:lnTo>
                  <a:lnTo>
                    <a:pt x="2042" y="327"/>
                  </a:lnTo>
                  <a:lnTo>
                    <a:pt x="2132" y="378"/>
                  </a:lnTo>
                  <a:lnTo>
                    <a:pt x="2253" y="423"/>
                  </a:lnTo>
                  <a:lnTo>
                    <a:pt x="2433" y="464"/>
                  </a:lnTo>
                  <a:lnTo>
                    <a:pt x="2643" y="510"/>
                  </a:lnTo>
                  <a:lnTo>
                    <a:pt x="2883" y="551"/>
                  </a:lnTo>
                  <a:lnTo>
                    <a:pt x="3154" y="592"/>
                  </a:lnTo>
                  <a:lnTo>
                    <a:pt x="3694" y="536"/>
                  </a:lnTo>
                  <a:lnTo>
                    <a:pt x="3784" y="520"/>
                  </a:lnTo>
                  <a:lnTo>
                    <a:pt x="3814" y="500"/>
                  </a:lnTo>
                  <a:lnTo>
                    <a:pt x="3784" y="485"/>
                  </a:lnTo>
                  <a:lnTo>
                    <a:pt x="3724" y="464"/>
                  </a:lnTo>
                  <a:lnTo>
                    <a:pt x="3604" y="439"/>
                  </a:lnTo>
                  <a:lnTo>
                    <a:pt x="3454" y="403"/>
                  </a:lnTo>
                  <a:lnTo>
                    <a:pt x="3334" y="352"/>
                  </a:lnTo>
                  <a:lnTo>
                    <a:pt x="3304" y="327"/>
                  </a:lnTo>
                  <a:lnTo>
                    <a:pt x="3304" y="296"/>
                  </a:lnTo>
                  <a:lnTo>
                    <a:pt x="3304" y="260"/>
                  </a:lnTo>
                  <a:lnTo>
                    <a:pt x="3364" y="225"/>
                  </a:lnTo>
                  <a:lnTo>
                    <a:pt x="3454" y="184"/>
                  </a:lnTo>
                  <a:lnTo>
                    <a:pt x="3604" y="143"/>
                  </a:lnTo>
                  <a:lnTo>
                    <a:pt x="3634" y="128"/>
                  </a:lnTo>
                  <a:lnTo>
                    <a:pt x="3634" y="112"/>
                  </a:lnTo>
                  <a:lnTo>
                    <a:pt x="3634" y="97"/>
                  </a:lnTo>
                  <a:lnTo>
                    <a:pt x="3574" y="82"/>
                  </a:lnTo>
                  <a:lnTo>
                    <a:pt x="3514" y="72"/>
                  </a:lnTo>
                  <a:lnTo>
                    <a:pt x="3394" y="61"/>
                  </a:lnTo>
                  <a:lnTo>
                    <a:pt x="237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3"/>
            <p:cNvSpPr/>
            <p:nvPr/>
          </p:nvSpPr>
          <p:spPr>
            <a:xfrm flipH="1">
              <a:off x="4140326" y="3966725"/>
              <a:ext cx="64948" cy="62750"/>
            </a:xfrm>
            <a:custGeom>
              <a:avLst/>
              <a:gdLst/>
              <a:ahLst/>
              <a:cxnLst/>
              <a:rect l="l" t="t" r="r" b="b"/>
              <a:pathLst>
                <a:path w="15318" h="2510" extrusionOk="0">
                  <a:moveTo>
                    <a:pt x="7719" y="0"/>
                  </a:moveTo>
                  <a:lnTo>
                    <a:pt x="7209" y="5"/>
                  </a:lnTo>
                  <a:lnTo>
                    <a:pt x="6698" y="10"/>
                  </a:lnTo>
                  <a:lnTo>
                    <a:pt x="6217" y="20"/>
                  </a:lnTo>
                  <a:lnTo>
                    <a:pt x="5767" y="36"/>
                  </a:lnTo>
                  <a:lnTo>
                    <a:pt x="5316" y="56"/>
                  </a:lnTo>
                  <a:lnTo>
                    <a:pt x="4896" y="77"/>
                  </a:lnTo>
                  <a:lnTo>
                    <a:pt x="4505" y="102"/>
                  </a:lnTo>
                  <a:lnTo>
                    <a:pt x="4115" y="133"/>
                  </a:lnTo>
                  <a:lnTo>
                    <a:pt x="3755" y="163"/>
                  </a:lnTo>
                  <a:lnTo>
                    <a:pt x="3394" y="199"/>
                  </a:lnTo>
                  <a:lnTo>
                    <a:pt x="3094" y="235"/>
                  </a:lnTo>
                  <a:lnTo>
                    <a:pt x="2763" y="270"/>
                  </a:lnTo>
                  <a:lnTo>
                    <a:pt x="2493" y="311"/>
                  </a:lnTo>
                  <a:lnTo>
                    <a:pt x="2223" y="357"/>
                  </a:lnTo>
                  <a:lnTo>
                    <a:pt x="1953" y="403"/>
                  </a:lnTo>
                  <a:lnTo>
                    <a:pt x="1742" y="449"/>
                  </a:lnTo>
                  <a:lnTo>
                    <a:pt x="1322" y="541"/>
                  </a:lnTo>
                  <a:lnTo>
                    <a:pt x="961" y="643"/>
                  </a:lnTo>
                  <a:lnTo>
                    <a:pt x="661" y="745"/>
                  </a:lnTo>
                  <a:lnTo>
                    <a:pt x="421" y="842"/>
                  </a:lnTo>
                  <a:lnTo>
                    <a:pt x="241" y="944"/>
                  </a:lnTo>
                  <a:lnTo>
                    <a:pt x="120" y="1041"/>
                  </a:lnTo>
                  <a:lnTo>
                    <a:pt x="30" y="1127"/>
                  </a:lnTo>
                  <a:lnTo>
                    <a:pt x="0" y="1214"/>
                  </a:lnTo>
                  <a:lnTo>
                    <a:pt x="0" y="1291"/>
                  </a:lnTo>
                  <a:lnTo>
                    <a:pt x="871" y="1372"/>
                  </a:lnTo>
                  <a:lnTo>
                    <a:pt x="1742" y="1459"/>
                  </a:lnTo>
                  <a:lnTo>
                    <a:pt x="2583" y="1551"/>
                  </a:lnTo>
                  <a:lnTo>
                    <a:pt x="3394" y="1642"/>
                  </a:lnTo>
                  <a:lnTo>
                    <a:pt x="4205" y="1739"/>
                  </a:lnTo>
                  <a:lnTo>
                    <a:pt x="4986" y="1841"/>
                  </a:lnTo>
                  <a:lnTo>
                    <a:pt x="5767" y="1943"/>
                  </a:lnTo>
                  <a:lnTo>
                    <a:pt x="6488" y="2045"/>
                  </a:lnTo>
                  <a:lnTo>
                    <a:pt x="7179" y="2153"/>
                  </a:lnTo>
                  <a:lnTo>
                    <a:pt x="7839" y="2265"/>
                  </a:lnTo>
                  <a:lnTo>
                    <a:pt x="8470" y="2382"/>
                  </a:lnTo>
                  <a:lnTo>
                    <a:pt x="9041" y="2510"/>
                  </a:lnTo>
                  <a:lnTo>
                    <a:pt x="9581" y="2494"/>
                  </a:lnTo>
                  <a:lnTo>
                    <a:pt x="10062" y="2479"/>
                  </a:lnTo>
                  <a:lnTo>
                    <a:pt x="10542" y="2459"/>
                  </a:lnTo>
                  <a:lnTo>
                    <a:pt x="10963" y="2433"/>
                  </a:lnTo>
                  <a:lnTo>
                    <a:pt x="11383" y="2408"/>
                  </a:lnTo>
                  <a:lnTo>
                    <a:pt x="11774" y="2377"/>
                  </a:lnTo>
                  <a:lnTo>
                    <a:pt x="12134" y="2341"/>
                  </a:lnTo>
                  <a:lnTo>
                    <a:pt x="12495" y="2306"/>
                  </a:lnTo>
                  <a:lnTo>
                    <a:pt x="12795" y="2265"/>
                  </a:lnTo>
                  <a:lnTo>
                    <a:pt x="13095" y="2219"/>
                  </a:lnTo>
                  <a:lnTo>
                    <a:pt x="13366" y="2173"/>
                  </a:lnTo>
                  <a:lnTo>
                    <a:pt x="13606" y="2127"/>
                  </a:lnTo>
                  <a:lnTo>
                    <a:pt x="13846" y="2081"/>
                  </a:lnTo>
                  <a:lnTo>
                    <a:pt x="14057" y="2030"/>
                  </a:lnTo>
                  <a:lnTo>
                    <a:pt x="14237" y="1974"/>
                  </a:lnTo>
                  <a:lnTo>
                    <a:pt x="14417" y="1923"/>
                  </a:lnTo>
                  <a:lnTo>
                    <a:pt x="14717" y="1811"/>
                  </a:lnTo>
                  <a:lnTo>
                    <a:pt x="14928" y="1704"/>
                  </a:lnTo>
                  <a:lnTo>
                    <a:pt x="15108" y="1591"/>
                  </a:lnTo>
                  <a:lnTo>
                    <a:pt x="15228" y="1479"/>
                  </a:lnTo>
                  <a:lnTo>
                    <a:pt x="15288" y="1372"/>
                  </a:lnTo>
                  <a:lnTo>
                    <a:pt x="15318" y="1270"/>
                  </a:lnTo>
                  <a:lnTo>
                    <a:pt x="15318" y="1178"/>
                  </a:lnTo>
                  <a:lnTo>
                    <a:pt x="15288" y="1092"/>
                  </a:lnTo>
                  <a:lnTo>
                    <a:pt x="15198" y="1005"/>
                  </a:lnTo>
                  <a:lnTo>
                    <a:pt x="15138" y="913"/>
                  </a:lnTo>
                  <a:lnTo>
                    <a:pt x="15018" y="826"/>
                  </a:lnTo>
                  <a:lnTo>
                    <a:pt x="14867" y="735"/>
                  </a:lnTo>
                  <a:lnTo>
                    <a:pt x="14687" y="643"/>
                  </a:lnTo>
                  <a:lnTo>
                    <a:pt x="14447" y="556"/>
                  </a:lnTo>
                  <a:lnTo>
                    <a:pt x="14177" y="469"/>
                  </a:lnTo>
                  <a:lnTo>
                    <a:pt x="13816" y="388"/>
                  </a:lnTo>
                  <a:lnTo>
                    <a:pt x="13636" y="347"/>
                  </a:lnTo>
                  <a:lnTo>
                    <a:pt x="13396" y="311"/>
                  </a:lnTo>
                  <a:lnTo>
                    <a:pt x="13186" y="275"/>
                  </a:lnTo>
                  <a:lnTo>
                    <a:pt x="12915" y="240"/>
                  </a:lnTo>
                  <a:lnTo>
                    <a:pt x="12645" y="209"/>
                  </a:lnTo>
                  <a:lnTo>
                    <a:pt x="12345" y="179"/>
                  </a:lnTo>
                  <a:lnTo>
                    <a:pt x="12044" y="148"/>
                  </a:lnTo>
                  <a:lnTo>
                    <a:pt x="11714" y="122"/>
                  </a:lnTo>
                  <a:lnTo>
                    <a:pt x="11353" y="97"/>
                  </a:lnTo>
                  <a:lnTo>
                    <a:pt x="10963" y="77"/>
                  </a:lnTo>
                  <a:lnTo>
                    <a:pt x="10542" y="56"/>
                  </a:lnTo>
                  <a:lnTo>
                    <a:pt x="10092" y="41"/>
                  </a:lnTo>
                  <a:lnTo>
                    <a:pt x="9641" y="26"/>
                  </a:lnTo>
                  <a:lnTo>
                    <a:pt x="9161" y="15"/>
                  </a:lnTo>
                  <a:lnTo>
                    <a:pt x="8620" y="5"/>
                  </a:lnTo>
                  <a:lnTo>
                    <a:pt x="8080" y="5"/>
                  </a:lnTo>
                  <a:lnTo>
                    <a:pt x="7719" y="0"/>
                  </a:lnTo>
                  <a:close/>
                </a:path>
              </a:pathLst>
            </a:custGeom>
            <a:solidFill>
              <a:srgbClr val="FF8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3"/>
            <p:cNvSpPr/>
            <p:nvPr/>
          </p:nvSpPr>
          <p:spPr>
            <a:xfrm flipH="1">
              <a:off x="4140326" y="3966725"/>
              <a:ext cx="64948" cy="62750"/>
            </a:xfrm>
            <a:custGeom>
              <a:avLst/>
              <a:gdLst/>
              <a:ahLst/>
              <a:cxnLst/>
              <a:rect l="l" t="t" r="r" b="b"/>
              <a:pathLst>
                <a:path w="15318" h="2510" fill="none" extrusionOk="0">
                  <a:moveTo>
                    <a:pt x="7719" y="0"/>
                  </a:moveTo>
                  <a:lnTo>
                    <a:pt x="7719" y="0"/>
                  </a:lnTo>
                  <a:lnTo>
                    <a:pt x="8080" y="5"/>
                  </a:lnTo>
                  <a:lnTo>
                    <a:pt x="8080" y="5"/>
                  </a:lnTo>
                  <a:lnTo>
                    <a:pt x="8620" y="5"/>
                  </a:lnTo>
                  <a:lnTo>
                    <a:pt x="9161" y="15"/>
                  </a:lnTo>
                  <a:lnTo>
                    <a:pt x="9641" y="26"/>
                  </a:lnTo>
                  <a:lnTo>
                    <a:pt x="10092" y="41"/>
                  </a:lnTo>
                  <a:lnTo>
                    <a:pt x="10542" y="56"/>
                  </a:lnTo>
                  <a:lnTo>
                    <a:pt x="10963" y="77"/>
                  </a:lnTo>
                  <a:lnTo>
                    <a:pt x="11353" y="97"/>
                  </a:lnTo>
                  <a:lnTo>
                    <a:pt x="11714" y="122"/>
                  </a:lnTo>
                  <a:lnTo>
                    <a:pt x="12044" y="148"/>
                  </a:lnTo>
                  <a:lnTo>
                    <a:pt x="12345" y="179"/>
                  </a:lnTo>
                  <a:lnTo>
                    <a:pt x="12645" y="209"/>
                  </a:lnTo>
                  <a:lnTo>
                    <a:pt x="12915" y="240"/>
                  </a:lnTo>
                  <a:lnTo>
                    <a:pt x="13186" y="275"/>
                  </a:lnTo>
                  <a:lnTo>
                    <a:pt x="13396" y="311"/>
                  </a:lnTo>
                  <a:lnTo>
                    <a:pt x="13636" y="347"/>
                  </a:lnTo>
                  <a:lnTo>
                    <a:pt x="13816" y="388"/>
                  </a:lnTo>
                  <a:lnTo>
                    <a:pt x="14177" y="469"/>
                  </a:lnTo>
                  <a:lnTo>
                    <a:pt x="14447" y="556"/>
                  </a:lnTo>
                  <a:lnTo>
                    <a:pt x="14687" y="643"/>
                  </a:lnTo>
                  <a:lnTo>
                    <a:pt x="14867" y="735"/>
                  </a:lnTo>
                  <a:lnTo>
                    <a:pt x="15018" y="826"/>
                  </a:lnTo>
                  <a:lnTo>
                    <a:pt x="15138" y="913"/>
                  </a:lnTo>
                  <a:lnTo>
                    <a:pt x="15198" y="1005"/>
                  </a:lnTo>
                  <a:lnTo>
                    <a:pt x="15288" y="1092"/>
                  </a:lnTo>
                  <a:lnTo>
                    <a:pt x="15288" y="1092"/>
                  </a:lnTo>
                  <a:lnTo>
                    <a:pt x="15318" y="1178"/>
                  </a:lnTo>
                  <a:lnTo>
                    <a:pt x="15318" y="1270"/>
                  </a:lnTo>
                  <a:lnTo>
                    <a:pt x="15288" y="1372"/>
                  </a:lnTo>
                  <a:lnTo>
                    <a:pt x="15228" y="1479"/>
                  </a:lnTo>
                  <a:lnTo>
                    <a:pt x="15108" y="1591"/>
                  </a:lnTo>
                  <a:lnTo>
                    <a:pt x="14928" y="1704"/>
                  </a:lnTo>
                  <a:lnTo>
                    <a:pt x="14717" y="1811"/>
                  </a:lnTo>
                  <a:lnTo>
                    <a:pt x="14417" y="1923"/>
                  </a:lnTo>
                  <a:lnTo>
                    <a:pt x="14237" y="1974"/>
                  </a:lnTo>
                  <a:lnTo>
                    <a:pt x="14057" y="2030"/>
                  </a:lnTo>
                  <a:lnTo>
                    <a:pt x="13846" y="2081"/>
                  </a:lnTo>
                  <a:lnTo>
                    <a:pt x="13606" y="2127"/>
                  </a:lnTo>
                  <a:lnTo>
                    <a:pt x="13366" y="2173"/>
                  </a:lnTo>
                  <a:lnTo>
                    <a:pt x="13095" y="2219"/>
                  </a:lnTo>
                  <a:lnTo>
                    <a:pt x="12795" y="2265"/>
                  </a:lnTo>
                  <a:lnTo>
                    <a:pt x="12495" y="2306"/>
                  </a:lnTo>
                  <a:lnTo>
                    <a:pt x="12134" y="2341"/>
                  </a:lnTo>
                  <a:lnTo>
                    <a:pt x="11774" y="2377"/>
                  </a:lnTo>
                  <a:lnTo>
                    <a:pt x="11383" y="2408"/>
                  </a:lnTo>
                  <a:lnTo>
                    <a:pt x="10963" y="2433"/>
                  </a:lnTo>
                  <a:lnTo>
                    <a:pt x="10542" y="2459"/>
                  </a:lnTo>
                  <a:lnTo>
                    <a:pt x="10062" y="2479"/>
                  </a:lnTo>
                  <a:lnTo>
                    <a:pt x="9581" y="2494"/>
                  </a:lnTo>
                  <a:lnTo>
                    <a:pt x="9041" y="2510"/>
                  </a:lnTo>
                  <a:lnTo>
                    <a:pt x="9041" y="2510"/>
                  </a:lnTo>
                  <a:lnTo>
                    <a:pt x="8470" y="2382"/>
                  </a:lnTo>
                  <a:lnTo>
                    <a:pt x="7839" y="2265"/>
                  </a:lnTo>
                  <a:lnTo>
                    <a:pt x="7179" y="2153"/>
                  </a:lnTo>
                  <a:lnTo>
                    <a:pt x="6488" y="2045"/>
                  </a:lnTo>
                  <a:lnTo>
                    <a:pt x="6488" y="2045"/>
                  </a:lnTo>
                  <a:lnTo>
                    <a:pt x="5767" y="1943"/>
                  </a:lnTo>
                  <a:lnTo>
                    <a:pt x="4986" y="1841"/>
                  </a:lnTo>
                  <a:lnTo>
                    <a:pt x="4205" y="1739"/>
                  </a:lnTo>
                  <a:lnTo>
                    <a:pt x="3394" y="1642"/>
                  </a:lnTo>
                  <a:lnTo>
                    <a:pt x="2583" y="1551"/>
                  </a:lnTo>
                  <a:lnTo>
                    <a:pt x="1742" y="1459"/>
                  </a:lnTo>
                  <a:lnTo>
                    <a:pt x="871" y="1372"/>
                  </a:lnTo>
                  <a:lnTo>
                    <a:pt x="0" y="1291"/>
                  </a:lnTo>
                  <a:lnTo>
                    <a:pt x="0" y="1291"/>
                  </a:lnTo>
                  <a:lnTo>
                    <a:pt x="0" y="1214"/>
                  </a:lnTo>
                  <a:lnTo>
                    <a:pt x="0" y="1214"/>
                  </a:lnTo>
                  <a:lnTo>
                    <a:pt x="30" y="1127"/>
                  </a:lnTo>
                  <a:lnTo>
                    <a:pt x="120" y="1041"/>
                  </a:lnTo>
                  <a:lnTo>
                    <a:pt x="241" y="944"/>
                  </a:lnTo>
                  <a:lnTo>
                    <a:pt x="421" y="842"/>
                  </a:lnTo>
                  <a:lnTo>
                    <a:pt x="661" y="745"/>
                  </a:lnTo>
                  <a:lnTo>
                    <a:pt x="961" y="643"/>
                  </a:lnTo>
                  <a:lnTo>
                    <a:pt x="1322" y="541"/>
                  </a:lnTo>
                  <a:lnTo>
                    <a:pt x="1742" y="449"/>
                  </a:lnTo>
                  <a:lnTo>
                    <a:pt x="1953" y="403"/>
                  </a:lnTo>
                  <a:lnTo>
                    <a:pt x="2223" y="357"/>
                  </a:lnTo>
                  <a:lnTo>
                    <a:pt x="2493" y="311"/>
                  </a:lnTo>
                  <a:lnTo>
                    <a:pt x="2763" y="270"/>
                  </a:lnTo>
                  <a:lnTo>
                    <a:pt x="3094" y="235"/>
                  </a:lnTo>
                  <a:lnTo>
                    <a:pt x="3394" y="199"/>
                  </a:lnTo>
                  <a:lnTo>
                    <a:pt x="3755" y="163"/>
                  </a:lnTo>
                  <a:lnTo>
                    <a:pt x="4115" y="133"/>
                  </a:lnTo>
                  <a:lnTo>
                    <a:pt x="4505" y="102"/>
                  </a:lnTo>
                  <a:lnTo>
                    <a:pt x="4896" y="77"/>
                  </a:lnTo>
                  <a:lnTo>
                    <a:pt x="5316" y="56"/>
                  </a:lnTo>
                  <a:lnTo>
                    <a:pt x="5767" y="36"/>
                  </a:lnTo>
                  <a:lnTo>
                    <a:pt x="6217" y="20"/>
                  </a:lnTo>
                  <a:lnTo>
                    <a:pt x="6698" y="10"/>
                  </a:lnTo>
                  <a:lnTo>
                    <a:pt x="7209" y="5"/>
                  </a:lnTo>
                  <a:lnTo>
                    <a:pt x="771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3"/>
            <p:cNvSpPr/>
            <p:nvPr/>
          </p:nvSpPr>
          <p:spPr>
            <a:xfrm flipH="1">
              <a:off x="4166941" y="3998975"/>
              <a:ext cx="38334" cy="30750"/>
            </a:xfrm>
            <a:custGeom>
              <a:avLst/>
              <a:gdLst/>
              <a:ahLst/>
              <a:cxnLst/>
              <a:rect l="l" t="t" r="r" b="b"/>
              <a:pathLst>
                <a:path w="9041" h="1230" extrusionOk="0">
                  <a:moveTo>
                    <a:pt x="0" y="1"/>
                  </a:moveTo>
                  <a:lnTo>
                    <a:pt x="30" y="82"/>
                  </a:lnTo>
                  <a:lnTo>
                    <a:pt x="90" y="174"/>
                  </a:lnTo>
                  <a:lnTo>
                    <a:pt x="180" y="271"/>
                  </a:lnTo>
                  <a:lnTo>
                    <a:pt x="301" y="368"/>
                  </a:lnTo>
                  <a:lnTo>
                    <a:pt x="481" y="470"/>
                  </a:lnTo>
                  <a:lnTo>
                    <a:pt x="721" y="572"/>
                  </a:lnTo>
                  <a:lnTo>
                    <a:pt x="991" y="669"/>
                  </a:lnTo>
                  <a:lnTo>
                    <a:pt x="1172" y="720"/>
                  </a:lnTo>
                  <a:lnTo>
                    <a:pt x="1352" y="766"/>
                  </a:lnTo>
                  <a:lnTo>
                    <a:pt x="1562" y="812"/>
                  </a:lnTo>
                  <a:lnTo>
                    <a:pt x="1802" y="857"/>
                  </a:lnTo>
                  <a:lnTo>
                    <a:pt x="2073" y="898"/>
                  </a:lnTo>
                  <a:lnTo>
                    <a:pt x="2343" y="939"/>
                  </a:lnTo>
                  <a:lnTo>
                    <a:pt x="2613" y="980"/>
                  </a:lnTo>
                  <a:lnTo>
                    <a:pt x="2944" y="1016"/>
                  </a:lnTo>
                  <a:lnTo>
                    <a:pt x="3304" y="1051"/>
                  </a:lnTo>
                  <a:lnTo>
                    <a:pt x="3665" y="1087"/>
                  </a:lnTo>
                  <a:lnTo>
                    <a:pt x="4055" y="1112"/>
                  </a:lnTo>
                  <a:lnTo>
                    <a:pt x="4475" y="1143"/>
                  </a:lnTo>
                  <a:lnTo>
                    <a:pt x="4926" y="1163"/>
                  </a:lnTo>
                  <a:lnTo>
                    <a:pt x="5407" y="1184"/>
                  </a:lnTo>
                  <a:lnTo>
                    <a:pt x="5917" y="1199"/>
                  </a:lnTo>
                  <a:lnTo>
                    <a:pt x="6458" y="1214"/>
                  </a:lnTo>
                  <a:lnTo>
                    <a:pt x="7028" y="1225"/>
                  </a:lnTo>
                  <a:lnTo>
                    <a:pt x="7629" y="1225"/>
                  </a:lnTo>
                  <a:lnTo>
                    <a:pt x="7929" y="1230"/>
                  </a:lnTo>
                  <a:lnTo>
                    <a:pt x="8500" y="1225"/>
                  </a:lnTo>
                  <a:lnTo>
                    <a:pt x="9041" y="1220"/>
                  </a:lnTo>
                  <a:lnTo>
                    <a:pt x="8470" y="1092"/>
                  </a:lnTo>
                  <a:lnTo>
                    <a:pt x="7839" y="975"/>
                  </a:lnTo>
                  <a:lnTo>
                    <a:pt x="7179" y="863"/>
                  </a:lnTo>
                  <a:lnTo>
                    <a:pt x="6488" y="755"/>
                  </a:lnTo>
                  <a:lnTo>
                    <a:pt x="5767" y="653"/>
                  </a:lnTo>
                  <a:lnTo>
                    <a:pt x="4986" y="551"/>
                  </a:lnTo>
                  <a:lnTo>
                    <a:pt x="4205" y="449"/>
                  </a:lnTo>
                  <a:lnTo>
                    <a:pt x="3394" y="352"/>
                  </a:lnTo>
                  <a:lnTo>
                    <a:pt x="2583" y="261"/>
                  </a:lnTo>
                  <a:lnTo>
                    <a:pt x="1742" y="169"/>
                  </a:lnTo>
                  <a:lnTo>
                    <a:pt x="871" y="82"/>
                  </a:lnTo>
                  <a:lnTo>
                    <a:pt x="0" y="1"/>
                  </a:lnTo>
                  <a:close/>
                </a:path>
              </a:pathLst>
            </a:custGeom>
            <a:solidFill>
              <a:srgbClr val="FF3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3"/>
            <p:cNvSpPr/>
            <p:nvPr/>
          </p:nvSpPr>
          <p:spPr>
            <a:xfrm flipH="1">
              <a:off x="4166941" y="3998975"/>
              <a:ext cx="38334" cy="30750"/>
            </a:xfrm>
            <a:custGeom>
              <a:avLst/>
              <a:gdLst/>
              <a:ahLst/>
              <a:cxnLst/>
              <a:rect l="l" t="t" r="r" b="b"/>
              <a:pathLst>
                <a:path w="9041" h="1230" fill="none" extrusionOk="0">
                  <a:moveTo>
                    <a:pt x="0" y="1"/>
                  </a:moveTo>
                  <a:lnTo>
                    <a:pt x="0" y="1"/>
                  </a:lnTo>
                  <a:lnTo>
                    <a:pt x="871" y="82"/>
                  </a:lnTo>
                  <a:lnTo>
                    <a:pt x="1742" y="169"/>
                  </a:lnTo>
                  <a:lnTo>
                    <a:pt x="2583" y="261"/>
                  </a:lnTo>
                  <a:lnTo>
                    <a:pt x="3394" y="352"/>
                  </a:lnTo>
                  <a:lnTo>
                    <a:pt x="4205" y="449"/>
                  </a:lnTo>
                  <a:lnTo>
                    <a:pt x="4986" y="551"/>
                  </a:lnTo>
                  <a:lnTo>
                    <a:pt x="5767" y="653"/>
                  </a:lnTo>
                  <a:lnTo>
                    <a:pt x="6488" y="755"/>
                  </a:lnTo>
                  <a:lnTo>
                    <a:pt x="6488" y="755"/>
                  </a:lnTo>
                  <a:lnTo>
                    <a:pt x="7179" y="863"/>
                  </a:lnTo>
                  <a:lnTo>
                    <a:pt x="7839" y="975"/>
                  </a:lnTo>
                  <a:lnTo>
                    <a:pt x="8470" y="1092"/>
                  </a:lnTo>
                  <a:lnTo>
                    <a:pt x="9041" y="1220"/>
                  </a:lnTo>
                  <a:lnTo>
                    <a:pt x="9041" y="1220"/>
                  </a:lnTo>
                  <a:lnTo>
                    <a:pt x="8500" y="1225"/>
                  </a:lnTo>
                  <a:lnTo>
                    <a:pt x="7929" y="1230"/>
                  </a:lnTo>
                  <a:lnTo>
                    <a:pt x="7929" y="1230"/>
                  </a:lnTo>
                  <a:lnTo>
                    <a:pt x="7629" y="1225"/>
                  </a:lnTo>
                  <a:lnTo>
                    <a:pt x="7629" y="1225"/>
                  </a:lnTo>
                  <a:lnTo>
                    <a:pt x="7028" y="1225"/>
                  </a:lnTo>
                  <a:lnTo>
                    <a:pt x="6458" y="1214"/>
                  </a:lnTo>
                  <a:lnTo>
                    <a:pt x="5917" y="1199"/>
                  </a:lnTo>
                  <a:lnTo>
                    <a:pt x="5407" y="1184"/>
                  </a:lnTo>
                  <a:lnTo>
                    <a:pt x="4926" y="1163"/>
                  </a:lnTo>
                  <a:lnTo>
                    <a:pt x="4475" y="1143"/>
                  </a:lnTo>
                  <a:lnTo>
                    <a:pt x="4055" y="1112"/>
                  </a:lnTo>
                  <a:lnTo>
                    <a:pt x="3665" y="1087"/>
                  </a:lnTo>
                  <a:lnTo>
                    <a:pt x="3304" y="1051"/>
                  </a:lnTo>
                  <a:lnTo>
                    <a:pt x="2944" y="1016"/>
                  </a:lnTo>
                  <a:lnTo>
                    <a:pt x="2613" y="980"/>
                  </a:lnTo>
                  <a:lnTo>
                    <a:pt x="2343" y="939"/>
                  </a:lnTo>
                  <a:lnTo>
                    <a:pt x="2073" y="898"/>
                  </a:lnTo>
                  <a:lnTo>
                    <a:pt x="1802" y="857"/>
                  </a:lnTo>
                  <a:lnTo>
                    <a:pt x="1562" y="812"/>
                  </a:lnTo>
                  <a:lnTo>
                    <a:pt x="1352" y="766"/>
                  </a:lnTo>
                  <a:lnTo>
                    <a:pt x="1172" y="720"/>
                  </a:lnTo>
                  <a:lnTo>
                    <a:pt x="991" y="669"/>
                  </a:lnTo>
                  <a:lnTo>
                    <a:pt x="721" y="572"/>
                  </a:lnTo>
                  <a:lnTo>
                    <a:pt x="481" y="470"/>
                  </a:lnTo>
                  <a:lnTo>
                    <a:pt x="301" y="368"/>
                  </a:lnTo>
                  <a:lnTo>
                    <a:pt x="180" y="271"/>
                  </a:lnTo>
                  <a:lnTo>
                    <a:pt x="90" y="174"/>
                  </a:lnTo>
                  <a:lnTo>
                    <a:pt x="30" y="82"/>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3"/>
            <p:cNvSpPr/>
            <p:nvPr/>
          </p:nvSpPr>
          <p:spPr>
            <a:xfrm flipH="1">
              <a:off x="4163248" y="3990950"/>
              <a:ext cx="16303" cy="14800"/>
            </a:xfrm>
            <a:custGeom>
              <a:avLst/>
              <a:gdLst/>
              <a:ahLst/>
              <a:cxnLst/>
              <a:rect l="l" t="t" r="r" b="b"/>
              <a:pathLst>
                <a:path w="3845" h="592" extrusionOk="0">
                  <a:moveTo>
                    <a:pt x="661" y="0"/>
                  </a:moveTo>
                  <a:lnTo>
                    <a:pt x="150" y="56"/>
                  </a:lnTo>
                  <a:lnTo>
                    <a:pt x="30" y="72"/>
                  </a:lnTo>
                  <a:lnTo>
                    <a:pt x="0" y="92"/>
                  </a:lnTo>
                  <a:lnTo>
                    <a:pt x="30" y="107"/>
                  </a:lnTo>
                  <a:lnTo>
                    <a:pt x="120" y="123"/>
                  </a:lnTo>
                  <a:lnTo>
                    <a:pt x="241" y="153"/>
                  </a:lnTo>
                  <a:lnTo>
                    <a:pt x="391" y="189"/>
                  </a:lnTo>
                  <a:lnTo>
                    <a:pt x="481" y="240"/>
                  </a:lnTo>
                  <a:lnTo>
                    <a:pt x="541" y="265"/>
                  </a:lnTo>
                  <a:lnTo>
                    <a:pt x="541" y="296"/>
                  </a:lnTo>
                  <a:lnTo>
                    <a:pt x="511" y="332"/>
                  </a:lnTo>
                  <a:lnTo>
                    <a:pt x="481" y="367"/>
                  </a:lnTo>
                  <a:lnTo>
                    <a:pt x="391" y="408"/>
                  </a:lnTo>
                  <a:lnTo>
                    <a:pt x="241" y="449"/>
                  </a:lnTo>
                  <a:lnTo>
                    <a:pt x="211" y="464"/>
                  </a:lnTo>
                  <a:lnTo>
                    <a:pt x="181" y="480"/>
                  </a:lnTo>
                  <a:lnTo>
                    <a:pt x="211" y="495"/>
                  </a:lnTo>
                  <a:lnTo>
                    <a:pt x="241" y="510"/>
                  </a:lnTo>
                  <a:lnTo>
                    <a:pt x="331" y="520"/>
                  </a:lnTo>
                  <a:lnTo>
                    <a:pt x="421" y="531"/>
                  </a:lnTo>
                  <a:lnTo>
                    <a:pt x="1442" y="592"/>
                  </a:lnTo>
                  <a:lnTo>
                    <a:pt x="1652" y="536"/>
                  </a:lnTo>
                  <a:lnTo>
                    <a:pt x="1772" y="475"/>
                  </a:lnTo>
                  <a:lnTo>
                    <a:pt x="1862" y="418"/>
                  </a:lnTo>
                  <a:lnTo>
                    <a:pt x="1892" y="362"/>
                  </a:lnTo>
                  <a:lnTo>
                    <a:pt x="1862" y="311"/>
                  </a:lnTo>
                  <a:lnTo>
                    <a:pt x="1802" y="265"/>
                  </a:lnTo>
                  <a:lnTo>
                    <a:pt x="1712" y="214"/>
                  </a:lnTo>
                  <a:lnTo>
                    <a:pt x="1592" y="168"/>
                  </a:lnTo>
                  <a:lnTo>
                    <a:pt x="1412" y="123"/>
                  </a:lnTo>
                  <a:lnTo>
                    <a:pt x="1202" y="82"/>
                  </a:lnTo>
                  <a:lnTo>
                    <a:pt x="961" y="41"/>
                  </a:lnTo>
                  <a:lnTo>
                    <a:pt x="661" y="0"/>
                  </a:lnTo>
                  <a:close/>
                  <a:moveTo>
                    <a:pt x="2643" y="0"/>
                  </a:moveTo>
                  <a:lnTo>
                    <a:pt x="2103" y="56"/>
                  </a:lnTo>
                  <a:lnTo>
                    <a:pt x="2013" y="72"/>
                  </a:lnTo>
                  <a:lnTo>
                    <a:pt x="1983" y="92"/>
                  </a:lnTo>
                  <a:lnTo>
                    <a:pt x="2013" y="107"/>
                  </a:lnTo>
                  <a:lnTo>
                    <a:pt x="2073" y="123"/>
                  </a:lnTo>
                  <a:lnTo>
                    <a:pt x="2193" y="153"/>
                  </a:lnTo>
                  <a:lnTo>
                    <a:pt x="2343" y="189"/>
                  </a:lnTo>
                  <a:lnTo>
                    <a:pt x="2463" y="240"/>
                  </a:lnTo>
                  <a:lnTo>
                    <a:pt x="2493" y="265"/>
                  </a:lnTo>
                  <a:lnTo>
                    <a:pt x="2493" y="296"/>
                  </a:lnTo>
                  <a:lnTo>
                    <a:pt x="2493" y="332"/>
                  </a:lnTo>
                  <a:lnTo>
                    <a:pt x="2433" y="367"/>
                  </a:lnTo>
                  <a:lnTo>
                    <a:pt x="2343" y="408"/>
                  </a:lnTo>
                  <a:lnTo>
                    <a:pt x="2193" y="449"/>
                  </a:lnTo>
                  <a:lnTo>
                    <a:pt x="2163" y="464"/>
                  </a:lnTo>
                  <a:lnTo>
                    <a:pt x="2163" y="480"/>
                  </a:lnTo>
                  <a:lnTo>
                    <a:pt x="2163" y="495"/>
                  </a:lnTo>
                  <a:lnTo>
                    <a:pt x="2223" y="510"/>
                  </a:lnTo>
                  <a:lnTo>
                    <a:pt x="2283" y="520"/>
                  </a:lnTo>
                  <a:lnTo>
                    <a:pt x="2403" y="531"/>
                  </a:lnTo>
                  <a:lnTo>
                    <a:pt x="3424" y="592"/>
                  </a:lnTo>
                  <a:lnTo>
                    <a:pt x="3604" y="536"/>
                  </a:lnTo>
                  <a:lnTo>
                    <a:pt x="3725" y="475"/>
                  </a:lnTo>
                  <a:lnTo>
                    <a:pt x="3815" y="418"/>
                  </a:lnTo>
                  <a:lnTo>
                    <a:pt x="3845" y="362"/>
                  </a:lnTo>
                  <a:lnTo>
                    <a:pt x="3815" y="311"/>
                  </a:lnTo>
                  <a:lnTo>
                    <a:pt x="3755" y="265"/>
                  </a:lnTo>
                  <a:lnTo>
                    <a:pt x="3665" y="214"/>
                  </a:lnTo>
                  <a:lnTo>
                    <a:pt x="3544" y="168"/>
                  </a:lnTo>
                  <a:lnTo>
                    <a:pt x="3364" y="123"/>
                  </a:lnTo>
                  <a:lnTo>
                    <a:pt x="3154" y="82"/>
                  </a:lnTo>
                  <a:lnTo>
                    <a:pt x="2914" y="41"/>
                  </a:lnTo>
                  <a:lnTo>
                    <a:pt x="264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5" name="Google Shape;655;p43"/>
          <p:cNvSpPr/>
          <p:nvPr/>
        </p:nvSpPr>
        <p:spPr>
          <a:xfrm flipH="1">
            <a:off x="826903" y="697126"/>
            <a:ext cx="2706506" cy="4170205"/>
          </a:xfrm>
          <a:custGeom>
            <a:avLst/>
            <a:gdLst/>
            <a:ahLst/>
            <a:cxnLst/>
            <a:rect l="l" t="t" r="r" b="b"/>
            <a:pathLst>
              <a:path w="61002" h="15941" fill="none" extrusionOk="0">
                <a:moveTo>
                  <a:pt x="27543" y="1"/>
                </a:moveTo>
                <a:lnTo>
                  <a:pt x="27543" y="1"/>
                </a:lnTo>
                <a:lnTo>
                  <a:pt x="28774" y="6"/>
                </a:lnTo>
                <a:lnTo>
                  <a:pt x="29975" y="16"/>
                </a:lnTo>
                <a:lnTo>
                  <a:pt x="31207" y="36"/>
                </a:lnTo>
                <a:lnTo>
                  <a:pt x="32438" y="62"/>
                </a:lnTo>
                <a:lnTo>
                  <a:pt x="33640" y="93"/>
                </a:lnTo>
                <a:lnTo>
                  <a:pt x="34871" y="128"/>
                </a:lnTo>
                <a:lnTo>
                  <a:pt x="36072" y="174"/>
                </a:lnTo>
                <a:lnTo>
                  <a:pt x="37244" y="225"/>
                </a:lnTo>
                <a:lnTo>
                  <a:pt x="38445" y="286"/>
                </a:lnTo>
                <a:lnTo>
                  <a:pt x="39617" y="348"/>
                </a:lnTo>
                <a:lnTo>
                  <a:pt x="40788" y="419"/>
                </a:lnTo>
                <a:lnTo>
                  <a:pt x="41929" y="490"/>
                </a:lnTo>
                <a:lnTo>
                  <a:pt x="43041" y="572"/>
                </a:lnTo>
                <a:lnTo>
                  <a:pt x="44152" y="659"/>
                </a:lnTo>
                <a:lnTo>
                  <a:pt x="45263" y="751"/>
                </a:lnTo>
                <a:lnTo>
                  <a:pt x="46314" y="847"/>
                </a:lnTo>
                <a:lnTo>
                  <a:pt x="46314" y="847"/>
                </a:lnTo>
                <a:lnTo>
                  <a:pt x="46344" y="929"/>
                </a:lnTo>
                <a:lnTo>
                  <a:pt x="46404" y="1021"/>
                </a:lnTo>
                <a:lnTo>
                  <a:pt x="46494" y="1118"/>
                </a:lnTo>
                <a:lnTo>
                  <a:pt x="46615" y="1215"/>
                </a:lnTo>
                <a:lnTo>
                  <a:pt x="46795" y="1317"/>
                </a:lnTo>
                <a:lnTo>
                  <a:pt x="47035" y="1414"/>
                </a:lnTo>
                <a:lnTo>
                  <a:pt x="47305" y="1516"/>
                </a:lnTo>
                <a:lnTo>
                  <a:pt x="47486" y="1562"/>
                </a:lnTo>
                <a:lnTo>
                  <a:pt x="47666" y="1613"/>
                </a:lnTo>
                <a:lnTo>
                  <a:pt x="47876" y="1658"/>
                </a:lnTo>
                <a:lnTo>
                  <a:pt x="48116" y="1699"/>
                </a:lnTo>
                <a:lnTo>
                  <a:pt x="48387" y="1745"/>
                </a:lnTo>
                <a:lnTo>
                  <a:pt x="48657" y="1786"/>
                </a:lnTo>
                <a:lnTo>
                  <a:pt x="48927" y="1827"/>
                </a:lnTo>
                <a:lnTo>
                  <a:pt x="49258" y="1862"/>
                </a:lnTo>
                <a:lnTo>
                  <a:pt x="49618" y="1898"/>
                </a:lnTo>
                <a:lnTo>
                  <a:pt x="49979" y="1929"/>
                </a:lnTo>
                <a:lnTo>
                  <a:pt x="50369" y="1959"/>
                </a:lnTo>
                <a:lnTo>
                  <a:pt x="50789" y="1985"/>
                </a:lnTo>
                <a:lnTo>
                  <a:pt x="51240" y="2010"/>
                </a:lnTo>
                <a:lnTo>
                  <a:pt x="51721" y="2031"/>
                </a:lnTo>
                <a:lnTo>
                  <a:pt x="52231" y="2046"/>
                </a:lnTo>
                <a:lnTo>
                  <a:pt x="52772" y="2061"/>
                </a:lnTo>
                <a:lnTo>
                  <a:pt x="53342" y="2066"/>
                </a:lnTo>
                <a:lnTo>
                  <a:pt x="53943" y="2072"/>
                </a:lnTo>
                <a:lnTo>
                  <a:pt x="53943" y="2072"/>
                </a:lnTo>
                <a:lnTo>
                  <a:pt x="54243" y="2072"/>
                </a:lnTo>
                <a:lnTo>
                  <a:pt x="54243" y="2072"/>
                </a:lnTo>
                <a:lnTo>
                  <a:pt x="54814" y="2072"/>
                </a:lnTo>
                <a:lnTo>
                  <a:pt x="55355" y="2061"/>
                </a:lnTo>
                <a:lnTo>
                  <a:pt x="55355" y="2061"/>
                </a:lnTo>
                <a:lnTo>
                  <a:pt x="55715" y="2148"/>
                </a:lnTo>
                <a:lnTo>
                  <a:pt x="56076" y="2235"/>
                </a:lnTo>
                <a:lnTo>
                  <a:pt x="56436" y="2327"/>
                </a:lnTo>
                <a:lnTo>
                  <a:pt x="56766" y="2418"/>
                </a:lnTo>
                <a:lnTo>
                  <a:pt x="57367" y="2607"/>
                </a:lnTo>
                <a:lnTo>
                  <a:pt x="57938" y="2806"/>
                </a:lnTo>
                <a:lnTo>
                  <a:pt x="58448" y="3015"/>
                </a:lnTo>
                <a:lnTo>
                  <a:pt x="58899" y="3224"/>
                </a:lnTo>
                <a:lnTo>
                  <a:pt x="59319" y="3444"/>
                </a:lnTo>
                <a:lnTo>
                  <a:pt x="59680" y="3668"/>
                </a:lnTo>
                <a:lnTo>
                  <a:pt x="60010" y="3898"/>
                </a:lnTo>
                <a:lnTo>
                  <a:pt x="60280" y="4127"/>
                </a:lnTo>
                <a:lnTo>
                  <a:pt x="60491" y="4362"/>
                </a:lnTo>
                <a:lnTo>
                  <a:pt x="60671" y="4602"/>
                </a:lnTo>
                <a:lnTo>
                  <a:pt x="60821" y="4841"/>
                </a:lnTo>
                <a:lnTo>
                  <a:pt x="60911" y="5081"/>
                </a:lnTo>
                <a:lnTo>
                  <a:pt x="60971" y="5321"/>
                </a:lnTo>
                <a:lnTo>
                  <a:pt x="61001" y="5560"/>
                </a:lnTo>
                <a:lnTo>
                  <a:pt x="61001" y="10197"/>
                </a:lnTo>
                <a:lnTo>
                  <a:pt x="61001" y="10197"/>
                </a:lnTo>
                <a:lnTo>
                  <a:pt x="60971" y="10508"/>
                </a:lnTo>
                <a:lnTo>
                  <a:pt x="60851" y="10819"/>
                </a:lnTo>
                <a:lnTo>
                  <a:pt x="60701" y="11130"/>
                </a:lnTo>
                <a:lnTo>
                  <a:pt x="60491" y="11436"/>
                </a:lnTo>
                <a:lnTo>
                  <a:pt x="60220" y="11737"/>
                </a:lnTo>
                <a:lnTo>
                  <a:pt x="59890" y="12033"/>
                </a:lnTo>
                <a:lnTo>
                  <a:pt x="59500" y="12324"/>
                </a:lnTo>
                <a:lnTo>
                  <a:pt x="59079" y="12599"/>
                </a:lnTo>
                <a:lnTo>
                  <a:pt x="58598" y="12870"/>
                </a:lnTo>
                <a:lnTo>
                  <a:pt x="58058" y="13125"/>
                </a:lnTo>
                <a:lnTo>
                  <a:pt x="57487" y="13364"/>
                </a:lnTo>
                <a:lnTo>
                  <a:pt x="57187" y="13482"/>
                </a:lnTo>
                <a:lnTo>
                  <a:pt x="56886" y="13594"/>
                </a:lnTo>
                <a:lnTo>
                  <a:pt x="56556" y="13701"/>
                </a:lnTo>
                <a:lnTo>
                  <a:pt x="56226" y="13803"/>
                </a:lnTo>
                <a:lnTo>
                  <a:pt x="55895" y="13905"/>
                </a:lnTo>
                <a:lnTo>
                  <a:pt x="55565" y="13997"/>
                </a:lnTo>
                <a:lnTo>
                  <a:pt x="55205" y="14084"/>
                </a:lnTo>
                <a:lnTo>
                  <a:pt x="54844" y="14170"/>
                </a:lnTo>
                <a:lnTo>
                  <a:pt x="54484" y="14247"/>
                </a:lnTo>
                <a:lnTo>
                  <a:pt x="54093" y="14323"/>
                </a:lnTo>
                <a:lnTo>
                  <a:pt x="54093" y="14323"/>
                </a:lnTo>
                <a:lnTo>
                  <a:pt x="53583" y="14420"/>
                </a:lnTo>
                <a:lnTo>
                  <a:pt x="53042" y="14512"/>
                </a:lnTo>
                <a:lnTo>
                  <a:pt x="52471" y="14604"/>
                </a:lnTo>
                <a:lnTo>
                  <a:pt x="51931" y="14691"/>
                </a:lnTo>
                <a:lnTo>
                  <a:pt x="51360" y="14772"/>
                </a:lnTo>
                <a:lnTo>
                  <a:pt x="50759" y="14854"/>
                </a:lnTo>
                <a:lnTo>
                  <a:pt x="50189" y="14935"/>
                </a:lnTo>
                <a:lnTo>
                  <a:pt x="49558" y="15012"/>
                </a:lnTo>
                <a:lnTo>
                  <a:pt x="48957" y="15088"/>
                </a:lnTo>
                <a:lnTo>
                  <a:pt x="48327" y="15155"/>
                </a:lnTo>
                <a:lnTo>
                  <a:pt x="47696" y="15226"/>
                </a:lnTo>
                <a:lnTo>
                  <a:pt x="47065" y="15287"/>
                </a:lnTo>
                <a:lnTo>
                  <a:pt x="46404" y="15354"/>
                </a:lnTo>
                <a:lnTo>
                  <a:pt x="45744" y="15410"/>
                </a:lnTo>
                <a:lnTo>
                  <a:pt x="45083" y="15466"/>
                </a:lnTo>
                <a:lnTo>
                  <a:pt x="44392" y="15522"/>
                </a:lnTo>
                <a:lnTo>
                  <a:pt x="43701" y="15568"/>
                </a:lnTo>
                <a:lnTo>
                  <a:pt x="43010" y="15619"/>
                </a:lnTo>
                <a:lnTo>
                  <a:pt x="42320" y="15660"/>
                </a:lnTo>
                <a:lnTo>
                  <a:pt x="41599" y="15701"/>
                </a:lnTo>
                <a:lnTo>
                  <a:pt x="40878" y="15741"/>
                </a:lnTo>
                <a:lnTo>
                  <a:pt x="40127" y="15772"/>
                </a:lnTo>
                <a:lnTo>
                  <a:pt x="39406" y="15808"/>
                </a:lnTo>
                <a:lnTo>
                  <a:pt x="38655" y="15833"/>
                </a:lnTo>
                <a:lnTo>
                  <a:pt x="37905" y="15859"/>
                </a:lnTo>
                <a:lnTo>
                  <a:pt x="37124" y="15879"/>
                </a:lnTo>
                <a:lnTo>
                  <a:pt x="36343" y="15899"/>
                </a:lnTo>
                <a:lnTo>
                  <a:pt x="35562" y="15915"/>
                </a:lnTo>
                <a:lnTo>
                  <a:pt x="34781" y="15925"/>
                </a:lnTo>
                <a:lnTo>
                  <a:pt x="34000" y="15935"/>
                </a:lnTo>
                <a:lnTo>
                  <a:pt x="33189" y="15940"/>
                </a:lnTo>
                <a:lnTo>
                  <a:pt x="32378" y="15940"/>
                </a:lnTo>
                <a:lnTo>
                  <a:pt x="32378" y="15940"/>
                </a:lnTo>
                <a:lnTo>
                  <a:pt x="31147" y="15935"/>
                </a:lnTo>
                <a:lnTo>
                  <a:pt x="29915" y="15925"/>
                </a:lnTo>
                <a:lnTo>
                  <a:pt x="28654" y="15905"/>
                </a:lnTo>
                <a:lnTo>
                  <a:pt x="27392" y="15879"/>
                </a:lnTo>
                <a:lnTo>
                  <a:pt x="26131" y="15843"/>
                </a:lnTo>
                <a:lnTo>
                  <a:pt x="24839" y="15803"/>
                </a:lnTo>
                <a:lnTo>
                  <a:pt x="23518" y="15752"/>
                </a:lnTo>
                <a:lnTo>
                  <a:pt x="22196" y="15690"/>
                </a:lnTo>
                <a:lnTo>
                  <a:pt x="20875" y="15624"/>
                </a:lnTo>
                <a:lnTo>
                  <a:pt x="19523" y="15548"/>
                </a:lnTo>
                <a:lnTo>
                  <a:pt x="18172" y="15461"/>
                </a:lnTo>
                <a:lnTo>
                  <a:pt x="16820" y="15369"/>
                </a:lnTo>
                <a:lnTo>
                  <a:pt x="15439" y="15267"/>
                </a:lnTo>
                <a:lnTo>
                  <a:pt x="14057" y="15155"/>
                </a:lnTo>
                <a:lnTo>
                  <a:pt x="12645" y="15037"/>
                </a:lnTo>
                <a:lnTo>
                  <a:pt x="11264" y="14910"/>
                </a:lnTo>
                <a:lnTo>
                  <a:pt x="11264" y="14910"/>
                </a:lnTo>
                <a:lnTo>
                  <a:pt x="10633" y="14849"/>
                </a:lnTo>
                <a:lnTo>
                  <a:pt x="10032" y="14782"/>
                </a:lnTo>
                <a:lnTo>
                  <a:pt x="10032" y="14782"/>
                </a:lnTo>
                <a:lnTo>
                  <a:pt x="10062" y="14716"/>
                </a:lnTo>
                <a:lnTo>
                  <a:pt x="10092" y="14655"/>
                </a:lnTo>
                <a:lnTo>
                  <a:pt x="10092" y="14655"/>
                </a:lnTo>
                <a:lnTo>
                  <a:pt x="10062" y="14573"/>
                </a:lnTo>
                <a:lnTo>
                  <a:pt x="10062" y="14487"/>
                </a:lnTo>
                <a:lnTo>
                  <a:pt x="10002" y="14390"/>
                </a:lnTo>
                <a:lnTo>
                  <a:pt x="9882" y="14288"/>
                </a:lnTo>
                <a:lnTo>
                  <a:pt x="9762" y="14186"/>
                </a:lnTo>
                <a:lnTo>
                  <a:pt x="9552" y="14079"/>
                </a:lnTo>
                <a:lnTo>
                  <a:pt x="9282" y="13971"/>
                </a:lnTo>
                <a:lnTo>
                  <a:pt x="9131" y="13920"/>
                </a:lnTo>
                <a:lnTo>
                  <a:pt x="8951" y="13869"/>
                </a:lnTo>
                <a:lnTo>
                  <a:pt x="8741" y="13818"/>
                </a:lnTo>
                <a:lnTo>
                  <a:pt x="8531" y="13773"/>
                </a:lnTo>
                <a:lnTo>
                  <a:pt x="8290" y="13721"/>
                </a:lnTo>
                <a:lnTo>
                  <a:pt x="8020" y="13681"/>
                </a:lnTo>
                <a:lnTo>
                  <a:pt x="7750" y="13635"/>
                </a:lnTo>
                <a:lnTo>
                  <a:pt x="7419" y="13594"/>
                </a:lnTo>
                <a:lnTo>
                  <a:pt x="7089" y="13553"/>
                </a:lnTo>
                <a:lnTo>
                  <a:pt x="6729" y="13517"/>
                </a:lnTo>
                <a:lnTo>
                  <a:pt x="6338" y="13487"/>
                </a:lnTo>
                <a:lnTo>
                  <a:pt x="5918" y="13456"/>
                </a:lnTo>
                <a:lnTo>
                  <a:pt x="5467" y="13426"/>
                </a:lnTo>
                <a:lnTo>
                  <a:pt x="4987" y="13405"/>
                </a:lnTo>
                <a:lnTo>
                  <a:pt x="4476" y="13385"/>
                </a:lnTo>
                <a:lnTo>
                  <a:pt x="3905" y="13370"/>
                </a:lnTo>
                <a:lnTo>
                  <a:pt x="3335" y="13359"/>
                </a:lnTo>
                <a:lnTo>
                  <a:pt x="2704" y="13349"/>
                </a:lnTo>
                <a:lnTo>
                  <a:pt x="2704" y="13349"/>
                </a:lnTo>
                <a:lnTo>
                  <a:pt x="2193" y="13160"/>
                </a:lnTo>
                <a:lnTo>
                  <a:pt x="1713" y="12961"/>
                </a:lnTo>
                <a:lnTo>
                  <a:pt x="1292" y="12757"/>
                </a:lnTo>
                <a:lnTo>
                  <a:pt x="932" y="12548"/>
                </a:lnTo>
                <a:lnTo>
                  <a:pt x="632" y="12339"/>
                </a:lnTo>
                <a:lnTo>
                  <a:pt x="361" y="12125"/>
                </a:lnTo>
                <a:lnTo>
                  <a:pt x="151" y="11906"/>
                </a:lnTo>
                <a:lnTo>
                  <a:pt x="1" y="11686"/>
                </a:lnTo>
                <a:lnTo>
                  <a:pt x="1" y="10345"/>
                </a:lnTo>
                <a:lnTo>
                  <a:pt x="1" y="6065"/>
                </a:lnTo>
                <a:lnTo>
                  <a:pt x="1" y="4749"/>
                </a:lnTo>
                <a:lnTo>
                  <a:pt x="1" y="4749"/>
                </a:lnTo>
                <a:lnTo>
                  <a:pt x="181" y="4469"/>
                </a:lnTo>
                <a:lnTo>
                  <a:pt x="391" y="4199"/>
                </a:lnTo>
                <a:lnTo>
                  <a:pt x="692" y="3928"/>
                </a:lnTo>
                <a:lnTo>
                  <a:pt x="1052" y="3663"/>
                </a:lnTo>
                <a:lnTo>
                  <a:pt x="1442" y="3408"/>
                </a:lnTo>
                <a:lnTo>
                  <a:pt x="1863" y="3153"/>
                </a:lnTo>
                <a:lnTo>
                  <a:pt x="2344" y="2913"/>
                </a:lnTo>
                <a:lnTo>
                  <a:pt x="2884" y="2673"/>
                </a:lnTo>
                <a:lnTo>
                  <a:pt x="3455" y="2449"/>
                </a:lnTo>
                <a:lnTo>
                  <a:pt x="4055" y="2235"/>
                </a:lnTo>
                <a:lnTo>
                  <a:pt x="4716" y="2031"/>
                </a:lnTo>
                <a:lnTo>
                  <a:pt x="5377" y="1842"/>
                </a:lnTo>
                <a:lnTo>
                  <a:pt x="6098" y="1664"/>
                </a:lnTo>
                <a:lnTo>
                  <a:pt x="6458" y="1582"/>
                </a:lnTo>
                <a:lnTo>
                  <a:pt x="6819" y="1500"/>
                </a:lnTo>
                <a:lnTo>
                  <a:pt x="7209" y="1424"/>
                </a:lnTo>
                <a:lnTo>
                  <a:pt x="7570" y="1352"/>
                </a:lnTo>
                <a:lnTo>
                  <a:pt x="7960" y="1281"/>
                </a:lnTo>
                <a:lnTo>
                  <a:pt x="8350" y="1215"/>
                </a:lnTo>
                <a:lnTo>
                  <a:pt x="8350" y="1215"/>
                </a:lnTo>
                <a:lnTo>
                  <a:pt x="9402" y="1062"/>
                </a:lnTo>
                <a:lnTo>
                  <a:pt x="10453" y="919"/>
                </a:lnTo>
                <a:lnTo>
                  <a:pt x="11564" y="786"/>
                </a:lnTo>
                <a:lnTo>
                  <a:pt x="12675" y="669"/>
                </a:lnTo>
                <a:lnTo>
                  <a:pt x="13817" y="557"/>
                </a:lnTo>
                <a:lnTo>
                  <a:pt x="14988" y="455"/>
                </a:lnTo>
                <a:lnTo>
                  <a:pt x="16189" y="368"/>
                </a:lnTo>
                <a:lnTo>
                  <a:pt x="17391" y="286"/>
                </a:lnTo>
                <a:lnTo>
                  <a:pt x="18622" y="220"/>
                </a:lnTo>
                <a:lnTo>
                  <a:pt x="19854" y="159"/>
                </a:lnTo>
                <a:lnTo>
                  <a:pt x="21115" y="113"/>
                </a:lnTo>
                <a:lnTo>
                  <a:pt x="22377" y="72"/>
                </a:lnTo>
                <a:lnTo>
                  <a:pt x="23668" y="42"/>
                </a:lnTo>
                <a:lnTo>
                  <a:pt x="24960" y="21"/>
                </a:lnTo>
                <a:lnTo>
                  <a:pt x="26251" y="6"/>
                </a:lnTo>
                <a:lnTo>
                  <a:pt x="275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43"/>
          <p:cNvSpPr txBox="1">
            <a:spLocks noGrp="1"/>
          </p:cNvSpPr>
          <p:nvPr>
            <p:ph type="title"/>
          </p:nvPr>
        </p:nvSpPr>
        <p:spPr>
          <a:xfrm>
            <a:off x="1240425" y="1538275"/>
            <a:ext cx="2012100" cy="20664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657" name="Google Shape;657;p43"/>
          <p:cNvSpPr txBox="1">
            <a:spLocks noGrp="1"/>
          </p:cNvSpPr>
          <p:nvPr>
            <p:ph type="title" idx="2"/>
          </p:nvPr>
        </p:nvSpPr>
        <p:spPr>
          <a:xfrm>
            <a:off x="1240425" y="3849950"/>
            <a:ext cx="20121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658" name="Google Shape;658;p43"/>
          <p:cNvSpPr txBox="1">
            <a:spLocks noGrp="1"/>
          </p:cNvSpPr>
          <p:nvPr>
            <p:ph type="title" idx="3"/>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659" name="Google Shape;659;p43"/>
          <p:cNvSpPr txBox="1">
            <a:spLocks noGrp="1"/>
          </p:cNvSpPr>
          <p:nvPr>
            <p:ph type="subTitle" idx="1"/>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660" name="Google Shape;660;p43"/>
          <p:cNvSpPr txBox="1">
            <a:spLocks noGrp="1"/>
          </p:cNvSpPr>
          <p:nvPr>
            <p:ph type="subTitle" idx="4"/>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661" name="Google Shape;661;p43"/>
          <p:cNvSpPr txBox="1">
            <a:spLocks noGrp="1"/>
          </p:cNvSpPr>
          <p:nvPr>
            <p:ph type="subTitle" idx="5"/>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1pPr>
            <a:lvl2pPr lvl="1"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2pPr>
            <a:lvl3pPr lvl="2"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3pPr>
            <a:lvl4pPr lvl="3"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4pPr>
            <a:lvl5pPr lvl="4"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5pPr>
            <a:lvl6pPr lvl="5"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6pPr>
            <a:lvl7pPr lvl="6"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7pPr>
            <a:lvl8pPr lvl="7"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8pPr>
            <a:lvl9pPr lvl="8" rtl="0">
              <a:spcBef>
                <a:spcPts val="1600"/>
              </a:spcBef>
              <a:spcAft>
                <a:spcPts val="1600"/>
              </a:spcAft>
              <a:buClr>
                <a:srgbClr val="FF5E4D"/>
              </a:buClr>
              <a:buSzPts val="900"/>
              <a:buFont typeface="Lato Black"/>
              <a:buNone/>
              <a:defRPr>
                <a:solidFill>
                  <a:srgbClr val="FF5E4D"/>
                </a:solidFill>
                <a:latin typeface="Lato Black"/>
                <a:ea typeface="Lato Black"/>
                <a:cs typeface="Lato Black"/>
                <a:sym typeface="Lato Black"/>
              </a:defRPr>
            </a:lvl9pPr>
          </a:lstStyle>
          <a:p>
            <a:endParaRPr/>
          </a:p>
        </p:txBody>
      </p:sp>
      <p:sp>
        <p:nvSpPr>
          <p:cNvPr id="662" name="Google Shape;662;p43"/>
          <p:cNvSpPr txBox="1">
            <a:spLocks noGrp="1"/>
          </p:cNvSpPr>
          <p:nvPr>
            <p:ph type="subTitle" idx="6"/>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1pPr>
            <a:lvl2pPr lvl="1"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2pPr>
            <a:lvl3pPr lvl="2"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3pPr>
            <a:lvl4pPr lvl="3"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4pPr>
            <a:lvl5pPr lvl="4"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5pPr>
            <a:lvl6pPr lvl="5"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6pPr>
            <a:lvl7pPr lvl="6"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7pPr>
            <a:lvl8pPr lvl="7" rtl="0">
              <a:spcBef>
                <a:spcPts val="1600"/>
              </a:spcBef>
              <a:spcAft>
                <a:spcPts val="0"/>
              </a:spcAft>
              <a:buClr>
                <a:srgbClr val="FF5E4D"/>
              </a:buClr>
              <a:buSzPts val="900"/>
              <a:buFont typeface="Lato Black"/>
              <a:buNone/>
              <a:defRPr>
                <a:solidFill>
                  <a:srgbClr val="FF5E4D"/>
                </a:solidFill>
                <a:latin typeface="Lato Black"/>
                <a:ea typeface="Lato Black"/>
                <a:cs typeface="Lato Black"/>
                <a:sym typeface="Lato Black"/>
              </a:defRPr>
            </a:lvl8pPr>
            <a:lvl9pPr lvl="8" rtl="0">
              <a:spcBef>
                <a:spcPts val="1600"/>
              </a:spcBef>
              <a:spcAft>
                <a:spcPts val="1600"/>
              </a:spcAft>
              <a:buClr>
                <a:srgbClr val="FF5E4D"/>
              </a:buClr>
              <a:buSzPts val="900"/>
              <a:buFont typeface="Lato Black"/>
              <a:buNone/>
              <a:defRPr>
                <a:solidFill>
                  <a:srgbClr val="FF5E4D"/>
                </a:solidFill>
                <a:latin typeface="Lato Black"/>
                <a:ea typeface="Lato Black"/>
                <a:cs typeface="Lato Black"/>
                <a:sym typeface="Lato Black"/>
              </a:defRPr>
            </a:lvl9pPr>
          </a:lstStyle>
          <a:p>
            <a:endParaRPr/>
          </a:p>
        </p:txBody>
      </p:sp>
      <p:sp>
        <p:nvSpPr>
          <p:cNvPr id="663" name="Google Shape;663;p43"/>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3"/>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3"/>
          <p:cNvSpPr txBox="1">
            <a:spLocks noGrp="1"/>
          </p:cNvSpPr>
          <p:nvPr>
            <p:ph type="subTitle" idx="7"/>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666" name="Google Shape;666;p43"/>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Pink - Power Quote">
  <p:cSld name="CUSTOM_4_2">
    <p:spTree>
      <p:nvGrpSpPr>
        <p:cNvPr id="1" name="Shape 667"/>
        <p:cNvGrpSpPr/>
        <p:nvPr/>
      </p:nvGrpSpPr>
      <p:grpSpPr>
        <a:xfrm>
          <a:off x="0" y="0"/>
          <a:ext cx="0" cy="0"/>
          <a:chOff x="0" y="0"/>
          <a:chExt cx="0" cy="0"/>
        </a:xfrm>
      </p:grpSpPr>
      <p:grpSp>
        <p:nvGrpSpPr>
          <p:cNvPr id="668" name="Google Shape;668;p44"/>
          <p:cNvGrpSpPr/>
          <p:nvPr/>
        </p:nvGrpSpPr>
        <p:grpSpPr>
          <a:xfrm>
            <a:off x="457297" y="914391"/>
            <a:ext cx="8229422" cy="3274172"/>
            <a:chOff x="246339" y="914400"/>
            <a:chExt cx="8440433" cy="3358125"/>
          </a:xfrm>
        </p:grpSpPr>
        <p:sp>
          <p:nvSpPr>
            <p:cNvPr id="669" name="Google Shape;669;p44"/>
            <p:cNvSpPr/>
            <p:nvPr/>
          </p:nvSpPr>
          <p:spPr>
            <a:xfrm flipH="1">
              <a:off x="246339" y="1545313"/>
              <a:ext cx="8440433" cy="2071622"/>
            </a:xfrm>
            <a:custGeom>
              <a:avLst/>
              <a:gdLst/>
              <a:ahLst/>
              <a:cxnLst/>
              <a:rect l="l" t="t" r="r" b="b"/>
              <a:pathLst>
                <a:path w="145218" h="6045" extrusionOk="0">
                  <a:moveTo>
                    <a:pt x="17030" y="0"/>
                  </a:moveTo>
                  <a:lnTo>
                    <a:pt x="16009" y="5"/>
                  </a:lnTo>
                  <a:lnTo>
                    <a:pt x="14988" y="16"/>
                  </a:lnTo>
                  <a:lnTo>
                    <a:pt x="13966" y="36"/>
                  </a:lnTo>
                  <a:lnTo>
                    <a:pt x="12975" y="67"/>
                  </a:lnTo>
                  <a:lnTo>
                    <a:pt x="12014" y="102"/>
                  </a:lnTo>
                  <a:lnTo>
                    <a:pt x="11053" y="148"/>
                  </a:lnTo>
                  <a:lnTo>
                    <a:pt x="10122" y="204"/>
                  </a:lnTo>
                  <a:lnTo>
                    <a:pt x="9221" y="271"/>
                  </a:lnTo>
                  <a:lnTo>
                    <a:pt x="8380" y="342"/>
                  </a:lnTo>
                  <a:lnTo>
                    <a:pt x="7539" y="429"/>
                  </a:lnTo>
                  <a:lnTo>
                    <a:pt x="7149" y="470"/>
                  </a:lnTo>
                  <a:lnTo>
                    <a:pt x="6758" y="521"/>
                  </a:lnTo>
                  <a:lnTo>
                    <a:pt x="6398" y="572"/>
                  </a:lnTo>
                  <a:lnTo>
                    <a:pt x="6037" y="623"/>
                  </a:lnTo>
                  <a:lnTo>
                    <a:pt x="5677" y="679"/>
                  </a:lnTo>
                  <a:lnTo>
                    <a:pt x="5347" y="735"/>
                  </a:lnTo>
                  <a:lnTo>
                    <a:pt x="5016" y="796"/>
                  </a:lnTo>
                  <a:lnTo>
                    <a:pt x="4686" y="862"/>
                  </a:lnTo>
                  <a:lnTo>
                    <a:pt x="4415" y="924"/>
                  </a:lnTo>
                  <a:lnTo>
                    <a:pt x="4115" y="995"/>
                  </a:lnTo>
                  <a:lnTo>
                    <a:pt x="3845" y="1066"/>
                  </a:lnTo>
                  <a:lnTo>
                    <a:pt x="3604" y="1138"/>
                  </a:lnTo>
                  <a:lnTo>
                    <a:pt x="3094" y="1301"/>
                  </a:lnTo>
                  <a:lnTo>
                    <a:pt x="2613" y="1464"/>
                  </a:lnTo>
                  <a:lnTo>
                    <a:pt x="2163" y="1627"/>
                  </a:lnTo>
                  <a:lnTo>
                    <a:pt x="1772" y="1786"/>
                  </a:lnTo>
                  <a:lnTo>
                    <a:pt x="1442" y="1944"/>
                  </a:lnTo>
                  <a:lnTo>
                    <a:pt x="1112" y="2097"/>
                  </a:lnTo>
                  <a:lnTo>
                    <a:pt x="841" y="2250"/>
                  </a:lnTo>
                  <a:lnTo>
                    <a:pt x="601" y="2403"/>
                  </a:lnTo>
                  <a:lnTo>
                    <a:pt x="421" y="2556"/>
                  </a:lnTo>
                  <a:lnTo>
                    <a:pt x="271" y="2704"/>
                  </a:lnTo>
                  <a:lnTo>
                    <a:pt x="151" y="2852"/>
                  </a:lnTo>
                  <a:lnTo>
                    <a:pt x="60" y="2994"/>
                  </a:lnTo>
                  <a:lnTo>
                    <a:pt x="30" y="3137"/>
                  </a:lnTo>
                  <a:lnTo>
                    <a:pt x="0" y="3275"/>
                  </a:lnTo>
                  <a:lnTo>
                    <a:pt x="30" y="3418"/>
                  </a:lnTo>
                  <a:lnTo>
                    <a:pt x="90" y="3550"/>
                  </a:lnTo>
                  <a:lnTo>
                    <a:pt x="211" y="3683"/>
                  </a:lnTo>
                  <a:lnTo>
                    <a:pt x="331" y="3816"/>
                  </a:lnTo>
                  <a:lnTo>
                    <a:pt x="511" y="3943"/>
                  </a:lnTo>
                  <a:lnTo>
                    <a:pt x="721" y="4071"/>
                  </a:lnTo>
                  <a:lnTo>
                    <a:pt x="961" y="4193"/>
                  </a:lnTo>
                  <a:lnTo>
                    <a:pt x="1202" y="4316"/>
                  </a:lnTo>
                  <a:lnTo>
                    <a:pt x="1532" y="4438"/>
                  </a:lnTo>
                  <a:lnTo>
                    <a:pt x="1862" y="4550"/>
                  </a:lnTo>
                  <a:lnTo>
                    <a:pt x="2223" y="4667"/>
                  </a:lnTo>
                  <a:lnTo>
                    <a:pt x="2613" y="4775"/>
                  </a:lnTo>
                  <a:lnTo>
                    <a:pt x="3034" y="4882"/>
                  </a:lnTo>
                  <a:lnTo>
                    <a:pt x="3514" y="4989"/>
                  </a:lnTo>
                  <a:lnTo>
                    <a:pt x="3995" y="5091"/>
                  </a:lnTo>
                  <a:lnTo>
                    <a:pt x="4506" y="5188"/>
                  </a:lnTo>
                  <a:lnTo>
                    <a:pt x="5046" y="5285"/>
                  </a:lnTo>
                  <a:lnTo>
                    <a:pt x="5617" y="5376"/>
                  </a:lnTo>
                  <a:lnTo>
                    <a:pt x="5947" y="5427"/>
                  </a:lnTo>
                  <a:lnTo>
                    <a:pt x="6308" y="5473"/>
                  </a:lnTo>
                  <a:lnTo>
                    <a:pt x="6668" y="5519"/>
                  </a:lnTo>
                  <a:lnTo>
                    <a:pt x="7089" y="5560"/>
                  </a:lnTo>
                  <a:lnTo>
                    <a:pt x="7509" y="5606"/>
                  </a:lnTo>
                  <a:lnTo>
                    <a:pt x="7960" y="5647"/>
                  </a:lnTo>
                  <a:lnTo>
                    <a:pt x="8921" y="5728"/>
                  </a:lnTo>
                  <a:lnTo>
                    <a:pt x="9972" y="5800"/>
                  </a:lnTo>
                  <a:lnTo>
                    <a:pt x="11113" y="5866"/>
                  </a:lnTo>
                  <a:lnTo>
                    <a:pt x="12285" y="5922"/>
                  </a:lnTo>
                  <a:lnTo>
                    <a:pt x="13546" y="5973"/>
                  </a:lnTo>
                  <a:lnTo>
                    <a:pt x="13726" y="5917"/>
                  </a:lnTo>
                  <a:lnTo>
                    <a:pt x="13966" y="5866"/>
                  </a:lnTo>
                  <a:lnTo>
                    <a:pt x="14207" y="5815"/>
                  </a:lnTo>
                  <a:lnTo>
                    <a:pt x="14477" y="5764"/>
                  </a:lnTo>
                  <a:lnTo>
                    <a:pt x="14777" y="5718"/>
                  </a:lnTo>
                  <a:lnTo>
                    <a:pt x="15108" y="5672"/>
                  </a:lnTo>
                  <a:lnTo>
                    <a:pt x="15438" y="5632"/>
                  </a:lnTo>
                  <a:lnTo>
                    <a:pt x="15799" y="5596"/>
                  </a:lnTo>
                  <a:lnTo>
                    <a:pt x="16219" y="5560"/>
                  </a:lnTo>
                  <a:lnTo>
                    <a:pt x="16640" y="5529"/>
                  </a:lnTo>
                  <a:lnTo>
                    <a:pt x="17090" y="5504"/>
                  </a:lnTo>
                  <a:lnTo>
                    <a:pt x="17571" y="5484"/>
                  </a:lnTo>
                  <a:lnTo>
                    <a:pt x="18081" y="5463"/>
                  </a:lnTo>
                  <a:lnTo>
                    <a:pt x="18622" y="5453"/>
                  </a:lnTo>
                  <a:lnTo>
                    <a:pt x="19223" y="5443"/>
                  </a:lnTo>
                  <a:lnTo>
                    <a:pt x="20094" y="5443"/>
                  </a:lnTo>
                  <a:lnTo>
                    <a:pt x="20784" y="5448"/>
                  </a:lnTo>
                  <a:lnTo>
                    <a:pt x="21445" y="5458"/>
                  </a:lnTo>
                  <a:lnTo>
                    <a:pt x="22046" y="5473"/>
                  </a:lnTo>
                  <a:lnTo>
                    <a:pt x="22616" y="5494"/>
                  </a:lnTo>
                  <a:lnTo>
                    <a:pt x="23157" y="5519"/>
                  </a:lnTo>
                  <a:lnTo>
                    <a:pt x="23638" y="5550"/>
                  </a:lnTo>
                  <a:lnTo>
                    <a:pt x="24088" y="5586"/>
                  </a:lnTo>
                  <a:lnTo>
                    <a:pt x="24509" y="5621"/>
                  </a:lnTo>
                  <a:lnTo>
                    <a:pt x="24899" y="5662"/>
                  </a:lnTo>
                  <a:lnTo>
                    <a:pt x="25259" y="5708"/>
                  </a:lnTo>
                  <a:lnTo>
                    <a:pt x="25590" y="5754"/>
                  </a:lnTo>
                  <a:lnTo>
                    <a:pt x="25890" y="5805"/>
                  </a:lnTo>
                  <a:lnTo>
                    <a:pt x="26161" y="5856"/>
                  </a:lnTo>
                  <a:lnTo>
                    <a:pt x="26401" y="5907"/>
                  </a:lnTo>
                  <a:lnTo>
                    <a:pt x="26611" y="5963"/>
                  </a:lnTo>
                  <a:lnTo>
                    <a:pt x="26821" y="6019"/>
                  </a:lnTo>
                  <a:lnTo>
                    <a:pt x="125906" y="6019"/>
                  </a:lnTo>
                  <a:lnTo>
                    <a:pt x="127017" y="6040"/>
                  </a:lnTo>
                  <a:lnTo>
                    <a:pt x="128128" y="6045"/>
                  </a:lnTo>
                  <a:lnTo>
                    <a:pt x="128969" y="6040"/>
                  </a:lnTo>
                  <a:lnTo>
                    <a:pt x="129840" y="6029"/>
                  </a:lnTo>
                  <a:lnTo>
                    <a:pt x="130681" y="6014"/>
                  </a:lnTo>
                  <a:lnTo>
                    <a:pt x="131492" y="5989"/>
                  </a:lnTo>
                  <a:lnTo>
                    <a:pt x="132303" y="5963"/>
                  </a:lnTo>
                  <a:lnTo>
                    <a:pt x="133114" y="5927"/>
                  </a:lnTo>
                  <a:lnTo>
                    <a:pt x="133895" y="5887"/>
                  </a:lnTo>
                  <a:lnTo>
                    <a:pt x="134646" y="5836"/>
                  </a:lnTo>
                  <a:lnTo>
                    <a:pt x="135397" y="5785"/>
                  </a:lnTo>
                  <a:lnTo>
                    <a:pt x="136087" y="5723"/>
                  </a:lnTo>
                  <a:lnTo>
                    <a:pt x="136778" y="5657"/>
                  </a:lnTo>
                  <a:lnTo>
                    <a:pt x="137409" y="5586"/>
                  </a:lnTo>
                  <a:lnTo>
                    <a:pt x="138040" y="5514"/>
                  </a:lnTo>
                  <a:lnTo>
                    <a:pt x="138610" y="5427"/>
                  </a:lnTo>
                  <a:lnTo>
                    <a:pt x="139151" y="5341"/>
                  </a:lnTo>
                  <a:lnTo>
                    <a:pt x="139662" y="5249"/>
                  </a:lnTo>
                  <a:lnTo>
                    <a:pt x="140202" y="5142"/>
                  </a:lnTo>
                  <a:lnTo>
                    <a:pt x="140713" y="5025"/>
                  </a:lnTo>
                  <a:lnTo>
                    <a:pt x="141223" y="4902"/>
                  </a:lnTo>
                  <a:lnTo>
                    <a:pt x="141674" y="4780"/>
                  </a:lnTo>
                  <a:lnTo>
                    <a:pt x="142124" y="4652"/>
                  </a:lnTo>
                  <a:lnTo>
                    <a:pt x="142545" y="4525"/>
                  </a:lnTo>
                  <a:lnTo>
                    <a:pt x="142935" y="4387"/>
                  </a:lnTo>
                  <a:lnTo>
                    <a:pt x="143296" y="4254"/>
                  </a:lnTo>
                  <a:lnTo>
                    <a:pt x="143656" y="4112"/>
                  </a:lnTo>
                  <a:lnTo>
                    <a:pt x="143957" y="3974"/>
                  </a:lnTo>
                  <a:lnTo>
                    <a:pt x="144227" y="3826"/>
                  </a:lnTo>
                  <a:lnTo>
                    <a:pt x="144467" y="3683"/>
                  </a:lnTo>
                  <a:lnTo>
                    <a:pt x="144677" y="3535"/>
                  </a:lnTo>
                  <a:lnTo>
                    <a:pt x="144858" y="3387"/>
                  </a:lnTo>
                  <a:lnTo>
                    <a:pt x="145008" y="3239"/>
                  </a:lnTo>
                  <a:lnTo>
                    <a:pt x="145128" y="3091"/>
                  </a:lnTo>
                  <a:lnTo>
                    <a:pt x="145188" y="2943"/>
                  </a:lnTo>
                  <a:lnTo>
                    <a:pt x="145218" y="2790"/>
                  </a:lnTo>
                  <a:lnTo>
                    <a:pt x="145218" y="2643"/>
                  </a:lnTo>
                  <a:lnTo>
                    <a:pt x="145158" y="2495"/>
                  </a:lnTo>
                  <a:lnTo>
                    <a:pt x="145068" y="2347"/>
                  </a:lnTo>
                  <a:lnTo>
                    <a:pt x="144918" y="2199"/>
                  </a:lnTo>
                  <a:lnTo>
                    <a:pt x="144768" y="2051"/>
                  </a:lnTo>
                  <a:lnTo>
                    <a:pt x="144527" y="1908"/>
                  </a:lnTo>
                  <a:lnTo>
                    <a:pt x="144257" y="1765"/>
                  </a:lnTo>
                  <a:lnTo>
                    <a:pt x="143957" y="1627"/>
                  </a:lnTo>
                  <a:lnTo>
                    <a:pt x="143596" y="1490"/>
                  </a:lnTo>
                  <a:lnTo>
                    <a:pt x="143176" y="1357"/>
                  </a:lnTo>
                  <a:lnTo>
                    <a:pt x="142695" y="1225"/>
                  </a:lnTo>
                  <a:lnTo>
                    <a:pt x="142185" y="1097"/>
                  </a:lnTo>
                  <a:lnTo>
                    <a:pt x="141614" y="970"/>
                  </a:lnTo>
                  <a:lnTo>
                    <a:pt x="141013" y="852"/>
                  </a:lnTo>
                  <a:lnTo>
                    <a:pt x="140653" y="791"/>
                  </a:lnTo>
                  <a:lnTo>
                    <a:pt x="140292" y="735"/>
                  </a:lnTo>
                  <a:lnTo>
                    <a:pt x="139932" y="684"/>
                  </a:lnTo>
                  <a:lnTo>
                    <a:pt x="139511" y="628"/>
                  </a:lnTo>
                  <a:lnTo>
                    <a:pt x="139061" y="577"/>
                  </a:lnTo>
                  <a:lnTo>
                    <a:pt x="138580" y="526"/>
                  </a:lnTo>
                  <a:lnTo>
                    <a:pt x="138100" y="480"/>
                  </a:lnTo>
                  <a:lnTo>
                    <a:pt x="137589" y="434"/>
                  </a:lnTo>
                  <a:lnTo>
                    <a:pt x="137049" y="388"/>
                  </a:lnTo>
                  <a:lnTo>
                    <a:pt x="136508" y="347"/>
                  </a:lnTo>
                  <a:lnTo>
                    <a:pt x="135937" y="306"/>
                  </a:lnTo>
                  <a:lnTo>
                    <a:pt x="135337" y="266"/>
                  </a:lnTo>
                  <a:lnTo>
                    <a:pt x="134105" y="194"/>
                  </a:lnTo>
                  <a:lnTo>
                    <a:pt x="132844" y="138"/>
                  </a:lnTo>
                  <a:lnTo>
                    <a:pt x="132633" y="189"/>
                  </a:lnTo>
                  <a:lnTo>
                    <a:pt x="132393" y="245"/>
                  </a:lnTo>
                  <a:lnTo>
                    <a:pt x="132153" y="296"/>
                  </a:lnTo>
                  <a:lnTo>
                    <a:pt x="131883" y="347"/>
                  </a:lnTo>
                  <a:lnTo>
                    <a:pt x="131582" y="393"/>
                  </a:lnTo>
                  <a:lnTo>
                    <a:pt x="131282" y="439"/>
                  </a:lnTo>
                  <a:lnTo>
                    <a:pt x="130922" y="480"/>
                  </a:lnTo>
                  <a:lnTo>
                    <a:pt x="130561" y="521"/>
                  </a:lnTo>
                  <a:lnTo>
                    <a:pt x="130141" y="551"/>
                  </a:lnTo>
                  <a:lnTo>
                    <a:pt x="129720" y="582"/>
                  </a:lnTo>
                  <a:lnTo>
                    <a:pt x="129270" y="612"/>
                  </a:lnTo>
                  <a:lnTo>
                    <a:pt x="128789" y="633"/>
                  </a:lnTo>
                  <a:lnTo>
                    <a:pt x="128248" y="653"/>
                  </a:lnTo>
                  <a:lnTo>
                    <a:pt x="127708" y="663"/>
                  </a:lnTo>
                  <a:lnTo>
                    <a:pt x="127137" y="674"/>
                  </a:lnTo>
                  <a:lnTo>
                    <a:pt x="126506" y="679"/>
                  </a:lnTo>
                  <a:lnTo>
                    <a:pt x="126236" y="674"/>
                  </a:lnTo>
                  <a:lnTo>
                    <a:pt x="125485" y="669"/>
                  </a:lnTo>
                  <a:lnTo>
                    <a:pt x="124764" y="658"/>
                  </a:lnTo>
                  <a:lnTo>
                    <a:pt x="124134" y="638"/>
                  </a:lnTo>
                  <a:lnTo>
                    <a:pt x="123533" y="612"/>
                  </a:lnTo>
                  <a:lnTo>
                    <a:pt x="122962" y="582"/>
                  </a:lnTo>
                  <a:lnTo>
                    <a:pt x="122452" y="551"/>
                  </a:lnTo>
                  <a:lnTo>
                    <a:pt x="121971" y="510"/>
                  </a:lnTo>
                  <a:lnTo>
                    <a:pt x="121551" y="470"/>
                  </a:lnTo>
                  <a:lnTo>
                    <a:pt x="121160" y="419"/>
                  </a:lnTo>
                  <a:lnTo>
                    <a:pt x="120800" y="373"/>
                  </a:lnTo>
                  <a:lnTo>
                    <a:pt x="120469" y="317"/>
                  </a:lnTo>
                  <a:lnTo>
                    <a:pt x="120169" y="261"/>
                  </a:lnTo>
                  <a:lnTo>
                    <a:pt x="119899" y="204"/>
                  </a:lnTo>
                  <a:lnTo>
                    <a:pt x="119689" y="143"/>
                  </a:lnTo>
                  <a:lnTo>
                    <a:pt x="119478" y="82"/>
                  </a:lnTo>
                  <a:lnTo>
                    <a:pt x="119298" y="21"/>
                  </a:lnTo>
                  <a:lnTo>
                    <a:pt x="19433" y="21"/>
                  </a:lnTo>
                  <a:lnTo>
                    <a:pt x="18231" y="5"/>
                  </a:lnTo>
                  <a:lnTo>
                    <a:pt x="17030"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44"/>
            <p:cNvSpPr/>
            <p:nvPr/>
          </p:nvSpPr>
          <p:spPr>
            <a:xfrm flipH="1">
              <a:off x="246339" y="1545313"/>
              <a:ext cx="8440433" cy="2071622"/>
            </a:xfrm>
            <a:custGeom>
              <a:avLst/>
              <a:gdLst/>
              <a:ahLst/>
              <a:cxnLst/>
              <a:rect l="l" t="t" r="r" b="b"/>
              <a:pathLst>
                <a:path w="145218" h="6045" fill="none" extrusionOk="0">
                  <a:moveTo>
                    <a:pt x="17030" y="0"/>
                  </a:moveTo>
                  <a:lnTo>
                    <a:pt x="17030" y="0"/>
                  </a:lnTo>
                  <a:lnTo>
                    <a:pt x="18231" y="5"/>
                  </a:lnTo>
                  <a:lnTo>
                    <a:pt x="19433" y="21"/>
                  </a:lnTo>
                  <a:lnTo>
                    <a:pt x="119298" y="21"/>
                  </a:lnTo>
                  <a:lnTo>
                    <a:pt x="119298" y="21"/>
                  </a:lnTo>
                  <a:lnTo>
                    <a:pt x="119478" y="82"/>
                  </a:lnTo>
                  <a:lnTo>
                    <a:pt x="119689" y="143"/>
                  </a:lnTo>
                  <a:lnTo>
                    <a:pt x="119899" y="204"/>
                  </a:lnTo>
                  <a:lnTo>
                    <a:pt x="120169" y="261"/>
                  </a:lnTo>
                  <a:lnTo>
                    <a:pt x="120469" y="317"/>
                  </a:lnTo>
                  <a:lnTo>
                    <a:pt x="120800" y="373"/>
                  </a:lnTo>
                  <a:lnTo>
                    <a:pt x="121160" y="419"/>
                  </a:lnTo>
                  <a:lnTo>
                    <a:pt x="121551" y="470"/>
                  </a:lnTo>
                  <a:lnTo>
                    <a:pt x="121971" y="510"/>
                  </a:lnTo>
                  <a:lnTo>
                    <a:pt x="122452" y="551"/>
                  </a:lnTo>
                  <a:lnTo>
                    <a:pt x="122962" y="582"/>
                  </a:lnTo>
                  <a:lnTo>
                    <a:pt x="123533" y="612"/>
                  </a:lnTo>
                  <a:lnTo>
                    <a:pt x="124134" y="638"/>
                  </a:lnTo>
                  <a:lnTo>
                    <a:pt x="124764" y="658"/>
                  </a:lnTo>
                  <a:lnTo>
                    <a:pt x="125485" y="669"/>
                  </a:lnTo>
                  <a:lnTo>
                    <a:pt x="126236" y="674"/>
                  </a:lnTo>
                  <a:lnTo>
                    <a:pt x="126236" y="674"/>
                  </a:lnTo>
                  <a:lnTo>
                    <a:pt x="126506" y="679"/>
                  </a:lnTo>
                  <a:lnTo>
                    <a:pt x="126506" y="679"/>
                  </a:lnTo>
                  <a:lnTo>
                    <a:pt x="127137" y="674"/>
                  </a:lnTo>
                  <a:lnTo>
                    <a:pt x="127708" y="663"/>
                  </a:lnTo>
                  <a:lnTo>
                    <a:pt x="128248" y="653"/>
                  </a:lnTo>
                  <a:lnTo>
                    <a:pt x="128789" y="633"/>
                  </a:lnTo>
                  <a:lnTo>
                    <a:pt x="129270" y="612"/>
                  </a:lnTo>
                  <a:lnTo>
                    <a:pt x="129720" y="582"/>
                  </a:lnTo>
                  <a:lnTo>
                    <a:pt x="130141" y="551"/>
                  </a:lnTo>
                  <a:lnTo>
                    <a:pt x="130561" y="521"/>
                  </a:lnTo>
                  <a:lnTo>
                    <a:pt x="130922" y="480"/>
                  </a:lnTo>
                  <a:lnTo>
                    <a:pt x="131282" y="439"/>
                  </a:lnTo>
                  <a:lnTo>
                    <a:pt x="131582" y="393"/>
                  </a:lnTo>
                  <a:lnTo>
                    <a:pt x="131883" y="347"/>
                  </a:lnTo>
                  <a:lnTo>
                    <a:pt x="132153" y="296"/>
                  </a:lnTo>
                  <a:lnTo>
                    <a:pt x="132393" y="245"/>
                  </a:lnTo>
                  <a:lnTo>
                    <a:pt x="132633" y="189"/>
                  </a:lnTo>
                  <a:lnTo>
                    <a:pt x="132844" y="138"/>
                  </a:lnTo>
                  <a:lnTo>
                    <a:pt x="132844" y="138"/>
                  </a:lnTo>
                  <a:lnTo>
                    <a:pt x="134105" y="194"/>
                  </a:lnTo>
                  <a:lnTo>
                    <a:pt x="135337" y="266"/>
                  </a:lnTo>
                  <a:lnTo>
                    <a:pt x="135937" y="306"/>
                  </a:lnTo>
                  <a:lnTo>
                    <a:pt x="136508" y="347"/>
                  </a:lnTo>
                  <a:lnTo>
                    <a:pt x="137049" y="388"/>
                  </a:lnTo>
                  <a:lnTo>
                    <a:pt x="137589" y="434"/>
                  </a:lnTo>
                  <a:lnTo>
                    <a:pt x="138100" y="480"/>
                  </a:lnTo>
                  <a:lnTo>
                    <a:pt x="138580" y="526"/>
                  </a:lnTo>
                  <a:lnTo>
                    <a:pt x="139061" y="577"/>
                  </a:lnTo>
                  <a:lnTo>
                    <a:pt x="139511" y="628"/>
                  </a:lnTo>
                  <a:lnTo>
                    <a:pt x="139932" y="684"/>
                  </a:lnTo>
                  <a:lnTo>
                    <a:pt x="140292" y="735"/>
                  </a:lnTo>
                  <a:lnTo>
                    <a:pt x="140653" y="791"/>
                  </a:lnTo>
                  <a:lnTo>
                    <a:pt x="141013" y="852"/>
                  </a:lnTo>
                  <a:lnTo>
                    <a:pt x="141013" y="852"/>
                  </a:lnTo>
                  <a:lnTo>
                    <a:pt x="141614" y="970"/>
                  </a:lnTo>
                  <a:lnTo>
                    <a:pt x="142185" y="1097"/>
                  </a:lnTo>
                  <a:lnTo>
                    <a:pt x="142695" y="1225"/>
                  </a:lnTo>
                  <a:lnTo>
                    <a:pt x="143176" y="1357"/>
                  </a:lnTo>
                  <a:lnTo>
                    <a:pt x="143596" y="1490"/>
                  </a:lnTo>
                  <a:lnTo>
                    <a:pt x="143957" y="1627"/>
                  </a:lnTo>
                  <a:lnTo>
                    <a:pt x="144257" y="1765"/>
                  </a:lnTo>
                  <a:lnTo>
                    <a:pt x="144527" y="1908"/>
                  </a:lnTo>
                  <a:lnTo>
                    <a:pt x="144768" y="2051"/>
                  </a:lnTo>
                  <a:lnTo>
                    <a:pt x="144918" y="2199"/>
                  </a:lnTo>
                  <a:lnTo>
                    <a:pt x="145068" y="2347"/>
                  </a:lnTo>
                  <a:lnTo>
                    <a:pt x="145158" y="2495"/>
                  </a:lnTo>
                  <a:lnTo>
                    <a:pt x="145218" y="2643"/>
                  </a:lnTo>
                  <a:lnTo>
                    <a:pt x="145218" y="2790"/>
                  </a:lnTo>
                  <a:lnTo>
                    <a:pt x="145188" y="2943"/>
                  </a:lnTo>
                  <a:lnTo>
                    <a:pt x="145128" y="3091"/>
                  </a:lnTo>
                  <a:lnTo>
                    <a:pt x="145008" y="3239"/>
                  </a:lnTo>
                  <a:lnTo>
                    <a:pt x="144858" y="3387"/>
                  </a:lnTo>
                  <a:lnTo>
                    <a:pt x="144677" y="3535"/>
                  </a:lnTo>
                  <a:lnTo>
                    <a:pt x="144467" y="3683"/>
                  </a:lnTo>
                  <a:lnTo>
                    <a:pt x="144227" y="3826"/>
                  </a:lnTo>
                  <a:lnTo>
                    <a:pt x="143957" y="3974"/>
                  </a:lnTo>
                  <a:lnTo>
                    <a:pt x="143656" y="4112"/>
                  </a:lnTo>
                  <a:lnTo>
                    <a:pt x="143296" y="4254"/>
                  </a:lnTo>
                  <a:lnTo>
                    <a:pt x="142935" y="4387"/>
                  </a:lnTo>
                  <a:lnTo>
                    <a:pt x="142545" y="4525"/>
                  </a:lnTo>
                  <a:lnTo>
                    <a:pt x="142124" y="4652"/>
                  </a:lnTo>
                  <a:lnTo>
                    <a:pt x="141674" y="4780"/>
                  </a:lnTo>
                  <a:lnTo>
                    <a:pt x="141223" y="4902"/>
                  </a:lnTo>
                  <a:lnTo>
                    <a:pt x="140713" y="5025"/>
                  </a:lnTo>
                  <a:lnTo>
                    <a:pt x="140202" y="5142"/>
                  </a:lnTo>
                  <a:lnTo>
                    <a:pt x="139662" y="5249"/>
                  </a:lnTo>
                  <a:lnTo>
                    <a:pt x="139662" y="5249"/>
                  </a:lnTo>
                  <a:lnTo>
                    <a:pt x="139151" y="5341"/>
                  </a:lnTo>
                  <a:lnTo>
                    <a:pt x="138610" y="5427"/>
                  </a:lnTo>
                  <a:lnTo>
                    <a:pt x="138040" y="5514"/>
                  </a:lnTo>
                  <a:lnTo>
                    <a:pt x="137409" y="5586"/>
                  </a:lnTo>
                  <a:lnTo>
                    <a:pt x="136778" y="5657"/>
                  </a:lnTo>
                  <a:lnTo>
                    <a:pt x="136087" y="5723"/>
                  </a:lnTo>
                  <a:lnTo>
                    <a:pt x="135397" y="5785"/>
                  </a:lnTo>
                  <a:lnTo>
                    <a:pt x="134646" y="5836"/>
                  </a:lnTo>
                  <a:lnTo>
                    <a:pt x="133895" y="5887"/>
                  </a:lnTo>
                  <a:lnTo>
                    <a:pt x="133114" y="5927"/>
                  </a:lnTo>
                  <a:lnTo>
                    <a:pt x="132303" y="5963"/>
                  </a:lnTo>
                  <a:lnTo>
                    <a:pt x="131492" y="5989"/>
                  </a:lnTo>
                  <a:lnTo>
                    <a:pt x="130681" y="6014"/>
                  </a:lnTo>
                  <a:lnTo>
                    <a:pt x="129840" y="6029"/>
                  </a:lnTo>
                  <a:lnTo>
                    <a:pt x="128969" y="6040"/>
                  </a:lnTo>
                  <a:lnTo>
                    <a:pt x="128128" y="6045"/>
                  </a:lnTo>
                  <a:lnTo>
                    <a:pt x="128128" y="6045"/>
                  </a:lnTo>
                  <a:lnTo>
                    <a:pt x="127017" y="6040"/>
                  </a:lnTo>
                  <a:lnTo>
                    <a:pt x="125906" y="6019"/>
                  </a:lnTo>
                  <a:lnTo>
                    <a:pt x="26821" y="6019"/>
                  </a:lnTo>
                  <a:lnTo>
                    <a:pt x="26821" y="6019"/>
                  </a:lnTo>
                  <a:lnTo>
                    <a:pt x="26611" y="5963"/>
                  </a:lnTo>
                  <a:lnTo>
                    <a:pt x="26401" y="5907"/>
                  </a:lnTo>
                  <a:lnTo>
                    <a:pt x="26161" y="5856"/>
                  </a:lnTo>
                  <a:lnTo>
                    <a:pt x="25890" y="5805"/>
                  </a:lnTo>
                  <a:lnTo>
                    <a:pt x="25590" y="5754"/>
                  </a:lnTo>
                  <a:lnTo>
                    <a:pt x="25259" y="5708"/>
                  </a:lnTo>
                  <a:lnTo>
                    <a:pt x="24899" y="5662"/>
                  </a:lnTo>
                  <a:lnTo>
                    <a:pt x="24509" y="5621"/>
                  </a:lnTo>
                  <a:lnTo>
                    <a:pt x="24088" y="5586"/>
                  </a:lnTo>
                  <a:lnTo>
                    <a:pt x="23638" y="5550"/>
                  </a:lnTo>
                  <a:lnTo>
                    <a:pt x="23157" y="5519"/>
                  </a:lnTo>
                  <a:lnTo>
                    <a:pt x="22616" y="5494"/>
                  </a:lnTo>
                  <a:lnTo>
                    <a:pt x="22046" y="5473"/>
                  </a:lnTo>
                  <a:lnTo>
                    <a:pt x="21445" y="5458"/>
                  </a:lnTo>
                  <a:lnTo>
                    <a:pt x="20784" y="5448"/>
                  </a:lnTo>
                  <a:lnTo>
                    <a:pt x="20094" y="5443"/>
                  </a:lnTo>
                  <a:lnTo>
                    <a:pt x="20094" y="5443"/>
                  </a:lnTo>
                  <a:lnTo>
                    <a:pt x="19823" y="5443"/>
                  </a:lnTo>
                  <a:lnTo>
                    <a:pt x="19823" y="5443"/>
                  </a:lnTo>
                  <a:lnTo>
                    <a:pt x="19223" y="5443"/>
                  </a:lnTo>
                  <a:lnTo>
                    <a:pt x="18622" y="5453"/>
                  </a:lnTo>
                  <a:lnTo>
                    <a:pt x="18081" y="5463"/>
                  </a:lnTo>
                  <a:lnTo>
                    <a:pt x="17571" y="5484"/>
                  </a:lnTo>
                  <a:lnTo>
                    <a:pt x="17090" y="5504"/>
                  </a:lnTo>
                  <a:lnTo>
                    <a:pt x="16640" y="5529"/>
                  </a:lnTo>
                  <a:lnTo>
                    <a:pt x="16219" y="5560"/>
                  </a:lnTo>
                  <a:lnTo>
                    <a:pt x="15799" y="5596"/>
                  </a:lnTo>
                  <a:lnTo>
                    <a:pt x="15438" y="5632"/>
                  </a:lnTo>
                  <a:lnTo>
                    <a:pt x="15108" y="5672"/>
                  </a:lnTo>
                  <a:lnTo>
                    <a:pt x="14777" y="5718"/>
                  </a:lnTo>
                  <a:lnTo>
                    <a:pt x="14477" y="5764"/>
                  </a:lnTo>
                  <a:lnTo>
                    <a:pt x="14207" y="5815"/>
                  </a:lnTo>
                  <a:lnTo>
                    <a:pt x="13966" y="5866"/>
                  </a:lnTo>
                  <a:lnTo>
                    <a:pt x="13726" y="5917"/>
                  </a:lnTo>
                  <a:lnTo>
                    <a:pt x="13546" y="5973"/>
                  </a:lnTo>
                  <a:lnTo>
                    <a:pt x="13546" y="5973"/>
                  </a:lnTo>
                  <a:lnTo>
                    <a:pt x="12285" y="5922"/>
                  </a:lnTo>
                  <a:lnTo>
                    <a:pt x="11113" y="5866"/>
                  </a:lnTo>
                  <a:lnTo>
                    <a:pt x="9972" y="5800"/>
                  </a:lnTo>
                  <a:lnTo>
                    <a:pt x="8921" y="5728"/>
                  </a:lnTo>
                  <a:lnTo>
                    <a:pt x="7960" y="5647"/>
                  </a:lnTo>
                  <a:lnTo>
                    <a:pt x="7509" y="5606"/>
                  </a:lnTo>
                  <a:lnTo>
                    <a:pt x="7089" y="5560"/>
                  </a:lnTo>
                  <a:lnTo>
                    <a:pt x="6668" y="5519"/>
                  </a:lnTo>
                  <a:lnTo>
                    <a:pt x="6308" y="5473"/>
                  </a:lnTo>
                  <a:lnTo>
                    <a:pt x="5947" y="5427"/>
                  </a:lnTo>
                  <a:lnTo>
                    <a:pt x="5617" y="5376"/>
                  </a:lnTo>
                  <a:lnTo>
                    <a:pt x="5617" y="5376"/>
                  </a:lnTo>
                  <a:lnTo>
                    <a:pt x="5046" y="5285"/>
                  </a:lnTo>
                  <a:lnTo>
                    <a:pt x="4506" y="5188"/>
                  </a:lnTo>
                  <a:lnTo>
                    <a:pt x="3995" y="5091"/>
                  </a:lnTo>
                  <a:lnTo>
                    <a:pt x="3514" y="4989"/>
                  </a:lnTo>
                  <a:lnTo>
                    <a:pt x="3034" y="4882"/>
                  </a:lnTo>
                  <a:lnTo>
                    <a:pt x="2613" y="4775"/>
                  </a:lnTo>
                  <a:lnTo>
                    <a:pt x="2223" y="4667"/>
                  </a:lnTo>
                  <a:lnTo>
                    <a:pt x="1862" y="4550"/>
                  </a:lnTo>
                  <a:lnTo>
                    <a:pt x="1532" y="4438"/>
                  </a:lnTo>
                  <a:lnTo>
                    <a:pt x="1202" y="4316"/>
                  </a:lnTo>
                  <a:lnTo>
                    <a:pt x="961" y="4193"/>
                  </a:lnTo>
                  <a:lnTo>
                    <a:pt x="721" y="4071"/>
                  </a:lnTo>
                  <a:lnTo>
                    <a:pt x="511" y="3943"/>
                  </a:lnTo>
                  <a:lnTo>
                    <a:pt x="331" y="3816"/>
                  </a:lnTo>
                  <a:lnTo>
                    <a:pt x="211" y="3683"/>
                  </a:lnTo>
                  <a:lnTo>
                    <a:pt x="90" y="3550"/>
                  </a:lnTo>
                  <a:lnTo>
                    <a:pt x="30" y="3418"/>
                  </a:lnTo>
                  <a:lnTo>
                    <a:pt x="0" y="3275"/>
                  </a:lnTo>
                  <a:lnTo>
                    <a:pt x="30" y="3137"/>
                  </a:lnTo>
                  <a:lnTo>
                    <a:pt x="60" y="2994"/>
                  </a:lnTo>
                  <a:lnTo>
                    <a:pt x="151" y="2852"/>
                  </a:lnTo>
                  <a:lnTo>
                    <a:pt x="271" y="2704"/>
                  </a:lnTo>
                  <a:lnTo>
                    <a:pt x="421" y="2556"/>
                  </a:lnTo>
                  <a:lnTo>
                    <a:pt x="601" y="2403"/>
                  </a:lnTo>
                  <a:lnTo>
                    <a:pt x="841" y="2250"/>
                  </a:lnTo>
                  <a:lnTo>
                    <a:pt x="1112" y="2097"/>
                  </a:lnTo>
                  <a:lnTo>
                    <a:pt x="1442" y="1944"/>
                  </a:lnTo>
                  <a:lnTo>
                    <a:pt x="1772" y="1786"/>
                  </a:lnTo>
                  <a:lnTo>
                    <a:pt x="2163" y="1627"/>
                  </a:lnTo>
                  <a:lnTo>
                    <a:pt x="2613" y="1464"/>
                  </a:lnTo>
                  <a:lnTo>
                    <a:pt x="3094" y="1301"/>
                  </a:lnTo>
                  <a:lnTo>
                    <a:pt x="3604" y="1138"/>
                  </a:lnTo>
                  <a:lnTo>
                    <a:pt x="3604" y="1138"/>
                  </a:lnTo>
                  <a:lnTo>
                    <a:pt x="3845" y="1066"/>
                  </a:lnTo>
                  <a:lnTo>
                    <a:pt x="4115" y="995"/>
                  </a:lnTo>
                  <a:lnTo>
                    <a:pt x="4415" y="924"/>
                  </a:lnTo>
                  <a:lnTo>
                    <a:pt x="4686" y="862"/>
                  </a:lnTo>
                  <a:lnTo>
                    <a:pt x="5016" y="796"/>
                  </a:lnTo>
                  <a:lnTo>
                    <a:pt x="5347" y="735"/>
                  </a:lnTo>
                  <a:lnTo>
                    <a:pt x="5677" y="679"/>
                  </a:lnTo>
                  <a:lnTo>
                    <a:pt x="6037" y="623"/>
                  </a:lnTo>
                  <a:lnTo>
                    <a:pt x="6398" y="572"/>
                  </a:lnTo>
                  <a:lnTo>
                    <a:pt x="6758" y="521"/>
                  </a:lnTo>
                  <a:lnTo>
                    <a:pt x="7149" y="470"/>
                  </a:lnTo>
                  <a:lnTo>
                    <a:pt x="7539" y="429"/>
                  </a:lnTo>
                  <a:lnTo>
                    <a:pt x="8380" y="342"/>
                  </a:lnTo>
                  <a:lnTo>
                    <a:pt x="9221" y="271"/>
                  </a:lnTo>
                  <a:lnTo>
                    <a:pt x="10122" y="204"/>
                  </a:lnTo>
                  <a:lnTo>
                    <a:pt x="11053" y="148"/>
                  </a:lnTo>
                  <a:lnTo>
                    <a:pt x="12014" y="102"/>
                  </a:lnTo>
                  <a:lnTo>
                    <a:pt x="12975" y="67"/>
                  </a:lnTo>
                  <a:lnTo>
                    <a:pt x="13966" y="36"/>
                  </a:lnTo>
                  <a:lnTo>
                    <a:pt x="14988" y="16"/>
                  </a:lnTo>
                  <a:lnTo>
                    <a:pt x="16009" y="5"/>
                  </a:lnTo>
                  <a:lnTo>
                    <a:pt x="1703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44"/>
            <p:cNvSpPr/>
            <p:nvPr/>
          </p:nvSpPr>
          <p:spPr>
            <a:xfrm flipH="1">
              <a:off x="7075448" y="3592266"/>
              <a:ext cx="890379" cy="680260"/>
            </a:xfrm>
            <a:custGeom>
              <a:avLst/>
              <a:gdLst/>
              <a:ahLst/>
              <a:cxnLst/>
              <a:rect l="l" t="t" r="r" b="b"/>
              <a:pathLst>
                <a:path w="15319" h="1985" extrusionOk="0">
                  <a:moveTo>
                    <a:pt x="1142" y="0"/>
                  </a:moveTo>
                  <a:lnTo>
                    <a:pt x="932" y="56"/>
                  </a:lnTo>
                  <a:lnTo>
                    <a:pt x="782" y="112"/>
                  </a:lnTo>
                  <a:lnTo>
                    <a:pt x="631" y="174"/>
                  </a:lnTo>
                  <a:lnTo>
                    <a:pt x="481" y="235"/>
                  </a:lnTo>
                  <a:lnTo>
                    <a:pt x="271" y="352"/>
                  </a:lnTo>
                  <a:lnTo>
                    <a:pt x="151" y="475"/>
                  </a:lnTo>
                  <a:lnTo>
                    <a:pt x="61" y="587"/>
                  </a:lnTo>
                  <a:lnTo>
                    <a:pt x="1" y="699"/>
                  </a:lnTo>
                  <a:lnTo>
                    <a:pt x="31" y="801"/>
                  </a:lnTo>
                  <a:lnTo>
                    <a:pt x="61" y="893"/>
                  </a:lnTo>
                  <a:lnTo>
                    <a:pt x="121" y="980"/>
                  </a:lnTo>
                  <a:lnTo>
                    <a:pt x="211" y="1071"/>
                  </a:lnTo>
                  <a:lnTo>
                    <a:pt x="331" y="1163"/>
                  </a:lnTo>
                  <a:lnTo>
                    <a:pt x="451" y="1250"/>
                  </a:lnTo>
                  <a:lnTo>
                    <a:pt x="661" y="1342"/>
                  </a:lnTo>
                  <a:lnTo>
                    <a:pt x="872" y="1428"/>
                  </a:lnTo>
                  <a:lnTo>
                    <a:pt x="1172" y="1515"/>
                  </a:lnTo>
                  <a:lnTo>
                    <a:pt x="1502" y="1597"/>
                  </a:lnTo>
                  <a:lnTo>
                    <a:pt x="1713" y="1638"/>
                  </a:lnTo>
                  <a:lnTo>
                    <a:pt x="1923" y="1673"/>
                  </a:lnTo>
                  <a:lnTo>
                    <a:pt x="2163" y="1709"/>
                  </a:lnTo>
                  <a:lnTo>
                    <a:pt x="2403" y="1745"/>
                  </a:lnTo>
                  <a:lnTo>
                    <a:pt x="2674" y="1775"/>
                  </a:lnTo>
                  <a:lnTo>
                    <a:pt x="2974" y="1806"/>
                  </a:lnTo>
                  <a:lnTo>
                    <a:pt x="3304" y="1836"/>
                  </a:lnTo>
                  <a:lnTo>
                    <a:pt x="3635" y="1862"/>
                  </a:lnTo>
                  <a:lnTo>
                    <a:pt x="3995" y="1887"/>
                  </a:lnTo>
                  <a:lnTo>
                    <a:pt x="4386" y="1908"/>
                  </a:lnTo>
                  <a:lnTo>
                    <a:pt x="4806" y="1928"/>
                  </a:lnTo>
                  <a:lnTo>
                    <a:pt x="5227" y="1944"/>
                  </a:lnTo>
                  <a:lnTo>
                    <a:pt x="5677" y="1959"/>
                  </a:lnTo>
                  <a:lnTo>
                    <a:pt x="6188" y="1969"/>
                  </a:lnTo>
                  <a:lnTo>
                    <a:pt x="6698" y="1979"/>
                  </a:lnTo>
                  <a:lnTo>
                    <a:pt x="7239" y="1984"/>
                  </a:lnTo>
                  <a:lnTo>
                    <a:pt x="7599" y="1984"/>
                  </a:lnTo>
                  <a:lnTo>
                    <a:pt x="8140" y="1979"/>
                  </a:lnTo>
                  <a:lnTo>
                    <a:pt x="8651" y="1974"/>
                  </a:lnTo>
                  <a:lnTo>
                    <a:pt x="9131" y="1964"/>
                  </a:lnTo>
                  <a:lnTo>
                    <a:pt x="9582" y="1949"/>
                  </a:lnTo>
                  <a:lnTo>
                    <a:pt x="10032" y="1928"/>
                  </a:lnTo>
                  <a:lnTo>
                    <a:pt x="10453" y="1908"/>
                  </a:lnTo>
                  <a:lnTo>
                    <a:pt x="10843" y="1882"/>
                  </a:lnTo>
                  <a:lnTo>
                    <a:pt x="11234" y="1857"/>
                  </a:lnTo>
                  <a:lnTo>
                    <a:pt x="11594" y="1821"/>
                  </a:lnTo>
                  <a:lnTo>
                    <a:pt x="11924" y="1791"/>
                  </a:lnTo>
                  <a:lnTo>
                    <a:pt x="12255" y="1750"/>
                  </a:lnTo>
                  <a:lnTo>
                    <a:pt x="12555" y="1714"/>
                  </a:lnTo>
                  <a:lnTo>
                    <a:pt x="12855" y="1673"/>
                  </a:lnTo>
                  <a:lnTo>
                    <a:pt x="13126" y="1627"/>
                  </a:lnTo>
                  <a:lnTo>
                    <a:pt x="13366" y="1587"/>
                  </a:lnTo>
                  <a:lnTo>
                    <a:pt x="13606" y="1536"/>
                  </a:lnTo>
                  <a:lnTo>
                    <a:pt x="14027" y="1444"/>
                  </a:lnTo>
                  <a:lnTo>
                    <a:pt x="14387" y="1342"/>
                  </a:lnTo>
                  <a:lnTo>
                    <a:pt x="14688" y="1240"/>
                  </a:lnTo>
                  <a:lnTo>
                    <a:pt x="14928" y="1143"/>
                  </a:lnTo>
                  <a:lnTo>
                    <a:pt x="15108" y="1041"/>
                  </a:lnTo>
                  <a:lnTo>
                    <a:pt x="15228" y="949"/>
                  </a:lnTo>
                  <a:lnTo>
                    <a:pt x="15288" y="857"/>
                  </a:lnTo>
                  <a:lnTo>
                    <a:pt x="15318" y="770"/>
                  </a:lnTo>
                  <a:lnTo>
                    <a:pt x="15318" y="699"/>
                  </a:lnTo>
                  <a:lnTo>
                    <a:pt x="15318" y="617"/>
                  </a:lnTo>
                  <a:lnTo>
                    <a:pt x="15258" y="531"/>
                  </a:lnTo>
                  <a:lnTo>
                    <a:pt x="15168" y="434"/>
                  </a:lnTo>
                  <a:lnTo>
                    <a:pt x="15048" y="342"/>
                  </a:lnTo>
                  <a:lnTo>
                    <a:pt x="14898" y="240"/>
                  </a:lnTo>
                  <a:lnTo>
                    <a:pt x="14688" y="143"/>
                  </a:lnTo>
                  <a:lnTo>
                    <a:pt x="14417" y="46"/>
                  </a:lnTo>
                  <a:lnTo>
                    <a:pt x="7539" y="46"/>
                  </a:lnTo>
                  <a:lnTo>
                    <a:pt x="6458" y="61"/>
                  </a:lnTo>
                  <a:lnTo>
                    <a:pt x="5347" y="67"/>
                  </a:lnTo>
                  <a:lnTo>
                    <a:pt x="4266" y="61"/>
                  </a:lnTo>
                  <a:lnTo>
                    <a:pt x="3214" y="51"/>
                  </a:lnTo>
                  <a:lnTo>
                    <a:pt x="2163" y="26"/>
                  </a:lnTo>
                  <a:lnTo>
                    <a:pt x="1142" y="0"/>
                  </a:lnTo>
                  <a:close/>
                </a:path>
              </a:pathLst>
            </a:custGeom>
            <a:solidFill>
              <a:srgbClr val="FF8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4"/>
            <p:cNvSpPr/>
            <p:nvPr/>
          </p:nvSpPr>
          <p:spPr>
            <a:xfrm flipH="1">
              <a:off x="7075448" y="3592266"/>
              <a:ext cx="890379" cy="680260"/>
            </a:xfrm>
            <a:custGeom>
              <a:avLst/>
              <a:gdLst/>
              <a:ahLst/>
              <a:cxnLst/>
              <a:rect l="l" t="t" r="r" b="b"/>
              <a:pathLst>
                <a:path w="15319" h="1985" fill="none" extrusionOk="0">
                  <a:moveTo>
                    <a:pt x="1142" y="0"/>
                  </a:moveTo>
                  <a:lnTo>
                    <a:pt x="1142" y="0"/>
                  </a:lnTo>
                  <a:lnTo>
                    <a:pt x="2163" y="26"/>
                  </a:lnTo>
                  <a:lnTo>
                    <a:pt x="3214" y="51"/>
                  </a:lnTo>
                  <a:lnTo>
                    <a:pt x="4266" y="61"/>
                  </a:lnTo>
                  <a:lnTo>
                    <a:pt x="5347" y="67"/>
                  </a:lnTo>
                  <a:lnTo>
                    <a:pt x="5347" y="67"/>
                  </a:lnTo>
                  <a:lnTo>
                    <a:pt x="6458" y="61"/>
                  </a:lnTo>
                  <a:lnTo>
                    <a:pt x="7539" y="46"/>
                  </a:lnTo>
                  <a:lnTo>
                    <a:pt x="14417" y="46"/>
                  </a:lnTo>
                  <a:lnTo>
                    <a:pt x="14417" y="46"/>
                  </a:lnTo>
                  <a:lnTo>
                    <a:pt x="14688" y="143"/>
                  </a:lnTo>
                  <a:lnTo>
                    <a:pt x="14898" y="240"/>
                  </a:lnTo>
                  <a:lnTo>
                    <a:pt x="15048" y="342"/>
                  </a:lnTo>
                  <a:lnTo>
                    <a:pt x="15168" y="434"/>
                  </a:lnTo>
                  <a:lnTo>
                    <a:pt x="15258" y="531"/>
                  </a:lnTo>
                  <a:lnTo>
                    <a:pt x="15318" y="617"/>
                  </a:lnTo>
                  <a:lnTo>
                    <a:pt x="15318" y="699"/>
                  </a:lnTo>
                  <a:lnTo>
                    <a:pt x="15318" y="770"/>
                  </a:lnTo>
                  <a:lnTo>
                    <a:pt x="15318" y="770"/>
                  </a:lnTo>
                  <a:lnTo>
                    <a:pt x="15288" y="857"/>
                  </a:lnTo>
                  <a:lnTo>
                    <a:pt x="15228" y="949"/>
                  </a:lnTo>
                  <a:lnTo>
                    <a:pt x="15108" y="1041"/>
                  </a:lnTo>
                  <a:lnTo>
                    <a:pt x="14928" y="1143"/>
                  </a:lnTo>
                  <a:lnTo>
                    <a:pt x="14688" y="1240"/>
                  </a:lnTo>
                  <a:lnTo>
                    <a:pt x="14387" y="1342"/>
                  </a:lnTo>
                  <a:lnTo>
                    <a:pt x="14027" y="1444"/>
                  </a:lnTo>
                  <a:lnTo>
                    <a:pt x="13606" y="1536"/>
                  </a:lnTo>
                  <a:lnTo>
                    <a:pt x="13366" y="1587"/>
                  </a:lnTo>
                  <a:lnTo>
                    <a:pt x="13126" y="1627"/>
                  </a:lnTo>
                  <a:lnTo>
                    <a:pt x="12855" y="1673"/>
                  </a:lnTo>
                  <a:lnTo>
                    <a:pt x="12555" y="1714"/>
                  </a:lnTo>
                  <a:lnTo>
                    <a:pt x="12255" y="1750"/>
                  </a:lnTo>
                  <a:lnTo>
                    <a:pt x="11924" y="1791"/>
                  </a:lnTo>
                  <a:lnTo>
                    <a:pt x="11594" y="1821"/>
                  </a:lnTo>
                  <a:lnTo>
                    <a:pt x="11234" y="1857"/>
                  </a:lnTo>
                  <a:lnTo>
                    <a:pt x="10843" y="1882"/>
                  </a:lnTo>
                  <a:lnTo>
                    <a:pt x="10453" y="1908"/>
                  </a:lnTo>
                  <a:lnTo>
                    <a:pt x="10032" y="1928"/>
                  </a:lnTo>
                  <a:lnTo>
                    <a:pt x="9582" y="1949"/>
                  </a:lnTo>
                  <a:lnTo>
                    <a:pt x="9131" y="1964"/>
                  </a:lnTo>
                  <a:lnTo>
                    <a:pt x="8651" y="1974"/>
                  </a:lnTo>
                  <a:lnTo>
                    <a:pt x="8140" y="1979"/>
                  </a:lnTo>
                  <a:lnTo>
                    <a:pt x="7599" y="1984"/>
                  </a:lnTo>
                  <a:lnTo>
                    <a:pt x="7599" y="1984"/>
                  </a:lnTo>
                  <a:lnTo>
                    <a:pt x="7239" y="1984"/>
                  </a:lnTo>
                  <a:lnTo>
                    <a:pt x="7239" y="1984"/>
                  </a:lnTo>
                  <a:lnTo>
                    <a:pt x="6698" y="1979"/>
                  </a:lnTo>
                  <a:lnTo>
                    <a:pt x="6188" y="1969"/>
                  </a:lnTo>
                  <a:lnTo>
                    <a:pt x="5677" y="1959"/>
                  </a:lnTo>
                  <a:lnTo>
                    <a:pt x="5227" y="1944"/>
                  </a:lnTo>
                  <a:lnTo>
                    <a:pt x="4806" y="1928"/>
                  </a:lnTo>
                  <a:lnTo>
                    <a:pt x="4386" y="1908"/>
                  </a:lnTo>
                  <a:lnTo>
                    <a:pt x="3995" y="1887"/>
                  </a:lnTo>
                  <a:lnTo>
                    <a:pt x="3635" y="1862"/>
                  </a:lnTo>
                  <a:lnTo>
                    <a:pt x="3304" y="1836"/>
                  </a:lnTo>
                  <a:lnTo>
                    <a:pt x="2974" y="1806"/>
                  </a:lnTo>
                  <a:lnTo>
                    <a:pt x="2674" y="1775"/>
                  </a:lnTo>
                  <a:lnTo>
                    <a:pt x="2403" y="1745"/>
                  </a:lnTo>
                  <a:lnTo>
                    <a:pt x="2163" y="1709"/>
                  </a:lnTo>
                  <a:lnTo>
                    <a:pt x="1923" y="1673"/>
                  </a:lnTo>
                  <a:lnTo>
                    <a:pt x="1713" y="1638"/>
                  </a:lnTo>
                  <a:lnTo>
                    <a:pt x="1502" y="1597"/>
                  </a:lnTo>
                  <a:lnTo>
                    <a:pt x="1172" y="1515"/>
                  </a:lnTo>
                  <a:lnTo>
                    <a:pt x="872" y="1428"/>
                  </a:lnTo>
                  <a:lnTo>
                    <a:pt x="661" y="1342"/>
                  </a:lnTo>
                  <a:lnTo>
                    <a:pt x="451" y="1250"/>
                  </a:lnTo>
                  <a:lnTo>
                    <a:pt x="331" y="1163"/>
                  </a:lnTo>
                  <a:lnTo>
                    <a:pt x="211" y="1071"/>
                  </a:lnTo>
                  <a:lnTo>
                    <a:pt x="121" y="980"/>
                  </a:lnTo>
                  <a:lnTo>
                    <a:pt x="61" y="893"/>
                  </a:lnTo>
                  <a:lnTo>
                    <a:pt x="61" y="893"/>
                  </a:lnTo>
                  <a:lnTo>
                    <a:pt x="31" y="801"/>
                  </a:lnTo>
                  <a:lnTo>
                    <a:pt x="1" y="699"/>
                  </a:lnTo>
                  <a:lnTo>
                    <a:pt x="61" y="587"/>
                  </a:lnTo>
                  <a:lnTo>
                    <a:pt x="151" y="475"/>
                  </a:lnTo>
                  <a:lnTo>
                    <a:pt x="271" y="352"/>
                  </a:lnTo>
                  <a:lnTo>
                    <a:pt x="481" y="235"/>
                  </a:lnTo>
                  <a:lnTo>
                    <a:pt x="631" y="174"/>
                  </a:lnTo>
                  <a:lnTo>
                    <a:pt x="782" y="112"/>
                  </a:lnTo>
                  <a:lnTo>
                    <a:pt x="932" y="56"/>
                  </a:lnTo>
                  <a:lnTo>
                    <a:pt x="114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44"/>
            <p:cNvSpPr/>
            <p:nvPr/>
          </p:nvSpPr>
          <p:spPr>
            <a:xfrm flipH="1">
              <a:off x="7127817" y="3410292"/>
              <a:ext cx="771692" cy="204935"/>
            </a:xfrm>
            <a:custGeom>
              <a:avLst/>
              <a:gdLst/>
              <a:ahLst/>
              <a:cxnLst/>
              <a:rect l="l" t="t" r="r" b="b"/>
              <a:pathLst>
                <a:path w="13277" h="598" extrusionOk="0">
                  <a:moveTo>
                    <a:pt x="5678" y="1"/>
                  </a:moveTo>
                  <a:lnTo>
                    <a:pt x="5077" y="11"/>
                  </a:lnTo>
                  <a:lnTo>
                    <a:pt x="4536" y="21"/>
                  </a:lnTo>
                  <a:lnTo>
                    <a:pt x="4026" y="42"/>
                  </a:lnTo>
                  <a:lnTo>
                    <a:pt x="3545" y="62"/>
                  </a:lnTo>
                  <a:lnTo>
                    <a:pt x="3095" y="87"/>
                  </a:lnTo>
                  <a:lnTo>
                    <a:pt x="2674" y="118"/>
                  </a:lnTo>
                  <a:lnTo>
                    <a:pt x="2254" y="154"/>
                  </a:lnTo>
                  <a:lnTo>
                    <a:pt x="1893" y="190"/>
                  </a:lnTo>
                  <a:lnTo>
                    <a:pt x="1563" y="230"/>
                  </a:lnTo>
                  <a:lnTo>
                    <a:pt x="1232" y="276"/>
                  </a:lnTo>
                  <a:lnTo>
                    <a:pt x="932" y="322"/>
                  </a:lnTo>
                  <a:lnTo>
                    <a:pt x="662" y="373"/>
                  </a:lnTo>
                  <a:lnTo>
                    <a:pt x="421" y="424"/>
                  </a:lnTo>
                  <a:lnTo>
                    <a:pt x="181" y="475"/>
                  </a:lnTo>
                  <a:lnTo>
                    <a:pt x="1" y="531"/>
                  </a:lnTo>
                  <a:lnTo>
                    <a:pt x="1022" y="557"/>
                  </a:lnTo>
                  <a:lnTo>
                    <a:pt x="2073" y="582"/>
                  </a:lnTo>
                  <a:lnTo>
                    <a:pt x="3125" y="592"/>
                  </a:lnTo>
                  <a:lnTo>
                    <a:pt x="4206" y="598"/>
                  </a:lnTo>
                  <a:lnTo>
                    <a:pt x="5317" y="592"/>
                  </a:lnTo>
                  <a:lnTo>
                    <a:pt x="6398" y="577"/>
                  </a:lnTo>
                  <a:lnTo>
                    <a:pt x="13276" y="577"/>
                  </a:lnTo>
                  <a:lnTo>
                    <a:pt x="13066" y="521"/>
                  </a:lnTo>
                  <a:lnTo>
                    <a:pt x="12856" y="465"/>
                  </a:lnTo>
                  <a:lnTo>
                    <a:pt x="12616" y="414"/>
                  </a:lnTo>
                  <a:lnTo>
                    <a:pt x="12345" y="363"/>
                  </a:lnTo>
                  <a:lnTo>
                    <a:pt x="12045" y="312"/>
                  </a:lnTo>
                  <a:lnTo>
                    <a:pt x="11714" y="266"/>
                  </a:lnTo>
                  <a:lnTo>
                    <a:pt x="11354" y="220"/>
                  </a:lnTo>
                  <a:lnTo>
                    <a:pt x="10964" y="179"/>
                  </a:lnTo>
                  <a:lnTo>
                    <a:pt x="10543" y="144"/>
                  </a:lnTo>
                  <a:lnTo>
                    <a:pt x="10093" y="108"/>
                  </a:lnTo>
                  <a:lnTo>
                    <a:pt x="9612" y="77"/>
                  </a:lnTo>
                  <a:lnTo>
                    <a:pt x="9071" y="52"/>
                  </a:lnTo>
                  <a:lnTo>
                    <a:pt x="8501" y="31"/>
                  </a:lnTo>
                  <a:lnTo>
                    <a:pt x="7900" y="16"/>
                  </a:lnTo>
                  <a:lnTo>
                    <a:pt x="7239" y="6"/>
                  </a:lnTo>
                  <a:lnTo>
                    <a:pt x="6549" y="1"/>
                  </a:lnTo>
                  <a:close/>
                </a:path>
              </a:pathLst>
            </a:custGeom>
            <a:solidFill>
              <a:srgbClr val="FF3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4"/>
            <p:cNvSpPr/>
            <p:nvPr/>
          </p:nvSpPr>
          <p:spPr>
            <a:xfrm flipH="1">
              <a:off x="7127817" y="3410292"/>
              <a:ext cx="771692" cy="204935"/>
            </a:xfrm>
            <a:custGeom>
              <a:avLst/>
              <a:gdLst/>
              <a:ahLst/>
              <a:cxnLst/>
              <a:rect l="l" t="t" r="r" b="b"/>
              <a:pathLst>
                <a:path w="13277" h="598" fill="none" extrusionOk="0">
                  <a:moveTo>
                    <a:pt x="6278" y="1"/>
                  </a:moveTo>
                  <a:lnTo>
                    <a:pt x="6278" y="1"/>
                  </a:lnTo>
                  <a:lnTo>
                    <a:pt x="6549" y="1"/>
                  </a:lnTo>
                  <a:lnTo>
                    <a:pt x="6549" y="1"/>
                  </a:lnTo>
                  <a:lnTo>
                    <a:pt x="7239" y="6"/>
                  </a:lnTo>
                  <a:lnTo>
                    <a:pt x="7900" y="16"/>
                  </a:lnTo>
                  <a:lnTo>
                    <a:pt x="8501" y="31"/>
                  </a:lnTo>
                  <a:lnTo>
                    <a:pt x="9071" y="52"/>
                  </a:lnTo>
                  <a:lnTo>
                    <a:pt x="9612" y="77"/>
                  </a:lnTo>
                  <a:lnTo>
                    <a:pt x="10093" y="108"/>
                  </a:lnTo>
                  <a:lnTo>
                    <a:pt x="10543" y="144"/>
                  </a:lnTo>
                  <a:lnTo>
                    <a:pt x="10964" y="179"/>
                  </a:lnTo>
                  <a:lnTo>
                    <a:pt x="11354" y="220"/>
                  </a:lnTo>
                  <a:lnTo>
                    <a:pt x="11714" y="266"/>
                  </a:lnTo>
                  <a:lnTo>
                    <a:pt x="12045" y="312"/>
                  </a:lnTo>
                  <a:lnTo>
                    <a:pt x="12345" y="363"/>
                  </a:lnTo>
                  <a:lnTo>
                    <a:pt x="12616" y="414"/>
                  </a:lnTo>
                  <a:lnTo>
                    <a:pt x="12856" y="465"/>
                  </a:lnTo>
                  <a:lnTo>
                    <a:pt x="13066" y="521"/>
                  </a:lnTo>
                  <a:lnTo>
                    <a:pt x="13276" y="577"/>
                  </a:lnTo>
                  <a:lnTo>
                    <a:pt x="6398" y="577"/>
                  </a:lnTo>
                  <a:lnTo>
                    <a:pt x="6398" y="577"/>
                  </a:lnTo>
                  <a:lnTo>
                    <a:pt x="5317" y="592"/>
                  </a:lnTo>
                  <a:lnTo>
                    <a:pt x="4206" y="598"/>
                  </a:lnTo>
                  <a:lnTo>
                    <a:pt x="4206" y="598"/>
                  </a:lnTo>
                  <a:lnTo>
                    <a:pt x="3125" y="592"/>
                  </a:lnTo>
                  <a:lnTo>
                    <a:pt x="2073" y="582"/>
                  </a:lnTo>
                  <a:lnTo>
                    <a:pt x="1022" y="557"/>
                  </a:lnTo>
                  <a:lnTo>
                    <a:pt x="1" y="531"/>
                  </a:lnTo>
                  <a:lnTo>
                    <a:pt x="1" y="531"/>
                  </a:lnTo>
                  <a:lnTo>
                    <a:pt x="181" y="475"/>
                  </a:lnTo>
                  <a:lnTo>
                    <a:pt x="421" y="424"/>
                  </a:lnTo>
                  <a:lnTo>
                    <a:pt x="662" y="373"/>
                  </a:lnTo>
                  <a:lnTo>
                    <a:pt x="932" y="322"/>
                  </a:lnTo>
                  <a:lnTo>
                    <a:pt x="1232" y="276"/>
                  </a:lnTo>
                  <a:lnTo>
                    <a:pt x="1563" y="230"/>
                  </a:lnTo>
                  <a:lnTo>
                    <a:pt x="1893" y="190"/>
                  </a:lnTo>
                  <a:lnTo>
                    <a:pt x="2254" y="154"/>
                  </a:lnTo>
                  <a:lnTo>
                    <a:pt x="2674" y="118"/>
                  </a:lnTo>
                  <a:lnTo>
                    <a:pt x="3095" y="87"/>
                  </a:lnTo>
                  <a:lnTo>
                    <a:pt x="3545" y="62"/>
                  </a:lnTo>
                  <a:lnTo>
                    <a:pt x="4026" y="42"/>
                  </a:lnTo>
                  <a:lnTo>
                    <a:pt x="4536" y="21"/>
                  </a:lnTo>
                  <a:lnTo>
                    <a:pt x="5077" y="11"/>
                  </a:lnTo>
                  <a:lnTo>
                    <a:pt x="5678" y="1"/>
                  </a:lnTo>
                  <a:lnTo>
                    <a:pt x="627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4"/>
            <p:cNvSpPr/>
            <p:nvPr/>
          </p:nvSpPr>
          <p:spPr>
            <a:xfrm flipH="1">
              <a:off x="7428080" y="3737229"/>
              <a:ext cx="221795" cy="203221"/>
            </a:xfrm>
            <a:custGeom>
              <a:avLst/>
              <a:gdLst/>
              <a:ahLst/>
              <a:cxnLst/>
              <a:rect l="l" t="t" r="r" b="b"/>
              <a:pathLst>
                <a:path w="3816" h="593" extrusionOk="0">
                  <a:moveTo>
                    <a:pt x="421" y="1"/>
                  </a:moveTo>
                  <a:lnTo>
                    <a:pt x="241" y="57"/>
                  </a:lnTo>
                  <a:lnTo>
                    <a:pt x="91" y="118"/>
                  </a:lnTo>
                  <a:lnTo>
                    <a:pt x="1" y="174"/>
                  </a:lnTo>
                  <a:lnTo>
                    <a:pt x="1" y="230"/>
                  </a:lnTo>
                  <a:lnTo>
                    <a:pt x="1" y="281"/>
                  </a:lnTo>
                  <a:lnTo>
                    <a:pt x="61" y="332"/>
                  </a:lnTo>
                  <a:lnTo>
                    <a:pt x="151" y="378"/>
                  </a:lnTo>
                  <a:lnTo>
                    <a:pt x="301" y="424"/>
                  </a:lnTo>
                  <a:lnTo>
                    <a:pt x="451" y="470"/>
                  </a:lnTo>
                  <a:lnTo>
                    <a:pt x="662" y="511"/>
                  </a:lnTo>
                  <a:lnTo>
                    <a:pt x="902" y="551"/>
                  </a:lnTo>
                  <a:lnTo>
                    <a:pt x="1202" y="592"/>
                  </a:lnTo>
                  <a:lnTo>
                    <a:pt x="1743" y="536"/>
                  </a:lnTo>
                  <a:lnTo>
                    <a:pt x="1833" y="521"/>
                  </a:lnTo>
                  <a:lnTo>
                    <a:pt x="1863" y="506"/>
                  </a:lnTo>
                  <a:lnTo>
                    <a:pt x="1833" y="485"/>
                  </a:lnTo>
                  <a:lnTo>
                    <a:pt x="1773" y="470"/>
                  </a:lnTo>
                  <a:lnTo>
                    <a:pt x="1623" y="439"/>
                  </a:lnTo>
                  <a:lnTo>
                    <a:pt x="1503" y="404"/>
                  </a:lnTo>
                  <a:lnTo>
                    <a:pt x="1383" y="353"/>
                  </a:lnTo>
                  <a:lnTo>
                    <a:pt x="1352" y="327"/>
                  </a:lnTo>
                  <a:lnTo>
                    <a:pt x="1322" y="296"/>
                  </a:lnTo>
                  <a:lnTo>
                    <a:pt x="1352" y="261"/>
                  </a:lnTo>
                  <a:lnTo>
                    <a:pt x="1413" y="225"/>
                  </a:lnTo>
                  <a:lnTo>
                    <a:pt x="1503" y="184"/>
                  </a:lnTo>
                  <a:lnTo>
                    <a:pt x="1623" y="143"/>
                  </a:lnTo>
                  <a:lnTo>
                    <a:pt x="1683" y="128"/>
                  </a:lnTo>
                  <a:lnTo>
                    <a:pt x="1683" y="113"/>
                  </a:lnTo>
                  <a:lnTo>
                    <a:pt x="1653" y="98"/>
                  </a:lnTo>
                  <a:lnTo>
                    <a:pt x="1623" y="82"/>
                  </a:lnTo>
                  <a:lnTo>
                    <a:pt x="1533" y="72"/>
                  </a:lnTo>
                  <a:lnTo>
                    <a:pt x="1443" y="62"/>
                  </a:lnTo>
                  <a:lnTo>
                    <a:pt x="421" y="1"/>
                  </a:lnTo>
                  <a:close/>
                  <a:moveTo>
                    <a:pt x="2374" y="1"/>
                  </a:moveTo>
                  <a:lnTo>
                    <a:pt x="2193" y="57"/>
                  </a:lnTo>
                  <a:lnTo>
                    <a:pt x="2043" y="118"/>
                  </a:lnTo>
                  <a:lnTo>
                    <a:pt x="1983" y="174"/>
                  </a:lnTo>
                  <a:lnTo>
                    <a:pt x="1953" y="230"/>
                  </a:lnTo>
                  <a:lnTo>
                    <a:pt x="1953" y="281"/>
                  </a:lnTo>
                  <a:lnTo>
                    <a:pt x="2013" y="332"/>
                  </a:lnTo>
                  <a:lnTo>
                    <a:pt x="2133" y="378"/>
                  </a:lnTo>
                  <a:lnTo>
                    <a:pt x="2254" y="424"/>
                  </a:lnTo>
                  <a:lnTo>
                    <a:pt x="2434" y="470"/>
                  </a:lnTo>
                  <a:lnTo>
                    <a:pt x="2644" y="511"/>
                  </a:lnTo>
                  <a:lnTo>
                    <a:pt x="2884" y="551"/>
                  </a:lnTo>
                  <a:lnTo>
                    <a:pt x="3155" y="592"/>
                  </a:lnTo>
                  <a:lnTo>
                    <a:pt x="3695" y="536"/>
                  </a:lnTo>
                  <a:lnTo>
                    <a:pt x="3785" y="521"/>
                  </a:lnTo>
                  <a:lnTo>
                    <a:pt x="3815" y="506"/>
                  </a:lnTo>
                  <a:lnTo>
                    <a:pt x="3785" y="485"/>
                  </a:lnTo>
                  <a:lnTo>
                    <a:pt x="3725" y="470"/>
                  </a:lnTo>
                  <a:lnTo>
                    <a:pt x="3605" y="439"/>
                  </a:lnTo>
                  <a:lnTo>
                    <a:pt x="3455" y="404"/>
                  </a:lnTo>
                  <a:lnTo>
                    <a:pt x="3335" y="353"/>
                  </a:lnTo>
                  <a:lnTo>
                    <a:pt x="3305" y="327"/>
                  </a:lnTo>
                  <a:lnTo>
                    <a:pt x="3305" y="296"/>
                  </a:lnTo>
                  <a:lnTo>
                    <a:pt x="3305" y="261"/>
                  </a:lnTo>
                  <a:lnTo>
                    <a:pt x="3365" y="225"/>
                  </a:lnTo>
                  <a:lnTo>
                    <a:pt x="3455" y="184"/>
                  </a:lnTo>
                  <a:lnTo>
                    <a:pt x="3575" y="143"/>
                  </a:lnTo>
                  <a:lnTo>
                    <a:pt x="3635" y="128"/>
                  </a:lnTo>
                  <a:lnTo>
                    <a:pt x="3635" y="113"/>
                  </a:lnTo>
                  <a:lnTo>
                    <a:pt x="3635" y="98"/>
                  </a:lnTo>
                  <a:lnTo>
                    <a:pt x="3575" y="82"/>
                  </a:lnTo>
                  <a:lnTo>
                    <a:pt x="3515" y="72"/>
                  </a:lnTo>
                  <a:lnTo>
                    <a:pt x="3395" y="62"/>
                  </a:lnTo>
                  <a:lnTo>
                    <a:pt x="23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4"/>
            <p:cNvSpPr/>
            <p:nvPr/>
          </p:nvSpPr>
          <p:spPr>
            <a:xfrm flipH="1">
              <a:off x="904518" y="914400"/>
              <a:ext cx="890320" cy="678546"/>
            </a:xfrm>
            <a:custGeom>
              <a:avLst/>
              <a:gdLst/>
              <a:ahLst/>
              <a:cxnLst/>
              <a:rect l="l" t="t" r="r" b="b"/>
              <a:pathLst>
                <a:path w="15318" h="1980" extrusionOk="0">
                  <a:moveTo>
                    <a:pt x="7749" y="0"/>
                  </a:moveTo>
                  <a:lnTo>
                    <a:pt x="7209" y="5"/>
                  </a:lnTo>
                  <a:lnTo>
                    <a:pt x="6698" y="10"/>
                  </a:lnTo>
                  <a:lnTo>
                    <a:pt x="6217" y="20"/>
                  </a:lnTo>
                  <a:lnTo>
                    <a:pt x="5767" y="36"/>
                  </a:lnTo>
                  <a:lnTo>
                    <a:pt x="5316" y="56"/>
                  </a:lnTo>
                  <a:lnTo>
                    <a:pt x="4896" y="77"/>
                  </a:lnTo>
                  <a:lnTo>
                    <a:pt x="4505" y="102"/>
                  </a:lnTo>
                  <a:lnTo>
                    <a:pt x="4115" y="133"/>
                  </a:lnTo>
                  <a:lnTo>
                    <a:pt x="3755" y="163"/>
                  </a:lnTo>
                  <a:lnTo>
                    <a:pt x="3424" y="199"/>
                  </a:lnTo>
                  <a:lnTo>
                    <a:pt x="3094" y="235"/>
                  </a:lnTo>
                  <a:lnTo>
                    <a:pt x="2793" y="270"/>
                  </a:lnTo>
                  <a:lnTo>
                    <a:pt x="2493" y="311"/>
                  </a:lnTo>
                  <a:lnTo>
                    <a:pt x="2223" y="357"/>
                  </a:lnTo>
                  <a:lnTo>
                    <a:pt x="1983" y="403"/>
                  </a:lnTo>
                  <a:lnTo>
                    <a:pt x="1742" y="449"/>
                  </a:lnTo>
                  <a:lnTo>
                    <a:pt x="1322" y="541"/>
                  </a:lnTo>
                  <a:lnTo>
                    <a:pt x="961" y="643"/>
                  </a:lnTo>
                  <a:lnTo>
                    <a:pt x="661" y="745"/>
                  </a:lnTo>
                  <a:lnTo>
                    <a:pt x="421" y="842"/>
                  </a:lnTo>
                  <a:lnTo>
                    <a:pt x="241" y="944"/>
                  </a:lnTo>
                  <a:lnTo>
                    <a:pt x="120" y="1041"/>
                  </a:lnTo>
                  <a:lnTo>
                    <a:pt x="30" y="1127"/>
                  </a:lnTo>
                  <a:lnTo>
                    <a:pt x="0" y="1214"/>
                  </a:lnTo>
                  <a:lnTo>
                    <a:pt x="30" y="1352"/>
                  </a:lnTo>
                  <a:lnTo>
                    <a:pt x="60" y="1428"/>
                  </a:lnTo>
                  <a:lnTo>
                    <a:pt x="120" y="1515"/>
                  </a:lnTo>
                  <a:lnTo>
                    <a:pt x="210" y="1597"/>
                  </a:lnTo>
                  <a:lnTo>
                    <a:pt x="361" y="1688"/>
                  </a:lnTo>
                  <a:lnTo>
                    <a:pt x="511" y="1775"/>
                  </a:lnTo>
                  <a:lnTo>
                    <a:pt x="721" y="1862"/>
                  </a:lnTo>
                  <a:lnTo>
                    <a:pt x="5587" y="1862"/>
                  </a:lnTo>
                  <a:lnTo>
                    <a:pt x="6758" y="1846"/>
                  </a:lnTo>
                  <a:lnTo>
                    <a:pt x="8710" y="1846"/>
                  </a:lnTo>
                  <a:lnTo>
                    <a:pt x="9521" y="1852"/>
                  </a:lnTo>
                  <a:lnTo>
                    <a:pt x="10332" y="1862"/>
                  </a:lnTo>
                  <a:lnTo>
                    <a:pt x="11143" y="1877"/>
                  </a:lnTo>
                  <a:lnTo>
                    <a:pt x="11924" y="1897"/>
                  </a:lnTo>
                  <a:lnTo>
                    <a:pt x="12735" y="1923"/>
                  </a:lnTo>
                  <a:lnTo>
                    <a:pt x="13486" y="1948"/>
                  </a:lnTo>
                  <a:lnTo>
                    <a:pt x="14267" y="1979"/>
                  </a:lnTo>
                  <a:lnTo>
                    <a:pt x="14447" y="1918"/>
                  </a:lnTo>
                  <a:lnTo>
                    <a:pt x="14597" y="1862"/>
                  </a:lnTo>
                  <a:lnTo>
                    <a:pt x="14747" y="1806"/>
                  </a:lnTo>
                  <a:lnTo>
                    <a:pt x="14867" y="1744"/>
                  </a:lnTo>
                  <a:lnTo>
                    <a:pt x="15078" y="1627"/>
                  </a:lnTo>
                  <a:lnTo>
                    <a:pt x="15198" y="1510"/>
                  </a:lnTo>
                  <a:lnTo>
                    <a:pt x="15288" y="1393"/>
                  </a:lnTo>
                  <a:lnTo>
                    <a:pt x="15318" y="1285"/>
                  </a:lnTo>
                  <a:lnTo>
                    <a:pt x="15318" y="1183"/>
                  </a:lnTo>
                  <a:lnTo>
                    <a:pt x="15288" y="1092"/>
                  </a:lnTo>
                  <a:lnTo>
                    <a:pt x="15228" y="1005"/>
                  </a:lnTo>
                  <a:lnTo>
                    <a:pt x="15138" y="913"/>
                  </a:lnTo>
                  <a:lnTo>
                    <a:pt x="15018" y="826"/>
                  </a:lnTo>
                  <a:lnTo>
                    <a:pt x="14867" y="735"/>
                  </a:lnTo>
                  <a:lnTo>
                    <a:pt x="14687" y="643"/>
                  </a:lnTo>
                  <a:lnTo>
                    <a:pt x="14447" y="556"/>
                  </a:lnTo>
                  <a:lnTo>
                    <a:pt x="14177" y="469"/>
                  </a:lnTo>
                  <a:lnTo>
                    <a:pt x="13816" y="388"/>
                  </a:lnTo>
                  <a:lnTo>
                    <a:pt x="13636" y="347"/>
                  </a:lnTo>
                  <a:lnTo>
                    <a:pt x="13426" y="311"/>
                  </a:lnTo>
                  <a:lnTo>
                    <a:pt x="13185" y="275"/>
                  </a:lnTo>
                  <a:lnTo>
                    <a:pt x="12915" y="240"/>
                  </a:lnTo>
                  <a:lnTo>
                    <a:pt x="12645" y="209"/>
                  </a:lnTo>
                  <a:lnTo>
                    <a:pt x="12375" y="179"/>
                  </a:lnTo>
                  <a:lnTo>
                    <a:pt x="12044" y="148"/>
                  </a:lnTo>
                  <a:lnTo>
                    <a:pt x="11714" y="122"/>
                  </a:lnTo>
                  <a:lnTo>
                    <a:pt x="11353" y="97"/>
                  </a:lnTo>
                  <a:lnTo>
                    <a:pt x="10963" y="77"/>
                  </a:lnTo>
                  <a:lnTo>
                    <a:pt x="10542" y="56"/>
                  </a:lnTo>
                  <a:lnTo>
                    <a:pt x="10122" y="41"/>
                  </a:lnTo>
                  <a:lnTo>
                    <a:pt x="9641" y="26"/>
                  </a:lnTo>
                  <a:lnTo>
                    <a:pt x="9161" y="15"/>
                  </a:lnTo>
                  <a:lnTo>
                    <a:pt x="8650" y="5"/>
                  </a:lnTo>
                  <a:lnTo>
                    <a:pt x="8110" y="5"/>
                  </a:lnTo>
                  <a:lnTo>
                    <a:pt x="7749" y="0"/>
                  </a:lnTo>
                  <a:close/>
                </a:path>
              </a:pathLst>
            </a:custGeom>
            <a:solidFill>
              <a:srgbClr val="FF75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4"/>
            <p:cNvSpPr/>
            <p:nvPr/>
          </p:nvSpPr>
          <p:spPr>
            <a:xfrm flipH="1">
              <a:off x="904518" y="914400"/>
              <a:ext cx="890320" cy="678546"/>
            </a:xfrm>
            <a:custGeom>
              <a:avLst/>
              <a:gdLst/>
              <a:ahLst/>
              <a:cxnLst/>
              <a:rect l="l" t="t" r="r" b="b"/>
              <a:pathLst>
                <a:path w="15318" h="1980" fill="none" extrusionOk="0">
                  <a:moveTo>
                    <a:pt x="7749" y="0"/>
                  </a:moveTo>
                  <a:lnTo>
                    <a:pt x="7749" y="0"/>
                  </a:lnTo>
                  <a:lnTo>
                    <a:pt x="8110" y="5"/>
                  </a:lnTo>
                  <a:lnTo>
                    <a:pt x="8110" y="5"/>
                  </a:lnTo>
                  <a:lnTo>
                    <a:pt x="8650" y="5"/>
                  </a:lnTo>
                  <a:lnTo>
                    <a:pt x="9161" y="15"/>
                  </a:lnTo>
                  <a:lnTo>
                    <a:pt x="9641" y="26"/>
                  </a:lnTo>
                  <a:lnTo>
                    <a:pt x="10122" y="41"/>
                  </a:lnTo>
                  <a:lnTo>
                    <a:pt x="10542" y="56"/>
                  </a:lnTo>
                  <a:lnTo>
                    <a:pt x="10963" y="77"/>
                  </a:lnTo>
                  <a:lnTo>
                    <a:pt x="11353" y="97"/>
                  </a:lnTo>
                  <a:lnTo>
                    <a:pt x="11714" y="122"/>
                  </a:lnTo>
                  <a:lnTo>
                    <a:pt x="12044" y="148"/>
                  </a:lnTo>
                  <a:lnTo>
                    <a:pt x="12375" y="179"/>
                  </a:lnTo>
                  <a:lnTo>
                    <a:pt x="12645" y="209"/>
                  </a:lnTo>
                  <a:lnTo>
                    <a:pt x="12915" y="240"/>
                  </a:lnTo>
                  <a:lnTo>
                    <a:pt x="13185" y="275"/>
                  </a:lnTo>
                  <a:lnTo>
                    <a:pt x="13426" y="311"/>
                  </a:lnTo>
                  <a:lnTo>
                    <a:pt x="13636" y="347"/>
                  </a:lnTo>
                  <a:lnTo>
                    <a:pt x="13816" y="388"/>
                  </a:lnTo>
                  <a:lnTo>
                    <a:pt x="14177" y="469"/>
                  </a:lnTo>
                  <a:lnTo>
                    <a:pt x="14447" y="556"/>
                  </a:lnTo>
                  <a:lnTo>
                    <a:pt x="14687" y="643"/>
                  </a:lnTo>
                  <a:lnTo>
                    <a:pt x="14867" y="735"/>
                  </a:lnTo>
                  <a:lnTo>
                    <a:pt x="15018" y="826"/>
                  </a:lnTo>
                  <a:lnTo>
                    <a:pt x="15138" y="913"/>
                  </a:lnTo>
                  <a:lnTo>
                    <a:pt x="15228" y="1005"/>
                  </a:lnTo>
                  <a:lnTo>
                    <a:pt x="15288" y="1092"/>
                  </a:lnTo>
                  <a:lnTo>
                    <a:pt x="15288" y="1092"/>
                  </a:lnTo>
                  <a:lnTo>
                    <a:pt x="15318" y="1183"/>
                  </a:lnTo>
                  <a:lnTo>
                    <a:pt x="15318" y="1285"/>
                  </a:lnTo>
                  <a:lnTo>
                    <a:pt x="15288" y="1393"/>
                  </a:lnTo>
                  <a:lnTo>
                    <a:pt x="15198" y="1510"/>
                  </a:lnTo>
                  <a:lnTo>
                    <a:pt x="15078" y="1627"/>
                  </a:lnTo>
                  <a:lnTo>
                    <a:pt x="14867" y="1744"/>
                  </a:lnTo>
                  <a:lnTo>
                    <a:pt x="14747" y="1806"/>
                  </a:lnTo>
                  <a:lnTo>
                    <a:pt x="14597" y="1862"/>
                  </a:lnTo>
                  <a:lnTo>
                    <a:pt x="14447" y="1918"/>
                  </a:lnTo>
                  <a:lnTo>
                    <a:pt x="14267" y="1979"/>
                  </a:lnTo>
                  <a:lnTo>
                    <a:pt x="14267" y="1979"/>
                  </a:lnTo>
                  <a:lnTo>
                    <a:pt x="13486" y="1948"/>
                  </a:lnTo>
                  <a:lnTo>
                    <a:pt x="12735" y="1923"/>
                  </a:lnTo>
                  <a:lnTo>
                    <a:pt x="11924" y="1897"/>
                  </a:lnTo>
                  <a:lnTo>
                    <a:pt x="11143" y="1877"/>
                  </a:lnTo>
                  <a:lnTo>
                    <a:pt x="10332" y="1862"/>
                  </a:lnTo>
                  <a:lnTo>
                    <a:pt x="9521" y="1852"/>
                  </a:lnTo>
                  <a:lnTo>
                    <a:pt x="8710" y="1846"/>
                  </a:lnTo>
                  <a:lnTo>
                    <a:pt x="7899" y="1846"/>
                  </a:lnTo>
                  <a:lnTo>
                    <a:pt x="7899" y="1846"/>
                  </a:lnTo>
                  <a:lnTo>
                    <a:pt x="6758" y="1846"/>
                  </a:lnTo>
                  <a:lnTo>
                    <a:pt x="5587" y="1862"/>
                  </a:lnTo>
                  <a:lnTo>
                    <a:pt x="721" y="1862"/>
                  </a:lnTo>
                  <a:lnTo>
                    <a:pt x="721" y="1862"/>
                  </a:lnTo>
                  <a:lnTo>
                    <a:pt x="511" y="1775"/>
                  </a:lnTo>
                  <a:lnTo>
                    <a:pt x="361" y="1688"/>
                  </a:lnTo>
                  <a:lnTo>
                    <a:pt x="210" y="1597"/>
                  </a:lnTo>
                  <a:lnTo>
                    <a:pt x="120" y="1515"/>
                  </a:lnTo>
                  <a:lnTo>
                    <a:pt x="60" y="1428"/>
                  </a:lnTo>
                  <a:lnTo>
                    <a:pt x="30" y="1352"/>
                  </a:lnTo>
                  <a:lnTo>
                    <a:pt x="0" y="1214"/>
                  </a:lnTo>
                  <a:lnTo>
                    <a:pt x="0" y="1214"/>
                  </a:lnTo>
                  <a:lnTo>
                    <a:pt x="30" y="1127"/>
                  </a:lnTo>
                  <a:lnTo>
                    <a:pt x="120" y="1041"/>
                  </a:lnTo>
                  <a:lnTo>
                    <a:pt x="241" y="944"/>
                  </a:lnTo>
                  <a:lnTo>
                    <a:pt x="421" y="842"/>
                  </a:lnTo>
                  <a:lnTo>
                    <a:pt x="661" y="745"/>
                  </a:lnTo>
                  <a:lnTo>
                    <a:pt x="961" y="643"/>
                  </a:lnTo>
                  <a:lnTo>
                    <a:pt x="1322" y="541"/>
                  </a:lnTo>
                  <a:lnTo>
                    <a:pt x="1742" y="449"/>
                  </a:lnTo>
                  <a:lnTo>
                    <a:pt x="1983" y="403"/>
                  </a:lnTo>
                  <a:lnTo>
                    <a:pt x="2223" y="357"/>
                  </a:lnTo>
                  <a:lnTo>
                    <a:pt x="2493" y="311"/>
                  </a:lnTo>
                  <a:lnTo>
                    <a:pt x="2793" y="270"/>
                  </a:lnTo>
                  <a:lnTo>
                    <a:pt x="3094" y="235"/>
                  </a:lnTo>
                  <a:lnTo>
                    <a:pt x="3424" y="199"/>
                  </a:lnTo>
                  <a:lnTo>
                    <a:pt x="3755" y="163"/>
                  </a:lnTo>
                  <a:lnTo>
                    <a:pt x="4115" y="133"/>
                  </a:lnTo>
                  <a:lnTo>
                    <a:pt x="4505" y="102"/>
                  </a:lnTo>
                  <a:lnTo>
                    <a:pt x="4896" y="77"/>
                  </a:lnTo>
                  <a:lnTo>
                    <a:pt x="5316" y="56"/>
                  </a:lnTo>
                  <a:lnTo>
                    <a:pt x="5767" y="36"/>
                  </a:lnTo>
                  <a:lnTo>
                    <a:pt x="6217" y="20"/>
                  </a:lnTo>
                  <a:lnTo>
                    <a:pt x="6698" y="10"/>
                  </a:lnTo>
                  <a:lnTo>
                    <a:pt x="7209" y="5"/>
                  </a:lnTo>
                  <a:lnTo>
                    <a:pt x="774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4"/>
            <p:cNvSpPr/>
            <p:nvPr/>
          </p:nvSpPr>
          <p:spPr>
            <a:xfrm flipH="1">
              <a:off x="965605" y="1547027"/>
              <a:ext cx="787327" cy="230980"/>
            </a:xfrm>
            <a:custGeom>
              <a:avLst/>
              <a:gdLst/>
              <a:ahLst/>
              <a:cxnLst/>
              <a:rect l="l" t="t" r="r" b="b"/>
              <a:pathLst>
                <a:path w="13546" h="674" extrusionOk="0">
                  <a:moveTo>
                    <a:pt x="6037" y="0"/>
                  </a:moveTo>
                  <a:lnTo>
                    <a:pt x="4866" y="16"/>
                  </a:lnTo>
                  <a:lnTo>
                    <a:pt x="0" y="16"/>
                  </a:lnTo>
                  <a:lnTo>
                    <a:pt x="180" y="77"/>
                  </a:lnTo>
                  <a:lnTo>
                    <a:pt x="391" y="138"/>
                  </a:lnTo>
                  <a:lnTo>
                    <a:pt x="601" y="199"/>
                  </a:lnTo>
                  <a:lnTo>
                    <a:pt x="871" y="256"/>
                  </a:lnTo>
                  <a:lnTo>
                    <a:pt x="1171" y="312"/>
                  </a:lnTo>
                  <a:lnTo>
                    <a:pt x="1502" y="368"/>
                  </a:lnTo>
                  <a:lnTo>
                    <a:pt x="1862" y="414"/>
                  </a:lnTo>
                  <a:lnTo>
                    <a:pt x="2253" y="465"/>
                  </a:lnTo>
                  <a:lnTo>
                    <a:pt x="2673" y="505"/>
                  </a:lnTo>
                  <a:lnTo>
                    <a:pt x="3154" y="546"/>
                  </a:lnTo>
                  <a:lnTo>
                    <a:pt x="3664" y="577"/>
                  </a:lnTo>
                  <a:lnTo>
                    <a:pt x="4235" y="607"/>
                  </a:lnTo>
                  <a:lnTo>
                    <a:pt x="4836" y="633"/>
                  </a:lnTo>
                  <a:lnTo>
                    <a:pt x="5466" y="653"/>
                  </a:lnTo>
                  <a:lnTo>
                    <a:pt x="6187" y="664"/>
                  </a:lnTo>
                  <a:lnTo>
                    <a:pt x="6938" y="669"/>
                  </a:lnTo>
                  <a:lnTo>
                    <a:pt x="7208" y="674"/>
                  </a:lnTo>
                  <a:lnTo>
                    <a:pt x="7839" y="669"/>
                  </a:lnTo>
                  <a:lnTo>
                    <a:pt x="8410" y="658"/>
                  </a:lnTo>
                  <a:lnTo>
                    <a:pt x="8950" y="648"/>
                  </a:lnTo>
                  <a:lnTo>
                    <a:pt x="9491" y="628"/>
                  </a:lnTo>
                  <a:lnTo>
                    <a:pt x="9972" y="607"/>
                  </a:lnTo>
                  <a:lnTo>
                    <a:pt x="10422" y="577"/>
                  </a:lnTo>
                  <a:lnTo>
                    <a:pt x="10843" y="546"/>
                  </a:lnTo>
                  <a:lnTo>
                    <a:pt x="11263" y="516"/>
                  </a:lnTo>
                  <a:lnTo>
                    <a:pt x="11624" y="475"/>
                  </a:lnTo>
                  <a:lnTo>
                    <a:pt x="11984" y="434"/>
                  </a:lnTo>
                  <a:lnTo>
                    <a:pt x="12284" y="388"/>
                  </a:lnTo>
                  <a:lnTo>
                    <a:pt x="12585" y="342"/>
                  </a:lnTo>
                  <a:lnTo>
                    <a:pt x="12855" y="291"/>
                  </a:lnTo>
                  <a:lnTo>
                    <a:pt x="13095" y="240"/>
                  </a:lnTo>
                  <a:lnTo>
                    <a:pt x="13335" y="184"/>
                  </a:lnTo>
                  <a:lnTo>
                    <a:pt x="13546" y="133"/>
                  </a:lnTo>
                  <a:lnTo>
                    <a:pt x="12765" y="102"/>
                  </a:lnTo>
                  <a:lnTo>
                    <a:pt x="12014" y="77"/>
                  </a:lnTo>
                  <a:lnTo>
                    <a:pt x="11203" y="51"/>
                  </a:lnTo>
                  <a:lnTo>
                    <a:pt x="10422" y="31"/>
                  </a:lnTo>
                  <a:lnTo>
                    <a:pt x="9611" y="16"/>
                  </a:lnTo>
                  <a:lnTo>
                    <a:pt x="8800" y="6"/>
                  </a:lnTo>
                  <a:lnTo>
                    <a:pt x="7989" y="0"/>
                  </a:lnTo>
                  <a:close/>
                </a:path>
              </a:pathLst>
            </a:custGeom>
            <a:solidFill>
              <a:srgbClr val="FF2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4"/>
            <p:cNvSpPr/>
            <p:nvPr/>
          </p:nvSpPr>
          <p:spPr>
            <a:xfrm flipH="1">
              <a:off x="965605" y="1547027"/>
              <a:ext cx="787327" cy="230980"/>
            </a:xfrm>
            <a:custGeom>
              <a:avLst/>
              <a:gdLst/>
              <a:ahLst/>
              <a:cxnLst/>
              <a:rect l="l" t="t" r="r" b="b"/>
              <a:pathLst>
                <a:path w="13546" h="674" fill="none" extrusionOk="0">
                  <a:moveTo>
                    <a:pt x="7178" y="0"/>
                  </a:moveTo>
                  <a:lnTo>
                    <a:pt x="7178" y="0"/>
                  </a:lnTo>
                  <a:lnTo>
                    <a:pt x="7989" y="0"/>
                  </a:lnTo>
                  <a:lnTo>
                    <a:pt x="8800" y="6"/>
                  </a:lnTo>
                  <a:lnTo>
                    <a:pt x="9611" y="16"/>
                  </a:lnTo>
                  <a:lnTo>
                    <a:pt x="10422" y="31"/>
                  </a:lnTo>
                  <a:lnTo>
                    <a:pt x="11203" y="51"/>
                  </a:lnTo>
                  <a:lnTo>
                    <a:pt x="12014" y="77"/>
                  </a:lnTo>
                  <a:lnTo>
                    <a:pt x="12765" y="102"/>
                  </a:lnTo>
                  <a:lnTo>
                    <a:pt x="13546" y="133"/>
                  </a:lnTo>
                  <a:lnTo>
                    <a:pt x="13546" y="133"/>
                  </a:lnTo>
                  <a:lnTo>
                    <a:pt x="13335" y="184"/>
                  </a:lnTo>
                  <a:lnTo>
                    <a:pt x="13095" y="240"/>
                  </a:lnTo>
                  <a:lnTo>
                    <a:pt x="12855" y="291"/>
                  </a:lnTo>
                  <a:lnTo>
                    <a:pt x="12585" y="342"/>
                  </a:lnTo>
                  <a:lnTo>
                    <a:pt x="12284" y="388"/>
                  </a:lnTo>
                  <a:lnTo>
                    <a:pt x="11984" y="434"/>
                  </a:lnTo>
                  <a:lnTo>
                    <a:pt x="11624" y="475"/>
                  </a:lnTo>
                  <a:lnTo>
                    <a:pt x="11263" y="516"/>
                  </a:lnTo>
                  <a:lnTo>
                    <a:pt x="10843" y="546"/>
                  </a:lnTo>
                  <a:lnTo>
                    <a:pt x="10422" y="577"/>
                  </a:lnTo>
                  <a:lnTo>
                    <a:pt x="9972" y="607"/>
                  </a:lnTo>
                  <a:lnTo>
                    <a:pt x="9491" y="628"/>
                  </a:lnTo>
                  <a:lnTo>
                    <a:pt x="8950" y="648"/>
                  </a:lnTo>
                  <a:lnTo>
                    <a:pt x="8410" y="658"/>
                  </a:lnTo>
                  <a:lnTo>
                    <a:pt x="7839" y="669"/>
                  </a:lnTo>
                  <a:lnTo>
                    <a:pt x="7208" y="674"/>
                  </a:lnTo>
                  <a:lnTo>
                    <a:pt x="7208" y="674"/>
                  </a:lnTo>
                  <a:lnTo>
                    <a:pt x="6938" y="669"/>
                  </a:lnTo>
                  <a:lnTo>
                    <a:pt x="6938" y="669"/>
                  </a:lnTo>
                  <a:lnTo>
                    <a:pt x="6187" y="664"/>
                  </a:lnTo>
                  <a:lnTo>
                    <a:pt x="5466" y="653"/>
                  </a:lnTo>
                  <a:lnTo>
                    <a:pt x="4836" y="633"/>
                  </a:lnTo>
                  <a:lnTo>
                    <a:pt x="4235" y="607"/>
                  </a:lnTo>
                  <a:lnTo>
                    <a:pt x="3664" y="577"/>
                  </a:lnTo>
                  <a:lnTo>
                    <a:pt x="3154" y="546"/>
                  </a:lnTo>
                  <a:lnTo>
                    <a:pt x="2673" y="505"/>
                  </a:lnTo>
                  <a:lnTo>
                    <a:pt x="2253" y="465"/>
                  </a:lnTo>
                  <a:lnTo>
                    <a:pt x="1862" y="414"/>
                  </a:lnTo>
                  <a:lnTo>
                    <a:pt x="1502" y="368"/>
                  </a:lnTo>
                  <a:lnTo>
                    <a:pt x="1171" y="312"/>
                  </a:lnTo>
                  <a:lnTo>
                    <a:pt x="871" y="256"/>
                  </a:lnTo>
                  <a:lnTo>
                    <a:pt x="601" y="199"/>
                  </a:lnTo>
                  <a:lnTo>
                    <a:pt x="391" y="138"/>
                  </a:lnTo>
                  <a:lnTo>
                    <a:pt x="180" y="77"/>
                  </a:lnTo>
                  <a:lnTo>
                    <a:pt x="0" y="16"/>
                  </a:lnTo>
                  <a:lnTo>
                    <a:pt x="4866" y="16"/>
                  </a:lnTo>
                  <a:lnTo>
                    <a:pt x="4866" y="16"/>
                  </a:lnTo>
                  <a:lnTo>
                    <a:pt x="6037" y="0"/>
                  </a:lnTo>
                  <a:lnTo>
                    <a:pt x="717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4"/>
            <p:cNvSpPr/>
            <p:nvPr/>
          </p:nvSpPr>
          <p:spPr>
            <a:xfrm flipH="1">
              <a:off x="1218731" y="1246478"/>
              <a:ext cx="221737" cy="202878"/>
            </a:xfrm>
            <a:custGeom>
              <a:avLst/>
              <a:gdLst/>
              <a:ahLst/>
              <a:cxnLst/>
              <a:rect l="l" t="t" r="r" b="b"/>
              <a:pathLst>
                <a:path w="3815" h="592" extrusionOk="0">
                  <a:moveTo>
                    <a:pt x="661" y="0"/>
                  </a:moveTo>
                  <a:lnTo>
                    <a:pt x="120" y="56"/>
                  </a:lnTo>
                  <a:lnTo>
                    <a:pt x="30" y="72"/>
                  </a:lnTo>
                  <a:lnTo>
                    <a:pt x="0" y="87"/>
                  </a:lnTo>
                  <a:lnTo>
                    <a:pt x="30" y="107"/>
                  </a:lnTo>
                  <a:lnTo>
                    <a:pt x="90" y="123"/>
                  </a:lnTo>
                  <a:lnTo>
                    <a:pt x="211" y="153"/>
                  </a:lnTo>
                  <a:lnTo>
                    <a:pt x="361" y="189"/>
                  </a:lnTo>
                  <a:lnTo>
                    <a:pt x="481" y="240"/>
                  </a:lnTo>
                  <a:lnTo>
                    <a:pt x="511" y="265"/>
                  </a:lnTo>
                  <a:lnTo>
                    <a:pt x="511" y="296"/>
                  </a:lnTo>
                  <a:lnTo>
                    <a:pt x="511" y="332"/>
                  </a:lnTo>
                  <a:lnTo>
                    <a:pt x="451" y="367"/>
                  </a:lnTo>
                  <a:lnTo>
                    <a:pt x="361" y="408"/>
                  </a:lnTo>
                  <a:lnTo>
                    <a:pt x="211" y="449"/>
                  </a:lnTo>
                  <a:lnTo>
                    <a:pt x="181" y="464"/>
                  </a:lnTo>
                  <a:lnTo>
                    <a:pt x="181" y="480"/>
                  </a:lnTo>
                  <a:lnTo>
                    <a:pt x="181" y="495"/>
                  </a:lnTo>
                  <a:lnTo>
                    <a:pt x="241" y="510"/>
                  </a:lnTo>
                  <a:lnTo>
                    <a:pt x="301" y="520"/>
                  </a:lnTo>
                  <a:lnTo>
                    <a:pt x="421" y="531"/>
                  </a:lnTo>
                  <a:lnTo>
                    <a:pt x="1442" y="592"/>
                  </a:lnTo>
                  <a:lnTo>
                    <a:pt x="1622" y="536"/>
                  </a:lnTo>
                  <a:lnTo>
                    <a:pt x="1772" y="475"/>
                  </a:lnTo>
                  <a:lnTo>
                    <a:pt x="1832" y="418"/>
                  </a:lnTo>
                  <a:lnTo>
                    <a:pt x="1862" y="362"/>
                  </a:lnTo>
                  <a:lnTo>
                    <a:pt x="1832" y="311"/>
                  </a:lnTo>
                  <a:lnTo>
                    <a:pt x="1802" y="265"/>
                  </a:lnTo>
                  <a:lnTo>
                    <a:pt x="1682" y="214"/>
                  </a:lnTo>
                  <a:lnTo>
                    <a:pt x="1562" y="168"/>
                  </a:lnTo>
                  <a:lnTo>
                    <a:pt x="1382" y="123"/>
                  </a:lnTo>
                  <a:lnTo>
                    <a:pt x="1172" y="82"/>
                  </a:lnTo>
                  <a:lnTo>
                    <a:pt x="931" y="41"/>
                  </a:lnTo>
                  <a:lnTo>
                    <a:pt x="661" y="0"/>
                  </a:lnTo>
                  <a:close/>
                  <a:moveTo>
                    <a:pt x="2613" y="0"/>
                  </a:moveTo>
                  <a:lnTo>
                    <a:pt x="2073" y="56"/>
                  </a:lnTo>
                  <a:lnTo>
                    <a:pt x="1983" y="72"/>
                  </a:lnTo>
                  <a:lnTo>
                    <a:pt x="1953" y="87"/>
                  </a:lnTo>
                  <a:lnTo>
                    <a:pt x="1983" y="107"/>
                  </a:lnTo>
                  <a:lnTo>
                    <a:pt x="2043" y="123"/>
                  </a:lnTo>
                  <a:lnTo>
                    <a:pt x="2193" y="153"/>
                  </a:lnTo>
                  <a:lnTo>
                    <a:pt x="2313" y="189"/>
                  </a:lnTo>
                  <a:lnTo>
                    <a:pt x="2433" y="240"/>
                  </a:lnTo>
                  <a:lnTo>
                    <a:pt x="2463" y="265"/>
                  </a:lnTo>
                  <a:lnTo>
                    <a:pt x="2493" y="296"/>
                  </a:lnTo>
                  <a:lnTo>
                    <a:pt x="2463" y="332"/>
                  </a:lnTo>
                  <a:lnTo>
                    <a:pt x="2403" y="367"/>
                  </a:lnTo>
                  <a:lnTo>
                    <a:pt x="2313" y="408"/>
                  </a:lnTo>
                  <a:lnTo>
                    <a:pt x="2193" y="449"/>
                  </a:lnTo>
                  <a:lnTo>
                    <a:pt x="2133" y="464"/>
                  </a:lnTo>
                  <a:lnTo>
                    <a:pt x="2133" y="480"/>
                  </a:lnTo>
                  <a:lnTo>
                    <a:pt x="2133" y="495"/>
                  </a:lnTo>
                  <a:lnTo>
                    <a:pt x="2193" y="510"/>
                  </a:lnTo>
                  <a:lnTo>
                    <a:pt x="2283" y="520"/>
                  </a:lnTo>
                  <a:lnTo>
                    <a:pt x="2373" y="531"/>
                  </a:lnTo>
                  <a:lnTo>
                    <a:pt x="3394" y="592"/>
                  </a:lnTo>
                  <a:lnTo>
                    <a:pt x="3574" y="536"/>
                  </a:lnTo>
                  <a:lnTo>
                    <a:pt x="3725" y="475"/>
                  </a:lnTo>
                  <a:lnTo>
                    <a:pt x="3785" y="418"/>
                  </a:lnTo>
                  <a:lnTo>
                    <a:pt x="3815" y="362"/>
                  </a:lnTo>
                  <a:lnTo>
                    <a:pt x="3815" y="311"/>
                  </a:lnTo>
                  <a:lnTo>
                    <a:pt x="3755" y="265"/>
                  </a:lnTo>
                  <a:lnTo>
                    <a:pt x="3665" y="214"/>
                  </a:lnTo>
                  <a:lnTo>
                    <a:pt x="3514" y="168"/>
                  </a:lnTo>
                  <a:lnTo>
                    <a:pt x="3334" y="123"/>
                  </a:lnTo>
                  <a:lnTo>
                    <a:pt x="3154" y="82"/>
                  </a:lnTo>
                  <a:lnTo>
                    <a:pt x="2884" y="41"/>
                  </a:lnTo>
                  <a:lnTo>
                    <a:pt x="26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1" name="Google Shape;681;p44"/>
          <p:cNvSpPr/>
          <p:nvPr/>
        </p:nvSpPr>
        <p:spPr>
          <a:xfrm flipH="1">
            <a:off x="457296" y="1516378"/>
            <a:ext cx="8229504" cy="2018281"/>
          </a:xfrm>
          <a:custGeom>
            <a:avLst/>
            <a:gdLst/>
            <a:ahLst/>
            <a:cxnLst/>
            <a:rect l="l" t="t" r="r" b="b"/>
            <a:pathLst>
              <a:path w="145218" h="6040" fill="none" extrusionOk="0">
                <a:moveTo>
                  <a:pt x="17030" y="1"/>
                </a:moveTo>
                <a:lnTo>
                  <a:pt x="17030" y="1"/>
                </a:lnTo>
                <a:lnTo>
                  <a:pt x="18231" y="6"/>
                </a:lnTo>
                <a:lnTo>
                  <a:pt x="19433" y="21"/>
                </a:lnTo>
                <a:lnTo>
                  <a:pt x="119298" y="21"/>
                </a:lnTo>
                <a:lnTo>
                  <a:pt x="119298" y="21"/>
                </a:lnTo>
                <a:lnTo>
                  <a:pt x="119478" y="82"/>
                </a:lnTo>
                <a:lnTo>
                  <a:pt x="119689" y="143"/>
                </a:lnTo>
                <a:lnTo>
                  <a:pt x="119899" y="199"/>
                </a:lnTo>
                <a:lnTo>
                  <a:pt x="120169" y="261"/>
                </a:lnTo>
                <a:lnTo>
                  <a:pt x="120469" y="317"/>
                </a:lnTo>
                <a:lnTo>
                  <a:pt x="120800" y="368"/>
                </a:lnTo>
                <a:lnTo>
                  <a:pt x="121160" y="419"/>
                </a:lnTo>
                <a:lnTo>
                  <a:pt x="121551" y="465"/>
                </a:lnTo>
                <a:lnTo>
                  <a:pt x="121971" y="511"/>
                </a:lnTo>
                <a:lnTo>
                  <a:pt x="122452" y="546"/>
                </a:lnTo>
                <a:lnTo>
                  <a:pt x="122962" y="582"/>
                </a:lnTo>
                <a:lnTo>
                  <a:pt x="123533" y="613"/>
                </a:lnTo>
                <a:lnTo>
                  <a:pt x="124134" y="638"/>
                </a:lnTo>
                <a:lnTo>
                  <a:pt x="124764" y="653"/>
                </a:lnTo>
                <a:lnTo>
                  <a:pt x="125485" y="669"/>
                </a:lnTo>
                <a:lnTo>
                  <a:pt x="126236" y="674"/>
                </a:lnTo>
                <a:lnTo>
                  <a:pt x="126236" y="674"/>
                </a:lnTo>
                <a:lnTo>
                  <a:pt x="126506" y="674"/>
                </a:lnTo>
                <a:lnTo>
                  <a:pt x="126506" y="674"/>
                </a:lnTo>
                <a:lnTo>
                  <a:pt x="127137" y="669"/>
                </a:lnTo>
                <a:lnTo>
                  <a:pt x="127708" y="664"/>
                </a:lnTo>
                <a:lnTo>
                  <a:pt x="128248" y="648"/>
                </a:lnTo>
                <a:lnTo>
                  <a:pt x="128789" y="633"/>
                </a:lnTo>
                <a:lnTo>
                  <a:pt x="129270" y="607"/>
                </a:lnTo>
                <a:lnTo>
                  <a:pt x="129720" y="582"/>
                </a:lnTo>
                <a:lnTo>
                  <a:pt x="130141" y="551"/>
                </a:lnTo>
                <a:lnTo>
                  <a:pt x="130561" y="516"/>
                </a:lnTo>
                <a:lnTo>
                  <a:pt x="130922" y="475"/>
                </a:lnTo>
                <a:lnTo>
                  <a:pt x="131282" y="434"/>
                </a:lnTo>
                <a:lnTo>
                  <a:pt x="131582" y="393"/>
                </a:lnTo>
                <a:lnTo>
                  <a:pt x="131883" y="342"/>
                </a:lnTo>
                <a:lnTo>
                  <a:pt x="132153" y="296"/>
                </a:lnTo>
                <a:lnTo>
                  <a:pt x="132393" y="240"/>
                </a:lnTo>
                <a:lnTo>
                  <a:pt x="132633" y="189"/>
                </a:lnTo>
                <a:lnTo>
                  <a:pt x="132844" y="133"/>
                </a:lnTo>
                <a:lnTo>
                  <a:pt x="132844" y="133"/>
                </a:lnTo>
                <a:lnTo>
                  <a:pt x="134105" y="194"/>
                </a:lnTo>
                <a:lnTo>
                  <a:pt x="135337" y="266"/>
                </a:lnTo>
                <a:lnTo>
                  <a:pt x="135937" y="301"/>
                </a:lnTo>
                <a:lnTo>
                  <a:pt x="136508" y="342"/>
                </a:lnTo>
                <a:lnTo>
                  <a:pt x="137049" y="383"/>
                </a:lnTo>
                <a:lnTo>
                  <a:pt x="137589" y="429"/>
                </a:lnTo>
                <a:lnTo>
                  <a:pt x="138100" y="475"/>
                </a:lnTo>
                <a:lnTo>
                  <a:pt x="138580" y="526"/>
                </a:lnTo>
                <a:lnTo>
                  <a:pt x="139061" y="577"/>
                </a:lnTo>
                <a:lnTo>
                  <a:pt x="139511" y="628"/>
                </a:lnTo>
                <a:lnTo>
                  <a:pt x="139932" y="679"/>
                </a:lnTo>
                <a:lnTo>
                  <a:pt x="140292" y="735"/>
                </a:lnTo>
                <a:lnTo>
                  <a:pt x="140653" y="791"/>
                </a:lnTo>
                <a:lnTo>
                  <a:pt x="141013" y="847"/>
                </a:lnTo>
                <a:lnTo>
                  <a:pt x="141013" y="847"/>
                </a:lnTo>
                <a:lnTo>
                  <a:pt x="141614" y="970"/>
                </a:lnTo>
                <a:lnTo>
                  <a:pt x="142185" y="1092"/>
                </a:lnTo>
                <a:lnTo>
                  <a:pt x="142695" y="1220"/>
                </a:lnTo>
                <a:lnTo>
                  <a:pt x="143176" y="1352"/>
                </a:lnTo>
                <a:lnTo>
                  <a:pt x="143596" y="1490"/>
                </a:lnTo>
                <a:lnTo>
                  <a:pt x="143957" y="1623"/>
                </a:lnTo>
                <a:lnTo>
                  <a:pt x="144257" y="1765"/>
                </a:lnTo>
                <a:lnTo>
                  <a:pt x="144527" y="1908"/>
                </a:lnTo>
                <a:lnTo>
                  <a:pt x="144768" y="2051"/>
                </a:lnTo>
                <a:lnTo>
                  <a:pt x="144918" y="2194"/>
                </a:lnTo>
                <a:lnTo>
                  <a:pt x="145068" y="2342"/>
                </a:lnTo>
                <a:lnTo>
                  <a:pt x="145158" y="2490"/>
                </a:lnTo>
                <a:lnTo>
                  <a:pt x="145218" y="2638"/>
                </a:lnTo>
                <a:lnTo>
                  <a:pt x="145218" y="2791"/>
                </a:lnTo>
                <a:lnTo>
                  <a:pt x="145188" y="2938"/>
                </a:lnTo>
                <a:lnTo>
                  <a:pt x="145128" y="3086"/>
                </a:lnTo>
                <a:lnTo>
                  <a:pt x="145008" y="3239"/>
                </a:lnTo>
                <a:lnTo>
                  <a:pt x="144858" y="3387"/>
                </a:lnTo>
                <a:lnTo>
                  <a:pt x="144677" y="3535"/>
                </a:lnTo>
                <a:lnTo>
                  <a:pt x="144467" y="3683"/>
                </a:lnTo>
                <a:lnTo>
                  <a:pt x="144227" y="3826"/>
                </a:lnTo>
                <a:lnTo>
                  <a:pt x="143957" y="3969"/>
                </a:lnTo>
                <a:lnTo>
                  <a:pt x="143656" y="4112"/>
                </a:lnTo>
                <a:lnTo>
                  <a:pt x="143296" y="4249"/>
                </a:lnTo>
                <a:lnTo>
                  <a:pt x="142935" y="4387"/>
                </a:lnTo>
                <a:lnTo>
                  <a:pt x="142545" y="4520"/>
                </a:lnTo>
                <a:lnTo>
                  <a:pt x="142124" y="4652"/>
                </a:lnTo>
                <a:lnTo>
                  <a:pt x="141674" y="4780"/>
                </a:lnTo>
                <a:lnTo>
                  <a:pt x="141223" y="4902"/>
                </a:lnTo>
                <a:lnTo>
                  <a:pt x="140713" y="5020"/>
                </a:lnTo>
                <a:lnTo>
                  <a:pt x="140202" y="5137"/>
                </a:lnTo>
                <a:lnTo>
                  <a:pt x="139662" y="5249"/>
                </a:lnTo>
                <a:lnTo>
                  <a:pt x="139662" y="5249"/>
                </a:lnTo>
                <a:lnTo>
                  <a:pt x="139151" y="5341"/>
                </a:lnTo>
                <a:lnTo>
                  <a:pt x="138610" y="5428"/>
                </a:lnTo>
                <a:lnTo>
                  <a:pt x="138040" y="5509"/>
                </a:lnTo>
                <a:lnTo>
                  <a:pt x="137409" y="5586"/>
                </a:lnTo>
                <a:lnTo>
                  <a:pt x="136778" y="5657"/>
                </a:lnTo>
                <a:lnTo>
                  <a:pt x="136087" y="5723"/>
                </a:lnTo>
                <a:lnTo>
                  <a:pt x="135397" y="5780"/>
                </a:lnTo>
                <a:lnTo>
                  <a:pt x="134646" y="5836"/>
                </a:lnTo>
                <a:lnTo>
                  <a:pt x="133895" y="5882"/>
                </a:lnTo>
                <a:lnTo>
                  <a:pt x="133114" y="5922"/>
                </a:lnTo>
                <a:lnTo>
                  <a:pt x="132303" y="5958"/>
                </a:lnTo>
                <a:lnTo>
                  <a:pt x="131492" y="5989"/>
                </a:lnTo>
                <a:lnTo>
                  <a:pt x="130681" y="6009"/>
                </a:lnTo>
                <a:lnTo>
                  <a:pt x="129840" y="6029"/>
                </a:lnTo>
                <a:lnTo>
                  <a:pt x="128969" y="6035"/>
                </a:lnTo>
                <a:lnTo>
                  <a:pt x="128128" y="6040"/>
                </a:lnTo>
                <a:lnTo>
                  <a:pt x="128128" y="6040"/>
                </a:lnTo>
                <a:lnTo>
                  <a:pt x="127017" y="6035"/>
                </a:lnTo>
                <a:lnTo>
                  <a:pt x="125906" y="6019"/>
                </a:lnTo>
                <a:lnTo>
                  <a:pt x="26821" y="6019"/>
                </a:lnTo>
                <a:lnTo>
                  <a:pt x="26821" y="6019"/>
                </a:lnTo>
                <a:lnTo>
                  <a:pt x="26611" y="5963"/>
                </a:lnTo>
                <a:lnTo>
                  <a:pt x="26401" y="5907"/>
                </a:lnTo>
                <a:lnTo>
                  <a:pt x="26161" y="5851"/>
                </a:lnTo>
                <a:lnTo>
                  <a:pt x="25890" y="5800"/>
                </a:lnTo>
                <a:lnTo>
                  <a:pt x="25590" y="5754"/>
                </a:lnTo>
                <a:lnTo>
                  <a:pt x="25259" y="5708"/>
                </a:lnTo>
                <a:lnTo>
                  <a:pt x="24899" y="5662"/>
                </a:lnTo>
                <a:lnTo>
                  <a:pt x="24509" y="5621"/>
                </a:lnTo>
                <a:lnTo>
                  <a:pt x="24088" y="5581"/>
                </a:lnTo>
                <a:lnTo>
                  <a:pt x="23638" y="5550"/>
                </a:lnTo>
                <a:lnTo>
                  <a:pt x="23157" y="5519"/>
                </a:lnTo>
                <a:lnTo>
                  <a:pt x="22616" y="5494"/>
                </a:lnTo>
                <a:lnTo>
                  <a:pt x="22046" y="5474"/>
                </a:lnTo>
                <a:lnTo>
                  <a:pt x="21445" y="5453"/>
                </a:lnTo>
                <a:lnTo>
                  <a:pt x="20784" y="5443"/>
                </a:lnTo>
                <a:lnTo>
                  <a:pt x="20094" y="5438"/>
                </a:lnTo>
                <a:lnTo>
                  <a:pt x="20094" y="5438"/>
                </a:lnTo>
                <a:lnTo>
                  <a:pt x="19823" y="5438"/>
                </a:lnTo>
                <a:lnTo>
                  <a:pt x="19823" y="5438"/>
                </a:lnTo>
                <a:lnTo>
                  <a:pt x="19223" y="5443"/>
                </a:lnTo>
                <a:lnTo>
                  <a:pt x="18622" y="5448"/>
                </a:lnTo>
                <a:lnTo>
                  <a:pt x="18081" y="5463"/>
                </a:lnTo>
                <a:lnTo>
                  <a:pt x="17571" y="5479"/>
                </a:lnTo>
                <a:lnTo>
                  <a:pt x="17090" y="5504"/>
                </a:lnTo>
                <a:lnTo>
                  <a:pt x="16640" y="5530"/>
                </a:lnTo>
                <a:lnTo>
                  <a:pt x="16219" y="5560"/>
                </a:lnTo>
                <a:lnTo>
                  <a:pt x="15799" y="5591"/>
                </a:lnTo>
                <a:lnTo>
                  <a:pt x="15438" y="5632"/>
                </a:lnTo>
                <a:lnTo>
                  <a:pt x="15108" y="5672"/>
                </a:lnTo>
                <a:lnTo>
                  <a:pt x="14777" y="5713"/>
                </a:lnTo>
                <a:lnTo>
                  <a:pt x="14477" y="5759"/>
                </a:lnTo>
                <a:lnTo>
                  <a:pt x="14207" y="5810"/>
                </a:lnTo>
                <a:lnTo>
                  <a:pt x="13966" y="5861"/>
                </a:lnTo>
                <a:lnTo>
                  <a:pt x="13726" y="5912"/>
                </a:lnTo>
                <a:lnTo>
                  <a:pt x="13546" y="5968"/>
                </a:lnTo>
                <a:lnTo>
                  <a:pt x="13546" y="5968"/>
                </a:lnTo>
                <a:lnTo>
                  <a:pt x="12285" y="5922"/>
                </a:lnTo>
                <a:lnTo>
                  <a:pt x="11113" y="5866"/>
                </a:lnTo>
                <a:lnTo>
                  <a:pt x="9972" y="5800"/>
                </a:lnTo>
                <a:lnTo>
                  <a:pt x="8921" y="5723"/>
                </a:lnTo>
                <a:lnTo>
                  <a:pt x="7960" y="5647"/>
                </a:lnTo>
                <a:lnTo>
                  <a:pt x="7509" y="5601"/>
                </a:lnTo>
                <a:lnTo>
                  <a:pt x="7089" y="5560"/>
                </a:lnTo>
                <a:lnTo>
                  <a:pt x="6668" y="5514"/>
                </a:lnTo>
                <a:lnTo>
                  <a:pt x="6308" y="5468"/>
                </a:lnTo>
                <a:lnTo>
                  <a:pt x="5947" y="5423"/>
                </a:lnTo>
                <a:lnTo>
                  <a:pt x="5617" y="5377"/>
                </a:lnTo>
                <a:lnTo>
                  <a:pt x="5617" y="5377"/>
                </a:lnTo>
                <a:lnTo>
                  <a:pt x="5046" y="5285"/>
                </a:lnTo>
                <a:lnTo>
                  <a:pt x="4506" y="5188"/>
                </a:lnTo>
                <a:lnTo>
                  <a:pt x="3995" y="5086"/>
                </a:lnTo>
                <a:lnTo>
                  <a:pt x="3514" y="4984"/>
                </a:lnTo>
                <a:lnTo>
                  <a:pt x="3034" y="4882"/>
                </a:lnTo>
                <a:lnTo>
                  <a:pt x="2613" y="4775"/>
                </a:lnTo>
                <a:lnTo>
                  <a:pt x="2223" y="4663"/>
                </a:lnTo>
                <a:lnTo>
                  <a:pt x="1862" y="4550"/>
                </a:lnTo>
                <a:lnTo>
                  <a:pt x="1532" y="4433"/>
                </a:lnTo>
                <a:lnTo>
                  <a:pt x="1202" y="4316"/>
                </a:lnTo>
                <a:lnTo>
                  <a:pt x="961" y="4193"/>
                </a:lnTo>
                <a:lnTo>
                  <a:pt x="721" y="4071"/>
                </a:lnTo>
                <a:lnTo>
                  <a:pt x="511" y="3943"/>
                </a:lnTo>
                <a:lnTo>
                  <a:pt x="331" y="3816"/>
                </a:lnTo>
                <a:lnTo>
                  <a:pt x="211" y="3683"/>
                </a:lnTo>
                <a:lnTo>
                  <a:pt x="90" y="3551"/>
                </a:lnTo>
                <a:lnTo>
                  <a:pt x="30" y="3413"/>
                </a:lnTo>
                <a:lnTo>
                  <a:pt x="0" y="3275"/>
                </a:lnTo>
                <a:lnTo>
                  <a:pt x="30" y="3132"/>
                </a:lnTo>
                <a:lnTo>
                  <a:pt x="60" y="2989"/>
                </a:lnTo>
                <a:lnTo>
                  <a:pt x="151" y="2847"/>
                </a:lnTo>
                <a:lnTo>
                  <a:pt x="271" y="2699"/>
                </a:lnTo>
                <a:lnTo>
                  <a:pt x="421" y="2551"/>
                </a:lnTo>
                <a:lnTo>
                  <a:pt x="601" y="2403"/>
                </a:lnTo>
                <a:lnTo>
                  <a:pt x="841" y="2250"/>
                </a:lnTo>
                <a:lnTo>
                  <a:pt x="1112" y="2097"/>
                </a:lnTo>
                <a:lnTo>
                  <a:pt x="1442" y="1939"/>
                </a:lnTo>
                <a:lnTo>
                  <a:pt x="1772" y="1781"/>
                </a:lnTo>
                <a:lnTo>
                  <a:pt x="2163" y="1623"/>
                </a:lnTo>
                <a:lnTo>
                  <a:pt x="2613" y="1464"/>
                </a:lnTo>
                <a:lnTo>
                  <a:pt x="3094" y="1301"/>
                </a:lnTo>
                <a:lnTo>
                  <a:pt x="3604" y="1138"/>
                </a:lnTo>
                <a:lnTo>
                  <a:pt x="3604" y="1138"/>
                </a:lnTo>
                <a:lnTo>
                  <a:pt x="3845" y="1061"/>
                </a:lnTo>
                <a:lnTo>
                  <a:pt x="4115" y="990"/>
                </a:lnTo>
                <a:lnTo>
                  <a:pt x="4415" y="924"/>
                </a:lnTo>
                <a:lnTo>
                  <a:pt x="4686" y="857"/>
                </a:lnTo>
                <a:lnTo>
                  <a:pt x="5016" y="796"/>
                </a:lnTo>
                <a:lnTo>
                  <a:pt x="5347" y="735"/>
                </a:lnTo>
                <a:lnTo>
                  <a:pt x="5677" y="674"/>
                </a:lnTo>
                <a:lnTo>
                  <a:pt x="6037" y="623"/>
                </a:lnTo>
                <a:lnTo>
                  <a:pt x="6398" y="567"/>
                </a:lnTo>
                <a:lnTo>
                  <a:pt x="6758" y="516"/>
                </a:lnTo>
                <a:lnTo>
                  <a:pt x="7149" y="470"/>
                </a:lnTo>
                <a:lnTo>
                  <a:pt x="7539" y="424"/>
                </a:lnTo>
                <a:lnTo>
                  <a:pt x="8380" y="342"/>
                </a:lnTo>
                <a:lnTo>
                  <a:pt x="9221" y="266"/>
                </a:lnTo>
                <a:lnTo>
                  <a:pt x="10122" y="205"/>
                </a:lnTo>
                <a:lnTo>
                  <a:pt x="11053" y="148"/>
                </a:lnTo>
                <a:lnTo>
                  <a:pt x="12014" y="103"/>
                </a:lnTo>
                <a:lnTo>
                  <a:pt x="12975" y="62"/>
                </a:lnTo>
                <a:lnTo>
                  <a:pt x="13966" y="36"/>
                </a:lnTo>
                <a:lnTo>
                  <a:pt x="14988" y="16"/>
                </a:lnTo>
                <a:lnTo>
                  <a:pt x="16009" y="1"/>
                </a:lnTo>
                <a:lnTo>
                  <a:pt x="1703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4"/>
          <p:cNvSpPr/>
          <p:nvPr/>
        </p:nvSpPr>
        <p:spPr>
          <a:xfrm flipH="1">
            <a:off x="7115711" y="3510610"/>
            <a:ext cx="868128" cy="663293"/>
          </a:xfrm>
          <a:custGeom>
            <a:avLst/>
            <a:gdLst/>
            <a:ahLst/>
            <a:cxnLst/>
            <a:rect l="l" t="t" r="r" b="b"/>
            <a:pathLst>
              <a:path w="15319" h="1985" fill="none" extrusionOk="0">
                <a:moveTo>
                  <a:pt x="1142" y="0"/>
                </a:moveTo>
                <a:lnTo>
                  <a:pt x="1142" y="0"/>
                </a:lnTo>
                <a:lnTo>
                  <a:pt x="2163" y="31"/>
                </a:lnTo>
                <a:lnTo>
                  <a:pt x="3214" y="51"/>
                </a:lnTo>
                <a:lnTo>
                  <a:pt x="4266" y="67"/>
                </a:lnTo>
                <a:lnTo>
                  <a:pt x="5347" y="72"/>
                </a:lnTo>
                <a:lnTo>
                  <a:pt x="5347" y="72"/>
                </a:lnTo>
                <a:lnTo>
                  <a:pt x="6458" y="67"/>
                </a:lnTo>
                <a:lnTo>
                  <a:pt x="7539" y="51"/>
                </a:lnTo>
                <a:lnTo>
                  <a:pt x="14417" y="51"/>
                </a:lnTo>
                <a:lnTo>
                  <a:pt x="14417" y="51"/>
                </a:lnTo>
                <a:lnTo>
                  <a:pt x="14688" y="148"/>
                </a:lnTo>
                <a:lnTo>
                  <a:pt x="14898" y="245"/>
                </a:lnTo>
                <a:lnTo>
                  <a:pt x="15048" y="342"/>
                </a:lnTo>
                <a:lnTo>
                  <a:pt x="15168" y="439"/>
                </a:lnTo>
                <a:lnTo>
                  <a:pt x="15258" y="531"/>
                </a:lnTo>
                <a:lnTo>
                  <a:pt x="15318" y="617"/>
                </a:lnTo>
                <a:lnTo>
                  <a:pt x="15318" y="699"/>
                </a:lnTo>
                <a:lnTo>
                  <a:pt x="15318" y="776"/>
                </a:lnTo>
                <a:lnTo>
                  <a:pt x="15318" y="776"/>
                </a:lnTo>
                <a:lnTo>
                  <a:pt x="15288" y="857"/>
                </a:lnTo>
                <a:lnTo>
                  <a:pt x="15228" y="949"/>
                </a:lnTo>
                <a:lnTo>
                  <a:pt x="15108" y="1046"/>
                </a:lnTo>
                <a:lnTo>
                  <a:pt x="14928" y="1143"/>
                </a:lnTo>
                <a:lnTo>
                  <a:pt x="14688" y="1245"/>
                </a:lnTo>
                <a:lnTo>
                  <a:pt x="14387" y="1347"/>
                </a:lnTo>
                <a:lnTo>
                  <a:pt x="14027" y="1444"/>
                </a:lnTo>
                <a:lnTo>
                  <a:pt x="13606" y="1541"/>
                </a:lnTo>
                <a:lnTo>
                  <a:pt x="13366" y="1587"/>
                </a:lnTo>
                <a:lnTo>
                  <a:pt x="13126" y="1632"/>
                </a:lnTo>
                <a:lnTo>
                  <a:pt x="12855" y="1673"/>
                </a:lnTo>
                <a:lnTo>
                  <a:pt x="12555" y="1714"/>
                </a:lnTo>
                <a:lnTo>
                  <a:pt x="12255" y="1755"/>
                </a:lnTo>
                <a:lnTo>
                  <a:pt x="11924" y="1791"/>
                </a:lnTo>
                <a:lnTo>
                  <a:pt x="11594" y="1826"/>
                </a:lnTo>
                <a:lnTo>
                  <a:pt x="11234" y="1857"/>
                </a:lnTo>
                <a:lnTo>
                  <a:pt x="10843" y="1888"/>
                </a:lnTo>
                <a:lnTo>
                  <a:pt x="10453" y="1913"/>
                </a:lnTo>
                <a:lnTo>
                  <a:pt x="10032" y="1933"/>
                </a:lnTo>
                <a:lnTo>
                  <a:pt x="9582" y="1954"/>
                </a:lnTo>
                <a:lnTo>
                  <a:pt x="9131" y="1964"/>
                </a:lnTo>
                <a:lnTo>
                  <a:pt x="8651" y="1979"/>
                </a:lnTo>
                <a:lnTo>
                  <a:pt x="8140" y="1984"/>
                </a:lnTo>
                <a:lnTo>
                  <a:pt x="7599" y="1984"/>
                </a:lnTo>
                <a:lnTo>
                  <a:pt x="7599" y="1984"/>
                </a:lnTo>
                <a:lnTo>
                  <a:pt x="7239" y="1984"/>
                </a:lnTo>
                <a:lnTo>
                  <a:pt x="7239" y="1984"/>
                </a:lnTo>
                <a:lnTo>
                  <a:pt x="6698" y="1979"/>
                </a:lnTo>
                <a:lnTo>
                  <a:pt x="6188" y="1974"/>
                </a:lnTo>
                <a:lnTo>
                  <a:pt x="5677" y="1959"/>
                </a:lnTo>
                <a:lnTo>
                  <a:pt x="5227" y="1949"/>
                </a:lnTo>
                <a:lnTo>
                  <a:pt x="4806" y="1928"/>
                </a:lnTo>
                <a:lnTo>
                  <a:pt x="4386" y="1913"/>
                </a:lnTo>
                <a:lnTo>
                  <a:pt x="3995" y="1888"/>
                </a:lnTo>
                <a:lnTo>
                  <a:pt x="3635" y="1867"/>
                </a:lnTo>
                <a:lnTo>
                  <a:pt x="3304" y="1837"/>
                </a:lnTo>
                <a:lnTo>
                  <a:pt x="2974" y="1811"/>
                </a:lnTo>
                <a:lnTo>
                  <a:pt x="2674" y="1780"/>
                </a:lnTo>
                <a:lnTo>
                  <a:pt x="2403" y="1745"/>
                </a:lnTo>
                <a:lnTo>
                  <a:pt x="2163" y="1714"/>
                </a:lnTo>
                <a:lnTo>
                  <a:pt x="1923" y="1678"/>
                </a:lnTo>
                <a:lnTo>
                  <a:pt x="1713" y="1638"/>
                </a:lnTo>
                <a:lnTo>
                  <a:pt x="1502" y="1602"/>
                </a:lnTo>
                <a:lnTo>
                  <a:pt x="1172" y="1520"/>
                </a:lnTo>
                <a:lnTo>
                  <a:pt x="872" y="1434"/>
                </a:lnTo>
                <a:lnTo>
                  <a:pt x="661" y="1347"/>
                </a:lnTo>
                <a:lnTo>
                  <a:pt x="451" y="1255"/>
                </a:lnTo>
                <a:lnTo>
                  <a:pt x="331" y="1163"/>
                </a:lnTo>
                <a:lnTo>
                  <a:pt x="211" y="1071"/>
                </a:lnTo>
                <a:lnTo>
                  <a:pt x="121" y="985"/>
                </a:lnTo>
                <a:lnTo>
                  <a:pt x="61" y="893"/>
                </a:lnTo>
                <a:lnTo>
                  <a:pt x="61" y="893"/>
                </a:lnTo>
                <a:lnTo>
                  <a:pt x="31" y="801"/>
                </a:lnTo>
                <a:lnTo>
                  <a:pt x="1" y="699"/>
                </a:lnTo>
                <a:lnTo>
                  <a:pt x="61" y="592"/>
                </a:lnTo>
                <a:lnTo>
                  <a:pt x="151" y="475"/>
                </a:lnTo>
                <a:lnTo>
                  <a:pt x="271" y="357"/>
                </a:lnTo>
                <a:lnTo>
                  <a:pt x="481" y="235"/>
                </a:lnTo>
                <a:lnTo>
                  <a:pt x="631" y="174"/>
                </a:lnTo>
                <a:lnTo>
                  <a:pt x="782" y="118"/>
                </a:lnTo>
                <a:lnTo>
                  <a:pt x="932" y="56"/>
                </a:lnTo>
                <a:lnTo>
                  <a:pt x="114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4"/>
          <p:cNvSpPr/>
          <p:nvPr/>
        </p:nvSpPr>
        <p:spPr>
          <a:xfrm flipH="1">
            <a:off x="7166768" y="3333174"/>
            <a:ext cx="752408" cy="201494"/>
          </a:xfrm>
          <a:custGeom>
            <a:avLst/>
            <a:gdLst/>
            <a:ahLst/>
            <a:cxnLst/>
            <a:rect l="l" t="t" r="r" b="b"/>
            <a:pathLst>
              <a:path w="13277" h="603" fill="none" extrusionOk="0">
                <a:moveTo>
                  <a:pt x="6278" y="1"/>
                </a:moveTo>
                <a:lnTo>
                  <a:pt x="6278" y="1"/>
                </a:lnTo>
                <a:lnTo>
                  <a:pt x="6549" y="1"/>
                </a:lnTo>
                <a:lnTo>
                  <a:pt x="6549" y="1"/>
                </a:lnTo>
                <a:lnTo>
                  <a:pt x="7239" y="6"/>
                </a:lnTo>
                <a:lnTo>
                  <a:pt x="7900" y="16"/>
                </a:lnTo>
                <a:lnTo>
                  <a:pt x="8501" y="37"/>
                </a:lnTo>
                <a:lnTo>
                  <a:pt x="9071" y="57"/>
                </a:lnTo>
                <a:lnTo>
                  <a:pt x="9612" y="82"/>
                </a:lnTo>
                <a:lnTo>
                  <a:pt x="10093" y="113"/>
                </a:lnTo>
                <a:lnTo>
                  <a:pt x="10543" y="144"/>
                </a:lnTo>
                <a:lnTo>
                  <a:pt x="10964" y="184"/>
                </a:lnTo>
                <a:lnTo>
                  <a:pt x="11354" y="225"/>
                </a:lnTo>
                <a:lnTo>
                  <a:pt x="11714" y="271"/>
                </a:lnTo>
                <a:lnTo>
                  <a:pt x="12045" y="317"/>
                </a:lnTo>
                <a:lnTo>
                  <a:pt x="12345" y="363"/>
                </a:lnTo>
                <a:lnTo>
                  <a:pt x="12616" y="414"/>
                </a:lnTo>
                <a:lnTo>
                  <a:pt x="12856" y="470"/>
                </a:lnTo>
                <a:lnTo>
                  <a:pt x="13066" y="526"/>
                </a:lnTo>
                <a:lnTo>
                  <a:pt x="13276" y="582"/>
                </a:lnTo>
                <a:lnTo>
                  <a:pt x="6398" y="582"/>
                </a:lnTo>
                <a:lnTo>
                  <a:pt x="6398" y="582"/>
                </a:lnTo>
                <a:lnTo>
                  <a:pt x="5317" y="598"/>
                </a:lnTo>
                <a:lnTo>
                  <a:pt x="4206" y="603"/>
                </a:lnTo>
                <a:lnTo>
                  <a:pt x="4206" y="603"/>
                </a:lnTo>
                <a:lnTo>
                  <a:pt x="3125" y="598"/>
                </a:lnTo>
                <a:lnTo>
                  <a:pt x="2073" y="582"/>
                </a:lnTo>
                <a:lnTo>
                  <a:pt x="1022" y="562"/>
                </a:lnTo>
                <a:lnTo>
                  <a:pt x="1" y="531"/>
                </a:lnTo>
                <a:lnTo>
                  <a:pt x="1" y="531"/>
                </a:lnTo>
                <a:lnTo>
                  <a:pt x="181" y="475"/>
                </a:lnTo>
                <a:lnTo>
                  <a:pt x="421" y="424"/>
                </a:lnTo>
                <a:lnTo>
                  <a:pt x="662" y="373"/>
                </a:lnTo>
                <a:lnTo>
                  <a:pt x="932" y="322"/>
                </a:lnTo>
                <a:lnTo>
                  <a:pt x="1232" y="276"/>
                </a:lnTo>
                <a:lnTo>
                  <a:pt x="1563" y="235"/>
                </a:lnTo>
                <a:lnTo>
                  <a:pt x="1893" y="195"/>
                </a:lnTo>
                <a:lnTo>
                  <a:pt x="2254" y="154"/>
                </a:lnTo>
                <a:lnTo>
                  <a:pt x="2674" y="123"/>
                </a:lnTo>
                <a:lnTo>
                  <a:pt x="3095" y="93"/>
                </a:lnTo>
                <a:lnTo>
                  <a:pt x="3545" y="67"/>
                </a:lnTo>
                <a:lnTo>
                  <a:pt x="4026" y="42"/>
                </a:lnTo>
                <a:lnTo>
                  <a:pt x="4536" y="26"/>
                </a:lnTo>
                <a:lnTo>
                  <a:pt x="5077" y="11"/>
                </a:lnTo>
                <a:lnTo>
                  <a:pt x="5678" y="6"/>
                </a:lnTo>
                <a:lnTo>
                  <a:pt x="627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4"/>
          <p:cNvSpPr/>
          <p:nvPr/>
        </p:nvSpPr>
        <p:spPr>
          <a:xfrm flipH="1">
            <a:off x="1098716" y="901200"/>
            <a:ext cx="868071" cy="659951"/>
          </a:xfrm>
          <a:custGeom>
            <a:avLst/>
            <a:gdLst/>
            <a:ahLst/>
            <a:cxnLst/>
            <a:rect l="l" t="t" r="r" b="b"/>
            <a:pathLst>
              <a:path w="15318" h="1975" fill="none" extrusionOk="0">
                <a:moveTo>
                  <a:pt x="7749" y="0"/>
                </a:moveTo>
                <a:lnTo>
                  <a:pt x="7749" y="0"/>
                </a:lnTo>
                <a:lnTo>
                  <a:pt x="8110" y="0"/>
                </a:lnTo>
                <a:lnTo>
                  <a:pt x="8110" y="0"/>
                </a:lnTo>
                <a:lnTo>
                  <a:pt x="8650" y="5"/>
                </a:lnTo>
                <a:lnTo>
                  <a:pt x="9161" y="10"/>
                </a:lnTo>
                <a:lnTo>
                  <a:pt x="9641" y="26"/>
                </a:lnTo>
                <a:lnTo>
                  <a:pt x="10122" y="36"/>
                </a:lnTo>
                <a:lnTo>
                  <a:pt x="10542" y="56"/>
                </a:lnTo>
                <a:lnTo>
                  <a:pt x="10963" y="72"/>
                </a:lnTo>
                <a:lnTo>
                  <a:pt x="11353" y="97"/>
                </a:lnTo>
                <a:lnTo>
                  <a:pt x="11714" y="117"/>
                </a:lnTo>
                <a:lnTo>
                  <a:pt x="12044" y="148"/>
                </a:lnTo>
                <a:lnTo>
                  <a:pt x="12375" y="174"/>
                </a:lnTo>
                <a:lnTo>
                  <a:pt x="12645" y="204"/>
                </a:lnTo>
                <a:lnTo>
                  <a:pt x="12915" y="240"/>
                </a:lnTo>
                <a:lnTo>
                  <a:pt x="13185" y="271"/>
                </a:lnTo>
                <a:lnTo>
                  <a:pt x="13426" y="311"/>
                </a:lnTo>
                <a:lnTo>
                  <a:pt x="13636" y="347"/>
                </a:lnTo>
                <a:lnTo>
                  <a:pt x="13816" y="388"/>
                </a:lnTo>
                <a:lnTo>
                  <a:pt x="14177" y="464"/>
                </a:lnTo>
                <a:lnTo>
                  <a:pt x="14447" y="551"/>
                </a:lnTo>
                <a:lnTo>
                  <a:pt x="14687" y="643"/>
                </a:lnTo>
                <a:lnTo>
                  <a:pt x="14867" y="730"/>
                </a:lnTo>
                <a:lnTo>
                  <a:pt x="15018" y="821"/>
                </a:lnTo>
                <a:lnTo>
                  <a:pt x="15138" y="913"/>
                </a:lnTo>
                <a:lnTo>
                  <a:pt x="15228" y="1000"/>
                </a:lnTo>
                <a:lnTo>
                  <a:pt x="15288" y="1092"/>
                </a:lnTo>
                <a:lnTo>
                  <a:pt x="15288" y="1092"/>
                </a:lnTo>
                <a:lnTo>
                  <a:pt x="15318" y="1178"/>
                </a:lnTo>
                <a:lnTo>
                  <a:pt x="15318" y="1280"/>
                </a:lnTo>
                <a:lnTo>
                  <a:pt x="15288" y="1393"/>
                </a:lnTo>
                <a:lnTo>
                  <a:pt x="15198" y="1505"/>
                </a:lnTo>
                <a:lnTo>
                  <a:pt x="15078" y="1622"/>
                </a:lnTo>
                <a:lnTo>
                  <a:pt x="14867" y="1739"/>
                </a:lnTo>
                <a:lnTo>
                  <a:pt x="14747" y="1801"/>
                </a:lnTo>
                <a:lnTo>
                  <a:pt x="14597" y="1862"/>
                </a:lnTo>
                <a:lnTo>
                  <a:pt x="14447" y="1918"/>
                </a:lnTo>
                <a:lnTo>
                  <a:pt x="14267" y="1974"/>
                </a:lnTo>
                <a:lnTo>
                  <a:pt x="14267" y="1974"/>
                </a:lnTo>
                <a:lnTo>
                  <a:pt x="13486" y="1944"/>
                </a:lnTo>
                <a:lnTo>
                  <a:pt x="12735" y="1918"/>
                </a:lnTo>
                <a:lnTo>
                  <a:pt x="11924" y="1898"/>
                </a:lnTo>
                <a:lnTo>
                  <a:pt x="11143" y="1877"/>
                </a:lnTo>
                <a:lnTo>
                  <a:pt x="10332" y="1862"/>
                </a:lnTo>
                <a:lnTo>
                  <a:pt x="9521" y="1852"/>
                </a:lnTo>
                <a:lnTo>
                  <a:pt x="8710" y="1842"/>
                </a:lnTo>
                <a:lnTo>
                  <a:pt x="7899" y="1842"/>
                </a:lnTo>
                <a:lnTo>
                  <a:pt x="7899" y="1842"/>
                </a:lnTo>
                <a:lnTo>
                  <a:pt x="6758" y="1847"/>
                </a:lnTo>
                <a:lnTo>
                  <a:pt x="5587" y="1862"/>
                </a:lnTo>
                <a:lnTo>
                  <a:pt x="721" y="1862"/>
                </a:lnTo>
                <a:lnTo>
                  <a:pt x="721" y="1862"/>
                </a:lnTo>
                <a:lnTo>
                  <a:pt x="511" y="1770"/>
                </a:lnTo>
                <a:lnTo>
                  <a:pt x="361" y="1683"/>
                </a:lnTo>
                <a:lnTo>
                  <a:pt x="210" y="1597"/>
                </a:lnTo>
                <a:lnTo>
                  <a:pt x="120" y="1510"/>
                </a:lnTo>
                <a:lnTo>
                  <a:pt x="60" y="1428"/>
                </a:lnTo>
                <a:lnTo>
                  <a:pt x="30" y="1352"/>
                </a:lnTo>
                <a:lnTo>
                  <a:pt x="0" y="1209"/>
                </a:lnTo>
                <a:lnTo>
                  <a:pt x="0" y="1209"/>
                </a:lnTo>
                <a:lnTo>
                  <a:pt x="30" y="1127"/>
                </a:lnTo>
                <a:lnTo>
                  <a:pt x="120" y="1036"/>
                </a:lnTo>
                <a:lnTo>
                  <a:pt x="241" y="939"/>
                </a:lnTo>
                <a:lnTo>
                  <a:pt x="421" y="842"/>
                </a:lnTo>
                <a:lnTo>
                  <a:pt x="661" y="740"/>
                </a:lnTo>
                <a:lnTo>
                  <a:pt x="961" y="638"/>
                </a:lnTo>
                <a:lnTo>
                  <a:pt x="1322" y="541"/>
                </a:lnTo>
                <a:lnTo>
                  <a:pt x="1742" y="444"/>
                </a:lnTo>
                <a:lnTo>
                  <a:pt x="1983" y="398"/>
                </a:lnTo>
                <a:lnTo>
                  <a:pt x="2223" y="352"/>
                </a:lnTo>
                <a:lnTo>
                  <a:pt x="2493" y="311"/>
                </a:lnTo>
                <a:lnTo>
                  <a:pt x="2793" y="271"/>
                </a:lnTo>
                <a:lnTo>
                  <a:pt x="3094" y="230"/>
                </a:lnTo>
                <a:lnTo>
                  <a:pt x="3424" y="194"/>
                </a:lnTo>
                <a:lnTo>
                  <a:pt x="3755" y="158"/>
                </a:lnTo>
                <a:lnTo>
                  <a:pt x="4115" y="128"/>
                </a:lnTo>
                <a:lnTo>
                  <a:pt x="4505" y="102"/>
                </a:lnTo>
                <a:lnTo>
                  <a:pt x="4896" y="77"/>
                </a:lnTo>
                <a:lnTo>
                  <a:pt x="5316" y="51"/>
                </a:lnTo>
                <a:lnTo>
                  <a:pt x="5767" y="36"/>
                </a:lnTo>
                <a:lnTo>
                  <a:pt x="6217" y="21"/>
                </a:lnTo>
                <a:lnTo>
                  <a:pt x="6698" y="10"/>
                </a:lnTo>
                <a:lnTo>
                  <a:pt x="7209" y="0"/>
                </a:lnTo>
                <a:lnTo>
                  <a:pt x="774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4"/>
          <p:cNvSpPr/>
          <p:nvPr/>
        </p:nvSpPr>
        <p:spPr>
          <a:xfrm flipH="1">
            <a:off x="1158274" y="1516378"/>
            <a:ext cx="767652" cy="225219"/>
          </a:xfrm>
          <a:custGeom>
            <a:avLst/>
            <a:gdLst/>
            <a:ahLst/>
            <a:cxnLst/>
            <a:rect l="l" t="t" r="r" b="b"/>
            <a:pathLst>
              <a:path w="13546" h="674" fill="none" extrusionOk="0">
                <a:moveTo>
                  <a:pt x="7178" y="1"/>
                </a:moveTo>
                <a:lnTo>
                  <a:pt x="7178" y="1"/>
                </a:lnTo>
                <a:lnTo>
                  <a:pt x="7989" y="1"/>
                </a:lnTo>
                <a:lnTo>
                  <a:pt x="8800" y="11"/>
                </a:lnTo>
                <a:lnTo>
                  <a:pt x="9611" y="21"/>
                </a:lnTo>
                <a:lnTo>
                  <a:pt x="10422" y="36"/>
                </a:lnTo>
                <a:lnTo>
                  <a:pt x="11203" y="57"/>
                </a:lnTo>
                <a:lnTo>
                  <a:pt x="12014" y="77"/>
                </a:lnTo>
                <a:lnTo>
                  <a:pt x="12765" y="103"/>
                </a:lnTo>
                <a:lnTo>
                  <a:pt x="13546" y="133"/>
                </a:lnTo>
                <a:lnTo>
                  <a:pt x="13546" y="133"/>
                </a:lnTo>
                <a:lnTo>
                  <a:pt x="13335" y="189"/>
                </a:lnTo>
                <a:lnTo>
                  <a:pt x="13095" y="240"/>
                </a:lnTo>
                <a:lnTo>
                  <a:pt x="12855" y="296"/>
                </a:lnTo>
                <a:lnTo>
                  <a:pt x="12585" y="342"/>
                </a:lnTo>
                <a:lnTo>
                  <a:pt x="12284" y="393"/>
                </a:lnTo>
                <a:lnTo>
                  <a:pt x="11984" y="434"/>
                </a:lnTo>
                <a:lnTo>
                  <a:pt x="11624" y="475"/>
                </a:lnTo>
                <a:lnTo>
                  <a:pt x="11263" y="516"/>
                </a:lnTo>
                <a:lnTo>
                  <a:pt x="10843" y="551"/>
                </a:lnTo>
                <a:lnTo>
                  <a:pt x="10422" y="582"/>
                </a:lnTo>
                <a:lnTo>
                  <a:pt x="9972" y="607"/>
                </a:lnTo>
                <a:lnTo>
                  <a:pt x="9491" y="633"/>
                </a:lnTo>
                <a:lnTo>
                  <a:pt x="8950" y="648"/>
                </a:lnTo>
                <a:lnTo>
                  <a:pt x="8410" y="664"/>
                </a:lnTo>
                <a:lnTo>
                  <a:pt x="7839" y="669"/>
                </a:lnTo>
                <a:lnTo>
                  <a:pt x="7208" y="674"/>
                </a:lnTo>
                <a:lnTo>
                  <a:pt x="7208" y="674"/>
                </a:lnTo>
                <a:lnTo>
                  <a:pt x="6938" y="674"/>
                </a:lnTo>
                <a:lnTo>
                  <a:pt x="6938" y="674"/>
                </a:lnTo>
                <a:lnTo>
                  <a:pt x="6187" y="669"/>
                </a:lnTo>
                <a:lnTo>
                  <a:pt x="5466" y="653"/>
                </a:lnTo>
                <a:lnTo>
                  <a:pt x="4836" y="638"/>
                </a:lnTo>
                <a:lnTo>
                  <a:pt x="4235" y="613"/>
                </a:lnTo>
                <a:lnTo>
                  <a:pt x="3664" y="582"/>
                </a:lnTo>
                <a:lnTo>
                  <a:pt x="3154" y="546"/>
                </a:lnTo>
                <a:lnTo>
                  <a:pt x="2673" y="511"/>
                </a:lnTo>
                <a:lnTo>
                  <a:pt x="2253" y="465"/>
                </a:lnTo>
                <a:lnTo>
                  <a:pt x="1862" y="419"/>
                </a:lnTo>
                <a:lnTo>
                  <a:pt x="1502" y="368"/>
                </a:lnTo>
                <a:lnTo>
                  <a:pt x="1171" y="317"/>
                </a:lnTo>
                <a:lnTo>
                  <a:pt x="871" y="261"/>
                </a:lnTo>
                <a:lnTo>
                  <a:pt x="601" y="199"/>
                </a:lnTo>
                <a:lnTo>
                  <a:pt x="391" y="143"/>
                </a:lnTo>
                <a:lnTo>
                  <a:pt x="180" y="82"/>
                </a:lnTo>
                <a:lnTo>
                  <a:pt x="0" y="21"/>
                </a:lnTo>
                <a:lnTo>
                  <a:pt x="4866" y="21"/>
                </a:lnTo>
                <a:lnTo>
                  <a:pt x="4866" y="21"/>
                </a:lnTo>
                <a:lnTo>
                  <a:pt x="6037" y="6"/>
                </a:lnTo>
                <a:lnTo>
                  <a:pt x="717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4"/>
          <p:cNvSpPr txBox="1">
            <a:spLocks noGrp="1"/>
          </p:cNvSpPr>
          <p:nvPr>
            <p:ph type="title"/>
          </p:nvPr>
        </p:nvSpPr>
        <p:spPr>
          <a:xfrm>
            <a:off x="1312875" y="1905000"/>
            <a:ext cx="6397800" cy="8289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687" name="Google Shape;687;p44"/>
          <p:cNvSpPr txBox="1">
            <a:spLocks noGrp="1"/>
          </p:cNvSpPr>
          <p:nvPr>
            <p:ph type="title" idx="2"/>
          </p:nvPr>
        </p:nvSpPr>
        <p:spPr>
          <a:xfrm>
            <a:off x="1312875" y="2902850"/>
            <a:ext cx="6429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688" name="Google Shape;688;p44"/>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4"/>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44"/>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691" name="Google Shape;691;p44"/>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Pink - Section Cover">
  <p:cSld name="CUSTOM_2_2">
    <p:bg>
      <p:bgPr>
        <a:solidFill>
          <a:srgbClr val="FF8771"/>
        </a:solidFill>
        <a:effectLst/>
      </p:bgPr>
    </p:bg>
    <p:spTree>
      <p:nvGrpSpPr>
        <p:cNvPr id="1" name="Shape 692"/>
        <p:cNvGrpSpPr/>
        <p:nvPr/>
      </p:nvGrpSpPr>
      <p:grpSpPr>
        <a:xfrm>
          <a:off x="0" y="0"/>
          <a:ext cx="0" cy="0"/>
          <a:chOff x="0" y="0"/>
          <a:chExt cx="0" cy="0"/>
        </a:xfrm>
      </p:grpSpPr>
      <p:grpSp>
        <p:nvGrpSpPr>
          <p:cNvPr id="693" name="Google Shape;693;p45"/>
          <p:cNvGrpSpPr/>
          <p:nvPr/>
        </p:nvGrpSpPr>
        <p:grpSpPr>
          <a:xfrm>
            <a:off x="3" y="11436"/>
            <a:ext cx="9143986" cy="5120636"/>
            <a:chOff x="6876979" y="2028575"/>
            <a:chExt cx="921615" cy="519150"/>
          </a:xfrm>
        </p:grpSpPr>
        <p:sp>
          <p:nvSpPr>
            <p:cNvPr id="694" name="Google Shape;694;p45"/>
            <p:cNvSpPr/>
            <p:nvPr/>
          </p:nvSpPr>
          <p:spPr>
            <a:xfrm flipH="1">
              <a:off x="6876979" y="2028575"/>
              <a:ext cx="921615" cy="519150"/>
            </a:xfrm>
            <a:custGeom>
              <a:avLst/>
              <a:gdLst/>
              <a:ahLst/>
              <a:cxnLst/>
              <a:rect l="l" t="t" r="r" b="b"/>
              <a:pathLst>
                <a:path w="217362" h="20766" extrusionOk="0">
                  <a:moveTo>
                    <a:pt x="1" y="1"/>
                  </a:moveTo>
                  <a:lnTo>
                    <a:pt x="1" y="15670"/>
                  </a:lnTo>
                  <a:lnTo>
                    <a:pt x="63524" y="15670"/>
                  </a:lnTo>
                  <a:lnTo>
                    <a:pt x="64305" y="15660"/>
                  </a:lnTo>
                  <a:lnTo>
                    <a:pt x="65116" y="15650"/>
                  </a:lnTo>
                  <a:lnTo>
                    <a:pt x="65897" y="15645"/>
                  </a:lnTo>
                  <a:lnTo>
                    <a:pt x="67489" y="15645"/>
                  </a:lnTo>
                  <a:lnTo>
                    <a:pt x="68269" y="15655"/>
                  </a:lnTo>
                  <a:lnTo>
                    <a:pt x="69050" y="15665"/>
                  </a:lnTo>
                  <a:lnTo>
                    <a:pt x="69831" y="15675"/>
                  </a:lnTo>
                  <a:lnTo>
                    <a:pt x="70582" y="15696"/>
                  </a:lnTo>
                  <a:lnTo>
                    <a:pt x="71363" y="15716"/>
                  </a:lnTo>
                  <a:lnTo>
                    <a:pt x="72114" y="15742"/>
                  </a:lnTo>
                  <a:lnTo>
                    <a:pt x="72865" y="15772"/>
                  </a:lnTo>
                  <a:lnTo>
                    <a:pt x="73586" y="15803"/>
                  </a:lnTo>
                  <a:lnTo>
                    <a:pt x="74336" y="15844"/>
                  </a:lnTo>
                  <a:lnTo>
                    <a:pt x="75057" y="15884"/>
                  </a:lnTo>
                  <a:lnTo>
                    <a:pt x="75748" y="15930"/>
                  </a:lnTo>
                  <a:lnTo>
                    <a:pt x="76439" y="15976"/>
                  </a:lnTo>
                  <a:lnTo>
                    <a:pt x="77130" y="16032"/>
                  </a:lnTo>
                  <a:lnTo>
                    <a:pt x="77790" y="16088"/>
                  </a:lnTo>
                  <a:lnTo>
                    <a:pt x="78421" y="16150"/>
                  </a:lnTo>
                  <a:lnTo>
                    <a:pt x="79082" y="16216"/>
                  </a:lnTo>
                  <a:lnTo>
                    <a:pt x="79683" y="16282"/>
                  </a:lnTo>
                  <a:lnTo>
                    <a:pt x="80283" y="16359"/>
                  </a:lnTo>
                  <a:lnTo>
                    <a:pt x="80854" y="16435"/>
                  </a:lnTo>
                  <a:lnTo>
                    <a:pt x="81425" y="16517"/>
                  </a:lnTo>
                  <a:lnTo>
                    <a:pt x="81935" y="16604"/>
                  </a:lnTo>
                  <a:lnTo>
                    <a:pt x="82446" y="16695"/>
                  </a:lnTo>
                  <a:lnTo>
                    <a:pt x="82956" y="16792"/>
                  </a:lnTo>
                  <a:lnTo>
                    <a:pt x="83407" y="16889"/>
                  </a:lnTo>
                  <a:lnTo>
                    <a:pt x="83857" y="16996"/>
                  </a:lnTo>
                  <a:lnTo>
                    <a:pt x="84278" y="17103"/>
                  </a:lnTo>
                  <a:lnTo>
                    <a:pt x="84668" y="17216"/>
                  </a:lnTo>
                  <a:lnTo>
                    <a:pt x="85419" y="17455"/>
                  </a:lnTo>
                  <a:lnTo>
                    <a:pt x="86110" y="17695"/>
                  </a:lnTo>
                  <a:lnTo>
                    <a:pt x="86741" y="17935"/>
                  </a:lnTo>
                  <a:lnTo>
                    <a:pt x="87281" y="18169"/>
                  </a:lnTo>
                  <a:lnTo>
                    <a:pt x="87792" y="18404"/>
                  </a:lnTo>
                  <a:lnTo>
                    <a:pt x="88213" y="18634"/>
                  </a:lnTo>
                  <a:lnTo>
                    <a:pt x="88573" y="18858"/>
                  </a:lnTo>
                  <a:lnTo>
                    <a:pt x="88873" y="19083"/>
                  </a:lnTo>
                  <a:lnTo>
                    <a:pt x="89114" y="19307"/>
                  </a:lnTo>
                  <a:lnTo>
                    <a:pt x="89264" y="19526"/>
                  </a:lnTo>
                  <a:lnTo>
                    <a:pt x="89384" y="19740"/>
                  </a:lnTo>
                  <a:lnTo>
                    <a:pt x="89444" y="19955"/>
                  </a:lnTo>
                  <a:lnTo>
                    <a:pt x="89414" y="20164"/>
                  </a:lnTo>
                  <a:lnTo>
                    <a:pt x="89354" y="20368"/>
                  </a:lnTo>
                  <a:lnTo>
                    <a:pt x="89234" y="20567"/>
                  </a:lnTo>
                  <a:lnTo>
                    <a:pt x="89053" y="20766"/>
                  </a:lnTo>
                  <a:lnTo>
                    <a:pt x="217362" y="20766"/>
                  </a:lnTo>
                  <a:lnTo>
                    <a:pt x="217362" y="1"/>
                  </a:lnTo>
                  <a:close/>
                </a:path>
              </a:pathLst>
            </a:custGeom>
            <a:solidFill>
              <a:srgbClr val="FF8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5"/>
            <p:cNvSpPr/>
            <p:nvPr/>
          </p:nvSpPr>
          <p:spPr>
            <a:xfrm flipH="1">
              <a:off x="6876979" y="2028575"/>
              <a:ext cx="921615" cy="519150"/>
            </a:xfrm>
            <a:custGeom>
              <a:avLst/>
              <a:gdLst/>
              <a:ahLst/>
              <a:cxnLst/>
              <a:rect l="l" t="t" r="r" b="b"/>
              <a:pathLst>
                <a:path w="217362" h="20766" fill="none" extrusionOk="0">
                  <a:moveTo>
                    <a:pt x="84668" y="17216"/>
                  </a:moveTo>
                  <a:lnTo>
                    <a:pt x="84668" y="17216"/>
                  </a:lnTo>
                  <a:lnTo>
                    <a:pt x="84278" y="17103"/>
                  </a:lnTo>
                  <a:lnTo>
                    <a:pt x="83857" y="16996"/>
                  </a:lnTo>
                  <a:lnTo>
                    <a:pt x="83407" y="16889"/>
                  </a:lnTo>
                  <a:lnTo>
                    <a:pt x="82956" y="16792"/>
                  </a:lnTo>
                  <a:lnTo>
                    <a:pt x="82446" y="16695"/>
                  </a:lnTo>
                  <a:lnTo>
                    <a:pt x="81935" y="16604"/>
                  </a:lnTo>
                  <a:lnTo>
                    <a:pt x="81425" y="16517"/>
                  </a:lnTo>
                  <a:lnTo>
                    <a:pt x="80854" y="16435"/>
                  </a:lnTo>
                  <a:lnTo>
                    <a:pt x="80283" y="16359"/>
                  </a:lnTo>
                  <a:lnTo>
                    <a:pt x="79683" y="16282"/>
                  </a:lnTo>
                  <a:lnTo>
                    <a:pt x="79082" y="16216"/>
                  </a:lnTo>
                  <a:lnTo>
                    <a:pt x="78421" y="16150"/>
                  </a:lnTo>
                  <a:lnTo>
                    <a:pt x="77790" y="16088"/>
                  </a:lnTo>
                  <a:lnTo>
                    <a:pt x="77130" y="16032"/>
                  </a:lnTo>
                  <a:lnTo>
                    <a:pt x="76439" y="15976"/>
                  </a:lnTo>
                  <a:lnTo>
                    <a:pt x="75748" y="15930"/>
                  </a:lnTo>
                  <a:lnTo>
                    <a:pt x="75057" y="15884"/>
                  </a:lnTo>
                  <a:lnTo>
                    <a:pt x="74336" y="15844"/>
                  </a:lnTo>
                  <a:lnTo>
                    <a:pt x="73586" y="15803"/>
                  </a:lnTo>
                  <a:lnTo>
                    <a:pt x="72865" y="15772"/>
                  </a:lnTo>
                  <a:lnTo>
                    <a:pt x="72114" y="15742"/>
                  </a:lnTo>
                  <a:lnTo>
                    <a:pt x="71363" y="15716"/>
                  </a:lnTo>
                  <a:lnTo>
                    <a:pt x="70582" y="15696"/>
                  </a:lnTo>
                  <a:lnTo>
                    <a:pt x="69831" y="15675"/>
                  </a:lnTo>
                  <a:lnTo>
                    <a:pt x="69050" y="15665"/>
                  </a:lnTo>
                  <a:lnTo>
                    <a:pt x="68269" y="15655"/>
                  </a:lnTo>
                  <a:lnTo>
                    <a:pt x="67489" y="15645"/>
                  </a:lnTo>
                  <a:lnTo>
                    <a:pt x="66678" y="15645"/>
                  </a:lnTo>
                  <a:lnTo>
                    <a:pt x="65897" y="15645"/>
                  </a:lnTo>
                  <a:lnTo>
                    <a:pt x="65116" y="15650"/>
                  </a:lnTo>
                  <a:lnTo>
                    <a:pt x="64305" y="15660"/>
                  </a:lnTo>
                  <a:lnTo>
                    <a:pt x="63524" y="15670"/>
                  </a:lnTo>
                  <a:lnTo>
                    <a:pt x="1" y="15670"/>
                  </a:lnTo>
                  <a:lnTo>
                    <a:pt x="1" y="1"/>
                  </a:lnTo>
                  <a:lnTo>
                    <a:pt x="217362" y="1"/>
                  </a:lnTo>
                  <a:lnTo>
                    <a:pt x="217362" y="20766"/>
                  </a:lnTo>
                  <a:lnTo>
                    <a:pt x="89053" y="20766"/>
                  </a:lnTo>
                  <a:lnTo>
                    <a:pt x="89053" y="20766"/>
                  </a:lnTo>
                  <a:lnTo>
                    <a:pt x="89234" y="20567"/>
                  </a:lnTo>
                  <a:lnTo>
                    <a:pt x="89354" y="20368"/>
                  </a:lnTo>
                  <a:lnTo>
                    <a:pt x="89414" y="20164"/>
                  </a:lnTo>
                  <a:lnTo>
                    <a:pt x="89444" y="19955"/>
                  </a:lnTo>
                  <a:lnTo>
                    <a:pt x="89384" y="19740"/>
                  </a:lnTo>
                  <a:lnTo>
                    <a:pt x="89264" y="19526"/>
                  </a:lnTo>
                  <a:lnTo>
                    <a:pt x="89114" y="19307"/>
                  </a:lnTo>
                  <a:lnTo>
                    <a:pt x="88873" y="19083"/>
                  </a:lnTo>
                  <a:lnTo>
                    <a:pt x="88573" y="18858"/>
                  </a:lnTo>
                  <a:lnTo>
                    <a:pt x="88213" y="18634"/>
                  </a:lnTo>
                  <a:lnTo>
                    <a:pt x="87792" y="18404"/>
                  </a:lnTo>
                  <a:lnTo>
                    <a:pt x="87281" y="18169"/>
                  </a:lnTo>
                  <a:lnTo>
                    <a:pt x="86741" y="17935"/>
                  </a:lnTo>
                  <a:lnTo>
                    <a:pt x="86110" y="17695"/>
                  </a:lnTo>
                  <a:lnTo>
                    <a:pt x="85419" y="17455"/>
                  </a:lnTo>
                  <a:lnTo>
                    <a:pt x="84668" y="1721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5"/>
            <p:cNvSpPr/>
            <p:nvPr/>
          </p:nvSpPr>
          <p:spPr>
            <a:xfrm flipH="1">
              <a:off x="7419352" y="2419675"/>
              <a:ext cx="379243" cy="128050"/>
            </a:xfrm>
            <a:custGeom>
              <a:avLst/>
              <a:gdLst/>
              <a:ahLst/>
              <a:cxnLst/>
              <a:rect l="l" t="t" r="r" b="b"/>
              <a:pathLst>
                <a:path w="89444" h="5122" extrusionOk="0">
                  <a:moveTo>
                    <a:pt x="65897" y="1"/>
                  </a:moveTo>
                  <a:lnTo>
                    <a:pt x="65116" y="6"/>
                  </a:lnTo>
                  <a:lnTo>
                    <a:pt x="64305" y="16"/>
                  </a:lnTo>
                  <a:lnTo>
                    <a:pt x="63524" y="26"/>
                  </a:lnTo>
                  <a:lnTo>
                    <a:pt x="1" y="26"/>
                  </a:lnTo>
                  <a:lnTo>
                    <a:pt x="1" y="5122"/>
                  </a:lnTo>
                  <a:lnTo>
                    <a:pt x="89053" y="5122"/>
                  </a:lnTo>
                  <a:lnTo>
                    <a:pt x="89234" y="4923"/>
                  </a:lnTo>
                  <a:lnTo>
                    <a:pt x="89354" y="4724"/>
                  </a:lnTo>
                  <a:lnTo>
                    <a:pt x="89414" y="4520"/>
                  </a:lnTo>
                  <a:lnTo>
                    <a:pt x="89444" y="4311"/>
                  </a:lnTo>
                  <a:lnTo>
                    <a:pt x="89384" y="4096"/>
                  </a:lnTo>
                  <a:lnTo>
                    <a:pt x="89264" y="3882"/>
                  </a:lnTo>
                  <a:lnTo>
                    <a:pt x="89114" y="3663"/>
                  </a:lnTo>
                  <a:lnTo>
                    <a:pt x="88873" y="3439"/>
                  </a:lnTo>
                  <a:lnTo>
                    <a:pt x="88573" y="3214"/>
                  </a:lnTo>
                  <a:lnTo>
                    <a:pt x="88213" y="2990"/>
                  </a:lnTo>
                  <a:lnTo>
                    <a:pt x="87792" y="2760"/>
                  </a:lnTo>
                  <a:lnTo>
                    <a:pt x="87281" y="2525"/>
                  </a:lnTo>
                  <a:lnTo>
                    <a:pt x="86741" y="2291"/>
                  </a:lnTo>
                  <a:lnTo>
                    <a:pt x="86110" y="2051"/>
                  </a:lnTo>
                  <a:lnTo>
                    <a:pt x="85419" y="1811"/>
                  </a:lnTo>
                  <a:lnTo>
                    <a:pt x="84668" y="1572"/>
                  </a:lnTo>
                  <a:lnTo>
                    <a:pt x="84278" y="1459"/>
                  </a:lnTo>
                  <a:lnTo>
                    <a:pt x="83857" y="1352"/>
                  </a:lnTo>
                  <a:lnTo>
                    <a:pt x="83407" y="1245"/>
                  </a:lnTo>
                  <a:lnTo>
                    <a:pt x="82956" y="1148"/>
                  </a:lnTo>
                  <a:lnTo>
                    <a:pt x="82446" y="1051"/>
                  </a:lnTo>
                  <a:lnTo>
                    <a:pt x="81935" y="960"/>
                  </a:lnTo>
                  <a:lnTo>
                    <a:pt x="81425" y="873"/>
                  </a:lnTo>
                  <a:lnTo>
                    <a:pt x="80854" y="791"/>
                  </a:lnTo>
                  <a:lnTo>
                    <a:pt x="80283" y="715"/>
                  </a:lnTo>
                  <a:lnTo>
                    <a:pt x="79683" y="638"/>
                  </a:lnTo>
                  <a:lnTo>
                    <a:pt x="79082" y="572"/>
                  </a:lnTo>
                  <a:lnTo>
                    <a:pt x="78421" y="506"/>
                  </a:lnTo>
                  <a:lnTo>
                    <a:pt x="77790" y="444"/>
                  </a:lnTo>
                  <a:lnTo>
                    <a:pt x="77130" y="388"/>
                  </a:lnTo>
                  <a:lnTo>
                    <a:pt x="76439" y="332"/>
                  </a:lnTo>
                  <a:lnTo>
                    <a:pt x="75748" y="286"/>
                  </a:lnTo>
                  <a:lnTo>
                    <a:pt x="75057" y="240"/>
                  </a:lnTo>
                  <a:lnTo>
                    <a:pt x="74336" y="200"/>
                  </a:lnTo>
                  <a:lnTo>
                    <a:pt x="73586" y="159"/>
                  </a:lnTo>
                  <a:lnTo>
                    <a:pt x="72865" y="128"/>
                  </a:lnTo>
                  <a:lnTo>
                    <a:pt x="72114" y="98"/>
                  </a:lnTo>
                  <a:lnTo>
                    <a:pt x="71363" y="72"/>
                  </a:lnTo>
                  <a:lnTo>
                    <a:pt x="70582" y="52"/>
                  </a:lnTo>
                  <a:lnTo>
                    <a:pt x="69831" y="31"/>
                  </a:lnTo>
                  <a:lnTo>
                    <a:pt x="69050" y="21"/>
                  </a:lnTo>
                  <a:lnTo>
                    <a:pt x="68269" y="11"/>
                  </a:lnTo>
                  <a:lnTo>
                    <a:pt x="67489" y="1"/>
                  </a:lnTo>
                  <a:close/>
                </a:path>
              </a:pathLst>
            </a:custGeom>
            <a:solidFill>
              <a:srgbClr val="FF8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5"/>
            <p:cNvSpPr/>
            <p:nvPr/>
          </p:nvSpPr>
          <p:spPr>
            <a:xfrm flipH="1">
              <a:off x="7419352" y="2419675"/>
              <a:ext cx="379243" cy="128050"/>
            </a:xfrm>
            <a:custGeom>
              <a:avLst/>
              <a:gdLst/>
              <a:ahLst/>
              <a:cxnLst/>
              <a:rect l="l" t="t" r="r" b="b"/>
              <a:pathLst>
                <a:path w="89444" h="5122" fill="none" extrusionOk="0">
                  <a:moveTo>
                    <a:pt x="1" y="26"/>
                  </a:moveTo>
                  <a:lnTo>
                    <a:pt x="63524" y="26"/>
                  </a:lnTo>
                  <a:lnTo>
                    <a:pt x="63524" y="26"/>
                  </a:lnTo>
                  <a:lnTo>
                    <a:pt x="64305" y="16"/>
                  </a:lnTo>
                  <a:lnTo>
                    <a:pt x="65116" y="6"/>
                  </a:lnTo>
                  <a:lnTo>
                    <a:pt x="65897" y="1"/>
                  </a:lnTo>
                  <a:lnTo>
                    <a:pt x="66678" y="1"/>
                  </a:lnTo>
                  <a:lnTo>
                    <a:pt x="67489" y="1"/>
                  </a:lnTo>
                  <a:lnTo>
                    <a:pt x="68269" y="11"/>
                  </a:lnTo>
                  <a:lnTo>
                    <a:pt x="69050" y="21"/>
                  </a:lnTo>
                  <a:lnTo>
                    <a:pt x="69831" y="31"/>
                  </a:lnTo>
                  <a:lnTo>
                    <a:pt x="70582" y="52"/>
                  </a:lnTo>
                  <a:lnTo>
                    <a:pt x="71363" y="72"/>
                  </a:lnTo>
                  <a:lnTo>
                    <a:pt x="72114" y="98"/>
                  </a:lnTo>
                  <a:lnTo>
                    <a:pt x="72865" y="128"/>
                  </a:lnTo>
                  <a:lnTo>
                    <a:pt x="73586" y="159"/>
                  </a:lnTo>
                  <a:lnTo>
                    <a:pt x="74336" y="200"/>
                  </a:lnTo>
                  <a:lnTo>
                    <a:pt x="75057" y="240"/>
                  </a:lnTo>
                  <a:lnTo>
                    <a:pt x="75748" y="286"/>
                  </a:lnTo>
                  <a:lnTo>
                    <a:pt x="76439" y="332"/>
                  </a:lnTo>
                  <a:lnTo>
                    <a:pt x="77130" y="388"/>
                  </a:lnTo>
                  <a:lnTo>
                    <a:pt x="77790" y="444"/>
                  </a:lnTo>
                  <a:lnTo>
                    <a:pt x="78421" y="506"/>
                  </a:lnTo>
                  <a:lnTo>
                    <a:pt x="79082" y="572"/>
                  </a:lnTo>
                  <a:lnTo>
                    <a:pt x="79683" y="638"/>
                  </a:lnTo>
                  <a:lnTo>
                    <a:pt x="80283" y="715"/>
                  </a:lnTo>
                  <a:lnTo>
                    <a:pt x="80854" y="791"/>
                  </a:lnTo>
                  <a:lnTo>
                    <a:pt x="81425" y="873"/>
                  </a:lnTo>
                  <a:lnTo>
                    <a:pt x="81935" y="960"/>
                  </a:lnTo>
                  <a:lnTo>
                    <a:pt x="82446" y="1051"/>
                  </a:lnTo>
                  <a:lnTo>
                    <a:pt x="82956" y="1148"/>
                  </a:lnTo>
                  <a:lnTo>
                    <a:pt x="83407" y="1245"/>
                  </a:lnTo>
                  <a:lnTo>
                    <a:pt x="83857" y="1352"/>
                  </a:lnTo>
                  <a:lnTo>
                    <a:pt x="84278" y="1459"/>
                  </a:lnTo>
                  <a:lnTo>
                    <a:pt x="84668" y="1572"/>
                  </a:lnTo>
                  <a:lnTo>
                    <a:pt x="84668" y="1572"/>
                  </a:lnTo>
                  <a:lnTo>
                    <a:pt x="85419" y="1811"/>
                  </a:lnTo>
                  <a:lnTo>
                    <a:pt x="86110" y="2051"/>
                  </a:lnTo>
                  <a:lnTo>
                    <a:pt x="86741" y="2291"/>
                  </a:lnTo>
                  <a:lnTo>
                    <a:pt x="87281" y="2525"/>
                  </a:lnTo>
                  <a:lnTo>
                    <a:pt x="87792" y="2760"/>
                  </a:lnTo>
                  <a:lnTo>
                    <a:pt x="88213" y="2990"/>
                  </a:lnTo>
                  <a:lnTo>
                    <a:pt x="88573" y="3214"/>
                  </a:lnTo>
                  <a:lnTo>
                    <a:pt x="88873" y="3439"/>
                  </a:lnTo>
                  <a:lnTo>
                    <a:pt x="89114" y="3663"/>
                  </a:lnTo>
                  <a:lnTo>
                    <a:pt x="89264" y="3882"/>
                  </a:lnTo>
                  <a:lnTo>
                    <a:pt x="89384" y="4096"/>
                  </a:lnTo>
                  <a:lnTo>
                    <a:pt x="89444" y="4311"/>
                  </a:lnTo>
                  <a:lnTo>
                    <a:pt x="89414" y="4520"/>
                  </a:lnTo>
                  <a:lnTo>
                    <a:pt x="89354" y="4724"/>
                  </a:lnTo>
                  <a:lnTo>
                    <a:pt x="89234" y="4923"/>
                  </a:lnTo>
                  <a:lnTo>
                    <a:pt x="89053" y="5122"/>
                  </a:lnTo>
                  <a:lnTo>
                    <a:pt x="1" y="5122"/>
                  </a:lnTo>
                  <a:lnTo>
                    <a:pt x="1" y="2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5"/>
            <p:cNvSpPr/>
            <p:nvPr/>
          </p:nvSpPr>
          <p:spPr>
            <a:xfrm flipH="1">
              <a:off x="7419352" y="2419675"/>
              <a:ext cx="379243" cy="128050"/>
            </a:xfrm>
            <a:custGeom>
              <a:avLst/>
              <a:gdLst/>
              <a:ahLst/>
              <a:cxnLst/>
              <a:rect l="l" t="t" r="r" b="b"/>
              <a:pathLst>
                <a:path w="89444" h="5122" extrusionOk="0">
                  <a:moveTo>
                    <a:pt x="66497" y="1"/>
                  </a:moveTo>
                  <a:lnTo>
                    <a:pt x="65146" y="6"/>
                  </a:lnTo>
                  <a:lnTo>
                    <a:pt x="63764" y="21"/>
                  </a:lnTo>
                  <a:lnTo>
                    <a:pt x="63704" y="21"/>
                  </a:lnTo>
                  <a:lnTo>
                    <a:pt x="63524" y="26"/>
                  </a:lnTo>
                  <a:lnTo>
                    <a:pt x="1" y="26"/>
                  </a:lnTo>
                  <a:lnTo>
                    <a:pt x="1" y="5122"/>
                  </a:lnTo>
                  <a:lnTo>
                    <a:pt x="89053" y="5122"/>
                  </a:lnTo>
                  <a:lnTo>
                    <a:pt x="89234" y="4943"/>
                  </a:lnTo>
                  <a:lnTo>
                    <a:pt x="89354" y="4760"/>
                  </a:lnTo>
                  <a:lnTo>
                    <a:pt x="89414" y="4576"/>
                  </a:lnTo>
                  <a:lnTo>
                    <a:pt x="89444" y="4387"/>
                  </a:lnTo>
                  <a:lnTo>
                    <a:pt x="89414" y="4224"/>
                  </a:lnTo>
                  <a:lnTo>
                    <a:pt x="89384" y="4061"/>
                  </a:lnTo>
                  <a:lnTo>
                    <a:pt x="89294" y="3892"/>
                  </a:lnTo>
                  <a:lnTo>
                    <a:pt x="89144" y="3724"/>
                  </a:lnTo>
                  <a:lnTo>
                    <a:pt x="88993" y="3556"/>
                  </a:lnTo>
                  <a:lnTo>
                    <a:pt x="88783" y="3382"/>
                  </a:lnTo>
                  <a:lnTo>
                    <a:pt x="88543" y="3209"/>
                  </a:lnTo>
                  <a:lnTo>
                    <a:pt x="88273" y="3030"/>
                  </a:lnTo>
                  <a:lnTo>
                    <a:pt x="87972" y="2852"/>
                  </a:lnTo>
                  <a:lnTo>
                    <a:pt x="87612" y="2673"/>
                  </a:lnTo>
                  <a:lnTo>
                    <a:pt x="87221" y="2495"/>
                  </a:lnTo>
                  <a:lnTo>
                    <a:pt x="86801" y="2311"/>
                  </a:lnTo>
                  <a:lnTo>
                    <a:pt x="86320" y="2128"/>
                  </a:lnTo>
                  <a:lnTo>
                    <a:pt x="85810" y="1944"/>
                  </a:lnTo>
                  <a:lnTo>
                    <a:pt x="85239" y="1760"/>
                  </a:lnTo>
                  <a:lnTo>
                    <a:pt x="84668" y="1572"/>
                  </a:lnTo>
                  <a:lnTo>
                    <a:pt x="84578" y="1546"/>
                  </a:lnTo>
                  <a:lnTo>
                    <a:pt x="84248" y="1449"/>
                  </a:lnTo>
                  <a:lnTo>
                    <a:pt x="83888" y="1357"/>
                  </a:lnTo>
                  <a:lnTo>
                    <a:pt x="83497" y="1266"/>
                  </a:lnTo>
                  <a:lnTo>
                    <a:pt x="83077" y="1174"/>
                  </a:lnTo>
                  <a:lnTo>
                    <a:pt x="82656" y="1092"/>
                  </a:lnTo>
                  <a:lnTo>
                    <a:pt x="82236" y="1011"/>
                  </a:lnTo>
                  <a:lnTo>
                    <a:pt x="81755" y="934"/>
                  </a:lnTo>
                  <a:lnTo>
                    <a:pt x="81305" y="858"/>
                  </a:lnTo>
                  <a:lnTo>
                    <a:pt x="80794" y="786"/>
                  </a:lnTo>
                  <a:lnTo>
                    <a:pt x="80313" y="720"/>
                  </a:lnTo>
                  <a:lnTo>
                    <a:pt x="79773" y="654"/>
                  </a:lnTo>
                  <a:lnTo>
                    <a:pt x="79232" y="592"/>
                  </a:lnTo>
                  <a:lnTo>
                    <a:pt x="78692" y="531"/>
                  </a:lnTo>
                  <a:lnTo>
                    <a:pt x="78151" y="475"/>
                  </a:lnTo>
                  <a:lnTo>
                    <a:pt x="77550" y="424"/>
                  </a:lnTo>
                  <a:lnTo>
                    <a:pt x="76980" y="373"/>
                  </a:lnTo>
                  <a:lnTo>
                    <a:pt x="76379" y="327"/>
                  </a:lnTo>
                  <a:lnTo>
                    <a:pt x="75778" y="286"/>
                  </a:lnTo>
                  <a:lnTo>
                    <a:pt x="75147" y="245"/>
                  </a:lnTo>
                  <a:lnTo>
                    <a:pt x="74517" y="210"/>
                  </a:lnTo>
                  <a:lnTo>
                    <a:pt x="73886" y="174"/>
                  </a:lnTo>
                  <a:lnTo>
                    <a:pt x="73255" y="143"/>
                  </a:lnTo>
                  <a:lnTo>
                    <a:pt x="72594" y="118"/>
                  </a:lnTo>
                  <a:lnTo>
                    <a:pt x="71934" y="92"/>
                  </a:lnTo>
                  <a:lnTo>
                    <a:pt x="71273" y="72"/>
                  </a:lnTo>
                  <a:lnTo>
                    <a:pt x="70612" y="52"/>
                  </a:lnTo>
                  <a:lnTo>
                    <a:pt x="69261" y="21"/>
                  </a:lnTo>
                  <a:lnTo>
                    <a:pt x="67879" y="6"/>
                  </a:lnTo>
                  <a:lnTo>
                    <a:pt x="66497" y="1"/>
                  </a:lnTo>
                  <a:close/>
                </a:path>
              </a:pathLst>
            </a:custGeom>
            <a:solidFill>
              <a:srgbClr val="FF3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5"/>
            <p:cNvSpPr/>
            <p:nvPr/>
          </p:nvSpPr>
          <p:spPr>
            <a:xfrm flipH="1">
              <a:off x="7419352" y="2419675"/>
              <a:ext cx="379243" cy="128050"/>
            </a:xfrm>
            <a:custGeom>
              <a:avLst/>
              <a:gdLst/>
              <a:ahLst/>
              <a:cxnLst/>
              <a:rect l="l" t="t" r="r" b="b"/>
              <a:pathLst>
                <a:path w="89444" h="5122" fill="none" extrusionOk="0">
                  <a:moveTo>
                    <a:pt x="66497" y="1"/>
                  </a:moveTo>
                  <a:lnTo>
                    <a:pt x="66497" y="1"/>
                  </a:lnTo>
                  <a:lnTo>
                    <a:pt x="66497" y="1"/>
                  </a:lnTo>
                  <a:lnTo>
                    <a:pt x="66497" y="1"/>
                  </a:lnTo>
                  <a:lnTo>
                    <a:pt x="67879" y="6"/>
                  </a:lnTo>
                  <a:lnTo>
                    <a:pt x="69261" y="21"/>
                  </a:lnTo>
                  <a:lnTo>
                    <a:pt x="70612" y="52"/>
                  </a:lnTo>
                  <a:lnTo>
                    <a:pt x="71273" y="72"/>
                  </a:lnTo>
                  <a:lnTo>
                    <a:pt x="71934" y="92"/>
                  </a:lnTo>
                  <a:lnTo>
                    <a:pt x="72594" y="118"/>
                  </a:lnTo>
                  <a:lnTo>
                    <a:pt x="73255" y="143"/>
                  </a:lnTo>
                  <a:lnTo>
                    <a:pt x="73886" y="174"/>
                  </a:lnTo>
                  <a:lnTo>
                    <a:pt x="74517" y="210"/>
                  </a:lnTo>
                  <a:lnTo>
                    <a:pt x="75147" y="245"/>
                  </a:lnTo>
                  <a:lnTo>
                    <a:pt x="75778" y="286"/>
                  </a:lnTo>
                  <a:lnTo>
                    <a:pt x="76379" y="327"/>
                  </a:lnTo>
                  <a:lnTo>
                    <a:pt x="76980" y="373"/>
                  </a:lnTo>
                  <a:lnTo>
                    <a:pt x="77550" y="424"/>
                  </a:lnTo>
                  <a:lnTo>
                    <a:pt x="78151" y="475"/>
                  </a:lnTo>
                  <a:lnTo>
                    <a:pt x="78692" y="531"/>
                  </a:lnTo>
                  <a:lnTo>
                    <a:pt x="79232" y="592"/>
                  </a:lnTo>
                  <a:lnTo>
                    <a:pt x="79773" y="654"/>
                  </a:lnTo>
                  <a:lnTo>
                    <a:pt x="80313" y="720"/>
                  </a:lnTo>
                  <a:lnTo>
                    <a:pt x="80794" y="786"/>
                  </a:lnTo>
                  <a:lnTo>
                    <a:pt x="81305" y="858"/>
                  </a:lnTo>
                  <a:lnTo>
                    <a:pt x="81755" y="934"/>
                  </a:lnTo>
                  <a:lnTo>
                    <a:pt x="82236" y="1011"/>
                  </a:lnTo>
                  <a:lnTo>
                    <a:pt x="82656" y="1092"/>
                  </a:lnTo>
                  <a:lnTo>
                    <a:pt x="83077" y="1174"/>
                  </a:lnTo>
                  <a:lnTo>
                    <a:pt x="83497" y="1266"/>
                  </a:lnTo>
                  <a:lnTo>
                    <a:pt x="83888" y="1357"/>
                  </a:lnTo>
                  <a:lnTo>
                    <a:pt x="84248" y="1449"/>
                  </a:lnTo>
                  <a:lnTo>
                    <a:pt x="84578" y="1546"/>
                  </a:lnTo>
                  <a:lnTo>
                    <a:pt x="84578" y="1546"/>
                  </a:lnTo>
                  <a:lnTo>
                    <a:pt x="84668" y="1572"/>
                  </a:lnTo>
                  <a:lnTo>
                    <a:pt x="84668" y="1572"/>
                  </a:lnTo>
                  <a:lnTo>
                    <a:pt x="84668" y="1572"/>
                  </a:lnTo>
                  <a:lnTo>
                    <a:pt x="85239" y="1760"/>
                  </a:lnTo>
                  <a:lnTo>
                    <a:pt x="85810" y="1944"/>
                  </a:lnTo>
                  <a:lnTo>
                    <a:pt x="86320" y="2128"/>
                  </a:lnTo>
                  <a:lnTo>
                    <a:pt x="86801" y="2311"/>
                  </a:lnTo>
                  <a:lnTo>
                    <a:pt x="87221" y="2495"/>
                  </a:lnTo>
                  <a:lnTo>
                    <a:pt x="87612" y="2673"/>
                  </a:lnTo>
                  <a:lnTo>
                    <a:pt x="87972" y="2852"/>
                  </a:lnTo>
                  <a:lnTo>
                    <a:pt x="88273" y="3030"/>
                  </a:lnTo>
                  <a:lnTo>
                    <a:pt x="88543" y="3209"/>
                  </a:lnTo>
                  <a:lnTo>
                    <a:pt x="88783" y="3382"/>
                  </a:lnTo>
                  <a:lnTo>
                    <a:pt x="88993" y="3556"/>
                  </a:lnTo>
                  <a:lnTo>
                    <a:pt x="89144" y="3724"/>
                  </a:lnTo>
                  <a:lnTo>
                    <a:pt x="89294" y="3892"/>
                  </a:lnTo>
                  <a:lnTo>
                    <a:pt x="89384" y="4061"/>
                  </a:lnTo>
                  <a:lnTo>
                    <a:pt x="89414" y="4224"/>
                  </a:lnTo>
                  <a:lnTo>
                    <a:pt x="89444" y="4387"/>
                  </a:lnTo>
                  <a:lnTo>
                    <a:pt x="89444" y="4387"/>
                  </a:lnTo>
                  <a:lnTo>
                    <a:pt x="89414" y="4576"/>
                  </a:lnTo>
                  <a:lnTo>
                    <a:pt x="89354" y="4760"/>
                  </a:lnTo>
                  <a:lnTo>
                    <a:pt x="89234" y="4943"/>
                  </a:lnTo>
                  <a:lnTo>
                    <a:pt x="89053" y="5122"/>
                  </a:lnTo>
                  <a:lnTo>
                    <a:pt x="1" y="5122"/>
                  </a:lnTo>
                  <a:lnTo>
                    <a:pt x="1" y="26"/>
                  </a:lnTo>
                  <a:lnTo>
                    <a:pt x="63524" y="26"/>
                  </a:lnTo>
                  <a:lnTo>
                    <a:pt x="63524" y="26"/>
                  </a:lnTo>
                  <a:lnTo>
                    <a:pt x="63704" y="21"/>
                  </a:lnTo>
                  <a:lnTo>
                    <a:pt x="63704" y="21"/>
                  </a:lnTo>
                  <a:lnTo>
                    <a:pt x="63734" y="21"/>
                  </a:lnTo>
                  <a:lnTo>
                    <a:pt x="63734" y="21"/>
                  </a:lnTo>
                  <a:lnTo>
                    <a:pt x="63764" y="21"/>
                  </a:lnTo>
                  <a:lnTo>
                    <a:pt x="63764" y="21"/>
                  </a:lnTo>
                  <a:lnTo>
                    <a:pt x="65146" y="6"/>
                  </a:lnTo>
                  <a:lnTo>
                    <a:pt x="6649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5"/>
            <p:cNvSpPr/>
            <p:nvPr/>
          </p:nvSpPr>
          <p:spPr>
            <a:xfrm flipH="1">
              <a:off x="6899137" y="2215275"/>
              <a:ext cx="611268" cy="204425"/>
            </a:xfrm>
            <a:custGeom>
              <a:avLst/>
              <a:gdLst/>
              <a:ahLst/>
              <a:cxnLst/>
              <a:rect l="l" t="t" r="r" b="b"/>
              <a:pathLst>
                <a:path w="144167" h="8177" extrusionOk="0">
                  <a:moveTo>
                    <a:pt x="25920" y="0"/>
                  </a:moveTo>
                  <a:lnTo>
                    <a:pt x="24178" y="11"/>
                  </a:lnTo>
                  <a:lnTo>
                    <a:pt x="22466" y="26"/>
                  </a:lnTo>
                  <a:lnTo>
                    <a:pt x="20754" y="56"/>
                  </a:lnTo>
                  <a:lnTo>
                    <a:pt x="19072" y="92"/>
                  </a:lnTo>
                  <a:lnTo>
                    <a:pt x="19162" y="260"/>
                  </a:lnTo>
                  <a:lnTo>
                    <a:pt x="19252" y="429"/>
                  </a:lnTo>
                  <a:lnTo>
                    <a:pt x="19312" y="602"/>
                  </a:lnTo>
                  <a:lnTo>
                    <a:pt x="19373" y="786"/>
                  </a:lnTo>
                  <a:lnTo>
                    <a:pt x="19373" y="1051"/>
                  </a:lnTo>
                  <a:lnTo>
                    <a:pt x="19312" y="1306"/>
                  </a:lnTo>
                  <a:lnTo>
                    <a:pt x="19192" y="1551"/>
                  </a:lnTo>
                  <a:lnTo>
                    <a:pt x="19012" y="1780"/>
                  </a:lnTo>
                  <a:lnTo>
                    <a:pt x="18772" y="2005"/>
                  </a:lnTo>
                  <a:lnTo>
                    <a:pt x="18471" y="2219"/>
                  </a:lnTo>
                  <a:lnTo>
                    <a:pt x="18141" y="2418"/>
                  </a:lnTo>
                  <a:lnTo>
                    <a:pt x="17751" y="2612"/>
                  </a:lnTo>
                  <a:lnTo>
                    <a:pt x="17300" y="2795"/>
                  </a:lnTo>
                  <a:lnTo>
                    <a:pt x="16820" y="2964"/>
                  </a:lnTo>
                  <a:lnTo>
                    <a:pt x="16309" y="3127"/>
                  </a:lnTo>
                  <a:lnTo>
                    <a:pt x="15738" y="3285"/>
                  </a:lnTo>
                  <a:lnTo>
                    <a:pt x="15138" y="3428"/>
                  </a:lnTo>
                  <a:lnTo>
                    <a:pt x="14507" y="3566"/>
                  </a:lnTo>
                  <a:lnTo>
                    <a:pt x="13846" y="3693"/>
                  </a:lnTo>
                  <a:lnTo>
                    <a:pt x="13155" y="3816"/>
                  </a:lnTo>
                  <a:lnTo>
                    <a:pt x="12404" y="3928"/>
                  </a:lnTo>
                  <a:lnTo>
                    <a:pt x="11684" y="4035"/>
                  </a:lnTo>
                  <a:lnTo>
                    <a:pt x="10903" y="4132"/>
                  </a:lnTo>
                  <a:lnTo>
                    <a:pt x="10122" y="4219"/>
                  </a:lnTo>
                  <a:lnTo>
                    <a:pt x="9311" y="4305"/>
                  </a:lnTo>
                  <a:lnTo>
                    <a:pt x="8470" y="4382"/>
                  </a:lnTo>
                  <a:lnTo>
                    <a:pt x="7659" y="4448"/>
                  </a:lnTo>
                  <a:lnTo>
                    <a:pt x="6818" y="4514"/>
                  </a:lnTo>
                  <a:lnTo>
                    <a:pt x="5947" y="4571"/>
                  </a:lnTo>
                  <a:lnTo>
                    <a:pt x="5106" y="4622"/>
                  </a:lnTo>
                  <a:lnTo>
                    <a:pt x="4235" y="4667"/>
                  </a:lnTo>
                  <a:lnTo>
                    <a:pt x="3394" y="4708"/>
                  </a:lnTo>
                  <a:lnTo>
                    <a:pt x="2523" y="4744"/>
                  </a:lnTo>
                  <a:lnTo>
                    <a:pt x="1682" y="4775"/>
                  </a:lnTo>
                  <a:lnTo>
                    <a:pt x="811" y="4800"/>
                  </a:lnTo>
                  <a:lnTo>
                    <a:pt x="0" y="4820"/>
                  </a:lnTo>
                  <a:lnTo>
                    <a:pt x="300" y="5035"/>
                  </a:lnTo>
                  <a:lnTo>
                    <a:pt x="661" y="5254"/>
                  </a:lnTo>
                  <a:lnTo>
                    <a:pt x="1081" y="5473"/>
                  </a:lnTo>
                  <a:lnTo>
                    <a:pt x="1562" y="5698"/>
                  </a:lnTo>
                  <a:lnTo>
                    <a:pt x="2103" y="5922"/>
                  </a:lnTo>
                  <a:lnTo>
                    <a:pt x="2703" y="6147"/>
                  </a:lnTo>
                  <a:lnTo>
                    <a:pt x="3364" y="6376"/>
                  </a:lnTo>
                  <a:lnTo>
                    <a:pt x="4085" y="6606"/>
                  </a:lnTo>
                  <a:lnTo>
                    <a:pt x="4415" y="6703"/>
                  </a:lnTo>
                  <a:lnTo>
                    <a:pt x="4806" y="6799"/>
                  </a:lnTo>
                  <a:lnTo>
                    <a:pt x="5166" y="6891"/>
                  </a:lnTo>
                  <a:lnTo>
                    <a:pt x="5587" y="6983"/>
                  </a:lnTo>
                  <a:lnTo>
                    <a:pt x="6007" y="7070"/>
                  </a:lnTo>
                  <a:lnTo>
                    <a:pt x="6428" y="7151"/>
                  </a:lnTo>
                  <a:lnTo>
                    <a:pt x="6908" y="7228"/>
                  </a:lnTo>
                  <a:lnTo>
                    <a:pt x="7359" y="7304"/>
                  </a:lnTo>
                  <a:lnTo>
                    <a:pt x="7869" y="7381"/>
                  </a:lnTo>
                  <a:lnTo>
                    <a:pt x="8380" y="7447"/>
                  </a:lnTo>
                  <a:lnTo>
                    <a:pt x="8890" y="7514"/>
                  </a:lnTo>
                  <a:lnTo>
                    <a:pt x="9431" y="7575"/>
                  </a:lnTo>
                  <a:lnTo>
                    <a:pt x="9972" y="7636"/>
                  </a:lnTo>
                  <a:lnTo>
                    <a:pt x="10542" y="7692"/>
                  </a:lnTo>
                  <a:lnTo>
                    <a:pt x="11113" y="7748"/>
                  </a:lnTo>
                  <a:lnTo>
                    <a:pt x="11714" y="7794"/>
                  </a:lnTo>
                  <a:lnTo>
                    <a:pt x="12314" y="7840"/>
                  </a:lnTo>
                  <a:lnTo>
                    <a:pt x="12915" y="7886"/>
                  </a:lnTo>
                  <a:lnTo>
                    <a:pt x="13546" y="7927"/>
                  </a:lnTo>
                  <a:lnTo>
                    <a:pt x="14177" y="7962"/>
                  </a:lnTo>
                  <a:lnTo>
                    <a:pt x="14807" y="7998"/>
                  </a:lnTo>
                  <a:lnTo>
                    <a:pt x="15468" y="8029"/>
                  </a:lnTo>
                  <a:lnTo>
                    <a:pt x="16099" y="8059"/>
                  </a:lnTo>
                  <a:lnTo>
                    <a:pt x="16790" y="8085"/>
                  </a:lnTo>
                  <a:lnTo>
                    <a:pt x="17450" y="8105"/>
                  </a:lnTo>
                  <a:lnTo>
                    <a:pt x="18111" y="8126"/>
                  </a:lnTo>
                  <a:lnTo>
                    <a:pt x="19493" y="8151"/>
                  </a:lnTo>
                  <a:lnTo>
                    <a:pt x="20874" y="8172"/>
                  </a:lnTo>
                  <a:lnTo>
                    <a:pt x="22256" y="8177"/>
                  </a:lnTo>
                  <a:lnTo>
                    <a:pt x="23007" y="8177"/>
                  </a:lnTo>
                  <a:lnTo>
                    <a:pt x="23728" y="8172"/>
                  </a:lnTo>
                  <a:lnTo>
                    <a:pt x="24478" y="8161"/>
                  </a:lnTo>
                  <a:lnTo>
                    <a:pt x="25229" y="8151"/>
                  </a:lnTo>
                  <a:lnTo>
                    <a:pt x="116114" y="8151"/>
                  </a:lnTo>
                  <a:lnTo>
                    <a:pt x="117526" y="8166"/>
                  </a:lnTo>
                  <a:lnTo>
                    <a:pt x="118937" y="8172"/>
                  </a:lnTo>
                  <a:lnTo>
                    <a:pt x="120469" y="8166"/>
                  </a:lnTo>
                  <a:lnTo>
                    <a:pt x="121941" y="8151"/>
                  </a:lnTo>
                  <a:lnTo>
                    <a:pt x="123443" y="8121"/>
                  </a:lnTo>
                  <a:lnTo>
                    <a:pt x="124914" y="8080"/>
                  </a:lnTo>
                  <a:lnTo>
                    <a:pt x="126356" y="8029"/>
                  </a:lnTo>
                  <a:lnTo>
                    <a:pt x="127738" y="7973"/>
                  </a:lnTo>
                  <a:lnTo>
                    <a:pt x="129119" y="7901"/>
                  </a:lnTo>
                  <a:lnTo>
                    <a:pt x="130441" y="7825"/>
                  </a:lnTo>
                  <a:lnTo>
                    <a:pt x="131702" y="7743"/>
                  </a:lnTo>
                  <a:lnTo>
                    <a:pt x="132904" y="7651"/>
                  </a:lnTo>
                  <a:lnTo>
                    <a:pt x="134045" y="7554"/>
                  </a:lnTo>
                  <a:lnTo>
                    <a:pt x="135126" y="7452"/>
                  </a:lnTo>
                  <a:lnTo>
                    <a:pt x="136117" y="7340"/>
                  </a:lnTo>
                  <a:lnTo>
                    <a:pt x="136568" y="7284"/>
                  </a:lnTo>
                  <a:lnTo>
                    <a:pt x="137018" y="7228"/>
                  </a:lnTo>
                  <a:lnTo>
                    <a:pt x="137439" y="7172"/>
                  </a:lnTo>
                  <a:lnTo>
                    <a:pt x="137829" y="7111"/>
                  </a:lnTo>
                  <a:lnTo>
                    <a:pt x="138220" y="7049"/>
                  </a:lnTo>
                  <a:lnTo>
                    <a:pt x="138550" y="6988"/>
                  </a:lnTo>
                  <a:lnTo>
                    <a:pt x="138971" y="6912"/>
                  </a:lnTo>
                  <a:lnTo>
                    <a:pt x="139391" y="6830"/>
                  </a:lnTo>
                  <a:lnTo>
                    <a:pt x="139782" y="6748"/>
                  </a:lnTo>
                  <a:lnTo>
                    <a:pt x="140142" y="6662"/>
                  </a:lnTo>
                  <a:lnTo>
                    <a:pt x="140502" y="6575"/>
                  </a:lnTo>
                  <a:lnTo>
                    <a:pt x="140833" y="6488"/>
                  </a:lnTo>
                  <a:lnTo>
                    <a:pt x="141433" y="6315"/>
                  </a:lnTo>
                  <a:lnTo>
                    <a:pt x="142004" y="6131"/>
                  </a:lnTo>
                  <a:lnTo>
                    <a:pt x="142485" y="5948"/>
                  </a:lnTo>
                  <a:lnTo>
                    <a:pt x="142905" y="5759"/>
                  </a:lnTo>
                  <a:lnTo>
                    <a:pt x="143266" y="5570"/>
                  </a:lnTo>
                  <a:lnTo>
                    <a:pt x="143566" y="5376"/>
                  </a:lnTo>
                  <a:lnTo>
                    <a:pt x="143806" y="5183"/>
                  </a:lnTo>
                  <a:lnTo>
                    <a:pt x="143986" y="4984"/>
                  </a:lnTo>
                  <a:lnTo>
                    <a:pt x="144107" y="4785"/>
                  </a:lnTo>
                  <a:lnTo>
                    <a:pt x="144167" y="4581"/>
                  </a:lnTo>
                  <a:lnTo>
                    <a:pt x="144167" y="4382"/>
                  </a:lnTo>
                  <a:lnTo>
                    <a:pt x="144137" y="4178"/>
                  </a:lnTo>
                  <a:lnTo>
                    <a:pt x="144046" y="3979"/>
                  </a:lnTo>
                  <a:lnTo>
                    <a:pt x="143896" y="3775"/>
                  </a:lnTo>
                  <a:lnTo>
                    <a:pt x="143716" y="3576"/>
                  </a:lnTo>
                  <a:lnTo>
                    <a:pt x="143476" y="3377"/>
                  </a:lnTo>
                  <a:lnTo>
                    <a:pt x="143206" y="3178"/>
                  </a:lnTo>
                  <a:lnTo>
                    <a:pt x="142875" y="2984"/>
                  </a:lnTo>
                  <a:lnTo>
                    <a:pt x="142485" y="2790"/>
                  </a:lnTo>
                  <a:lnTo>
                    <a:pt x="142094" y="2602"/>
                  </a:lnTo>
                  <a:lnTo>
                    <a:pt x="141644" y="2413"/>
                  </a:lnTo>
                  <a:lnTo>
                    <a:pt x="141133" y="2229"/>
                  </a:lnTo>
                  <a:lnTo>
                    <a:pt x="140623" y="2051"/>
                  </a:lnTo>
                  <a:lnTo>
                    <a:pt x="140052" y="1872"/>
                  </a:lnTo>
                  <a:lnTo>
                    <a:pt x="139451" y="1704"/>
                  </a:lnTo>
                  <a:lnTo>
                    <a:pt x="138820" y="1536"/>
                  </a:lnTo>
                  <a:lnTo>
                    <a:pt x="138190" y="1377"/>
                  </a:lnTo>
                  <a:lnTo>
                    <a:pt x="137499" y="1224"/>
                  </a:lnTo>
                  <a:lnTo>
                    <a:pt x="136778" y="1077"/>
                  </a:lnTo>
                  <a:lnTo>
                    <a:pt x="136388" y="1005"/>
                  </a:lnTo>
                  <a:lnTo>
                    <a:pt x="135997" y="934"/>
                  </a:lnTo>
                  <a:lnTo>
                    <a:pt x="135577" y="867"/>
                  </a:lnTo>
                  <a:lnTo>
                    <a:pt x="135126" y="801"/>
                  </a:lnTo>
                  <a:lnTo>
                    <a:pt x="134676" y="745"/>
                  </a:lnTo>
                  <a:lnTo>
                    <a:pt x="134225" y="684"/>
                  </a:lnTo>
                  <a:lnTo>
                    <a:pt x="133715" y="628"/>
                  </a:lnTo>
                  <a:lnTo>
                    <a:pt x="133234" y="577"/>
                  </a:lnTo>
                  <a:lnTo>
                    <a:pt x="132723" y="526"/>
                  </a:lnTo>
                  <a:lnTo>
                    <a:pt x="132183" y="480"/>
                  </a:lnTo>
                  <a:lnTo>
                    <a:pt x="131642" y="434"/>
                  </a:lnTo>
                  <a:lnTo>
                    <a:pt x="131102" y="388"/>
                  </a:lnTo>
                  <a:lnTo>
                    <a:pt x="129960" y="311"/>
                  </a:lnTo>
                  <a:lnTo>
                    <a:pt x="128759" y="245"/>
                  </a:lnTo>
                  <a:lnTo>
                    <a:pt x="127557" y="184"/>
                  </a:lnTo>
                  <a:lnTo>
                    <a:pt x="126296" y="133"/>
                  </a:lnTo>
                  <a:lnTo>
                    <a:pt x="125035" y="92"/>
                  </a:lnTo>
                  <a:lnTo>
                    <a:pt x="123713" y="62"/>
                  </a:lnTo>
                  <a:lnTo>
                    <a:pt x="122422" y="36"/>
                  </a:lnTo>
                  <a:lnTo>
                    <a:pt x="121100" y="16"/>
                  </a:lnTo>
                  <a:lnTo>
                    <a:pt x="119748" y="5"/>
                  </a:lnTo>
                  <a:lnTo>
                    <a:pt x="118427" y="0"/>
                  </a:lnTo>
                  <a:close/>
                </a:path>
              </a:pathLst>
            </a:custGeom>
            <a:solidFill>
              <a:srgbClr val="FF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5"/>
            <p:cNvSpPr/>
            <p:nvPr/>
          </p:nvSpPr>
          <p:spPr>
            <a:xfrm flipH="1">
              <a:off x="6899137" y="2215275"/>
              <a:ext cx="611268" cy="204425"/>
            </a:xfrm>
            <a:custGeom>
              <a:avLst/>
              <a:gdLst/>
              <a:ahLst/>
              <a:cxnLst/>
              <a:rect l="l" t="t" r="r" b="b"/>
              <a:pathLst>
                <a:path w="144167" h="8177" fill="none" extrusionOk="0">
                  <a:moveTo>
                    <a:pt x="25920" y="0"/>
                  </a:moveTo>
                  <a:lnTo>
                    <a:pt x="118427" y="0"/>
                  </a:lnTo>
                  <a:lnTo>
                    <a:pt x="118427" y="0"/>
                  </a:lnTo>
                  <a:lnTo>
                    <a:pt x="119748" y="5"/>
                  </a:lnTo>
                  <a:lnTo>
                    <a:pt x="121100" y="16"/>
                  </a:lnTo>
                  <a:lnTo>
                    <a:pt x="122422" y="36"/>
                  </a:lnTo>
                  <a:lnTo>
                    <a:pt x="123713" y="62"/>
                  </a:lnTo>
                  <a:lnTo>
                    <a:pt x="125035" y="92"/>
                  </a:lnTo>
                  <a:lnTo>
                    <a:pt x="126296" y="133"/>
                  </a:lnTo>
                  <a:lnTo>
                    <a:pt x="127557" y="184"/>
                  </a:lnTo>
                  <a:lnTo>
                    <a:pt x="128759" y="245"/>
                  </a:lnTo>
                  <a:lnTo>
                    <a:pt x="129960" y="311"/>
                  </a:lnTo>
                  <a:lnTo>
                    <a:pt x="131102" y="388"/>
                  </a:lnTo>
                  <a:lnTo>
                    <a:pt x="131642" y="434"/>
                  </a:lnTo>
                  <a:lnTo>
                    <a:pt x="132183" y="480"/>
                  </a:lnTo>
                  <a:lnTo>
                    <a:pt x="132723" y="526"/>
                  </a:lnTo>
                  <a:lnTo>
                    <a:pt x="133234" y="577"/>
                  </a:lnTo>
                  <a:lnTo>
                    <a:pt x="133715" y="628"/>
                  </a:lnTo>
                  <a:lnTo>
                    <a:pt x="134225" y="684"/>
                  </a:lnTo>
                  <a:lnTo>
                    <a:pt x="134676" y="745"/>
                  </a:lnTo>
                  <a:lnTo>
                    <a:pt x="135126" y="801"/>
                  </a:lnTo>
                  <a:lnTo>
                    <a:pt x="135577" y="867"/>
                  </a:lnTo>
                  <a:lnTo>
                    <a:pt x="135997" y="934"/>
                  </a:lnTo>
                  <a:lnTo>
                    <a:pt x="136388" y="1005"/>
                  </a:lnTo>
                  <a:lnTo>
                    <a:pt x="136778" y="1077"/>
                  </a:lnTo>
                  <a:lnTo>
                    <a:pt x="136778" y="1077"/>
                  </a:lnTo>
                  <a:lnTo>
                    <a:pt x="137499" y="1224"/>
                  </a:lnTo>
                  <a:lnTo>
                    <a:pt x="138190" y="1377"/>
                  </a:lnTo>
                  <a:lnTo>
                    <a:pt x="138820" y="1536"/>
                  </a:lnTo>
                  <a:lnTo>
                    <a:pt x="139451" y="1704"/>
                  </a:lnTo>
                  <a:lnTo>
                    <a:pt x="140052" y="1872"/>
                  </a:lnTo>
                  <a:lnTo>
                    <a:pt x="140623" y="2051"/>
                  </a:lnTo>
                  <a:lnTo>
                    <a:pt x="141133" y="2229"/>
                  </a:lnTo>
                  <a:lnTo>
                    <a:pt x="141644" y="2413"/>
                  </a:lnTo>
                  <a:lnTo>
                    <a:pt x="142094" y="2602"/>
                  </a:lnTo>
                  <a:lnTo>
                    <a:pt x="142485" y="2790"/>
                  </a:lnTo>
                  <a:lnTo>
                    <a:pt x="142875" y="2984"/>
                  </a:lnTo>
                  <a:lnTo>
                    <a:pt x="143206" y="3178"/>
                  </a:lnTo>
                  <a:lnTo>
                    <a:pt x="143476" y="3377"/>
                  </a:lnTo>
                  <a:lnTo>
                    <a:pt x="143716" y="3576"/>
                  </a:lnTo>
                  <a:lnTo>
                    <a:pt x="143896" y="3775"/>
                  </a:lnTo>
                  <a:lnTo>
                    <a:pt x="144046" y="3979"/>
                  </a:lnTo>
                  <a:lnTo>
                    <a:pt x="144137" y="4178"/>
                  </a:lnTo>
                  <a:lnTo>
                    <a:pt x="144167" y="4382"/>
                  </a:lnTo>
                  <a:lnTo>
                    <a:pt x="144167" y="4581"/>
                  </a:lnTo>
                  <a:lnTo>
                    <a:pt x="144107" y="4785"/>
                  </a:lnTo>
                  <a:lnTo>
                    <a:pt x="143986" y="4984"/>
                  </a:lnTo>
                  <a:lnTo>
                    <a:pt x="143806" y="5183"/>
                  </a:lnTo>
                  <a:lnTo>
                    <a:pt x="143566" y="5376"/>
                  </a:lnTo>
                  <a:lnTo>
                    <a:pt x="143266" y="5570"/>
                  </a:lnTo>
                  <a:lnTo>
                    <a:pt x="142905" y="5759"/>
                  </a:lnTo>
                  <a:lnTo>
                    <a:pt x="142485" y="5948"/>
                  </a:lnTo>
                  <a:lnTo>
                    <a:pt x="142004" y="6131"/>
                  </a:lnTo>
                  <a:lnTo>
                    <a:pt x="141433" y="6315"/>
                  </a:lnTo>
                  <a:lnTo>
                    <a:pt x="140833" y="6488"/>
                  </a:lnTo>
                  <a:lnTo>
                    <a:pt x="140502" y="6575"/>
                  </a:lnTo>
                  <a:lnTo>
                    <a:pt x="140142" y="6662"/>
                  </a:lnTo>
                  <a:lnTo>
                    <a:pt x="139782" y="6748"/>
                  </a:lnTo>
                  <a:lnTo>
                    <a:pt x="139391" y="6830"/>
                  </a:lnTo>
                  <a:lnTo>
                    <a:pt x="138971" y="6912"/>
                  </a:lnTo>
                  <a:lnTo>
                    <a:pt x="138550" y="6988"/>
                  </a:lnTo>
                  <a:lnTo>
                    <a:pt x="138550" y="6988"/>
                  </a:lnTo>
                  <a:lnTo>
                    <a:pt x="138220" y="7049"/>
                  </a:lnTo>
                  <a:lnTo>
                    <a:pt x="137829" y="7111"/>
                  </a:lnTo>
                  <a:lnTo>
                    <a:pt x="137439" y="7172"/>
                  </a:lnTo>
                  <a:lnTo>
                    <a:pt x="137018" y="7228"/>
                  </a:lnTo>
                  <a:lnTo>
                    <a:pt x="136568" y="7284"/>
                  </a:lnTo>
                  <a:lnTo>
                    <a:pt x="136117" y="7340"/>
                  </a:lnTo>
                  <a:lnTo>
                    <a:pt x="135126" y="7452"/>
                  </a:lnTo>
                  <a:lnTo>
                    <a:pt x="134045" y="7554"/>
                  </a:lnTo>
                  <a:lnTo>
                    <a:pt x="132904" y="7651"/>
                  </a:lnTo>
                  <a:lnTo>
                    <a:pt x="131702" y="7743"/>
                  </a:lnTo>
                  <a:lnTo>
                    <a:pt x="130441" y="7825"/>
                  </a:lnTo>
                  <a:lnTo>
                    <a:pt x="129119" y="7901"/>
                  </a:lnTo>
                  <a:lnTo>
                    <a:pt x="127738" y="7973"/>
                  </a:lnTo>
                  <a:lnTo>
                    <a:pt x="126356" y="8029"/>
                  </a:lnTo>
                  <a:lnTo>
                    <a:pt x="124914" y="8080"/>
                  </a:lnTo>
                  <a:lnTo>
                    <a:pt x="123443" y="8121"/>
                  </a:lnTo>
                  <a:lnTo>
                    <a:pt x="121941" y="8151"/>
                  </a:lnTo>
                  <a:lnTo>
                    <a:pt x="120469" y="8166"/>
                  </a:lnTo>
                  <a:lnTo>
                    <a:pt x="118937" y="8172"/>
                  </a:lnTo>
                  <a:lnTo>
                    <a:pt x="118937" y="8172"/>
                  </a:lnTo>
                  <a:lnTo>
                    <a:pt x="117526" y="8166"/>
                  </a:lnTo>
                  <a:lnTo>
                    <a:pt x="116114" y="8151"/>
                  </a:lnTo>
                  <a:lnTo>
                    <a:pt x="25229" y="8151"/>
                  </a:lnTo>
                  <a:lnTo>
                    <a:pt x="25229" y="8151"/>
                  </a:lnTo>
                  <a:lnTo>
                    <a:pt x="24478" y="8161"/>
                  </a:lnTo>
                  <a:lnTo>
                    <a:pt x="23728" y="8172"/>
                  </a:lnTo>
                  <a:lnTo>
                    <a:pt x="23007" y="8177"/>
                  </a:lnTo>
                  <a:lnTo>
                    <a:pt x="22256" y="8177"/>
                  </a:lnTo>
                  <a:lnTo>
                    <a:pt x="22256" y="8177"/>
                  </a:lnTo>
                  <a:lnTo>
                    <a:pt x="20874" y="8172"/>
                  </a:lnTo>
                  <a:lnTo>
                    <a:pt x="19493" y="8151"/>
                  </a:lnTo>
                  <a:lnTo>
                    <a:pt x="18111" y="8126"/>
                  </a:lnTo>
                  <a:lnTo>
                    <a:pt x="17450" y="8105"/>
                  </a:lnTo>
                  <a:lnTo>
                    <a:pt x="16790" y="8085"/>
                  </a:lnTo>
                  <a:lnTo>
                    <a:pt x="16099" y="8059"/>
                  </a:lnTo>
                  <a:lnTo>
                    <a:pt x="15468" y="8029"/>
                  </a:lnTo>
                  <a:lnTo>
                    <a:pt x="14807" y="7998"/>
                  </a:lnTo>
                  <a:lnTo>
                    <a:pt x="14177" y="7962"/>
                  </a:lnTo>
                  <a:lnTo>
                    <a:pt x="13546" y="7927"/>
                  </a:lnTo>
                  <a:lnTo>
                    <a:pt x="12915" y="7886"/>
                  </a:lnTo>
                  <a:lnTo>
                    <a:pt x="12314" y="7840"/>
                  </a:lnTo>
                  <a:lnTo>
                    <a:pt x="11714" y="7794"/>
                  </a:lnTo>
                  <a:lnTo>
                    <a:pt x="11113" y="7748"/>
                  </a:lnTo>
                  <a:lnTo>
                    <a:pt x="10542" y="7692"/>
                  </a:lnTo>
                  <a:lnTo>
                    <a:pt x="9972" y="7636"/>
                  </a:lnTo>
                  <a:lnTo>
                    <a:pt x="9431" y="7575"/>
                  </a:lnTo>
                  <a:lnTo>
                    <a:pt x="8890" y="7514"/>
                  </a:lnTo>
                  <a:lnTo>
                    <a:pt x="8380" y="7447"/>
                  </a:lnTo>
                  <a:lnTo>
                    <a:pt x="7869" y="7381"/>
                  </a:lnTo>
                  <a:lnTo>
                    <a:pt x="7359" y="7304"/>
                  </a:lnTo>
                  <a:lnTo>
                    <a:pt x="6908" y="7228"/>
                  </a:lnTo>
                  <a:lnTo>
                    <a:pt x="6428" y="7151"/>
                  </a:lnTo>
                  <a:lnTo>
                    <a:pt x="6007" y="7070"/>
                  </a:lnTo>
                  <a:lnTo>
                    <a:pt x="5587" y="6983"/>
                  </a:lnTo>
                  <a:lnTo>
                    <a:pt x="5166" y="6891"/>
                  </a:lnTo>
                  <a:lnTo>
                    <a:pt x="4806" y="6799"/>
                  </a:lnTo>
                  <a:lnTo>
                    <a:pt x="4415" y="6703"/>
                  </a:lnTo>
                  <a:lnTo>
                    <a:pt x="4085" y="6606"/>
                  </a:lnTo>
                  <a:lnTo>
                    <a:pt x="4085" y="6606"/>
                  </a:lnTo>
                  <a:lnTo>
                    <a:pt x="3364" y="6376"/>
                  </a:lnTo>
                  <a:lnTo>
                    <a:pt x="2703" y="6147"/>
                  </a:lnTo>
                  <a:lnTo>
                    <a:pt x="2103" y="5922"/>
                  </a:lnTo>
                  <a:lnTo>
                    <a:pt x="1562" y="5698"/>
                  </a:lnTo>
                  <a:lnTo>
                    <a:pt x="1081" y="5473"/>
                  </a:lnTo>
                  <a:lnTo>
                    <a:pt x="661" y="5254"/>
                  </a:lnTo>
                  <a:lnTo>
                    <a:pt x="300" y="5035"/>
                  </a:lnTo>
                  <a:lnTo>
                    <a:pt x="0" y="4820"/>
                  </a:lnTo>
                  <a:lnTo>
                    <a:pt x="0" y="4820"/>
                  </a:lnTo>
                  <a:lnTo>
                    <a:pt x="811" y="4800"/>
                  </a:lnTo>
                  <a:lnTo>
                    <a:pt x="1682" y="4775"/>
                  </a:lnTo>
                  <a:lnTo>
                    <a:pt x="2523" y="4744"/>
                  </a:lnTo>
                  <a:lnTo>
                    <a:pt x="3394" y="4708"/>
                  </a:lnTo>
                  <a:lnTo>
                    <a:pt x="4235" y="4667"/>
                  </a:lnTo>
                  <a:lnTo>
                    <a:pt x="5106" y="4622"/>
                  </a:lnTo>
                  <a:lnTo>
                    <a:pt x="5947" y="4571"/>
                  </a:lnTo>
                  <a:lnTo>
                    <a:pt x="6818" y="4514"/>
                  </a:lnTo>
                  <a:lnTo>
                    <a:pt x="7659" y="4448"/>
                  </a:lnTo>
                  <a:lnTo>
                    <a:pt x="8470" y="4382"/>
                  </a:lnTo>
                  <a:lnTo>
                    <a:pt x="9311" y="4305"/>
                  </a:lnTo>
                  <a:lnTo>
                    <a:pt x="10122" y="4219"/>
                  </a:lnTo>
                  <a:lnTo>
                    <a:pt x="10903" y="4132"/>
                  </a:lnTo>
                  <a:lnTo>
                    <a:pt x="11684" y="4035"/>
                  </a:lnTo>
                  <a:lnTo>
                    <a:pt x="12404" y="3928"/>
                  </a:lnTo>
                  <a:lnTo>
                    <a:pt x="13155" y="3816"/>
                  </a:lnTo>
                  <a:lnTo>
                    <a:pt x="13846" y="3693"/>
                  </a:lnTo>
                  <a:lnTo>
                    <a:pt x="14507" y="3566"/>
                  </a:lnTo>
                  <a:lnTo>
                    <a:pt x="15138" y="3428"/>
                  </a:lnTo>
                  <a:lnTo>
                    <a:pt x="15738" y="3285"/>
                  </a:lnTo>
                  <a:lnTo>
                    <a:pt x="16309" y="3127"/>
                  </a:lnTo>
                  <a:lnTo>
                    <a:pt x="16820" y="2964"/>
                  </a:lnTo>
                  <a:lnTo>
                    <a:pt x="17300" y="2795"/>
                  </a:lnTo>
                  <a:lnTo>
                    <a:pt x="17751" y="2612"/>
                  </a:lnTo>
                  <a:lnTo>
                    <a:pt x="18141" y="2418"/>
                  </a:lnTo>
                  <a:lnTo>
                    <a:pt x="18471" y="2219"/>
                  </a:lnTo>
                  <a:lnTo>
                    <a:pt x="18772" y="2005"/>
                  </a:lnTo>
                  <a:lnTo>
                    <a:pt x="19012" y="1780"/>
                  </a:lnTo>
                  <a:lnTo>
                    <a:pt x="19192" y="1551"/>
                  </a:lnTo>
                  <a:lnTo>
                    <a:pt x="19312" y="1306"/>
                  </a:lnTo>
                  <a:lnTo>
                    <a:pt x="19373" y="1051"/>
                  </a:lnTo>
                  <a:lnTo>
                    <a:pt x="19373" y="786"/>
                  </a:lnTo>
                  <a:lnTo>
                    <a:pt x="19373" y="786"/>
                  </a:lnTo>
                  <a:lnTo>
                    <a:pt x="19312" y="602"/>
                  </a:lnTo>
                  <a:lnTo>
                    <a:pt x="19252" y="429"/>
                  </a:lnTo>
                  <a:lnTo>
                    <a:pt x="19162" y="260"/>
                  </a:lnTo>
                  <a:lnTo>
                    <a:pt x="19072" y="92"/>
                  </a:lnTo>
                  <a:lnTo>
                    <a:pt x="19072" y="92"/>
                  </a:lnTo>
                  <a:lnTo>
                    <a:pt x="20754" y="56"/>
                  </a:lnTo>
                  <a:lnTo>
                    <a:pt x="22466" y="26"/>
                  </a:lnTo>
                  <a:lnTo>
                    <a:pt x="24178" y="11"/>
                  </a:lnTo>
                  <a:lnTo>
                    <a:pt x="2592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5"/>
            <p:cNvSpPr/>
            <p:nvPr/>
          </p:nvSpPr>
          <p:spPr>
            <a:xfrm flipH="1">
              <a:off x="7429536" y="2133525"/>
              <a:ext cx="195231" cy="203425"/>
            </a:xfrm>
            <a:custGeom>
              <a:avLst/>
              <a:gdLst/>
              <a:ahLst/>
              <a:cxnLst/>
              <a:rect l="l" t="t" r="r" b="b"/>
              <a:pathLst>
                <a:path w="46045" h="8137" extrusionOk="0">
                  <a:moveTo>
                    <a:pt x="21536" y="1"/>
                  </a:moveTo>
                  <a:lnTo>
                    <a:pt x="20725" y="16"/>
                  </a:lnTo>
                  <a:lnTo>
                    <a:pt x="19884" y="31"/>
                  </a:lnTo>
                  <a:lnTo>
                    <a:pt x="19013" y="57"/>
                  </a:lnTo>
                  <a:lnTo>
                    <a:pt x="18142" y="88"/>
                  </a:lnTo>
                  <a:lnTo>
                    <a:pt x="17211" y="128"/>
                  </a:lnTo>
                  <a:lnTo>
                    <a:pt x="16280" y="174"/>
                  </a:lnTo>
                  <a:lnTo>
                    <a:pt x="15349" y="225"/>
                  </a:lnTo>
                  <a:lnTo>
                    <a:pt x="14418" y="292"/>
                  </a:lnTo>
                  <a:lnTo>
                    <a:pt x="13457" y="358"/>
                  </a:lnTo>
                  <a:lnTo>
                    <a:pt x="12495" y="434"/>
                  </a:lnTo>
                  <a:lnTo>
                    <a:pt x="11564" y="521"/>
                  </a:lnTo>
                  <a:lnTo>
                    <a:pt x="10633" y="618"/>
                  </a:lnTo>
                  <a:lnTo>
                    <a:pt x="9702" y="720"/>
                  </a:lnTo>
                  <a:lnTo>
                    <a:pt x="8801" y="832"/>
                  </a:lnTo>
                  <a:lnTo>
                    <a:pt x="7930" y="955"/>
                  </a:lnTo>
                  <a:lnTo>
                    <a:pt x="7059" y="1087"/>
                  </a:lnTo>
                  <a:lnTo>
                    <a:pt x="6218" y="1225"/>
                  </a:lnTo>
                  <a:lnTo>
                    <a:pt x="5437" y="1378"/>
                  </a:lnTo>
                  <a:lnTo>
                    <a:pt x="4686" y="1536"/>
                  </a:lnTo>
                  <a:lnTo>
                    <a:pt x="3966" y="1704"/>
                  </a:lnTo>
                  <a:lnTo>
                    <a:pt x="3605" y="1796"/>
                  </a:lnTo>
                  <a:lnTo>
                    <a:pt x="3275" y="1888"/>
                  </a:lnTo>
                  <a:lnTo>
                    <a:pt x="2974" y="1980"/>
                  </a:lnTo>
                  <a:lnTo>
                    <a:pt x="2674" y="2077"/>
                  </a:lnTo>
                  <a:lnTo>
                    <a:pt x="2374" y="2179"/>
                  </a:lnTo>
                  <a:lnTo>
                    <a:pt x="2103" y="2281"/>
                  </a:lnTo>
                  <a:lnTo>
                    <a:pt x="1833" y="2383"/>
                  </a:lnTo>
                  <a:lnTo>
                    <a:pt x="1593" y="2490"/>
                  </a:lnTo>
                  <a:lnTo>
                    <a:pt x="1353" y="2602"/>
                  </a:lnTo>
                  <a:lnTo>
                    <a:pt x="1142" y="2714"/>
                  </a:lnTo>
                  <a:lnTo>
                    <a:pt x="962" y="2832"/>
                  </a:lnTo>
                  <a:lnTo>
                    <a:pt x="782" y="2949"/>
                  </a:lnTo>
                  <a:lnTo>
                    <a:pt x="602" y="3071"/>
                  </a:lnTo>
                  <a:lnTo>
                    <a:pt x="452" y="3194"/>
                  </a:lnTo>
                  <a:lnTo>
                    <a:pt x="331" y="3321"/>
                  </a:lnTo>
                  <a:lnTo>
                    <a:pt x="211" y="3449"/>
                  </a:lnTo>
                  <a:lnTo>
                    <a:pt x="121" y="3581"/>
                  </a:lnTo>
                  <a:lnTo>
                    <a:pt x="61" y="3719"/>
                  </a:lnTo>
                  <a:lnTo>
                    <a:pt x="31" y="3857"/>
                  </a:lnTo>
                  <a:lnTo>
                    <a:pt x="1" y="4000"/>
                  </a:lnTo>
                  <a:lnTo>
                    <a:pt x="1" y="4143"/>
                  </a:lnTo>
                  <a:lnTo>
                    <a:pt x="1" y="4290"/>
                  </a:lnTo>
                  <a:lnTo>
                    <a:pt x="91" y="4581"/>
                  </a:lnTo>
                  <a:lnTo>
                    <a:pt x="241" y="4857"/>
                  </a:lnTo>
                  <a:lnTo>
                    <a:pt x="452" y="5122"/>
                  </a:lnTo>
                  <a:lnTo>
                    <a:pt x="692" y="5367"/>
                  </a:lnTo>
                  <a:lnTo>
                    <a:pt x="1022" y="5596"/>
                  </a:lnTo>
                  <a:lnTo>
                    <a:pt x="1353" y="5816"/>
                  </a:lnTo>
                  <a:lnTo>
                    <a:pt x="1773" y="6020"/>
                  </a:lnTo>
                  <a:lnTo>
                    <a:pt x="2224" y="6213"/>
                  </a:lnTo>
                  <a:lnTo>
                    <a:pt x="2704" y="6392"/>
                  </a:lnTo>
                  <a:lnTo>
                    <a:pt x="3245" y="6560"/>
                  </a:lnTo>
                  <a:lnTo>
                    <a:pt x="3815" y="6713"/>
                  </a:lnTo>
                  <a:lnTo>
                    <a:pt x="4416" y="6861"/>
                  </a:lnTo>
                  <a:lnTo>
                    <a:pt x="5047" y="6994"/>
                  </a:lnTo>
                  <a:lnTo>
                    <a:pt x="5708" y="7121"/>
                  </a:lnTo>
                  <a:lnTo>
                    <a:pt x="6398" y="7234"/>
                  </a:lnTo>
                  <a:lnTo>
                    <a:pt x="7119" y="7341"/>
                  </a:lnTo>
                  <a:lnTo>
                    <a:pt x="7840" y="7432"/>
                  </a:lnTo>
                  <a:lnTo>
                    <a:pt x="8621" y="7524"/>
                  </a:lnTo>
                  <a:lnTo>
                    <a:pt x="9372" y="7601"/>
                  </a:lnTo>
                  <a:lnTo>
                    <a:pt x="10183" y="7672"/>
                  </a:lnTo>
                  <a:lnTo>
                    <a:pt x="10994" y="7738"/>
                  </a:lnTo>
                  <a:lnTo>
                    <a:pt x="11805" y="7800"/>
                  </a:lnTo>
                  <a:lnTo>
                    <a:pt x="12646" y="7851"/>
                  </a:lnTo>
                  <a:lnTo>
                    <a:pt x="13457" y="7897"/>
                  </a:lnTo>
                  <a:lnTo>
                    <a:pt x="14298" y="7937"/>
                  </a:lnTo>
                  <a:lnTo>
                    <a:pt x="15138" y="7973"/>
                  </a:lnTo>
                  <a:lnTo>
                    <a:pt x="15979" y="8004"/>
                  </a:lnTo>
                  <a:lnTo>
                    <a:pt x="16820" y="8034"/>
                  </a:lnTo>
                  <a:lnTo>
                    <a:pt x="17661" y="8055"/>
                  </a:lnTo>
                  <a:lnTo>
                    <a:pt x="18472" y="8075"/>
                  </a:lnTo>
                  <a:lnTo>
                    <a:pt x="20094" y="8111"/>
                  </a:lnTo>
                  <a:lnTo>
                    <a:pt x="20755" y="8121"/>
                  </a:lnTo>
                  <a:lnTo>
                    <a:pt x="21476" y="8131"/>
                  </a:lnTo>
                  <a:lnTo>
                    <a:pt x="22197" y="8136"/>
                  </a:lnTo>
                  <a:lnTo>
                    <a:pt x="23939" y="8136"/>
                  </a:lnTo>
                  <a:lnTo>
                    <a:pt x="24900" y="8126"/>
                  </a:lnTo>
                  <a:lnTo>
                    <a:pt x="25921" y="8111"/>
                  </a:lnTo>
                  <a:lnTo>
                    <a:pt x="26972" y="8090"/>
                  </a:lnTo>
                  <a:lnTo>
                    <a:pt x="26792" y="7943"/>
                  </a:lnTo>
                  <a:lnTo>
                    <a:pt x="26642" y="7795"/>
                  </a:lnTo>
                  <a:lnTo>
                    <a:pt x="26492" y="7652"/>
                  </a:lnTo>
                  <a:lnTo>
                    <a:pt x="26401" y="7504"/>
                  </a:lnTo>
                  <a:lnTo>
                    <a:pt x="26341" y="7361"/>
                  </a:lnTo>
                  <a:lnTo>
                    <a:pt x="26281" y="7223"/>
                  </a:lnTo>
                  <a:lnTo>
                    <a:pt x="26281" y="7081"/>
                  </a:lnTo>
                  <a:lnTo>
                    <a:pt x="26281" y="6943"/>
                  </a:lnTo>
                  <a:lnTo>
                    <a:pt x="26311" y="6805"/>
                  </a:lnTo>
                  <a:lnTo>
                    <a:pt x="26371" y="6672"/>
                  </a:lnTo>
                  <a:lnTo>
                    <a:pt x="26462" y="6540"/>
                  </a:lnTo>
                  <a:lnTo>
                    <a:pt x="26582" y="6407"/>
                  </a:lnTo>
                  <a:lnTo>
                    <a:pt x="26702" y="6275"/>
                  </a:lnTo>
                  <a:lnTo>
                    <a:pt x="26882" y="6147"/>
                  </a:lnTo>
                  <a:lnTo>
                    <a:pt x="27062" y="6020"/>
                  </a:lnTo>
                  <a:lnTo>
                    <a:pt x="27272" y="5897"/>
                  </a:lnTo>
                  <a:lnTo>
                    <a:pt x="27513" y="5770"/>
                  </a:lnTo>
                  <a:lnTo>
                    <a:pt x="27783" y="5652"/>
                  </a:lnTo>
                  <a:lnTo>
                    <a:pt x="28053" y="5530"/>
                  </a:lnTo>
                  <a:lnTo>
                    <a:pt x="28354" y="5413"/>
                  </a:lnTo>
                  <a:lnTo>
                    <a:pt x="28684" y="5300"/>
                  </a:lnTo>
                  <a:lnTo>
                    <a:pt x="29045" y="5188"/>
                  </a:lnTo>
                  <a:lnTo>
                    <a:pt x="29405" y="5076"/>
                  </a:lnTo>
                  <a:lnTo>
                    <a:pt x="29795" y="4964"/>
                  </a:lnTo>
                  <a:lnTo>
                    <a:pt x="30216" y="4857"/>
                  </a:lnTo>
                  <a:lnTo>
                    <a:pt x="30666" y="4755"/>
                  </a:lnTo>
                  <a:lnTo>
                    <a:pt x="31147" y="4653"/>
                  </a:lnTo>
                  <a:lnTo>
                    <a:pt x="31628" y="4551"/>
                  </a:lnTo>
                  <a:lnTo>
                    <a:pt x="32138" y="4454"/>
                  </a:lnTo>
                  <a:lnTo>
                    <a:pt x="32649" y="4357"/>
                  </a:lnTo>
                  <a:lnTo>
                    <a:pt x="33189" y="4265"/>
                  </a:lnTo>
                  <a:lnTo>
                    <a:pt x="33760" y="4173"/>
                  </a:lnTo>
                  <a:lnTo>
                    <a:pt x="34271" y="4102"/>
                  </a:lnTo>
                  <a:lnTo>
                    <a:pt x="34781" y="4035"/>
                  </a:lnTo>
                  <a:lnTo>
                    <a:pt x="35382" y="3969"/>
                  </a:lnTo>
                  <a:lnTo>
                    <a:pt x="35983" y="3908"/>
                  </a:lnTo>
                  <a:lnTo>
                    <a:pt x="36643" y="3847"/>
                  </a:lnTo>
                  <a:lnTo>
                    <a:pt x="37364" y="3785"/>
                  </a:lnTo>
                  <a:lnTo>
                    <a:pt x="38085" y="3729"/>
                  </a:lnTo>
                  <a:lnTo>
                    <a:pt x="38866" y="3678"/>
                  </a:lnTo>
                  <a:lnTo>
                    <a:pt x="39677" y="3627"/>
                  </a:lnTo>
                  <a:lnTo>
                    <a:pt x="40518" y="3581"/>
                  </a:lnTo>
                  <a:lnTo>
                    <a:pt x="41389" y="3536"/>
                  </a:lnTo>
                  <a:lnTo>
                    <a:pt x="42260" y="3495"/>
                  </a:lnTo>
                  <a:lnTo>
                    <a:pt x="43191" y="3459"/>
                  </a:lnTo>
                  <a:lnTo>
                    <a:pt x="44122" y="3423"/>
                  </a:lnTo>
                  <a:lnTo>
                    <a:pt x="45083" y="3393"/>
                  </a:lnTo>
                  <a:lnTo>
                    <a:pt x="46044" y="3362"/>
                  </a:lnTo>
                  <a:lnTo>
                    <a:pt x="45924" y="3224"/>
                  </a:lnTo>
                  <a:lnTo>
                    <a:pt x="45804" y="3087"/>
                  </a:lnTo>
                  <a:lnTo>
                    <a:pt x="45654" y="2954"/>
                  </a:lnTo>
                  <a:lnTo>
                    <a:pt x="45504" y="2827"/>
                  </a:lnTo>
                  <a:lnTo>
                    <a:pt x="45323" y="2704"/>
                  </a:lnTo>
                  <a:lnTo>
                    <a:pt x="45113" y="2582"/>
                  </a:lnTo>
                  <a:lnTo>
                    <a:pt x="44903" y="2464"/>
                  </a:lnTo>
                  <a:lnTo>
                    <a:pt x="44693" y="2347"/>
                  </a:lnTo>
                  <a:lnTo>
                    <a:pt x="44452" y="2240"/>
                  </a:lnTo>
                  <a:lnTo>
                    <a:pt x="44212" y="2133"/>
                  </a:lnTo>
                  <a:lnTo>
                    <a:pt x="43942" y="2031"/>
                  </a:lnTo>
                  <a:lnTo>
                    <a:pt x="43671" y="1929"/>
                  </a:lnTo>
                  <a:lnTo>
                    <a:pt x="43401" y="1832"/>
                  </a:lnTo>
                  <a:lnTo>
                    <a:pt x="43101" y="1735"/>
                  </a:lnTo>
                  <a:lnTo>
                    <a:pt x="42770" y="1648"/>
                  </a:lnTo>
                  <a:lnTo>
                    <a:pt x="42470" y="1562"/>
                  </a:lnTo>
                  <a:lnTo>
                    <a:pt x="42140" y="1475"/>
                  </a:lnTo>
                  <a:lnTo>
                    <a:pt x="41809" y="1393"/>
                  </a:lnTo>
                  <a:lnTo>
                    <a:pt x="41088" y="1240"/>
                  </a:lnTo>
                  <a:lnTo>
                    <a:pt x="40338" y="1097"/>
                  </a:lnTo>
                  <a:lnTo>
                    <a:pt x="39557" y="965"/>
                  </a:lnTo>
                  <a:lnTo>
                    <a:pt x="38776" y="847"/>
                  </a:lnTo>
                  <a:lnTo>
                    <a:pt x="37935" y="735"/>
                  </a:lnTo>
                  <a:lnTo>
                    <a:pt x="37094" y="638"/>
                  </a:lnTo>
                  <a:lnTo>
                    <a:pt x="36223" y="547"/>
                  </a:lnTo>
                  <a:lnTo>
                    <a:pt x="35352" y="460"/>
                  </a:lnTo>
                  <a:lnTo>
                    <a:pt x="34451" y="388"/>
                  </a:lnTo>
                  <a:lnTo>
                    <a:pt x="33550" y="322"/>
                  </a:lnTo>
                  <a:lnTo>
                    <a:pt x="32649" y="266"/>
                  </a:lnTo>
                  <a:lnTo>
                    <a:pt x="31748" y="215"/>
                  </a:lnTo>
                  <a:lnTo>
                    <a:pt x="30847" y="169"/>
                  </a:lnTo>
                  <a:lnTo>
                    <a:pt x="29946" y="128"/>
                  </a:lnTo>
                  <a:lnTo>
                    <a:pt x="29075" y="98"/>
                  </a:lnTo>
                  <a:lnTo>
                    <a:pt x="28204" y="72"/>
                  </a:lnTo>
                  <a:lnTo>
                    <a:pt x="27333" y="47"/>
                  </a:lnTo>
                  <a:lnTo>
                    <a:pt x="26492" y="31"/>
                  </a:lnTo>
                  <a:lnTo>
                    <a:pt x="25681" y="16"/>
                  </a:lnTo>
                  <a:lnTo>
                    <a:pt x="24900" y="11"/>
                  </a:lnTo>
                  <a:lnTo>
                    <a:pt x="24149" y="1"/>
                  </a:lnTo>
                  <a:close/>
                </a:path>
              </a:pathLst>
            </a:custGeom>
            <a:solidFill>
              <a:srgbClr val="FF3E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5"/>
            <p:cNvSpPr/>
            <p:nvPr/>
          </p:nvSpPr>
          <p:spPr>
            <a:xfrm flipH="1">
              <a:off x="7429536" y="2133525"/>
              <a:ext cx="195231" cy="203425"/>
            </a:xfrm>
            <a:custGeom>
              <a:avLst/>
              <a:gdLst/>
              <a:ahLst/>
              <a:cxnLst/>
              <a:rect l="l" t="t" r="r" b="b"/>
              <a:pathLst>
                <a:path w="46045" h="8137" fill="none" extrusionOk="0">
                  <a:moveTo>
                    <a:pt x="22737" y="1"/>
                  </a:moveTo>
                  <a:lnTo>
                    <a:pt x="22737" y="1"/>
                  </a:lnTo>
                  <a:lnTo>
                    <a:pt x="24149" y="1"/>
                  </a:lnTo>
                  <a:lnTo>
                    <a:pt x="24900" y="11"/>
                  </a:lnTo>
                  <a:lnTo>
                    <a:pt x="25681" y="16"/>
                  </a:lnTo>
                  <a:lnTo>
                    <a:pt x="26492" y="31"/>
                  </a:lnTo>
                  <a:lnTo>
                    <a:pt x="27333" y="47"/>
                  </a:lnTo>
                  <a:lnTo>
                    <a:pt x="28204" y="72"/>
                  </a:lnTo>
                  <a:lnTo>
                    <a:pt x="29075" y="98"/>
                  </a:lnTo>
                  <a:lnTo>
                    <a:pt x="29946" y="128"/>
                  </a:lnTo>
                  <a:lnTo>
                    <a:pt x="30847" y="169"/>
                  </a:lnTo>
                  <a:lnTo>
                    <a:pt x="31748" y="215"/>
                  </a:lnTo>
                  <a:lnTo>
                    <a:pt x="32649" y="266"/>
                  </a:lnTo>
                  <a:lnTo>
                    <a:pt x="33550" y="322"/>
                  </a:lnTo>
                  <a:lnTo>
                    <a:pt x="34451" y="388"/>
                  </a:lnTo>
                  <a:lnTo>
                    <a:pt x="35352" y="460"/>
                  </a:lnTo>
                  <a:lnTo>
                    <a:pt x="36223" y="547"/>
                  </a:lnTo>
                  <a:lnTo>
                    <a:pt x="37094" y="638"/>
                  </a:lnTo>
                  <a:lnTo>
                    <a:pt x="37935" y="735"/>
                  </a:lnTo>
                  <a:lnTo>
                    <a:pt x="38776" y="847"/>
                  </a:lnTo>
                  <a:lnTo>
                    <a:pt x="39557" y="965"/>
                  </a:lnTo>
                  <a:lnTo>
                    <a:pt x="40338" y="1097"/>
                  </a:lnTo>
                  <a:lnTo>
                    <a:pt x="41088" y="1240"/>
                  </a:lnTo>
                  <a:lnTo>
                    <a:pt x="41809" y="1393"/>
                  </a:lnTo>
                  <a:lnTo>
                    <a:pt x="42140" y="1475"/>
                  </a:lnTo>
                  <a:lnTo>
                    <a:pt x="42470" y="1562"/>
                  </a:lnTo>
                  <a:lnTo>
                    <a:pt x="42770" y="1648"/>
                  </a:lnTo>
                  <a:lnTo>
                    <a:pt x="43101" y="1735"/>
                  </a:lnTo>
                  <a:lnTo>
                    <a:pt x="43401" y="1832"/>
                  </a:lnTo>
                  <a:lnTo>
                    <a:pt x="43671" y="1929"/>
                  </a:lnTo>
                  <a:lnTo>
                    <a:pt x="43942" y="2031"/>
                  </a:lnTo>
                  <a:lnTo>
                    <a:pt x="44212" y="2133"/>
                  </a:lnTo>
                  <a:lnTo>
                    <a:pt x="44452" y="2240"/>
                  </a:lnTo>
                  <a:lnTo>
                    <a:pt x="44693" y="2347"/>
                  </a:lnTo>
                  <a:lnTo>
                    <a:pt x="44903" y="2464"/>
                  </a:lnTo>
                  <a:lnTo>
                    <a:pt x="45113" y="2582"/>
                  </a:lnTo>
                  <a:lnTo>
                    <a:pt x="45323" y="2704"/>
                  </a:lnTo>
                  <a:lnTo>
                    <a:pt x="45504" y="2827"/>
                  </a:lnTo>
                  <a:lnTo>
                    <a:pt x="45654" y="2954"/>
                  </a:lnTo>
                  <a:lnTo>
                    <a:pt x="45804" y="3087"/>
                  </a:lnTo>
                  <a:lnTo>
                    <a:pt x="45924" y="3224"/>
                  </a:lnTo>
                  <a:lnTo>
                    <a:pt x="46044" y="3362"/>
                  </a:lnTo>
                  <a:lnTo>
                    <a:pt x="46044" y="3362"/>
                  </a:lnTo>
                  <a:lnTo>
                    <a:pt x="45083" y="3393"/>
                  </a:lnTo>
                  <a:lnTo>
                    <a:pt x="44122" y="3423"/>
                  </a:lnTo>
                  <a:lnTo>
                    <a:pt x="43191" y="3459"/>
                  </a:lnTo>
                  <a:lnTo>
                    <a:pt x="42260" y="3495"/>
                  </a:lnTo>
                  <a:lnTo>
                    <a:pt x="41389" y="3536"/>
                  </a:lnTo>
                  <a:lnTo>
                    <a:pt x="40518" y="3581"/>
                  </a:lnTo>
                  <a:lnTo>
                    <a:pt x="39677" y="3627"/>
                  </a:lnTo>
                  <a:lnTo>
                    <a:pt x="38866" y="3678"/>
                  </a:lnTo>
                  <a:lnTo>
                    <a:pt x="38085" y="3729"/>
                  </a:lnTo>
                  <a:lnTo>
                    <a:pt x="37364" y="3785"/>
                  </a:lnTo>
                  <a:lnTo>
                    <a:pt x="36643" y="3847"/>
                  </a:lnTo>
                  <a:lnTo>
                    <a:pt x="35983" y="3908"/>
                  </a:lnTo>
                  <a:lnTo>
                    <a:pt x="35382" y="3969"/>
                  </a:lnTo>
                  <a:lnTo>
                    <a:pt x="34781" y="4035"/>
                  </a:lnTo>
                  <a:lnTo>
                    <a:pt x="34271" y="4102"/>
                  </a:lnTo>
                  <a:lnTo>
                    <a:pt x="33760" y="4173"/>
                  </a:lnTo>
                  <a:lnTo>
                    <a:pt x="33760" y="4173"/>
                  </a:lnTo>
                  <a:lnTo>
                    <a:pt x="33189" y="4265"/>
                  </a:lnTo>
                  <a:lnTo>
                    <a:pt x="32649" y="4357"/>
                  </a:lnTo>
                  <a:lnTo>
                    <a:pt x="32138" y="4454"/>
                  </a:lnTo>
                  <a:lnTo>
                    <a:pt x="31628" y="4551"/>
                  </a:lnTo>
                  <a:lnTo>
                    <a:pt x="31147" y="4653"/>
                  </a:lnTo>
                  <a:lnTo>
                    <a:pt x="30666" y="4755"/>
                  </a:lnTo>
                  <a:lnTo>
                    <a:pt x="30216" y="4857"/>
                  </a:lnTo>
                  <a:lnTo>
                    <a:pt x="29795" y="4964"/>
                  </a:lnTo>
                  <a:lnTo>
                    <a:pt x="29405" y="5076"/>
                  </a:lnTo>
                  <a:lnTo>
                    <a:pt x="29045" y="5188"/>
                  </a:lnTo>
                  <a:lnTo>
                    <a:pt x="28684" y="5300"/>
                  </a:lnTo>
                  <a:lnTo>
                    <a:pt x="28354" y="5413"/>
                  </a:lnTo>
                  <a:lnTo>
                    <a:pt x="28053" y="5530"/>
                  </a:lnTo>
                  <a:lnTo>
                    <a:pt x="27783" y="5652"/>
                  </a:lnTo>
                  <a:lnTo>
                    <a:pt x="27513" y="5770"/>
                  </a:lnTo>
                  <a:lnTo>
                    <a:pt x="27272" y="5897"/>
                  </a:lnTo>
                  <a:lnTo>
                    <a:pt x="27062" y="6020"/>
                  </a:lnTo>
                  <a:lnTo>
                    <a:pt x="26882" y="6147"/>
                  </a:lnTo>
                  <a:lnTo>
                    <a:pt x="26702" y="6275"/>
                  </a:lnTo>
                  <a:lnTo>
                    <a:pt x="26582" y="6407"/>
                  </a:lnTo>
                  <a:lnTo>
                    <a:pt x="26462" y="6540"/>
                  </a:lnTo>
                  <a:lnTo>
                    <a:pt x="26371" y="6672"/>
                  </a:lnTo>
                  <a:lnTo>
                    <a:pt x="26311" y="6805"/>
                  </a:lnTo>
                  <a:lnTo>
                    <a:pt x="26281" y="6943"/>
                  </a:lnTo>
                  <a:lnTo>
                    <a:pt x="26281" y="7081"/>
                  </a:lnTo>
                  <a:lnTo>
                    <a:pt x="26281" y="7223"/>
                  </a:lnTo>
                  <a:lnTo>
                    <a:pt x="26341" y="7361"/>
                  </a:lnTo>
                  <a:lnTo>
                    <a:pt x="26401" y="7504"/>
                  </a:lnTo>
                  <a:lnTo>
                    <a:pt x="26492" y="7652"/>
                  </a:lnTo>
                  <a:lnTo>
                    <a:pt x="26642" y="7795"/>
                  </a:lnTo>
                  <a:lnTo>
                    <a:pt x="26792" y="7943"/>
                  </a:lnTo>
                  <a:lnTo>
                    <a:pt x="26972" y="8090"/>
                  </a:lnTo>
                  <a:lnTo>
                    <a:pt x="26972" y="8090"/>
                  </a:lnTo>
                  <a:lnTo>
                    <a:pt x="25921" y="8111"/>
                  </a:lnTo>
                  <a:lnTo>
                    <a:pt x="24900" y="8126"/>
                  </a:lnTo>
                  <a:lnTo>
                    <a:pt x="23939" y="8136"/>
                  </a:lnTo>
                  <a:lnTo>
                    <a:pt x="22978" y="8136"/>
                  </a:lnTo>
                  <a:lnTo>
                    <a:pt x="22978" y="8136"/>
                  </a:lnTo>
                  <a:lnTo>
                    <a:pt x="22197" y="8136"/>
                  </a:lnTo>
                  <a:lnTo>
                    <a:pt x="21476" y="8131"/>
                  </a:lnTo>
                  <a:lnTo>
                    <a:pt x="20755" y="8121"/>
                  </a:lnTo>
                  <a:lnTo>
                    <a:pt x="20094" y="8111"/>
                  </a:lnTo>
                  <a:lnTo>
                    <a:pt x="20094" y="8111"/>
                  </a:lnTo>
                  <a:lnTo>
                    <a:pt x="18472" y="8075"/>
                  </a:lnTo>
                  <a:lnTo>
                    <a:pt x="17661" y="8055"/>
                  </a:lnTo>
                  <a:lnTo>
                    <a:pt x="16820" y="8034"/>
                  </a:lnTo>
                  <a:lnTo>
                    <a:pt x="15979" y="8004"/>
                  </a:lnTo>
                  <a:lnTo>
                    <a:pt x="15138" y="7973"/>
                  </a:lnTo>
                  <a:lnTo>
                    <a:pt x="14298" y="7937"/>
                  </a:lnTo>
                  <a:lnTo>
                    <a:pt x="13457" y="7897"/>
                  </a:lnTo>
                  <a:lnTo>
                    <a:pt x="12646" y="7851"/>
                  </a:lnTo>
                  <a:lnTo>
                    <a:pt x="11805" y="7800"/>
                  </a:lnTo>
                  <a:lnTo>
                    <a:pt x="10994" y="7738"/>
                  </a:lnTo>
                  <a:lnTo>
                    <a:pt x="10183" y="7672"/>
                  </a:lnTo>
                  <a:lnTo>
                    <a:pt x="9372" y="7601"/>
                  </a:lnTo>
                  <a:lnTo>
                    <a:pt x="8621" y="7524"/>
                  </a:lnTo>
                  <a:lnTo>
                    <a:pt x="7840" y="7432"/>
                  </a:lnTo>
                  <a:lnTo>
                    <a:pt x="7119" y="7341"/>
                  </a:lnTo>
                  <a:lnTo>
                    <a:pt x="6398" y="7234"/>
                  </a:lnTo>
                  <a:lnTo>
                    <a:pt x="5708" y="7121"/>
                  </a:lnTo>
                  <a:lnTo>
                    <a:pt x="5047" y="6994"/>
                  </a:lnTo>
                  <a:lnTo>
                    <a:pt x="4416" y="6861"/>
                  </a:lnTo>
                  <a:lnTo>
                    <a:pt x="3815" y="6713"/>
                  </a:lnTo>
                  <a:lnTo>
                    <a:pt x="3245" y="6560"/>
                  </a:lnTo>
                  <a:lnTo>
                    <a:pt x="2704" y="6392"/>
                  </a:lnTo>
                  <a:lnTo>
                    <a:pt x="2224" y="6213"/>
                  </a:lnTo>
                  <a:lnTo>
                    <a:pt x="1773" y="6020"/>
                  </a:lnTo>
                  <a:lnTo>
                    <a:pt x="1353" y="5816"/>
                  </a:lnTo>
                  <a:lnTo>
                    <a:pt x="1022" y="5596"/>
                  </a:lnTo>
                  <a:lnTo>
                    <a:pt x="692" y="5367"/>
                  </a:lnTo>
                  <a:lnTo>
                    <a:pt x="452" y="5122"/>
                  </a:lnTo>
                  <a:lnTo>
                    <a:pt x="241" y="4857"/>
                  </a:lnTo>
                  <a:lnTo>
                    <a:pt x="91" y="4581"/>
                  </a:lnTo>
                  <a:lnTo>
                    <a:pt x="1" y="4290"/>
                  </a:lnTo>
                  <a:lnTo>
                    <a:pt x="1" y="4290"/>
                  </a:lnTo>
                  <a:lnTo>
                    <a:pt x="1" y="4143"/>
                  </a:lnTo>
                  <a:lnTo>
                    <a:pt x="1" y="4000"/>
                  </a:lnTo>
                  <a:lnTo>
                    <a:pt x="31" y="3857"/>
                  </a:lnTo>
                  <a:lnTo>
                    <a:pt x="61" y="3719"/>
                  </a:lnTo>
                  <a:lnTo>
                    <a:pt x="121" y="3581"/>
                  </a:lnTo>
                  <a:lnTo>
                    <a:pt x="211" y="3449"/>
                  </a:lnTo>
                  <a:lnTo>
                    <a:pt x="331" y="3321"/>
                  </a:lnTo>
                  <a:lnTo>
                    <a:pt x="452" y="3194"/>
                  </a:lnTo>
                  <a:lnTo>
                    <a:pt x="602" y="3071"/>
                  </a:lnTo>
                  <a:lnTo>
                    <a:pt x="782" y="2949"/>
                  </a:lnTo>
                  <a:lnTo>
                    <a:pt x="962" y="2832"/>
                  </a:lnTo>
                  <a:lnTo>
                    <a:pt x="1142" y="2714"/>
                  </a:lnTo>
                  <a:lnTo>
                    <a:pt x="1353" y="2602"/>
                  </a:lnTo>
                  <a:lnTo>
                    <a:pt x="1593" y="2490"/>
                  </a:lnTo>
                  <a:lnTo>
                    <a:pt x="1833" y="2383"/>
                  </a:lnTo>
                  <a:lnTo>
                    <a:pt x="2103" y="2281"/>
                  </a:lnTo>
                  <a:lnTo>
                    <a:pt x="2374" y="2179"/>
                  </a:lnTo>
                  <a:lnTo>
                    <a:pt x="2674" y="2077"/>
                  </a:lnTo>
                  <a:lnTo>
                    <a:pt x="2974" y="1980"/>
                  </a:lnTo>
                  <a:lnTo>
                    <a:pt x="3275" y="1888"/>
                  </a:lnTo>
                  <a:lnTo>
                    <a:pt x="3605" y="1796"/>
                  </a:lnTo>
                  <a:lnTo>
                    <a:pt x="3966" y="1704"/>
                  </a:lnTo>
                  <a:lnTo>
                    <a:pt x="4686" y="1536"/>
                  </a:lnTo>
                  <a:lnTo>
                    <a:pt x="5437" y="1378"/>
                  </a:lnTo>
                  <a:lnTo>
                    <a:pt x="6218" y="1225"/>
                  </a:lnTo>
                  <a:lnTo>
                    <a:pt x="7059" y="1087"/>
                  </a:lnTo>
                  <a:lnTo>
                    <a:pt x="7930" y="955"/>
                  </a:lnTo>
                  <a:lnTo>
                    <a:pt x="8801" y="832"/>
                  </a:lnTo>
                  <a:lnTo>
                    <a:pt x="9702" y="720"/>
                  </a:lnTo>
                  <a:lnTo>
                    <a:pt x="10633" y="618"/>
                  </a:lnTo>
                  <a:lnTo>
                    <a:pt x="11564" y="521"/>
                  </a:lnTo>
                  <a:lnTo>
                    <a:pt x="12495" y="434"/>
                  </a:lnTo>
                  <a:lnTo>
                    <a:pt x="13457" y="358"/>
                  </a:lnTo>
                  <a:lnTo>
                    <a:pt x="14418" y="292"/>
                  </a:lnTo>
                  <a:lnTo>
                    <a:pt x="15349" y="225"/>
                  </a:lnTo>
                  <a:lnTo>
                    <a:pt x="16280" y="174"/>
                  </a:lnTo>
                  <a:lnTo>
                    <a:pt x="17211" y="128"/>
                  </a:lnTo>
                  <a:lnTo>
                    <a:pt x="18142" y="88"/>
                  </a:lnTo>
                  <a:lnTo>
                    <a:pt x="19013" y="57"/>
                  </a:lnTo>
                  <a:lnTo>
                    <a:pt x="19884" y="31"/>
                  </a:lnTo>
                  <a:lnTo>
                    <a:pt x="20725" y="16"/>
                  </a:lnTo>
                  <a:lnTo>
                    <a:pt x="21536" y="1"/>
                  </a:lnTo>
                  <a:lnTo>
                    <a:pt x="22317" y="1"/>
                  </a:lnTo>
                  <a:lnTo>
                    <a:pt x="22317" y="1"/>
                  </a:lnTo>
                  <a:lnTo>
                    <a:pt x="2273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5"/>
            <p:cNvSpPr/>
            <p:nvPr/>
          </p:nvSpPr>
          <p:spPr>
            <a:xfrm flipH="1">
              <a:off x="7428264" y="2217575"/>
              <a:ext cx="85071" cy="118225"/>
            </a:xfrm>
            <a:custGeom>
              <a:avLst/>
              <a:gdLst/>
              <a:ahLst/>
              <a:cxnLst/>
              <a:rect l="l" t="t" r="r" b="b"/>
              <a:pathLst>
                <a:path w="20064" h="4729" extrusionOk="0">
                  <a:moveTo>
                    <a:pt x="19763" y="0"/>
                  </a:moveTo>
                  <a:lnTo>
                    <a:pt x="18802" y="31"/>
                  </a:lnTo>
                  <a:lnTo>
                    <a:pt x="17841" y="61"/>
                  </a:lnTo>
                  <a:lnTo>
                    <a:pt x="16910" y="97"/>
                  </a:lnTo>
                  <a:lnTo>
                    <a:pt x="15979" y="133"/>
                  </a:lnTo>
                  <a:lnTo>
                    <a:pt x="15108" y="174"/>
                  </a:lnTo>
                  <a:lnTo>
                    <a:pt x="14237" y="219"/>
                  </a:lnTo>
                  <a:lnTo>
                    <a:pt x="13396" y="265"/>
                  </a:lnTo>
                  <a:lnTo>
                    <a:pt x="12585" y="316"/>
                  </a:lnTo>
                  <a:lnTo>
                    <a:pt x="11804" y="367"/>
                  </a:lnTo>
                  <a:lnTo>
                    <a:pt x="11083" y="423"/>
                  </a:lnTo>
                  <a:lnTo>
                    <a:pt x="10362" y="485"/>
                  </a:lnTo>
                  <a:lnTo>
                    <a:pt x="9702" y="546"/>
                  </a:lnTo>
                  <a:lnTo>
                    <a:pt x="9101" y="607"/>
                  </a:lnTo>
                  <a:lnTo>
                    <a:pt x="8500" y="673"/>
                  </a:lnTo>
                  <a:lnTo>
                    <a:pt x="7990" y="740"/>
                  </a:lnTo>
                  <a:lnTo>
                    <a:pt x="7479" y="811"/>
                  </a:lnTo>
                  <a:lnTo>
                    <a:pt x="6908" y="903"/>
                  </a:lnTo>
                  <a:lnTo>
                    <a:pt x="6368" y="995"/>
                  </a:lnTo>
                  <a:lnTo>
                    <a:pt x="5857" y="1092"/>
                  </a:lnTo>
                  <a:lnTo>
                    <a:pt x="5347" y="1189"/>
                  </a:lnTo>
                  <a:lnTo>
                    <a:pt x="4866" y="1291"/>
                  </a:lnTo>
                  <a:lnTo>
                    <a:pt x="4385" y="1393"/>
                  </a:lnTo>
                  <a:lnTo>
                    <a:pt x="3935" y="1495"/>
                  </a:lnTo>
                  <a:lnTo>
                    <a:pt x="3514" y="1602"/>
                  </a:lnTo>
                  <a:lnTo>
                    <a:pt x="3124" y="1714"/>
                  </a:lnTo>
                  <a:lnTo>
                    <a:pt x="2764" y="1826"/>
                  </a:lnTo>
                  <a:lnTo>
                    <a:pt x="2403" y="1938"/>
                  </a:lnTo>
                  <a:lnTo>
                    <a:pt x="2073" y="2051"/>
                  </a:lnTo>
                  <a:lnTo>
                    <a:pt x="1772" y="2168"/>
                  </a:lnTo>
                  <a:lnTo>
                    <a:pt x="1502" y="2290"/>
                  </a:lnTo>
                  <a:lnTo>
                    <a:pt x="1232" y="2408"/>
                  </a:lnTo>
                  <a:lnTo>
                    <a:pt x="991" y="2535"/>
                  </a:lnTo>
                  <a:lnTo>
                    <a:pt x="781" y="2658"/>
                  </a:lnTo>
                  <a:lnTo>
                    <a:pt x="601" y="2785"/>
                  </a:lnTo>
                  <a:lnTo>
                    <a:pt x="421" y="2913"/>
                  </a:lnTo>
                  <a:lnTo>
                    <a:pt x="301" y="3045"/>
                  </a:lnTo>
                  <a:lnTo>
                    <a:pt x="181" y="3178"/>
                  </a:lnTo>
                  <a:lnTo>
                    <a:pt x="90" y="3310"/>
                  </a:lnTo>
                  <a:lnTo>
                    <a:pt x="30" y="3443"/>
                  </a:lnTo>
                  <a:lnTo>
                    <a:pt x="0" y="3581"/>
                  </a:lnTo>
                  <a:lnTo>
                    <a:pt x="0" y="3719"/>
                  </a:lnTo>
                  <a:lnTo>
                    <a:pt x="0" y="3861"/>
                  </a:lnTo>
                  <a:lnTo>
                    <a:pt x="60" y="3999"/>
                  </a:lnTo>
                  <a:lnTo>
                    <a:pt x="120" y="4142"/>
                  </a:lnTo>
                  <a:lnTo>
                    <a:pt x="211" y="4290"/>
                  </a:lnTo>
                  <a:lnTo>
                    <a:pt x="361" y="4433"/>
                  </a:lnTo>
                  <a:lnTo>
                    <a:pt x="511" y="4581"/>
                  </a:lnTo>
                  <a:lnTo>
                    <a:pt x="691" y="4728"/>
                  </a:lnTo>
                  <a:lnTo>
                    <a:pt x="1502" y="4708"/>
                  </a:lnTo>
                  <a:lnTo>
                    <a:pt x="2373" y="4683"/>
                  </a:lnTo>
                  <a:lnTo>
                    <a:pt x="3214" y="4652"/>
                  </a:lnTo>
                  <a:lnTo>
                    <a:pt x="4085" y="4616"/>
                  </a:lnTo>
                  <a:lnTo>
                    <a:pt x="4926" y="4575"/>
                  </a:lnTo>
                  <a:lnTo>
                    <a:pt x="5797" y="4530"/>
                  </a:lnTo>
                  <a:lnTo>
                    <a:pt x="6638" y="4479"/>
                  </a:lnTo>
                  <a:lnTo>
                    <a:pt x="7509" y="4422"/>
                  </a:lnTo>
                  <a:lnTo>
                    <a:pt x="8350" y="4356"/>
                  </a:lnTo>
                  <a:lnTo>
                    <a:pt x="9161" y="4290"/>
                  </a:lnTo>
                  <a:lnTo>
                    <a:pt x="10002" y="4213"/>
                  </a:lnTo>
                  <a:lnTo>
                    <a:pt x="10813" y="4127"/>
                  </a:lnTo>
                  <a:lnTo>
                    <a:pt x="11594" y="4040"/>
                  </a:lnTo>
                  <a:lnTo>
                    <a:pt x="12375" y="3943"/>
                  </a:lnTo>
                  <a:lnTo>
                    <a:pt x="13095" y="3836"/>
                  </a:lnTo>
                  <a:lnTo>
                    <a:pt x="13846" y="3724"/>
                  </a:lnTo>
                  <a:lnTo>
                    <a:pt x="14537" y="3601"/>
                  </a:lnTo>
                  <a:lnTo>
                    <a:pt x="15198" y="3474"/>
                  </a:lnTo>
                  <a:lnTo>
                    <a:pt x="15829" y="3336"/>
                  </a:lnTo>
                  <a:lnTo>
                    <a:pt x="16429" y="3193"/>
                  </a:lnTo>
                  <a:lnTo>
                    <a:pt x="17000" y="3035"/>
                  </a:lnTo>
                  <a:lnTo>
                    <a:pt x="17511" y="2872"/>
                  </a:lnTo>
                  <a:lnTo>
                    <a:pt x="17991" y="2703"/>
                  </a:lnTo>
                  <a:lnTo>
                    <a:pt x="18442" y="2520"/>
                  </a:lnTo>
                  <a:lnTo>
                    <a:pt x="18832" y="2326"/>
                  </a:lnTo>
                  <a:lnTo>
                    <a:pt x="19162" y="2127"/>
                  </a:lnTo>
                  <a:lnTo>
                    <a:pt x="19463" y="1913"/>
                  </a:lnTo>
                  <a:lnTo>
                    <a:pt x="19703" y="1688"/>
                  </a:lnTo>
                  <a:lnTo>
                    <a:pt x="19883" y="1459"/>
                  </a:lnTo>
                  <a:lnTo>
                    <a:pt x="20003" y="1214"/>
                  </a:lnTo>
                  <a:lnTo>
                    <a:pt x="20064" y="959"/>
                  </a:lnTo>
                  <a:lnTo>
                    <a:pt x="20064" y="694"/>
                  </a:lnTo>
                  <a:lnTo>
                    <a:pt x="20003" y="510"/>
                  </a:lnTo>
                  <a:lnTo>
                    <a:pt x="19943" y="337"/>
                  </a:lnTo>
                  <a:lnTo>
                    <a:pt x="19853" y="168"/>
                  </a:lnTo>
                  <a:lnTo>
                    <a:pt x="19763" y="0"/>
                  </a:lnTo>
                  <a:close/>
                </a:path>
              </a:pathLst>
            </a:custGeom>
            <a:solidFill>
              <a:srgbClr val="FF21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5"/>
            <p:cNvSpPr/>
            <p:nvPr/>
          </p:nvSpPr>
          <p:spPr>
            <a:xfrm flipH="1">
              <a:off x="7428264" y="2217575"/>
              <a:ext cx="85071" cy="118225"/>
            </a:xfrm>
            <a:custGeom>
              <a:avLst/>
              <a:gdLst/>
              <a:ahLst/>
              <a:cxnLst/>
              <a:rect l="l" t="t" r="r" b="b"/>
              <a:pathLst>
                <a:path w="20064" h="4729" fill="none" extrusionOk="0">
                  <a:moveTo>
                    <a:pt x="19763" y="0"/>
                  </a:moveTo>
                  <a:lnTo>
                    <a:pt x="19763" y="0"/>
                  </a:lnTo>
                  <a:lnTo>
                    <a:pt x="19853" y="168"/>
                  </a:lnTo>
                  <a:lnTo>
                    <a:pt x="19943" y="337"/>
                  </a:lnTo>
                  <a:lnTo>
                    <a:pt x="20003" y="510"/>
                  </a:lnTo>
                  <a:lnTo>
                    <a:pt x="20064" y="694"/>
                  </a:lnTo>
                  <a:lnTo>
                    <a:pt x="20064" y="694"/>
                  </a:lnTo>
                  <a:lnTo>
                    <a:pt x="20064" y="959"/>
                  </a:lnTo>
                  <a:lnTo>
                    <a:pt x="20003" y="1214"/>
                  </a:lnTo>
                  <a:lnTo>
                    <a:pt x="19883" y="1459"/>
                  </a:lnTo>
                  <a:lnTo>
                    <a:pt x="19703" y="1688"/>
                  </a:lnTo>
                  <a:lnTo>
                    <a:pt x="19463" y="1913"/>
                  </a:lnTo>
                  <a:lnTo>
                    <a:pt x="19162" y="2127"/>
                  </a:lnTo>
                  <a:lnTo>
                    <a:pt x="18832" y="2326"/>
                  </a:lnTo>
                  <a:lnTo>
                    <a:pt x="18442" y="2520"/>
                  </a:lnTo>
                  <a:lnTo>
                    <a:pt x="17991" y="2703"/>
                  </a:lnTo>
                  <a:lnTo>
                    <a:pt x="17511" y="2872"/>
                  </a:lnTo>
                  <a:lnTo>
                    <a:pt x="17000" y="3035"/>
                  </a:lnTo>
                  <a:lnTo>
                    <a:pt x="16429" y="3193"/>
                  </a:lnTo>
                  <a:lnTo>
                    <a:pt x="15829" y="3336"/>
                  </a:lnTo>
                  <a:lnTo>
                    <a:pt x="15198" y="3474"/>
                  </a:lnTo>
                  <a:lnTo>
                    <a:pt x="14537" y="3601"/>
                  </a:lnTo>
                  <a:lnTo>
                    <a:pt x="13846" y="3724"/>
                  </a:lnTo>
                  <a:lnTo>
                    <a:pt x="13095" y="3836"/>
                  </a:lnTo>
                  <a:lnTo>
                    <a:pt x="12375" y="3943"/>
                  </a:lnTo>
                  <a:lnTo>
                    <a:pt x="11594" y="4040"/>
                  </a:lnTo>
                  <a:lnTo>
                    <a:pt x="10813" y="4127"/>
                  </a:lnTo>
                  <a:lnTo>
                    <a:pt x="10002" y="4213"/>
                  </a:lnTo>
                  <a:lnTo>
                    <a:pt x="9161" y="4290"/>
                  </a:lnTo>
                  <a:lnTo>
                    <a:pt x="8350" y="4356"/>
                  </a:lnTo>
                  <a:lnTo>
                    <a:pt x="7509" y="4422"/>
                  </a:lnTo>
                  <a:lnTo>
                    <a:pt x="6638" y="4479"/>
                  </a:lnTo>
                  <a:lnTo>
                    <a:pt x="5797" y="4530"/>
                  </a:lnTo>
                  <a:lnTo>
                    <a:pt x="4926" y="4575"/>
                  </a:lnTo>
                  <a:lnTo>
                    <a:pt x="4085" y="4616"/>
                  </a:lnTo>
                  <a:lnTo>
                    <a:pt x="3214" y="4652"/>
                  </a:lnTo>
                  <a:lnTo>
                    <a:pt x="2373" y="4683"/>
                  </a:lnTo>
                  <a:lnTo>
                    <a:pt x="1502" y="4708"/>
                  </a:lnTo>
                  <a:lnTo>
                    <a:pt x="691" y="4728"/>
                  </a:lnTo>
                  <a:lnTo>
                    <a:pt x="691" y="4728"/>
                  </a:lnTo>
                  <a:lnTo>
                    <a:pt x="511" y="4581"/>
                  </a:lnTo>
                  <a:lnTo>
                    <a:pt x="361" y="4433"/>
                  </a:lnTo>
                  <a:lnTo>
                    <a:pt x="211" y="4290"/>
                  </a:lnTo>
                  <a:lnTo>
                    <a:pt x="120" y="4142"/>
                  </a:lnTo>
                  <a:lnTo>
                    <a:pt x="60" y="3999"/>
                  </a:lnTo>
                  <a:lnTo>
                    <a:pt x="0" y="3861"/>
                  </a:lnTo>
                  <a:lnTo>
                    <a:pt x="0" y="3719"/>
                  </a:lnTo>
                  <a:lnTo>
                    <a:pt x="0" y="3581"/>
                  </a:lnTo>
                  <a:lnTo>
                    <a:pt x="30" y="3443"/>
                  </a:lnTo>
                  <a:lnTo>
                    <a:pt x="90" y="3310"/>
                  </a:lnTo>
                  <a:lnTo>
                    <a:pt x="181" y="3178"/>
                  </a:lnTo>
                  <a:lnTo>
                    <a:pt x="301" y="3045"/>
                  </a:lnTo>
                  <a:lnTo>
                    <a:pt x="421" y="2913"/>
                  </a:lnTo>
                  <a:lnTo>
                    <a:pt x="601" y="2785"/>
                  </a:lnTo>
                  <a:lnTo>
                    <a:pt x="781" y="2658"/>
                  </a:lnTo>
                  <a:lnTo>
                    <a:pt x="991" y="2535"/>
                  </a:lnTo>
                  <a:lnTo>
                    <a:pt x="1232" y="2408"/>
                  </a:lnTo>
                  <a:lnTo>
                    <a:pt x="1502" y="2290"/>
                  </a:lnTo>
                  <a:lnTo>
                    <a:pt x="1772" y="2168"/>
                  </a:lnTo>
                  <a:lnTo>
                    <a:pt x="2073" y="2051"/>
                  </a:lnTo>
                  <a:lnTo>
                    <a:pt x="2403" y="1938"/>
                  </a:lnTo>
                  <a:lnTo>
                    <a:pt x="2764" y="1826"/>
                  </a:lnTo>
                  <a:lnTo>
                    <a:pt x="3124" y="1714"/>
                  </a:lnTo>
                  <a:lnTo>
                    <a:pt x="3514" y="1602"/>
                  </a:lnTo>
                  <a:lnTo>
                    <a:pt x="3935" y="1495"/>
                  </a:lnTo>
                  <a:lnTo>
                    <a:pt x="4385" y="1393"/>
                  </a:lnTo>
                  <a:lnTo>
                    <a:pt x="4866" y="1291"/>
                  </a:lnTo>
                  <a:lnTo>
                    <a:pt x="5347" y="1189"/>
                  </a:lnTo>
                  <a:lnTo>
                    <a:pt x="5857" y="1092"/>
                  </a:lnTo>
                  <a:lnTo>
                    <a:pt x="6368" y="995"/>
                  </a:lnTo>
                  <a:lnTo>
                    <a:pt x="6908" y="903"/>
                  </a:lnTo>
                  <a:lnTo>
                    <a:pt x="7479" y="811"/>
                  </a:lnTo>
                  <a:lnTo>
                    <a:pt x="7479" y="811"/>
                  </a:lnTo>
                  <a:lnTo>
                    <a:pt x="7990" y="740"/>
                  </a:lnTo>
                  <a:lnTo>
                    <a:pt x="8500" y="673"/>
                  </a:lnTo>
                  <a:lnTo>
                    <a:pt x="9101" y="607"/>
                  </a:lnTo>
                  <a:lnTo>
                    <a:pt x="9702" y="546"/>
                  </a:lnTo>
                  <a:lnTo>
                    <a:pt x="10362" y="485"/>
                  </a:lnTo>
                  <a:lnTo>
                    <a:pt x="11083" y="423"/>
                  </a:lnTo>
                  <a:lnTo>
                    <a:pt x="11804" y="367"/>
                  </a:lnTo>
                  <a:lnTo>
                    <a:pt x="12585" y="316"/>
                  </a:lnTo>
                  <a:lnTo>
                    <a:pt x="13396" y="265"/>
                  </a:lnTo>
                  <a:lnTo>
                    <a:pt x="14237" y="219"/>
                  </a:lnTo>
                  <a:lnTo>
                    <a:pt x="15108" y="174"/>
                  </a:lnTo>
                  <a:lnTo>
                    <a:pt x="15979" y="133"/>
                  </a:lnTo>
                  <a:lnTo>
                    <a:pt x="16910" y="97"/>
                  </a:lnTo>
                  <a:lnTo>
                    <a:pt x="17841" y="61"/>
                  </a:lnTo>
                  <a:lnTo>
                    <a:pt x="18802" y="31"/>
                  </a:lnTo>
                  <a:lnTo>
                    <a:pt x="1976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6" name="Google Shape;706;p45"/>
          <p:cNvSpPr/>
          <p:nvPr/>
        </p:nvSpPr>
        <p:spPr>
          <a:xfrm flipH="1">
            <a:off x="5381316" y="3872757"/>
            <a:ext cx="3762685" cy="1270747"/>
          </a:xfrm>
          <a:custGeom>
            <a:avLst/>
            <a:gdLst/>
            <a:ahLst/>
            <a:cxnLst/>
            <a:rect l="l" t="t" r="r" b="b"/>
            <a:pathLst>
              <a:path w="89444" h="5123" fill="none" extrusionOk="0">
                <a:moveTo>
                  <a:pt x="1" y="27"/>
                </a:moveTo>
                <a:lnTo>
                  <a:pt x="63524" y="27"/>
                </a:lnTo>
                <a:lnTo>
                  <a:pt x="63524" y="27"/>
                </a:lnTo>
                <a:lnTo>
                  <a:pt x="64305" y="16"/>
                </a:lnTo>
                <a:lnTo>
                  <a:pt x="65116" y="6"/>
                </a:lnTo>
                <a:lnTo>
                  <a:pt x="65897" y="1"/>
                </a:lnTo>
                <a:lnTo>
                  <a:pt x="66678" y="1"/>
                </a:lnTo>
                <a:lnTo>
                  <a:pt x="67489" y="6"/>
                </a:lnTo>
                <a:lnTo>
                  <a:pt x="68269" y="11"/>
                </a:lnTo>
                <a:lnTo>
                  <a:pt x="69050" y="21"/>
                </a:lnTo>
                <a:lnTo>
                  <a:pt x="69831" y="37"/>
                </a:lnTo>
                <a:lnTo>
                  <a:pt x="70582" y="52"/>
                </a:lnTo>
                <a:lnTo>
                  <a:pt x="71363" y="78"/>
                </a:lnTo>
                <a:lnTo>
                  <a:pt x="72114" y="103"/>
                </a:lnTo>
                <a:lnTo>
                  <a:pt x="72865" y="129"/>
                </a:lnTo>
                <a:lnTo>
                  <a:pt x="73586" y="164"/>
                </a:lnTo>
                <a:lnTo>
                  <a:pt x="74336" y="200"/>
                </a:lnTo>
                <a:lnTo>
                  <a:pt x="75057" y="241"/>
                </a:lnTo>
                <a:lnTo>
                  <a:pt x="75748" y="287"/>
                </a:lnTo>
                <a:lnTo>
                  <a:pt x="76439" y="338"/>
                </a:lnTo>
                <a:lnTo>
                  <a:pt x="77130" y="389"/>
                </a:lnTo>
                <a:lnTo>
                  <a:pt x="77790" y="445"/>
                </a:lnTo>
                <a:lnTo>
                  <a:pt x="78421" y="506"/>
                </a:lnTo>
                <a:lnTo>
                  <a:pt x="79082" y="572"/>
                </a:lnTo>
                <a:lnTo>
                  <a:pt x="79683" y="644"/>
                </a:lnTo>
                <a:lnTo>
                  <a:pt x="80283" y="715"/>
                </a:lnTo>
                <a:lnTo>
                  <a:pt x="80854" y="797"/>
                </a:lnTo>
                <a:lnTo>
                  <a:pt x="81425" y="878"/>
                </a:lnTo>
                <a:lnTo>
                  <a:pt x="81935" y="965"/>
                </a:lnTo>
                <a:lnTo>
                  <a:pt x="82446" y="1057"/>
                </a:lnTo>
                <a:lnTo>
                  <a:pt x="82956" y="1149"/>
                </a:lnTo>
                <a:lnTo>
                  <a:pt x="83407" y="1251"/>
                </a:lnTo>
                <a:lnTo>
                  <a:pt x="83857" y="1353"/>
                </a:lnTo>
                <a:lnTo>
                  <a:pt x="84278" y="1460"/>
                </a:lnTo>
                <a:lnTo>
                  <a:pt x="84668" y="1572"/>
                </a:lnTo>
                <a:lnTo>
                  <a:pt x="84668" y="1572"/>
                </a:lnTo>
                <a:lnTo>
                  <a:pt x="85419" y="1817"/>
                </a:lnTo>
                <a:lnTo>
                  <a:pt x="86110" y="2057"/>
                </a:lnTo>
                <a:lnTo>
                  <a:pt x="86741" y="2291"/>
                </a:lnTo>
                <a:lnTo>
                  <a:pt x="87281" y="2526"/>
                </a:lnTo>
                <a:lnTo>
                  <a:pt x="87792" y="2760"/>
                </a:lnTo>
                <a:lnTo>
                  <a:pt x="88213" y="2990"/>
                </a:lnTo>
                <a:lnTo>
                  <a:pt x="88573" y="3220"/>
                </a:lnTo>
                <a:lnTo>
                  <a:pt x="88873" y="3444"/>
                </a:lnTo>
                <a:lnTo>
                  <a:pt x="89114" y="3663"/>
                </a:lnTo>
                <a:lnTo>
                  <a:pt x="89264" y="3883"/>
                </a:lnTo>
                <a:lnTo>
                  <a:pt x="89384" y="4097"/>
                </a:lnTo>
                <a:lnTo>
                  <a:pt x="89444" y="4311"/>
                </a:lnTo>
                <a:lnTo>
                  <a:pt x="89414" y="4520"/>
                </a:lnTo>
                <a:lnTo>
                  <a:pt x="89354" y="4724"/>
                </a:lnTo>
                <a:lnTo>
                  <a:pt x="89234" y="4928"/>
                </a:lnTo>
                <a:lnTo>
                  <a:pt x="89053" y="5122"/>
                </a:lnTo>
                <a:lnTo>
                  <a:pt x="1" y="5122"/>
                </a:lnTo>
                <a:lnTo>
                  <a:pt x="1" y="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5"/>
          <p:cNvSpPr/>
          <p:nvPr/>
        </p:nvSpPr>
        <p:spPr>
          <a:xfrm flipH="1">
            <a:off x="219843" y="1845955"/>
            <a:ext cx="6064745" cy="2027044"/>
          </a:xfrm>
          <a:custGeom>
            <a:avLst/>
            <a:gdLst/>
            <a:ahLst/>
            <a:cxnLst/>
            <a:rect l="l" t="t" r="r" b="b"/>
            <a:pathLst>
              <a:path w="144167" h="8172" fill="none" extrusionOk="0">
                <a:moveTo>
                  <a:pt x="25920" y="1"/>
                </a:moveTo>
                <a:lnTo>
                  <a:pt x="118427" y="1"/>
                </a:lnTo>
                <a:lnTo>
                  <a:pt x="118427" y="1"/>
                </a:lnTo>
                <a:lnTo>
                  <a:pt x="119748" y="1"/>
                </a:lnTo>
                <a:lnTo>
                  <a:pt x="121100" y="16"/>
                </a:lnTo>
                <a:lnTo>
                  <a:pt x="122422" y="31"/>
                </a:lnTo>
                <a:lnTo>
                  <a:pt x="123713" y="57"/>
                </a:lnTo>
                <a:lnTo>
                  <a:pt x="125035" y="93"/>
                </a:lnTo>
                <a:lnTo>
                  <a:pt x="126296" y="133"/>
                </a:lnTo>
                <a:lnTo>
                  <a:pt x="127557" y="184"/>
                </a:lnTo>
                <a:lnTo>
                  <a:pt x="128759" y="240"/>
                </a:lnTo>
                <a:lnTo>
                  <a:pt x="129960" y="312"/>
                </a:lnTo>
                <a:lnTo>
                  <a:pt x="131102" y="388"/>
                </a:lnTo>
                <a:lnTo>
                  <a:pt x="131642" y="429"/>
                </a:lnTo>
                <a:lnTo>
                  <a:pt x="132183" y="475"/>
                </a:lnTo>
                <a:lnTo>
                  <a:pt x="132723" y="521"/>
                </a:lnTo>
                <a:lnTo>
                  <a:pt x="133234" y="572"/>
                </a:lnTo>
                <a:lnTo>
                  <a:pt x="133715" y="628"/>
                </a:lnTo>
                <a:lnTo>
                  <a:pt x="134225" y="679"/>
                </a:lnTo>
                <a:lnTo>
                  <a:pt x="134676" y="740"/>
                </a:lnTo>
                <a:lnTo>
                  <a:pt x="135126" y="802"/>
                </a:lnTo>
                <a:lnTo>
                  <a:pt x="135577" y="863"/>
                </a:lnTo>
                <a:lnTo>
                  <a:pt x="135997" y="929"/>
                </a:lnTo>
                <a:lnTo>
                  <a:pt x="136388" y="1000"/>
                </a:lnTo>
                <a:lnTo>
                  <a:pt x="136778" y="1072"/>
                </a:lnTo>
                <a:lnTo>
                  <a:pt x="136778" y="1072"/>
                </a:lnTo>
                <a:lnTo>
                  <a:pt x="137499" y="1220"/>
                </a:lnTo>
                <a:lnTo>
                  <a:pt x="138190" y="1373"/>
                </a:lnTo>
                <a:lnTo>
                  <a:pt x="138820" y="1536"/>
                </a:lnTo>
                <a:lnTo>
                  <a:pt x="139451" y="1699"/>
                </a:lnTo>
                <a:lnTo>
                  <a:pt x="140052" y="1873"/>
                </a:lnTo>
                <a:lnTo>
                  <a:pt x="140623" y="2046"/>
                </a:lnTo>
                <a:lnTo>
                  <a:pt x="141133" y="2225"/>
                </a:lnTo>
                <a:lnTo>
                  <a:pt x="141644" y="2408"/>
                </a:lnTo>
                <a:lnTo>
                  <a:pt x="142094" y="2597"/>
                </a:lnTo>
                <a:lnTo>
                  <a:pt x="142485" y="2791"/>
                </a:lnTo>
                <a:lnTo>
                  <a:pt x="142875" y="2980"/>
                </a:lnTo>
                <a:lnTo>
                  <a:pt x="143206" y="3178"/>
                </a:lnTo>
                <a:lnTo>
                  <a:pt x="143476" y="3372"/>
                </a:lnTo>
                <a:lnTo>
                  <a:pt x="143716" y="3576"/>
                </a:lnTo>
                <a:lnTo>
                  <a:pt x="143896" y="3775"/>
                </a:lnTo>
                <a:lnTo>
                  <a:pt x="144046" y="3974"/>
                </a:lnTo>
                <a:lnTo>
                  <a:pt x="144137" y="4178"/>
                </a:lnTo>
                <a:lnTo>
                  <a:pt x="144167" y="4377"/>
                </a:lnTo>
                <a:lnTo>
                  <a:pt x="144167" y="4581"/>
                </a:lnTo>
                <a:lnTo>
                  <a:pt x="144107" y="4780"/>
                </a:lnTo>
                <a:lnTo>
                  <a:pt x="143986" y="4979"/>
                </a:lnTo>
                <a:lnTo>
                  <a:pt x="143806" y="5178"/>
                </a:lnTo>
                <a:lnTo>
                  <a:pt x="143566" y="5372"/>
                </a:lnTo>
                <a:lnTo>
                  <a:pt x="143266" y="5566"/>
                </a:lnTo>
                <a:lnTo>
                  <a:pt x="142905" y="5759"/>
                </a:lnTo>
                <a:lnTo>
                  <a:pt x="142485" y="5948"/>
                </a:lnTo>
                <a:lnTo>
                  <a:pt x="142004" y="6132"/>
                </a:lnTo>
                <a:lnTo>
                  <a:pt x="141433" y="6310"/>
                </a:lnTo>
                <a:lnTo>
                  <a:pt x="140833" y="6489"/>
                </a:lnTo>
                <a:lnTo>
                  <a:pt x="140502" y="6575"/>
                </a:lnTo>
                <a:lnTo>
                  <a:pt x="140142" y="6662"/>
                </a:lnTo>
                <a:lnTo>
                  <a:pt x="139782" y="6744"/>
                </a:lnTo>
                <a:lnTo>
                  <a:pt x="139391" y="6825"/>
                </a:lnTo>
                <a:lnTo>
                  <a:pt x="138971" y="6907"/>
                </a:lnTo>
                <a:lnTo>
                  <a:pt x="138550" y="6989"/>
                </a:lnTo>
                <a:lnTo>
                  <a:pt x="138550" y="6989"/>
                </a:lnTo>
                <a:lnTo>
                  <a:pt x="138220" y="7050"/>
                </a:lnTo>
                <a:lnTo>
                  <a:pt x="137829" y="7111"/>
                </a:lnTo>
                <a:lnTo>
                  <a:pt x="137439" y="7167"/>
                </a:lnTo>
                <a:lnTo>
                  <a:pt x="137018" y="7228"/>
                </a:lnTo>
                <a:lnTo>
                  <a:pt x="136568" y="7284"/>
                </a:lnTo>
                <a:lnTo>
                  <a:pt x="136117" y="7341"/>
                </a:lnTo>
                <a:lnTo>
                  <a:pt x="135126" y="7448"/>
                </a:lnTo>
                <a:lnTo>
                  <a:pt x="134045" y="7550"/>
                </a:lnTo>
                <a:lnTo>
                  <a:pt x="132904" y="7652"/>
                </a:lnTo>
                <a:lnTo>
                  <a:pt x="131702" y="7738"/>
                </a:lnTo>
                <a:lnTo>
                  <a:pt x="130441" y="7825"/>
                </a:lnTo>
                <a:lnTo>
                  <a:pt x="129119" y="7902"/>
                </a:lnTo>
                <a:lnTo>
                  <a:pt x="127738" y="7968"/>
                </a:lnTo>
                <a:lnTo>
                  <a:pt x="126356" y="8029"/>
                </a:lnTo>
                <a:lnTo>
                  <a:pt x="124914" y="8075"/>
                </a:lnTo>
                <a:lnTo>
                  <a:pt x="123443" y="8116"/>
                </a:lnTo>
                <a:lnTo>
                  <a:pt x="121941" y="8146"/>
                </a:lnTo>
                <a:lnTo>
                  <a:pt x="120469" y="8162"/>
                </a:lnTo>
                <a:lnTo>
                  <a:pt x="118937" y="8172"/>
                </a:lnTo>
                <a:lnTo>
                  <a:pt x="118937" y="8172"/>
                </a:lnTo>
                <a:lnTo>
                  <a:pt x="117526" y="8167"/>
                </a:lnTo>
                <a:lnTo>
                  <a:pt x="116114" y="8146"/>
                </a:lnTo>
                <a:lnTo>
                  <a:pt x="25229" y="8146"/>
                </a:lnTo>
                <a:lnTo>
                  <a:pt x="25229" y="8146"/>
                </a:lnTo>
                <a:lnTo>
                  <a:pt x="24478" y="8157"/>
                </a:lnTo>
                <a:lnTo>
                  <a:pt x="23728" y="8167"/>
                </a:lnTo>
                <a:lnTo>
                  <a:pt x="23007" y="8172"/>
                </a:lnTo>
                <a:lnTo>
                  <a:pt x="22256" y="8172"/>
                </a:lnTo>
                <a:lnTo>
                  <a:pt x="22256" y="8172"/>
                </a:lnTo>
                <a:lnTo>
                  <a:pt x="20874" y="8167"/>
                </a:lnTo>
                <a:lnTo>
                  <a:pt x="19493" y="8152"/>
                </a:lnTo>
                <a:lnTo>
                  <a:pt x="18111" y="8121"/>
                </a:lnTo>
                <a:lnTo>
                  <a:pt x="17450" y="8101"/>
                </a:lnTo>
                <a:lnTo>
                  <a:pt x="16790" y="8080"/>
                </a:lnTo>
                <a:lnTo>
                  <a:pt x="16099" y="8055"/>
                </a:lnTo>
                <a:lnTo>
                  <a:pt x="15468" y="8024"/>
                </a:lnTo>
                <a:lnTo>
                  <a:pt x="14807" y="7993"/>
                </a:lnTo>
                <a:lnTo>
                  <a:pt x="14177" y="7963"/>
                </a:lnTo>
                <a:lnTo>
                  <a:pt x="13546" y="7922"/>
                </a:lnTo>
                <a:lnTo>
                  <a:pt x="12915" y="7881"/>
                </a:lnTo>
                <a:lnTo>
                  <a:pt x="12314" y="7840"/>
                </a:lnTo>
                <a:lnTo>
                  <a:pt x="11714" y="7795"/>
                </a:lnTo>
                <a:lnTo>
                  <a:pt x="11113" y="7744"/>
                </a:lnTo>
                <a:lnTo>
                  <a:pt x="10542" y="7687"/>
                </a:lnTo>
                <a:lnTo>
                  <a:pt x="9972" y="7631"/>
                </a:lnTo>
                <a:lnTo>
                  <a:pt x="9431" y="7575"/>
                </a:lnTo>
                <a:lnTo>
                  <a:pt x="8890" y="7509"/>
                </a:lnTo>
                <a:lnTo>
                  <a:pt x="8380" y="7448"/>
                </a:lnTo>
                <a:lnTo>
                  <a:pt x="7869" y="7376"/>
                </a:lnTo>
                <a:lnTo>
                  <a:pt x="7359" y="7305"/>
                </a:lnTo>
                <a:lnTo>
                  <a:pt x="6908" y="7228"/>
                </a:lnTo>
                <a:lnTo>
                  <a:pt x="6428" y="7147"/>
                </a:lnTo>
                <a:lnTo>
                  <a:pt x="6007" y="7065"/>
                </a:lnTo>
                <a:lnTo>
                  <a:pt x="5587" y="6978"/>
                </a:lnTo>
                <a:lnTo>
                  <a:pt x="5166" y="6892"/>
                </a:lnTo>
                <a:lnTo>
                  <a:pt x="4806" y="6800"/>
                </a:lnTo>
                <a:lnTo>
                  <a:pt x="4415" y="6703"/>
                </a:lnTo>
                <a:lnTo>
                  <a:pt x="4085" y="6601"/>
                </a:lnTo>
                <a:lnTo>
                  <a:pt x="4085" y="6601"/>
                </a:lnTo>
                <a:lnTo>
                  <a:pt x="3364" y="6371"/>
                </a:lnTo>
                <a:lnTo>
                  <a:pt x="2703" y="6142"/>
                </a:lnTo>
                <a:lnTo>
                  <a:pt x="2103" y="5918"/>
                </a:lnTo>
                <a:lnTo>
                  <a:pt x="1562" y="5693"/>
                </a:lnTo>
                <a:lnTo>
                  <a:pt x="1081" y="5469"/>
                </a:lnTo>
                <a:lnTo>
                  <a:pt x="661" y="5249"/>
                </a:lnTo>
                <a:lnTo>
                  <a:pt x="300" y="5035"/>
                </a:lnTo>
                <a:lnTo>
                  <a:pt x="0" y="4821"/>
                </a:lnTo>
                <a:lnTo>
                  <a:pt x="0" y="4821"/>
                </a:lnTo>
                <a:lnTo>
                  <a:pt x="811" y="4800"/>
                </a:lnTo>
                <a:lnTo>
                  <a:pt x="1682" y="4770"/>
                </a:lnTo>
                <a:lnTo>
                  <a:pt x="2523" y="4744"/>
                </a:lnTo>
                <a:lnTo>
                  <a:pt x="3394" y="4709"/>
                </a:lnTo>
                <a:lnTo>
                  <a:pt x="4235" y="4668"/>
                </a:lnTo>
                <a:lnTo>
                  <a:pt x="5106" y="4622"/>
                </a:lnTo>
                <a:lnTo>
                  <a:pt x="5947" y="4571"/>
                </a:lnTo>
                <a:lnTo>
                  <a:pt x="6818" y="4510"/>
                </a:lnTo>
                <a:lnTo>
                  <a:pt x="7659" y="4449"/>
                </a:lnTo>
                <a:lnTo>
                  <a:pt x="8470" y="4377"/>
                </a:lnTo>
                <a:lnTo>
                  <a:pt x="9311" y="4301"/>
                </a:lnTo>
                <a:lnTo>
                  <a:pt x="10122" y="4219"/>
                </a:lnTo>
                <a:lnTo>
                  <a:pt x="10903" y="4127"/>
                </a:lnTo>
                <a:lnTo>
                  <a:pt x="11684" y="4030"/>
                </a:lnTo>
                <a:lnTo>
                  <a:pt x="12404" y="3923"/>
                </a:lnTo>
                <a:lnTo>
                  <a:pt x="13155" y="3811"/>
                </a:lnTo>
                <a:lnTo>
                  <a:pt x="13846" y="3694"/>
                </a:lnTo>
                <a:lnTo>
                  <a:pt x="14507" y="3561"/>
                </a:lnTo>
                <a:lnTo>
                  <a:pt x="15138" y="3428"/>
                </a:lnTo>
                <a:lnTo>
                  <a:pt x="15738" y="3280"/>
                </a:lnTo>
                <a:lnTo>
                  <a:pt x="16309" y="3127"/>
                </a:lnTo>
                <a:lnTo>
                  <a:pt x="16820" y="2964"/>
                </a:lnTo>
                <a:lnTo>
                  <a:pt x="17300" y="2791"/>
                </a:lnTo>
                <a:lnTo>
                  <a:pt x="17751" y="2607"/>
                </a:lnTo>
                <a:lnTo>
                  <a:pt x="18141" y="2418"/>
                </a:lnTo>
                <a:lnTo>
                  <a:pt x="18471" y="2214"/>
                </a:lnTo>
                <a:lnTo>
                  <a:pt x="18772" y="2000"/>
                </a:lnTo>
                <a:lnTo>
                  <a:pt x="19012" y="1781"/>
                </a:lnTo>
                <a:lnTo>
                  <a:pt x="19192" y="1546"/>
                </a:lnTo>
                <a:lnTo>
                  <a:pt x="19312" y="1301"/>
                </a:lnTo>
                <a:lnTo>
                  <a:pt x="19373" y="1046"/>
                </a:lnTo>
                <a:lnTo>
                  <a:pt x="19373" y="781"/>
                </a:lnTo>
                <a:lnTo>
                  <a:pt x="19373" y="781"/>
                </a:lnTo>
                <a:lnTo>
                  <a:pt x="19312" y="603"/>
                </a:lnTo>
                <a:lnTo>
                  <a:pt x="19252" y="424"/>
                </a:lnTo>
                <a:lnTo>
                  <a:pt x="19162" y="256"/>
                </a:lnTo>
                <a:lnTo>
                  <a:pt x="19072" y="93"/>
                </a:lnTo>
                <a:lnTo>
                  <a:pt x="19072" y="93"/>
                </a:lnTo>
                <a:lnTo>
                  <a:pt x="20754" y="52"/>
                </a:lnTo>
                <a:lnTo>
                  <a:pt x="22466" y="21"/>
                </a:lnTo>
                <a:lnTo>
                  <a:pt x="24178" y="6"/>
                </a:lnTo>
                <a:lnTo>
                  <a:pt x="2592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5"/>
          <p:cNvSpPr/>
          <p:nvPr/>
        </p:nvSpPr>
        <p:spPr>
          <a:xfrm flipH="1">
            <a:off x="5482285" y="1033845"/>
            <a:ext cx="1936998" cy="2018114"/>
          </a:xfrm>
          <a:custGeom>
            <a:avLst/>
            <a:gdLst/>
            <a:ahLst/>
            <a:cxnLst/>
            <a:rect l="l" t="t" r="r" b="b"/>
            <a:pathLst>
              <a:path w="46045" h="8136" fill="none" extrusionOk="0">
                <a:moveTo>
                  <a:pt x="22737" y="0"/>
                </a:moveTo>
                <a:lnTo>
                  <a:pt x="22737" y="0"/>
                </a:lnTo>
                <a:lnTo>
                  <a:pt x="24149" y="5"/>
                </a:lnTo>
                <a:lnTo>
                  <a:pt x="24900" y="10"/>
                </a:lnTo>
                <a:lnTo>
                  <a:pt x="25681" y="21"/>
                </a:lnTo>
                <a:lnTo>
                  <a:pt x="26492" y="31"/>
                </a:lnTo>
                <a:lnTo>
                  <a:pt x="27333" y="51"/>
                </a:lnTo>
                <a:lnTo>
                  <a:pt x="28204" y="72"/>
                </a:lnTo>
                <a:lnTo>
                  <a:pt x="29075" y="97"/>
                </a:lnTo>
                <a:lnTo>
                  <a:pt x="29946" y="133"/>
                </a:lnTo>
                <a:lnTo>
                  <a:pt x="30847" y="168"/>
                </a:lnTo>
                <a:lnTo>
                  <a:pt x="31748" y="214"/>
                </a:lnTo>
                <a:lnTo>
                  <a:pt x="32649" y="265"/>
                </a:lnTo>
                <a:lnTo>
                  <a:pt x="33550" y="321"/>
                </a:lnTo>
                <a:lnTo>
                  <a:pt x="34451" y="388"/>
                </a:lnTo>
                <a:lnTo>
                  <a:pt x="35352" y="464"/>
                </a:lnTo>
                <a:lnTo>
                  <a:pt x="36223" y="546"/>
                </a:lnTo>
                <a:lnTo>
                  <a:pt x="37094" y="638"/>
                </a:lnTo>
                <a:lnTo>
                  <a:pt x="37935" y="740"/>
                </a:lnTo>
                <a:lnTo>
                  <a:pt x="38776" y="847"/>
                </a:lnTo>
                <a:lnTo>
                  <a:pt x="39557" y="969"/>
                </a:lnTo>
                <a:lnTo>
                  <a:pt x="40338" y="1102"/>
                </a:lnTo>
                <a:lnTo>
                  <a:pt x="41088" y="1240"/>
                </a:lnTo>
                <a:lnTo>
                  <a:pt x="41809" y="1398"/>
                </a:lnTo>
                <a:lnTo>
                  <a:pt x="42140" y="1474"/>
                </a:lnTo>
                <a:lnTo>
                  <a:pt x="42470" y="1561"/>
                </a:lnTo>
                <a:lnTo>
                  <a:pt x="42770" y="1648"/>
                </a:lnTo>
                <a:lnTo>
                  <a:pt x="43101" y="1739"/>
                </a:lnTo>
                <a:lnTo>
                  <a:pt x="43401" y="1831"/>
                </a:lnTo>
                <a:lnTo>
                  <a:pt x="43671" y="1928"/>
                </a:lnTo>
                <a:lnTo>
                  <a:pt x="43942" y="2030"/>
                </a:lnTo>
                <a:lnTo>
                  <a:pt x="44212" y="2132"/>
                </a:lnTo>
                <a:lnTo>
                  <a:pt x="44452" y="2239"/>
                </a:lnTo>
                <a:lnTo>
                  <a:pt x="44693" y="2352"/>
                </a:lnTo>
                <a:lnTo>
                  <a:pt x="44903" y="2464"/>
                </a:lnTo>
                <a:lnTo>
                  <a:pt x="45113" y="2581"/>
                </a:lnTo>
                <a:lnTo>
                  <a:pt x="45323" y="2703"/>
                </a:lnTo>
                <a:lnTo>
                  <a:pt x="45504" y="2826"/>
                </a:lnTo>
                <a:lnTo>
                  <a:pt x="45654" y="2959"/>
                </a:lnTo>
                <a:lnTo>
                  <a:pt x="45804" y="3091"/>
                </a:lnTo>
                <a:lnTo>
                  <a:pt x="45924" y="3224"/>
                </a:lnTo>
                <a:lnTo>
                  <a:pt x="46044" y="3367"/>
                </a:lnTo>
                <a:lnTo>
                  <a:pt x="46044" y="3367"/>
                </a:lnTo>
                <a:lnTo>
                  <a:pt x="45083" y="3392"/>
                </a:lnTo>
                <a:lnTo>
                  <a:pt x="44122" y="3423"/>
                </a:lnTo>
                <a:lnTo>
                  <a:pt x="43191" y="3458"/>
                </a:lnTo>
                <a:lnTo>
                  <a:pt x="42260" y="3499"/>
                </a:lnTo>
                <a:lnTo>
                  <a:pt x="41389" y="3540"/>
                </a:lnTo>
                <a:lnTo>
                  <a:pt x="40518" y="3581"/>
                </a:lnTo>
                <a:lnTo>
                  <a:pt x="39677" y="3632"/>
                </a:lnTo>
                <a:lnTo>
                  <a:pt x="38866" y="3678"/>
                </a:lnTo>
                <a:lnTo>
                  <a:pt x="38085" y="3734"/>
                </a:lnTo>
                <a:lnTo>
                  <a:pt x="37364" y="3790"/>
                </a:lnTo>
                <a:lnTo>
                  <a:pt x="36643" y="3846"/>
                </a:lnTo>
                <a:lnTo>
                  <a:pt x="35983" y="3907"/>
                </a:lnTo>
                <a:lnTo>
                  <a:pt x="35382" y="3974"/>
                </a:lnTo>
                <a:lnTo>
                  <a:pt x="34781" y="4035"/>
                </a:lnTo>
                <a:lnTo>
                  <a:pt x="34271" y="4106"/>
                </a:lnTo>
                <a:lnTo>
                  <a:pt x="33760" y="4172"/>
                </a:lnTo>
                <a:lnTo>
                  <a:pt x="33760" y="4172"/>
                </a:lnTo>
                <a:lnTo>
                  <a:pt x="33189" y="4264"/>
                </a:lnTo>
                <a:lnTo>
                  <a:pt x="32649" y="4361"/>
                </a:lnTo>
                <a:lnTo>
                  <a:pt x="32138" y="4453"/>
                </a:lnTo>
                <a:lnTo>
                  <a:pt x="31628" y="4555"/>
                </a:lnTo>
                <a:lnTo>
                  <a:pt x="31147" y="4652"/>
                </a:lnTo>
                <a:lnTo>
                  <a:pt x="30666" y="4754"/>
                </a:lnTo>
                <a:lnTo>
                  <a:pt x="30216" y="4861"/>
                </a:lnTo>
                <a:lnTo>
                  <a:pt x="29795" y="4968"/>
                </a:lnTo>
                <a:lnTo>
                  <a:pt x="29405" y="5075"/>
                </a:lnTo>
                <a:lnTo>
                  <a:pt x="29045" y="5187"/>
                </a:lnTo>
                <a:lnTo>
                  <a:pt x="28684" y="5300"/>
                </a:lnTo>
                <a:lnTo>
                  <a:pt x="28354" y="5417"/>
                </a:lnTo>
                <a:lnTo>
                  <a:pt x="28053" y="5534"/>
                </a:lnTo>
                <a:lnTo>
                  <a:pt x="27783" y="5652"/>
                </a:lnTo>
                <a:lnTo>
                  <a:pt x="27513" y="5774"/>
                </a:lnTo>
                <a:lnTo>
                  <a:pt x="27272" y="5896"/>
                </a:lnTo>
                <a:lnTo>
                  <a:pt x="27062" y="6019"/>
                </a:lnTo>
                <a:lnTo>
                  <a:pt x="26882" y="6146"/>
                </a:lnTo>
                <a:lnTo>
                  <a:pt x="26702" y="6279"/>
                </a:lnTo>
                <a:lnTo>
                  <a:pt x="26582" y="6407"/>
                </a:lnTo>
                <a:lnTo>
                  <a:pt x="26462" y="6539"/>
                </a:lnTo>
                <a:lnTo>
                  <a:pt x="26371" y="6672"/>
                </a:lnTo>
                <a:lnTo>
                  <a:pt x="26311" y="6810"/>
                </a:lnTo>
                <a:lnTo>
                  <a:pt x="26281" y="6942"/>
                </a:lnTo>
                <a:lnTo>
                  <a:pt x="26281" y="7085"/>
                </a:lnTo>
                <a:lnTo>
                  <a:pt x="26281" y="7223"/>
                </a:lnTo>
                <a:lnTo>
                  <a:pt x="26341" y="7365"/>
                </a:lnTo>
                <a:lnTo>
                  <a:pt x="26401" y="7508"/>
                </a:lnTo>
                <a:lnTo>
                  <a:pt x="26492" y="7651"/>
                </a:lnTo>
                <a:lnTo>
                  <a:pt x="26642" y="7799"/>
                </a:lnTo>
                <a:lnTo>
                  <a:pt x="26792" y="7947"/>
                </a:lnTo>
                <a:lnTo>
                  <a:pt x="26972" y="8095"/>
                </a:lnTo>
                <a:lnTo>
                  <a:pt x="26972" y="8095"/>
                </a:lnTo>
                <a:lnTo>
                  <a:pt x="25921" y="8115"/>
                </a:lnTo>
                <a:lnTo>
                  <a:pt x="24900" y="8125"/>
                </a:lnTo>
                <a:lnTo>
                  <a:pt x="23939" y="8136"/>
                </a:lnTo>
                <a:lnTo>
                  <a:pt x="22978" y="8136"/>
                </a:lnTo>
                <a:lnTo>
                  <a:pt x="22978" y="8136"/>
                </a:lnTo>
                <a:lnTo>
                  <a:pt x="22197" y="8136"/>
                </a:lnTo>
                <a:lnTo>
                  <a:pt x="21476" y="8131"/>
                </a:lnTo>
                <a:lnTo>
                  <a:pt x="20755" y="8125"/>
                </a:lnTo>
                <a:lnTo>
                  <a:pt x="20094" y="8110"/>
                </a:lnTo>
                <a:lnTo>
                  <a:pt x="20094" y="8110"/>
                </a:lnTo>
                <a:lnTo>
                  <a:pt x="18472" y="8080"/>
                </a:lnTo>
                <a:lnTo>
                  <a:pt x="17661" y="8059"/>
                </a:lnTo>
                <a:lnTo>
                  <a:pt x="16820" y="8034"/>
                </a:lnTo>
                <a:lnTo>
                  <a:pt x="15979" y="8008"/>
                </a:lnTo>
                <a:lnTo>
                  <a:pt x="15138" y="7972"/>
                </a:lnTo>
                <a:lnTo>
                  <a:pt x="14298" y="7937"/>
                </a:lnTo>
                <a:lnTo>
                  <a:pt x="13457" y="7896"/>
                </a:lnTo>
                <a:lnTo>
                  <a:pt x="12646" y="7850"/>
                </a:lnTo>
                <a:lnTo>
                  <a:pt x="11805" y="7799"/>
                </a:lnTo>
                <a:lnTo>
                  <a:pt x="10994" y="7743"/>
                </a:lnTo>
                <a:lnTo>
                  <a:pt x="10183" y="7677"/>
                </a:lnTo>
                <a:lnTo>
                  <a:pt x="9372" y="7605"/>
                </a:lnTo>
                <a:lnTo>
                  <a:pt x="8621" y="7524"/>
                </a:lnTo>
                <a:lnTo>
                  <a:pt x="7840" y="7437"/>
                </a:lnTo>
                <a:lnTo>
                  <a:pt x="7119" y="7340"/>
                </a:lnTo>
                <a:lnTo>
                  <a:pt x="6398" y="7233"/>
                </a:lnTo>
                <a:lnTo>
                  <a:pt x="5708" y="7121"/>
                </a:lnTo>
                <a:lnTo>
                  <a:pt x="5047" y="6998"/>
                </a:lnTo>
                <a:lnTo>
                  <a:pt x="4416" y="6861"/>
                </a:lnTo>
                <a:lnTo>
                  <a:pt x="3815" y="6718"/>
                </a:lnTo>
                <a:lnTo>
                  <a:pt x="3245" y="6560"/>
                </a:lnTo>
                <a:lnTo>
                  <a:pt x="2704" y="6391"/>
                </a:lnTo>
                <a:lnTo>
                  <a:pt x="2224" y="6213"/>
                </a:lnTo>
                <a:lnTo>
                  <a:pt x="1773" y="6019"/>
                </a:lnTo>
                <a:lnTo>
                  <a:pt x="1353" y="5815"/>
                </a:lnTo>
                <a:lnTo>
                  <a:pt x="1022" y="5601"/>
                </a:lnTo>
                <a:lnTo>
                  <a:pt x="692" y="5366"/>
                </a:lnTo>
                <a:lnTo>
                  <a:pt x="452" y="5121"/>
                </a:lnTo>
                <a:lnTo>
                  <a:pt x="241" y="4861"/>
                </a:lnTo>
                <a:lnTo>
                  <a:pt x="91" y="4586"/>
                </a:lnTo>
                <a:lnTo>
                  <a:pt x="1" y="4295"/>
                </a:lnTo>
                <a:lnTo>
                  <a:pt x="1" y="4295"/>
                </a:lnTo>
                <a:lnTo>
                  <a:pt x="1" y="4147"/>
                </a:lnTo>
                <a:lnTo>
                  <a:pt x="1" y="3999"/>
                </a:lnTo>
                <a:lnTo>
                  <a:pt x="31" y="3861"/>
                </a:lnTo>
                <a:lnTo>
                  <a:pt x="61" y="3719"/>
                </a:lnTo>
                <a:lnTo>
                  <a:pt x="121" y="3586"/>
                </a:lnTo>
                <a:lnTo>
                  <a:pt x="211" y="3453"/>
                </a:lnTo>
                <a:lnTo>
                  <a:pt x="331" y="3321"/>
                </a:lnTo>
                <a:lnTo>
                  <a:pt x="452" y="3193"/>
                </a:lnTo>
                <a:lnTo>
                  <a:pt x="602" y="3071"/>
                </a:lnTo>
                <a:lnTo>
                  <a:pt x="782" y="2948"/>
                </a:lnTo>
                <a:lnTo>
                  <a:pt x="962" y="2831"/>
                </a:lnTo>
                <a:lnTo>
                  <a:pt x="1142" y="2714"/>
                </a:lnTo>
                <a:lnTo>
                  <a:pt x="1353" y="2601"/>
                </a:lnTo>
                <a:lnTo>
                  <a:pt x="1593" y="2494"/>
                </a:lnTo>
                <a:lnTo>
                  <a:pt x="1833" y="2382"/>
                </a:lnTo>
                <a:lnTo>
                  <a:pt x="2103" y="2280"/>
                </a:lnTo>
                <a:lnTo>
                  <a:pt x="2374" y="2178"/>
                </a:lnTo>
                <a:lnTo>
                  <a:pt x="2674" y="2081"/>
                </a:lnTo>
                <a:lnTo>
                  <a:pt x="2974" y="1984"/>
                </a:lnTo>
                <a:lnTo>
                  <a:pt x="3275" y="1887"/>
                </a:lnTo>
                <a:lnTo>
                  <a:pt x="3605" y="1796"/>
                </a:lnTo>
                <a:lnTo>
                  <a:pt x="3966" y="1709"/>
                </a:lnTo>
                <a:lnTo>
                  <a:pt x="4686" y="1535"/>
                </a:lnTo>
                <a:lnTo>
                  <a:pt x="5437" y="1377"/>
                </a:lnTo>
                <a:lnTo>
                  <a:pt x="6218" y="1229"/>
                </a:lnTo>
                <a:lnTo>
                  <a:pt x="7059" y="1087"/>
                </a:lnTo>
                <a:lnTo>
                  <a:pt x="7930" y="959"/>
                </a:lnTo>
                <a:lnTo>
                  <a:pt x="8801" y="837"/>
                </a:lnTo>
                <a:lnTo>
                  <a:pt x="9702" y="724"/>
                </a:lnTo>
                <a:lnTo>
                  <a:pt x="10633" y="617"/>
                </a:lnTo>
                <a:lnTo>
                  <a:pt x="11564" y="525"/>
                </a:lnTo>
                <a:lnTo>
                  <a:pt x="12495" y="439"/>
                </a:lnTo>
                <a:lnTo>
                  <a:pt x="13457" y="362"/>
                </a:lnTo>
                <a:lnTo>
                  <a:pt x="14418" y="291"/>
                </a:lnTo>
                <a:lnTo>
                  <a:pt x="15349" y="230"/>
                </a:lnTo>
                <a:lnTo>
                  <a:pt x="16280" y="174"/>
                </a:lnTo>
                <a:lnTo>
                  <a:pt x="17211" y="128"/>
                </a:lnTo>
                <a:lnTo>
                  <a:pt x="18142" y="92"/>
                </a:lnTo>
                <a:lnTo>
                  <a:pt x="19013" y="56"/>
                </a:lnTo>
                <a:lnTo>
                  <a:pt x="19884" y="31"/>
                </a:lnTo>
                <a:lnTo>
                  <a:pt x="20725" y="15"/>
                </a:lnTo>
                <a:lnTo>
                  <a:pt x="21536" y="5"/>
                </a:lnTo>
                <a:lnTo>
                  <a:pt x="22317" y="0"/>
                </a:lnTo>
                <a:lnTo>
                  <a:pt x="22317" y="0"/>
                </a:lnTo>
                <a:lnTo>
                  <a:pt x="2273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5"/>
          <p:cNvSpPr/>
          <p:nvPr/>
        </p:nvSpPr>
        <p:spPr>
          <a:xfrm flipH="1">
            <a:off x="5469616" y="1868776"/>
            <a:ext cx="844042" cy="1173017"/>
          </a:xfrm>
          <a:custGeom>
            <a:avLst/>
            <a:gdLst/>
            <a:ahLst/>
            <a:cxnLst/>
            <a:rect l="l" t="t" r="r" b="b"/>
            <a:pathLst>
              <a:path w="20064" h="4729" fill="none" extrusionOk="0">
                <a:moveTo>
                  <a:pt x="19763" y="1"/>
                </a:moveTo>
                <a:lnTo>
                  <a:pt x="19763" y="1"/>
                </a:lnTo>
                <a:lnTo>
                  <a:pt x="19853" y="164"/>
                </a:lnTo>
                <a:lnTo>
                  <a:pt x="19943" y="332"/>
                </a:lnTo>
                <a:lnTo>
                  <a:pt x="20003" y="511"/>
                </a:lnTo>
                <a:lnTo>
                  <a:pt x="20064" y="689"/>
                </a:lnTo>
                <a:lnTo>
                  <a:pt x="20064" y="689"/>
                </a:lnTo>
                <a:lnTo>
                  <a:pt x="20064" y="954"/>
                </a:lnTo>
                <a:lnTo>
                  <a:pt x="20003" y="1209"/>
                </a:lnTo>
                <a:lnTo>
                  <a:pt x="19883" y="1454"/>
                </a:lnTo>
                <a:lnTo>
                  <a:pt x="19703" y="1689"/>
                </a:lnTo>
                <a:lnTo>
                  <a:pt x="19463" y="1908"/>
                </a:lnTo>
                <a:lnTo>
                  <a:pt x="19162" y="2122"/>
                </a:lnTo>
                <a:lnTo>
                  <a:pt x="18832" y="2326"/>
                </a:lnTo>
                <a:lnTo>
                  <a:pt x="18442" y="2515"/>
                </a:lnTo>
                <a:lnTo>
                  <a:pt x="17991" y="2699"/>
                </a:lnTo>
                <a:lnTo>
                  <a:pt x="17511" y="2872"/>
                </a:lnTo>
                <a:lnTo>
                  <a:pt x="17000" y="3035"/>
                </a:lnTo>
                <a:lnTo>
                  <a:pt x="16429" y="3188"/>
                </a:lnTo>
                <a:lnTo>
                  <a:pt x="15829" y="3336"/>
                </a:lnTo>
                <a:lnTo>
                  <a:pt x="15198" y="3469"/>
                </a:lnTo>
                <a:lnTo>
                  <a:pt x="14537" y="3602"/>
                </a:lnTo>
                <a:lnTo>
                  <a:pt x="13846" y="3719"/>
                </a:lnTo>
                <a:lnTo>
                  <a:pt x="13095" y="3831"/>
                </a:lnTo>
                <a:lnTo>
                  <a:pt x="12375" y="3938"/>
                </a:lnTo>
                <a:lnTo>
                  <a:pt x="11594" y="4035"/>
                </a:lnTo>
                <a:lnTo>
                  <a:pt x="10813" y="4127"/>
                </a:lnTo>
                <a:lnTo>
                  <a:pt x="10002" y="4209"/>
                </a:lnTo>
                <a:lnTo>
                  <a:pt x="9161" y="4285"/>
                </a:lnTo>
                <a:lnTo>
                  <a:pt x="8350" y="4357"/>
                </a:lnTo>
                <a:lnTo>
                  <a:pt x="7509" y="4418"/>
                </a:lnTo>
                <a:lnTo>
                  <a:pt x="6638" y="4479"/>
                </a:lnTo>
                <a:lnTo>
                  <a:pt x="5797" y="4530"/>
                </a:lnTo>
                <a:lnTo>
                  <a:pt x="4926" y="4576"/>
                </a:lnTo>
                <a:lnTo>
                  <a:pt x="4085" y="4617"/>
                </a:lnTo>
                <a:lnTo>
                  <a:pt x="3214" y="4652"/>
                </a:lnTo>
                <a:lnTo>
                  <a:pt x="2373" y="4678"/>
                </a:lnTo>
                <a:lnTo>
                  <a:pt x="1502" y="4708"/>
                </a:lnTo>
                <a:lnTo>
                  <a:pt x="691" y="4729"/>
                </a:lnTo>
                <a:lnTo>
                  <a:pt x="691" y="4729"/>
                </a:lnTo>
                <a:lnTo>
                  <a:pt x="511" y="4581"/>
                </a:lnTo>
                <a:lnTo>
                  <a:pt x="361" y="4433"/>
                </a:lnTo>
                <a:lnTo>
                  <a:pt x="211" y="4285"/>
                </a:lnTo>
                <a:lnTo>
                  <a:pt x="120" y="4142"/>
                </a:lnTo>
                <a:lnTo>
                  <a:pt x="60" y="3999"/>
                </a:lnTo>
                <a:lnTo>
                  <a:pt x="0" y="3857"/>
                </a:lnTo>
                <a:lnTo>
                  <a:pt x="0" y="3719"/>
                </a:lnTo>
                <a:lnTo>
                  <a:pt x="0" y="3576"/>
                </a:lnTo>
                <a:lnTo>
                  <a:pt x="30" y="3444"/>
                </a:lnTo>
                <a:lnTo>
                  <a:pt x="90" y="3306"/>
                </a:lnTo>
                <a:lnTo>
                  <a:pt x="181" y="3173"/>
                </a:lnTo>
                <a:lnTo>
                  <a:pt x="301" y="3041"/>
                </a:lnTo>
                <a:lnTo>
                  <a:pt x="421" y="2913"/>
                </a:lnTo>
                <a:lnTo>
                  <a:pt x="601" y="2780"/>
                </a:lnTo>
                <a:lnTo>
                  <a:pt x="781" y="2653"/>
                </a:lnTo>
                <a:lnTo>
                  <a:pt x="991" y="2530"/>
                </a:lnTo>
                <a:lnTo>
                  <a:pt x="1232" y="2408"/>
                </a:lnTo>
                <a:lnTo>
                  <a:pt x="1502" y="2286"/>
                </a:lnTo>
                <a:lnTo>
                  <a:pt x="1772" y="2168"/>
                </a:lnTo>
                <a:lnTo>
                  <a:pt x="2073" y="2051"/>
                </a:lnTo>
                <a:lnTo>
                  <a:pt x="2403" y="1934"/>
                </a:lnTo>
                <a:lnTo>
                  <a:pt x="2764" y="1821"/>
                </a:lnTo>
                <a:lnTo>
                  <a:pt x="3124" y="1709"/>
                </a:lnTo>
                <a:lnTo>
                  <a:pt x="3514" y="1602"/>
                </a:lnTo>
                <a:lnTo>
                  <a:pt x="3935" y="1495"/>
                </a:lnTo>
                <a:lnTo>
                  <a:pt x="4385" y="1388"/>
                </a:lnTo>
                <a:lnTo>
                  <a:pt x="4866" y="1286"/>
                </a:lnTo>
                <a:lnTo>
                  <a:pt x="5347" y="1189"/>
                </a:lnTo>
                <a:lnTo>
                  <a:pt x="5857" y="1087"/>
                </a:lnTo>
                <a:lnTo>
                  <a:pt x="6368" y="995"/>
                </a:lnTo>
                <a:lnTo>
                  <a:pt x="6908" y="898"/>
                </a:lnTo>
                <a:lnTo>
                  <a:pt x="7479" y="806"/>
                </a:lnTo>
                <a:lnTo>
                  <a:pt x="7479" y="806"/>
                </a:lnTo>
                <a:lnTo>
                  <a:pt x="7990" y="740"/>
                </a:lnTo>
                <a:lnTo>
                  <a:pt x="8500" y="669"/>
                </a:lnTo>
                <a:lnTo>
                  <a:pt x="9101" y="608"/>
                </a:lnTo>
                <a:lnTo>
                  <a:pt x="9702" y="541"/>
                </a:lnTo>
                <a:lnTo>
                  <a:pt x="10362" y="480"/>
                </a:lnTo>
                <a:lnTo>
                  <a:pt x="11083" y="424"/>
                </a:lnTo>
                <a:lnTo>
                  <a:pt x="11804" y="368"/>
                </a:lnTo>
                <a:lnTo>
                  <a:pt x="12585" y="312"/>
                </a:lnTo>
                <a:lnTo>
                  <a:pt x="13396" y="266"/>
                </a:lnTo>
                <a:lnTo>
                  <a:pt x="14237" y="215"/>
                </a:lnTo>
                <a:lnTo>
                  <a:pt x="15108" y="174"/>
                </a:lnTo>
                <a:lnTo>
                  <a:pt x="15979" y="133"/>
                </a:lnTo>
                <a:lnTo>
                  <a:pt x="16910" y="92"/>
                </a:lnTo>
                <a:lnTo>
                  <a:pt x="17841" y="57"/>
                </a:lnTo>
                <a:lnTo>
                  <a:pt x="18802" y="26"/>
                </a:lnTo>
                <a:lnTo>
                  <a:pt x="1976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5"/>
          <p:cNvSpPr txBox="1">
            <a:spLocks noGrp="1"/>
          </p:cNvSpPr>
          <p:nvPr>
            <p:ph type="title"/>
          </p:nvPr>
        </p:nvSpPr>
        <p:spPr>
          <a:xfrm>
            <a:off x="457200" y="1265875"/>
            <a:ext cx="51138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400"/>
              <a:buNone/>
              <a:defRPr>
                <a:solidFill>
                  <a:schemeClr val="lt1"/>
                </a:solidFill>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711" name="Google Shape;711;p45"/>
          <p:cNvSpPr txBox="1">
            <a:spLocks noGrp="1"/>
          </p:cNvSpPr>
          <p:nvPr>
            <p:ph type="title" idx="2"/>
          </p:nvPr>
        </p:nvSpPr>
        <p:spPr>
          <a:xfrm>
            <a:off x="457200" y="914400"/>
            <a:ext cx="8229600" cy="2631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200"/>
              <a:buNone/>
              <a:defRPr sz="1200">
                <a:solidFill>
                  <a:schemeClr val="lt1"/>
                </a:solidFill>
              </a:defRPr>
            </a:lvl1pPr>
            <a:lvl2pPr lvl="1" rtl="0">
              <a:spcBef>
                <a:spcPts val="0"/>
              </a:spcBef>
              <a:spcAft>
                <a:spcPts val="0"/>
              </a:spcAft>
              <a:buSzPts val="1200"/>
              <a:buNone/>
              <a:defRPr sz="1200">
                <a:latin typeface="Lato"/>
                <a:ea typeface="Lato"/>
                <a:cs typeface="Lato"/>
                <a:sym typeface="Lato"/>
              </a:defRPr>
            </a:lvl2pPr>
            <a:lvl3pPr lvl="2" rtl="0">
              <a:spcBef>
                <a:spcPts val="0"/>
              </a:spcBef>
              <a:spcAft>
                <a:spcPts val="0"/>
              </a:spcAft>
              <a:buSzPts val="1200"/>
              <a:buNone/>
              <a:defRPr sz="1200">
                <a:latin typeface="Lato"/>
                <a:ea typeface="Lato"/>
                <a:cs typeface="Lato"/>
                <a:sym typeface="Lato"/>
              </a:defRPr>
            </a:lvl3pPr>
            <a:lvl4pPr lvl="3" rtl="0">
              <a:spcBef>
                <a:spcPts val="0"/>
              </a:spcBef>
              <a:spcAft>
                <a:spcPts val="0"/>
              </a:spcAft>
              <a:buSzPts val="1200"/>
              <a:buNone/>
              <a:defRPr sz="1200">
                <a:latin typeface="Lato"/>
                <a:ea typeface="Lato"/>
                <a:cs typeface="Lato"/>
                <a:sym typeface="Lato"/>
              </a:defRPr>
            </a:lvl4pPr>
            <a:lvl5pPr lvl="4" rtl="0">
              <a:spcBef>
                <a:spcPts val="0"/>
              </a:spcBef>
              <a:spcAft>
                <a:spcPts val="0"/>
              </a:spcAft>
              <a:buSzPts val="1200"/>
              <a:buNone/>
              <a:defRPr sz="1200">
                <a:latin typeface="Lato"/>
                <a:ea typeface="Lato"/>
                <a:cs typeface="Lato"/>
                <a:sym typeface="Lato"/>
              </a:defRPr>
            </a:lvl5pPr>
            <a:lvl6pPr lvl="5" rtl="0">
              <a:spcBef>
                <a:spcPts val="0"/>
              </a:spcBef>
              <a:spcAft>
                <a:spcPts val="0"/>
              </a:spcAft>
              <a:buSzPts val="1200"/>
              <a:buNone/>
              <a:defRPr sz="1200">
                <a:latin typeface="Lato"/>
                <a:ea typeface="Lato"/>
                <a:cs typeface="Lato"/>
                <a:sym typeface="Lato"/>
              </a:defRPr>
            </a:lvl6pPr>
            <a:lvl7pPr lvl="6" rtl="0">
              <a:spcBef>
                <a:spcPts val="0"/>
              </a:spcBef>
              <a:spcAft>
                <a:spcPts val="0"/>
              </a:spcAft>
              <a:buSzPts val="1200"/>
              <a:buNone/>
              <a:defRPr sz="1200">
                <a:latin typeface="Lato"/>
                <a:ea typeface="Lato"/>
                <a:cs typeface="Lato"/>
                <a:sym typeface="Lato"/>
              </a:defRPr>
            </a:lvl7pPr>
            <a:lvl8pPr lvl="7" rtl="0">
              <a:spcBef>
                <a:spcPts val="0"/>
              </a:spcBef>
              <a:spcAft>
                <a:spcPts val="0"/>
              </a:spcAft>
              <a:buSzPts val="1200"/>
              <a:buNone/>
              <a:defRPr sz="1200">
                <a:latin typeface="Lato"/>
                <a:ea typeface="Lato"/>
                <a:cs typeface="Lato"/>
                <a:sym typeface="Lato"/>
              </a:defRPr>
            </a:lvl8pPr>
            <a:lvl9pPr lvl="8" rtl="0">
              <a:spcBef>
                <a:spcPts val="0"/>
              </a:spcBef>
              <a:spcAft>
                <a:spcPts val="0"/>
              </a:spcAft>
              <a:buSzPts val="1200"/>
              <a:buNone/>
              <a:defRPr sz="1200">
                <a:latin typeface="Lato"/>
                <a:ea typeface="Lato"/>
                <a:cs typeface="Lato"/>
                <a:sym typeface="Lato"/>
              </a:defRPr>
            </a:lvl9pPr>
          </a:lstStyle>
          <a:p>
            <a:endParaRPr/>
          </a:p>
        </p:txBody>
      </p:sp>
      <p:sp>
        <p:nvSpPr>
          <p:cNvPr id="712" name="Google Shape;712;p45"/>
          <p:cNvSpPr txBox="1">
            <a:spLocks noGrp="1"/>
          </p:cNvSpPr>
          <p:nvPr>
            <p:ph type="title" idx="3"/>
          </p:nvPr>
        </p:nvSpPr>
        <p:spPr>
          <a:xfrm>
            <a:off x="1585550" y="2689825"/>
            <a:ext cx="3443700" cy="339300"/>
          </a:xfrm>
          <a:prstGeom prst="rect">
            <a:avLst/>
          </a:prstGeom>
        </p:spPr>
        <p:txBody>
          <a:bodyPr spcFirstLastPara="1" wrap="square" lIns="0" tIns="0" rIns="0" bIns="0" anchor="ctr" anchorCtr="0">
            <a:noAutofit/>
          </a:bodyPr>
          <a:lstStyle>
            <a:lvl1pPr lvl="0" rtl="0">
              <a:lnSpc>
                <a:spcPct val="150000"/>
              </a:lnSpc>
              <a:spcBef>
                <a:spcPts val="0"/>
              </a:spcBef>
              <a:spcAft>
                <a:spcPts val="0"/>
              </a:spcAft>
              <a:buClr>
                <a:schemeClr val="lt1"/>
              </a:buClr>
              <a:buSzPts val="1400"/>
              <a:buFont typeface="Lato"/>
              <a:buNone/>
              <a:defRPr sz="1400">
                <a:solidFill>
                  <a:schemeClr val="lt1"/>
                </a:solidFill>
                <a:latin typeface="Lato"/>
                <a:ea typeface="Lato"/>
                <a:cs typeface="Lato"/>
                <a:sym typeface="Lato"/>
              </a:defRPr>
            </a:lvl1pPr>
            <a:lvl2pPr lvl="1" rtl="0">
              <a:lnSpc>
                <a:spcPct val="150000"/>
              </a:lnSpc>
              <a:spcBef>
                <a:spcPts val="0"/>
              </a:spcBef>
              <a:spcAft>
                <a:spcPts val="0"/>
              </a:spcAft>
              <a:buSzPts val="1400"/>
              <a:buFont typeface="Lato"/>
              <a:buNone/>
              <a:defRPr sz="1400">
                <a:latin typeface="Lato"/>
                <a:ea typeface="Lato"/>
                <a:cs typeface="Lato"/>
                <a:sym typeface="Lato"/>
              </a:defRPr>
            </a:lvl2pPr>
            <a:lvl3pPr lvl="2" rtl="0">
              <a:lnSpc>
                <a:spcPct val="150000"/>
              </a:lnSpc>
              <a:spcBef>
                <a:spcPts val="0"/>
              </a:spcBef>
              <a:spcAft>
                <a:spcPts val="0"/>
              </a:spcAft>
              <a:buSzPts val="1400"/>
              <a:buFont typeface="Lato"/>
              <a:buNone/>
              <a:defRPr sz="1400">
                <a:latin typeface="Lato"/>
                <a:ea typeface="Lato"/>
                <a:cs typeface="Lato"/>
                <a:sym typeface="Lato"/>
              </a:defRPr>
            </a:lvl3pPr>
            <a:lvl4pPr lvl="3" rtl="0">
              <a:lnSpc>
                <a:spcPct val="150000"/>
              </a:lnSpc>
              <a:spcBef>
                <a:spcPts val="0"/>
              </a:spcBef>
              <a:spcAft>
                <a:spcPts val="0"/>
              </a:spcAft>
              <a:buSzPts val="1400"/>
              <a:buFont typeface="Lato"/>
              <a:buNone/>
              <a:defRPr sz="1400">
                <a:latin typeface="Lato"/>
                <a:ea typeface="Lato"/>
                <a:cs typeface="Lato"/>
                <a:sym typeface="Lato"/>
              </a:defRPr>
            </a:lvl4pPr>
            <a:lvl5pPr lvl="4" rtl="0">
              <a:lnSpc>
                <a:spcPct val="150000"/>
              </a:lnSpc>
              <a:spcBef>
                <a:spcPts val="0"/>
              </a:spcBef>
              <a:spcAft>
                <a:spcPts val="0"/>
              </a:spcAft>
              <a:buSzPts val="1400"/>
              <a:buFont typeface="Lato"/>
              <a:buNone/>
              <a:defRPr sz="1400">
                <a:latin typeface="Lato"/>
                <a:ea typeface="Lato"/>
                <a:cs typeface="Lato"/>
                <a:sym typeface="Lato"/>
              </a:defRPr>
            </a:lvl5pPr>
            <a:lvl6pPr lvl="5" rtl="0">
              <a:lnSpc>
                <a:spcPct val="150000"/>
              </a:lnSpc>
              <a:spcBef>
                <a:spcPts val="0"/>
              </a:spcBef>
              <a:spcAft>
                <a:spcPts val="0"/>
              </a:spcAft>
              <a:buSzPts val="1400"/>
              <a:buFont typeface="Lato"/>
              <a:buNone/>
              <a:defRPr sz="1400">
                <a:latin typeface="Lato"/>
                <a:ea typeface="Lato"/>
                <a:cs typeface="Lato"/>
                <a:sym typeface="Lato"/>
              </a:defRPr>
            </a:lvl6pPr>
            <a:lvl7pPr lvl="6" rtl="0">
              <a:lnSpc>
                <a:spcPct val="150000"/>
              </a:lnSpc>
              <a:spcBef>
                <a:spcPts val="0"/>
              </a:spcBef>
              <a:spcAft>
                <a:spcPts val="0"/>
              </a:spcAft>
              <a:buSzPts val="1400"/>
              <a:buFont typeface="Lato"/>
              <a:buNone/>
              <a:defRPr sz="1400">
                <a:latin typeface="Lato"/>
                <a:ea typeface="Lato"/>
                <a:cs typeface="Lato"/>
                <a:sym typeface="Lato"/>
              </a:defRPr>
            </a:lvl7pPr>
            <a:lvl8pPr lvl="7" rtl="0">
              <a:lnSpc>
                <a:spcPct val="150000"/>
              </a:lnSpc>
              <a:spcBef>
                <a:spcPts val="0"/>
              </a:spcBef>
              <a:spcAft>
                <a:spcPts val="0"/>
              </a:spcAft>
              <a:buSzPts val="1400"/>
              <a:buFont typeface="Lato"/>
              <a:buNone/>
              <a:defRPr sz="1400">
                <a:latin typeface="Lato"/>
                <a:ea typeface="Lato"/>
                <a:cs typeface="Lato"/>
                <a:sym typeface="Lato"/>
              </a:defRPr>
            </a:lvl8pPr>
            <a:lvl9pPr lvl="8" rtl="0">
              <a:lnSpc>
                <a:spcPct val="150000"/>
              </a:lnSpc>
              <a:spcBef>
                <a:spcPts val="0"/>
              </a:spcBef>
              <a:spcAft>
                <a:spcPts val="0"/>
              </a:spcAft>
              <a:buSzPts val="1400"/>
              <a:buFont typeface="Lato"/>
              <a:buNone/>
              <a:defRPr sz="1400">
                <a:latin typeface="Lato"/>
                <a:ea typeface="Lato"/>
                <a:cs typeface="Lato"/>
                <a:sym typeface="Lato"/>
              </a:defRPr>
            </a:lvl9pPr>
          </a:lstStyle>
          <a:p>
            <a:endParaRPr/>
          </a:p>
        </p:txBody>
      </p:sp>
      <p:sp>
        <p:nvSpPr>
          <p:cNvPr id="713" name="Google Shape;713;p45"/>
          <p:cNvSpPr txBox="1">
            <a:spLocks noGrp="1"/>
          </p:cNvSpPr>
          <p:nvPr>
            <p:ph type="title" idx="4"/>
          </p:nvPr>
        </p:nvSpPr>
        <p:spPr>
          <a:xfrm>
            <a:off x="457200" y="2689825"/>
            <a:ext cx="954600" cy="339300"/>
          </a:xfrm>
          <a:prstGeom prst="rect">
            <a:avLst/>
          </a:prstGeom>
        </p:spPr>
        <p:txBody>
          <a:bodyPr spcFirstLastPara="1" wrap="square" lIns="0" tIns="0" rIns="0" bIns="0" anchor="ctr" anchorCtr="0">
            <a:noAutofit/>
          </a:bodyPr>
          <a:lstStyle>
            <a:lvl1pPr lvl="0" algn="r" rtl="0">
              <a:lnSpc>
                <a:spcPct val="150000"/>
              </a:lnSpc>
              <a:spcBef>
                <a:spcPts val="0"/>
              </a:spcBef>
              <a:spcAft>
                <a:spcPts val="0"/>
              </a:spcAft>
              <a:buClr>
                <a:schemeClr val="lt1"/>
              </a:buClr>
              <a:buSzPts val="1400"/>
              <a:buNone/>
              <a:defRPr sz="1400">
                <a:solidFill>
                  <a:schemeClr val="lt1"/>
                </a:solidFill>
              </a:defRPr>
            </a:lvl1pPr>
            <a:lvl2pPr lvl="1" algn="r" rtl="0">
              <a:lnSpc>
                <a:spcPct val="150000"/>
              </a:lnSpc>
              <a:spcBef>
                <a:spcPts val="0"/>
              </a:spcBef>
              <a:spcAft>
                <a:spcPts val="0"/>
              </a:spcAft>
              <a:buSzPts val="1400"/>
              <a:buNone/>
              <a:defRPr sz="1400"/>
            </a:lvl2pPr>
            <a:lvl3pPr lvl="2" algn="r" rtl="0">
              <a:lnSpc>
                <a:spcPct val="150000"/>
              </a:lnSpc>
              <a:spcBef>
                <a:spcPts val="0"/>
              </a:spcBef>
              <a:spcAft>
                <a:spcPts val="0"/>
              </a:spcAft>
              <a:buSzPts val="1400"/>
              <a:buNone/>
              <a:defRPr sz="1400"/>
            </a:lvl3pPr>
            <a:lvl4pPr lvl="3" algn="r" rtl="0">
              <a:lnSpc>
                <a:spcPct val="150000"/>
              </a:lnSpc>
              <a:spcBef>
                <a:spcPts val="0"/>
              </a:spcBef>
              <a:spcAft>
                <a:spcPts val="0"/>
              </a:spcAft>
              <a:buSzPts val="1400"/>
              <a:buNone/>
              <a:defRPr sz="1400"/>
            </a:lvl4pPr>
            <a:lvl5pPr lvl="4" algn="r" rtl="0">
              <a:lnSpc>
                <a:spcPct val="150000"/>
              </a:lnSpc>
              <a:spcBef>
                <a:spcPts val="0"/>
              </a:spcBef>
              <a:spcAft>
                <a:spcPts val="0"/>
              </a:spcAft>
              <a:buSzPts val="1400"/>
              <a:buNone/>
              <a:defRPr sz="1400"/>
            </a:lvl5pPr>
            <a:lvl6pPr lvl="5" algn="r" rtl="0">
              <a:lnSpc>
                <a:spcPct val="150000"/>
              </a:lnSpc>
              <a:spcBef>
                <a:spcPts val="0"/>
              </a:spcBef>
              <a:spcAft>
                <a:spcPts val="0"/>
              </a:spcAft>
              <a:buSzPts val="1400"/>
              <a:buNone/>
              <a:defRPr sz="1400"/>
            </a:lvl6pPr>
            <a:lvl7pPr lvl="6" algn="r" rtl="0">
              <a:lnSpc>
                <a:spcPct val="150000"/>
              </a:lnSpc>
              <a:spcBef>
                <a:spcPts val="0"/>
              </a:spcBef>
              <a:spcAft>
                <a:spcPts val="0"/>
              </a:spcAft>
              <a:buSzPts val="1400"/>
              <a:buNone/>
              <a:defRPr sz="1400"/>
            </a:lvl7pPr>
            <a:lvl8pPr lvl="7" algn="r" rtl="0">
              <a:lnSpc>
                <a:spcPct val="150000"/>
              </a:lnSpc>
              <a:spcBef>
                <a:spcPts val="0"/>
              </a:spcBef>
              <a:spcAft>
                <a:spcPts val="0"/>
              </a:spcAft>
              <a:buSzPts val="1400"/>
              <a:buNone/>
              <a:defRPr sz="1400"/>
            </a:lvl8pPr>
            <a:lvl9pPr lvl="8" algn="r" rtl="0">
              <a:lnSpc>
                <a:spcPct val="150000"/>
              </a:lnSpc>
              <a:spcBef>
                <a:spcPts val="0"/>
              </a:spcBef>
              <a:spcAft>
                <a:spcPts val="0"/>
              </a:spcAft>
              <a:buSzPts val="1400"/>
              <a:buNone/>
              <a:defRPr sz="1400"/>
            </a:lvl9pPr>
          </a:lstStyle>
          <a:p>
            <a:endParaRPr/>
          </a:p>
        </p:txBody>
      </p:sp>
      <p:sp>
        <p:nvSpPr>
          <p:cNvPr id="714" name="Google Shape;714;p45"/>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Purple - Basic 2 Column">
  <p:cSld name="TITLE_AND_BODY_4">
    <p:spTree>
      <p:nvGrpSpPr>
        <p:cNvPr id="1" name="Shape 715"/>
        <p:cNvGrpSpPr/>
        <p:nvPr/>
      </p:nvGrpSpPr>
      <p:grpSpPr>
        <a:xfrm>
          <a:off x="0" y="0"/>
          <a:ext cx="0" cy="0"/>
          <a:chOff x="0" y="0"/>
          <a:chExt cx="0" cy="0"/>
        </a:xfrm>
      </p:grpSpPr>
      <p:sp>
        <p:nvSpPr>
          <p:cNvPr id="716" name="Google Shape;716;p46"/>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6"/>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6"/>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719" name="Google Shape;719;p46"/>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720" name="Google Shape;720;p46"/>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6"/>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46"/>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723" name="Google Shape;723;p46"/>
          <p:cNvSpPr txBox="1">
            <a:spLocks noGrp="1"/>
          </p:cNvSpPr>
          <p:nvPr>
            <p:ph type="subTitle" idx="3"/>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724" name="Google Shape;724;p46"/>
          <p:cNvSpPr txBox="1">
            <a:spLocks noGrp="1"/>
          </p:cNvSpPr>
          <p:nvPr>
            <p:ph type="subTitle" idx="4"/>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725" name="Google Shape;725;p46"/>
          <p:cNvSpPr txBox="1">
            <a:spLocks noGrp="1"/>
          </p:cNvSpPr>
          <p:nvPr>
            <p:ph type="subTitle" idx="5"/>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900"/>
              <a:buFont typeface="Lato Black"/>
              <a:buNone/>
              <a:defRPr>
                <a:solidFill>
                  <a:srgbClr val="8B2880"/>
                </a:solidFill>
                <a:latin typeface="Lato Black"/>
                <a:ea typeface="Lato Black"/>
                <a:cs typeface="Lato Black"/>
                <a:sym typeface="Lato Black"/>
              </a:defRPr>
            </a:lvl9pPr>
          </a:lstStyle>
          <a:p>
            <a:endParaRPr/>
          </a:p>
        </p:txBody>
      </p:sp>
      <p:sp>
        <p:nvSpPr>
          <p:cNvPr id="726" name="Google Shape;726;p46"/>
          <p:cNvSpPr txBox="1">
            <a:spLocks noGrp="1"/>
          </p:cNvSpPr>
          <p:nvPr>
            <p:ph type="subTitle" idx="6"/>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900"/>
              <a:buFont typeface="Lato Black"/>
              <a:buNone/>
              <a:defRPr>
                <a:solidFill>
                  <a:srgbClr val="8B2880"/>
                </a:solidFill>
                <a:latin typeface="Lato Black"/>
                <a:ea typeface="Lato Black"/>
                <a:cs typeface="Lato Black"/>
                <a:sym typeface="Lato Black"/>
              </a:defRPr>
            </a:lvl9pPr>
          </a:lstStyle>
          <a:p>
            <a:endParaRPr/>
          </a:p>
        </p:txBody>
      </p:sp>
      <p:sp>
        <p:nvSpPr>
          <p:cNvPr id="727" name="Google Shape;727;p46"/>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urple - 1 Photo">
  <p:cSld name="TITLE_AND_BODY_2_3">
    <p:spTree>
      <p:nvGrpSpPr>
        <p:cNvPr id="1" name="Shape 737"/>
        <p:cNvGrpSpPr/>
        <p:nvPr/>
      </p:nvGrpSpPr>
      <p:grpSpPr>
        <a:xfrm>
          <a:off x="0" y="0"/>
          <a:ext cx="0" cy="0"/>
          <a:chOff x="0" y="0"/>
          <a:chExt cx="0" cy="0"/>
        </a:xfrm>
      </p:grpSpPr>
      <p:sp>
        <p:nvSpPr>
          <p:cNvPr id="738" name="Google Shape;738;p48"/>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8"/>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8"/>
          <p:cNvSpPr>
            <a:spLocks noGrp="1"/>
          </p:cNvSpPr>
          <p:nvPr>
            <p:ph type="pic" idx="2"/>
          </p:nvPr>
        </p:nvSpPr>
        <p:spPr>
          <a:xfrm>
            <a:off x="897325" y="1026200"/>
            <a:ext cx="2633700" cy="2633700"/>
          </a:xfrm>
          <a:prstGeom prst="ellipse">
            <a:avLst/>
          </a:prstGeom>
          <a:noFill/>
          <a:ln>
            <a:noFill/>
          </a:ln>
        </p:spPr>
      </p:sp>
      <p:sp>
        <p:nvSpPr>
          <p:cNvPr id="741" name="Google Shape;741;p48"/>
          <p:cNvSpPr txBox="1">
            <a:spLocks noGrp="1"/>
          </p:cNvSpPr>
          <p:nvPr>
            <p:ph type="title"/>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742" name="Google Shape;742;p48"/>
          <p:cNvSpPr txBox="1">
            <a:spLocks noGrp="1"/>
          </p:cNvSpPr>
          <p:nvPr>
            <p:ph type="subTitle" idx="1"/>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743" name="Google Shape;743;p48"/>
          <p:cNvSpPr txBox="1">
            <a:spLocks noGrp="1"/>
          </p:cNvSpPr>
          <p:nvPr>
            <p:ph type="subTitle" idx="3"/>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744" name="Google Shape;744;p48"/>
          <p:cNvSpPr txBox="1">
            <a:spLocks noGrp="1"/>
          </p:cNvSpPr>
          <p:nvPr>
            <p:ph type="subTitle" idx="4"/>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900"/>
              <a:buFont typeface="Lato Black"/>
              <a:buNone/>
              <a:defRPr>
                <a:solidFill>
                  <a:srgbClr val="8B2880"/>
                </a:solidFill>
                <a:latin typeface="Lato Black"/>
                <a:ea typeface="Lato Black"/>
                <a:cs typeface="Lato Black"/>
                <a:sym typeface="Lato Black"/>
              </a:defRPr>
            </a:lvl9pPr>
          </a:lstStyle>
          <a:p>
            <a:endParaRPr/>
          </a:p>
        </p:txBody>
      </p:sp>
      <p:sp>
        <p:nvSpPr>
          <p:cNvPr id="745" name="Google Shape;745;p48"/>
          <p:cNvSpPr txBox="1">
            <a:spLocks noGrp="1"/>
          </p:cNvSpPr>
          <p:nvPr>
            <p:ph type="subTitle" idx="5"/>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900"/>
              <a:buFont typeface="Lato Black"/>
              <a:buNone/>
              <a:defRPr>
                <a:solidFill>
                  <a:srgbClr val="8B2880"/>
                </a:solidFill>
                <a:latin typeface="Lato Black"/>
                <a:ea typeface="Lato Black"/>
                <a:cs typeface="Lato Black"/>
                <a:sym typeface="Lato Black"/>
              </a:defRPr>
            </a:lvl9pPr>
          </a:lstStyle>
          <a:p>
            <a:endParaRPr/>
          </a:p>
        </p:txBody>
      </p:sp>
      <p:sp>
        <p:nvSpPr>
          <p:cNvPr id="746" name="Google Shape;746;p48"/>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8"/>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8"/>
          <p:cNvSpPr txBox="1">
            <a:spLocks noGrp="1"/>
          </p:cNvSpPr>
          <p:nvPr>
            <p:ph type="subTitle" idx="6"/>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grpSp>
        <p:nvGrpSpPr>
          <p:cNvPr id="749" name="Google Shape;749;p48"/>
          <p:cNvGrpSpPr/>
          <p:nvPr/>
        </p:nvGrpSpPr>
        <p:grpSpPr>
          <a:xfrm>
            <a:off x="-285395" y="1338437"/>
            <a:ext cx="3040259" cy="2945285"/>
            <a:chOff x="5589278" y="2211950"/>
            <a:chExt cx="457691" cy="443400"/>
          </a:xfrm>
        </p:grpSpPr>
        <p:sp>
          <p:nvSpPr>
            <p:cNvPr id="750" name="Google Shape;750;p48"/>
            <p:cNvSpPr/>
            <p:nvPr/>
          </p:nvSpPr>
          <p:spPr>
            <a:xfrm flipH="1">
              <a:off x="5629902" y="2343300"/>
              <a:ext cx="89786" cy="312050"/>
            </a:xfrm>
            <a:custGeom>
              <a:avLst/>
              <a:gdLst/>
              <a:ahLst/>
              <a:cxnLst/>
              <a:rect l="l" t="t" r="r" b="b"/>
              <a:pathLst>
                <a:path w="21176" h="12482" extrusionOk="0">
                  <a:moveTo>
                    <a:pt x="9191" y="1"/>
                  </a:moveTo>
                  <a:lnTo>
                    <a:pt x="8651" y="6"/>
                  </a:lnTo>
                  <a:lnTo>
                    <a:pt x="8110" y="21"/>
                  </a:lnTo>
                  <a:lnTo>
                    <a:pt x="7600" y="36"/>
                  </a:lnTo>
                  <a:lnTo>
                    <a:pt x="7089" y="57"/>
                  </a:lnTo>
                  <a:lnTo>
                    <a:pt x="6578" y="82"/>
                  </a:lnTo>
                  <a:lnTo>
                    <a:pt x="6098" y="113"/>
                  </a:lnTo>
                  <a:lnTo>
                    <a:pt x="5617" y="143"/>
                  </a:lnTo>
                  <a:lnTo>
                    <a:pt x="5167" y="184"/>
                  </a:lnTo>
                  <a:lnTo>
                    <a:pt x="4716" y="225"/>
                  </a:lnTo>
                  <a:lnTo>
                    <a:pt x="4266" y="271"/>
                  </a:lnTo>
                  <a:lnTo>
                    <a:pt x="3845" y="322"/>
                  </a:lnTo>
                  <a:lnTo>
                    <a:pt x="3455" y="373"/>
                  </a:lnTo>
                  <a:lnTo>
                    <a:pt x="3034" y="429"/>
                  </a:lnTo>
                  <a:lnTo>
                    <a:pt x="2674" y="495"/>
                  </a:lnTo>
                  <a:lnTo>
                    <a:pt x="2283" y="557"/>
                  </a:lnTo>
                  <a:lnTo>
                    <a:pt x="1983" y="623"/>
                  </a:lnTo>
                  <a:lnTo>
                    <a:pt x="1713" y="699"/>
                  </a:lnTo>
                  <a:lnTo>
                    <a:pt x="1443" y="781"/>
                  </a:lnTo>
                  <a:lnTo>
                    <a:pt x="1172" y="873"/>
                  </a:lnTo>
                  <a:lnTo>
                    <a:pt x="962" y="975"/>
                  </a:lnTo>
                  <a:lnTo>
                    <a:pt x="752" y="1077"/>
                  </a:lnTo>
                  <a:lnTo>
                    <a:pt x="571" y="1194"/>
                  </a:lnTo>
                  <a:lnTo>
                    <a:pt x="391" y="1311"/>
                  </a:lnTo>
                  <a:lnTo>
                    <a:pt x="1082" y="1327"/>
                  </a:lnTo>
                  <a:lnTo>
                    <a:pt x="1773" y="1352"/>
                  </a:lnTo>
                  <a:lnTo>
                    <a:pt x="2464" y="1383"/>
                  </a:lnTo>
                  <a:lnTo>
                    <a:pt x="3185" y="1424"/>
                  </a:lnTo>
                  <a:lnTo>
                    <a:pt x="3905" y="1470"/>
                  </a:lnTo>
                  <a:lnTo>
                    <a:pt x="4626" y="1521"/>
                  </a:lnTo>
                  <a:lnTo>
                    <a:pt x="5377" y="1582"/>
                  </a:lnTo>
                  <a:lnTo>
                    <a:pt x="6128" y="1648"/>
                  </a:lnTo>
                  <a:lnTo>
                    <a:pt x="6699" y="1709"/>
                  </a:lnTo>
                  <a:lnTo>
                    <a:pt x="7209" y="1776"/>
                  </a:lnTo>
                  <a:lnTo>
                    <a:pt x="7690" y="1852"/>
                  </a:lnTo>
                  <a:lnTo>
                    <a:pt x="8140" y="1934"/>
                  </a:lnTo>
                  <a:lnTo>
                    <a:pt x="8531" y="2020"/>
                  </a:lnTo>
                  <a:lnTo>
                    <a:pt x="8891" y="2112"/>
                  </a:lnTo>
                  <a:lnTo>
                    <a:pt x="9191" y="2209"/>
                  </a:lnTo>
                  <a:lnTo>
                    <a:pt x="9462" y="2316"/>
                  </a:lnTo>
                  <a:lnTo>
                    <a:pt x="9702" y="2418"/>
                  </a:lnTo>
                  <a:lnTo>
                    <a:pt x="9882" y="2531"/>
                  </a:lnTo>
                  <a:lnTo>
                    <a:pt x="10032" y="2643"/>
                  </a:lnTo>
                  <a:lnTo>
                    <a:pt x="10153" y="2755"/>
                  </a:lnTo>
                  <a:lnTo>
                    <a:pt x="10213" y="2872"/>
                  </a:lnTo>
                  <a:lnTo>
                    <a:pt x="10243" y="2990"/>
                  </a:lnTo>
                  <a:lnTo>
                    <a:pt x="10213" y="3107"/>
                  </a:lnTo>
                  <a:lnTo>
                    <a:pt x="10183" y="3229"/>
                  </a:lnTo>
                  <a:lnTo>
                    <a:pt x="10183" y="4958"/>
                  </a:lnTo>
                  <a:lnTo>
                    <a:pt x="10213" y="5086"/>
                  </a:lnTo>
                  <a:lnTo>
                    <a:pt x="10213" y="5213"/>
                  </a:lnTo>
                  <a:lnTo>
                    <a:pt x="10183" y="5336"/>
                  </a:lnTo>
                  <a:lnTo>
                    <a:pt x="10123" y="5463"/>
                  </a:lnTo>
                  <a:lnTo>
                    <a:pt x="10002" y="5586"/>
                  </a:lnTo>
                  <a:lnTo>
                    <a:pt x="9882" y="5708"/>
                  </a:lnTo>
                  <a:lnTo>
                    <a:pt x="9702" y="5826"/>
                  </a:lnTo>
                  <a:lnTo>
                    <a:pt x="9492" y="5938"/>
                  </a:lnTo>
                  <a:lnTo>
                    <a:pt x="9252" y="6045"/>
                  </a:lnTo>
                  <a:lnTo>
                    <a:pt x="9011" y="6152"/>
                  </a:lnTo>
                  <a:lnTo>
                    <a:pt x="8741" y="6249"/>
                  </a:lnTo>
                  <a:lnTo>
                    <a:pt x="8441" y="6341"/>
                  </a:lnTo>
                  <a:lnTo>
                    <a:pt x="8140" y="6427"/>
                  </a:lnTo>
                  <a:lnTo>
                    <a:pt x="7810" y="6509"/>
                  </a:lnTo>
                  <a:lnTo>
                    <a:pt x="7479" y="6575"/>
                  </a:lnTo>
                  <a:lnTo>
                    <a:pt x="7119" y="6637"/>
                  </a:lnTo>
                  <a:lnTo>
                    <a:pt x="6759" y="6693"/>
                  </a:lnTo>
                  <a:lnTo>
                    <a:pt x="6398" y="6739"/>
                  </a:lnTo>
                  <a:lnTo>
                    <a:pt x="6008" y="6784"/>
                  </a:lnTo>
                  <a:lnTo>
                    <a:pt x="5617" y="6825"/>
                  </a:lnTo>
                  <a:lnTo>
                    <a:pt x="5227" y="6866"/>
                  </a:lnTo>
                  <a:lnTo>
                    <a:pt x="4836" y="6902"/>
                  </a:lnTo>
                  <a:lnTo>
                    <a:pt x="4416" y="6932"/>
                  </a:lnTo>
                  <a:lnTo>
                    <a:pt x="3995" y="6958"/>
                  </a:lnTo>
                  <a:lnTo>
                    <a:pt x="3575" y="6983"/>
                  </a:lnTo>
                  <a:lnTo>
                    <a:pt x="3154" y="7004"/>
                  </a:lnTo>
                  <a:lnTo>
                    <a:pt x="2734" y="7019"/>
                  </a:lnTo>
                  <a:lnTo>
                    <a:pt x="2283" y="7034"/>
                  </a:lnTo>
                  <a:lnTo>
                    <a:pt x="1833" y="7045"/>
                  </a:lnTo>
                  <a:lnTo>
                    <a:pt x="1412" y="7050"/>
                  </a:lnTo>
                  <a:lnTo>
                    <a:pt x="511" y="7055"/>
                  </a:lnTo>
                  <a:lnTo>
                    <a:pt x="1" y="7055"/>
                  </a:lnTo>
                  <a:lnTo>
                    <a:pt x="1" y="7085"/>
                  </a:lnTo>
                  <a:lnTo>
                    <a:pt x="632" y="7090"/>
                  </a:lnTo>
                  <a:lnTo>
                    <a:pt x="1262" y="7101"/>
                  </a:lnTo>
                  <a:lnTo>
                    <a:pt x="1863" y="7116"/>
                  </a:lnTo>
                  <a:lnTo>
                    <a:pt x="2434" y="7131"/>
                  </a:lnTo>
                  <a:lnTo>
                    <a:pt x="2974" y="7157"/>
                  </a:lnTo>
                  <a:lnTo>
                    <a:pt x="3515" y="7182"/>
                  </a:lnTo>
                  <a:lnTo>
                    <a:pt x="3995" y="7218"/>
                  </a:lnTo>
                  <a:lnTo>
                    <a:pt x="4506" y="7249"/>
                  </a:lnTo>
                  <a:lnTo>
                    <a:pt x="4957" y="7289"/>
                  </a:lnTo>
                  <a:lnTo>
                    <a:pt x="5407" y="7330"/>
                  </a:lnTo>
                  <a:lnTo>
                    <a:pt x="5828" y="7376"/>
                  </a:lnTo>
                  <a:lnTo>
                    <a:pt x="6218" y="7422"/>
                  </a:lnTo>
                  <a:lnTo>
                    <a:pt x="6608" y="7473"/>
                  </a:lnTo>
                  <a:lnTo>
                    <a:pt x="6969" y="7524"/>
                  </a:lnTo>
                  <a:lnTo>
                    <a:pt x="7299" y="7580"/>
                  </a:lnTo>
                  <a:lnTo>
                    <a:pt x="7630" y="7636"/>
                  </a:lnTo>
                  <a:lnTo>
                    <a:pt x="7930" y="7692"/>
                  </a:lnTo>
                  <a:lnTo>
                    <a:pt x="8200" y="7754"/>
                  </a:lnTo>
                  <a:lnTo>
                    <a:pt x="8471" y="7815"/>
                  </a:lnTo>
                  <a:lnTo>
                    <a:pt x="8741" y="7876"/>
                  </a:lnTo>
                  <a:lnTo>
                    <a:pt x="9161" y="8004"/>
                  </a:lnTo>
                  <a:lnTo>
                    <a:pt x="9552" y="8131"/>
                  </a:lnTo>
                  <a:lnTo>
                    <a:pt x="9852" y="8259"/>
                  </a:lnTo>
                  <a:lnTo>
                    <a:pt x="10092" y="8386"/>
                  </a:lnTo>
                  <a:lnTo>
                    <a:pt x="10273" y="8508"/>
                  </a:lnTo>
                  <a:lnTo>
                    <a:pt x="10393" y="8626"/>
                  </a:lnTo>
                  <a:lnTo>
                    <a:pt x="10453" y="8503"/>
                  </a:lnTo>
                  <a:lnTo>
                    <a:pt x="10513" y="8391"/>
                  </a:lnTo>
                  <a:lnTo>
                    <a:pt x="10633" y="8279"/>
                  </a:lnTo>
                  <a:lnTo>
                    <a:pt x="10753" y="8177"/>
                  </a:lnTo>
                  <a:lnTo>
                    <a:pt x="10873" y="8080"/>
                  </a:lnTo>
                  <a:lnTo>
                    <a:pt x="11054" y="7988"/>
                  </a:lnTo>
                  <a:lnTo>
                    <a:pt x="11234" y="7901"/>
                  </a:lnTo>
                  <a:lnTo>
                    <a:pt x="11444" y="7820"/>
                  </a:lnTo>
                  <a:lnTo>
                    <a:pt x="11654" y="7743"/>
                  </a:lnTo>
                  <a:lnTo>
                    <a:pt x="11895" y="7677"/>
                  </a:lnTo>
                  <a:lnTo>
                    <a:pt x="12135" y="7611"/>
                  </a:lnTo>
                  <a:lnTo>
                    <a:pt x="12405" y="7550"/>
                  </a:lnTo>
                  <a:lnTo>
                    <a:pt x="12675" y="7493"/>
                  </a:lnTo>
                  <a:lnTo>
                    <a:pt x="12976" y="7437"/>
                  </a:lnTo>
                  <a:lnTo>
                    <a:pt x="13276" y="7391"/>
                  </a:lnTo>
                  <a:lnTo>
                    <a:pt x="13577" y="7346"/>
                  </a:lnTo>
                  <a:lnTo>
                    <a:pt x="13907" y="7305"/>
                  </a:lnTo>
                  <a:lnTo>
                    <a:pt x="14237" y="7269"/>
                  </a:lnTo>
                  <a:lnTo>
                    <a:pt x="14568" y="7233"/>
                  </a:lnTo>
                  <a:lnTo>
                    <a:pt x="14928" y="7208"/>
                  </a:lnTo>
                  <a:lnTo>
                    <a:pt x="15619" y="7152"/>
                  </a:lnTo>
                  <a:lnTo>
                    <a:pt x="16340" y="7111"/>
                  </a:lnTo>
                  <a:lnTo>
                    <a:pt x="17061" y="7080"/>
                  </a:lnTo>
                  <a:lnTo>
                    <a:pt x="17781" y="7055"/>
                  </a:lnTo>
                  <a:lnTo>
                    <a:pt x="18502" y="7034"/>
                  </a:lnTo>
                  <a:lnTo>
                    <a:pt x="19193" y="7019"/>
                  </a:lnTo>
                  <a:lnTo>
                    <a:pt x="19824" y="7009"/>
                  </a:lnTo>
                  <a:lnTo>
                    <a:pt x="21085" y="7009"/>
                  </a:lnTo>
                  <a:lnTo>
                    <a:pt x="21085" y="1934"/>
                  </a:lnTo>
                  <a:lnTo>
                    <a:pt x="21145" y="1816"/>
                  </a:lnTo>
                  <a:lnTo>
                    <a:pt x="21175" y="1699"/>
                  </a:lnTo>
                  <a:lnTo>
                    <a:pt x="21145" y="1582"/>
                  </a:lnTo>
                  <a:lnTo>
                    <a:pt x="21055" y="1464"/>
                  </a:lnTo>
                  <a:lnTo>
                    <a:pt x="20965" y="1347"/>
                  </a:lnTo>
                  <a:lnTo>
                    <a:pt x="20815" y="1235"/>
                  </a:lnTo>
                  <a:lnTo>
                    <a:pt x="20635" y="1128"/>
                  </a:lnTo>
                  <a:lnTo>
                    <a:pt x="20394" y="1021"/>
                  </a:lnTo>
                  <a:lnTo>
                    <a:pt x="20124" y="919"/>
                  </a:lnTo>
                  <a:lnTo>
                    <a:pt x="19794" y="822"/>
                  </a:lnTo>
                  <a:lnTo>
                    <a:pt x="19463" y="730"/>
                  </a:lnTo>
                  <a:lnTo>
                    <a:pt x="19043" y="638"/>
                  </a:lnTo>
                  <a:lnTo>
                    <a:pt x="18622" y="557"/>
                  </a:lnTo>
                  <a:lnTo>
                    <a:pt x="18112" y="485"/>
                  </a:lnTo>
                  <a:lnTo>
                    <a:pt x="17601" y="414"/>
                  </a:lnTo>
                  <a:lnTo>
                    <a:pt x="17031" y="358"/>
                  </a:lnTo>
                  <a:lnTo>
                    <a:pt x="16069" y="271"/>
                  </a:lnTo>
                  <a:lnTo>
                    <a:pt x="15108" y="194"/>
                  </a:lnTo>
                  <a:lnTo>
                    <a:pt x="14177" y="133"/>
                  </a:lnTo>
                  <a:lnTo>
                    <a:pt x="13246" y="87"/>
                  </a:lnTo>
                  <a:lnTo>
                    <a:pt x="12345" y="46"/>
                  </a:lnTo>
                  <a:lnTo>
                    <a:pt x="11474" y="21"/>
                  </a:lnTo>
                  <a:lnTo>
                    <a:pt x="10603" y="6"/>
                  </a:lnTo>
                  <a:lnTo>
                    <a:pt x="9762" y="1"/>
                  </a:lnTo>
                  <a:close/>
                  <a:moveTo>
                    <a:pt x="10423" y="9003"/>
                  </a:moveTo>
                  <a:lnTo>
                    <a:pt x="10363" y="9121"/>
                  </a:lnTo>
                  <a:lnTo>
                    <a:pt x="10243" y="9248"/>
                  </a:lnTo>
                  <a:lnTo>
                    <a:pt x="10092" y="9376"/>
                  </a:lnTo>
                  <a:lnTo>
                    <a:pt x="9882" y="9503"/>
                  </a:lnTo>
                  <a:lnTo>
                    <a:pt x="9582" y="9636"/>
                  </a:lnTo>
                  <a:lnTo>
                    <a:pt x="9432" y="9702"/>
                  </a:lnTo>
                  <a:lnTo>
                    <a:pt x="9221" y="9768"/>
                  </a:lnTo>
                  <a:lnTo>
                    <a:pt x="9041" y="9830"/>
                  </a:lnTo>
                  <a:lnTo>
                    <a:pt x="8801" y="9896"/>
                  </a:lnTo>
                  <a:lnTo>
                    <a:pt x="8561" y="9957"/>
                  </a:lnTo>
                  <a:lnTo>
                    <a:pt x="8290" y="10018"/>
                  </a:lnTo>
                  <a:lnTo>
                    <a:pt x="7990" y="10079"/>
                  </a:lnTo>
                  <a:lnTo>
                    <a:pt x="7660" y="10136"/>
                  </a:lnTo>
                  <a:lnTo>
                    <a:pt x="7299" y="10192"/>
                  </a:lnTo>
                  <a:lnTo>
                    <a:pt x="6939" y="10243"/>
                  </a:lnTo>
                  <a:lnTo>
                    <a:pt x="6518" y="10294"/>
                  </a:lnTo>
                  <a:lnTo>
                    <a:pt x="6098" y="10345"/>
                  </a:lnTo>
                  <a:lnTo>
                    <a:pt x="5647" y="10391"/>
                  </a:lnTo>
                  <a:lnTo>
                    <a:pt x="5137" y="10431"/>
                  </a:lnTo>
                  <a:lnTo>
                    <a:pt x="4626" y="10467"/>
                  </a:lnTo>
                  <a:lnTo>
                    <a:pt x="4056" y="10503"/>
                  </a:lnTo>
                  <a:lnTo>
                    <a:pt x="3485" y="10539"/>
                  </a:lnTo>
                  <a:lnTo>
                    <a:pt x="2854" y="10564"/>
                  </a:lnTo>
                  <a:lnTo>
                    <a:pt x="2193" y="10584"/>
                  </a:lnTo>
                  <a:lnTo>
                    <a:pt x="1503" y="10605"/>
                  </a:lnTo>
                  <a:lnTo>
                    <a:pt x="782" y="10620"/>
                  </a:lnTo>
                  <a:lnTo>
                    <a:pt x="1" y="10630"/>
                  </a:lnTo>
                  <a:lnTo>
                    <a:pt x="61" y="10819"/>
                  </a:lnTo>
                  <a:lnTo>
                    <a:pt x="121" y="10911"/>
                  </a:lnTo>
                  <a:lnTo>
                    <a:pt x="181" y="11008"/>
                  </a:lnTo>
                  <a:lnTo>
                    <a:pt x="271" y="11100"/>
                  </a:lnTo>
                  <a:lnTo>
                    <a:pt x="391" y="11186"/>
                  </a:lnTo>
                  <a:lnTo>
                    <a:pt x="511" y="11278"/>
                  </a:lnTo>
                  <a:lnTo>
                    <a:pt x="662" y="11365"/>
                  </a:lnTo>
                  <a:lnTo>
                    <a:pt x="842" y="11446"/>
                  </a:lnTo>
                  <a:lnTo>
                    <a:pt x="1022" y="11528"/>
                  </a:lnTo>
                  <a:lnTo>
                    <a:pt x="1262" y="11605"/>
                  </a:lnTo>
                  <a:lnTo>
                    <a:pt x="1503" y="11681"/>
                  </a:lnTo>
                  <a:lnTo>
                    <a:pt x="1773" y="11747"/>
                  </a:lnTo>
                  <a:lnTo>
                    <a:pt x="2073" y="11814"/>
                  </a:lnTo>
                  <a:lnTo>
                    <a:pt x="2374" y="11875"/>
                  </a:lnTo>
                  <a:lnTo>
                    <a:pt x="2734" y="11931"/>
                  </a:lnTo>
                  <a:lnTo>
                    <a:pt x="3185" y="11992"/>
                  </a:lnTo>
                  <a:lnTo>
                    <a:pt x="3635" y="12048"/>
                  </a:lnTo>
                  <a:lnTo>
                    <a:pt x="4116" y="12104"/>
                  </a:lnTo>
                  <a:lnTo>
                    <a:pt x="4626" y="12155"/>
                  </a:lnTo>
                  <a:lnTo>
                    <a:pt x="5137" y="12206"/>
                  </a:lnTo>
                  <a:lnTo>
                    <a:pt x="5647" y="12252"/>
                  </a:lnTo>
                  <a:lnTo>
                    <a:pt x="6188" y="12293"/>
                  </a:lnTo>
                  <a:lnTo>
                    <a:pt x="6759" y="12334"/>
                  </a:lnTo>
                  <a:lnTo>
                    <a:pt x="7329" y="12365"/>
                  </a:lnTo>
                  <a:lnTo>
                    <a:pt x="7900" y="12395"/>
                  </a:lnTo>
                  <a:lnTo>
                    <a:pt x="8471" y="12421"/>
                  </a:lnTo>
                  <a:lnTo>
                    <a:pt x="9041" y="12446"/>
                  </a:lnTo>
                  <a:lnTo>
                    <a:pt x="9642" y="12461"/>
                  </a:lnTo>
                  <a:lnTo>
                    <a:pt x="10243" y="12472"/>
                  </a:lnTo>
                  <a:lnTo>
                    <a:pt x="10843" y="12482"/>
                  </a:lnTo>
                  <a:lnTo>
                    <a:pt x="11414" y="12482"/>
                  </a:lnTo>
                  <a:lnTo>
                    <a:pt x="12315" y="12477"/>
                  </a:lnTo>
                  <a:lnTo>
                    <a:pt x="12766" y="12472"/>
                  </a:lnTo>
                  <a:lnTo>
                    <a:pt x="13186" y="12461"/>
                  </a:lnTo>
                  <a:lnTo>
                    <a:pt x="13637" y="12446"/>
                  </a:lnTo>
                  <a:lnTo>
                    <a:pt x="14057" y="12431"/>
                  </a:lnTo>
                  <a:lnTo>
                    <a:pt x="14478" y="12410"/>
                  </a:lnTo>
                  <a:lnTo>
                    <a:pt x="14928" y="12385"/>
                  </a:lnTo>
                  <a:lnTo>
                    <a:pt x="15319" y="12359"/>
                  </a:lnTo>
                  <a:lnTo>
                    <a:pt x="15739" y="12329"/>
                  </a:lnTo>
                  <a:lnTo>
                    <a:pt x="16129" y="12293"/>
                  </a:lnTo>
                  <a:lnTo>
                    <a:pt x="16550" y="12252"/>
                  </a:lnTo>
                  <a:lnTo>
                    <a:pt x="16910" y="12212"/>
                  </a:lnTo>
                  <a:lnTo>
                    <a:pt x="17301" y="12166"/>
                  </a:lnTo>
                  <a:lnTo>
                    <a:pt x="17661" y="12115"/>
                  </a:lnTo>
                  <a:lnTo>
                    <a:pt x="18022" y="12064"/>
                  </a:lnTo>
                  <a:lnTo>
                    <a:pt x="18352" y="12008"/>
                  </a:lnTo>
                  <a:lnTo>
                    <a:pt x="18652" y="11946"/>
                  </a:lnTo>
                  <a:lnTo>
                    <a:pt x="18953" y="11880"/>
                  </a:lnTo>
                  <a:lnTo>
                    <a:pt x="19223" y="11803"/>
                  </a:lnTo>
                  <a:lnTo>
                    <a:pt x="19523" y="11722"/>
                  </a:lnTo>
                  <a:lnTo>
                    <a:pt x="19764" y="11635"/>
                  </a:lnTo>
                  <a:lnTo>
                    <a:pt x="20004" y="11548"/>
                  </a:lnTo>
                  <a:lnTo>
                    <a:pt x="20244" y="11452"/>
                  </a:lnTo>
                  <a:lnTo>
                    <a:pt x="20424" y="11350"/>
                  </a:lnTo>
                  <a:lnTo>
                    <a:pt x="20635" y="11248"/>
                  </a:lnTo>
                  <a:lnTo>
                    <a:pt x="20785" y="11140"/>
                  </a:lnTo>
                  <a:lnTo>
                    <a:pt x="20905" y="11033"/>
                  </a:lnTo>
                  <a:lnTo>
                    <a:pt x="21025" y="10921"/>
                  </a:lnTo>
                  <a:lnTo>
                    <a:pt x="21085" y="10809"/>
                  </a:lnTo>
                  <a:lnTo>
                    <a:pt x="21145" y="10697"/>
                  </a:lnTo>
                  <a:lnTo>
                    <a:pt x="21145" y="10584"/>
                  </a:lnTo>
                  <a:lnTo>
                    <a:pt x="20364" y="10590"/>
                  </a:lnTo>
                  <a:lnTo>
                    <a:pt x="20184" y="10590"/>
                  </a:lnTo>
                  <a:lnTo>
                    <a:pt x="19553" y="10579"/>
                  </a:lnTo>
                  <a:lnTo>
                    <a:pt x="18863" y="10564"/>
                  </a:lnTo>
                  <a:lnTo>
                    <a:pt x="18142" y="10539"/>
                  </a:lnTo>
                  <a:lnTo>
                    <a:pt x="17361" y="10503"/>
                  </a:lnTo>
                  <a:lnTo>
                    <a:pt x="16610" y="10452"/>
                  </a:lnTo>
                  <a:lnTo>
                    <a:pt x="15829" y="10391"/>
                  </a:lnTo>
                  <a:lnTo>
                    <a:pt x="15439" y="10355"/>
                  </a:lnTo>
                  <a:lnTo>
                    <a:pt x="15078" y="10319"/>
                  </a:lnTo>
                  <a:lnTo>
                    <a:pt x="14688" y="10278"/>
                  </a:lnTo>
                  <a:lnTo>
                    <a:pt x="14327" y="10232"/>
                  </a:lnTo>
                  <a:lnTo>
                    <a:pt x="13967" y="10181"/>
                  </a:lnTo>
                  <a:lnTo>
                    <a:pt x="13607" y="10130"/>
                  </a:lnTo>
                  <a:lnTo>
                    <a:pt x="13276" y="10074"/>
                  </a:lnTo>
                  <a:lnTo>
                    <a:pt x="12946" y="10018"/>
                  </a:lnTo>
                  <a:lnTo>
                    <a:pt x="12615" y="9952"/>
                  </a:lnTo>
                  <a:lnTo>
                    <a:pt x="12315" y="9886"/>
                  </a:lnTo>
                  <a:lnTo>
                    <a:pt x="12045" y="9819"/>
                  </a:lnTo>
                  <a:lnTo>
                    <a:pt x="11774" y="9743"/>
                  </a:lnTo>
                  <a:lnTo>
                    <a:pt x="11534" y="9666"/>
                  </a:lnTo>
                  <a:lnTo>
                    <a:pt x="11294" y="9585"/>
                  </a:lnTo>
                  <a:lnTo>
                    <a:pt x="11084" y="9498"/>
                  </a:lnTo>
                  <a:lnTo>
                    <a:pt x="10903" y="9406"/>
                  </a:lnTo>
                  <a:lnTo>
                    <a:pt x="10753" y="9314"/>
                  </a:lnTo>
                  <a:lnTo>
                    <a:pt x="10603" y="9212"/>
                  </a:lnTo>
                  <a:lnTo>
                    <a:pt x="10513" y="9110"/>
                  </a:lnTo>
                  <a:lnTo>
                    <a:pt x="10423" y="9003"/>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48"/>
            <p:cNvSpPr/>
            <p:nvPr/>
          </p:nvSpPr>
          <p:spPr>
            <a:xfrm flipH="1">
              <a:off x="5630029" y="2568375"/>
              <a:ext cx="89659" cy="86975"/>
            </a:xfrm>
            <a:custGeom>
              <a:avLst/>
              <a:gdLst/>
              <a:ahLst/>
              <a:cxnLst/>
              <a:rect l="l" t="t" r="r" b="b"/>
              <a:pathLst>
                <a:path w="21146" h="3479" fill="none" extrusionOk="0">
                  <a:moveTo>
                    <a:pt x="10423" y="0"/>
                  </a:moveTo>
                  <a:lnTo>
                    <a:pt x="10423" y="0"/>
                  </a:lnTo>
                  <a:lnTo>
                    <a:pt x="10513" y="107"/>
                  </a:lnTo>
                  <a:lnTo>
                    <a:pt x="10603" y="209"/>
                  </a:lnTo>
                  <a:lnTo>
                    <a:pt x="10753" y="311"/>
                  </a:lnTo>
                  <a:lnTo>
                    <a:pt x="10903" y="403"/>
                  </a:lnTo>
                  <a:lnTo>
                    <a:pt x="11084" y="495"/>
                  </a:lnTo>
                  <a:lnTo>
                    <a:pt x="11294" y="582"/>
                  </a:lnTo>
                  <a:lnTo>
                    <a:pt x="11534" y="663"/>
                  </a:lnTo>
                  <a:lnTo>
                    <a:pt x="11774" y="740"/>
                  </a:lnTo>
                  <a:lnTo>
                    <a:pt x="12045" y="816"/>
                  </a:lnTo>
                  <a:lnTo>
                    <a:pt x="12315" y="883"/>
                  </a:lnTo>
                  <a:lnTo>
                    <a:pt x="12615" y="949"/>
                  </a:lnTo>
                  <a:lnTo>
                    <a:pt x="12946" y="1015"/>
                  </a:lnTo>
                  <a:lnTo>
                    <a:pt x="13276" y="1071"/>
                  </a:lnTo>
                  <a:lnTo>
                    <a:pt x="13607" y="1127"/>
                  </a:lnTo>
                  <a:lnTo>
                    <a:pt x="13967" y="1178"/>
                  </a:lnTo>
                  <a:lnTo>
                    <a:pt x="14327" y="1229"/>
                  </a:lnTo>
                  <a:lnTo>
                    <a:pt x="14688" y="1275"/>
                  </a:lnTo>
                  <a:lnTo>
                    <a:pt x="15078" y="1316"/>
                  </a:lnTo>
                  <a:lnTo>
                    <a:pt x="15439" y="1352"/>
                  </a:lnTo>
                  <a:lnTo>
                    <a:pt x="15829" y="1388"/>
                  </a:lnTo>
                  <a:lnTo>
                    <a:pt x="16610" y="1449"/>
                  </a:lnTo>
                  <a:lnTo>
                    <a:pt x="17361" y="1500"/>
                  </a:lnTo>
                  <a:lnTo>
                    <a:pt x="18142" y="1536"/>
                  </a:lnTo>
                  <a:lnTo>
                    <a:pt x="18863" y="1561"/>
                  </a:lnTo>
                  <a:lnTo>
                    <a:pt x="19553" y="1576"/>
                  </a:lnTo>
                  <a:lnTo>
                    <a:pt x="20184" y="1587"/>
                  </a:lnTo>
                  <a:lnTo>
                    <a:pt x="20184" y="1587"/>
                  </a:lnTo>
                  <a:lnTo>
                    <a:pt x="20364" y="1587"/>
                  </a:lnTo>
                  <a:lnTo>
                    <a:pt x="20364" y="1587"/>
                  </a:lnTo>
                  <a:lnTo>
                    <a:pt x="21145" y="1581"/>
                  </a:lnTo>
                  <a:lnTo>
                    <a:pt x="21145" y="1581"/>
                  </a:lnTo>
                  <a:lnTo>
                    <a:pt x="21145" y="1694"/>
                  </a:lnTo>
                  <a:lnTo>
                    <a:pt x="21085" y="1806"/>
                  </a:lnTo>
                  <a:lnTo>
                    <a:pt x="21025" y="1918"/>
                  </a:lnTo>
                  <a:lnTo>
                    <a:pt x="20905" y="2030"/>
                  </a:lnTo>
                  <a:lnTo>
                    <a:pt x="20785" y="2137"/>
                  </a:lnTo>
                  <a:lnTo>
                    <a:pt x="20635" y="2245"/>
                  </a:lnTo>
                  <a:lnTo>
                    <a:pt x="20424" y="2347"/>
                  </a:lnTo>
                  <a:lnTo>
                    <a:pt x="20244" y="2449"/>
                  </a:lnTo>
                  <a:lnTo>
                    <a:pt x="20004" y="2545"/>
                  </a:lnTo>
                  <a:lnTo>
                    <a:pt x="19764" y="2632"/>
                  </a:lnTo>
                  <a:lnTo>
                    <a:pt x="19523" y="2719"/>
                  </a:lnTo>
                  <a:lnTo>
                    <a:pt x="19223" y="2800"/>
                  </a:lnTo>
                  <a:lnTo>
                    <a:pt x="18953" y="2877"/>
                  </a:lnTo>
                  <a:lnTo>
                    <a:pt x="18652" y="2943"/>
                  </a:lnTo>
                  <a:lnTo>
                    <a:pt x="18352" y="3005"/>
                  </a:lnTo>
                  <a:lnTo>
                    <a:pt x="18022" y="3061"/>
                  </a:lnTo>
                  <a:lnTo>
                    <a:pt x="18022" y="3061"/>
                  </a:lnTo>
                  <a:lnTo>
                    <a:pt x="17661" y="3112"/>
                  </a:lnTo>
                  <a:lnTo>
                    <a:pt x="17301" y="3163"/>
                  </a:lnTo>
                  <a:lnTo>
                    <a:pt x="16910" y="3209"/>
                  </a:lnTo>
                  <a:lnTo>
                    <a:pt x="16550" y="3249"/>
                  </a:lnTo>
                  <a:lnTo>
                    <a:pt x="16129" y="3290"/>
                  </a:lnTo>
                  <a:lnTo>
                    <a:pt x="15739" y="3326"/>
                  </a:lnTo>
                  <a:lnTo>
                    <a:pt x="15319" y="3356"/>
                  </a:lnTo>
                  <a:lnTo>
                    <a:pt x="14928" y="3382"/>
                  </a:lnTo>
                  <a:lnTo>
                    <a:pt x="14478" y="3407"/>
                  </a:lnTo>
                  <a:lnTo>
                    <a:pt x="14057" y="3428"/>
                  </a:lnTo>
                  <a:lnTo>
                    <a:pt x="13637" y="3443"/>
                  </a:lnTo>
                  <a:lnTo>
                    <a:pt x="13186" y="3458"/>
                  </a:lnTo>
                  <a:lnTo>
                    <a:pt x="12766" y="3469"/>
                  </a:lnTo>
                  <a:lnTo>
                    <a:pt x="12315" y="3474"/>
                  </a:lnTo>
                  <a:lnTo>
                    <a:pt x="11414" y="3479"/>
                  </a:lnTo>
                  <a:lnTo>
                    <a:pt x="11414" y="3479"/>
                  </a:lnTo>
                  <a:lnTo>
                    <a:pt x="10843" y="3479"/>
                  </a:lnTo>
                  <a:lnTo>
                    <a:pt x="10243" y="3469"/>
                  </a:lnTo>
                  <a:lnTo>
                    <a:pt x="9642" y="3458"/>
                  </a:lnTo>
                  <a:lnTo>
                    <a:pt x="9041" y="3443"/>
                  </a:lnTo>
                  <a:lnTo>
                    <a:pt x="8471" y="3418"/>
                  </a:lnTo>
                  <a:lnTo>
                    <a:pt x="7900" y="3392"/>
                  </a:lnTo>
                  <a:lnTo>
                    <a:pt x="7329" y="3362"/>
                  </a:lnTo>
                  <a:lnTo>
                    <a:pt x="6759" y="3331"/>
                  </a:lnTo>
                  <a:lnTo>
                    <a:pt x="6188" y="3290"/>
                  </a:lnTo>
                  <a:lnTo>
                    <a:pt x="5647" y="3249"/>
                  </a:lnTo>
                  <a:lnTo>
                    <a:pt x="5137" y="3203"/>
                  </a:lnTo>
                  <a:lnTo>
                    <a:pt x="4626" y="3152"/>
                  </a:lnTo>
                  <a:lnTo>
                    <a:pt x="4116" y="3101"/>
                  </a:lnTo>
                  <a:lnTo>
                    <a:pt x="3635" y="3045"/>
                  </a:lnTo>
                  <a:lnTo>
                    <a:pt x="3185" y="2989"/>
                  </a:lnTo>
                  <a:lnTo>
                    <a:pt x="2734" y="2928"/>
                  </a:lnTo>
                  <a:lnTo>
                    <a:pt x="2734" y="2928"/>
                  </a:lnTo>
                  <a:lnTo>
                    <a:pt x="2374" y="2872"/>
                  </a:lnTo>
                  <a:lnTo>
                    <a:pt x="2073" y="2811"/>
                  </a:lnTo>
                  <a:lnTo>
                    <a:pt x="1773" y="2744"/>
                  </a:lnTo>
                  <a:lnTo>
                    <a:pt x="1503" y="2678"/>
                  </a:lnTo>
                  <a:lnTo>
                    <a:pt x="1262" y="2602"/>
                  </a:lnTo>
                  <a:lnTo>
                    <a:pt x="1022" y="2525"/>
                  </a:lnTo>
                  <a:lnTo>
                    <a:pt x="842" y="2443"/>
                  </a:lnTo>
                  <a:lnTo>
                    <a:pt x="662" y="2362"/>
                  </a:lnTo>
                  <a:lnTo>
                    <a:pt x="511" y="2275"/>
                  </a:lnTo>
                  <a:lnTo>
                    <a:pt x="391" y="2183"/>
                  </a:lnTo>
                  <a:lnTo>
                    <a:pt x="271" y="2097"/>
                  </a:lnTo>
                  <a:lnTo>
                    <a:pt x="181" y="2005"/>
                  </a:lnTo>
                  <a:lnTo>
                    <a:pt x="121" y="1908"/>
                  </a:lnTo>
                  <a:lnTo>
                    <a:pt x="61" y="1816"/>
                  </a:lnTo>
                  <a:lnTo>
                    <a:pt x="1" y="1627"/>
                  </a:lnTo>
                  <a:lnTo>
                    <a:pt x="1" y="1627"/>
                  </a:lnTo>
                  <a:lnTo>
                    <a:pt x="782" y="1617"/>
                  </a:lnTo>
                  <a:lnTo>
                    <a:pt x="1503" y="1602"/>
                  </a:lnTo>
                  <a:lnTo>
                    <a:pt x="2193" y="1581"/>
                  </a:lnTo>
                  <a:lnTo>
                    <a:pt x="2854" y="1561"/>
                  </a:lnTo>
                  <a:lnTo>
                    <a:pt x="3485" y="1536"/>
                  </a:lnTo>
                  <a:lnTo>
                    <a:pt x="4056" y="1500"/>
                  </a:lnTo>
                  <a:lnTo>
                    <a:pt x="4626" y="1464"/>
                  </a:lnTo>
                  <a:lnTo>
                    <a:pt x="5137" y="1428"/>
                  </a:lnTo>
                  <a:lnTo>
                    <a:pt x="5647" y="1388"/>
                  </a:lnTo>
                  <a:lnTo>
                    <a:pt x="6098" y="1342"/>
                  </a:lnTo>
                  <a:lnTo>
                    <a:pt x="6518" y="1291"/>
                  </a:lnTo>
                  <a:lnTo>
                    <a:pt x="6939" y="1240"/>
                  </a:lnTo>
                  <a:lnTo>
                    <a:pt x="7299" y="1189"/>
                  </a:lnTo>
                  <a:lnTo>
                    <a:pt x="7660" y="1133"/>
                  </a:lnTo>
                  <a:lnTo>
                    <a:pt x="7990" y="1076"/>
                  </a:lnTo>
                  <a:lnTo>
                    <a:pt x="8290" y="1015"/>
                  </a:lnTo>
                  <a:lnTo>
                    <a:pt x="8561" y="954"/>
                  </a:lnTo>
                  <a:lnTo>
                    <a:pt x="8801" y="893"/>
                  </a:lnTo>
                  <a:lnTo>
                    <a:pt x="9041" y="827"/>
                  </a:lnTo>
                  <a:lnTo>
                    <a:pt x="9221" y="765"/>
                  </a:lnTo>
                  <a:lnTo>
                    <a:pt x="9432" y="699"/>
                  </a:lnTo>
                  <a:lnTo>
                    <a:pt x="9582" y="633"/>
                  </a:lnTo>
                  <a:lnTo>
                    <a:pt x="9882" y="500"/>
                  </a:lnTo>
                  <a:lnTo>
                    <a:pt x="10092" y="373"/>
                  </a:lnTo>
                  <a:lnTo>
                    <a:pt x="10243" y="245"/>
                  </a:lnTo>
                  <a:lnTo>
                    <a:pt x="10363" y="118"/>
                  </a:lnTo>
                  <a:lnTo>
                    <a:pt x="1042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8"/>
            <p:cNvSpPr/>
            <p:nvPr/>
          </p:nvSpPr>
          <p:spPr>
            <a:xfrm flipH="1">
              <a:off x="5629902" y="2343300"/>
              <a:ext cx="89786" cy="215650"/>
            </a:xfrm>
            <a:custGeom>
              <a:avLst/>
              <a:gdLst/>
              <a:ahLst/>
              <a:cxnLst/>
              <a:rect l="l" t="t" r="r" b="b"/>
              <a:pathLst>
                <a:path w="21176" h="8626" fill="none" extrusionOk="0">
                  <a:moveTo>
                    <a:pt x="9762" y="1"/>
                  </a:moveTo>
                  <a:lnTo>
                    <a:pt x="9762" y="1"/>
                  </a:lnTo>
                  <a:lnTo>
                    <a:pt x="10603" y="6"/>
                  </a:lnTo>
                  <a:lnTo>
                    <a:pt x="11474" y="21"/>
                  </a:lnTo>
                  <a:lnTo>
                    <a:pt x="12345" y="46"/>
                  </a:lnTo>
                  <a:lnTo>
                    <a:pt x="13246" y="87"/>
                  </a:lnTo>
                  <a:lnTo>
                    <a:pt x="14177" y="133"/>
                  </a:lnTo>
                  <a:lnTo>
                    <a:pt x="15108" y="194"/>
                  </a:lnTo>
                  <a:lnTo>
                    <a:pt x="16069" y="271"/>
                  </a:lnTo>
                  <a:lnTo>
                    <a:pt x="17031" y="358"/>
                  </a:lnTo>
                  <a:lnTo>
                    <a:pt x="17031" y="358"/>
                  </a:lnTo>
                  <a:lnTo>
                    <a:pt x="17601" y="414"/>
                  </a:lnTo>
                  <a:lnTo>
                    <a:pt x="18112" y="485"/>
                  </a:lnTo>
                  <a:lnTo>
                    <a:pt x="18622" y="557"/>
                  </a:lnTo>
                  <a:lnTo>
                    <a:pt x="19043" y="638"/>
                  </a:lnTo>
                  <a:lnTo>
                    <a:pt x="19463" y="730"/>
                  </a:lnTo>
                  <a:lnTo>
                    <a:pt x="19794" y="822"/>
                  </a:lnTo>
                  <a:lnTo>
                    <a:pt x="20124" y="919"/>
                  </a:lnTo>
                  <a:lnTo>
                    <a:pt x="20394" y="1021"/>
                  </a:lnTo>
                  <a:lnTo>
                    <a:pt x="20635" y="1128"/>
                  </a:lnTo>
                  <a:lnTo>
                    <a:pt x="20815" y="1235"/>
                  </a:lnTo>
                  <a:lnTo>
                    <a:pt x="20965" y="1347"/>
                  </a:lnTo>
                  <a:lnTo>
                    <a:pt x="21055" y="1464"/>
                  </a:lnTo>
                  <a:lnTo>
                    <a:pt x="21145" y="1582"/>
                  </a:lnTo>
                  <a:lnTo>
                    <a:pt x="21175" y="1699"/>
                  </a:lnTo>
                  <a:lnTo>
                    <a:pt x="21145" y="1816"/>
                  </a:lnTo>
                  <a:lnTo>
                    <a:pt x="21085" y="1934"/>
                  </a:lnTo>
                  <a:lnTo>
                    <a:pt x="21085" y="7009"/>
                  </a:lnTo>
                  <a:lnTo>
                    <a:pt x="21085" y="7009"/>
                  </a:lnTo>
                  <a:lnTo>
                    <a:pt x="20484" y="7009"/>
                  </a:lnTo>
                  <a:lnTo>
                    <a:pt x="20484" y="7009"/>
                  </a:lnTo>
                  <a:lnTo>
                    <a:pt x="19824" y="7009"/>
                  </a:lnTo>
                  <a:lnTo>
                    <a:pt x="19193" y="7019"/>
                  </a:lnTo>
                  <a:lnTo>
                    <a:pt x="19193" y="7019"/>
                  </a:lnTo>
                  <a:lnTo>
                    <a:pt x="18502" y="7034"/>
                  </a:lnTo>
                  <a:lnTo>
                    <a:pt x="17781" y="7055"/>
                  </a:lnTo>
                  <a:lnTo>
                    <a:pt x="17061" y="7080"/>
                  </a:lnTo>
                  <a:lnTo>
                    <a:pt x="16340" y="7111"/>
                  </a:lnTo>
                  <a:lnTo>
                    <a:pt x="15619" y="7152"/>
                  </a:lnTo>
                  <a:lnTo>
                    <a:pt x="14928" y="7208"/>
                  </a:lnTo>
                  <a:lnTo>
                    <a:pt x="14568" y="7233"/>
                  </a:lnTo>
                  <a:lnTo>
                    <a:pt x="14237" y="7269"/>
                  </a:lnTo>
                  <a:lnTo>
                    <a:pt x="13907" y="7305"/>
                  </a:lnTo>
                  <a:lnTo>
                    <a:pt x="13577" y="7346"/>
                  </a:lnTo>
                  <a:lnTo>
                    <a:pt x="13276" y="7391"/>
                  </a:lnTo>
                  <a:lnTo>
                    <a:pt x="12976" y="7437"/>
                  </a:lnTo>
                  <a:lnTo>
                    <a:pt x="12675" y="7493"/>
                  </a:lnTo>
                  <a:lnTo>
                    <a:pt x="12405" y="7550"/>
                  </a:lnTo>
                  <a:lnTo>
                    <a:pt x="12135" y="7611"/>
                  </a:lnTo>
                  <a:lnTo>
                    <a:pt x="11895" y="7677"/>
                  </a:lnTo>
                  <a:lnTo>
                    <a:pt x="11654" y="7743"/>
                  </a:lnTo>
                  <a:lnTo>
                    <a:pt x="11444" y="7820"/>
                  </a:lnTo>
                  <a:lnTo>
                    <a:pt x="11234" y="7901"/>
                  </a:lnTo>
                  <a:lnTo>
                    <a:pt x="11054" y="7988"/>
                  </a:lnTo>
                  <a:lnTo>
                    <a:pt x="10873" y="8080"/>
                  </a:lnTo>
                  <a:lnTo>
                    <a:pt x="10753" y="8177"/>
                  </a:lnTo>
                  <a:lnTo>
                    <a:pt x="10633" y="8279"/>
                  </a:lnTo>
                  <a:lnTo>
                    <a:pt x="10513" y="8391"/>
                  </a:lnTo>
                  <a:lnTo>
                    <a:pt x="10453" y="8503"/>
                  </a:lnTo>
                  <a:lnTo>
                    <a:pt x="10393" y="8626"/>
                  </a:lnTo>
                  <a:lnTo>
                    <a:pt x="10393" y="8626"/>
                  </a:lnTo>
                  <a:lnTo>
                    <a:pt x="10273" y="8508"/>
                  </a:lnTo>
                  <a:lnTo>
                    <a:pt x="10092" y="8386"/>
                  </a:lnTo>
                  <a:lnTo>
                    <a:pt x="9852" y="8259"/>
                  </a:lnTo>
                  <a:lnTo>
                    <a:pt x="9552" y="8131"/>
                  </a:lnTo>
                  <a:lnTo>
                    <a:pt x="9161" y="8004"/>
                  </a:lnTo>
                  <a:lnTo>
                    <a:pt x="8741" y="7876"/>
                  </a:lnTo>
                  <a:lnTo>
                    <a:pt x="8471" y="7815"/>
                  </a:lnTo>
                  <a:lnTo>
                    <a:pt x="8200" y="7754"/>
                  </a:lnTo>
                  <a:lnTo>
                    <a:pt x="7930" y="7692"/>
                  </a:lnTo>
                  <a:lnTo>
                    <a:pt x="7630" y="7636"/>
                  </a:lnTo>
                  <a:lnTo>
                    <a:pt x="7299" y="7580"/>
                  </a:lnTo>
                  <a:lnTo>
                    <a:pt x="6969" y="7524"/>
                  </a:lnTo>
                  <a:lnTo>
                    <a:pt x="6608" y="7473"/>
                  </a:lnTo>
                  <a:lnTo>
                    <a:pt x="6218" y="7422"/>
                  </a:lnTo>
                  <a:lnTo>
                    <a:pt x="5828" y="7376"/>
                  </a:lnTo>
                  <a:lnTo>
                    <a:pt x="5407" y="7330"/>
                  </a:lnTo>
                  <a:lnTo>
                    <a:pt x="4957" y="7289"/>
                  </a:lnTo>
                  <a:lnTo>
                    <a:pt x="4506" y="7249"/>
                  </a:lnTo>
                  <a:lnTo>
                    <a:pt x="3995" y="7218"/>
                  </a:lnTo>
                  <a:lnTo>
                    <a:pt x="3515" y="7182"/>
                  </a:lnTo>
                  <a:lnTo>
                    <a:pt x="2974" y="7157"/>
                  </a:lnTo>
                  <a:lnTo>
                    <a:pt x="2434" y="7131"/>
                  </a:lnTo>
                  <a:lnTo>
                    <a:pt x="1863" y="7116"/>
                  </a:lnTo>
                  <a:lnTo>
                    <a:pt x="1262" y="7101"/>
                  </a:lnTo>
                  <a:lnTo>
                    <a:pt x="632" y="7090"/>
                  </a:lnTo>
                  <a:lnTo>
                    <a:pt x="1" y="7085"/>
                  </a:lnTo>
                  <a:lnTo>
                    <a:pt x="1" y="7055"/>
                  </a:lnTo>
                  <a:lnTo>
                    <a:pt x="1" y="7055"/>
                  </a:lnTo>
                  <a:lnTo>
                    <a:pt x="511" y="7055"/>
                  </a:lnTo>
                  <a:lnTo>
                    <a:pt x="511" y="7055"/>
                  </a:lnTo>
                  <a:lnTo>
                    <a:pt x="1412" y="7050"/>
                  </a:lnTo>
                  <a:lnTo>
                    <a:pt x="1833" y="7045"/>
                  </a:lnTo>
                  <a:lnTo>
                    <a:pt x="2283" y="7034"/>
                  </a:lnTo>
                  <a:lnTo>
                    <a:pt x="2734" y="7019"/>
                  </a:lnTo>
                  <a:lnTo>
                    <a:pt x="3154" y="7004"/>
                  </a:lnTo>
                  <a:lnTo>
                    <a:pt x="3575" y="6983"/>
                  </a:lnTo>
                  <a:lnTo>
                    <a:pt x="3995" y="6958"/>
                  </a:lnTo>
                  <a:lnTo>
                    <a:pt x="4416" y="6932"/>
                  </a:lnTo>
                  <a:lnTo>
                    <a:pt x="4836" y="6902"/>
                  </a:lnTo>
                  <a:lnTo>
                    <a:pt x="5227" y="6866"/>
                  </a:lnTo>
                  <a:lnTo>
                    <a:pt x="5617" y="6825"/>
                  </a:lnTo>
                  <a:lnTo>
                    <a:pt x="6008" y="6784"/>
                  </a:lnTo>
                  <a:lnTo>
                    <a:pt x="6398" y="6739"/>
                  </a:lnTo>
                  <a:lnTo>
                    <a:pt x="6759" y="6693"/>
                  </a:lnTo>
                  <a:lnTo>
                    <a:pt x="7119" y="6637"/>
                  </a:lnTo>
                  <a:lnTo>
                    <a:pt x="7119" y="6637"/>
                  </a:lnTo>
                  <a:lnTo>
                    <a:pt x="7479" y="6575"/>
                  </a:lnTo>
                  <a:lnTo>
                    <a:pt x="7810" y="6509"/>
                  </a:lnTo>
                  <a:lnTo>
                    <a:pt x="8140" y="6427"/>
                  </a:lnTo>
                  <a:lnTo>
                    <a:pt x="8441" y="6341"/>
                  </a:lnTo>
                  <a:lnTo>
                    <a:pt x="8741" y="6249"/>
                  </a:lnTo>
                  <a:lnTo>
                    <a:pt x="9011" y="6152"/>
                  </a:lnTo>
                  <a:lnTo>
                    <a:pt x="9252" y="6045"/>
                  </a:lnTo>
                  <a:lnTo>
                    <a:pt x="9492" y="5938"/>
                  </a:lnTo>
                  <a:lnTo>
                    <a:pt x="9702" y="5826"/>
                  </a:lnTo>
                  <a:lnTo>
                    <a:pt x="9882" y="5708"/>
                  </a:lnTo>
                  <a:lnTo>
                    <a:pt x="10002" y="5586"/>
                  </a:lnTo>
                  <a:lnTo>
                    <a:pt x="10123" y="5463"/>
                  </a:lnTo>
                  <a:lnTo>
                    <a:pt x="10183" y="5336"/>
                  </a:lnTo>
                  <a:lnTo>
                    <a:pt x="10213" y="5213"/>
                  </a:lnTo>
                  <a:lnTo>
                    <a:pt x="10213" y="5086"/>
                  </a:lnTo>
                  <a:lnTo>
                    <a:pt x="10183" y="4958"/>
                  </a:lnTo>
                  <a:lnTo>
                    <a:pt x="10183" y="3229"/>
                  </a:lnTo>
                  <a:lnTo>
                    <a:pt x="10183" y="3229"/>
                  </a:lnTo>
                  <a:lnTo>
                    <a:pt x="10213" y="3107"/>
                  </a:lnTo>
                  <a:lnTo>
                    <a:pt x="10243" y="2990"/>
                  </a:lnTo>
                  <a:lnTo>
                    <a:pt x="10213" y="2872"/>
                  </a:lnTo>
                  <a:lnTo>
                    <a:pt x="10153" y="2755"/>
                  </a:lnTo>
                  <a:lnTo>
                    <a:pt x="10032" y="2643"/>
                  </a:lnTo>
                  <a:lnTo>
                    <a:pt x="9882" y="2531"/>
                  </a:lnTo>
                  <a:lnTo>
                    <a:pt x="9702" y="2418"/>
                  </a:lnTo>
                  <a:lnTo>
                    <a:pt x="9462" y="2316"/>
                  </a:lnTo>
                  <a:lnTo>
                    <a:pt x="9191" y="2209"/>
                  </a:lnTo>
                  <a:lnTo>
                    <a:pt x="8891" y="2112"/>
                  </a:lnTo>
                  <a:lnTo>
                    <a:pt x="8531" y="2020"/>
                  </a:lnTo>
                  <a:lnTo>
                    <a:pt x="8140" y="1934"/>
                  </a:lnTo>
                  <a:lnTo>
                    <a:pt x="7690" y="1852"/>
                  </a:lnTo>
                  <a:lnTo>
                    <a:pt x="7209" y="1776"/>
                  </a:lnTo>
                  <a:lnTo>
                    <a:pt x="6699" y="1709"/>
                  </a:lnTo>
                  <a:lnTo>
                    <a:pt x="6128" y="1648"/>
                  </a:lnTo>
                  <a:lnTo>
                    <a:pt x="6128" y="1648"/>
                  </a:lnTo>
                  <a:lnTo>
                    <a:pt x="5377" y="1582"/>
                  </a:lnTo>
                  <a:lnTo>
                    <a:pt x="4626" y="1521"/>
                  </a:lnTo>
                  <a:lnTo>
                    <a:pt x="3905" y="1470"/>
                  </a:lnTo>
                  <a:lnTo>
                    <a:pt x="3185" y="1424"/>
                  </a:lnTo>
                  <a:lnTo>
                    <a:pt x="2464" y="1383"/>
                  </a:lnTo>
                  <a:lnTo>
                    <a:pt x="1773" y="1352"/>
                  </a:lnTo>
                  <a:lnTo>
                    <a:pt x="1082" y="1327"/>
                  </a:lnTo>
                  <a:lnTo>
                    <a:pt x="391" y="1311"/>
                  </a:lnTo>
                  <a:lnTo>
                    <a:pt x="391" y="1311"/>
                  </a:lnTo>
                  <a:lnTo>
                    <a:pt x="571" y="1194"/>
                  </a:lnTo>
                  <a:lnTo>
                    <a:pt x="752" y="1077"/>
                  </a:lnTo>
                  <a:lnTo>
                    <a:pt x="962" y="975"/>
                  </a:lnTo>
                  <a:lnTo>
                    <a:pt x="1172" y="873"/>
                  </a:lnTo>
                  <a:lnTo>
                    <a:pt x="1443" y="781"/>
                  </a:lnTo>
                  <a:lnTo>
                    <a:pt x="1713" y="699"/>
                  </a:lnTo>
                  <a:lnTo>
                    <a:pt x="1983" y="623"/>
                  </a:lnTo>
                  <a:lnTo>
                    <a:pt x="2283" y="557"/>
                  </a:lnTo>
                  <a:lnTo>
                    <a:pt x="2283" y="557"/>
                  </a:lnTo>
                  <a:lnTo>
                    <a:pt x="2674" y="495"/>
                  </a:lnTo>
                  <a:lnTo>
                    <a:pt x="3034" y="429"/>
                  </a:lnTo>
                  <a:lnTo>
                    <a:pt x="3455" y="373"/>
                  </a:lnTo>
                  <a:lnTo>
                    <a:pt x="3845" y="322"/>
                  </a:lnTo>
                  <a:lnTo>
                    <a:pt x="4266" y="271"/>
                  </a:lnTo>
                  <a:lnTo>
                    <a:pt x="4716" y="225"/>
                  </a:lnTo>
                  <a:lnTo>
                    <a:pt x="5167" y="184"/>
                  </a:lnTo>
                  <a:lnTo>
                    <a:pt x="5617" y="143"/>
                  </a:lnTo>
                  <a:lnTo>
                    <a:pt x="6098" y="113"/>
                  </a:lnTo>
                  <a:lnTo>
                    <a:pt x="6578" y="82"/>
                  </a:lnTo>
                  <a:lnTo>
                    <a:pt x="7089" y="57"/>
                  </a:lnTo>
                  <a:lnTo>
                    <a:pt x="7600" y="36"/>
                  </a:lnTo>
                  <a:lnTo>
                    <a:pt x="8110" y="21"/>
                  </a:lnTo>
                  <a:lnTo>
                    <a:pt x="8651" y="6"/>
                  </a:lnTo>
                  <a:lnTo>
                    <a:pt x="9191" y="1"/>
                  </a:lnTo>
                  <a:lnTo>
                    <a:pt x="976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8"/>
            <p:cNvSpPr/>
            <p:nvPr/>
          </p:nvSpPr>
          <p:spPr>
            <a:xfrm flipH="1">
              <a:off x="5719429" y="2299700"/>
              <a:ext cx="89782" cy="220750"/>
            </a:xfrm>
            <a:custGeom>
              <a:avLst/>
              <a:gdLst/>
              <a:ahLst/>
              <a:cxnLst/>
              <a:rect l="l" t="t" r="r" b="b"/>
              <a:pathLst>
                <a:path w="21175" h="8830" extrusionOk="0">
                  <a:moveTo>
                    <a:pt x="15709" y="0"/>
                  </a:moveTo>
                  <a:lnTo>
                    <a:pt x="15048" y="46"/>
                  </a:lnTo>
                  <a:lnTo>
                    <a:pt x="14357" y="82"/>
                  </a:lnTo>
                  <a:lnTo>
                    <a:pt x="13696" y="112"/>
                  </a:lnTo>
                  <a:lnTo>
                    <a:pt x="13036" y="138"/>
                  </a:lnTo>
                  <a:lnTo>
                    <a:pt x="12375" y="153"/>
                  </a:lnTo>
                  <a:lnTo>
                    <a:pt x="11714" y="168"/>
                  </a:lnTo>
                  <a:lnTo>
                    <a:pt x="11113" y="174"/>
                  </a:lnTo>
                  <a:lnTo>
                    <a:pt x="10182" y="174"/>
                  </a:lnTo>
                  <a:lnTo>
                    <a:pt x="10182" y="230"/>
                  </a:lnTo>
                  <a:lnTo>
                    <a:pt x="10182" y="4881"/>
                  </a:lnTo>
                  <a:lnTo>
                    <a:pt x="10182" y="4917"/>
                  </a:lnTo>
                  <a:lnTo>
                    <a:pt x="10212" y="4805"/>
                  </a:lnTo>
                  <a:lnTo>
                    <a:pt x="10272" y="4698"/>
                  </a:lnTo>
                  <a:lnTo>
                    <a:pt x="10332" y="4596"/>
                  </a:lnTo>
                  <a:lnTo>
                    <a:pt x="10422" y="4489"/>
                  </a:lnTo>
                  <a:lnTo>
                    <a:pt x="10543" y="4387"/>
                  </a:lnTo>
                  <a:lnTo>
                    <a:pt x="10663" y="4285"/>
                  </a:lnTo>
                  <a:lnTo>
                    <a:pt x="10813" y="4193"/>
                  </a:lnTo>
                  <a:lnTo>
                    <a:pt x="10963" y="4096"/>
                  </a:lnTo>
                  <a:lnTo>
                    <a:pt x="11143" y="4009"/>
                  </a:lnTo>
                  <a:lnTo>
                    <a:pt x="11324" y="3928"/>
                  </a:lnTo>
                  <a:lnTo>
                    <a:pt x="11534" y="3846"/>
                  </a:lnTo>
                  <a:lnTo>
                    <a:pt x="11744" y="3775"/>
                  </a:lnTo>
                  <a:lnTo>
                    <a:pt x="11984" y="3708"/>
                  </a:lnTo>
                  <a:lnTo>
                    <a:pt x="12225" y="3647"/>
                  </a:lnTo>
                  <a:lnTo>
                    <a:pt x="12495" y="3596"/>
                  </a:lnTo>
                  <a:lnTo>
                    <a:pt x="12855" y="3530"/>
                  </a:lnTo>
                  <a:lnTo>
                    <a:pt x="13246" y="3469"/>
                  </a:lnTo>
                  <a:lnTo>
                    <a:pt x="13636" y="3412"/>
                  </a:lnTo>
                  <a:lnTo>
                    <a:pt x="14057" y="3356"/>
                  </a:lnTo>
                  <a:lnTo>
                    <a:pt x="14477" y="3305"/>
                  </a:lnTo>
                  <a:lnTo>
                    <a:pt x="14898" y="3259"/>
                  </a:lnTo>
                  <a:lnTo>
                    <a:pt x="15348" y="3219"/>
                  </a:lnTo>
                  <a:lnTo>
                    <a:pt x="15829" y="3183"/>
                  </a:lnTo>
                  <a:lnTo>
                    <a:pt x="16309" y="3147"/>
                  </a:lnTo>
                  <a:lnTo>
                    <a:pt x="16790" y="3117"/>
                  </a:lnTo>
                  <a:lnTo>
                    <a:pt x="17300" y="3091"/>
                  </a:lnTo>
                  <a:lnTo>
                    <a:pt x="17811" y="3071"/>
                  </a:lnTo>
                  <a:lnTo>
                    <a:pt x="18322" y="3055"/>
                  </a:lnTo>
                  <a:lnTo>
                    <a:pt x="18862" y="3045"/>
                  </a:lnTo>
                  <a:lnTo>
                    <a:pt x="19403" y="3040"/>
                  </a:lnTo>
                  <a:lnTo>
                    <a:pt x="19943" y="3035"/>
                  </a:lnTo>
                  <a:lnTo>
                    <a:pt x="20514" y="3040"/>
                  </a:lnTo>
                  <a:lnTo>
                    <a:pt x="21115" y="3045"/>
                  </a:lnTo>
                  <a:lnTo>
                    <a:pt x="21115" y="1694"/>
                  </a:lnTo>
                  <a:lnTo>
                    <a:pt x="21175" y="1576"/>
                  </a:lnTo>
                  <a:lnTo>
                    <a:pt x="21175" y="1459"/>
                  </a:lnTo>
                  <a:lnTo>
                    <a:pt x="21145" y="1342"/>
                  </a:lnTo>
                  <a:lnTo>
                    <a:pt x="21085" y="1224"/>
                  </a:lnTo>
                  <a:lnTo>
                    <a:pt x="20965" y="1112"/>
                  </a:lnTo>
                  <a:lnTo>
                    <a:pt x="20814" y="995"/>
                  </a:lnTo>
                  <a:lnTo>
                    <a:pt x="20634" y="888"/>
                  </a:lnTo>
                  <a:lnTo>
                    <a:pt x="20394" y="781"/>
                  </a:lnTo>
                  <a:lnTo>
                    <a:pt x="20124" y="679"/>
                  </a:lnTo>
                  <a:lnTo>
                    <a:pt x="19823" y="582"/>
                  </a:lnTo>
                  <a:lnTo>
                    <a:pt x="19463" y="490"/>
                  </a:lnTo>
                  <a:lnTo>
                    <a:pt x="19072" y="398"/>
                  </a:lnTo>
                  <a:lnTo>
                    <a:pt x="18622" y="316"/>
                  </a:lnTo>
                  <a:lnTo>
                    <a:pt x="18141" y="245"/>
                  </a:lnTo>
                  <a:lnTo>
                    <a:pt x="17601" y="174"/>
                  </a:lnTo>
                  <a:lnTo>
                    <a:pt x="17030" y="117"/>
                  </a:lnTo>
                  <a:lnTo>
                    <a:pt x="16369" y="56"/>
                  </a:lnTo>
                  <a:lnTo>
                    <a:pt x="15709" y="0"/>
                  </a:lnTo>
                  <a:close/>
                  <a:moveTo>
                    <a:pt x="10182" y="4983"/>
                  </a:moveTo>
                  <a:lnTo>
                    <a:pt x="10152" y="5086"/>
                  </a:lnTo>
                  <a:lnTo>
                    <a:pt x="10092" y="5188"/>
                  </a:lnTo>
                  <a:lnTo>
                    <a:pt x="10032" y="5290"/>
                  </a:lnTo>
                  <a:lnTo>
                    <a:pt x="9942" y="5392"/>
                  </a:lnTo>
                  <a:lnTo>
                    <a:pt x="9852" y="5488"/>
                  </a:lnTo>
                  <a:lnTo>
                    <a:pt x="9732" y="5580"/>
                  </a:lnTo>
                  <a:lnTo>
                    <a:pt x="9582" y="5672"/>
                  </a:lnTo>
                  <a:lnTo>
                    <a:pt x="9431" y="5764"/>
                  </a:lnTo>
                  <a:lnTo>
                    <a:pt x="9251" y="5846"/>
                  </a:lnTo>
                  <a:lnTo>
                    <a:pt x="9071" y="5927"/>
                  </a:lnTo>
                  <a:lnTo>
                    <a:pt x="8861" y="6004"/>
                  </a:lnTo>
                  <a:lnTo>
                    <a:pt x="8650" y="6070"/>
                  </a:lnTo>
                  <a:lnTo>
                    <a:pt x="8410" y="6136"/>
                  </a:lnTo>
                  <a:lnTo>
                    <a:pt x="8170" y="6192"/>
                  </a:lnTo>
                  <a:lnTo>
                    <a:pt x="7900" y="6243"/>
                  </a:lnTo>
                  <a:lnTo>
                    <a:pt x="7509" y="6305"/>
                  </a:lnTo>
                  <a:lnTo>
                    <a:pt x="7119" y="6366"/>
                  </a:lnTo>
                  <a:lnTo>
                    <a:pt x="6698" y="6417"/>
                  </a:lnTo>
                  <a:lnTo>
                    <a:pt x="6278" y="6473"/>
                  </a:lnTo>
                  <a:lnTo>
                    <a:pt x="5857" y="6519"/>
                  </a:lnTo>
                  <a:lnTo>
                    <a:pt x="5407" y="6565"/>
                  </a:lnTo>
                  <a:lnTo>
                    <a:pt x="4926" y="6600"/>
                  </a:lnTo>
                  <a:lnTo>
                    <a:pt x="4446" y="6636"/>
                  </a:lnTo>
                  <a:lnTo>
                    <a:pt x="3965" y="6672"/>
                  </a:lnTo>
                  <a:lnTo>
                    <a:pt x="3484" y="6697"/>
                  </a:lnTo>
                  <a:lnTo>
                    <a:pt x="2974" y="6723"/>
                  </a:lnTo>
                  <a:lnTo>
                    <a:pt x="2433" y="6743"/>
                  </a:lnTo>
                  <a:lnTo>
                    <a:pt x="1893" y="6759"/>
                  </a:lnTo>
                  <a:lnTo>
                    <a:pt x="1352" y="6769"/>
                  </a:lnTo>
                  <a:lnTo>
                    <a:pt x="811" y="6774"/>
                  </a:lnTo>
                  <a:lnTo>
                    <a:pt x="241" y="6779"/>
                  </a:lnTo>
                  <a:lnTo>
                    <a:pt x="0" y="6779"/>
                  </a:lnTo>
                  <a:lnTo>
                    <a:pt x="0" y="6825"/>
                  </a:lnTo>
                  <a:lnTo>
                    <a:pt x="661" y="6815"/>
                  </a:lnTo>
                  <a:lnTo>
                    <a:pt x="1322" y="6810"/>
                  </a:lnTo>
                  <a:lnTo>
                    <a:pt x="1983" y="6815"/>
                  </a:lnTo>
                  <a:lnTo>
                    <a:pt x="2613" y="6820"/>
                  </a:lnTo>
                  <a:lnTo>
                    <a:pt x="3244" y="6835"/>
                  </a:lnTo>
                  <a:lnTo>
                    <a:pt x="3845" y="6861"/>
                  </a:lnTo>
                  <a:lnTo>
                    <a:pt x="4416" y="6886"/>
                  </a:lnTo>
                  <a:lnTo>
                    <a:pt x="4986" y="6917"/>
                  </a:lnTo>
                  <a:lnTo>
                    <a:pt x="5527" y="6957"/>
                  </a:lnTo>
                  <a:lnTo>
                    <a:pt x="6067" y="6998"/>
                  </a:lnTo>
                  <a:lnTo>
                    <a:pt x="6578" y="7044"/>
                  </a:lnTo>
                  <a:lnTo>
                    <a:pt x="7059" y="7095"/>
                  </a:lnTo>
                  <a:lnTo>
                    <a:pt x="7509" y="7151"/>
                  </a:lnTo>
                  <a:lnTo>
                    <a:pt x="7960" y="7212"/>
                  </a:lnTo>
                  <a:lnTo>
                    <a:pt x="8410" y="7274"/>
                  </a:lnTo>
                  <a:lnTo>
                    <a:pt x="8801" y="7340"/>
                  </a:lnTo>
                  <a:lnTo>
                    <a:pt x="9191" y="7411"/>
                  </a:lnTo>
                  <a:lnTo>
                    <a:pt x="9582" y="7483"/>
                  </a:lnTo>
                  <a:lnTo>
                    <a:pt x="9912" y="7554"/>
                  </a:lnTo>
                  <a:lnTo>
                    <a:pt x="10242" y="7636"/>
                  </a:lnTo>
                  <a:lnTo>
                    <a:pt x="10543" y="7712"/>
                  </a:lnTo>
                  <a:lnTo>
                    <a:pt x="10843" y="7794"/>
                  </a:lnTo>
                  <a:lnTo>
                    <a:pt x="11113" y="7876"/>
                  </a:lnTo>
                  <a:lnTo>
                    <a:pt x="11354" y="7962"/>
                  </a:lnTo>
                  <a:lnTo>
                    <a:pt x="11564" y="8049"/>
                  </a:lnTo>
                  <a:lnTo>
                    <a:pt x="11774" y="8136"/>
                  </a:lnTo>
                  <a:lnTo>
                    <a:pt x="11954" y="8222"/>
                  </a:lnTo>
                  <a:lnTo>
                    <a:pt x="12104" y="8309"/>
                  </a:lnTo>
                  <a:lnTo>
                    <a:pt x="12255" y="8396"/>
                  </a:lnTo>
                  <a:lnTo>
                    <a:pt x="12345" y="8483"/>
                  </a:lnTo>
                  <a:lnTo>
                    <a:pt x="12435" y="8569"/>
                  </a:lnTo>
                  <a:lnTo>
                    <a:pt x="12495" y="8656"/>
                  </a:lnTo>
                  <a:lnTo>
                    <a:pt x="12555" y="8743"/>
                  </a:lnTo>
                  <a:lnTo>
                    <a:pt x="12555" y="8829"/>
                  </a:lnTo>
                  <a:lnTo>
                    <a:pt x="21115" y="8829"/>
                  </a:lnTo>
                  <a:lnTo>
                    <a:pt x="21115" y="8799"/>
                  </a:lnTo>
                  <a:lnTo>
                    <a:pt x="20544" y="8794"/>
                  </a:lnTo>
                  <a:lnTo>
                    <a:pt x="19974" y="8783"/>
                  </a:lnTo>
                  <a:lnTo>
                    <a:pt x="19433" y="8768"/>
                  </a:lnTo>
                  <a:lnTo>
                    <a:pt x="18862" y="8748"/>
                  </a:lnTo>
                  <a:lnTo>
                    <a:pt x="18322" y="8722"/>
                  </a:lnTo>
                  <a:lnTo>
                    <a:pt x="17781" y="8697"/>
                  </a:lnTo>
                  <a:lnTo>
                    <a:pt x="17240" y="8666"/>
                  </a:lnTo>
                  <a:lnTo>
                    <a:pt x="16700" y="8630"/>
                  </a:lnTo>
                  <a:lnTo>
                    <a:pt x="16189" y="8595"/>
                  </a:lnTo>
                  <a:lnTo>
                    <a:pt x="15679" y="8554"/>
                  </a:lnTo>
                  <a:lnTo>
                    <a:pt x="15168" y="8508"/>
                  </a:lnTo>
                  <a:lnTo>
                    <a:pt x="14687" y="8462"/>
                  </a:lnTo>
                  <a:lnTo>
                    <a:pt x="14237" y="8411"/>
                  </a:lnTo>
                  <a:lnTo>
                    <a:pt x="13786" y="8360"/>
                  </a:lnTo>
                  <a:lnTo>
                    <a:pt x="13336" y="8304"/>
                  </a:lnTo>
                  <a:lnTo>
                    <a:pt x="12945" y="8248"/>
                  </a:lnTo>
                  <a:lnTo>
                    <a:pt x="12555" y="8192"/>
                  </a:lnTo>
                  <a:lnTo>
                    <a:pt x="12225" y="8126"/>
                  </a:lnTo>
                  <a:lnTo>
                    <a:pt x="11924" y="8059"/>
                  </a:lnTo>
                  <a:lnTo>
                    <a:pt x="11654" y="7983"/>
                  </a:lnTo>
                  <a:lnTo>
                    <a:pt x="11384" y="7906"/>
                  </a:lnTo>
                  <a:lnTo>
                    <a:pt x="11173" y="7825"/>
                  </a:lnTo>
                  <a:lnTo>
                    <a:pt x="10963" y="7738"/>
                  </a:lnTo>
                  <a:lnTo>
                    <a:pt x="10783" y="7651"/>
                  </a:lnTo>
                  <a:lnTo>
                    <a:pt x="10633" y="7559"/>
                  </a:lnTo>
                  <a:lnTo>
                    <a:pt x="10513" y="7468"/>
                  </a:lnTo>
                  <a:lnTo>
                    <a:pt x="10422" y="7371"/>
                  </a:lnTo>
                  <a:lnTo>
                    <a:pt x="10332" y="7274"/>
                  </a:lnTo>
                  <a:lnTo>
                    <a:pt x="10272" y="7177"/>
                  </a:lnTo>
                  <a:lnTo>
                    <a:pt x="10212" y="7075"/>
                  </a:lnTo>
                  <a:lnTo>
                    <a:pt x="10182" y="6978"/>
                  </a:lnTo>
                  <a:lnTo>
                    <a:pt x="10182" y="6876"/>
                  </a:lnTo>
                  <a:lnTo>
                    <a:pt x="10182" y="5024"/>
                  </a:lnTo>
                  <a:lnTo>
                    <a:pt x="10182" y="4983"/>
                  </a:lnTo>
                  <a:close/>
                </a:path>
              </a:pathLst>
            </a:custGeom>
            <a:solidFill>
              <a:srgbClr val="906B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8"/>
            <p:cNvSpPr/>
            <p:nvPr/>
          </p:nvSpPr>
          <p:spPr>
            <a:xfrm flipH="1">
              <a:off x="5719429" y="2299700"/>
              <a:ext cx="89782" cy="220750"/>
            </a:xfrm>
            <a:custGeom>
              <a:avLst/>
              <a:gdLst/>
              <a:ahLst/>
              <a:cxnLst/>
              <a:rect l="l" t="t" r="r" b="b"/>
              <a:pathLst>
                <a:path w="21175" h="8830" fill="none" extrusionOk="0">
                  <a:moveTo>
                    <a:pt x="15709" y="0"/>
                  </a:moveTo>
                  <a:lnTo>
                    <a:pt x="15709" y="0"/>
                  </a:lnTo>
                  <a:lnTo>
                    <a:pt x="16369" y="56"/>
                  </a:lnTo>
                  <a:lnTo>
                    <a:pt x="17030" y="117"/>
                  </a:lnTo>
                  <a:lnTo>
                    <a:pt x="17030" y="117"/>
                  </a:lnTo>
                  <a:lnTo>
                    <a:pt x="17601" y="174"/>
                  </a:lnTo>
                  <a:lnTo>
                    <a:pt x="18141" y="245"/>
                  </a:lnTo>
                  <a:lnTo>
                    <a:pt x="18622" y="316"/>
                  </a:lnTo>
                  <a:lnTo>
                    <a:pt x="19072" y="398"/>
                  </a:lnTo>
                  <a:lnTo>
                    <a:pt x="19463" y="490"/>
                  </a:lnTo>
                  <a:lnTo>
                    <a:pt x="19823" y="582"/>
                  </a:lnTo>
                  <a:lnTo>
                    <a:pt x="20124" y="679"/>
                  </a:lnTo>
                  <a:lnTo>
                    <a:pt x="20394" y="781"/>
                  </a:lnTo>
                  <a:lnTo>
                    <a:pt x="20634" y="888"/>
                  </a:lnTo>
                  <a:lnTo>
                    <a:pt x="20814" y="995"/>
                  </a:lnTo>
                  <a:lnTo>
                    <a:pt x="20965" y="1112"/>
                  </a:lnTo>
                  <a:lnTo>
                    <a:pt x="21085" y="1224"/>
                  </a:lnTo>
                  <a:lnTo>
                    <a:pt x="21145" y="1342"/>
                  </a:lnTo>
                  <a:lnTo>
                    <a:pt x="21175" y="1459"/>
                  </a:lnTo>
                  <a:lnTo>
                    <a:pt x="21175" y="1576"/>
                  </a:lnTo>
                  <a:lnTo>
                    <a:pt x="21115" y="1694"/>
                  </a:lnTo>
                  <a:lnTo>
                    <a:pt x="21115" y="3045"/>
                  </a:lnTo>
                  <a:lnTo>
                    <a:pt x="21115" y="3045"/>
                  </a:lnTo>
                  <a:lnTo>
                    <a:pt x="20514" y="3040"/>
                  </a:lnTo>
                  <a:lnTo>
                    <a:pt x="19943" y="3035"/>
                  </a:lnTo>
                  <a:lnTo>
                    <a:pt x="19943" y="3035"/>
                  </a:lnTo>
                  <a:lnTo>
                    <a:pt x="19403" y="3040"/>
                  </a:lnTo>
                  <a:lnTo>
                    <a:pt x="18862" y="3045"/>
                  </a:lnTo>
                  <a:lnTo>
                    <a:pt x="18322" y="3055"/>
                  </a:lnTo>
                  <a:lnTo>
                    <a:pt x="17811" y="3071"/>
                  </a:lnTo>
                  <a:lnTo>
                    <a:pt x="17300" y="3091"/>
                  </a:lnTo>
                  <a:lnTo>
                    <a:pt x="16790" y="3117"/>
                  </a:lnTo>
                  <a:lnTo>
                    <a:pt x="16309" y="3147"/>
                  </a:lnTo>
                  <a:lnTo>
                    <a:pt x="15829" y="3183"/>
                  </a:lnTo>
                  <a:lnTo>
                    <a:pt x="15348" y="3219"/>
                  </a:lnTo>
                  <a:lnTo>
                    <a:pt x="14898" y="3259"/>
                  </a:lnTo>
                  <a:lnTo>
                    <a:pt x="14477" y="3305"/>
                  </a:lnTo>
                  <a:lnTo>
                    <a:pt x="14057" y="3356"/>
                  </a:lnTo>
                  <a:lnTo>
                    <a:pt x="13636" y="3412"/>
                  </a:lnTo>
                  <a:lnTo>
                    <a:pt x="13246" y="3469"/>
                  </a:lnTo>
                  <a:lnTo>
                    <a:pt x="12855" y="3530"/>
                  </a:lnTo>
                  <a:lnTo>
                    <a:pt x="12495" y="3596"/>
                  </a:lnTo>
                  <a:lnTo>
                    <a:pt x="12495" y="3596"/>
                  </a:lnTo>
                  <a:lnTo>
                    <a:pt x="12225" y="3647"/>
                  </a:lnTo>
                  <a:lnTo>
                    <a:pt x="11984" y="3708"/>
                  </a:lnTo>
                  <a:lnTo>
                    <a:pt x="11744" y="3775"/>
                  </a:lnTo>
                  <a:lnTo>
                    <a:pt x="11534" y="3846"/>
                  </a:lnTo>
                  <a:lnTo>
                    <a:pt x="11324" y="3928"/>
                  </a:lnTo>
                  <a:lnTo>
                    <a:pt x="11143" y="4009"/>
                  </a:lnTo>
                  <a:lnTo>
                    <a:pt x="10963" y="4096"/>
                  </a:lnTo>
                  <a:lnTo>
                    <a:pt x="10813" y="4193"/>
                  </a:lnTo>
                  <a:lnTo>
                    <a:pt x="10663" y="4285"/>
                  </a:lnTo>
                  <a:lnTo>
                    <a:pt x="10543" y="4387"/>
                  </a:lnTo>
                  <a:lnTo>
                    <a:pt x="10422" y="4489"/>
                  </a:lnTo>
                  <a:lnTo>
                    <a:pt x="10332" y="4596"/>
                  </a:lnTo>
                  <a:lnTo>
                    <a:pt x="10272" y="4698"/>
                  </a:lnTo>
                  <a:lnTo>
                    <a:pt x="10212" y="4805"/>
                  </a:lnTo>
                  <a:lnTo>
                    <a:pt x="10182" y="4917"/>
                  </a:lnTo>
                  <a:lnTo>
                    <a:pt x="10182" y="5024"/>
                  </a:lnTo>
                  <a:lnTo>
                    <a:pt x="10182" y="6876"/>
                  </a:lnTo>
                  <a:lnTo>
                    <a:pt x="10182" y="6876"/>
                  </a:lnTo>
                  <a:lnTo>
                    <a:pt x="10182" y="6978"/>
                  </a:lnTo>
                  <a:lnTo>
                    <a:pt x="10212" y="7075"/>
                  </a:lnTo>
                  <a:lnTo>
                    <a:pt x="10272" y="7177"/>
                  </a:lnTo>
                  <a:lnTo>
                    <a:pt x="10332" y="7274"/>
                  </a:lnTo>
                  <a:lnTo>
                    <a:pt x="10422" y="7371"/>
                  </a:lnTo>
                  <a:lnTo>
                    <a:pt x="10513" y="7468"/>
                  </a:lnTo>
                  <a:lnTo>
                    <a:pt x="10633" y="7559"/>
                  </a:lnTo>
                  <a:lnTo>
                    <a:pt x="10783" y="7651"/>
                  </a:lnTo>
                  <a:lnTo>
                    <a:pt x="10963" y="7738"/>
                  </a:lnTo>
                  <a:lnTo>
                    <a:pt x="11173" y="7825"/>
                  </a:lnTo>
                  <a:lnTo>
                    <a:pt x="11384" y="7906"/>
                  </a:lnTo>
                  <a:lnTo>
                    <a:pt x="11654" y="7983"/>
                  </a:lnTo>
                  <a:lnTo>
                    <a:pt x="11924" y="8059"/>
                  </a:lnTo>
                  <a:lnTo>
                    <a:pt x="12225" y="8126"/>
                  </a:lnTo>
                  <a:lnTo>
                    <a:pt x="12555" y="8192"/>
                  </a:lnTo>
                  <a:lnTo>
                    <a:pt x="12945" y="8248"/>
                  </a:lnTo>
                  <a:lnTo>
                    <a:pt x="12945" y="8248"/>
                  </a:lnTo>
                  <a:lnTo>
                    <a:pt x="13336" y="8304"/>
                  </a:lnTo>
                  <a:lnTo>
                    <a:pt x="13786" y="8360"/>
                  </a:lnTo>
                  <a:lnTo>
                    <a:pt x="14237" y="8411"/>
                  </a:lnTo>
                  <a:lnTo>
                    <a:pt x="14687" y="8462"/>
                  </a:lnTo>
                  <a:lnTo>
                    <a:pt x="15168" y="8508"/>
                  </a:lnTo>
                  <a:lnTo>
                    <a:pt x="15679" y="8554"/>
                  </a:lnTo>
                  <a:lnTo>
                    <a:pt x="16189" y="8595"/>
                  </a:lnTo>
                  <a:lnTo>
                    <a:pt x="16700" y="8630"/>
                  </a:lnTo>
                  <a:lnTo>
                    <a:pt x="17240" y="8666"/>
                  </a:lnTo>
                  <a:lnTo>
                    <a:pt x="17781" y="8697"/>
                  </a:lnTo>
                  <a:lnTo>
                    <a:pt x="18322" y="8722"/>
                  </a:lnTo>
                  <a:lnTo>
                    <a:pt x="18862" y="8748"/>
                  </a:lnTo>
                  <a:lnTo>
                    <a:pt x="19433" y="8768"/>
                  </a:lnTo>
                  <a:lnTo>
                    <a:pt x="19974" y="8783"/>
                  </a:lnTo>
                  <a:lnTo>
                    <a:pt x="20544" y="8794"/>
                  </a:lnTo>
                  <a:lnTo>
                    <a:pt x="21115" y="8799"/>
                  </a:lnTo>
                  <a:lnTo>
                    <a:pt x="21115" y="8829"/>
                  </a:lnTo>
                  <a:lnTo>
                    <a:pt x="21115" y="8829"/>
                  </a:lnTo>
                  <a:lnTo>
                    <a:pt x="20814" y="8829"/>
                  </a:lnTo>
                  <a:lnTo>
                    <a:pt x="20814" y="8829"/>
                  </a:lnTo>
                  <a:lnTo>
                    <a:pt x="20724" y="8829"/>
                  </a:lnTo>
                  <a:lnTo>
                    <a:pt x="20724" y="8829"/>
                  </a:lnTo>
                  <a:lnTo>
                    <a:pt x="12555" y="8829"/>
                  </a:lnTo>
                  <a:lnTo>
                    <a:pt x="12555" y="8829"/>
                  </a:lnTo>
                  <a:lnTo>
                    <a:pt x="12555" y="8743"/>
                  </a:lnTo>
                  <a:lnTo>
                    <a:pt x="12495" y="8656"/>
                  </a:lnTo>
                  <a:lnTo>
                    <a:pt x="12435" y="8569"/>
                  </a:lnTo>
                  <a:lnTo>
                    <a:pt x="12345" y="8483"/>
                  </a:lnTo>
                  <a:lnTo>
                    <a:pt x="12255" y="8396"/>
                  </a:lnTo>
                  <a:lnTo>
                    <a:pt x="12104" y="8309"/>
                  </a:lnTo>
                  <a:lnTo>
                    <a:pt x="11954" y="8222"/>
                  </a:lnTo>
                  <a:lnTo>
                    <a:pt x="11774" y="8136"/>
                  </a:lnTo>
                  <a:lnTo>
                    <a:pt x="11564" y="8049"/>
                  </a:lnTo>
                  <a:lnTo>
                    <a:pt x="11354" y="7962"/>
                  </a:lnTo>
                  <a:lnTo>
                    <a:pt x="11113" y="7876"/>
                  </a:lnTo>
                  <a:lnTo>
                    <a:pt x="10843" y="7794"/>
                  </a:lnTo>
                  <a:lnTo>
                    <a:pt x="10543" y="7712"/>
                  </a:lnTo>
                  <a:lnTo>
                    <a:pt x="10242" y="7636"/>
                  </a:lnTo>
                  <a:lnTo>
                    <a:pt x="9912" y="7554"/>
                  </a:lnTo>
                  <a:lnTo>
                    <a:pt x="9582" y="7483"/>
                  </a:lnTo>
                  <a:lnTo>
                    <a:pt x="9191" y="7411"/>
                  </a:lnTo>
                  <a:lnTo>
                    <a:pt x="8801" y="7340"/>
                  </a:lnTo>
                  <a:lnTo>
                    <a:pt x="8410" y="7274"/>
                  </a:lnTo>
                  <a:lnTo>
                    <a:pt x="7960" y="7212"/>
                  </a:lnTo>
                  <a:lnTo>
                    <a:pt x="7509" y="7151"/>
                  </a:lnTo>
                  <a:lnTo>
                    <a:pt x="7059" y="7095"/>
                  </a:lnTo>
                  <a:lnTo>
                    <a:pt x="6578" y="7044"/>
                  </a:lnTo>
                  <a:lnTo>
                    <a:pt x="6067" y="6998"/>
                  </a:lnTo>
                  <a:lnTo>
                    <a:pt x="5527" y="6957"/>
                  </a:lnTo>
                  <a:lnTo>
                    <a:pt x="4986" y="6917"/>
                  </a:lnTo>
                  <a:lnTo>
                    <a:pt x="4416" y="6886"/>
                  </a:lnTo>
                  <a:lnTo>
                    <a:pt x="3845" y="6861"/>
                  </a:lnTo>
                  <a:lnTo>
                    <a:pt x="3244" y="6835"/>
                  </a:lnTo>
                  <a:lnTo>
                    <a:pt x="2613" y="6820"/>
                  </a:lnTo>
                  <a:lnTo>
                    <a:pt x="1983" y="6815"/>
                  </a:lnTo>
                  <a:lnTo>
                    <a:pt x="1322" y="6810"/>
                  </a:lnTo>
                  <a:lnTo>
                    <a:pt x="1322" y="6810"/>
                  </a:lnTo>
                  <a:lnTo>
                    <a:pt x="661" y="6815"/>
                  </a:lnTo>
                  <a:lnTo>
                    <a:pt x="0" y="6825"/>
                  </a:lnTo>
                  <a:lnTo>
                    <a:pt x="0" y="6779"/>
                  </a:lnTo>
                  <a:lnTo>
                    <a:pt x="0" y="6779"/>
                  </a:lnTo>
                  <a:lnTo>
                    <a:pt x="241" y="6779"/>
                  </a:lnTo>
                  <a:lnTo>
                    <a:pt x="241" y="6779"/>
                  </a:lnTo>
                  <a:lnTo>
                    <a:pt x="811" y="6774"/>
                  </a:lnTo>
                  <a:lnTo>
                    <a:pt x="1352" y="6769"/>
                  </a:lnTo>
                  <a:lnTo>
                    <a:pt x="1893" y="6759"/>
                  </a:lnTo>
                  <a:lnTo>
                    <a:pt x="2433" y="6743"/>
                  </a:lnTo>
                  <a:lnTo>
                    <a:pt x="2974" y="6723"/>
                  </a:lnTo>
                  <a:lnTo>
                    <a:pt x="3484" y="6697"/>
                  </a:lnTo>
                  <a:lnTo>
                    <a:pt x="3965" y="6672"/>
                  </a:lnTo>
                  <a:lnTo>
                    <a:pt x="4446" y="6636"/>
                  </a:lnTo>
                  <a:lnTo>
                    <a:pt x="4926" y="6600"/>
                  </a:lnTo>
                  <a:lnTo>
                    <a:pt x="5407" y="6565"/>
                  </a:lnTo>
                  <a:lnTo>
                    <a:pt x="5857" y="6519"/>
                  </a:lnTo>
                  <a:lnTo>
                    <a:pt x="6278" y="6473"/>
                  </a:lnTo>
                  <a:lnTo>
                    <a:pt x="6698" y="6417"/>
                  </a:lnTo>
                  <a:lnTo>
                    <a:pt x="7119" y="6366"/>
                  </a:lnTo>
                  <a:lnTo>
                    <a:pt x="7509" y="6305"/>
                  </a:lnTo>
                  <a:lnTo>
                    <a:pt x="7900" y="6243"/>
                  </a:lnTo>
                  <a:lnTo>
                    <a:pt x="7900" y="6243"/>
                  </a:lnTo>
                  <a:lnTo>
                    <a:pt x="8170" y="6192"/>
                  </a:lnTo>
                  <a:lnTo>
                    <a:pt x="8410" y="6136"/>
                  </a:lnTo>
                  <a:lnTo>
                    <a:pt x="8650" y="6070"/>
                  </a:lnTo>
                  <a:lnTo>
                    <a:pt x="8861" y="6004"/>
                  </a:lnTo>
                  <a:lnTo>
                    <a:pt x="9071" y="5927"/>
                  </a:lnTo>
                  <a:lnTo>
                    <a:pt x="9251" y="5846"/>
                  </a:lnTo>
                  <a:lnTo>
                    <a:pt x="9431" y="5764"/>
                  </a:lnTo>
                  <a:lnTo>
                    <a:pt x="9582" y="5672"/>
                  </a:lnTo>
                  <a:lnTo>
                    <a:pt x="9732" y="5580"/>
                  </a:lnTo>
                  <a:lnTo>
                    <a:pt x="9852" y="5488"/>
                  </a:lnTo>
                  <a:lnTo>
                    <a:pt x="9942" y="5392"/>
                  </a:lnTo>
                  <a:lnTo>
                    <a:pt x="10032" y="5290"/>
                  </a:lnTo>
                  <a:lnTo>
                    <a:pt x="10092" y="5188"/>
                  </a:lnTo>
                  <a:lnTo>
                    <a:pt x="10152" y="5086"/>
                  </a:lnTo>
                  <a:lnTo>
                    <a:pt x="10182" y="4983"/>
                  </a:lnTo>
                  <a:lnTo>
                    <a:pt x="10182" y="4881"/>
                  </a:lnTo>
                  <a:lnTo>
                    <a:pt x="10182" y="230"/>
                  </a:lnTo>
                  <a:lnTo>
                    <a:pt x="10182" y="230"/>
                  </a:lnTo>
                  <a:lnTo>
                    <a:pt x="10182" y="174"/>
                  </a:lnTo>
                  <a:lnTo>
                    <a:pt x="10182" y="174"/>
                  </a:lnTo>
                  <a:lnTo>
                    <a:pt x="10513" y="174"/>
                  </a:lnTo>
                  <a:lnTo>
                    <a:pt x="10513" y="174"/>
                  </a:lnTo>
                  <a:lnTo>
                    <a:pt x="11113" y="174"/>
                  </a:lnTo>
                  <a:lnTo>
                    <a:pt x="11714" y="168"/>
                  </a:lnTo>
                  <a:lnTo>
                    <a:pt x="12375" y="153"/>
                  </a:lnTo>
                  <a:lnTo>
                    <a:pt x="13036" y="138"/>
                  </a:lnTo>
                  <a:lnTo>
                    <a:pt x="13696" y="112"/>
                  </a:lnTo>
                  <a:lnTo>
                    <a:pt x="14357" y="82"/>
                  </a:lnTo>
                  <a:lnTo>
                    <a:pt x="15048" y="46"/>
                  </a:lnTo>
                  <a:lnTo>
                    <a:pt x="1570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48"/>
            <p:cNvSpPr/>
            <p:nvPr/>
          </p:nvSpPr>
          <p:spPr>
            <a:xfrm flipH="1">
              <a:off x="5788961" y="2259525"/>
              <a:ext cx="68133" cy="209650"/>
            </a:xfrm>
            <a:custGeom>
              <a:avLst/>
              <a:gdLst/>
              <a:ahLst/>
              <a:cxnLst/>
              <a:rect l="l" t="t" r="r" b="b"/>
              <a:pathLst>
                <a:path w="16069" h="8386" extrusionOk="0">
                  <a:moveTo>
                    <a:pt x="9792" y="0"/>
                  </a:moveTo>
                  <a:lnTo>
                    <a:pt x="8891" y="6"/>
                  </a:lnTo>
                  <a:lnTo>
                    <a:pt x="7960" y="26"/>
                  </a:lnTo>
                  <a:lnTo>
                    <a:pt x="7539" y="36"/>
                  </a:lnTo>
                  <a:lnTo>
                    <a:pt x="7089" y="51"/>
                  </a:lnTo>
                  <a:lnTo>
                    <a:pt x="6638" y="72"/>
                  </a:lnTo>
                  <a:lnTo>
                    <a:pt x="6218" y="97"/>
                  </a:lnTo>
                  <a:lnTo>
                    <a:pt x="5767" y="123"/>
                  </a:lnTo>
                  <a:lnTo>
                    <a:pt x="5347" y="153"/>
                  </a:lnTo>
                  <a:lnTo>
                    <a:pt x="4956" y="184"/>
                  </a:lnTo>
                  <a:lnTo>
                    <a:pt x="4536" y="220"/>
                  </a:lnTo>
                  <a:lnTo>
                    <a:pt x="4145" y="261"/>
                  </a:lnTo>
                  <a:lnTo>
                    <a:pt x="3755" y="306"/>
                  </a:lnTo>
                  <a:lnTo>
                    <a:pt x="3364" y="352"/>
                  </a:lnTo>
                  <a:lnTo>
                    <a:pt x="3004" y="403"/>
                  </a:lnTo>
                  <a:lnTo>
                    <a:pt x="2643" y="460"/>
                  </a:lnTo>
                  <a:lnTo>
                    <a:pt x="2313" y="526"/>
                  </a:lnTo>
                  <a:lnTo>
                    <a:pt x="1983" y="602"/>
                  </a:lnTo>
                  <a:lnTo>
                    <a:pt x="1712" y="684"/>
                  </a:lnTo>
                  <a:lnTo>
                    <a:pt x="1442" y="771"/>
                  </a:lnTo>
                  <a:lnTo>
                    <a:pt x="1172" y="868"/>
                  </a:lnTo>
                  <a:lnTo>
                    <a:pt x="962" y="964"/>
                  </a:lnTo>
                  <a:lnTo>
                    <a:pt x="751" y="1072"/>
                  </a:lnTo>
                  <a:lnTo>
                    <a:pt x="571" y="1179"/>
                  </a:lnTo>
                  <a:lnTo>
                    <a:pt x="421" y="1291"/>
                  </a:lnTo>
                  <a:lnTo>
                    <a:pt x="301" y="1408"/>
                  </a:lnTo>
                  <a:lnTo>
                    <a:pt x="181" y="1526"/>
                  </a:lnTo>
                  <a:lnTo>
                    <a:pt x="91" y="1643"/>
                  </a:lnTo>
                  <a:lnTo>
                    <a:pt x="30" y="1760"/>
                  </a:lnTo>
                  <a:lnTo>
                    <a:pt x="0" y="1883"/>
                  </a:lnTo>
                  <a:lnTo>
                    <a:pt x="0" y="2005"/>
                  </a:lnTo>
                  <a:lnTo>
                    <a:pt x="0" y="6534"/>
                  </a:lnTo>
                  <a:lnTo>
                    <a:pt x="0" y="6652"/>
                  </a:lnTo>
                  <a:lnTo>
                    <a:pt x="30" y="6764"/>
                  </a:lnTo>
                  <a:lnTo>
                    <a:pt x="91" y="6876"/>
                  </a:lnTo>
                  <a:lnTo>
                    <a:pt x="151" y="6983"/>
                  </a:lnTo>
                  <a:lnTo>
                    <a:pt x="271" y="7095"/>
                  </a:lnTo>
                  <a:lnTo>
                    <a:pt x="391" y="7203"/>
                  </a:lnTo>
                  <a:lnTo>
                    <a:pt x="571" y="7305"/>
                  </a:lnTo>
                  <a:lnTo>
                    <a:pt x="781" y="7407"/>
                  </a:lnTo>
                  <a:lnTo>
                    <a:pt x="1022" y="7504"/>
                  </a:lnTo>
                  <a:lnTo>
                    <a:pt x="1322" y="7600"/>
                  </a:lnTo>
                  <a:lnTo>
                    <a:pt x="1652" y="7687"/>
                  </a:lnTo>
                  <a:lnTo>
                    <a:pt x="2013" y="7774"/>
                  </a:lnTo>
                  <a:lnTo>
                    <a:pt x="2433" y="7850"/>
                  </a:lnTo>
                  <a:lnTo>
                    <a:pt x="2914" y="7922"/>
                  </a:lnTo>
                  <a:lnTo>
                    <a:pt x="3454" y="7988"/>
                  </a:lnTo>
                  <a:lnTo>
                    <a:pt x="4025" y="8044"/>
                  </a:lnTo>
                  <a:lnTo>
                    <a:pt x="4986" y="8121"/>
                  </a:lnTo>
                  <a:lnTo>
                    <a:pt x="5947" y="8192"/>
                  </a:lnTo>
                  <a:lnTo>
                    <a:pt x="6878" y="8248"/>
                  </a:lnTo>
                  <a:lnTo>
                    <a:pt x="7809" y="8294"/>
                  </a:lnTo>
                  <a:lnTo>
                    <a:pt x="8710" y="8335"/>
                  </a:lnTo>
                  <a:lnTo>
                    <a:pt x="9581" y="8360"/>
                  </a:lnTo>
                  <a:lnTo>
                    <a:pt x="10452" y="8376"/>
                  </a:lnTo>
                  <a:lnTo>
                    <a:pt x="11293" y="8386"/>
                  </a:lnTo>
                  <a:lnTo>
                    <a:pt x="11293" y="3352"/>
                  </a:lnTo>
                  <a:lnTo>
                    <a:pt x="11323" y="3244"/>
                  </a:lnTo>
                  <a:lnTo>
                    <a:pt x="11354" y="3137"/>
                  </a:lnTo>
                  <a:lnTo>
                    <a:pt x="11384" y="3030"/>
                  </a:lnTo>
                  <a:lnTo>
                    <a:pt x="11474" y="2923"/>
                  </a:lnTo>
                  <a:lnTo>
                    <a:pt x="11564" y="2821"/>
                  </a:lnTo>
                  <a:lnTo>
                    <a:pt x="11654" y="2719"/>
                  </a:lnTo>
                  <a:lnTo>
                    <a:pt x="11774" y="2617"/>
                  </a:lnTo>
                  <a:lnTo>
                    <a:pt x="11924" y="2520"/>
                  </a:lnTo>
                  <a:lnTo>
                    <a:pt x="12074" y="2428"/>
                  </a:lnTo>
                  <a:lnTo>
                    <a:pt x="12255" y="2342"/>
                  </a:lnTo>
                  <a:lnTo>
                    <a:pt x="12435" y="2255"/>
                  </a:lnTo>
                  <a:lnTo>
                    <a:pt x="12645" y="2178"/>
                  </a:lnTo>
                  <a:lnTo>
                    <a:pt x="12855" y="2107"/>
                  </a:lnTo>
                  <a:lnTo>
                    <a:pt x="13096" y="2041"/>
                  </a:lnTo>
                  <a:lnTo>
                    <a:pt x="13336" y="1980"/>
                  </a:lnTo>
                  <a:lnTo>
                    <a:pt x="13606" y="1923"/>
                  </a:lnTo>
                  <a:lnTo>
                    <a:pt x="14177" y="1826"/>
                  </a:lnTo>
                  <a:lnTo>
                    <a:pt x="14777" y="1740"/>
                  </a:lnTo>
                  <a:lnTo>
                    <a:pt x="15408" y="1658"/>
                  </a:lnTo>
                  <a:lnTo>
                    <a:pt x="16069" y="1587"/>
                  </a:lnTo>
                  <a:lnTo>
                    <a:pt x="15588" y="1546"/>
                  </a:lnTo>
                  <a:lnTo>
                    <a:pt x="15138" y="1500"/>
                  </a:lnTo>
                  <a:lnTo>
                    <a:pt x="14687" y="1449"/>
                  </a:lnTo>
                  <a:lnTo>
                    <a:pt x="14267" y="1388"/>
                  </a:lnTo>
                  <a:lnTo>
                    <a:pt x="13846" y="1327"/>
                  </a:lnTo>
                  <a:lnTo>
                    <a:pt x="13486" y="1250"/>
                  </a:lnTo>
                  <a:lnTo>
                    <a:pt x="13096" y="1174"/>
                  </a:lnTo>
                  <a:lnTo>
                    <a:pt x="12765" y="1087"/>
                  </a:lnTo>
                  <a:lnTo>
                    <a:pt x="12465" y="990"/>
                  </a:lnTo>
                  <a:lnTo>
                    <a:pt x="12164" y="883"/>
                  </a:lnTo>
                  <a:lnTo>
                    <a:pt x="11924" y="771"/>
                  </a:lnTo>
                  <a:lnTo>
                    <a:pt x="11714" y="643"/>
                  </a:lnTo>
                  <a:lnTo>
                    <a:pt x="11534" y="511"/>
                  </a:lnTo>
                  <a:lnTo>
                    <a:pt x="11384" y="368"/>
                  </a:lnTo>
                  <a:lnTo>
                    <a:pt x="11293" y="210"/>
                  </a:lnTo>
                  <a:lnTo>
                    <a:pt x="11233" y="41"/>
                  </a:lnTo>
                  <a:lnTo>
                    <a:pt x="11233" y="16"/>
                  </a:lnTo>
                  <a:lnTo>
                    <a:pt x="10513" y="6"/>
                  </a:lnTo>
                  <a:lnTo>
                    <a:pt x="9792"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48"/>
            <p:cNvSpPr/>
            <p:nvPr/>
          </p:nvSpPr>
          <p:spPr>
            <a:xfrm flipH="1">
              <a:off x="5788961" y="2259525"/>
              <a:ext cx="68133" cy="209650"/>
            </a:xfrm>
            <a:custGeom>
              <a:avLst/>
              <a:gdLst/>
              <a:ahLst/>
              <a:cxnLst/>
              <a:rect l="l" t="t" r="r" b="b"/>
              <a:pathLst>
                <a:path w="16069" h="8386" fill="none" extrusionOk="0">
                  <a:moveTo>
                    <a:pt x="9792" y="0"/>
                  </a:moveTo>
                  <a:lnTo>
                    <a:pt x="9792" y="0"/>
                  </a:lnTo>
                  <a:lnTo>
                    <a:pt x="10513" y="6"/>
                  </a:lnTo>
                  <a:lnTo>
                    <a:pt x="11233" y="16"/>
                  </a:lnTo>
                  <a:lnTo>
                    <a:pt x="11233" y="16"/>
                  </a:lnTo>
                  <a:lnTo>
                    <a:pt x="11233" y="41"/>
                  </a:lnTo>
                  <a:lnTo>
                    <a:pt x="11233" y="41"/>
                  </a:lnTo>
                  <a:lnTo>
                    <a:pt x="11293" y="210"/>
                  </a:lnTo>
                  <a:lnTo>
                    <a:pt x="11384" y="368"/>
                  </a:lnTo>
                  <a:lnTo>
                    <a:pt x="11534" y="511"/>
                  </a:lnTo>
                  <a:lnTo>
                    <a:pt x="11714" y="643"/>
                  </a:lnTo>
                  <a:lnTo>
                    <a:pt x="11924" y="771"/>
                  </a:lnTo>
                  <a:lnTo>
                    <a:pt x="12164" y="883"/>
                  </a:lnTo>
                  <a:lnTo>
                    <a:pt x="12465" y="990"/>
                  </a:lnTo>
                  <a:lnTo>
                    <a:pt x="12765" y="1087"/>
                  </a:lnTo>
                  <a:lnTo>
                    <a:pt x="13096" y="1174"/>
                  </a:lnTo>
                  <a:lnTo>
                    <a:pt x="13486" y="1250"/>
                  </a:lnTo>
                  <a:lnTo>
                    <a:pt x="13846" y="1327"/>
                  </a:lnTo>
                  <a:lnTo>
                    <a:pt x="14267" y="1388"/>
                  </a:lnTo>
                  <a:lnTo>
                    <a:pt x="14687" y="1449"/>
                  </a:lnTo>
                  <a:lnTo>
                    <a:pt x="15138" y="1500"/>
                  </a:lnTo>
                  <a:lnTo>
                    <a:pt x="15588" y="1546"/>
                  </a:lnTo>
                  <a:lnTo>
                    <a:pt x="16069" y="1587"/>
                  </a:lnTo>
                  <a:lnTo>
                    <a:pt x="16069" y="1587"/>
                  </a:lnTo>
                  <a:lnTo>
                    <a:pt x="15408" y="1658"/>
                  </a:lnTo>
                  <a:lnTo>
                    <a:pt x="14777" y="1740"/>
                  </a:lnTo>
                  <a:lnTo>
                    <a:pt x="14177" y="1826"/>
                  </a:lnTo>
                  <a:lnTo>
                    <a:pt x="13606" y="1923"/>
                  </a:lnTo>
                  <a:lnTo>
                    <a:pt x="13606" y="1923"/>
                  </a:lnTo>
                  <a:lnTo>
                    <a:pt x="13336" y="1980"/>
                  </a:lnTo>
                  <a:lnTo>
                    <a:pt x="13096" y="2041"/>
                  </a:lnTo>
                  <a:lnTo>
                    <a:pt x="12855" y="2107"/>
                  </a:lnTo>
                  <a:lnTo>
                    <a:pt x="12645" y="2178"/>
                  </a:lnTo>
                  <a:lnTo>
                    <a:pt x="12435" y="2255"/>
                  </a:lnTo>
                  <a:lnTo>
                    <a:pt x="12255" y="2342"/>
                  </a:lnTo>
                  <a:lnTo>
                    <a:pt x="12074" y="2428"/>
                  </a:lnTo>
                  <a:lnTo>
                    <a:pt x="11924" y="2520"/>
                  </a:lnTo>
                  <a:lnTo>
                    <a:pt x="11774" y="2617"/>
                  </a:lnTo>
                  <a:lnTo>
                    <a:pt x="11654" y="2719"/>
                  </a:lnTo>
                  <a:lnTo>
                    <a:pt x="11564" y="2821"/>
                  </a:lnTo>
                  <a:lnTo>
                    <a:pt x="11474" y="2923"/>
                  </a:lnTo>
                  <a:lnTo>
                    <a:pt x="11384" y="3030"/>
                  </a:lnTo>
                  <a:lnTo>
                    <a:pt x="11354" y="3137"/>
                  </a:lnTo>
                  <a:lnTo>
                    <a:pt x="11323" y="3244"/>
                  </a:lnTo>
                  <a:lnTo>
                    <a:pt x="11293" y="3352"/>
                  </a:lnTo>
                  <a:lnTo>
                    <a:pt x="11293" y="8386"/>
                  </a:lnTo>
                  <a:lnTo>
                    <a:pt x="11293" y="8386"/>
                  </a:lnTo>
                  <a:lnTo>
                    <a:pt x="10452" y="8376"/>
                  </a:lnTo>
                  <a:lnTo>
                    <a:pt x="9581" y="8360"/>
                  </a:lnTo>
                  <a:lnTo>
                    <a:pt x="8710" y="8335"/>
                  </a:lnTo>
                  <a:lnTo>
                    <a:pt x="7809" y="8294"/>
                  </a:lnTo>
                  <a:lnTo>
                    <a:pt x="6878" y="8248"/>
                  </a:lnTo>
                  <a:lnTo>
                    <a:pt x="5947" y="8192"/>
                  </a:lnTo>
                  <a:lnTo>
                    <a:pt x="4986" y="8121"/>
                  </a:lnTo>
                  <a:lnTo>
                    <a:pt x="4025" y="8044"/>
                  </a:lnTo>
                  <a:lnTo>
                    <a:pt x="4025" y="8044"/>
                  </a:lnTo>
                  <a:lnTo>
                    <a:pt x="3454" y="7988"/>
                  </a:lnTo>
                  <a:lnTo>
                    <a:pt x="2914" y="7922"/>
                  </a:lnTo>
                  <a:lnTo>
                    <a:pt x="2433" y="7850"/>
                  </a:lnTo>
                  <a:lnTo>
                    <a:pt x="2013" y="7774"/>
                  </a:lnTo>
                  <a:lnTo>
                    <a:pt x="1652" y="7687"/>
                  </a:lnTo>
                  <a:lnTo>
                    <a:pt x="1322" y="7600"/>
                  </a:lnTo>
                  <a:lnTo>
                    <a:pt x="1022" y="7504"/>
                  </a:lnTo>
                  <a:lnTo>
                    <a:pt x="781" y="7407"/>
                  </a:lnTo>
                  <a:lnTo>
                    <a:pt x="571" y="7305"/>
                  </a:lnTo>
                  <a:lnTo>
                    <a:pt x="391" y="7203"/>
                  </a:lnTo>
                  <a:lnTo>
                    <a:pt x="271" y="7095"/>
                  </a:lnTo>
                  <a:lnTo>
                    <a:pt x="151" y="6983"/>
                  </a:lnTo>
                  <a:lnTo>
                    <a:pt x="91" y="6876"/>
                  </a:lnTo>
                  <a:lnTo>
                    <a:pt x="30" y="6764"/>
                  </a:lnTo>
                  <a:lnTo>
                    <a:pt x="0" y="6652"/>
                  </a:lnTo>
                  <a:lnTo>
                    <a:pt x="0" y="6534"/>
                  </a:lnTo>
                  <a:lnTo>
                    <a:pt x="0" y="2005"/>
                  </a:lnTo>
                  <a:lnTo>
                    <a:pt x="0" y="2005"/>
                  </a:lnTo>
                  <a:lnTo>
                    <a:pt x="0" y="1883"/>
                  </a:lnTo>
                  <a:lnTo>
                    <a:pt x="30" y="1760"/>
                  </a:lnTo>
                  <a:lnTo>
                    <a:pt x="91" y="1643"/>
                  </a:lnTo>
                  <a:lnTo>
                    <a:pt x="181" y="1526"/>
                  </a:lnTo>
                  <a:lnTo>
                    <a:pt x="301" y="1408"/>
                  </a:lnTo>
                  <a:lnTo>
                    <a:pt x="421" y="1291"/>
                  </a:lnTo>
                  <a:lnTo>
                    <a:pt x="571" y="1179"/>
                  </a:lnTo>
                  <a:lnTo>
                    <a:pt x="751" y="1072"/>
                  </a:lnTo>
                  <a:lnTo>
                    <a:pt x="962" y="964"/>
                  </a:lnTo>
                  <a:lnTo>
                    <a:pt x="1172" y="868"/>
                  </a:lnTo>
                  <a:lnTo>
                    <a:pt x="1442" y="771"/>
                  </a:lnTo>
                  <a:lnTo>
                    <a:pt x="1712" y="684"/>
                  </a:lnTo>
                  <a:lnTo>
                    <a:pt x="1983" y="602"/>
                  </a:lnTo>
                  <a:lnTo>
                    <a:pt x="2313" y="526"/>
                  </a:lnTo>
                  <a:lnTo>
                    <a:pt x="2643" y="460"/>
                  </a:lnTo>
                  <a:lnTo>
                    <a:pt x="3004" y="403"/>
                  </a:lnTo>
                  <a:lnTo>
                    <a:pt x="3004" y="403"/>
                  </a:lnTo>
                  <a:lnTo>
                    <a:pt x="3364" y="352"/>
                  </a:lnTo>
                  <a:lnTo>
                    <a:pt x="3755" y="306"/>
                  </a:lnTo>
                  <a:lnTo>
                    <a:pt x="4145" y="261"/>
                  </a:lnTo>
                  <a:lnTo>
                    <a:pt x="4536" y="220"/>
                  </a:lnTo>
                  <a:lnTo>
                    <a:pt x="4956" y="184"/>
                  </a:lnTo>
                  <a:lnTo>
                    <a:pt x="5347" y="153"/>
                  </a:lnTo>
                  <a:lnTo>
                    <a:pt x="5767" y="123"/>
                  </a:lnTo>
                  <a:lnTo>
                    <a:pt x="6218" y="97"/>
                  </a:lnTo>
                  <a:lnTo>
                    <a:pt x="6638" y="72"/>
                  </a:lnTo>
                  <a:lnTo>
                    <a:pt x="7089" y="51"/>
                  </a:lnTo>
                  <a:lnTo>
                    <a:pt x="7539" y="36"/>
                  </a:lnTo>
                  <a:lnTo>
                    <a:pt x="7960" y="26"/>
                  </a:lnTo>
                  <a:lnTo>
                    <a:pt x="8891" y="6"/>
                  </a:lnTo>
                  <a:lnTo>
                    <a:pt x="979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48"/>
            <p:cNvSpPr/>
            <p:nvPr/>
          </p:nvSpPr>
          <p:spPr>
            <a:xfrm flipH="1">
              <a:off x="5766035" y="2299175"/>
              <a:ext cx="43176" cy="170000"/>
            </a:xfrm>
            <a:custGeom>
              <a:avLst/>
              <a:gdLst/>
              <a:ahLst/>
              <a:cxnLst/>
              <a:rect l="l" t="t" r="r" b="b"/>
              <a:pathLst>
                <a:path w="10183" h="6800" extrusionOk="0">
                  <a:moveTo>
                    <a:pt x="4776" y="1"/>
                  </a:moveTo>
                  <a:lnTo>
                    <a:pt x="4115" y="72"/>
                  </a:lnTo>
                  <a:lnTo>
                    <a:pt x="3484" y="154"/>
                  </a:lnTo>
                  <a:lnTo>
                    <a:pt x="2884" y="240"/>
                  </a:lnTo>
                  <a:lnTo>
                    <a:pt x="2313" y="337"/>
                  </a:lnTo>
                  <a:lnTo>
                    <a:pt x="2043" y="394"/>
                  </a:lnTo>
                  <a:lnTo>
                    <a:pt x="1803" y="455"/>
                  </a:lnTo>
                  <a:lnTo>
                    <a:pt x="1562" y="521"/>
                  </a:lnTo>
                  <a:lnTo>
                    <a:pt x="1352" y="592"/>
                  </a:lnTo>
                  <a:lnTo>
                    <a:pt x="1142" y="669"/>
                  </a:lnTo>
                  <a:lnTo>
                    <a:pt x="962" y="756"/>
                  </a:lnTo>
                  <a:lnTo>
                    <a:pt x="781" y="842"/>
                  </a:lnTo>
                  <a:lnTo>
                    <a:pt x="631" y="934"/>
                  </a:lnTo>
                  <a:lnTo>
                    <a:pt x="481" y="1031"/>
                  </a:lnTo>
                  <a:lnTo>
                    <a:pt x="361" y="1133"/>
                  </a:lnTo>
                  <a:lnTo>
                    <a:pt x="271" y="1235"/>
                  </a:lnTo>
                  <a:lnTo>
                    <a:pt x="181" y="1337"/>
                  </a:lnTo>
                  <a:lnTo>
                    <a:pt x="91" y="1444"/>
                  </a:lnTo>
                  <a:lnTo>
                    <a:pt x="61" y="1551"/>
                  </a:lnTo>
                  <a:lnTo>
                    <a:pt x="30" y="1658"/>
                  </a:lnTo>
                  <a:lnTo>
                    <a:pt x="0" y="1766"/>
                  </a:lnTo>
                  <a:lnTo>
                    <a:pt x="0" y="6800"/>
                  </a:lnTo>
                  <a:lnTo>
                    <a:pt x="241" y="6800"/>
                  </a:lnTo>
                  <a:lnTo>
                    <a:pt x="811" y="6795"/>
                  </a:lnTo>
                  <a:lnTo>
                    <a:pt x="1352" y="6790"/>
                  </a:lnTo>
                  <a:lnTo>
                    <a:pt x="1893" y="6780"/>
                  </a:lnTo>
                  <a:lnTo>
                    <a:pt x="2433" y="6764"/>
                  </a:lnTo>
                  <a:lnTo>
                    <a:pt x="2974" y="6744"/>
                  </a:lnTo>
                  <a:lnTo>
                    <a:pt x="3484" y="6718"/>
                  </a:lnTo>
                  <a:lnTo>
                    <a:pt x="3965" y="6693"/>
                  </a:lnTo>
                  <a:lnTo>
                    <a:pt x="4446" y="6657"/>
                  </a:lnTo>
                  <a:lnTo>
                    <a:pt x="4926" y="6621"/>
                  </a:lnTo>
                  <a:lnTo>
                    <a:pt x="5407" y="6586"/>
                  </a:lnTo>
                  <a:lnTo>
                    <a:pt x="5857" y="6540"/>
                  </a:lnTo>
                  <a:lnTo>
                    <a:pt x="6278" y="6494"/>
                  </a:lnTo>
                  <a:lnTo>
                    <a:pt x="6698" y="6438"/>
                  </a:lnTo>
                  <a:lnTo>
                    <a:pt x="7119" y="6387"/>
                  </a:lnTo>
                  <a:lnTo>
                    <a:pt x="7509" y="6326"/>
                  </a:lnTo>
                  <a:lnTo>
                    <a:pt x="7900" y="6264"/>
                  </a:lnTo>
                  <a:lnTo>
                    <a:pt x="8170" y="6213"/>
                  </a:lnTo>
                  <a:lnTo>
                    <a:pt x="8410" y="6157"/>
                  </a:lnTo>
                  <a:lnTo>
                    <a:pt x="8650" y="6091"/>
                  </a:lnTo>
                  <a:lnTo>
                    <a:pt x="8861" y="6025"/>
                  </a:lnTo>
                  <a:lnTo>
                    <a:pt x="9071" y="5948"/>
                  </a:lnTo>
                  <a:lnTo>
                    <a:pt x="9251" y="5867"/>
                  </a:lnTo>
                  <a:lnTo>
                    <a:pt x="9431" y="5785"/>
                  </a:lnTo>
                  <a:lnTo>
                    <a:pt x="9582" y="5693"/>
                  </a:lnTo>
                  <a:lnTo>
                    <a:pt x="9732" y="5601"/>
                  </a:lnTo>
                  <a:lnTo>
                    <a:pt x="9852" y="5509"/>
                  </a:lnTo>
                  <a:lnTo>
                    <a:pt x="9942" y="5413"/>
                  </a:lnTo>
                  <a:lnTo>
                    <a:pt x="10032" y="5311"/>
                  </a:lnTo>
                  <a:lnTo>
                    <a:pt x="10092" y="5209"/>
                  </a:lnTo>
                  <a:lnTo>
                    <a:pt x="10152" y="5107"/>
                  </a:lnTo>
                  <a:lnTo>
                    <a:pt x="10182" y="5004"/>
                  </a:lnTo>
                  <a:lnTo>
                    <a:pt x="10182" y="4902"/>
                  </a:lnTo>
                  <a:lnTo>
                    <a:pt x="10182" y="251"/>
                  </a:lnTo>
                  <a:lnTo>
                    <a:pt x="10182" y="195"/>
                  </a:lnTo>
                  <a:lnTo>
                    <a:pt x="9672" y="195"/>
                  </a:lnTo>
                  <a:lnTo>
                    <a:pt x="9191" y="184"/>
                  </a:lnTo>
                  <a:lnTo>
                    <a:pt x="8110" y="159"/>
                  </a:lnTo>
                  <a:lnTo>
                    <a:pt x="7539" y="144"/>
                  </a:lnTo>
                  <a:lnTo>
                    <a:pt x="6999" y="128"/>
                  </a:lnTo>
                  <a:lnTo>
                    <a:pt x="6428" y="103"/>
                  </a:lnTo>
                  <a:lnTo>
                    <a:pt x="5857" y="72"/>
                  </a:lnTo>
                  <a:lnTo>
                    <a:pt x="5317" y="42"/>
                  </a:lnTo>
                  <a:lnTo>
                    <a:pt x="4776" y="1"/>
                  </a:lnTo>
                  <a:close/>
                </a:path>
              </a:pathLst>
            </a:custGeom>
            <a:solidFill>
              <a:srgbClr val="4E1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48"/>
            <p:cNvSpPr/>
            <p:nvPr/>
          </p:nvSpPr>
          <p:spPr>
            <a:xfrm flipH="1">
              <a:off x="5766035" y="2299175"/>
              <a:ext cx="43176" cy="170000"/>
            </a:xfrm>
            <a:custGeom>
              <a:avLst/>
              <a:gdLst/>
              <a:ahLst/>
              <a:cxnLst/>
              <a:rect l="l" t="t" r="r" b="b"/>
              <a:pathLst>
                <a:path w="10183" h="6800" fill="none" extrusionOk="0">
                  <a:moveTo>
                    <a:pt x="4776" y="1"/>
                  </a:moveTo>
                  <a:lnTo>
                    <a:pt x="4776" y="1"/>
                  </a:lnTo>
                  <a:lnTo>
                    <a:pt x="5317" y="42"/>
                  </a:lnTo>
                  <a:lnTo>
                    <a:pt x="5857" y="72"/>
                  </a:lnTo>
                  <a:lnTo>
                    <a:pt x="6428" y="103"/>
                  </a:lnTo>
                  <a:lnTo>
                    <a:pt x="6999" y="128"/>
                  </a:lnTo>
                  <a:lnTo>
                    <a:pt x="7539" y="144"/>
                  </a:lnTo>
                  <a:lnTo>
                    <a:pt x="8110" y="159"/>
                  </a:lnTo>
                  <a:lnTo>
                    <a:pt x="9191" y="184"/>
                  </a:lnTo>
                  <a:lnTo>
                    <a:pt x="9191" y="184"/>
                  </a:lnTo>
                  <a:lnTo>
                    <a:pt x="9672" y="195"/>
                  </a:lnTo>
                  <a:lnTo>
                    <a:pt x="10182" y="195"/>
                  </a:lnTo>
                  <a:lnTo>
                    <a:pt x="10182" y="195"/>
                  </a:lnTo>
                  <a:lnTo>
                    <a:pt x="10182" y="251"/>
                  </a:lnTo>
                  <a:lnTo>
                    <a:pt x="10182" y="4902"/>
                  </a:lnTo>
                  <a:lnTo>
                    <a:pt x="10182" y="4902"/>
                  </a:lnTo>
                  <a:lnTo>
                    <a:pt x="10182" y="5004"/>
                  </a:lnTo>
                  <a:lnTo>
                    <a:pt x="10152" y="5107"/>
                  </a:lnTo>
                  <a:lnTo>
                    <a:pt x="10092" y="5209"/>
                  </a:lnTo>
                  <a:lnTo>
                    <a:pt x="10032" y="5311"/>
                  </a:lnTo>
                  <a:lnTo>
                    <a:pt x="9942" y="5413"/>
                  </a:lnTo>
                  <a:lnTo>
                    <a:pt x="9852" y="5509"/>
                  </a:lnTo>
                  <a:lnTo>
                    <a:pt x="9732" y="5601"/>
                  </a:lnTo>
                  <a:lnTo>
                    <a:pt x="9582" y="5693"/>
                  </a:lnTo>
                  <a:lnTo>
                    <a:pt x="9431" y="5785"/>
                  </a:lnTo>
                  <a:lnTo>
                    <a:pt x="9251" y="5867"/>
                  </a:lnTo>
                  <a:lnTo>
                    <a:pt x="9071" y="5948"/>
                  </a:lnTo>
                  <a:lnTo>
                    <a:pt x="8861" y="6025"/>
                  </a:lnTo>
                  <a:lnTo>
                    <a:pt x="8650" y="6091"/>
                  </a:lnTo>
                  <a:lnTo>
                    <a:pt x="8410" y="6157"/>
                  </a:lnTo>
                  <a:lnTo>
                    <a:pt x="8170" y="6213"/>
                  </a:lnTo>
                  <a:lnTo>
                    <a:pt x="7900" y="6264"/>
                  </a:lnTo>
                  <a:lnTo>
                    <a:pt x="7900" y="6264"/>
                  </a:lnTo>
                  <a:lnTo>
                    <a:pt x="7509" y="6326"/>
                  </a:lnTo>
                  <a:lnTo>
                    <a:pt x="7119" y="6387"/>
                  </a:lnTo>
                  <a:lnTo>
                    <a:pt x="6698" y="6438"/>
                  </a:lnTo>
                  <a:lnTo>
                    <a:pt x="6278" y="6494"/>
                  </a:lnTo>
                  <a:lnTo>
                    <a:pt x="5857" y="6540"/>
                  </a:lnTo>
                  <a:lnTo>
                    <a:pt x="5407" y="6586"/>
                  </a:lnTo>
                  <a:lnTo>
                    <a:pt x="4926" y="6621"/>
                  </a:lnTo>
                  <a:lnTo>
                    <a:pt x="4446" y="6657"/>
                  </a:lnTo>
                  <a:lnTo>
                    <a:pt x="3965" y="6693"/>
                  </a:lnTo>
                  <a:lnTo>
                    <a:pt x="3484" y="6718"/>
                  </a:lnTo>
                  <a:lnTo>
                    <a:pt x="2974" y="6744"/>
                  </a:lnTo>
                  <a:lnTo>
                    <a:pt x="2433" y="6764"/>
                  </a:lnTo>
                  <a:lnTo>
                    <a:pt x="1893" y="6780"/>
                  </a:lnTo>
                  <a:lnTo>
                    <a:pt x="1352" y="6790"/>
                  </a:lnTo>
                  <a:lnTo>
                    <a:pt x="811" y="6795"/>
                  </a:lnTo>
                  <a:lnTo>
                    <a:pt x="241" y="6800"/>
                  </a:lnTo>
                  <a:lnTo>
                    <a:pt x="241" y="6800"/>
                  </a:lnTo>
                  <a:lnTo>
                    <a:pt x="0" y="6800"/>
                  </a:lnTo>
                  <a:lnTo>
                    <a:pt x="0" y="1766"/>
                  </a:lnTo>
                  <a:lnTo>
                    <a:pt x="0" y="1766"/>
                  </a:lnTo>
                  <a:lnTo>
                    <a:pt x="30" y="1658"/>
                  </a:lnTo>
                  <a:lnTo>
                    <a:pt x="61" y="1551"/>
                  </a:lnTo>
                  <a:lnTo>
                    <a:pt x="91" y="1444"/>
                  </a:lnTo>
                  <a:lnTo>
                    <a:pt x="181" y="1337"/>
                  </a:lnTo>
                  <a:lnTo>
                    <a:pt x="271" y="1235"/>
                  </a:lnTo>
                  <a:lnTo>
                    <a:pt x="361" y="1133"/>
                  </a:lnTo>
                  <a:lnTo>
                    <a:pt x="481" y="1031"/>
                  </a:lnTo>
                  <a:lnTo>
                    <a:pt x="631" y="934"/>
                  </a:lnTo>
                  <a:lnTo>
                    <a:pt x="781" y="842"/>
                  </a:lnTo>
                  <a:lnTo>
                    <a:pt x="962" y="756"/>
                  </a:lnTo>
                  <a:lnTo>
                    <a:pt x="1142" y="669"/>
                  </a:lnTo>
                  <a:lnTo>
                    <a:pt x="1352" y="592"/>
                  </a:lnTo>
                  <a:lnTo>
                    <a:pt x="1562" y="521"/>
                  </a:lnTo>
                  <a:lnTo>
                    <a:pt x="1803" y="455"/>
                  </a:lnTo>
                  <a:lnTo>
                    <a:pt x="2043" y="394"/>
                  </a:lnTo>
                  <a:lnTo>
                    <a:pt x="2313" y="337"/>
                  </a:lnTo>
                  <a:lnTo>
                    <a:pt x="2313" y="337"/>
                  </a:lnTo>
                  <a:lnTo>
                    <a:pt x="2884" y="240"/>
                  </a:lnTo>
                  <a:lnTo>
                    <a:pt x="3484" y="154"/>
                  </a:lnTo>
                  <a:lnTo>
                    <a:pt x="4115" y="72"/>
                  </a:lnTo>
                  <a:lnTo>
                    <a:pt x="477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48"/>
            <p:cNvSpPr/>
            <p:nvPr/>
          </p:nvSpPr>
          <p:spPr>
            <a:xfrm flipH="1">
              <a:off x="5718026" y="2375825"/>
              <a:ext cx="1662" cy="17100"/>
            </a:xfrm>
            <a:custGeom>
              <a:avLst/>
              <a:gdLst/>
              <a:ahLst/>
              <a:cxnLst/>
              <a:rect l="l" t="t" r="r" b="b"/>
              <a:pathLst>
                <a:path w="392" h="684" extrusionOk="0">
                  <a:moveTo>
                    <a:pt x="1" y="0"/>
                  </a:moveTo>
                  <a:lnTo>
                    <a:pt x="1" y="684"/>
                  </a:lnTo>
                  <a:lnTo>
                    <a:pt x="31" y="510"/>
                  </a:lnTo>
                  <a:lnTo>
                    <a:pt x="91" y="342"/>
                  </a:lnTo>
                  <a:lnTo>
                    <a:pt x="241" y="174"/>
                  </a:lnTo>
                  <a:lnTo>
                    <a:pt x="391" y="10"/>
                  </a:lnTo>
                  <a:lnTo>
                    <a:pt x="1"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8"/>
            <p:cNvSpPr/>
            <p:nvPr/>
          </p:nvSpPr>
          <p:spPr>
            <a:xfrm flipH="1">
              <a:off x="5718026" y="2375825"/>
              <a:ext cx="1662" cy="143850"/>
            </a:xfrm>
            <a:custGeom>
              <a:avLst/>
              <a:gdLst/>
              <a:ahLst/>
              <a:cxnLst/>
              <a:rect l="l" t="t" r="r" b="b"/>
              <a:pathLst>
                <a:path w="392" h="5754" fill="none" extrusionOk="0">
                  <a:moveTo>
                    <a:pt x="1" y="0"/>
                  </a:moveTo>
                  <a:lnTo>
                    <a:pt x="1" y="0"/>
                  </a:lnTo>
                  <a:lnTo>
                    <a:pt x="391" y="10"/>
                  </a:lnTo>
                  <a:lnTo>
                    <a:pt x="391" y="10"/>
                  </a:lnTo>
                  <a:lnTo>
                    <a:pt x="241" y="174"/>
                  </a:lnTo>
                  <a:lnTo>
                    <a:pt x="91" y="342"/>
                  </a:lnTo>
                  <a:lnTo>
                    <a:pt x="31" y="510"/>
                  </a:lnTo>
                  <a:lnTo>
                    <a:pt x="1" y="684"/>
                  </a:lnTo>
                  <a:lnTo>
                    <a:pt x="1" y="5754"/>
                  </a:lnTo>
                  <a:lnTo>
                    <a:pt x="1" y="5754"/>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48"/>
            <p:cNvSpPr/>
            <p:nvPr/>
          </p:nvSpPr>
          <p:spPr>
            <a:xfrm flipH="1">
              <a:off x="5676258" y="2376075"/>
              <a:ext cx="43430" cy="143600"/>
            </a:xfrm>
            <a:custGeom>
              <a:avLst/>
              <a:gdLst/>
              <a:ahLst/>
              <a:cxnLst/>
              <a:rect l="l" t="t" r="r" b="b"/>
              <a:pathLst>
                <a:path w="10243" h="5744" extrusionOk="0">
                  <a:moveTo>
                    <a:pt x="391" y="0"/>
                  </a:moveTo>
                  <a:lnTo>
                    <a:pt x="241" y="164"/>
                  </a:lnTo>
                  <a:lnTo>
                    <a:pt x="91" y="332"/>
                  </a:lnTo>
                  <a:lnTo>
                    <a:pt x="31" y="500"/>
                  </a:lnTo>
                  <a:lnTo>
                    <a:pt x="1" y="674"/>
                  </a:lnTo>
                  <a:lnTo>
                    <a:pt x="1" y="5744"/>
                  </a:lnTo>
                  <a:lnTo>
                    <a:pt x="511" y="5744"/>
                  </a:lnTo>
                  <a:lnTo>
                    <a:pt x="1412" y="5739"/>
                  </a:lnTo>
                  <a:lnTo>
                    <a:pt x="1833" y="5734"/>
                  </a:lnTo>
                  <a:lnTo>
                    <a:pt x="2283" y="5723"/>
                  </a:lnTo>
                  <a:lnTo>
                    <a:pt x="2734" y="5708"/>
                  </a:lnTo>
                  <a:lnTo>
                    <a:pt x="3154" y="5693"/>
                  </a:lnTo>
                  <a:lnTo>
                    <a:pt x="3575" y="5672"/>
                  </a:lnTo>
                  <a:lnTo>
                    <a:pt x="3995" y="5647"/>
                  </a:lnTo>
                  <a:lnTo>
                    <a:pt x="4416" y="5621"/>
                  </a:lnTo>
                  <a:lnTo>
                    <a:pt x="4836" y="5591"/>
                  </a:lnTo>
                  <a:lnTo>
                    <a:pt x="5227" y="5555"/>
                  </a:lnTo>
                  <a:lnTo>
                    <a:pt x="5617" y="5514"/>
                  </a:lnTo>
                  <a:lnTo>
                    <a:pt x="6008" y="5473"/>
                  </a:lnTo>
                  <a:lnTo>
                    <a:pt x="6398" y="5428"/>
                  </a:lnTo>
                  <a:lnTo>
                    <a:pt x="6759" y="5382"/>
                  </a:lnTo>
                  <a:lnTo>
                    <a:pt x="7119" y="5326"/>
                  </a:lnTo>
                  <a:lnTo>
                    <a:pt x="7479" y="5264"/>
                  </a:lnTo>
                  <a:lnTo>
                    <a:pt x="7810" y="5198"/>
                  </a:lnTo>
                  <a:lnTo>
                    <a:pt x="8140" y="5116"/>
                  </a:lnTo>
                  <a:lnTo>
                    <a:pt x="8441" y="5030"/>
                  </a:lnTo>
                  <a:lnTo>
                    <a:pt x="8741" y="4938"/>
                  </a:lnTo>
                  <a:lnTo>
                    <a:pt x="9011" y="4841"/>
                  </a:lnTo>
                  <a:lnTo>
                    <a:pt x="9252" y="4734"/>
                  </a:lnTo>
                  <a:lnTo>
                    <a:pt x="9492" y="4627"/>
                  </a:lnTo>
                  <a:lnTo>
                    <a:pt x="9702" y="4515"/>
                  </a:lnTo>
                  <a:lnTo>
                    <a:pt x="9882" y="4397"/>
                  </a:lnTo>
                  <a:lnTo>
                    <a:pt x="10002" y="4275"/>
                  </a:lnTo>
                  <a:lnTo>
                    <a:pt x="10123" y="4152"/>
                  </a:lnTo>
                  <a:lnTo>
                    <a:pt x="10183" y="4025"/>
                  </a:lnTo>
                  <a:lnTo>
                    <a:pt x="10213" y="3902"/>
                  </a:lnTo>
                  <a:lnTo>
                    <a:pt x="10213" y="3775"/>
                  </a:lnTo>
                  <a:lnTo>
                    <a:pt x="10183" y="3647"/>
                  </a:lnTo>
                  <a:lnTo>
                    <a:pt x="10183" y="1918"/>
                  </a:lnTo>
                  <a:lnTo>
                    <a:pt x="10213" y="1796"/>
                  </a:lnTo>
                  <a:lnTo>
                    <a:pt x="10243" y="1679"/>
                  </a:lnTo>
                  <a:lnTo>
                    <a:pt x="10213" y="1561"/>
                  </a:lnTo>
                  <a:lnTo>
                    <a:pt x="10153" y="1444"/>
                  </a:lnTo>
                  <a:lnTo>
                    <a:pt x="10032" y="1332"/>
                  </a:lnTo>
                  <a:lnTo>
                    <a:pt x="9882" y="1220"/>
                  </a:lnTo>
                  <a:lnTo>
                    <a:pt x="9702" y="1107"/>
                  </a:lnTo>
                  <a:lnTo>
                    <a:pt x="9462" y="1005"/>
                  </a:lnTo>
                  <a:lnTo>
                    <a:pt x="9191" y="898"/>
                  </a:lnTo>
                  <a:lnTo>
                    <a:pt x="8891" y="801"/>
                  </a:lnTo>
                  <a:lnTo>
                    <a:pt x="8531" y="709"/>
                  </a:lnTo>
                  <a:lnTo>
                    <a:pt x="8140" y="623"/>
                  </a:lnTo>
                  <a:lnTo>
                    <a:pt x="7690" y="541"/>
                  </a:lnTo>
                  <a:lnTo>
                    <a:pt x="7209" y="465"/>
                  </a:lnTo>
                  <a:lnTo>
                    <a:pt x="6699" y="398"/>
                  </a:lnTo>
                  <a:lnTo>
                    <a:pt x="6128" y="337"/>
                  </a:lnTo>
                  <a:lnTo>
                    <a:pt x="5377" y="271"/>
                  </a:lnTo>
                  <a:lnTo>
                    <a:pt x="4626" y="210"/>
                  </a:lnTo>
                  <a:lnTo>
                    <a:pt x="3905" y="159"/>
                  </a:lnTo>
                  <a:lnTo>
                    <a:pt x="3185" y="113"/>
                  </a:lnTo>
                  <a:lnTo>
                    <a:pt x="2464" y="72"/>
                  </a:lnTo>
                  <a:lnTo>
                    <a:pt x="1773" y="41"/>
                  </a:lnTo>
                  <a:lnTo>
                    <a:pt x="1082" y="16"/>
                  </a:lnTo>
                  <a:lnTo>
                    <a:pt x="391" y="0"/>
                  </a:lnTo>
                  <a:close/>
                </a:path>
              </a:pathLst>
            </a:custGeom>
            <a:solidFill>
              <a:srgbClr val="4C06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48"/>
            <p:cNvSpPr/>
            <p:nvPr/>
          </p:nvSpPr>
          <p:spPr>
            <a:xfrm flipH="1">
              <a:off x="5676258" y="2376075"/>
              <a:ext cx="43430" cy="143600"/>
            </a:xfrm>
            <a:custGeom>
              <a:avLst/>
              <a:gdLst/>
              <a:ahLst/>
              <a:cxnLst/>
              <a:rect l="l" t="t" r="r" b="b"/>
              <a:pathLst>
                <a:path w="10243" h="5744" fill="none" extrusionOk="0">
                  <a:moveTo>
                    <a:pt x="391" y="0"/>
                  </a:moveTo>
                  <a:lnTo>
                    <a:pt x="391" y="0"/>
                  </a:lnTo>
                  <a:lnTo>
                    <a:pt x="1082" y="16"/>
                  </a:lnTo>
                  <a:lnTo>
                    <a:pt x="1773" y="41"/>
                  </a:lnTo>
                  <a:lnTo>
                    <a:pt x="2464" y="72"/>
                  </a:lnTo>
                  <a:lnTo>
                    <a:pt x="3185" y="113"/>
                  </a:lnTo>
                  <a:lnTo>
                    <a:pt x="3905" y="159"/>
                  </a:lnTo>
                  <a:lnTo>
                    <a:pt x="4626" y="210"/>
                  </a:lnTo>
                  <a:lnTo>
                    <a:pt x="5377" y="271"/>
                  </a:lnTo>
                  <a:lnTo>
                    <a:pt x="6128" y="337"/>
                  </a:lnTo>
                  <a:lnTo>
                    <a:pt x="6128" y="337"/>
                  </a:lnTo>
                  <a:lnTo>
                    <a:pt x="6699" y="398"/>
                  </a:lnTo>
                  <a:lnTo>
                    <a:pt x="7209" y="465"/>
                  </a:lnTo>
                  <a:lnTo>
                    <a:pt x="7690" y="541"/>
                  </a:lnTo>
                  <a:lnTo>
                    <a:pt x="8140" y="623"/>
                  </a:lnTo>
                  <a:lnTo>
                    <a:pt x="8531" y="709"/>
                  </a:lnTo>
                  <a:lnTo>
                    <a:pt x="8891" y="801"/>
                  </a:lnTo>
                  <a:lnTo>
                    <a:pt x="9191" y="898"/>
                  </a:lnTo>
                  <a:lnTo>
                    <a:pt x="9462" y="1005"/>
                  </a:lnTo>
                  <a:lnTo>
                    <a:pt x="9702" y="1107"/>
                  </a:lnTo>
                  <a:lnTo>
                    <a:pt x="9882" y="1220"/>
                  </a:lnTo>
                  <a:lnTo>
                    <a:pt x="10032" y="1332"/>
                  </a:lnTo>
                  <a:lnTo>
                    <a:pt x="10153" y="1444"/>
                  </a:lnTo>
                  <a:lnTo>
                    <a:pt x="10213" y="1561"/>
                  </a:lnTo>
                  <a:lnTo>
                    <a:pt x="10243" y="1679"/>
                  </a:lnTo>
                  <a:lnTo>
                    <a:pt x="10213" y="1796"/>
                  </a:lnTo>
                  <a:lnTo>
                    <a:pt x="10183" y="1918"/>
                  </a:lnTo>
                  <a:lnTo>
                    <a:pt x="10183" y="3647"/>
                  </a:lnTo>
                  <a:lnTo>
                    <a:pt x="10183" y="3647"/>
                  </a:lnTo>
                  <a:lnTo>
                    <a:pt x="10213" y="3775"/>
                  </a:lnTo>
                  <a:lnTo>
                    <a:pt x="10213" y="3902"/>
                  </a:lnTo>
                  <a:lnTo>
                    <a:pt x="10183" y="4025"/>
                  </a:lnTo>
                  <a:lnTo>
                    <a:pt x="10123" y="4152"/>
                  </a:lnTo>
                  <a:lnTo>
                    <a:pt x="10002" y="4275"/>
                  </a:lnTo>
                  <a:lnTo>
                    <a:pt x="9882" y="4397"/>
                  </a:lnTo>
                  <a:lnTo>
                    <a:pt x="9702" y="4515"/>
                  </a:lnTo>
                  <a:lnTo>
                    <a:pt x="9492" y="4627"/>
                  </a:lnTo>
                  <a:lnTo>
                    <a:pt x="9252" y="4734"/>
                  </a:lnTo>
                  <a:lnTo>
                    <a:pt x="9011" y="4841"/>
                  </a:lnTo>
                  <a:lnTo>
                    <a:pt x="8741" y="4938"/>
                  </a:lnTo>
                  <a:lnTo>
                    <a:pt x="8441" y="5030"/>
                  </a:lnTo>
                  <a:lnTo>
                    <a:pt x="8140" y="5116"/>
                  </a:lnTo>
                  <a:lnTo>
                    <a:pt x="7810" y="5198"/>
                  </a:lnTo>
                  <a:lnTo>
                    <a:pt x="7479" y="5264"/>
                  </a:lnTo>
                  <a:lnTo>
                    <a:pt x="7119" y="5326"/>
                  </a:lnTo>
                  <a:lnTo>
                    <a:pt x="7119" y="5326"/>
                  </a:lnTo>
                  <a:lnTo>
                    <a:pt x="6759" y="5382"/>
                  </a:lnTo>
                  <a:lnTo>
                    <a:pt x="6398" y="5428"/>
                  </a:lnTo>
                  <a:lnTo>
                    <a:pt x="6008" y="5473"/>
                  </a:lnTo>
                  <a:lnTo>
                    <a:pt x="5617" y="5514"/>
                  </a:lnTo>
                  <a:lnTo>
                    <a:pt x="5227" y="5555"/>
                  </a:lnTo>
                  <a:lnTo>
                    <a:pt x="4836" y="5591"/>
                  </a:lnTo>
                  <a:lnTo>
                    <a:pt x="4416" y="5621"/>
                  </a:lnTo>
                  <a:lnTo>
                    <a:pt x="3995" y="5647"/>
                  </a:lnTo>
                  <a:lnTo>
                    <a:pt x="3575" y="5672"/>
                  </a:lnTo>
                  <a:lnTo>
                    <a:pt x="3154" y="5693"/>
                  </a:lnTo>
                  <a:lnTo>
                    <a:pt x="2734" y="5708"/>
                  </a:lnTo>
                  <a:lnTo>
                    <a:pt x="2283" y="5723"/>
                  </a:lnTo>
                  <a:lnTo>
                    <a:pt x="1833" y="5734"/>
                  </a:lnTo>
                  <a:lnTo>
                    <a:pt x="1412" y="5739"/>
                  </a:lnTo>
                  <a:lnTo>
                    <a:pt x="511" y="5744"/>
                  </a:lnTo>
                  <a:lnTo>
                    <a:pt x="511" y="5744"/>
                  </a:lnTo>
                  <a:lnTo>
                    <a:pt x="1" y="5744"/>
                  </a:lnTo>
                  <a:lnTo>
                    <a:pt x="1" y="674"/>
                  </a:lnTo>
                  <a:lnTo>
                    <a:pt x="1" y="674"/>
                  </a:lnTo>
                  <a:lnTo>
                    <a:pt x="31" y="500"/>
                  </a:lnTo>
                  <a:lnTo>
                    <a:pt x="91" y="332"/>
                  </a:lnTo>
                  <a:lnTo>
                    <a:pt x="241" y="164"/>
                  </a:lnTo>
                  <a:lnTo>
                    <a:pt x="39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8"/>
            <p:cNvSpPr/>
            <p:nvPr/>
          </p:nvSpPr>
          <p:spPr>
            <a:xfrm flipH="1">
              <a:off x="5719684" y="2375575"/>
              <a:ext cx="46356" cy="144100"/>
            </a:xfrm>
            <a:custGeom>
              <a:avLst/>
              <a:gdLst/>
              <a:ahLst/>
              <a:cxnLst/>
              <a:rect l="l" t="t" r="r" b="b"/>
              <a:pathLst>
                <a:path w="10933" h="5764" extrusionOk="0">
                  <a:moveTo>
                    <a:pt x="9761" y="0"/>
                  </a:moveTo>
                  <a:lnTo>
                    <a:pt x="9221" y="5"/>
                  </a:lnTo>
                  <a:lnTo>
                    <a:pt x="8680" y="10"/>
                  </a:lnTo>
                  <a:lnTo>
                    <a:pt x="8140" y="20"/>
                  </a:lnTo>
                  <a:lnTo>
                    <a:pt x="7629" y="36"/>
                  </a:lnTo>
                  <a:lnTo>
                    <a:pt x="7118" y="56"/>
                  </a:lnTo>
                  <a:lnTo>
                    <a:pt x="6608" y="82"/>
                  </a:lnTo>
                  <a:lnTo>
                    <a:pt x="6127" y="112"/>
                  </a:lnTo>
                  <a:lnTo>
                    <a:pt x="5647" y="148"/>
                  </a:lnTo>
                  <a:lnTo>
                    <a:pt x="5166" y="184"/>
                  </a:lnTo>
                  <a:lnTo>
                    <a:pt x="4716" y="224"/>
                  </a:lnTo>
                  <a:lnTo>
                    <a:pt x="4295" y="270"/>
                  </a:lnTo>
                  <a:lnTo>
                    <a:pt x="3875" y="321"/>
                  </a:lnTo>
                  <a:lnTo>
                    <a:pt x="3454" y="377"/>
                  </a:lnTo>
                  <a:lnTo>
                    <a:pt x="3064" y="434"/>
                  </a:lnTo>
                  <a:lnTo>
                    <a:pt x="2673" y="495"/>
                  </a:lnTo>
                  <a:lnTo>
                    <a:pt x="2313" y="561"/>
                  </a:lnTo>
                  <a:lnTo>
                    <a:pt x="2043" y="612"/>
                  </a:lnTo>
                  <a:lnTo>
                    <a:pt x="1802" y="673"/>
                  </a:lnTo>
                  <a:lnTo>
                    <a:pt x="1562" y="740"/>
                  </a:lnTo>
                  <a:lnTo>
                    <a:pt x="1352" y="811"/>
                  </a:lnTo>
                  <a:lnTo>
                    <a:pt x="1142" y="893"/>
                  </a:lnTo>
                  <a:lnTo>
                    <a:pt x="961" y="974"/>
                  </a:lnTo>
                  <a:lnTo>
                    <a:pt x="781" y="1061"/>
                  </a:lnTo>
                  <a:lnTo>
                    <a:pt x="631" y="1158"/>
                  </a:lnTo>
                  <a:lnTo>
                    <a:pt x="481" y="1250"/>
                  </a:lnTo>
                  <a:lnTo>
                    <a:pt x="361" y="1352"/>
                  </a:lnTo>
                  <a:lnTo>
                    <a:pt x="240" y="1454"/>
                  </a:lnTo>
                  <a:lnTo>
                    <a:pt x="150" y="1561"/>
                  </a:lnTo>
                  <a:lnTo>
                    <a:pt x="90" y="1663"/>
                  </a:lnTo>
                  <a:lnTo>
                    <a:pt x="30" y="1770"/>
                  </a:lnTo>
                  <a:lnTo>
                    <a:pt x="0" y="1882"/>
                  </a:lnTo>
                  <a:lnTo>
                    <a:pt x="0" y="1989"/>
                  </a:lnTo>
                  <a:lnTo>
                    <a:pt x="0" y="3841"/>
                  </a:lnTo>
                  <a:lnTo>
                    <a:pt x="0" y="3943"/>
                  </a:lnTo>
                  <a:lnTo>
                    <a:pt x="30" y="4040"/>
                  </a:lnTo>
                  <a:lnTo>
                    <a:pt x="90" y="4142"/>
                  </a:lnTo>
                  <a:lnTo>
                    <a:pt x="150" y="4239"/>
                  </a:lnTo>
                  <a:lnTo>
                    <a:pt x="240" y="4336"/>
                  </a:lnTo>
                  <a:lnTo>
                    <a:pt x="331" y="4433"/>
                  </a:lnTo>
                  <a:lnTo>
                    <a:pt x="451" y="4524"/>
                  </a:lnTo>
                  <a:lnTo>
                    <a:pt x="601" y="4616"/>
                  </a:lnTo>
                  <a:lnTo>
                    <a:pt x="781" y="4703"/>
                  </a:lnTo>
                  <a:lnTo>
                    <a:pt x="991" y="4790"/>
                  </a:lnTo>
                  <a:lnTo>
                    <a:pt x="1202" y="4871"/>
                  </a:lnTo>
                  <a:lnTo>
                    <a:pt x="1472" y="4948"/>
                  </a:lnTo>
                  <a:lnTo>
                    <a:pt x="1742" y="5024"/>
                  </a:lnTo>
                  <a:lnTo>
                    <a:pt x="2043" y="5091"/>
                  </a:lnTo>
                  <a:lnTo>
                    <a:pt x="2373" y="5157"/>
                  </a:lnTo>
                  <a:lnTo>
                    <a:pt x="2763" y="5213"/>
                  </a:lnTo>
                  <a:lnTo>
                    <a:pt x="3154" y="5269"/>
                  </a:lnTo>
                  <a:lnTo>
                    <a:pt x="3604" y="5325"/>
                  </a:lnTo>
                  <a:lnTo>
                    <a:pt x="4055" y="5376"/>
                  </a:lnTo>
                  <a:lnTo>
                    <a:pt x="4505" y="5427"/>
                  </a:lnTo>
                  <a:lnTo>
                    <a:pt x="4986" y="5473"/>
                  </a:lnTo>
                  <a:lnTo>
                    <a:pt x="5497" y="5519"/>
                  </a:lnTo>
                  <a:lnTo>
                    <a:pt x="6007" y="5560"/>
                  </a:lnTo>
                  <a:lnTo>
                    <a:pt x="6518" y="5595"/>
                  </a:lnTo>
                  <a:lnTo>
                    <a:pt x="7058" y="5631"/>
                  </a:lnTo>
                  <a:lnTo>
                    <a:pt x="7599" y="5662"/>
                  </a:lnTo>
                  <a:lnTo>
                    <a:pt x="8140" y="5687"/>
                  </a:lnTo>
                  <a:lnTo>
                    <a:pt x="8680" y="5713"/>
                  </a:lnTo>
                  <a:lnTo>
                    <a:pt x="9251" y="5733"/>
                  </a:lnTo>
                  <a:lnTo>
                    <a:pt x="9792" y="5748"/>
                  </a:lnTo>
                  <a:lnTo>
                    <a:pt x="10362" y="5759"/>
                  </a:lnTo>
                  <a:lnTo>
                    <a:pt x="10933" y="5764"/>
                  </a:lnTo>
                  <a:lnTo>
                    <a:pt x="10933" y="10"/>
                  </a:lnTo>
                  <a:lnTo>
                    <a:pt x="10332" y="5"/>
                  </a:lnTo>
                  <a:lnTo>
                    <a:pt x="9761" y="0"/>
                  </a:lnTo>
                  <a:close/>
                </a:path>
              </a:pathLst>
            </a:custGeom>
            <a:solidFill>
              <a:srgbClr val="4E1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48"/>
            <p:cNvSpPr/>
            <p:nvPr/>
          </p:nvSpPr>
          <p:spPr>
            <a:xfrm flipH="1">
              <a:off x="5719684" y="2375575"/>
              <a:ext cx="46356" cy="144100"/>
            </a:xfrm>
            <a:custGeom>
              <a:avLst/>
              <a:gdLst/>
              <a:ahLst/>
              <a:cxnLst/>
              <a:rect l="l" t="t" r="r" b="b"/>
              <a:pathLst>
                <a:path w="10933" h="5764" fill="none" extrusionOk="0">
                  <a:moveTo>
                    <a:pt x="9761" y="0"/>
                  </a:moveTo>
                  <a:lnTo>
                    <a:pt x="9761" y="0"/>
                  </a:lnTo>
                  <a:lnTo>
                    <a:pt x="10332" y="5"/>
                  </a:lnTo>
                  <a:lnTo>
                    <a:pt x="10933" y="10"/>
                  </a:lnTo>
                  <a:lnTo>
                    <a:pt x="10933" y="5764"/>
                  </a:lnTo>
                  <a:lnTo>
                    <a:pt x="10933" y="5764"/>
                  </a:lnTo>
                  <a:lnTo>
                    <a:pt x="10362" y="5759"/>
                  </a:lnTo>
                  <a:lnTo>
                    <a:pt x="9792" y="5748"/>
                  </a:lnTo>
                  <a:lnTo>
                    <a:pt x="9251" y="5733"/>
                  </a:lnTo>
                  <a:lnTo>
                    <a:pt x="8680" y="5713"/>
                  </a:lnTo>
                  <a:lnTo>
                    <a:pt x="8140" y="5687"/>
                  </a:lnTo>
                  <a:lnTo>
                    <a:pt x="7599" y="5662"/>
                  </a:lnTo>
                  <a:lnTo>
                    <a:pt x="7058" y="5631"/>
                  </a:lnTo>
                  <a:lnTo>
                    <a:pt x="6518" y="5595"/>
                  </a:lnTo>
                  <a:lnTo>
                    <a:pt x="6007" y="5560"/>
                  </a:lnTo>
                  <a:lnTo>
                    <a:pt x="5497" y="5519"/>
                  </a:lnTo>
                  <a:lnTo>
                    <a:pt x="4986" y="5473"/>
                  </a:lnTo>
                  <a:lnTo>
                    <a:pt x="4505" y="5427"/>
                  </a:lnTo>
                  <a:lnTo>
                    <a:pt x="4055" y="5376"/>
                  </a:lnTo>
                  <a:lnTo>
                    <a:pt x="3604" y="5325"/>
                  </a:lnTo>
                  <a:lnTo>
                    <a:pt x="3154" y="5269"/>
                  </a:lnTo>
                  <a:lnTo>
                    <a:pt x="2763" y="5213"/>
                  </a:lnTo>
                  <a:lnTo>
                    <a:pt x="2763" y="5213"/>
                  </a:lnTo>
                  <a:lnTo>
                    <a:pt x="2373" y="5157"/>
                  </a:lnTo>
                  <a:lnTo>
                    <a:pt x="2043" y="5091"/>
                  </a:lnTo>
                  <a:lnTo>
                    <a:pt x="1742" y="5024"/>
                  </a:lnTo>
                  <a:lnTo>
                    <a:pt x="1472" y="4948"/>
                  </a:lnTo>
                  <a:lnTo>
                    <a:pt x="1202" y="4871"/>
                  </a:lnTo>
                  <a:lnTo>
                    <a:pt x="991" y="4790"/>
                  </a:lnTo>
                  <a:lnTo>
                    <a:pt x="781" y="4703"/>
                  </a:lnTo>
                  <a:lnTo>
                    <a:pt x="601" y="4616"/>
                  </a:lnTo>
                  <a:lnTo>
                    <a:pt x="451" y="4524"/>
                  </a:lnTo>
                  <a:lnTo>
                    <a:pt x="331" y="4433"/>
                  </a:lnTo>
                  <a:lnTo>
                    <a:pt x="240" y="4336"/>
                  </a:lnTo>
                  <a:lnTo>
                    <a:pt x="150" y="4239"/>
                  </a:lnTo>
                  <a:lnTo>
                    <a:pt x="90" y="4142"/>
                  </a:lnTo>
                  <a:lnTo>
                    <a:pt x="30" y="4040"/>
                  </a:lnTo>
                  <a:lnTo>
                    <a:pt x="0" y="3943"/>
                  </a:lnTo>
                  <a:lnTo>
                    <a:pt x="0" y="3841"/>
                  </a:lnTo>
                  <a:lnTo>
                    <a:pt x="0" y="1989"/>
                  </a:lnTo>
                  <a:lnTo>
                    <a:pt x="0" y="1989"/>
                  </a:lnTo>
                  <a:lnTo>
                    <a:pt x="0" y="1882"/>
                  </a:lnTo>
                  <a:lnTo>
                    <a:pt x="30" y="1770"/>
                  </a:lnTo>
                  <a:lnTo>
                    <a:pt x="90" y="1663"/>
                  </a:lnTo>
                  <a:lnTo>
                    <a:pt x="150" y="1561"/>
                  </a:lnTo>
                  <a:lnTo>
                    <a:pt x="240" y="1454"/>
                  </a:lnTo>
                  <a:lnTo>
                    <a:pt x="361" y="1352"/>
                  </a:lnTo>
                  <a:lnTo>
                    <a:pt x="481" y="1250"/>
                  </a:lnTo>
                  <a:lnTo>
                    <a:pt x="631" y="1158"/>
                  </a:lnTo>
                  <a:lnTo>
                    <a:pt x="781" y="1061"/>
                  </a:lnTo>
                  <a:lnTo>
                    <a:pt x="961" y="974"/>
                  </a:lnTo>
                  <a:lnTo>
                    <a:pt x="1142" y="893"/>
                  </a:lnTo>
                  <a:lnTo>
                    <a:pt x="1352" y="811"/>
                  </a:lnTo>
                  <a:lnTo>
                    <a:pt x="1562" y="740"/>
                  </a:lnTo>
                  <a:lnTo>
                    <a:pt x="1802" y="673"/>
                  </a:lnTo>
                  <a:lnTo>
                    <a:pt x="2043" y="612"/>
                  </a:lnTo>
                  <a:lnTo>
                    <a:pt x="2313" y="561"/>
                  </a:lnTo>
                  <a:lnTo>
                    <a:pt x="2313" y="561"/>
                  </a:lnTo>
                  <a:lnTo>
                    <a:pt x="2673" y="495"/>
                  </a:lnTo>
                  <a:lnTo>
                    <a:pt x="3064" y="434"/>
                  </a:lnTo>
                  <a:lnTo>
                    <a:pt x="3454" y="377"/>
                  </a:lnTo>
                  <a:lnTo>
                    <a:pt x="3875" y="321"/>
                  </a:lnTo>
                  <a:lnTo>
                    <a:pt x="4295" y="270"/>
                  </a:lnTo>
                  <a:lnTo>
                    <a:pt x="4716" y="224"/>
                  </a:lnTo>
                  <a:lnTo>
                    <a:pt x="5166" y="184"/>
                  </a:lnTo>
                  <a:lnTo>
                    <a:pt x="5647" y="148"/>
                  </a:lnTo>
                  <a:lnTo>
                    <a:pt x="6127" y="112"/>
                  </a:lnTo>
                  <a:lnTo>
                    <a:pt x="6608" y="82"/>
                  </a:lnTo>
                  <a:lnTo>
                    <a:pt x="7118" y="56"/>
                  </a:lnTo>
                  <a:lnTo>
                    <a:pt x="7629" y="36"/>
                  </a:lnTo>
                  <a:lnTo>
                    <a:pt x="8140" y="20"/>
                  </a:lnTo>
                  <a:lnTo>
                    <a:pt x="8680" y="10"/>
                  </a:lnTo>
                  <a:lnTo>
                    <a:pt x="9221" y="5"/>
                  </a:lnTo>
                  <a:lnTo>
                    <a:pt x="976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8"/>
            <p:cNvSpPr/>
            <p:nvPr/>
          </p:nvSpPr>
          <p:spPr>
            <a:xfrm flipH="1">
              <a:off x="5719684" y="2520425"/>
              <a:ext cx="327286" cy="88650"/>
            </a:xfrm>
            <a:custGeom>
              <a:avLst/>
              <a:gdLst/>
              <a:ahLst/>
              <a:cxnLst/>
              <a:rect l="l" t="t" r="r" b="b"/>
              <a:pathLst>
                <a:path w="77190" h="3546" extrusionOk="0">
                  <a:moveTo>
                    <a:pt x="10273" y="0"/>
                  </a:moveTo>
                  <a:lnTo>
                    <a:pt x="9492" y="5"/>
                  </a:lnTo>
                  <a:lnTo>
                    <a:pt x="8771" y="16"/>
                  </a:lnTo>
                  <a:lnTo>
                    <a:pt x="8050" y="36"/>
                  </a:lnTo>
                  <a:lnTo>
                    <a:pt x="7419" y="51"/>
                  </a:lnTo>
                  <a:lnTo>
                    <a:pt x="6789" y="77"/>
                  </a:lnTo>
                  <a:lnTo>
                    <a:pt x="6218" y="102"/>
                  </a:lnTo>
                  <a:lnTo>
                    <a:pt x="5647" y="133"/>
                  </a:lnTo>
                  <a:lnTo>
                    <a:pt x="5137" y="169"/>
                  </a:lnTo>
                  <a:lnTo>
                    <a:pt x="4656" y="204"/>
                  </a:lnTo>
                  <a:lnTo>
                    <a:pt x="4206" y="245"/>
                  </a:lnTo>
                  <a:lnTo>
                    <a:pt x="3815" y="291"/>
                  </a:lnTo>
                  <a:lnTo>
                    <a:pt x="3425" y="337"/>
                  </a:lnTo>
                  <a:lnTo>
                    <a:pt x="3064" y="383"/>
                  </a:lnTo>
                  <a:lnTo>
                    <a:pt x="2734" y="434"/>
                  </a:lnTo>
                  <a:lnTo>
                    <a:pt x="2403" y="485"/>
                  </a:lnTo>
                  <a:lnTo>
                    <a:pt x="2133" y="541"/>
                  </a:lnTo>
                  <a:lnTo>
                    <a:pt x="1863" y="597"/>
                  </a:lnTo>
                  <a:lnTo>
                    <a:pt x="1653" y="653"/>
                  </a:lnTo>
                  <a:lnTo>
                    <a:pt x="1412" y="714"/>
                  </a:lnTo>
                  <a:lnTo>
                    <a:pt x="1232" y="776"/>
                  </a:lnTo>
                  <a:lnTo>
                    <a:pt x="1052" y="837"/>
                  </a:lnTo>
                  <a:lnTo>
                    <a:pt x="902" y="898"/>
                  </a:lnTo>
                  <a:lnTo>
                    <a:pt x="631" y="1026"/>
                  </a:lnTo>
                  <a:lnTo>
                    <a:pt x="421" y="1153"/>
                  </a:lnTo>
                  <a:lnTo>
                    <a:pt x="271" y="1286"/>
                  </a:lnTo>
                  <a:lnTo>
                    <a:pt x="151" y="1408"/>
                  </a:lnTo>
                  <a:lnTo>
                    <a:pt x="61" y="1536"/>
                  </a:lnTo>
                  <a:lnTo>
                    <a:pt x="1" y="1663"/>
                  </a:lnTo>
                  <a:lnTo>
                    <a:pt x="1" y="1806"/>
                  </a:lnTo>
                  <a:lnTo>
                    <a:pt x="31" y="1959"/>
                  </a:lnTo>
                  <a:lnTo>
                    <a:pt x="151" y="2122"/>
                  </a:lnTo>
                  <a:lnTo>
                    <a:pt x="241" y="2204"/>
                  </a:lnTo>
                  <a:lnTo>
                    <a:pt x="331" y="2285"/>
                  </a:lnTo>
                  <a:lnTo>
                    <a:pt x="481" y="2372"/>
                  </a:lnTo>
                  <a:lnTo>
                    <a:pt x="631" y="2454"/>
                  </a:lnTo>
                  <a:lnTo>
                    <a:pt x="812" y="2541"/>
                  </a:lnTo>
                  <a:lnTo>
                    <a:pt x="992" y="2622"/>
                  </a:lnTo>
                  <a:lnTo>
                    <a:pt x="1232" y="2704"/>
                  </a:lnTo>
                  <a:lnTo>
                    <a:pt x="1472" y="2780"/>
                  </a:lnTo>
                  <a:lnTo>
                    <a:pt x="1773" y="2862"/>
                  </a:lnTo>
                  <a:lnTo>
                    <a:pt x="2073" y="2938"/>
                  </a:lnTo>
                  <a:lnTo>
                    <a:pt x="2434" y="3010"/>
                  </a:lnTo>
                  <a:lnTo>
                    <a:pt x="2824" y="3081"/>
                  </a:lnTo>
                  <a:lnTo>
                    <a:pt x="3214" y="3147"/>
                  </a:lnTo>
                  <a:lnTo>
                    <a:pt x="3665" y="3209"/>
                  </a:lnTo>
                  <a:lnTo>
                    <a:pt x="4176" y="3270"/>
                  </a:lnTo>
                  <a:lnTo>
                    <a:pt x="4686" y="3321"/>
                  </a:lnTo>
                  <a:lnTo>
                    <a:pt x="5257" y="3372"/>
                  </a:lnTo>
                  <a:lnTo>
                    <a:pt x="5857" y="3418"/>
                  </a:lnTo>
                  <a:lnTo>
                    <a:pt x="6518" y="3454"/>
                  </a:lnTo>
                  <a:lnTo>
                    <a:pt x="7209" y="3484"/>
                  </a:lnTo>
                  <a:lnTo>
                    <a:pt x="7930" y="3515"/>
                  </a:lnTo>
                  <a:lnTo>
                    <a:pt x="8711" y="3530"/>
                  </a:lnTo>
                  <a:lnTo>
                    <a:pt x="9552" y="3540"/>
                  </a:lnTo>
                  <a:lnTo>
                    <a:pt x="10423" y="3545"/>
                  </a:lnTo>
                  <a:lnTo>
                    <a:pt x="77190" y="3545"/>
                  </a:lnTo>
                  <a:lnTo>
                    <a:pt x="77190" y="3474"/>
                  </a:lnTo>
                  <a:lnTo>
                    <a:pt x="77190" y="1735"/>
                  </a:lnTo>
                  <a:lnTo>
                    <a:pt x="77130" y="1832"/>
                  </a:lnTo>
                  <a:lnTo>
                    <a:pt x="77040" y="1928"/>
                  </a:lnTo>
                  <a:lnTo>
                    <a:pt x="76920" y="2025"/>
                  </a:lnTo>
                  <a:lnTo>
                    <a:pt x="76799" y="2122"/>
                  </a:lnTo>
                  <a:lnTo>
                    <a:pt x="76649" y="2214"/>
                  </a:lnTo>
                  <a:lnTo>
                    <a:pt x="76499" y="2301"/>
                  </a:lnTo>
                  <a:lnTo>
                    <a:pt x="76289" y="2387"/>
                  </a:lnTo>
                  <a:lnTo>
                    <a:pt x="76109" y="2474"/>
                  </a:lnTo>
                  <a:lnTo>
                    <a:pt x="75898" y="2556"/>
                  </a:lnTo>
                  <a:lnTo>
                    <a:pt x="75658" y="2632"/>
                  </a:lnTo>
                  <a:lnTo>
                    <a:pt x="75448" y="2704"/>
                  </a:lnTo>
                  <a:lnTo>
                    <a:pt x="75178" y="2770"/>
                  </a:lnTo>
                  <a:lnTo>
                    <a:pt x="74937" y="2836"/>
                  </a:lnTo>
                  <a:lnTo>
                    <a:pt x="74667" y="2892"/>
                  </a:lnTo>
                  <a:lnTo>
                    <a:pt x="74397" y="2949"/>
                  </a:lnTo>
                  <a:lnTo>
                    <a:pt x="74126" y="2994"/>
                  </a:lnTo>
                  <a:lnTo>
                    <a:pt x="73766" y="3051"/>
                  </a:lnTo>
                  <a:lnTo>
                    <a:pt x="73375" y="3096"/>
                  </a:lnTo>
                  <a:lnTo>
                    <a:pt x="73015" y="3142"/>
                  </a:lnTo>
                  <a:lnTo>
                    <a:pt x="72625" y="3183"/>
                  </a:lnTo>
                  <a:lnTo>
                    <a:pt x="72234" y="3224"/>
                  </a:lnTo>
                  <a:lnTo>
                    <a:pt x="71814" y="3260"/>
                  </a:lnTo>
                  <a:lnTo>
                    <a:pt x="71423" y="3290"/>
                  </a:lnTo>
                  <a:lnTo>
                    <a:pt x="71003" y="3316"/>
                  </a:lnTo>
                  <a:lnTo>
                    <a:pt x="70582" y="3341"/>
                  </a:lnTo>
                  <a:lnTo>
                    <a:pt x="70162" y="3362"/>
                  </a:lnTo>
                  <a:lnTo>
                    <a:pt x="69711" y="3377"/>
                  </a:lnTo>
                  <a:lnTo>
                    <a:pt x="69291" y="3392"/>
                  </a:lnTo>
                  <a:lnTo>
                    <a:pt x="68840" y="3403"/>
                  </a:lnTo>
                  <a:lnTo>
                    <a:pt x="68390" y="3408"/>
                  </a:lnTo>
                  <a:lnTo>
                    <a:pt x="67519" y="3413"/>
                  </a:lnTo>
                  <a:lnTo>
                    <a:pt x="66918" y="3413"/>
                  </a:lnTo>
                  <a:lnTo>
                    <a:pt x="66317" y="3403"/>
                  </a:lnTo>
                  <a:lnTo>
                    <a:pt x="65717" y="3392"/>
                  </a:lnTo>
                  <a:lnTo>
                    <a:pt x="65146" y="3377"/>
                  </a:lnTo>
                  <a:lnTo>
                    <a:pt x="64545" y="3352"/>
                  </a:lnTo>
                  <a:lnTo>
                    <a:pt x="63975" y="3326"/>
                  </a:lnTo>
                  <a:lnTo>
                    <a:pt x="63404" y="3295"/>
                  </a:lnTo>
                  <a:lnTo>
                    <a:pt x="62833" y="3265"/>
                  </a:lnTo>
                  <a:lnTo>
                    <a:pt x="62293" y="3224"/>
                  </a:lnTo>
                  <a:lnTo>
                    <a:pt x="61752" y="3183"/>
                  </a:lnTo>
                  <a:lnTo>
                    <a:pt x="61211" y="3137"/>
                  </a:lnTo>
                  <a:lnTo>
                    <a:pt x="60701" y="3086"/>
                  </a:lnTo>
                  <a:lnTo>
                    <a:pt x="60190" y="3035"/>
                  </a:lnTo>
                  <a:lnTo>
                    <a:pt x="59740" y="2979"/>
                  </a:lnTo>
                  <a:lnTo>
                    <a:pt x="59259" y="2923"/>
                  </a:lnTo>
                  <a:lnTo>
                    <a:pt x="58839" y="2862"/>
                  </a:lnTo>
                  <a:lnTo>
                    <a:pt x="58508" y="2816"/>
                  </a:lnTo>
                  <a:lnTo>
                    <a:pt x="58238" y="2765"/>
                  </a:lnTo>
                  <a:lnTo>
                    <a:pt x="57968" y="2709"/>
                  </a:lnTo>
                  <a:lnTo>
                    <a:pt x="57727" y="2653"/>
                  </a:lnTo>
                  <a:lnTo>
                    <a:pt x="57517" y="2592"/>
                  </a:lnTo>
                  <a:lnTo>
                    <a:pt x="57307" y="2525"/>
                  </a:lnTo>
                  <a:lnTo>
                    <a:pt x="57127" y="2459"/>
                  </a:lnTo>
                  <a:lnTo>
                    <a:pt x="56946" y="2393"/>
                  </a:lnTo>
                  <a:lnTo>
                    <a:pt x="56796" y="2321"/>
                  </a:lnTo>
                  <a:lnTo>
                    <a:pt x="56646" y="2245"/>
                  </a:lnTo>
                  <a:lnTo>
                    <a:pt x="56436" y="2097"/>
                  </a:lnTo>
                  <a:lnTo>
                    <a:pt x="56256" y="1939"/>
                  </a:lnTo>
                  <a:lnTo>
                    <a:pt x="56166" y="1781"/>
                  </a:lnTo>
                  <a:lnTo>
                    <a:pt x="55685" y="1770"/>
                  </a:lnTo>
                  <a:lnTo>
                    <a:pt x="55234" y="1755"/>
                  </a:lnTo>
                  <a:lnTo>
                    <a:pt x="54784" y="1740"/>
                  </a:lnTo>
                  <a:lnTo>
                    <a:pt x="54333" y="1719"/>
                  </a:lnTo>
                  <a:lnTo>
                    <a:pt x="53883" y="1694"/>
                  </a:lnTo>
                  <a:lnTo>
                    <a:pt x="53432" y="1668"/>
                  </a:lnTo>
                  <a:lnTo>
                    <a:pt x="53012" y="1633"/>
                  </a:lnTo>
                  <a:lnTo>
                    <a:pt x="52591" y="1597"/>
                  </a:lnTo>
                  <a:lnTo>
                    <a:pt x="52201" y="1561"/>
                  </a:lnTo>
                  <a:lnTo>
                    <a:pt x="51811" y="1515"/>
                  </a:lnTo>
                  <a:lnTo>
                    <a:pt x="51420" y="1469"/>
                  </a:lnTo>
                  <a:lnTo>
                    <a:pt x="51030" y="1423"/>
                  </a:lnTo>
                  <a:lnTo>
                    <a:pt x="50669" y="1372"/>
                  </a:lnTo>
                  <a:lnTo>
                    <a:pt x="50339" y="1316"/>
                  </a:lnTo>
                  <a:lnTo>
                    <a:pt x="49978" y="1260"/>
                  </a:lnTo>
                  <a:lnTo>
                    <a:pt x="49678" y="1199"/>
                  </a:lnTo>
                  <a:lnTo>
                    <a:pt x="49348" y="1138"/>
                  </a:lnTo>
                  <a:lnTo>
                    <a:pt x="49077" y="1072"/>
                  </a:lnTo>
                  <a:lnTo>
                    <a:pt x="48777" y="1005"/>
                  </a:lnTo>
                  <a:lnTo>
                    <a:pt x="48537" y="939"/>
                  </a:lnTo>
                  <a:lnTo>
                    <a:pt x="48296" y="868"/>
                  </a:lnTo>
                  <a:lnTo>
                    <a:pt x="48056" y="796"/>
                  </a:lnTo>
                  <a:lnTo>
                    <a:pt x="47846" y="725"/>
                  </a:lnTo>
                  <a:lnTo>
                    <a:pt x="47666" y="648"/>
                  </a:lnTo>
                  <a:lnTo>
                    <a:pt x="47486" y="572"/>
                  </a:lnTo>
                  <a:lnTo>
                    <a:pt x="47335" y="495"/>
                  </a:lnTo>
                  <a:lnTo>
                    <a:pt x="47215" y="419"/>
                  </a:lnTo>
                  <a:lnTo>
                    <a:pt x="47125" y="337"/>
                  </a:lnTo>
                  <a:lnTo>
                    <a:pt x="47035" y="255"/>
                  </a:lnTo>
                  <a:lnTo>
                    <a:pt x="46975" y="179"/>
                  </a:lnTo>
                  <a:lnTo>
                    <a:pt x="46945" y="97"/>
                  </a:lnTo>
                  <a:lnTo>
                    <a:pt x="46915" y="11"/>
                  </a:lnTo>
                  <a:lnTo>
                    <a:pt x="46915"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48"/>
            <p:cNvSpPr/>
            <p:nvPr/>
          </p:nvSpPr>
          <p:spPr>
            <a:xfrm flipH="1">
              <a:off x="5719684" y="2520425"/>
              <a:ext cx="327286" cy="88650"/>
            </a:xfrm>
            <a:custGeom>
              <a:avLst/>
              <a:gdLst/>
              <a:ahLst/>
              <a:cxnLst/>
              <a:rect l="l" t="t" r="r" b="b"/>
              <a:pathLst>
                <a:path w="77190" h="3546" fill="none" extrusionOk="0">
                  <a:moveTo>
                    <a:pt x="46915" y="0"/>
                  </a:moveTo>
                  <a:lnTo>
                    <a:pt x="46915" y="0"/>
                  </a:lnTo>
                  <a:lnTo>
                    <a:pt x="46915" y="11"/>
                  </a:lnTo>
                  <a:lnTo>
                    <a:pt x="46915" y="11"/>
                  </a:lnTo>
                  <a:lnTo>
                    <a:pt x="46945" y="97"/>
                  </a:lnTo>
                  <a:lnTo>
                    <a:pt x="46975" y="179"/>
                  </a:lnTo>
                  <a:lnTo>
                    <a:pt x="47035" y="255"/>
                  </a:lnTo>
                  <a:lnTo>
                    <a:pt x="47125" y="337"/>
                  </a:lnTo>
                  <a:lnTo>
                    <a:pt x="47215" y="419"/>
                  </a:lnTo>
                  <a:lnTo>
                    <a:pt x="47335" y="495"/>
                  </a:lnTo>
                  <a:lnTo>
                    <a:pt x="47486" y="572"/>
                  </a:lnTo>
                  <a:lnTo>
                    <a:pt x="47666" y="648"/>
                  </a:lnTo>
                  <a:lnTo>
                    <a:pt x="47846" y="725"/>
                  </a:lnTo>
                  <a:lnTo>
                    <a:pt x="48056" y="796"/>
                  </a:lnTo>
                  <a:lnTo>
                    <a:pt x="48296" y="868"/>
                  </a:lnTo>
                  <a:lnTo>
                    <a:pt x="48537" y="939"/>
                  </a:lnTo>
                  <a:lnTo>
                    <a:pt x="48777" y="1005"/>
                  </a:lnTo>
                  <a:lnTo>
                    <a:pt x="49077" y="1072"/>
                  </a:lnTo>
                  <a:lnTo>
                    <a:pt x="49348" y="1138"/>
                  </a:lnTo>
                  <a:lnTo>
                    <a:pt x="49678" y="1199"/>
                  </a:lnTo>
                  <a:lnTo>
                    <a:pt x="49978" y="1260"/>
                  </a:lnTo>
                  <a:lnTo>
                    <a:pt x="50339" y="1316"/>
                  </a:lnTo>
                  <a:lnTo>
                    <a:pt x="50669" y="1372"/>
                  </a:lnTo>
                  <a:lnTo>
                    <a:pt x="51030" y="1423"/>
                  </a:lnTo>
                  <a:lnTo>
                    <a:pt x="51420" y="1469"/>
                  </a:lnTo>
                  <a:lnTo>
                    <a:pt x="51811" y="1515"/>
                  </a:lnTo>
                  <a:lnTo>
                    <a:pt x="52201" y="1561"/>
                  </a:lnTo>
                  <a:lnTo>
                    <a:pt x="52591" y="1597"/>
                  </a:lnTo>
                  <a:lnTo>
                    <a:pt x="53012" y="1633"/>
                  </a:lnTo>
                  <a:lnTo>
                    <a:pt x="53432" y="1668"/>
                  </a:lnTo>
                  <a:lnTo>
                    <a:pt x="53883" y="1694"/>
                  </a:lnTo>
                  <a:lnTo>
                    <a:pt x="54333" y="1719"/>
                  </a:lnTo>
                  <a:lnTo>
                    <a:pt x="54784" y="1740"/>
                  </a:lnTo>
                  <a:lnTo>
                    <a:pt x="55234" y="1755"/>
                  </a:lnTo>
                  <a:lnTo>
                    <a:pt x="55685" y="1770"/>
                  </a:lnTo>
                  <a:lnTo>
                    <a:pt x="56166" y="1781"/>
                  </a:lnTo>
                  <a:lnTo>
                    <a:pt x="56166" y="1781"/>
                  </a:lnTo>
                  <a:lnTo>
                    <a:pt x="56256" y="1939"/>
                  </a:lnTo>
                  <a:lnTo>
                    <a:pt x="56436" y="2097"/>
                  </a:lnTo>
                  <a:lnTo>
                    <a:pt x="56646" y="2245"/>
                  </a:lnTo>
                  <a:lnTo>
                    <a:pt x="56796" y="2321"/>
                  </a:lnTo>
                  <a:lnTo>
                    <a:pt x="56946" y="2393"/>
                  </a:lnTo>
                  <a:lnTo>
                    <a:pt x="57127" y="2459"/>
                  </a:lnTo>
                  <a:lnTo>
                    <a:pt x="57307" y="2525"/>
                  </a:lnTo>
                  <a:lnTo>
                    <a:pt x="57517" y="2592"/>
                  </a:lnTo>
                  <a:lnTo>
                    <a:pt x="57727" y="2653"/>
                  </a:lnTo>
                  <a:lnTo>
                    <a:pt x="57968" y="2709"/>
                  </a:lnTo>
                  <a:lnTo>
                    <a:pt x="58238" y="2765"/>
                  </a:lnTo>
                  <a:lnTo>
                    <a:pt x="58508" y="2816"/>
                  </a:lnTo>
                  <a:lnTo>
                    <a:pt x="58839" y="2862"/>
                  </a:lnTo>
                  <a:lnTo>
                    <a:pt x="58839" y="2862"/>
                  </a:lnTo>
                  <a:lnTo>
                    <a:pt x="59259" y="2923"/>
                  </a:lnTo>
                  <a:lnTo>
                    <a:pt x="59740" y="2979"/>
                  </a:lnTo>
                  <a:lnTo>
                    <a:pt x="60190" y="3035"/>
                  </a:lnTo>
                  <a:lnTo>
                    <a:pt x="60701" y="3086"/>
                  </a:lnTo>
                  <a:lnTo>
                    <a:pt x="61211" y="3137"/>
                  </a:lnTo>
                  <a:lnTo>
                    <a:pt x="61752" y="3183"/>
                  </a:lnTo>
                  <a:lnTo>
                    <a:pt x="62293" y="3224"/>
                  </a:lnTo>
                  <a:lnTo>
                    <a:pt x="62833" y="3265"/>
                  </a:lnTo>
                  <a:lnTo>
                    <a:pt x="63404" y="3295"/>
                  </a:lnTo>
                  <a:lnTo>
                    <a:pt x="63975" y="3326"/>
                  </a:lnTo>
                  <a:lnTo>
                    <a:pt x="64545" y="3352"/>
                  </a:lnTo>
                  <a:lnTo>
                    <a:pt x="65146" y="3377"/>
                  </a:lnTo>
                  <a:lnTo>
                    <a:pt x="65717" y="3392"/>
                  </a:lnTo>
                  <a:lnTo>
                    <a:pt x="66317" y="3403"/>
                  </a:lnTo>
                  <a:lnTo>
                    <a:pt x="66918" y="3413"/>
                  </a:lnTo>
                  <a:lnTo>
                    <a:pt x="67519" y="3413"/>
                  </a:lnTo>
                  <a:lnTo>
                    <a:pt x="67519" y="3413"/>
                  </a:lnTo>
                  <a:lnTo>
                    <a:pt x="68390" y="3408"/>
                  </a:lnTo>
                  <a:lnTo>
                    <a:pt x="68840" y="3403"/>
                  </a:lnTo>
                  <a:lnTo>
                    <a:pt x="69291" y="3392"/>
                  </a:lnTo>
                  <a:lnTo>
                    <a:pt x="69711" y="3377"/>
                  </a:lnTo>
                  <a:lnTo>
                    <a:pt x="70162" y="3362"/>
                  </a:lnTo>
                  <a:lnTo>
                    <a:pt x="70582" y="3341"/>
                  </a:lnTo>
                  <a:lnTo>
                    <a:pt x="71003" y="3316"/>
                  </a:lnTo>
                  <a:lnTo>
                    <a:pt x="71423" y="3290"/>
                  </a:lnTo>
                  <a:lnTo>
                    <a:pt x="71814" y="3260"/>
                  </a:lnTo>
                  <a:lnTo>
                    <a:pt x="72234" y="3224"/>
                  </a:lnTo>
                  <a:lnTo>
                    <a:pt x="72625" y="3183"/>
                  </a:lnTo>
                  <a:lnTo>
                    <a:pt x="73015" y="3142"/>
                  </a:lnTo>
                  <a:lnTo>
                    <a:pt x="73375" y="3096"/>
                  </a:lnTo>
                  <a:lnTo>
                    <a:pt x="73766" y="3051"/>
                  </a:lnTo>
                  <a:lnTo>
                    <a:pt x="74126" y="2994"/>
                  </a:lnTo>
                  <a:lnTo>
                    <a:pt x="74126" y="2994"/>
                  </a:lnTo>
                  <a:lnTo>
                    <a:pt x="74397" y="2949"/>
                  </a:lnTo>
                  <a:lnTo>
                    <a:pt x="74667" y="2892"/>
                  </a:lnTo>
                  <a:lnTo>
                    <a:pt x="74937" y="2836"/>
                  </a:lnTo>
                  <a:lnTo>
                    <a:pt x="75178" y="2770"/>
                  </a:lnTo>
                  <a:lnTo>
                    <a:pt x="75448" y="2704"/>
                  </a:lnTo>
                  <a:lnTo>
                    <a:pt x="75658" y="2632"/>
                  </a:lnTo>
                  <a:lnTo>
                    <a:pt x="75898" y="2556"/>
                  </a:lnTo>
                  <a:lnTo>
                    <a:pt x="76109" y="2474"/>
                  </a:lnTo>
                  <a:lnTo>
                    <a:pt x="76289" y="2387"/>
                  </a:lnTo>
                  <a:lnTo>
                    <a:pt x="76499" y="2301"/>
                  </a:lnTo>
                  <a:lnTo>
                    <a:pt x="76649" y="2214"/>
                  </a:lnTo>
                  <a:lnTo>
                    <a:pt x="76799" y="2122"/>
                  </a:lnTo>
                  <a:lnTo>
                    <a:pt x="76920" y="2025"/>
                  </a:lnTo>
                  <a:lnTo>
                    <a:pt x="77040" y="1928"/>
                  </a:lnTo>
                  <a:lnTo>
                    <a:pt x="77130" y="1832"/>
                  </a:lnTo>
                  <a:lnTo>
                    <a:pt x="77190" y="1735"/>
                  </a:lnTo>
                  <a:lnTo>
                    <a:pt x="77190" y="3474"/>
                  </a:lnTo>
                  <a:lnTo>
                    <a:pt x="77190" y="3474"/>
                  </a:lnTo>
                  <a:lnTo>
                    <a:pt x="77190" y="3545"/>
                  </a:lnTo>
                  <a:lnTo>
                    <a:pt x="77190" y="3545"/>
                  </a:lnTo>
                  <a:lnTo>
                    <a:pt x="76679" y="3545"/>
                  </a:lnTo>
                  <a:lnTo>
                    <a:pt x="76679" y="3545"/>
                  </a:lnTo>
                  <a:lnTo>
                    <a:pt x="71934" y="3545"/>
                  </a:lnTo>
                  <a:lnTo>
                    <a:pt x="71934" y="3545"/>
                  </a:lnTo>
                  <a:lnTo>
                    <a:pt x="16159" y="3545"/>
                  </a:lnTo>
                  <a:lnTo>
                    <a:pt x="16159" y="3545"/>
                  </a:lnTo>
                  <a:lnTo>
                    <a:pt x="10813" y="3545"/>
                  </a:lnTo>
                  <a:lnTo>
                    <a:pt x="10813" y="3545"/>
                  </a:lnTo>
                  <a:lnTo>
                    <a:pt x="10423" y="3545"/>
                  </a:lnTo>
                  <a:lnTo>
                    <a:pt x="10423" y="3545"/>
                  </a:lnTo>
                  <a:lnTo>
                    <a:pt x="9552" y="3540"/>
                  </a:lnTo>
                  <a:lnTo>
                    <a:pt x="8711" y="3530"/>
                  </a:lnTo>
                  <a:lnTo>
                    <a:pt x="7930" y="3515"/>
                  </a:lnTo>
                  <a:lnTo>
                    <a:pt x="7209" y="3484"/>
                  </a:lnTo>
                  <a:lnTo>
                    <a:pt x="6518" y="3454"/>
                  </a:lnTo>
                  <a:lnTo>
                    <a:pt x="5857" y="3418"/>
                  </a:lnTo>
                  <a:lnTo>
                    <a:pt x="5257" y="3372"/>
                  </a:lnTo>
                  <a:lnTo>
                    <a:pt x="4686" y="3321"/>
                  </a:lnTo>
                  <a:lnTo>
                    <a:pt x="4176" y="3270"/>
                  </a:lnTo>
                  <a:lnTo>
                    <a:pt x="3665" y="3209"/>
                  </a:lnTo>
                  <a:lnTo>
                    <a:pt x="3214" y="3147"/>
                  </a:lnTo>
                  <a:lnTo>
                    <a:pt x="2824" y="3081"/>
                  </a:lnTo>
                  <a:lnTo>
                    <a:pt x="2434" y="3010"/>
                  </a:lnTo>
                  <a:lnTo>
                    <a:pt x="2073" y="2938"/>
                  </a:lnTo>
                  <a:lnTo>
                    <a:pt x="1773" y="2862"/>
                  </a:lnTo>
                  <a:lnTo>
                    <a:pt x="1472" y="2780"/>
                  </a:lnTo>
                  <a:lnTo>
                    <a:pt x="1232" y="2704"/>
                  </a:lnTo>
                  <a:lnTo>
                    <a:pt x="992" y="2622"/>
                  </a:lnTo>
                  <a:lnTo>
                    <a:pt x="812" y="2541"/>
                  </a:lnTo>
                  <a:lnTo>
                    <a:pt x="631" y="2454"/>
                  </a:lnTo>
                  <a:lnTo>
                    <a:pt x="481" y="2372"/>
                  </a:lnTo>
                  <a:lnTo>
                    <a:pt x="331" y="2285"/>
                  </a:lnTo>
                  <a:lnTo>
                    <a:pt x="241" y="2204"/>
                  </a:lnTo>
                  <a:lnTo>
                    <a:pt x="151" y="2122"/>
                  </a:lnTo>
                  <a:lnTo>
                    <a:pt x="31" y="1959"/>
                  </a:lnTo>
                  <a:lnTo>
                    <a:pt x="1" y="1806"/>
                  </a:lnTo>
                  <a:lnTo>
                    <a:pt x="1" y="1663"/>
                  </a:lnTo>
                  <a:lnTo>
                    <a:pt x="61" y="1536"/>
                  </a:lnTo>
                  <a:lnTo>
                    <a:pt x="61" y="1536"/>
                  </a:lnTo>
                  <a:lnTo>
                    <a:pt x="151" y="1408"/>
                  </a:lnTo>
                  <a:lnTo>
                    <a:pt x="271" y="1286"/>
                  </a:lnTo>
                  <a:lnTo>
                    <a:pt x="421" y="1153"/>
                  </a:lnTo>
                  <a:lnTo>
                    <a:pt x="631" y="1026"/>
                  </a:lnTo>
                  <a:lnTo>
                    <a:pt x="902" y="898"/>
                  </a:lnTo>
                  <a:lnTo>
                    <a:pt x="1052" y="837"/>
                  </a:lnTo>
                  <a:lnTo>
                    <a:pt x="1232" y="776"/>
                  </a:lnTo>
                  <a:lnTo>
                    <a:pt x="1412" y="714"/>
                  </a:lnTo>
                  <a:lnTo>
                    <a:pt x="1653" y="653"/>
                  </a:lnTo>
                  <a:lnTo>
                    <a:pt x="1863" y="597"/>
                  </a:lnTo>
                  <a:lnTo>
                    <a:pt x="2133" y="541"/>
                  </a:lnTo>
                  <a:lnTo>
                    <a:pt x="2403" y="485"/>
                  </a:lnTo>
                  <a:lnTo>
                    <a:pt x="2734" y="434"/>
                  </a:lnTo>
                  <a:lnTo>
                    <a:pt x="3064" y="383"/>
                  </a:lnTo>
                  <a:lnTo>
                    <a:pt x="3425" y="337"/>
                  </a:lnTo>
                  <a:lnTo>
                    <a:pt x="3815" y="291"/>
                  </a:lnTo>
                  <a:lnTo>
                    <a:pt x="4206" y="245"/>
                  </a:lnTo>
                  <a:lnTo>
                    <a:pt x="4656" y="204"/>
                  </a:lnTo>
                  <a:lnTo>
                    <a:pt x="5137" y="169"/>
                  </a:lnTo>
                  <a:lnTo>
                    <a:pt x="5647" y="133"/>
                  </a:lnTo>
                  <a:lnTo>
                    <a:pt x="6218" y="102"/>
                  </a:lnTo>
                  <a:lnTo>
                    <a:pt x="6789" y="77"/>
                  </a:lnTo>
                  <a:lnTo>
                    <a:pt x="7419" y="51"/>
                  </a:lnTo>
                  <a:lnTo>
                    <a:pt x="8050" y="36"/>
                  </a:lnTo>
                  <a:lnTo>
                    <a:pt x="8771" y="16"/>
                  </a:lnTo>
                  <a:lnTo>
                    <a:pt x="9492" y="5"/>
                  </a:lnTo>
                  <a:lnTo>
                    <a:pt x="10273" y="0"/>
                  </a:lnTo>
                  <a:lnTo>
                    <a:pt x="10273" y="0"/>
                  </a:lnTo>
                  <a:lnTo>
                    <a:pt x="10423" y="0"/>
                  </a:lnTo>
                  <a:lnTo>
                    <a:pt x="11114" y="0"/>
                  </a:lnTo>
                  <a:lnTo>
                    <a:pt x="11114" y="0"/>
                  </a:lnTo>
                  <a:lnTo>
                    <a:pt x="11264" y="0"/>
                  </a:lnTo>
                  <a:lnTo>
                    <a:pt x="4691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8"/>
            <p:cNvSpPr/>
            <p:nvPr/>
          </p:nvSpPr>
          <p:spPr>
            <a:xfrm flipH="1">
              <a:off x="5675494" y="2520425"/>
              <a:ext cx="44194" cy="88650"/>
            </a:xfrm>
            <a:custGeom>
              <a:avLst/>
              <a:gdLst/>
              <a:ahLst/>
              <a:cxnLst/>
              <a:rect l="l" t="t" r="r" b="b"/>
              <a:pathLst>
                <a:path w="10423" h="3546" extrusionOk="0">
                  <a:moveTo>
                    <a:pt x="1" y="0"/>
                  </a:moveTo>
                  <a:lnTo>
                    <a:pt x="1" y="1316"/>
                  </a:lnTo>
                  <a:lnTo>
                    <a:pt x="31" y="1423"/>
                  </a:lnTo>
                  <a:lnTo>
                    <a:pt x="61" y="1525"/>
                  </a:lnTo>
                  <a:lnTo>
                    <a:pt x="31" y="1633"/>
                  </a:lnTo>
                  <a:lnTo>
                    <a:pt x="1" y="1735"/>
                  </a:lnTo>
                  <a:lnTo>
                    <a:pt x="1" y="3474"/>
                  </a:lnTo>
                  <a:lnTo>
                    <a:pt x="1" y="3545"/>
                  </a:lnTo>
                  <a:lnTo>
                    <a:pt x="782" y="3535"/>
                  </a:lnTo>
                  <a:lnTo>
                    <a:pt x="1503" y="3520"/>
                  </a:lnTo>
                  <a:lnTo>
                    <a:pt x="2193" y="3499"/>
                  </a:lnTo>
                  <a:lnTo>
                    <a:pt x="2854" y="3479"/>
                  </a:lnTo>
                  <a:lnTo>
                    <a:pt x="3485" y="3454"/>
                  </a:lnTo>
                  <a:lnTo>
                    <a:pt x="4056" y="3418"/>
                  </a:lnTo>
                  <a:lnTo>
                    <a:pt x="4626" y="3382"/>
                  </a:lnTo>
                  <a:lnTo>
                    <a:pt x="5137" y="3346"/>
                  </a:lnTo>
                  <a:lnTo>
                    <a:pt x="5647" y="3306"/>
                  </a:lnTo>
                  <a:lnTo>
                    <a:pt x="6098" y="3260"/>
                  </a:lnTo>
                  <a:lnTo>
                    <a:pt x="6518" y="3209"/>
                  </a:lnTo>
                  <a:lnTo>
                    <a:pt x="6939" y="3158"/>
                  </a:lnTo>
                  <a:lnTo>
                    <a:pt x="7299" y="3107"/>
                  </a:lnTo>
                  <a:lnTo>
                    <a:pt x="7660" y="3051"/>
                  </a:lnTo>
                  <a:lnTo>
                    <a:pt x="7990" y="2994"/>
                  </a:lnTo>
                  <a:lnTo>
                    <a:pt x="8290" y="2933"/>
                  </a:lnTo>
                  <a:lnTo>
                    <a:pt x="8561" y="2872"/>
                  </a:lnTo>
                  <a:lnTo>
                    <a:pt x="8801" y="2811"/>
                  </a:lnTo>
                  <a:lnTo>
                    <a:pt x="9041" y="2745"/>
                  </a:lnTo>
                  <a:lnTo>
                    <a:pt x="9221" y="2683"/>
                  </a:lnTo>
                  <a:lnTo>
                    <a:pt x="9432" y="2617"/>
                  </a:lnTo>
                  <a:lnTo>
                    <a:pt x="9582" y="2551"/>
                  </a:lnTo>
                  <a:lnTo>
                    <a:pt x="9882" y="2418"/>
                  </a:lnTo>
                  <a:lnTo>
                    <a:pt x="10092" y="2291"/>
                  </a:lnTo>
                  <a:lnTo>
                    <a:pt x="10243" y="2163"/>
                  </a:lnTo>
                  <a:lnTo>
                    <a:pt x="10363" y="2036"/>
                  </a:lnTo>
                  <a:lnTo>
                    <a:pt x="10423" y="1918"/>
                  </a:lnTo>
                  <a:lnTo>
                    <a:pt x="10363" y="1770"/>
                  </a:lnTo>
                  <a:lnTo>
                    <a:pt x="10363" y="1612"/>
                  </a:lnTo>
                  <a:lnTo>
                    <a:pt x="10393" y="1541"/>
                  </a:lnTo>
                  <a:lnTo>
                    <a:pt x="10273" y="1423"/>
                  </a:lnTo>
                  <a:lnTo>
                    <a:pt x="10092" y="1301"/>
                  </a:lnTo>
                  <a:lnTo>
                    <a:pt x="9852" y="1174"/>
                  </a:lnTo>
                  <a:lnTo>
                    <a:pt x="9552" y="1046"/>
                  </a:lnTo>
                  <a:lnTo>
                    <a:pt x="9161" y="919"/>
                  </a:lnTo>
                  <a:lnTo>
                    <a:pt x="8741" y="791"/>
                  </a:lnTo>
                  <a:lnTo>
                    <a:pt x="8471" y="730"/>
                  </a:lnTo>
                  <a:lnTo>
                    <a:pt x="8200" y="669"/>
                  </a:lnTo>
                  <a:lnTo>
                    <a:pt x="7930" y="607"/>
                  </a:lnTo>
                  <a:lnTo>
                    <a:pt x="7630" y="551"/>
                  </a:lnTo>
                  <a:lnTo>
                    <a:pt x="7299" y="495"/>
                  </a:lnTo>
                  <a:lnTo>
                    <a:pt x="6969" y="439"/>
                  </a:lnTo>
                  <a:lnTo>
                    <a:pt x="6608" y="388"/>
                  </a:lnTo>
                  <a:lnTo>
                    <a:pt x="6218" y="337"/>
                  </a:lnTo>
                  <a:lnTo>
                    <a:pt x="5828" y="291"/>
                  </a:lnTo>
                  <a:lnTo>
                    <a:pt x="5407" y="245"/>
                  </a:lnTo>
                  <a:lnTo>
                    <a:pt x="4957" y="204"/>
                  </a:lnTo>
                  <a:lnTo>
                    <a:pt x="4506" y="164"/>
                  </a:lnTo>
                  <a:lnTo>
                    <a:pt x="3995" y="133"/>
                  </a:lnTo>
                  <a:lnTo>
                    <a:pt x="3515" y="97"/>
                  </a:lnTo>
                  <a:lnTo>
                    <a:pt x="2974" y="72"/>
                  </a:lnTo>
                  <a:lnTo>
                    <a:pt x="2434" y="46"/>
                  </a:lnTo>
                  <a:lnTo>
                    <a:pt x="1863" y="31"/>
                  </a:lnTo>
                  <a:lnTo>
                    <a:pt x="1262" y="16"/>
                  </a:lnTo>
                  <a:lnTo>
                    <a:pt x="632" y="5"/>
                  </a:lnTo>
                  <a:lnTo>
                    <a:pt x="1" y="0"/>
                  </a:lnTo>
                  <a:close/>
                </a:path>
              </a:pathLst>
            </a:custGeom>
            <a:solidFill>
              <a:srgbClr val="4C06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8"/>
            <p:cNvSpPr/>
            <p:nvPr/>
          </p:nvSpPr>
          <p:spPr>
            <a:xfrm flipH="1">
              <a:off x="5675494" y="2520425"/>
              <a:ext cx="44194" cy="88650"/>
            </a:xfrm>
            <a:custGeom>
              <a:avLst/>
              <a:gdLst/>
              <a:ahLst/>
              <a:cxnLst/>
              <a:rect l="l" t="t" r="r" b="b"/>
              <a:pathLst>
                <a:path w="10423" h="3546" fill="none" extrusionOk="0">
                  <a:moveTo>
                    <a:pt x="1" y="0"/>
                  </a:moveTo>
                  <a:lnTo>
                    <a:pt x="1" y="0"/>
                  </a:lnTo>
                  <a:lnTo>
                    <a:pt x="632" y="5"/>
                  </a:lnTo>
                  <a:lnTo>
                    <a:pt x="1262" y="16"/>
                  </a:lnTo>
                  <a:lnTo>
                    <a:pt x="1863" y="31"/>
                  </a:lnTo>
                  <a:lnTo>
                    <a:pt x="2434" y="46"/>
                  </a:lnTo>
                  <a:lnTo>
                    <a:pt x="2974" y="72"/>
                  </a:lnTo>
                  <a:lnTo>
                    <a:pt x="3515" y="97"/>
                  </a:lnTo>
                  <a:lnTo>
                    <a:pt x="3995" y="133"/>
                  </a:lnTo>
                  <a:lnTo>
                    <a:pt x="4506" y="164"/>
                  </a:lnTo>
                  <a:lnTo>
                    <a:pt x="4957" y="204"/>
                  </a:lnTo>
                  <a:lnTo>
                    <a:pt x="5407" y="245"/>
                  </a:lnTo>
                  <a:lnTo>
                    <a:pt x="5828" y="291"/>
                  </a:lnTo>
                  <a:lnTo>
                    <a:pt x="6218" y="337"/>
                  </a:lnTo>
                  <a:lnTo>
                    <a:pt x="6608" y="388"/>
                  </a:lnTo>
                  <a:lnTo>
                    <a:pt x="6969" y="439"/>
                  </a:lnTo>
                  <a:lnTo>
                    <a:pt x="7299" y="495"/>
                  </a:lnTo>
                  <a:lnTo>
                    <a:pt x="7630" y="551"/>
                  </a:lnTo>
                  <a:lnTo>
                    <a:pt x="7930" y="607"/>
                  </a:lnTo>
                  <a:lnTo>
                    <a:pt x="8200" y="669"/>
                  </a:lnTo>
                  <a:lnTo>
                    <a:pt x="8471" y="730"/>
                  </a:lnTo>
                  <a:lnTo>
                    <a:pt x="8741" y="791"/>
                  </a:lnTo>
                  <a:lnTo>
                    <a:pt x="9161" y="919"/>
                  </a:lnTo>
                  <a:lnTo>
                    <a:pt x="9552" y="1046"/>
                  </a:lnTo>
                  <a:lnTo>
                    <a:pt x="9852" y="1174"/>
                  </a:lnTo>
                  <a:lnTo>
                    <a:pt x="10092" y="1301"/>
                  </a:lnTo>
                  <a:lnTo>
                    <a:pt x="10273" y="1423"/>
                  </a:lnTo>
                  <a:lnTo>
                    <a:pt x="10393" y="1541"/>
                  </a:lnTo>
                  <a:lnTo>
                    <a:pt x="10393" y="1541"/>
                  </a:lnTo>
                  <a:lnTo>
                    <a:pt x="10363" y="1612"/>
                  </a:lnTo>
                  <a:lnTo>
                    <a:pt x="10363" y="1612"/>
                  </a:lnTo>
                  <a:lnTo>
                    <a:pt x="10363" y="1770"/>
                  </a:lnTo>
                  <a:lnTo>
                    <a:pt x="10423" y="1918"/>
                  </a:lnTo>
                  <a:lnTo>
                    <a:pt x="10423" y="1918"/>
                  </a:lnTo>
                  <a:lnTo>
                    <a:pt x="10363" y="2036"/>
                  </a:lnTo>
                  <a:lnTo>
                    <a:pt x="10243" y="2163"/>
                  </a:lnTo>
                  <a:lnTo>
                    <a:pt x="10092" y="2291"/>
                  </a:lnTo>
                  <a:lnTo>
                    <a:pt x="9882" y="2418"/>
                  </a:lnTo>
                  <a:lnTo>
                    <a:pt x="9582" y="2551"/>
                  </a:lnTo>
                  <a:lnTo>
                    <a:pt x="9432" y="2617"/>
                  </a:lnTo>
                  <a:lnTo>
                    <a:pt x="9221" y="2683"/>
                  </a:lnTo>
                  <a:lnTo>
                    <a:pt x="9041" y="2745"/>
                  </a:lnTo>
                  <a:lnTo>
                    <a:pt x="8801" y="2811"/>
                  </a:lnTo>
                  <a:lnTo>
                    <a:pt x="8561" y="2872"/>
                  </a:lnTo>
                  <a:lnTo>
                    <a:pt x="8290" y="2933"/>
                  </a:lnTo>
                  <a:lnTo>
                    <a:pt x="7990" y="2994"/>
                  </a:lnTo>
                  <a:lnTo>
                    <a:pt x="7660" y="3051"/>
                  </a:lnTo>
                  <a:lnTo>
                    <a:pt x="7299" y="3107"/>
                  </a:lnTo>
                  <a:lnTo>
                    <a:pt x="6939" y="3158"/>
                  </a:lnTo>
                  <a:lnTo>
                    <a:pt x="6518" y="3209"/>
                  </a:lnTo>
                  <a:lnTo>
                    <a:pt x="6098" y="3260"/>
                  </a:lnTo>
                  <a:lnTo>
                    <a:pt x="5647" y="3306"/>
                  </a:lnTo>
                  <a:lnTo>
                    <a:pt x="5137" y="3346"/>
                  </a:lnTo>
                  <a:lnTo>
                    <a:pt x="4626" y="3382"/>
                  </a:lnTo>
                  <a:lnTo>
                    <a:pt x="4056" y="3418"/>
                  </a:lnTo>
                  <a:lnTo>
                    <a:pt x="3485" y="3454"/>
                  </a:lnTo>
                  <a:lnTo>
                    <a:pt x="2854" y="3479"/>
                  </a:lnTo>
                  <a:lnTo>
                    <a:pt x="2193" y="3499"/>
                  </a:lnTo>
                  <a:lnTo>
                    <a:pt x="1503" y="3520"/>
                  </a:lnTo>
                  <a:lnTo>
                    <a:pt x="782" y="3535"/>
                  </a:lnTo>
                  <a:lnTo>
                    <a:pt x="1" y="3545"/>
                  </a:lnTo>
                  <a:lnTo>
                    <a:pt x="1" y="3545"/>
                  </a:lnTo>
                  <a:lnTo>
                    <a:pt x="1" y="3474"/>
                  </a:lnTo>
                  <a:lnTo>
                    <a:pt x="1" y="1735"/>
                  </a:lnTo>
                  <a:lnTo>
                    <a:pt x="1" y="1735"/>
                  </a:lnTo>
                  <a:lnTo>
                    <a:pt x="31" y="1633"/>
                  </a:lnTo>
                  <a:lnTo>
                    <a:pt x="61" y="1525"/>
                  </a:lnTo>
                  <a:lnTo>
                    <a:pt x="31" y="1423"/>
                  </a:lnTo>
                  <a:lnTo>
                    <a:pt x="1" y="1316"/>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8"/>
            <p:cNvSpPr/>
            <p:nvPr/>
          </p:nvSpPr>
          <p:spPr>
            <a:xfrm flipH="1">
              <a:off x="5719684" y="2520425"/>
              <a:ext cx="89146" cy="85325"/>
            </a:xfrm>
            <a:custGeom>
              <a:avLst/>
              <a:gdLst/>
              <a:ahLst/>
              <a:cxnLst/>
              <a:rect l="l" t="t" r="r" b="b"/>
              <a:pathLst>
                <a:path w="21025" h="3413" extrusionOk="0">
                  <a:moveTo>
                    <a:pt x="12465" y="0"/>
                  </a:moveTo>
                  <a:lnTo>
                    <a:pt x="12465" y="11"/>
                  </a:lnTo>
                  <a:lnTo>
                    <a:pt x="12465" y="159"/>
                  </a:lnTo>
                  <a:lnTo>
                    <a:pt x="12405" y="291"/>
                  </a:lnTo>
                  <a:lnTo>
                    <a:pt x="12315" y="419"/>
                  </a:lnTo>
                  <a:lnTo>
                    <a:pt x="12195" y="541"/>
                  </a:lnTo>
                  <a:lnTo>
                    <a:pt x="12044" y="653"/>
                  </a:lnTo>
                  <a:lnTo>
                    <a:pt x="11834" y="760"/>
                  </a:lnTo>
                  <a:lnTo>
                    <a:pt x="11624" y="857"/>
                  </a:lnTo>
                  <a:lnTo>
                    <a:pt x="11384" y="954"/>
                  </a:lnTo>
                  <a:lnTo>
                    <a:pt x="11113" y="1041"/>
                  </a:lnTo>
                  <a:lnTo>
                    <a:pt x="10783" y="1117"/>
                  </a:lnTo>
                  <a:lnTo>
                    <a:pt x="10483" y="1194"/>
                  </a:lnTo>
                  <a:lnTo>
                    <a:pt x="10122" y="1265"/>
                  </a:lnTo>
                  <a:lnTo>
                    <a:pt x="9762" y="1327"/>
                  </a:lnTo>
                  <a:lnTo>
                    <a:pt x="9371" y="1383"/>
                  </a:lnTo>
                  <a:lnTo>
                    <a:pt x="8951" y="1439"/>
                  </a:lnTo>
                  <a:lnTo>
                    <a:pt x="8530" y="1485"/>
                  </a:lnTo>
                  <a:lnTo>
                    <a:pt x="8080" y="1531"/>
                  </a:lnTo>
                  <a:lnTo>
                    <a:pt x="7629" y="1571"/>
                  </a:lnTo>
                  <a:lnTo>
                    <a:pt x="7179" y="1607"/>
                  </a:lnTo>
                  <a:lnTo>
                    <a:pt x="6698" y="1638"/>
                  </a:lnTo>
                  <a:lnTo>
                    <a:pt x="6188" y="1663"/>
                  </a:lnTo>
                  <a:lnTo>
                    <a:pt x="5707" y="1689"/>
                  </a:lnTo>
                  <a:lnTo>
                    <a:pt x="5197" y="1709"/>
                  </a:lnTo>
                  <a:lnTo>
                    <a:pt x="4686" y="1724"/>
                  </a:lnTo>
                  <a:lnTo>
                    <a:pt x="3665" y="1755"/>
                  </a:lnTo>
                  <a:lnTo>
                    <a:pt x="2644" y="1770"/>
                  </a:lnTo>
                  <a:lnTo>
                    <a:pt x="1622" y="1781"/>
                  </a:lnTo>
                  <a:lnTo>
                    <a:pt x="1" y="1781"/>
                  </a:lnTo>
                  <a:lnTo>
                    <a:pt x="91" y="1939"/>
                  </a:lnTo>
                  <a:lnTo>
                    <a:pt x="271" y="2097"/>
                  </a:lnTo>
                  <a:lnTo>
                    <a:pt x="481" y="2245"/>
                  </a:lnTo>
                  <a:lnTo>
                    <a:pt x="631" y="2321"/>
                  </a:lnTo>
                  <a:lnTo>
                    <a:pt x="781" y="2393"/>
                  </a:lnTo>
                  <a:lnTo>
                    <a:pt x="962" y="2459"/>
                  </a:lnTo>
                  <a:lnTo>
                    <a:pt x="1142" y="2525"/>
                  </a:lnTo>
                  <a:lnTo>
                    <a:pt x="1352" y="2592"/>
                  </a:lnTo>
                  <a:lnTo>
                    <a:pt x="1562" y="2653"/>
                  </a:lnTo>
                  <a:lnTo>
                    <a:pt x="1803" y="2709"/>
                  </a:lnTo>
                  <a:lnTo>
                    <a:pt x="2073" y="2765"/>
                  </a:lnTo>
                  <a:lnTo>
                    <a:pt x="2343" y="2816"/>
                  </a:lnTo>
                  <a:lnTo>
                    <a:pt x="2674" y="2862"/>
                  </a:lnTo>
                  <a:lnTo>
                    <a:pt x="3094" y="2923"/>
                  </a:lnTo>
                  <a:lnTo>
                    <a:pt x="3575" y="2979"/>
                  </a:lnTo>
                  <a:lnTo>
                    <a:pt x="4025" y="3035"/>
                  </a:lnTo>
                  <a:lnTo>
                    <a:pt x="4536" y="3086"/>
                  </a:lnTo>
                  <a:lnTo>
                    <a:pt x="5046" y="3137"/>
                  </a:lnTo>
                  <a:lnTo>
                    <a:pt x="5587" y="3183"/>
                  </a:lnTo>
                  <a:lnTo>
                    <a:pt x="6128" y="3224"/>
                  </a:lnTo>
                  <a:lnTo>
                    <a:pt x="6668" y="3265"/>
                  </a:lnTo>
                  <a:lnTo>
                    <a:pt x="7239" y="3295"/>
                  </a:lnTo>
                  <a:lnTo>
                    <a:pt x="7810" y="3326"/>
                  </a:lnTo>
                  <a:lnTo>
                    <a:pt x="8380" y="3352"/>
                  </a:lnTo>
                  <a:lnTo>
                    <a:pt x="8981" y="3377"/>
                  </a:lnTo>
                  <a:lnTo>
                    <a:pt x="9552" y="3392"/>
                  </a:lnTo>
                  <a:lnTo>
                    <a:pt x="10152" y="3403"/>
                  </a:lnTo>
                  <a:lnTo>
                    <a:pt x="10753" y="3413"/>
                  </a:lnTo>
                  <a:lnTo>
                    <a:pt x="11354" y="3413"/>
                  </a:lnTo>
                  <a:lnTo>
                    <a:pt x="12225" y="3408"/>
                  </a:lnTo>
                  <a:lnTo>
                    <a:pt x="12675" y="3403"/>
                  </a:lnTo>
                  <a:lnTo>
                    <a:pt x="13126" y="3392"/>
                  </a:lnTo>
                  <a:lnTo>
                    <a:pt x="13546" y="3377"/>
                  </a:lnTo>
                  <a:lnTo>
                    <a:pt x="13997" y="3362"/>
                  </a:lnTo>
                  <a:lnTo>
                    <a:pt x="14417" y="3341"/>
                  </a:lnTo>
                  <a:lnTo>
                    <a:pt x="14838" y="3316"/>
                  </a:lnTo>
                  <a:lnTo>
                    <a:pt x="15258" y="3290"/>
                  </a:lnTo>
                  <a:lnTo>
                    <a:pt x="15649" y="3260"/>
                  </a:lnTo>
                  <a:lnTo>
                    <a:pt x="16069" y="3224"/>
                  </a:lnTo>
                  <a:lnTo>
                    <a:pt x="16460" y="3183"/>
                  </a:lnTo>
                  <a:lnTo>
                    <a:pt x="16850" y="3142"/>
                  </a:lnTo>
                  <a:lnTo>
                    <a:pt x="17210" y="3096"/>
                  </a:lnTo>
                  <a:lnTo>
                    <a:pt x="17601" y="3051"/>
                  </a:lnTo>
                  <a:lnTo>
                    <a:pt x="17961" y="2994"/>
                  </a:lnTo>
                  <a:lnTo>
                    <a:pt x="18232" y="2949"/>
                  </a:lnTo>
                  <a:lnTo>
                    <a:pt x="18502" y="2892"/>
                  </a:lnTo>
                  <a:lnTo>
                    <a:pt x="18772" y="2836"/>
                  </a:lnTo>
                  <a:lnTo>
                    <a:pt x="19013" y="2770"/>
                  </a:lnTo>
                  <a:lnTo>
                    <a:pt x="19283" y="2704"/>
                  </a:lnTo>
                  <a:lnTo>
                    <a:pt x="19493" y="2632"/>
                  </a:lnTo>
                  <a:lnTo>
                    <a:pt x="19733" y="2556"/>
                  </a:lnTo>
                  <a:lnTo>
                    <a:pt x="19944" y="2474"/>
                  </a:lnTo>
                  <a:lnTo>
                    <a:pt x="20124" y="2387"/>
                  </a:lnTo>
                  <a:lnTo>
                    <a:pt x="20334" y="2301"/>
                  </a:lnTo>
                  <a:lnTo>
                    <a:pt x="20484" y="2214"/>
                  </a:lnTo>
                  <a:lnTo>
                    <a:pt x="20634" y="2122"/>
                  </a:lnTo>
                  <a:lnTo>
                    <a:pt x="20755" y="2025"/>
                  </a:lnTo>
                  <a:lnTo>
                    <a:pt x="20875" y="1928"/>
                  </a:lnTo>
                  <a:lnTo>
                    <a:pt x="20965" y="1832"/>
                  </a:lnTo>
                  <a:lnTo>
                    <a:pt x="21025" y="1735"/>
                  </a:lnTo>
                  <a:lnTo>
                    <a:pt x="21025" y="1316"/>
                  </a:lnTo>
                  <a:lnTo>
                    <a:pt x="21025" y="0"/>
                  </a:lnTo>
                  <a:close/>
                </a:path>
              </a:pathLst>
            </a:custGeom>
            <a:solidFill>
              <a:srgbClr val="4E1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8"/>
            <p:cNvSpPr/>
            <p:nvPr/>
          </p:nvSpPr>
          <p:spPr>
            <a:xfrm flipH="1">
              <a:off x="5719684" y="2520425"/>
              <a:ext cx="89146" cy="85325"/>
            </a:xfrm>
            <a:custGeom>
              <a:avLst/>
              <a:gdLst/>
              <a:ahLst/>
              <a:cxnLst/>
              <a:rect l="l" t="t" r="r" b="b"/>
              <a:pathLst>
                <a:path w="21025" h="3413" fill="none" extrusionOk="0">
                  <a:moveTo>
                    <a:pt x="20634" y="0"/>
                  </a:moveTo>
                  <a:lnTo>
                    <a:pt x="20634" y="0"/>
                  </a:lnTo>
                  <a:lnTo>
                    <a:pt x="20634" y="0"/>
                  </a:lnTo>
                  <a:lnTo>
                    <a:pt x="20724" y="0"/>
                  </a:lnTo>
                  <a:lnTo>
                    <a:pt x="20724" y="0"/>
                  </a:lnTo>
                  <a:lnTo>
                    <a:pt x="21025" y="0"/>
                  </a:lnTo>
                  <a:lnTo>
                    <a:pt x="21025" y="1316"/>
                  </a:lnTo>
                  <a:lnTo>
                    <a:pt x="21025" y="1316"/>
                  </a:lnTo>
                  <a:lnTo>
                    <a:pt x="21025" y="1735"/>
                  </a:lnTo>
                  <a:lnTo>
                    <a:pt x="21025" y="1735"/>
                  </a:lnTo>
                  <a:lnTo>
                    <a:pt x="20965" y="1832"/>
                  </a:lnTo>
                  <a:lnTo>
                    <a:pt x="20875" y="1928"/>
                  </a:lnTo>
                  <a:lnTo>
                    <a:pt x="20755" y="2025"/>
                  </a:lnTo>
                  <a:lnTo>
                    <a:pt x="20634" y="2122"/>
                  </a:lnTo>
                  <a:lnTo>
                    <a:pt x="20484" y="2214"/>
                  </a:lnTo>
                  <a:lnTo>
                    <a:pt x="20334" y="2301"/>
                  </a:lnTo>
                  <a:lnTo>
                    <a:pt x="20124" y="2387"/>
                  </a:lnTo>
                  <a:lnTo>
                    <a:pt x="19944" y="2474"/>
                  </a:lnTo>
                  <a:lnTo>
                    <a:pt x="19733" y="2556"/>
                  </a:lnTo>
                  <a:lnTo>
                    <a:pt x="19493" y="2632"/>
                  </a:lnTo>
                  <a:lnTo>
                    <a:pt x="19283" y="2704"/>
                  </a:lnTo>
                  <a:lnTo>
                    <a:pt x="19013" y="2770"/>
                  </a:lnTo>
                  <a:lnTo>
                    <a:pt x="18772" y="2836"/>
                  </a:lnTo>
                  <a:lnTo>
                    <a:pt x="18502" y="2892"/>
                  </a:lnTo>
                  <a:lnTo>
                    <a:pt x="18232" y="2949"/>
                  </a:lnTo>
                  <a:lnTo>
                    <a:pt x="17961" y="2994"/>
                  </a:lnTo>
                  <a:lnTo>
                    <a:pt x="17961" y="2994"/>
                  </a:lnTo>
                  <a:lnTo>
                    <a:pt x="17601" y="3051"/>
                  </a:lnTo>
                  <a:lnTo>
                    <a:pt x="17210" y="3096"/>
                  </a:lnTo>
                  <a:lnTo>
                    <a:pt x="16850" y="3142"/>
                  </a:lnTo>
                  <a:lnTo>
                    <a:pt x="16460" y="3183"/>
                  </a:lnTo>
                  <a:lnTo>
                    <a:pt x="16069" y="3224"/>
                  </a:lnTo>
                  <a:lnTo>
                    <a:pt x="15649" y="3260"/>
                  </a:lnTo>
                  <a:lnTo>
                    <a:pt x="15258" y="3290"/>
                  </a:lnTo>
                  <a:lnTo>
                    <a:pt x="14838" y="3316"/>
                  </a:lnTo>
                  <a:lnTo>
                    <a:pt x="14417" y="3341"/>
                  </a:lnTo>
                  <a:lnTo>
                    <a:pt x="13997" y="3362"/>
                  </a:lnTo>
                  <a:lnTo>
                    <a:pt x="13546" y="3377"/>
                  </a:lnTo>
                  <a:lnTo>
                    <a:pt x="13126" y="3392"/>
                  </a:lnTo>
                  <a:lnTo>
                    <a:pt x="12675" y="3403"/>
                  </a:lnTo>
                  <a:lnTo>
                    <a:pt x="12225" y="3408"/>
                  </a:lnTo>
                  <a:lnTo>
                    <a:pt x="11354" y="3413"/>
                  </a:lnTo>
                  <a:lnTo>
                    <a:pt x="11354" y="3413"/>
                  </a:lnTo>
                  <a:lnTo>
                    <a:pt x="10753" y="3413"/>
                  </a:lnTo>
                  <a:lnTo>
                    <a:pt x="10152" y="3403"/>
                  </a:lnTo>
                  <a:lnTo>
                    <a:pt x="9552" y="3392"/>
                  </a:lnTo>
                  <a:lnTo>
                    <a:pt x="8981" y="3377"/>
                  </a:lnTo>
                  <a:lnTo>
                    <a:pt x="8380" y="3352"/>
                  </a:lnTo>
                  <a:lnTo>
                    <a:pt x="7810" y="3326"/>
                  </a:lnTo>
                  <a:lnTo>
                    <a:pt x="7239" y="3295"/>
                  </a:lnTo>
                  <a:lnTo>
                    <a:pt x="6668" y="3265"/>
                  </a:lnTo>
                  <a:lnTo>
                    <a:pt x="6128" y="3224"/>
                  </a:lnTo>
                  <a:lnTo>
                    <a:pt x="5587" y="3183"/>
                  </a:lnTo>
                  <a:lnTo>
                    <a:pt x="5046" y="3137"/>
                  </a:lnTo>
                  <a:lnTo>
                    <a:pt x="4536" y="3086"/>
                  </a:lnTo>
                  <a:lnTo>
                    <a:pt x="4025" y="3035"/>
                  </a:lnTo>
                  <a:lnTo>
                    <a:pt x="3575" y="2979"/>
                  </a:lnTo>
                  <a:lnTo>
                    <a:pt x="3094" y="2923"/>
                  </a:lnTo>
                  <a:lnTo>
                    <a:pt x="2674" y="2862"/>
                  </a:lnTo>
                  <a:lnTo>
                    <a:pt x="2674" y="2862"/>
                  </a:lnTo>
                  <a:lnTo>
                    <a:pt x="2343" y="2816"/>
                  </a:lnTo>
                  <a:lnTo>
                    <a:pt x="2073" y="2765"/>
                  </a:lnTo>
                  <a:lnTo>
                    <a:pt x="1803" y="2709"/>
                  </a:lnTo>
                  <a:lnTo>
                    <a:pt x="1562" y="2653"/>
                  </a:lnTo>
                  <a:lnTo>
                    <a:pt x="1352" y="2592"/>
                  </a:lnTo>
                  <a:lnTo>
                    <a:pt x="1142" y="2525"/>
                  </a:lnTo>
                  <a:lnTo>
                    <a:pt x="962" y="2459"/>
                  </a:lnTo>
                  <a:lnTo>
                    <a:pt x="781" y="2393"/>
                  </a:lnTo>
                  <a:lnTo>
                    <a:pt x="631" y="2321"/>
                  </a:lnTo>
                  <a:lnTo>
                    <a:pt x="481" y="2245"/>
                  </a:lnTo>
                  <a:lnTo>
                    <a:pt x="271" y="2097"/>
                  </a:lnTo>
                  <a:lnTo>
                    <a:pt x="91" y="1939"/>
                  </a:lnTo>
                  <a:lnTo>
                    <a:pt x="1" y="1781"/>
                  </a:lnTo>
                  <a:lnTo>
                    <a:pt x="1" y="1781"/>
                  </a:lnTo>
                  <a:lnTo>
                    <a:pt x="601" y="1781"/>
                  </a:lnTo>
                  <a:lnTo>
                    <a:pt x="601" y="1781"/>
                  </a:lnTo>
                  <a:lnTo>
                    <a:pt x="1622" y="1781"/>
                  </a:lnTo>
                  <a:lnTo>
                    <a:pt x="2644" y="1770"/>
                  </a:lnTo>
                  <a:lnTo>
                    <a:pt x="3665" y="1755"/>
                  </a:lnTo>
                  <a:lnTo>
                    <a:pt x="4686" y="1724"/>
                  </a:lnTo>
                  <a:lnTo>
                    <a:pt x="5197" y="1709"/>
                  </a:lnTo>
                  <a:lnTo>
                    <a:pt x="5707" y="1689"/>
                  </a:lnTo>
                  <a:lnTo>
                    <a:pt x="6188" y="1663"/>
                  </a:lnTo>
                  <a:lnTo>
                    <a:pt x="6698" y="1638"/>
                  </a:lnTo>
                  <a:lnTo>
                    <a:pt x="7179" y="1607"/>
                  </a:lnTo>
                  <a:lnTo>
                    <a:pt x="7629" y="1571"/>
                  </a:lnTo>
                  <a:lnTo>
                    <a:pt x="8080" y="1531"/>
                  </a:lnTo>
                  <a:lnTo>
                    <a:pt x="8530" y="1485"/>
                  </a:lnTo>
                  <a:lnTo>
                    <a:pt x="8951" y="1439"/>
                  </a:lnTo>
                  <a:lnTo>
                    <a:pt x="9371" y="1383"/>
                  </a:lnTo>
                  <a:lnTo>
                    <a:pt x="9762" y="1327"/>
                  </a:lnTo>
                  <a:lnTo>
                    <a:pt x="10122" y="1265"/>
                  </a:lnTo>
                  <a:lnTo>
                    <a:pt x="10483" y="1194"/>
                  </a:lnTo>
                  <a:lnTo>
                    <a:pt x="10783" y="1117"/>
                  </a:lnTo>
                  <a:lnTo>
                    <a:pt x="11113" y="1041"/>
                  </a:lnTo>
                  <a:lnTo>
                    <a:pt x="11384" y="954"/>
                  </a:lnTo>
                  <a:lnTo>
                    <a:pt x="11624" y="857"/>
                  </a:lnTo>
                  <a:lnTo>
                    <a:pt x="11834" y="760"/>
                  </a:lnTo>
                  <a:lnTo>
                    <a:pt x="12044" y="653"/>
                  </a:lnTo>
                  <a:lnTo>
                    <a:pt x="12195" y="541"/>
                  </a:lnTo>
                  <a:lnTo>
                    <a:pt x="12315" y="419"/>
                  </a:lnTo>
                  <a:lnTo>
                    <a:pt x="12405" y="291"/>
                  </a:lnTo>
                  <a:lnTo>
                    <a:pt x="12465" y="159"/>
                  </a:lnTo>
                  <a:lnTo>
                    <a:pt x="12465" y="11"/>
                  </a:lnTo>
                  <a:lnTo>
                    <a:pt x="12465" y="11"/>
                  </a:lnTo>
                  <a:lnTo>
                    <a:pt x="12465" y="0"/>
                  </a:lnTo>
                  <a:lnTo>
                    <a:pt x="2063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8"/>
            <p:cNvSpPr/>
            <p:nvPr/>
          </p:nvSpPr>
          <p:spPr>
            <a:xfrm flipH="1">
              <a:off x="5719429" y="2553325"/>
              <a:ext cx="259" cy="10475"/>
            </a:xfrm>
            <a:custGeom>
              <a:avLst/>
              <a:gdLst/>
              <a:ahLst/>
              <a:cxnLst/>
              <a:rect l="l" t="t" r="r" b="b"/>
              <a:pathLst>
                <a:path w="61" h="419" extrusionOk="0">
                  <a:moveTo>
                    <a:pt x="1" y="0"/>
                  </a:moveTo>
                  <a:lnTo>
                    <a:pt x="1" y="419"/>
                  </a:lnTo>
                  <a:lnTo>
                    <a:pt x="31" y="317"/>
                  </a:lnTo>
                  <a:lnTo>
                    <a:pt x="61" y="209"/>
                  </a:lnTo>
                  <a:lnTo>
                    <a:pt x="31" y="107"/>
                  </a:lnTo>
                  <a:lnTo>
                    <a:pt x="1" y="0"/>
                  </a:lnTo>
                  <a:close/>
                </a:path>
              </a:pathLst>
            </a:custGeom>
            <a:solidFill>
              <a:srgbClr val="2B03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8"/>
            <p:cNvSpPr/>
            <p:nvPr/>
          </p:nvSpPr>
          <p:spPr>
            <a:xfrm flipH="1">
              <a:off x="5719429" y="2553325"/>
              <a:ext cx="259" cy="10475"/>
            </a:xfrm>
            <a:custGeom>
              <a:avLst/>
              <a:gdLst/>
              <a:ahLst/>
              <a:cxnLst/>
              <a:rect l="l" t="t" r="r" b="b"/>
              <a:pathLst>
                <a:path w="61" h="419" fill="none" extrusionOk="0">
                  <a:moveTo>
                    <a:pt x="1" y="0"/>
                  </a:moveTo>
                  <a:lnTo>
                    <a:pt x="1" y="0"/>
                  </a:lnTo>
                  <a:lnTo>
                    <a:pt x="31" y="107"/>
                  </a:lnTo>
                  <a:lnTo>
                    <a:pt x="61" y="209"/>
                  </a:lnTo>
                  <a:lnTo>
                    <a:pt x="31" y="317"/>
                  </a:lnTo>
                  <a:lnTo>
                    <a:pt x="1" y="419"/>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8"/>
            <p:cNvSpPr/>
            <p:nvPr/>
          </p:nvSpPr>
          <p:spPr>
            <a:xfrm flipH="1">
              <a:off x="5589278" y="2518500"/>
              <a:ext cx="41009" cy="89425"/>
            </a:xfrm>
            <a:custGeom>
              <a:avLst/>
              <a:gdLst/>
              <a:ahLst/>
              <a:cxnLst/>
              <a:rect l="l" t="t" r="r" b="b"/>
              <a:pathLst>
                <a:path w="9672" h="3577" extrusionOk="0">
                  <a:moveTo>
                    <a:pt x="0" y="1"/>
                  </a:moveTo>
                  <a:lnTo>
                    <a:pt x="0" y="3378"/>
                  </a:lnTo>
                  <a:lnTo>
                    <a:pt x="60" y="3480"/>
                  </a:lnTo>
                  <a:lnTo>
                    <a:pt x="60" y="3576"/>
                  </a:lnTo>
                  <a:lnTo>
                    <a:pt x="751" y="3566"/>
                  </a:lnTo>
                  <a:lnTo>
                    <a:pt x="1502" y="3551"/>
                  </a:lnTo>
                  <a:lnTo>
                    <a:pt x="2253" y="3531"/>
                  </a:lnTo>
                  <a:lnTo>
                    <a:pt x="3034" y="3495"/>
                  </a:lnTo>
                  <a:lnTo>
                    <a:pt x="3815" y="3454"/>
                  </a:lnTo>
                  <a:lnTo>
                    <a:pt x="4205" y="3423"/>
                  </a:lnTo>
                  <a:lnTo>
                    <a:pt x="4595" y="3393"/>
                  </a:lnTo>
                  <a:lnTo>
                    <a:pt x="4986" y="3362"/>
                  </a:lnTo>
                  <a:lnTo>
                    <a:pt x="5376" y="3321"/>
                  </a:lnTo>
                  <a:lnTo>
                    <a:pt x="5737" y="3281"/>
                  </a:lnTo>
                  <a:lnTo>
                    <a:pt x="6127" y="3235"/>
                  </a:lnTo>
                  <a:lnTo>
                    <a:pt x="6488" y="3189"/>
                  </a:lnTo>
                  <a:lnTo>
                    <a:pt x="6818" y="3133"/>
                  </a:lnTo>
                  <a:lnTo>
                    <a:pt x="7148" y="3071"/>
                  </a:lnTo>
                  <a:lnTo>
                    <a:pt x="7479" y="3010"/>
                  </a:lnTo>
                  <a:lnTo>
                    <a:pt x="7779" y="2939"/>
                  </a:lnTo>
                  <a:lnTo>
                    <a:pt x="8049" y="2867"/>
                  </a:lnTo>
                  <a:lnTo>
                    <a:pt x="8320" y="2786"/>
                  </a:lnTo>
                  <a:lnTo>
                    <a:pt x="8590" y="2699"/>
                  </a:lnTo>
                  <a:lnTo>
                    <a:pt x="8800" y="2612"/>
                  </a:lnTo>
                  <a:lnTo>
                    <a:pt x="9011" y="2516"/>
                  </a:lnTo>
                  <a:lnTo>
                    <a:pt x="9191" y="2408"/>
                  </a:lnTo>
                  <a:lnTo>
                    <a:pt x="9341" y="2301"/>
                  </a:lnTo>
                  <a:lnTo>
                    <a:pt x="9461" y="2184"/>
                  </a:lnTo>
                  <a:lnTo>
                    <a:pt x="9551" y="2062"/>
                  </a:lnTo>
                  <a:lnTo>
                    <a:pt x="9641" y="1934"/>
                  </a:lnTo>
                  <a:lnTo>
                    <a:pt x="9671" y="1796"/>
                  </a:lnTo>
                  <a:lnTo>
                    <a:pt x="9671" y="1669"/>
                  </a:lnTo>
                  <a:lnTo>
                    <a:pt x="9641" y="1546"/>
                  </a:lnTo>
                  <a:lnTo>
                    <a:pt x="9551" y="1429"/>
                  </a:lnTo>
                  <a:lnTo>
                    <a:pt x="9461" y="1317"/>
                  </a:lnTo>
                  <a:lnTo>
                    <a:pt x="9341" y="1210"/>
                  </a:lnTo>
                  <a:lnTo>
                    <a:pt x="9191" y="1113"/>
                  </a:lnTo>
                  <a:lnTo>
                    <a:pt x="9011" y="1016"/>
                  </a:lnTo>
                  <a:lnTo>
                    <a:pt x="8800" y="929"/>
                  </a:lnTo>
                  <a:lnTo>
                    <a:pt x="8560" y="842"/>
                  </a:lnTo>
                  <a:lnTo>
                    <a:pt x="8320" y="766"/>
                  </a:lnTo>
                  <a:lnTo>
                    <a:pt x="8049" y="689"/>
                  </a:lnTo>
                  <a:lnTo>
                    <a:pt x="7749" y="618"/>
                  </a:lnTo>
                  <a:lnTo>
                    <a:pt x="7449" y="557"/>
                  </a:lnTo>
                  <a:lnTo>
                    <a:pt x="7118" y="496"/>
                  </a:lnTo>
                  <a:lnTo>
                    <a:pt x="6788" y="440"/>
                  </a:lnTo>
                  <a:lnTo>
                    <a:pt x="6428" y="383"/>
                  </a:lnTo>
                  <a:lnTo>
                    <a:pt x="6037" y="338"/>
                  </a:lnTo>
                  <a:lnTo>
                    <a:pt x="5677" y="292"/>
                  </a:lnTo>
                  <a:lnTo>
                    <a:pt x="5286" y="251"/>
                  </a:lnTo>
                  <a:lnTo>
                    <a:pt x="4896" y="215"/>
                  </a:lnTo>
                  <a:lnTo>
                    <a:pt x="4475" y="179"/>
                  </a:lnTo>
                  <a:lnTo>
                    <a:pt x="4085" y="149"/>
                  </a:lnTo>
                  <a:lnTo>
                    <a:pt x="3664" y="123"/>
                  </a:lnTo>
                  <a:lnTo>
                    <a:pt x="3244" y="98"/>
                  </a:lnTo>
                  <a:lnTo>
                    <a:pt x="2403" y="62"/>
                  </a:lnTo>
                  <a:lnTo>
                    <a:pt x="1592" y="31"/>
                  </a:lnTo>
                  <a:lnTo>
                    <a:pt x="781" y="11"/>
                  </a:lnTo>
                  <a:lnTo>
                    <a:pt x="0" y="1"/>
                  </a:lnTo>
                  <a:close/>
                </a:path>
              </a:pathLst>
            </a:custGeom>
            <a:solidFill>
              <a:srgbClr val="906B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8"/>
            <p:cNvSpPr/>
            <p:nvPr/>
          </p:nvSpPr>
          <p:spPr>
            <a:xfrm flipH="1">
              <a:off x="5589278" y="2518500"/>
              <a:ext cx="41009" cy="89425"/>
            </a:xfrm>
            <a:custGeom>
              <a:avLst/>
              <a:gdLst/>
              <a:ahLst/>
              <a:cxnLst/>
              <a:rect l="l" t="t" r="r" b="b"/>
              <a:pathLst>
                <a:path w="9672" h="3577" fill="none" extrusionOk="0">
                  <a:moveTo>
                    <a:pt x="0" y="1"/>
                  </a:moveTo>
                  <a:lnTo>
                    <a:pt x="0" y="1"/>
                  </a:lnTo>
                  <a:lnTo>
                    <a:pt x="781" y="11"/>
                  </a:lnTo>
                  <a:lnTo>
                    <a:pt x="1592" y="31"/>
                  </a:lnTo>
                  <a:lnTo>
                    <a:pt x="2403" y="62"/>
                  </a:lnTo>
                  <a:lnTo>
                    <a:pt x="3244" y="98"/>
                  </a:lnTo>
                  <a:lnTo>
                    <a:pt x="3664" y="123"/>
                  </a:lnTo>
                  <a:lnTo>
                    <a:pt x="4085" y="149"/>
                  </a:lnTo>
                  <a:lnTo>
                    <a:pt x="4475" y="179"/>
                  </a:lnTo>
                  <a:lnTo>
                    <a:pt x="4896" y="215"/>
                  </a:lnTo>
                  <a:lnTo>
                    <a:pt x="5286" y="251"/>
                  </a:lnTo>
                  <a:lnTo>
                    <a:pt x="5677" y="292"/>
                  </a:lnTo>
                  <a:lnTo>
                    <a:pt x="6037" y="338"/>
                  </a:lnTo>
                  <a:lnTo>
                    <a:pt x="6428" y="383"/>
                  </a:lnTo>
                  <a:lnTo>
                    <a:pt x="6788" y="440"/>
                  </a:lnTo>
                  <a:lnTo>
                    <a:pt x="7118" y="496"/>
                  </a:lnTo>
                  <a:lnTo>
                    <a:pt x="7449" y="557"/>
                  </a:lnTo>
                  <a:lnTo>
                    <a:pt x="7749" y="618"/>
                  </a:lnTo>
                  <a:lnTo>
                    <a:pt x="8049" y="689"/>
                  </a:lnTo>
                  <a:lnTo>
                    <a:pt x="8320" y="766"/>
                  </a:lnTo>
                  <a:lnTo>
                    <a:pt x="8560" y="842"/>
                  </a:lnTo>
                  <a:lnTo>
                    <a:pt x="8800" y="929"/>
                  </a:lnTo>
                  <a:lnTo>
                    <a:pt x="9011" y="1016"/>
                  </a:lnTo>
                  <a:lnTo>
                    <a:pt x="9191" y="1113"/>
                  </a:lnTo>
                  <a:lnTo>
                    <a:pt x="9341" y="1210"/>
                  </a:lnTo>
                  <a:lnTo>
                    <a:pt x="9461" y="1317"/>
                  </a:lnTo>
                  <a:lnTo>
                    <a:pt x="9551" y="1429"/>
                  </a:lnTo>
                  <a:lnTo>
                    <a:pt x="9641" y="1546"/>
                  </a:lnTo>
                  <a:lnTo>
                    <a:pt x="9671" y="1669"/>
                  </a:lnTo>
                  <a:lnTo>
                    <a:pt x="9671" y="1796"/>
                  </a:lnTo>
                  <a:lnTo>
                    <a:pt x="9671" y="1796"/>
                  </a:lnTo>
                  <a:lnTo>
                    <a:pt x="9641" y="1934"/>
                  </a:lnTo>
                  <a:lnTo>
                    <a:pt x="9551" y="2062"/>
                  </a:lnTo>
                  <a:lnTo>
                    <a:pt x="9461" y="2184"/>
                  </a:lnTo>
                  <a:lnTo>
                    <a:pt x="9341" y="2301"/>
                  </a:lnTo>
                  <a:lnTo>
                    <a:pt x="9191" y="2408"/>
                  </a:lnTo>
                  <a:lnTo>
                    <a:pt x="9011" y="2516"/>
                  </a:lnTo>
                  <a:lnTo>
                    <a:pt x="8800" y="2612"/>
                  </a:lnTo>
                  <a:lnTo>
                    <a:pt x="8590" y="2699"/>
                  </a:lnTo>
                  <a:lnTo>
                    <a:pt x="8320" y="2786"/>
                  </a:lnTo>
                  <a:lnTo>
                    <a:pt x="8049" y="2867"/>
                  </a:lnTo>
                  <a:lnTo>
                    <a:pt x="7779" y="2939"/>
                  </a:lnTo>
                  <a:lnTo>
                    <a:pt x="7479" y="3010"/>
                  </a:lnTo>
                  <a:lnTo>
                    <a:pt x="7148" y="3071"/>
                  </a:lnTo>
                  <a:lnTo>
                    <a:pt x="6818" y="3133"/>
                  </a:lnTo>
                  <a:lnTo>
                    <a:pt x="6488" y="3189"/>
                  </a:lnTo>
                  <a:lnTo>
                    <a:pt x="6127" y="3235"/>
                  </a:lnTo>
                  <a:lnTo>
                    <a:pt x="5737" y="3281"/>
                  </a:lnTo>
                  <a:lnTo>
                    <a:pt x="5376" y="3321"/>
                  </a:lnTo>
                  <a:lnTo>
                    <a:pt x="4986" y="3362"/>
                  </a:lnTo>
                  <a:lnTo>
                    <a:pt x="4595" y="3393"/>
                  </a:lnTo>
                  <a:lnTo>
                    <a:pt x="4205" y="3423"/>
                  </a:lnTo>
                  <a:lnTo>
                    <a:pt x="3815" y="3454"/>
                  </a:lnTo>
                  <a:lnTo>
                    <a:pt x="3034" y="3495"/>
                  </a:lnTo>
                  <a:lnTo>
                    <a:pt x="2253" y="3531"/>
                  </a:lnTo>
                  <a:lnTo>
                    <a:pt x="1502" y="3551"/>
                  </a:lnTo>
                  <a:lnTo>
                    <a:pt x="751" y="3566"/>
                  </a:lnTo>
                  <a:lnTo>
                    <a:pt x="60" y="3576"/>
                  </a:lnTo>
                  <a:lnTo>
                    <a:pt x="60" y="3576"/>
                  </a:lnTo>
                  <a:lnTo>
                    <a:pt x="60" y="3480"/>
                  </a:lnTo>
                  <a:lnTo>
                    <a:pt x="0" y="3378"/>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8"/>
            <p:cNvSpPr/>
            <p:nvPr/>
          </p:nvSpPr>
          <p:spPr>
            <a:xfrm flipH="1">
              <a:off x="5630029" y="2518500"/>
              <a:ext cx="45597" cy="89550"/>
            </a:xfrm>
            <a:custGeom>
              <a:avLst/>
              <a:gdLst/>
              <a:ahLst/>
              <a:cxnLst/>
              <a:rect l="l" t="t" r="r" b="b"/>
              <a:pathLst>
                <a:path w="10754" h="3582" extrusionOk="0">
                  <a:moveTo>
                    <a:pt x="9432" y="1"/>
                  </a:moveTo>
                  <a:lnTo>
                    <a:pt x="8801" y="11"/>
                  </a:lnTo>
                  <a:lnTo>
                    <a:pt x="8110" y="26"/>
                  </a:lnTo>
                  <a:lnTo>
                    <a:pt x="7389" y="47"/>
                  </a:lnTo>
                  <a:lnTo>
                    <a:pt x="6669" y="72"/>
                  </a:lnTo>
                  <a:lnTo>
                    <a:pt x="5948" y="103"/>
                  </a:lnTo>
                  <a:lnTo>
                    <a:pt x="5227" y="144"/>
                  </a:lnTo>
                  <a:lnTo>
                    <a:pt x="4536" y="200"/>
                  </a:lnTo>
                  <a:lnTo>
                    <a:pt x="4176" y="225"/>
                  </a:lnTo>
                  <a:lnTo>
                    <a:pt x="3845" y="261"/>
                  </a:lnTo>
                  <a:lnTo>
                    <a:pt x="3515" y="297"/>
                  </a:lnTo>
                  <a:lnTo>
                    <a:pt x="3185" y="338"/>
                  </a:lnTo>
                  <a:lnTo>
                    <a:pt x="2884" y="383"/>
                  </a:lnTo>
                  <a:lnTo>
                    <a:pt x="2584" y="429"/>
                  </a:lnTo>
                  <a:lnTo>
                    <a:pt x="2283" y="485"/>
                  </a:lnTo>
                  <a:lnTo>
                    <a:pt x="2013" y="542"/>
                  </a:lnTo>
                  <a:lnTo>
                    <a:pt x="1743" y="603"/>
                  </a:lnTo>
                  <a:lnTo>
                    <a:pt x="1503" y="669"/>
                  </a:lnTo>
                  <a:lnTo>
                    <a:pt x="1262" y="735"/>
                  </a:lnTo>
                  <a:lnTo>
                    <a:pt x="1052" y="812"/>
                  </a:lnTo>
                  <a:lnTo>
                    <a:pt x="842" y="893"/>
                  </a:lnTo>
                  <a:lnTo>
                    <a:pt x="662" y="980"/>
                  </a:lnTo>
                  <a:lnTo>
                    <a:pt x="481" y="1072"/>
                  </a:lnTo>
                  <a:lnTo>
                    <a:pt x="361" y="1169"/>
                  </a:lnTo>
                  <a:lnTo>
                    <a:pt x="241" y="1271"/>
                  </a:lnTo>
                  <a:lnTo>
                    <a:pt x="121" y="1383"/>
                  </a:lnTo>
                  <a:lnTo>
                    <a:pt x="61" y="1495"/>
                  </a:lnTo>
                  <a:lnTo>
                    <a:pt x="1" y="1618"/>
                  </a:lnTo>
                  <a:lnTo>
                    <a:pt x="61" y="1705"/>
                  </a:lnTo>
                  <a:lnTo>
                    <a:pt x="61" y="1786"/>
                  </a:lnTo>
                  <a:lnTo>
                    <a:pt x="61" y="1883"/>
                  </a:lnTo>
                  <a:lnTo>
                    <a:pt x="31" y="1995"/>
                  </a:lnTo>
                  <a:lnTo>
                    <a:pt x="121" y="2102"/>
                  </a:lnTo>
                  <a:lnTo>
                    <a:pt x="211" y="2204"/>
                  </a:lnTo>
                  <a:lnTo>
                    <a:pt x="361" y="2306"/>
                  </a:lnTo>
                  <a:lnTo>
                    <a:pt x="511" y="2398"/>
                  </a:lnTo>
                  <a:lnTo>
                    <a:pt x="692" y="2490"/>
                  </a:lnTo>
                  <a:lnTo>
                    <a:pt x="902" y="2577"/>
                  </a:lnTo>
                  <a:lnTo>
                    <a:pt x="1142" y="2658"/>
                  </a:lnTo>
                  <a:lnTo>
                    <a:pt x="1382" y="2735"/>
                  </a:lnTo>
                  <a:lnTo>
                    <a:pt x="1653" y="2811"/>
                  </a:lnTo>
                  <a:lnTo>
                    <a:pt x="1923" y="2878"/>
                  </a:lnTo>
                  <a:lnTo>
                    <a:pt x="2223" y="2944"/>
                  </a:lnTo>
                  <a:lnTo>
                    <a:pt x="2554" y="3010"/>
                  </a:lnTo>
                  <a:lnTo>
                    <a:pt x="2884" y="3066"/>
                  </a:lnTo>
                  <a:lnTo>
                    <a:pt x="3215" y="3122"/>
                  </a:lnTo>
                  <a:lnTo>
                    <a:pt x="3575" y="3173"/>
                  </a:lnTo>
                  <a:lnTo>
                    <a:pt x="3935" y="3224"/>
                  </a:lnTo>
                  <a:lnTo>
                    <a:pt x="4296" y="3270"/>
                  </a:lnTo>
                  <a:lnTo>
                    <a:pt x="4686" y="3311"/>
                  </a:lnTo>
                  <a:lnTo>
                    <a:pt x="5047" y="3347"/>
                  </a:lnTo>
                  <a:lnTo>
                    <a:pt x="5437" y="3383"/>
                  </a:lnTo>
                  <a:lnTo>
                    <a:pt x="6218" y="3444"/>
                  </a:lnTo>
                  <a:lnTo>
                    <a:pt x="6969" y="3495"/>
                  </a:lnTo>
                  <a:lnTo>
                    <a:pt x="7750" y="3531"/>
                  </a:lnTo>
                  <a:lnTo>
                    <a:pt x="8471" y="3556"/>
                  </a:lnTo>
                  <a:lnTo>
                    <a:pt x="9161" y="3571"/>
                  </a:lnTo>
                  <a:lnTo>
                    <a:pt x="9792" y="3582"/>
                  </a:lnTo>
                  <a:lnTo>
                    <a:pt x="9972" y="3582"/>
                  </a:lnTo>
                  <a:lnTo>
                    <a:pt x="10753" y="3576"/>
                  </a:lnTo>
                  <a:lnTo>
                    <a:pt x="10753" y="3480"/>
                  </a:lnTo>
                  <a:lnTo>
                    <a:pt x="10693" y="3378"/>
                  </a:lnTo>
                  <a:lnTo>
                    <a:pt x="10693" y="1"/>
                  </a:lnTo>
                  <a:close/>
                </a:path>
              </a:pathLst>
            </a:custGeom>
            <a:solidFill>
              <a:srgbClr val="4E1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8"/>
            <p:cNvSpPr/>
            <p:nvPr/>
          </p:nvSpPr>
          <p:spPr>
            <a:xfrm flipH="1">
              <a:off x="5630029" y="2518500"/>
              <a:ext cx="45597" cy="89550"/>
            </a:xfrm>
            <a:custGeom>
              <a:avLst/>
              <a:gdLst/>
              <a:ahLst/>
              <a:cxnLst/>
              <a:rect l="l" t="t" r="r" b="b"/>
              <a:pathLst>
                <a:path w="10754" h="3582" fill="none" extrusionOk="0">
                  <a:moveTo>
                    <a:pt x="10092" y="1"/>
                  </a:moveTo>
                  <a:lnTo>
                    <a:pt x="10092" y="1"/>
                  </a:lnTo>
                  <a:lnTo>
                    <a:pt x="10693" y="1"/>
                  </a:lnTo>
                  <a:lnTo>
                    <a:pt x="10693" y="3378"/>
                  </a:lnTo>
                  <a:lnTo>
                    <a:pt x="10693" y="3378"/>
                  </a:lnTo>
                  <a:lnTo>
                    <a:pt x="10753" y="3480"/>
                  </a:lnTo>
                  <a:lnTo>
                    <a:pt x="10753" y="3576"/>
                  </a:lnTo>
                  <a:lnTo>
                    <a:pt x="10753" y="3576"/>
                  </a:lnTo>
                  <a:lnTo>
                    <a:pt x="9972" y="3582"/>
                  </a:lnTo>
                  <a:lnTo>
                    <a:pt x="9972" y="3582"/>
                  </a:lnTo>
                  <a:lnTo>
                    <a:pt x="9792" y="3582"/>
                  </a:lnTo>
                  <a:lnTo>
                    <a:pt x="9792" y="3582"/>
                  </a:lnTo>
                  <a:lnTo>
                    <a:pt x="9161" y="3571"/>
                  </a:lnTo>
                  <a:lnTo>
                    <a:pt x="8471" y="3556"/>
                  </a:lnTo>
                  <a:lnTo>
                    <a:pt x="7750" y="3531"/>
                  </a:lnTo>
                  <a:lnTo>
                    <a:pt x="6969" y="3495"/>
                  </a:lnTo>
                  <a:lnTo>
                    <a:pt x="6218" y="3444"/>
                  </a:lnTo>
                  <a:lnTo>
                    <a:pt x="5437" y="3383"/>
                  </a:lnTo>
                  <a:lnTo>
                    <a:pt x="5047" y="3347"/>
                  </a:lnTo>
                  <a:lnTo>
                    <a:pt x="4686" y="3311"/>
                  </a:lnTo>
                  <a:lnTo>
                    <a:pt x="4296" y="3270"/>
                  </a:lnTo>
                  <a:lnTo>
                    <a:pt x="3935" y="3224"/>
                  </a:lnTo>
                  <a:lnTo>
                    <a:pt x="3575" y="3173"/>
                  </a:lnTo>
                  <a:lnTo>
                    <a:pt x="3215" y="3122"/>
                  </a:lnTo>
                  <a:lnTo>
                    <a:pt x="2884" y="3066"/>
                  </a:lnTo>
                  <a:lnTo>
                    <a:pt x="2554" y="3010"/>
                  </a:lnTo>
                  <a:lnTo>
                    <a:pt x="2223" y="2944"/>
                  </a:lnTo>
                  <a:lnTo>
                    <a:pt x="1923" y="2878"/>
                  </a:lnTo>
                  <a:lnTo>
                    <a:pt x="1653" y="2811"/>
                  </a:lnTo>
                  <a:lnTo>
                    <a:pt x="1382" y="2735"/>
                  </a:lnTo>
                  <a:lnTo>
                    <a:pt x="1142" y="2658"/>
                  </a:lnTo>
                  <a:lnTo>
                    <a:pt x="902" y="2577"/>
                  </a:lnTo>
                  <a:lnTo>
                    <a:pt x="692" y="2490"/>
                  </a:lnTo>
                  <a:lnTo>
                    <a:pt x="511" y="2398"/>
                  </a:lnTo>
                  <a:lnTo>
                    <a:pt x="361" y="2306"/>
                  </a:lnTo>
                  <a:lnTo>
                    <a:pt x="211" y="2204"/>
                  </a:lnTo>
                  <a:lnTo>
                    <a:pt x="121" y="2102"/>
                  </a:lnTo>
                  <a:lnTo>
                    <a:pt x="31" y="1995"/>
                  </a:lnTo>
                  <a:lnTo>
                    <a:pt x="31" y="1995"/>
                  </a:lnTo>
                  <a:lnTo>
                    <a:pt x="61" y="1883"/>
                  </a:lnTo>
                  <a:lnTo>
                    <a:pt x="61" y="1786"/>
                  </a:lnTo>
                  <a:lnTo>
                    <a:pt x="61" y="1786"/>
                  </a:lnTo>
                  <a:lnTo>
                    <a:pt x="61" y="1705"/>
                  </a:lnTo>
                  <a:lnTo>
                    <a:pt x="1" y="1618"/>
                  </a:lnTo>
                  <a:lnTo>
                    <a:pt x="1" y="1618"/>
                  </a:lnTo>
                  <a:lnTo>
                    <a:pt x="61" y="1495"/>
                  </a:lnTo>
                  <a:lnTo>
                    <a:pt x="121" y="1383"/>
                  </a:lnTo>
                  <a:lnTo>
                    <a:pt x="241" y="1271"/>
                  </a:lnTo>
                  <a:lnTo>
                    <a:pt x="361" y="1169"/>
                  </a:lnTo>
                  <a:lnTo>
                    <a:pt x="481" y="1072"/>
                  </a:lnTo>
                  <a:lnTo>
                    <a:pt x="662" y="980"/>
                  </a:lnTo>
                  <a:lnTo>
                    <a:pt x="842" y="893"/>
                  </a:lnTo>
                  <a:lnTo>
                    <a:pt x="1052" y="812"/>
                  </a:lnTo>
                  <a:lnTo>
                    <a:pt x="1262" y="735"/>
                  </a:lnTo>
                  <a:lnTo>
                    <a:pt x="1503" y="669"/>
                  </a:lnTo>
                  <a:lnTo>
                    <a:pt x="1743" y="603"/>
                  </a:lnTo>
                  <a:lnTo>
                    <a:pt x="2013" y="542"/>
                  </a:lnTo>
                  <a:lnTo>
                    <a:pt x="2283" y="485"/>
                  </a:lnTo>
                  <a:lnTo>
                    <a:pt x="2584" y="429"/>
                  </a:lnTo>
                  <a:lnTo>
                    <a:pt x="2884" y="383"/>
                  </a:lnTo>
                  <a:lnTo>
                    <a:pt x="3185" y="338"/>
                  </a:lnTo>
                  <a:lnTo>
                    <a:pt x="3515" y="297"/>
                  </a:lnTo>
                  <a:lnTo>
                    <a:pt x="3845" y="261"/>
                  </a:lnTo>
                  <a:lnTo>
                    <a:pt x="4176" y="225"/>
                  </a:lnTo>
                  <a:lnTo>
                    <a:pt x="4536" y="200"/>
                  </a:lnTo>
                  <a:lnTo>
                    <a:pt x="5227" y="144"/>
                  </a:lnTo>
                  <a:lnTo>
                    <a:pt x="5948" y="103"/>
                  </a:lnTo>
                  <a:lnTo>
                    <a:pt x="6669" y="72"/>
                  </a:lnTo>
                  <a:lnTo>
                    <a:pt x="7389" y="47"/>
                  </a:lnTo>
                  <a:lnTo>
                    <a:pt x="8110" y="26"/>
                  </a:lnTo>
                  <a:lnTo>
                    <a:pt x="8801" y="11"/>
                  </a:lnTo>
                  <a:lnTo>
                    <a:pt x="8801" y="11"/>
                  </a:lnTo>
                  <a:lnTo>
                    <a:pt x="9432" y="1"/>
                  </a:lnTo>
                  <a:lnTo>
                    <a:pt x="1009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8"/>
            <p:cNvSpPr/>
            <p:nvPr/>
          </p:nvSpPr>
          <p:spPr>
            <a:xfrm flipH="1">
              <a:off x="5675367" y="2558925"/>
              <a:ext cx="386" cy="9475"/>
            </a:xfrm>
            <a:custGeom>
              <a:avLst/>
              <a:gdLst/>
              <a:ahLst/>
              <a:cxnLst/>
              <a:rect l="l" t="t" r="r" b="b"/>
              <a:pathLst>
                <a:path w="91" h="379" extrusionOk="0">
                  <a:moveTo>
                    <a:pt x="31" y="1"/>
                  </a:moveTo>
                  <a:lnTo>
                    <a:pt x="1" y="72"/>
                  </a:lnTo>
                  <a:lnTo>
                    <a:pt x="1" y="230"/>
                  </a:lnTo>
                  <a:lnTo>
                    <a:pt x="61" y="378"/>
                  </a:lnTo>
                  <a:lnTo>
                    <a:pt x="91" y="266"/>
                  </a:lnTo>
                  <a:lnTo>
                    <a:pt x="91" y="169"/>
                  </a:lnTo>
                  <a:lnTo>
                    <a:pt x="91" y="88"/>
                  </a:lnTo>
                  <a:lnTo>
                    <a:pt x="31" y="1"/>
                  </a:lnTo>
                  <a:close/>
                </a:path>
              </a:pathLst>
            </a:custGeom>
            <a:solidFill>
              <a:srgbClr val="2B03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8"/>
            <p:cNvSpPr/>
            <p:nvPr/>
          </p:nvSpPr>
          <p:spPr>
            <a:xfrm flipH="1">
              <a:off x="5675367" y="2558925"/>
              <a:ext cx="386" cy="9475"/>
            </a:xfrm>
            <a:custGeom>
              <a:avLst/>
              <a:gdLst/>
              <a:ahLst/>
              <a:cxnLst/>
              <a:rect l="l" t="t" r="r" b="b"/>
              <a:pathLst>
                <a:path w="91" h="379" fill="none" extrusionOk="0">
                  <a:moveTo>
                    <a:pt x="31" y="1"/>
                  </a:moveTo>
                  <a:lnTo>
                    <a:pt x="31" y="1"/>
                  </a:lnTo>
                  <a:lnTo>
                    <a:pt x="91" y="88"/>
                  </a:lnTo>
                  <a:lnTo>
                    <a:pt x="91" y="169"/>
                  </a:lnTo>
                  <a:lnTo>
                    <a:pt x="91" y="169"/>
                  </a:lnTo>
                  <a:lnTo>
                    <a:pt x="91" y="266"/>
                  </a:lnTo>
                  <a:lnTo>
                    <a:pt x="61" y="378"/>
                  </a:lnTo>
                  <a:lnTo>
                    <a:pt x="61" y="378"/>
                  </a:lnTo>
                  <a:lnTo>
                    <a:pt x="1" y="230"/>
                  </a:lnTo>
                  <a:lnTo>
                    <a:pt x="1" y="72"/>
                  </a:lnTo>
                  <a:lnTo>
                    <a:pt x="1" y="72"/>
                  </a:lnTo>
                  <a:lnTo>
                    <a:pt x="3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8"/>
            <p:cNvSpPr/>
            <p:nvPr/>
          </p:nvSpPr>
          <p:spPr>
            <a:xfrm flipH="1">
              <a:off x="5809207" y="2470300"/>
              <a:ext cx="38847" cy="50150"/>
            </a:xfrm>
            <a:custGeom>
              <a:avLst/>
              <a:gdLst/>
              <a:ahLst/>
              <a:cxnLst/>
              <a:rect l="l" t="t" r="r" b="b"/>
              <a:pathLst>
                <a:path w="9162" h="2006" extrusionOk="0">
                  <a:moveTo>
                    <a:pt x="9161" y="1"/>
                  </a:moveTo>
                  <a:lnTo>
                    <a:pt x="8591" y="11"/>
                  </a:lnTo>
                  <a:lnTo>
                    <a:pt x="8050" y="31"/>
                  </a:lnTo>
                  <a:lnTo>
                    <a:pt x="7510" y="57"/>
                  </a:lnTo>
                  <a:lnTo>
                    <a:pt x="6999" y="88"/>
                  </a:lnTo>
                  <a:lnTo>
                    <a:pt x="6518" y="123"/>
                  </a:lnTo>
                  <a:lnTo>
                    <a:pt x="6038" y="159"/>
                  </a:lnTo>
                  <a:lnTo>
                    <a:pt x="5587" y="200"/>
                  </a:lnTo>
                  <a:lnTo>
                    <a:pt x="5137" y="246"/>
                  </a:lnTo>
                  <a:lnTo>
                    <a:pt x="4716" y="297"/>
                  </a:lnTo>
                  <a:lnTo>
                    <a:pt x="4326" y="348"/>
                  </a:lnTo>
                  <a:lnTo>
                    <a:pt x="3935" y="409"/>
                  </a:lnTo>
                  <a:lnTo>
                    <a:pt x="3575" y="465"/>
                  </a:lnTo>
                  <a:lnTo>
                    <a:pt x="3215" y="526"/>
                  </a:lnTo>
                  <a:lnTo>
                    <a:pt x="2884" y="593"/>
                  </a:lnTo>
                  <a:lnTo>
                    <a:pt x="2584" y="659"/>
                  </a:lnTo>
                  <a:lnTo>
                    <a:pt x="2284" y="730"/>
                  </a:lnTo>
                  <a:lnTo>
                    <a:pt x="2013" y="802"/>
                  </a:lnTo>
                  <a:lnTo>
                    <a:pt x="1773" y="878"/>
                  </a:lnTo>
                  <a:lnTo>
                    <a:pt x="1533" y="955"/>
                  </a:lnTo>
                  <a:lnTo>
                    <a:pt x="1292" y="1031"/>
                  </a:lnTo>
                  <a:lnTo>
                    <a:pt x="1082" y="1108"/>
                  </a:lnTo>
                  <a:lnTo>
                    <a:pt x="902" y="1189"/>
                  </a:lnTo>
                  <a:lnTo>
                    <a:pt x="752" y="1271"/>
                  </a:lnTo>
                  <a:lnTo>
                    <a:pt x="602" y="1353"/>
                  </a:lnTo>
                  <a:lnTo>
                    <a:pt x="331" y="1516"/>
                  </a:lnTo>
                  <a:lnTo>
                    <a:pt x="151" y="1679"/>
                  </a:lnTo>
                  <a:lnTo>
                    <a:pt x="61" y="1842"/>
                  </a:lnTo>
                  <a:lnTo>
                    <a:pt x="1" y="2005"/>
                  </a:lnTo>
                  <a:lnTo>
                    <a:pt x="9161" y="2005"/>
                  </a:lnTo>
                  <a:lnTo>
                    <a:pt x="9161" y="1"/>
                  </a:lnTo>
                  <a:close/>
                </a:path>
              </a:pathLst>
            </a:custGeom>
            <a:solidFill>
              <a:srgbClr val="906B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8"/>
            <p:cNvSpPr/>
            <p:nvPr/>
          </p:nvSpPr>
          <p:spPr>
            <a:xfrm flipH="1">
              <a:off x="5809207" y="2470300"/>
              <a:ext cx="38847" cy="50150"/>
            </a:xfrm>
            <a:custGeom>
              <a:avLst/>
              <a:gdLst/>
              <a:ahLst/>
              <a:cxnLst/>
              <a:rect l="l" t="t" r="r" b="b"/>
              <a:pathLst>
                <a:path w="9162" h="2006" fill="none" extrusionOk="0">
                  <a:moveTo>
                    <a:pt x="9161" y="1"/>
                  </a:moveTo>
                  <a:lnTo>
                    <a:pt x="9161" y="2005"/>
                  </a:lnTo>
                  <a:lnTo>
                    <a:pt x="1" y="2005"/>
                  </a:lnTo>
                  <a:lnTo>
                    <a:pt x="1" y="2005"/>
                  </a:lnTo>
                  <a:lnTo>
                    <a:pt x="61" y="1842"/>
                  </a:lnTo>
                  <a:lnTo>
                    <a:pt x="151" y="1679"/>
                  </a:lnTo>
                  <a:lnTo>
                    <a:pt x="331" y="1516"/>
                  </a:lnTo>
                  <a:lnTo>
                    <a:pt x="602" y="1353"/>
                  </a:lnTo>
                  <a:lnTo>
                    <a:pt x="752" y="1271"/>
                  </a:lnTo>
                  <a:lnTo>
                    <a:pt x="902" y="1189"/>
                  </a:lnTo>
                  <a:lnTo>
                    <a:pt x="1082" y="1108"/>
                  </a:lnTo>
                  <a:lnTo>
                    <a:pt x="1292" y="1031"/>
                  </a:lnTo>
                  <a:lnTo>
                    <a:pt x="1533" y="955"/>
                  </a:lnTo>
                  <a:lnTo>
                    <a:pt x="1773" y="878"/>
                  </a:lnTo>
                  <a:lnTo>
                    <a:pt x="2013" y="802"/>
                  </a:lnTo>
                  <a:lnTo>
                    <a:pt x="2284" y="730"/>
                  </a:lnTo>
                  <a:lnTo>
                    <a:pt x="2584" y="659"/>
                  </a:lnTo>
                  <a:lnTo>
                    <a:pt x="2884" y="593"/>
                  </a:lnTo>
                  <a:lnTo>
                    <a:pt x="3215" y="526"/>
                  </a:lnTo>
                  <a:lnTo>
                    <a:pt x="3575" y="465"/>
                  </a:lnTo>
                  <a:lnTo>
                    <a:pt x="3935" y="409"/>
                  </a:lnTo>
                  <a:lnTo>
                    <a:pt x="4326" y="348"/>
                  </a:lnTo>
                  <a:lnTo>
                    <a:pt x="4716" y="297"/>
                  </a:lnTo>
                  <a:lnTo>
                    <a:pt x="5137" y="246"/>
                  </a:lnTo>
                  <a:lnTo>
                    <a:pt x="5587" y="200"/>
                  </a:lnTo>
                  <a:lnTo>
                    <a:pt x="6038" y="159"/>
                  </a:lnTo>
                  <a:lnTo>
                    <a:pt x="6518" y="123"/>
                  </a:lnTo>
                  <a:lnTo>
                    <a:pt x="6999" y="88"/>
                  </a:lnTo>
                  <a:lnTo>
                    <a:pt x="7510" y="57"/>
                  </a:lnTo>
                  <a:lnTo>
                    <a:pt x="8050" y="31"/>
                  </a:lnTo>
                  <a:lnTo>
                    <a:pt x="8591" y="11"/>
                  </a:lnTo>
                  <a:lnTo>
                    <a:pt x="916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8"/>
            <p:cNvSpPr/>
            <p:nvPr/>
          </p:nvSpPr>
          <p:spPr>
            <a:xfrm flipH="1">
              <a:off x="5755978" y="2469925"/>
              <a:ext cx="53233" cy="50525"/>
            </a:xfrm>
            <a:custGeom>
              <a:avLst/>
              <a:gdLst/>
              <a:ahLst/>
              <a:cxnLst/>
              <a:rect l="l" t="t" r="r" b="b"/>
              <a:pathLst>
                <a:path w="12555" h="2021" extrusionOk="0">
                  <a:moveTo>
                    <a:pt x="1322" y="1"/>
                  </a:moveTo>
                  <a:lnTo>
                    <a:pt x="661" y="6"/>
                  </a:lnTo>
                  <a:lnTo>
                    <a:pt x="0" y="16"/>
                  </a:lnTo>
                  <a:lnTo>
                    <a:pt x="0" y="2020"/>
                  </a:lnTo>
                  <a:lnTo>
                    <a:pt x="12555" y="2020"/>
                  </a:lnTo>
                  <a:lnTo>
                    <a:pt x="12555" y="1934"/>
                  </a:lnTo>
                  <a:lnTo>
                    <a:pt x="12495" y="1847"/>
                  </a:lnTo>
                  <a:lnTo>
                    <a:pt x="12435" y="1760"/>
                  </a:lnTo>
                  <a:lnTo>
                    <a:pt x="12345" y="1674"/>
                  </a:lnTo>
                  <a:lnTo>
                    <a:pt x="12255" y="1587"/>
                  </a:lnTo>
                  <a:lnTo>
                    <a:pt x="12104" y="1500"/>
                  </a:lnTo>
                  <a:lnTo>
                    <a:pt x="11954" y="1413"/>
                  </a:lnTo>
                  <a:lnTo>
                    <a:pt x="11774" y="1327"/>
                  </a:lnTo>
                  <a:lnTo>
                    <a:pt x="11564" y="1240"/>
                  </a:lnTo>
                  <a:lnTo>
                    <a:pt x="11354" y="1153"/>
                  </a:lnTo>
                  <a:lnTo>
                    <a:pt x="11113" y="1067"/>
                  </a:lnTo>
                  <a:lnTo>
                    <a:pt x="10843" y="985"/>
                  </a:lnTo>
                  <a:lnTo>
                    <a:pt x="10543" y="903"/>
                  </a:lnTo>
                  <a:lnTo>
                    <a:pt x="10242" y="827"/>
                  </a:lnTo>
                  <a:lnTo>
                    <a:pt x="9912" y="745"/>
                  </a:lnTo>
                  <a:lnTo>
                    <a:pt x="9582" y="674"/>
                  </a:lnTo>
                  <a:lnTo>
                    <a:pt x="9191" y="602"/>
                  </a:lnTo>
                  <a:lnTo>
                    <a:pt x="8801" y="531"/>
                  </a:lnTo>
                  <a:lnTo>
                    <a:pt x="8410" y="465"/>
                  </a:lnTo>
                  <a:lnTo>
                    <a:pt x="7960" y="403"/>
                  </a:lnTo>
                  <a:lnTo>
                    <a:pt x="7509" y="342"/>
                  </a:lnTo>
                  <a:lnTo>
                    <a:pt x="7059" y="286"/>
                  </a:lnTo>
                  <a:lnTo>
                    <a:pt x="6578" y="235"/>
                  </a:lnTo>
                  <a:lnTo>
                    <a:pt x="6067" y="189"/>
                  </a:lnTo>
                  <a:lnTo>
                    <a:pt x="5527" y="148"/>
                  </a:lnTo>
                  <a:lnTo>
                    <a:pt x="4986" y="108"/>
                  </a:lnTo>
                  <a:lnTo>
                    <a:pt x="4416" y="77"/>
                  </a:lnTo>
                  <a:lnTo>
                    <a:pt x="3845" y="52"/>
                  </a:lnTo>
                  <a:lnTo>
                    <a:pt x="3244" y="26"/>
                  </a:lnTo>
                  <a:lnTo>
                    <a:pt x="2613" y="11"/>
                  </a:lnTo>
                  <a:lnTo>
                    <a:pt x="1983" y="6"/>
                  </a:lnTo>
                  <a:lnTo>
                    <a:pt x="1322" y="1"/>
                  </a:lnTo>
                  <a:close/>
                </a:path>
              </a:pathLst>
            </a:custGeom>
            <a:solidFill>
              <a:srgbClr val="512D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8"/>
            <p:cNvSpPr/>
            <p:nvPr/>
          </p:nvSpPr>
          <p:spPr>
            <a:xfrm flipH="1">
              <a:off x="5755978" y="2469925"/>
              <a:ext cx="53233" cy="50525"/>
            </a:xfrm>
            <a:custGeom>
              <a:avLst/>
              <a:gdLst/>
              <a:ahLst/>
              <a:cxnLst/>
              <a:rect l="l" t="t" r="r" b="b"/>
              <a:pathLst>
                <a:path w="12555" h="2021" fill="none" extrusionOk="0">
                  <a:moveTo>
                    <a:pt x="1322" y="1"/>
                  </a:moveTo>
                  <a:lnTo>
                    <a:pt x="1322" y="1"/>
                  </a:lnTo>
                  <a:lnTo>
                    <a:pt x="1983" y="6"/>
                  </a:lnTo>
                  <a:lnTo>
                    <a:pt x="2613" y="11"/>
                  </a:lnTo>
                  <a:lnTo>
                    <a:pt x="3244" y="26"/>
                  </a:lnTo>
                  <a:lnTo>
                    <a:pt x="3845" y="52"/>
                  </a:lnTo>
                  <a:lnTo>
                    <a:pt x="4416" y="77"/>
                  </a:lnTo>
                  <a:lnTo>
                    <a:pt x="4986" y="108"/>
                  </a:lnTo>
                  <a:lnTo>
                    <a:pt x="5527" y="148"/>
                  </a:lnTo>
                  <a:lnTo>
                    <a:pt x="6067" y="189"/>
                  </a:lnTo>
                  <a:lnTo>
                    <a:pt x="6578" y="235"/>
                  </a:lnTo>
                  <a:lnTo>
                    <a:pt x="7059" y="286"/>
                  </a:lnTo>
                  <a:lnTo>
                    <a:pt x="7509" y="342"/>
                  </a:lnTo>
                  <a:lnTo>
                    <a:pt x="7960" y="403"/>
                  </a:lnTo>
                  <a:lnTo>
                    <a:pt x="8410" y="465"/>
                  </a:lnTo>
                  <a:lnTo>
                    <a:pt x="8801" y="531"/>
                  </a:lnTo>
                  <a:lnTo>
                    <a:pt x="9191" y="602"/>
                  </a:lnTo>
                  <a:lnTo>
                    <a:pt x="9582" y="674"/>
                  </a:lnTo>
                  <a:lnTo>
                    <a:pt x="9912" y="745"/>
                  </a:lnTo>
                  <a:lnTo>
                    <a:pt x="10242" y="827"/>
                  </a:lnTo>
                  <a:lnTo>
                    <a:pt x="10543" y="903"/>
                  </a:lnTo>
                  <a:lnTo>
                    <a:pt x="10843" y="985"/>
                  </a:lnTo>
                  <a:lnTo>
                    <a:pt x="11113" y="1067"/>
                  </a:lnTo>
                  <a:lnTo>
                    <a:pt x="11354" y="1153"/>
                  </a:lnTo>
                  <a:lnTo>
                    <a:pt x="11564" y="1240"/>
                  </a:lnTo>
                  <a:lnTo>
                    <a:pt x="11774" y="1327"/>
                  </a:lnTo>
                  <a:lnTo>
                    <a:pt x="11954" y="1413"/>
                  </a:lnTo>
                  <a:lnTo>
                    <a:pt x="12104" y="1500"/>
                  </a:lnTo>
                  <a:lnTo>
                    <a:pt x="12255" y="1587"/>
                  </a:lnTo>
                  <a:lnTo>
                    <a:pt x="12345" y="1674"/>
                  </a:lnTo>
                  <a:lnTo>
                    <a:pt x="12435" y="1760"/>
                  </a:lnTo>
                  <a:lnTo>
                    <a:pt x="12495" y="1847"/>
                  </a:lnTo>
                  <a:lnTo>
                    <a:pt x="12555" y="1934"/>
                  </a:lnTo>
                  <a:lnTo>
                    <a:pt x="12555" y="2020"/>
                  </a:lnTo>
                  <a:lnTo>
                    <a:pt x="0" y="2020"/>
                  </a:lnTo>
                  <a:lnTo>
                    <a:pt x="0" y="16"/>
                  </a:lnTo>
                  <a:lnTo>
                    <a:pt x="0" y="16"/>
                  </a:lnTo>
                  <a:lnTo>
                    <a:pt x="661" y="6"/>
                  </a:lnTo>
                  <a:lnTo>
                    <a:pt x="132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8"/>
            <p:cNvSpPr/>
            <p:nvPr/>
          </p:nvSpPr>
          <p:spPr>
            <a:xfrm flipH="1">
              <a:off x="5808825" y="2520425"/>
              <a:ext cx="39228" cy="44525"/>
            </a:xfrm>
            <a:custGeom>
              <a:avLst/>
              <a:gdLst/>
              <a:ahLst/>
              <a:cxnLst/>
              <a:rect l="l" t="t" r="r" b="b"/>
              <a:pathLst>
                <a:path w="9252" h="1781" extrusionOk="0">
                  <a:moveTo>
                    <a:pt x="1" y="0"/>
                  </a:moveTo>
                  <a:lnTo>
                    <a:pt x="1" y="11"/>
                  </a:lnTo>
                  <a:lnTo>
                    <a:pt x="31" y="97"/>
                  </a:lnTo>
                  <a:lnTo>
                    <a:pt x="61" y="179"/>
                  </a:lnTo>
                  <a:lnTo>
                    <a:pt x="121" y="255"/>
                  </a:lnTo>
                  <a:lnTo>
                    <a:pt x="211" y="337"/>
                  </a:lnTo>
                  <a:lnTo>
                    <a:pt x="301" y="419"/>
                  </a:lnTo>
                  <a:lnTo>
                    <a:pt x="421" y="495"/>
                  </a:lnTo>
                  <a:lnTo>
                    <a:pt x="572" y="572"/>
                  </a:lnTo>
                  <a:lnTo>
                    <a:pt x="752" y="648"/>
                  </a:lnTo>
                  <a:lnTo>
                    <a:pt x="932" y="725"/>
                  </a:lnTo>
                  <a:lnTo>
                    <a:pt x="1142" y="796"/>
                  </a:lnTo>
                  <a:lnTo>
                    <a:pt x="1382" y="868"/>
                  </a:lnTo>
                  <a:lnTo>
                    <a:pt x="1623" y="939"/>
                  </a:lnTo>
                  <a:lnTo>
                    <a:pt x="1863" y="1005"/>
                  </a:lnTo>
                  <a:lnTo>
                    <a:pt x="2163" y="1072"/>
                  </a:lnTo>
                  <a:lnTo>
                    <a:pt x="2434" y="1138"/>
                  </a:lnTo>
                  <a:lnTo>
                    <a:pt x="2764" y="1199"/>
                  </a:lnTo>
                  <a:lnTo>
                    <a:pt x="3064" y="1260"/>
                  </a:lnTo>
                  <a:lnTo>
                    <a:pt x="3425" y="1316"/>
                  </a:lnTo>
                  <a:lnTo>
                    <a:pt x="3755" y="1372"/>
                  </a:lnTo>
                  <a:lnTo>
                    <a:pt x="4116" y="1423"/>
                  </a:lnTo>
                  <a:lnTo>
                    <a:pt x="4506" y="1469"/>
                  </a:lnTo>
                  <a:lnTo>
                    <a:pt x="4897" y="1515"/>
                  </a:lnTo>
                  <a:lnTo>
                    <a:pt x="5287" y="1561"/>
                  </a:lnTo>
                  <a:lnTo>
                    <a:pt x="5677" y="1597"/>
                  </a:lnTo>
                  <a:lnTo>
                    <a:pt x="6098" y="1633"/>
                  </a:lnTo>
                  <a:lnTo>
                    <a:pt x="6518" y="1668"/>
                  </a:lnTo>
                  <a:lnTo>
                    <a:pt x="6969" y="1694"/>
                  </a:lnTo>
                  <a:lnTo>
                    <a:pt x="7419" y="1719"/>
                  </a:lnTo>
                  <a:lnTo>
                    <a:pt x="7870" y="1740"/>
                  </a:lnTo>
                  <a:lnTo>
                    <a:pt x="8320" y="1755"/>
                  </a:lnTo>
                  <a:lnTo>
                    <a:pt x="8771" y="1770"/>
                  </a:lnTo>
                  <a:lnTo>
                    <a:pt x="9252" y="1781"/>
                  </a:lnTo>
                  <a:lnTo>
                    <a:pt x="9191" y="1633"/>
                  </a:lnTo>
                  <a:lnTo>
                    <a:pt x="9161" y="1490"/>
                  </a:lnTo>
                  <a:lnTo>
                    <a:pt x="9161" y="0"/>
                  </a:lnTo>
                  <a:close/>
                </a:path>
              </a:pathLst>
            </a:custGeom>
            <a:solidFill>
              <a:srgbClr val="4E1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8"/>
            <p:cNvSpPr/>
            <p:nvPr/>
          </p:nvSpPr>
          <p:spPr>
            <a:xfrm flipH="1">
              <a:off x="5808825" y="2520425"/>
              <a:ext cx="39228" cy="44525"/>
            </a:xfrm>
            <a:custGeom>
              <a:avLst/>
              <a:gdLst/>
              <a:ahLst/>
              <a:cxnLst/>
              <a:rect l="l" t="t" r="r" b="b"/>
              <a:pathLst>
                <a:path w="9252" h="1781" fill="none" extrusionOk="0">
                  <a:moveTo>
                    <a:pt x="9161" y="0"/>
                  </a:moveTo>
                  <a:lnTo>
                    <a:pt x="9161" y="1490"/>
                  </a:lnTo>
                  <a:lnTo>
                    <a:pt x="9161" y="1490"/>
                  </a:lnTo>
                  <a:lnTo>
                    <a:pt x="9191" y="1633"/>
                  </a:lnTo>
                  <a:lnTo>
                    <a:pt x="9252" y="1781"/>
                  </a:lnTo>
                  <a:lnTo>
                    <a:pt x="9252" y="1781"/>
                  </a:lnTo>
                  <a:lnTo>
                    <a:pt x="8771" y="1770"/>
                  </a:lnTo>
                  <a:lnTo>
                    <a:pt x="8320" y="1755"/>
                  </a:lnTo>
                  <a:lnTo>
                    <a:pt x="7870" y="1740"/>
                  </a:lnTo>
                  <a:lnTo>
                    <a:pt x="7419" y="1719"/>
                  </a:lnTo>
                  <a:lnTo>
                    <a:pt x="6969" y="1694"/>
                  </a:lnTo>
                  <a:lnTo>
                    <a:pt x="6518" y="1668"/>
                  </a:lnTo>
                  <a:lnTo>
                    <a:pt x="6098" y="1633"/>
                  </a:lnTo>
                  <a:lnTo>
                    <a:pt x="5677" y="1597"/>
                  </a:lnTo>
                  <a:lnTo>
                    <a:pt x="5287" y="1561"/>
                  </a:lnTo>
                  <a:lnTo>
                    <a:pt x="4897" y="1515"/>
                  </a:lnTo>
                  <a:lnTo>
                    <a:pt x="4506" y="1469"/>
                  </a:lnTo>
                  <a:lnTo>
                    <a:pt x="4116" y="1423"/>
                  </a:lnTo>
                  <a:lnTo>
                    <a:pt x="3755" y="1372"/>
                  </a:lnTo>
                  <a:lnTo>
                    <a:pt x="3425" y="1316"/>
                  </a:lnTo>
                  <a:lnTo>
                    <a:pt x="3064" y="1260"/>
                  </a:lnTo>
                  <a:lnTo>
                    <a:pt x="2764" y="1199"/>
                  </a:lnTo>
                  <a:lnTo>
                    <a:pt x="2434" y="1138"/>
                  </a:lnTo>
                  <a:lnTo>
                    <a:pt x="2163" y="1072"/>
                  </a:lnTo>
                  <a:lnTo>
                    <a:pt x="1863" y="1005"/>
                  </a:lnTo>
                  <a:lnTo>
                    <a:pt x="1623" y="939"/>
                  </a:lnTo>
                  <a:lnTo>
                    <a:pt x="1382" y="868"/>
                  </a:lnTo>
                  <a:lnTo>
                    <a:pt x="1142" y="796"/>
                  </a:lnTo>
                  <a:lnTo>
                    <a:pt x="932" y="725"/>
                  </a:lnTo>
                  <a:lnTo>
                    <a:pt x="752" y="648"/>
                  </a:lnTo>
                  <a:lnTo>
                    <a:pt x="572" y="572"/>
                  </a:lnTo>
                  <a:lnTo>
                    <a:pt x="421" y="495"/>
                  </a:lnTo>
                  <a:lnTo>
                    <a:pt x="301" y="419"/>
                  </a:lnTo>
                  <a:lnTo>
                    <a:pt x="211" y="337"/>
                  </a:lnTo>
                  <a:lnTo>
                    <a:pt x="121" y="255"/>
                  </a:lnTo>
                  <a:lnTo>
                    <a:pt x="61" y="179"/>
                  </a:lnTo>
                  <a:lnTo>
                    <a:pt x="31" y="97"/>
                  </a:lnTo>
                  <a:lnTo>
                    <a:pt x="1" y="11"/>
                  </a:lnTo>
                  <a:lnTo>
                    <a:pt x="1" y="11"/>
                  </a:lnTo>
                  <a:lnTo>
                    <a:pt x="1" y="0"/>
                  </a:lnTo>
                  <a:lnTo>
                    <a:pt x="916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8"/>
            <p:cNvSpPr/>
            <p:nvPr/>
          </p:nvSpPr>
          <p:spPr>
            <a:xfrm flipH="1">
              <a:off x="5755978" y="2520425"/>
              <a:ext cx="53233" cy="44525"/>
            </a:xfrm>
            <a:custGeom>
              <a:avLst/>
              <a:gdLst/>
              <a:ahLst/>
              <a:cxnLst/>
              <a:rect l="l" t="t" r="r" b="b"/>
              <a:pathLst>
                <a:path w="12555" h="1781" extrusionOk="0">
                  <a:moveTo>
                    <a:pt x="0" y="0"/>
                  </a:moveTo>
                  <a:lnTo>
                    <a:pt x="0" y="1490"/>
                  </a:lnTo>
                  <a:lnTo>
                    <a:pt x="30" y="1633"/>
                  </a:lnTo>
                  <a:lnTo>
                    <a:pt x="91" y="1781"/>
                  </a:lnTo>
                  <a:lnTo>
                    <a:pt x="1712" y="1781"/>
                  </a:lnTo>
                  <a:lnTo>
                    <a:pt x="2734" y="1770"/>
                  </a:lnTo>
                  <a:lnTo>
                    <a:pt x="3755" y="1755"/>
                  </a:lnTo>
                  <a:lnTo>
                    <a:pt x="4776" y="1724"/>
                  </a:lnTo>
                  <a:lnTo>
                    <a:pt x="5287" y="1709"/>
                  </a:lnTo>
                  <a:lnTo>
                    <a:pt x="5797" y="1689"/>
                  </a:lnTo>
                  <a:lnTo>
                    <a:pt x="6278" y="1663"/>
                  </a:lnTo>
                  <a:lnTo>
                    <a:pt x="6788" y="1638"/>
                  </a:lnTo>
                  <a:lnTo>
                    <a:pt x="7269" y="1607"/>
                  </a:lnTo>
                  <a:lnTo>
                    <a:pt x="7719" y="1571"/>
                  </a:lnTo>
                  <a:lnTo>
                    <a:pt x="8170" y="1531"/>
                  </a:lnTo>
                  <a:lnTo>
                    <a:pt x="8620" y="1485"/>
                  </a:lnTo>
                  <a:lnTo>
                    <a:pt x="9041" y="1439"/>
                  </a:lnTo>
                  <a:lnTo>
                    <a:pt x="9461" y="1383"/>
                  </a:lnTo>
                  <a:lnTo>
                    <a:pt x="9852" y="1327"/>
                  </a:lnTo>
                  <a:lnTo>
                    <a:pt x="10212" y="1265"/>
                  </a:lnTo>
                  <a:lnTo>
                    <a:pt x="10573" y="1194"/>
                  </a:lnTo>
                  <a:lnTo>
                    <a:pt x="10873" y="1117"/>
                  </a:lnTo>
                  <a:lnTo>
                    <a:pt x="11203" y="1041"/>
                  </a:lnTo>
                  <a:lnTo>
                    <a:pt x="11474" y="954"/>
                  </a:lnTo>
                  <a:lnTo>
                    <a:pt x="11714" y="857"/>
                  </a:lnTo>
                  <a:lnTo>
                    <a:pt x="11924" y="760"/>
                  </a:lnTo>
                  <a:lnTo>
                    <a:pt x="12134" y="653"/>
                  </a:lnTo>
                  <a:lnTo>
                    <a:pt x="12285" y="541"/>
                  </a:lnTo>
                  <a:lnTo>
                    <a:pt x="12405" y="419"/>
                  </a:lnTo>
                  <a:lnTo>
                    <a:pt x="12495" y="291"/>
                  </a:lnTo>
                  <a:lnTo>
                    <a:pt x="12555" y="159"/>
                  </a:lnTo>
                  <a:lnTo>
                    <a:pt x="12555" y="11"/>
                  </a:lnTo>
                  <a:lnTo>
                    <a:pt x="12555" y="0"/>
                  </a:lnTo>
                  <a:close/>
                </a:path>
              </a:pathLst>
            </a:custGeom>
            <a:solidFill>
              <a:srgbClr val="2C07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8"/>
            <p:cNvSpPr/>
            <p:nvPr/>
          </p:nvSpPr>
          <p:spPr>
            <a:xfrm flipH="1">
              <a:off x="5755978" y="2520425"/>
              <a:ext cx="53233" cy="44525"/>
            </a:xfrm>
            <a:custGeom>
              <a:avLst/>
              <a:gdLst/>
              <a:ahLst/>
              <a:cxnLst/>
              <a:rect l="l" t="t" r="r" b="b"/>
              <a:pathLst>
                <a:path w="12555" h="1781" fill="none" extrusionOk="0">
                  <a:moveTo>
                    <a:pt x="12555" y="0"/>
                  </a:moveTo>
                  <a:lnTo>
                    <a:pt x="12555" y="0"/>
                  </a:lnTo>
                  <a:lnTo>
                    <a:pt x="12555" y="11"/>
                  </a:lnTo>
                  <a:lnTo>
                    <a:pt x="12555" y="11"/>
                  </a:lnTo>
                  <a:lnTo>
                    <a:pt x="12555" y="159"/>
                  </a:lnTo>
                  <a:lnTo>
                    <a:pt x="12495" y="291"/>
                  </a:lnTo>
                  <a:lnTo>
                    <a:pt x="12405" y="419"/>
                  </a:lnTo>
                  <a:lnTo>
                    <a:pt x="12285" y="541"/>
                  </a:lnTo>
                  <a:lnTo>
                    <a:pt x="12134" y="653"/>
                  </a:lnTo>
                  <a:lnTo>
                    <a:pt x="11924" y="760"/>
                  </a:lnTo>
                  <a:lnTo>
                    <a:pt x="11714" y="857"/>
                  </a:lnTo>
                  <a:lnTo>
                    <a:pt x="11474" y="954"/>
                  </a:lnTo>
                  <a:lnTo>
                    <a:pt x="11203" y="1041"/>
                  </a:lnTo>
                  <a:lnTo>
                    <a:pt x="10873" y="1117"/>
                  </a:lnTo>
                  <a:lnTo>
                    <a:pt x="10573" y="1194"/>
                  </a:lnTo>
                  <a:lnTo>
                    <a:pt x="10212" y="1265"/>
                  </a:lnTo>
                  <a:lnTo>
                    <a:pt x="9852" y="1327"/>
                  </a:lnTo>
                  <a:lnTo>
                    <a:pt x="9461" y="1383"/>
                  </a:lnTo>
                  <a:lnTo>
                    <a:pt x="9041" y="1439"/>
                  </a:lnTo>
                  <a:lnTo>
                    <a:pt x="8620" y="1485"/>
                  </a:lnTo>
                  <a:lnTo>
                    <a:pt x="8170" y="1531"/>
                  </a:lnTo>
                  <a:lnTo>
                    <a:pt x="7719" y="1571"/>
                  </a:lnTo>
                  <a:lnTo>
                    <a:pt x="7269" y="1607"/>
                  </a:lnTo>
                  <a:lnTo>
                    <a:pt x="6788" y="1638"/>
                  </a:lnTo>
                  <a:lnTo>
                    <a:pt x="6278" y="1663"/>
                  </a:lnTo>
                  <a:lnTo>
                    <a:pt x="5797" y="1689"/>
                  </a:lnTo>
                  <a:lnTo>
                    <a:pt x="5287" y="1709"/>
                  </a:lnTo>
                  <a:lnTo>
                    <a:pt x="4776" y="1724"/>
                  </a:lnTo>
                  <a:lnTo>
                    <a:pt x="3755" y="1755"/>
                  </a:lnTo>
                  <a:lnTo>
                    <a:pt x="2734" y="1770"/>
                  </a:lnTo>
                  <a:lnTo>
                    <a:pt x="1712" y="1781"/>
                  </a:lnTo>
                  <a:lnTo>
                    <a:pt x="691" y="1781"/>
                  </a:lnTo>
                  <a:lnTo>
                    <a:pt x="691" y="1781"/>
                  </a:lnTo>
                  <a:lnTo>
                    <a:pt x="91" y="1781"/>
                  </a:lnTo>
                  <a:lnTo>
                    <a:pt x="91" y="1781"/>
                  </a:lnTo>
                  <a:lnTo>
                    <a:pt x="30" y="1633"/>
                  </a:lnTo>
                  <a:lnTo>
                    <a:pt x="0" y="1490"/>
                  </a:lnTo>
                  <a:lnTo>
                    <a:pt x="0" y="0"/>
                  </a:lnTo>
                  <a:lnTo>
                    <a:pt x="1255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8"/>
            <p:cNvSpPr/>
            <p:nvPr/>
          </p:nvSpPr>
          <p:spPr>
            <a:xfrm flipH="1">
              <a:off x="5719048" y="2211950"/>
              <a:ext cx="90418" cy="87775"/>
            </a:xfrm>
            <a:custGeom>
              <a:avLst/>
              <a:gdLst/>
              <a:ahLst/>
              <a:cxnLst/>
              <a:rect l="l" t="t" r="r" b="b"/>
              <a:pathLst>
                <a:path w="21325" h="3511" extrusionOk="0">
                  <a:moveTo>
                    <a:pt x="10452" y="1"/>
                  </a:moveTo>
                  <a:lnTo>
                    <a:pt x="10272" y="6"/>
                  </a:lnTo>
                  <a:lnTo>
                    <a:pt x="9551" y="11"/>
                  </a:lnTo>
                  <a:lnTo>
                    <a:pt x="8771" y="32"/>
                  </a:lnTo>
                  <a:lnTo>
                    <a:pt x="7930" y="62"/>
                  </a:lnTo>
                  <a:lnTo>
                    <a:pt x="7089" y="108"/>
                  </a:lnTo>
                  <a:lnTo>
                    <a:pt x="6638" y="134"/>
                  </a:lnTo>
                  <a:lnTo>
                    <a:pt x="6218" y="164"/>
                  </a:lnTo>
                  <a:lnTo>
                    <a:pt x="5767" y="200"/>
                  </a:lnTo>
                  <a:lnTo>
                    <a:pt x="5347" y="236"/>
                  </a:lnTo>
                  <a:lnTo>
                    <a:pt x="4926" y="281"/>
                  </a:lnTo>
                  <a:lnTo>
                    <a:pt x="4506" y="327"/>
                  </a:lnTo>
                  <a:lnTo>
                    <a:pt x="4085" y="378"/>
                  </a:lnTo>
                  <a:lnTo>
                    <a:pt x="3665" y="429"/>
                  </a:lnTo>
                  <a:lnTo>
                    <a:pt x="3274" y="491"/>
                  </a:lnTo>
                  <a:lnTo>
                    <a:pt x="2914" y="552"/>
                  </a:lnTo>
                  <a:lnTo>
                    <a:pt x="2523" y="618"/>
                  </a:lnTo>
                  <a:lnTo>
                    <a:pt x="2193" y="689"/>
                  </a:lnTo>
                  <a:lnTo>
                    <a:pt x="1863" y="766"/>
                  </a:lnTo>
                  <a:lnTo>
                    <a:pt x="1562" y="848"/>
                  </a:lnTo>
                  <a:lnTo>
                    <a:pt x="1262" y="929"/>
                  </a:lnTo>
                  <a:lnTo>
                    <a:pt x="992" y="1021"/>
                  </a:lnTo>
                  <a:lnTo>
                    <a:pt x="751" y="1113"/>
                  </a:lnTo>
                  <a:lnTo>
                    <a:pt x="541" y="1215"/>
                  </a:lnTo>
                  <a:lnTo>
                    <a:pt x="361" y="1317"/>
                  </a:lnTo>
                  <a:lnTo>
                    <a:pt x="211" y="1429"/>
                  </a:lnTo>
                  <a:lnTo>
                    <a:pt x="121" y="1541"/>
                  </a:lnTo>
                  <a:lnTo>
                    <a:pt x="30" y="1664"/>
                  </a:lnTo>
                  <a:lnTo>
                    <a:pt x="0" y="1786"/>
                  </a:lnTo>
                  <a:lnTo>
                    <a:pt x="0" y="1919"/>
                  </a:lnTo>
                  <a:lnTo>
                    <a:pt x="511" y="1929"/>
                  </a:lnTo>
                  <a:lnTo>
                    <a:pt x="1022" y="1944"/>
                  </a:lnTo>
                  <a:lnTo>
                    <a:pt x="1532" y="1960"/>
                  </a:lnTo>
                  <a:lnTo>
                    <a:pt x="2043" y="1980"/>
                  </a:lnTo>
                  <a:lnTo>
                    <a:pt x="3064" y="2031"/>
                  </a:lnTo>
                  <a:lnTo>
                    <a:pt x="4025" y="2092"/>
                  </a:lnTo>
                  <a:lnTo>
                    <a:pt x="4956" y="2164"/>
                  </a:lnTo>
                  <a:lnTo>
                    <a:pt x="5857" y="2245"/>
                  </a:lnTo>
                  <a:lnTo>
                    <a:pt x="6698" y="2337"/>
                  </a:lnTo>
                  <a:lnTo>
                    <a:pt x="7119" y="2383"/>
                  </a:lnTo>
                  <a:lnTo>
                    <a:pt x="7509" y="2434"/>
                  </a:lnTo>
                  <a:lnTo>
                    <a:pt x="7749" y="2470"/>
                  </a:lnTo>
                  <a:lnTo>
                    <a:pt x="8020" y="2510"/>
                  </a:lnTo>
                  <a:lnTo>
                    <a:pt x="8230" y="2551"/>
                  </a:lnTo>
                  <a:lnTo>
                    <a:pt x="8440" y="2597"/>
                  </a:lnTo>
                  <a:lnTo>
                    <a:pt x="8650" y="2643"/>
                  </a:lnTo>
                  <a:lnTo>
                    <a:pt x="8831" y="2694"/>
                  </a:lnTo>
                  <a:lnTo>
                    <a:pt x="9191" y="2796"/>
                  </a:lnTo>
                  <a:lnTo>
                    <a:pt x="9461" y="2908"/>
                  </a:lnTo>
                  <a:lnTo>
                    <a:pt x="9702" y="3026"/>
                  </a:lnTo>
                  <a:lnTo>
                    <a:pt x="9882" y="3143"/>
                  </a:lnTo>
                  <a:lnTo>
                    <a:pt x="10032" y="3270"/>
                  </a:lnTo>
                  <a:lnTo>
                    <a:pt x="10693" y="3276"/>
                  </a:lnTo>
                  <a:lnTo>
                    <a:pt x="11384" y="3286"/>
                  </a:lnTo>
                  <a:lnTo>
                    <a:pt x="12104" y="3306"/>
                  </a:lnTo>
                  <a:lnTo>
                    <a:pt x="12795" y="3332"/>
                  </a:lnTo>
                  <a:lnTo>
                    <a:pt x="13516" y="3367"/>
                  </a:lnTo>
                  <a:lnTo>
                    <a:pt x="14267" y="3408"/>
                  </a:lnTo>
                  <a:lnTo>
                    <a:pt x="15018" y="3454"/>
                  </a:lnTo>
                  <a:lnTo>
                    <a:pt x="15769" y="3510"/>
                  </a:lnTo>
                  <a:lnTo>
                    <a:pt x="16309" y="3464"/>
                  </a:lnTo>
                  <a:lnTo>
                    <a:pt x="16880" y="3413"/>
                  </a:lnTo>
                  <a:lnTo>
                    <a:pt x="17421" y="3357"/>
                  </a:lnTo>
                  <a:lnTo>
                    <a:pt x="17931" y="3291"/>
                  </a:lnTo>
                  <a:lnTo>
                    <a:pt x="18412" y="3214"/>
                  </a:lnTo>
                  <a:lnTo>
                    <a:pt x="18892" y="3138"/>
                  </a:lnTo>
                  <a:lnTo>
                    <a:pt x="19313" y="3046"/>
                  </a:lnTo>
                  <a:lnTo>
                    <a:pt x="19733" y="2949"/>
                  </a:lnTo>
                  <a:lnTo>
                    <a:pt x="20094" y="2847"/>
                  </a:lnTo>
                  <a:lnTo>
                    <a:pt x="20424" y="2730"/>
                  </a:lnTo>
                  <a:lnTo>
                    <a:pt x="20694" y="2607"/>
                  </a:lnTo>
                  <a:lnTo>
                    <a:pt x="20935" y="2475"/>
                  </a:lnTo>
                  <a:lnTo>
                    <a:pt x="21115" y="2332"/>
                  </a:lnTo>
                  <a:lnTo>
                    <a:pt x="21235" y="2179"/>
                  </a:lnTo>
                  <a:lnTo>
                    <a:pt x="21325" y="2016"/>
                  </a:lnTo>
                  <a:lnTo>
                    <a:pt x="21325" y="1837"/>
                  </a:lnTo>
                  <a:lnTo>
                    <a:pt x="21295" y="1689"/>
                  </a:lnTo>
                  <a:lnTo>
                    <a:pt x="21205" y="1546"/>
                  </a:lnTo>
                  <a:lnTo>
                    <a:pt x="21085" y="1409"/>
                  </a:lnTo>
                  <a:lnTo>
                    <a:pt x="20935" y="1281"/>
                  </a:lnTo>
                  <a:lnTo>
                    <a:pt x="20754" y="1164"/>
                  </a:lnTo>
                  <a:lnTo>
                    <a:pt x="20544" y="1052"/>
                  </a:lnTo>
                  <a:lnTo>
                    <a:pt x="20304" y="950"/>
                  </a:lnTo>
                  <a:lnTo>
                    <a:pt x="20034" y="853"/>
                  </a:lnTo>
                  <a:lnTo>
                    <a:pt x="19733" y="761"/>
                  </a:lnTo>
                  <a:lnTo>
                    <a:pt x="19403" y="679"/>
                  </a:lnTo>
                  <a:lnTo>
                    <a:pt x="19072" y="598"/>
                  </a:lnTo>
                  <a:lnTo>
                    <a:pt x="18712" y="526"/>
                  </a:lnTo>
                  <a:lnTo>
                    <a:pt x="18352" y="460"/>
                  </a:lnTo>
                  <a:lnTo>
                    <a:pt x="17931" y="404"/>
                  </a:lnTo>
                  <a:lnTo>
                    <a:pt x="17541" y="348"/>
                  </a:lnTo>
                  <a:lnTo>
                    <a:pt x="17120" y="297"/>
                  </a:lnTo>
                  <a:lnTo>
                    <a:pt x="16700" y="256"/>
                  </a:lnTo>
                  <a:lnTo>
                    <a:pt x="16279" y="215"/>
                  </a:lnTo>
                  <a:lnTo>
                    <a:pt x="15829" y="179"/>
                  </a:lnTo>
                  <a:lnTo>
                    <a:pt x="15378" y="144"/>
                  </a:lnTo>
                  <a:lnTo>
                    <a:pt x="14928" y="118"/>
                  </a:lnTo>
                  <a:lnTo>
                    <a:pt x="14477" y="93"/>
                  </a:lnTo>
                  <a:lnTo>
                    <a:pt x="13606" y="57"/>
                  </a:lnTo>
                  <a:lnTo>
                    <a:pt x="12735" y="32"/>
                  </a:lnTo>
                  <a:lnTo>
                    <a:pt x="11924" y="16"/>
                  </a:lnTo>
                  <a:lnTo>
                    <a:pt x="11143" y="6"/>
                  </a:lnTo>
                  <a:lnTo>
                    <a:pt x="10452" y="1"/>
                  </a:lnTo>
                  <a:close/>
                </a:path>
              </a:pathLst>
            </a:custGeom>
            <a:solidFill>
              <a:srgbClr val="7091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8"/>
            <p:cNvSpPr/>
            <p:nvPr/>
          </p:nvSpPr>
          <p:spPr>
            <a:xfrm flipH="1">
              <a:off x="5719048" y="2211950"/>
              <a:ext cx="90418" cy="87775"/>
            </a:xfrm>
            <a:custGeom>
              <a:avLst/>
              <a:gdLst/>
              <a:ahLst/>
              <a:cxnLst/>
              <a:rect l="l" t="t" r="r" b="b"/>
              <a:pathLst>
                <a:path w="21325" h="3511" fill="none" extrusionOk="0">
                  <a:moveTo>
                    <a:pt x="10452" y="1"/>
                  </a:moveTo>
                  <a:lnTo>
                    <a:pt x="10452" y="1"/>
                  </a:lnTo>
                  <a:lnTo>
                    <a:pt x="11143" y="6"/>
                  </a:lnTo>
                  <a:lnTo>
                    <a:pt x="11924" y="16"/>
                  </a:lnTo>
                  <a:lnTo>
                    <a:pt x="12735" y="32"/>
                  </a:lnTo>
                  <a:lnTo>
                    <a:pt x="13606" y="57"/>
                  </a:lnTo>
                  <a:lnTo>
                    <a:pt x="14477" y="93"/>
                  </a:lnTo>
                  <a:lnTo>
                    <a:pt x="14928" y="118"/>
                  </a:lnTo>
                  <a:lnTo>
                    <a:pt x="15378" y="144"/>
                  </a:lnTo>
                  <a:lnTo>
                    <a:pt x="15829" y="179"/>
                  </a:lnTo>
                  <a:lnTo>
                    <a:pt x="16279" y="215"/>
                  </a:lnTo>
                  <a:lnTo>
                    <a:pt x="16700" y="256"/>
                  </a:lnTo>
                  <a:lnTo>
                    <a:pt x="17120" y="297"/>
                  </a:lnTo>
                  <a:lnTo>
                    <a:pt x="17541" y="348"/>
                  </a:lnTo>
                  <a:lnTo>
                    <a:pt x="17931" y="404"/>
                  </a:lnTo>
                  <a:lnTo>
                    <a:pt x="18352" y="460"/>
                  </a:lnTo>
                  <a:lnTo>
                    <a:pt x="18712" y="526"/>
                  </a:lnTo>
                  <a:lnTo>
                    <a:pt x="19072" y="598"/>
                  </a:lnTo>
                  <a:lnTo>
                    <a:pt x="19403" y="679"/>
                  </a:lnTo>
                  <a:lnTo>
                    <a:pt x="19733" y="761"/>
                  </a:lnTo>
                  <a:lnTo>
                    <a:pt x="20034" y="853"/>
                  </a:lnTo>
                  <a:lnTo>
                    <a:pt x="20304" y="950"/>
                  </a:lnTo>
                  <a:lnTo>
                    <a:pt x="20544" y="1052"/>
                  </a:lnTo>
                  <a:lnTo>
                    <a:pt x="20754" y="1164"/>
                  </a:lnTo>
                  <a:lnTo>
                    <a:pt x="20935" y="1281"/>
                  </a:lnTo>
                  <a:lnTo>
                    <a:pt x="21085" y="1409"/>
                  </a:lnTo>
                  <a:lnTo>
                    <a:pt x="21205" y="1546"/>
                  </a:lnTo>
                  <a:lnTo>
                    <a:pt x="21295" y="1689"/>
                  </a:lnTo>
                  <a:lnTo>
                    <a:pt x="21325" y="1837"/>
                  </a:lnTo>
                  <a:lnTo>
                    <a:pt x="21325" y="1837"/>
                  </a:lnTo>
                  <a:lnTo>
                    <a:pt x="21325" y="2016"/>
                  </a:lnTo>
                  <a:lnTo>
                    <a:pt x="21235" y="2179"/>
                  </a:lnTo>
                  <a:lnTo>
                    <a:pt x="21115" y="2332"/>
                  </a:lnTo>
                  <a:lnTo>
                    <a:pt x="20935" y="2475"/>
                  </a:lnTo>
                  <a:lnTo>
                    <a:pt x="20694" y="2607"/>
                  </a:lnTo>
                  <a:lnTo>
                    <a:pt x="20424" y="2730"/>
                  </a:lnTo>
                  <a:lnTo>
                    <a:pt x="20094" y="2847"/>
                  </a:lnTo>
                  <a:lnTo>
                    <a:pt x="19733" y="2949"/>
                  </a:lnTo>
                  <a:lnTo>
                    <a:pt x="19313" y="3046"/>
                  </a:lnTo>
                  <a:lnTo>
                    <a:pt x="18892" y="3138"/>
                  </a:lnTo>
                  <a:lnTo>
                    <a:pt x="18412" y="3214"/>
                  </a:lnTo>
                  <a:lnTo>
                    <a:pt x="17931" y="3291"/>
                  </a:lnTo>
                  <a:lnTo>
                    <a:pt x="17421" y="3357"/>
                  </a:lnTo>
                  <a:lnTo>
                    <a:pt x="16880" y="3413"/>
                  </a:lnTo>
                  <a:lnTo>
                    <a:pt x="16309" y="3464"/>
                  </a:lnTo>
                  <a:lnTo>
                    <a:pt x="15769" y="3510"/>
                  </a:lnTo>
                  <a:lnTo>
                    <a:pt x="15769" y="3510"/>
                  </a:lnTo>
                  <a:lnTo>
                    <a:pt x="15018" y="3454"/>
                  </a:lnTo>
                  <a:lnTo>
                    <a:pt x="14267" y="3408"/>
                  </a:lnTo>
                  <a:lnTo>
                    <a:pt x="13516" y="3367"/>
                  </a:lnTo>
                  <a:lnTo>
                    <a:pt x="12795" y="3332"/>
                  </a:lnTo>
                  <a:lnTo>
                    <a:pt x="12104" y="3306"/>
                  </a:lnTo>
                  <a:lnTo>
                    <a:pt x="11384" y="3286"/>
                  </a:lnTo>
                  <a:lnTo>
                    <a:pt x="10693" y="3276"/>
                  </a:lnTo>
                  <a:lnTo>
                    <a:pt x="10032" y="3270"/>
                  </a:lnTo>
                  <a:lnTo>
                    <a:pt x="10032" y="3270"/>
                  </a:lnTo>
                  <a:lnTo>
                    <a:pt x="9882" y="3143"/>
                  </a:lnTo>
                  <a:lnTo>
                    <a:pt x="9702" y="3026"/>
                  </a:lnTo>
                  <a:lnTo>
                    <a:pt x="9461" y="2908"/>
                  </a:lnTo>
                  <a:lnTo>
                    <a:pt x="9191" y="2796"/>
                  </a:lnTo>
                  <a:lnTo>
                    <a:pt x="8831" y="2694"/>
                  </a:lnTo>
                  <a:lnTo>
                    <a:pt x="8650" y="2643"/>
                  </a:lnTo>
                  <a:lnTo>
                    <a:pt x="8440" y="2597"/>
                  </a:lnTo>
                  <a:lnTo>
                    <a:pt x="8230" y="2551"/>
                  </a:lnTo>
                  <a:lnTo>
                    <a:pt x="8020" y="2510"/>
                  </a:lnTo>
                  <a:lnTo>
                    <a:pt x="7749" y="2470"/>
                  </a:lnTo>
                  <a:lnTo>
                    <a:pt x="7509" y="2434"/>
                  </a:lnTo>
                  <a:lnTo>
                    <a:pt x="7509" y="2434"/>
                  </a:lnTo>
                  <a:lnTo>
                    <a:pt x="7119" y="2383"/>
                  </a:lnTo>
                  <a:lnTo>
                    <a:pt x="6698" y="2337"/>
                  </a:lnTo>
                  <a:lnTo>
                    <a:pt x="5857" y="2245"/>
                  </a:lnTo>
                  <a:lnTo>
                    <a:pt x="4956" y="2164"/>
                  </a:lnTo>
                  <a:lnTo>
                    <a:pt x="4025" y="2092"/>
                  </a:lnTo>
                  <a:lnTo>
                    <a:pt x="3064" y="2031"/>
                  </a:lnTo>
                  <a:lnTo>
                    <a:pt x="2043" y="1980"/>
                  </a:lnTo>
                  <a:lnTo>
                    <a:pt x="1532" y="1960"/>
                  </a:lnTo>
                  <a:lnTo>
                    <a:pt x="1022" y="1944"/>
                  </a:lnTo>
                  <a:lnTo>
                    <a:pt x="511" y="1929"/>
                  </a:lnTo>
                  <a:lnTo>
                    <a:pt x="0" y="1919"/>
                  </a:lnTo>
                  <a:lnTo>
                    <a:pt x="0" y="1919"/>
                  </a:lnTo>
                  <a:lnTo>
                    <a:pt x="0" y="1786"/>
                  </a:lnTo>
                  <a:lnTo>
                    <a:pt x="30" y="1664"/>
                  </a:lnTo>
                  <a:lnTo>
                    <a:pt x="121" y="1541"/>
                  </a:lnTo>
                  <a:lnTo>
                    <a:pt x="211" y="1429"/>
                  </a:lnTo>
                  <a:lnTo>
                    <a:pt x="361" y="1317"/>
                  </a:lnTo>
                  <a:lnTo>
                    <a:pt x="541" y="1215"/>
                  </a:lnTo>
                  <a:lnTo>
                    <a:pt x="751" y="1113"/>
                  </a:lnTo>
                  <a:lnTo>
                    <a:pt x="992" y="1021"/>
                  </a:lnTo>
                  <a:lnTo>
                    <a:pt x="1262" y="929"/>
                  </a:lnTo>
                  <a:lnTo>
                    <a:pt x="1562" y="848"/>
                  </a:lnTo>
                  <a:lnTo>
                    <a:pt x="1863" y="766"/>
                  </a:lnTo>
                  <a:lnTo>
                    <a:pt x="2193" y="689"/>
                  </a:lnTo>
                  <a:lnTo>
                    <a:pt x="2523" y="618"/>
                  </a:lnTo>
                  <a:lnTo>
                    <a:pt x="2914" y="552"/>
                  </a:lnTo>
                  <a:lnTo>
                    <a:pt x="3274" y="491"/>
                  </a:lnTo>
                  <a:lnTo>
                    <a:pt x="3665" y="429"/>
                  </a:lnTo>
                  <a:lnTo>
                    <a:pt x="4085" y="378"/>
                  </a:lnTo>
                  <a:lnTo>
                    <a:pt x="4506" y="327"/>
                  </a:lnTo>
                  <a:lnTo>
                    <a:pt x="4926" y="281"/>
                  </a:lnTo>
                  <a:lnTo>
                    <a:pt x="5347" y="236"/>
                  </a:lnTo>
                  <a:lnTo>
                    <a:pt x="5767" y="200"/>
                  </a:lnTo>
                  <a:lnTo>
                    <a:pt x="6218" y="164"/>
                  </a:lnTo>
                  <a:lnTo>
                    <a:pt x="6638" y="134"/>
                  </a:lnTo>
                  <a:lnTo>
                    <a:pt x="7089" y="108"/>
                  </a:lnTo>
                  <a:lnTo>
                    <a:pt x="7930" y="62"/>
                  </a:lnTo>
                  <a:lnTo>
                    <a:pt x="8771" y="32"/>
                  </a:lnTo>
                  <a:lnTo>
                    <a:pt x="9551" y="11"/>
                  </a:lnTo>
                  <a:lnTo>
                    <a:pt x="10272" y="6"/>
                  </a:lnTo>
                  <a:lnTo>
                    <a:pt x="10272" y="6"/>
                  </a:lnTo>
                  <a:lnTo>
                    <a:pt x="1045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8"/>
            <p:cNvSpPr/>
            <p:nvPr/>
          </p:nvSpPr>
          <p:spPr>
            <a:xfrm flipH="1">
              <a:off x="5742605" y="2293700"/>
              <a:ext cx="24329" cy="10350"/>
            </a:xfrm>
            <a:custGeom>
              <a:avLst/>
              <a:gdLst/>
              <a:ahLst/>
              <a:cxnLst/>
              <a:rect l="l" t="t" r="r" b="b"/>
              <a:pathLst>
                <a:path w="5738" h="414" extrusionOk="0">
                  <a:moveTo>
                    <a:pt x="1" y="0"/>
                  </a:moveTo>
                  <a:lnTo>
                    <a:pt x="91" y="102"/>
                  </a:lnTo>
                  <a:lnTo>
                    <a:pt x="151" y="204"/>
                  </a:lnTo>
                  <a:lnTo>
                    <a:pt x="181" y="312"/>
                  </a:lnTo>
                  <a:lnTo>
                    <a:pt x="211" y="414"/>
                  </a:lnTo>
                  <a:lnTo>
                    <a:pt x="1142" y="414"/>
                  </a:lnTo>
                  <a:lnTo>
                    <a:pt x="1743" y="408"/>
                  </a:lnTo>
                  <a:lnTo>
                    <a:pt x="2404" y="393"/>
                  </a:lnTo>
                  <a:lnTo>
                    <a:pt x="3065" y="378"/>
                  </a:lnTo>
                  <a:lnTo>
                    <a:pt x="3725" y="352"/>
                  </a:lnTo>
                  <a:lnTo>
                    <a:pt x="4386" y="322"/>
                  </a:lnTo>
                  <a:lnTo>
                    <a:pt x="5077" y="286"/>
                  </a:lnTo>
                  <a:lnTo>
                    <a:pt x="5738" y="240"/>
                  </a:lnTo>
                  <a:lnTo>
                    <a:pt x="4987" y="184"/>
                  </a:lnTo>
                  <a:lnTo>
                    <a:pt x="4236" y="138"/>
                  </a:lnTo>
                  <a:lnTo>
                    <a:pt x="3485" y="97"/>
                  </a:lnTo>
                  <a:lnTo>
                    <a:pt x="2764" y="62"/>
                  </a:lnTo>
                  <a:lnTo>
                    <a:pt x="2073" y="36"/>
                  </a:lnTo>
                  <a:lnTo>
                    <a:pt x="1353" y="16"/>
                  </a:lnTo>
                  <a:lnTo>
                    <a:pt x="662" y="6"/>
                  </a:lnTo>
                  <a:lnTo>
                    <a:pt x="1" y="0"/>
                  </a:lnTo>
                  <a:close/>
                </a:path>
              </a:pathLst>
            </a:custGeom>
            <a:solidFill>
              <a:srgbClr val="3F3D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8"/>
            <p:cNvSpPr/>
            <p:nvPr/>
          </p:nvSpPr>
          <p:spPr>
            <a:xfrm flipH="1">
              <a:off x="5742605" y="2293700"/>
              <a:ext cx="24329" cy="10350"/>
            </a:xfrm>
            <a:custGeom>
              <a:avLst/>
              <a:gdLst/>
              <a:ahLst/>
              <a:cxnLst/>
              <a:rect l="l" t="t" r="r" b="b"/>
              <a:pathLst>
                <a:path w="5738" h="414" fill="none" extrusionOk="0">
                  <a:moveTo>
                    <a:pt x="1" y="0"/>
                  </a:moveTo>
                  <a:lnTo>
                    <a:pt x="1" y="0"/>
                  </a:lnTo>
                  <a:lnTo>
                    <a:pt x="662" y="6"/>
                  </a:lnTo>
                  <a:lnTo>
                    <a:pt x="1353" y="16"/>
                  </a:lnTo>
                  <a:lnTo>
                    <a:pt x="2073" y="36"/>
                  </a:lnTo>
                  <a:lnTo>
                    <a:pt x="2764" y="62"/>
                  </a:lnTo>
                  <a:lnTo>
                    <a:pt x="3485" y="97"/>
                  </a:lnTo>
                  <a:lnTo>
                    <a:pt x="4236" y="138"/>
                  </a:lnTo>
                  <a:lnTo>
                    <a:pt x="4987" y="184"/>
                  </a:lnTo>
                  <a:lnTo>
                    <a:pt x="5738" y="240"/>
                  </a:lnTo>
                  <a:lnTo>
                    <a:pt x="5738" y="240"/>
                  </a:lnTo>
                  <a:lnTo>
                    <a:pt x="5077" y="286"/>
                  </a:lnTo>
                  <a:lnTo>
                    <a:pt x="4386" y="322"/>
                  </a:lnTo>
                  <a:lnTo>
                    <a:pt x="3725" y="352"/>
                  </a:lnTo>
                  <a:lnTo>
                    <a:pt x="3065" y="378"/>
                  </a:lnTo>
                  <a:lnTo>
                    <a:pt x="2404" y="393"/>
                  </a:lnTo>
                  <a:lnTo>
                    <a:pt x="1743" y="408"/>
                  </a:lnTo>
                  <a:lnTo>
                    <a:pt x="1142" y="414"/>
                  </a:lnTo>
                  <a:lnTo>
                    <a:pt x="542" y="414"/>
                  </a:lnTo>
                  <a:lnTo>
                    <a:pt x="542" y="414"/>
                  </a:lnTo>
                  <a:lnTo>
                    <a:pt x="211" y="414"/>
                  </a:lnTo>
                  <a:lnTo>
                    <a:pt x="211" y="414"/>
                  </a:lnTo>
                  <a:lnTo>
                    <a:pt x="181" y="312"/>
                  </a:lnTo>
                  <a:lnTo>
                    <a:pt x="151" y="204"/>
                  </a:lnTo>
                  <a:lnTo>
                    <a:pt x="91" y="102"/>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8"/>
            <p:cNvSpPr/>
            <p:nvPr/>
          </p:nvSpPr>
          <p:spPr>
            <a:xfrm flipH="1">
              <a:off x="5766930" y="2259900"/>
              <a:ext cx="42536" cy="39300"/>
            </a:xfrm>
            <a:custGeom>
              <a:avLst/>
              <a:gdLst/>
              <a:ahLst/>
              <a:cxnLst/>
              <a:rect l="l" t="t" r="r" b="b"/>
              <a:pathLst>
                <a:path w="10032" h="1572" extrusionOk="0">
                  <a:moveTo>
                    <a:pt x="0" y="1"/>
                  </a:moveTo>
                  <a:lnTo>
                    <a:pt x="0" y="26"/>
                  </a:lnTo>
                  <a:lnTo>
                    <a:pt x="60" y="195"/>
                  </a:lnTo>
                  <a:lnTo>
                    <a:pt x="151" y="353"/>
                  </a:lnTo>
                  <a:lnTo>
                    <a:pt x="301" y="496"/>
                  </a:lnTo>
                  <a:lnTo>
                    <a:pt x="481" y="628"/>
                  </a:lnTo>
                  <a:lnTo>
                    <a:pt x="691" y="756"/>
                  </a:lnTo>
                  <a:lnTo>
                    <a:pt x="931" y="868"/>
                  </a:lnTo>
                  <a:lnTo>
                    <a:pt x="1232" y="975"/>
                  </a:lnTo>
                  <a:lnTo>
                    <a:pt x="1532" y="1072"/>
                  </a:lnTo>
                  <a:lnTo>
                    <a:pt x="1863" y="1159"/>
                  </a:lnTo>
                  <a:lnTo>
                    <a:pt x="2253" y="1235"/>
                  </a:lnTo>
                  <a:lnTo>
                    <a:pt x="2613" y="1312"/>
                  </a:lnTo>
                  <a:lnTo>
                    <a:pt x="3034" y="1373"/>
                  </a:lnTo>
                  <a:lnTo>
                    <a:pt x="3454" y="1434"/>
                  </a:lnTo>
                  <a:lnTo>
                    <a:pt x="3905" y="1485"/>
                  </a:lnTo>
                  <a:lnTo>
                    <a:pt x="4355" y="1531"/>
                  </a:lnTo>
                  <a:lnTo>
                    <a:pt x="4836" y="1572"/>
                  </a:lnTo>
                  <a:lnTo>
                    <a:pt x="5407" y="1521"/>
                  </a:lnTo>
                  <a:lnTo>
                    <a:pt x="5977" y="1475"/>
                  </a:lnTo>
                  <a:lnTo>
                    <a:pt x="6578" y="1439"/>
                  </a:lnTo>
                  <a:lnTo>
                    <a:pt x="7179" y="1409"/>
                  </a:lnTo>
                  <a:lnTo>
                    <a:pt x="7809" y="1383"/>
                  </a:lnTo>
                  <a:lnTo>
                    <a:pt x="8470" y="1363"/>
                  </a:lnTo>
                  <a:lnTo>
                    <a:pt x="9131" y="1352"/>
                  </a:lnTo>
                  <a:lnTo>
                    <a:pt x="10032" y="1352"/>
                  </a:lnTo>
                  <a:lnTo>
                    <a:pt x="9882" y="1225"/>
                  </a:lnTo>
                  <a:lnTo>
                    <a:pt x="9702" y="1108"/>
                  </a:lnTo>
                  <a:lnTo>
                    <a:pt x="9461" y="990"/>
                  </a:lnTo>
                  <a:lnTo>
                    <a:pt x="9191" y="878"/>
                  </a:lnTo>
                  <a:lnTo>
                    <a:pt x="8831" y="776"/>
                  </a:lnTo>
                  <a:lnTo>
                    <a:pt x="8650" y="725"/>
                  </a:lnTo>
                  <a:lnTo>
                    <a:pt x="8440" y="679"/>
                  </a:lnTo>
                  <a:lnTo>
                    <a:pt x="8230" y="633"/>
                  </a:lnTo>
                  <a:lnTo>
                    <a:pt x="8020" y="592"/>
                  </a:lnTo>
                  <a:lnTo>
                    <a:pt x="7749" y="552"/>
                  </a:lnTo>
                  <a:lnTo>
                    <a:pt x="7509" y="516"/>
                  </a:lnTo>
                  <a:lnTo>
                    <a:pt x="7119" y="465"/>
                  </a:lnTo>
                  <a:lnTo>
                    <a:pt x="6698" y="419"/>
                  </a:lnTo>
                  <a:lnTo>
                    <a:pt x="5857" y="327"/>
                  </a:lnTo>
                  <a:lnTo>
                    <a:pt x="4956" y="246"/>
                  </a:lnTo>
                  <a:lnTo>
                    <a:pt x="4025" y="174"/>
                  </a:lnTo>
                  <a:lnTo>
                    <a:pt x="3064" y="113"/>
                  </a:lnTo>
                  <a:lnTo>
                    <a:pt x="2043" y="62"/>
                  </a:lnTo>
                  <a:lnTo>
                    <a:pt x="1532" y="42"/>
                  </a:lnTo>
                  <a:lnTo>
                    <a:pt x="1022" y="26"/>
                  </a:lnTo>
                  <a:lnTo>
                    <a:pt x="511" y="11"/>
                  </a:lnTo>
                  <a:lnTo>
                    <a:pt x="0" y="1"/>
                  </a:lnTo>
                  <a:close/>
                </a:path>
              </a:pathLst>
            </a:custGeom>
            <a:solidFill>
              <a:srgbClr val="3D17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8"/>
            <p:cNvSpPr/>
            <p:nvPr/>
          </p:nvSpPr>
          <p:spPr>
            <a:xfrm flipH="1">
              <a:off x="5766930" y="2259900"/>
              <a:ext cx="42536" cy="39300"/>
            </a:xfrm>
            <a:custGeom>
              <a:avLst/>
              <a:gdLst/>
              <a:ahLst/>
              <a:cxnLst/>
              <a:rect l="l" t="t" r="r" b="b"/>
              <a:pathLst>
                <a:path w="10032" h="1572" fill="none" extrusionOk="0">
                  <a:moveTo>
                    <a:pt x="0" y="1"/>
                  </a:moveTo>
                  <a:lnTo>
                    <a:pt x="0" y="1"/>
                  </a:lnTo>
                  <a:lnTo>
                    <a:pt x="511" y="11"/>
                  </a:lnTo>
                  <a:lnTo>
                    <a:pt x="1022" y="26"/>
                  </a:lnTo>
                  <a:lnTo>
                    <a:pt x="1532" y="42"/>
                  </a:lnTo>
                  <a:lnTo>
                    <a:pt x="2043" y="62"/>
                  </a:lnTo>
                  <a:lnTo>
                    <a:pt x="3064" y="113"/>
                  </a:lnTo>
                  <a:lnTo>
                    <a:pt x="4025" y="174"/>
                  </a:lnTo>
                  <a:lnTo>
                    <a:pt x="4956" y="246"/>
                  </a:lnTo>
                  <a:lnTo>
                    <a:pt x="5857" y="327"/>
                  </a:lnTo>
                  <a:lnTo>
                    <a:pt x="6698" y="419"/>
                  </a:lnTo>
                  <a:lnTo>
                    <a:pt x="7119" y="465"/>
                  </a:lnTo>
                  <a:lnTo>
                    <a:pt x="7509" y="516"/>
                  </a:lnTo>
                  <a:lnTo>
                    <a:pt x="7509" y="516"/>
                  </a:lnTo>
                  <a:lnTo>
                    <a:pt x="7749" y="552"/>
                  </a:lnTo>
                  <a:lnTo>
                    <a:pt x="8020" y="592"/>
                  </a:lnTo>
                  <a:lnTo>
                    <a:pt x="8230" y="633"/>
                  </a:lnTo>
                  <a:lnTo>
                    <a:pt x="8440" y="679"/>
                  </a:lnTo>
                  <a:lnTo>
                    <a:pt x="8650" y="725"/>
                  </a:lnTo>
                  <a:lnTo>
                    <a:pt x="8831" y="776"/>
                  </a:lnTo>
                  <a:lnTo>
                    <a:pt x="9191" y="878"/>
                  </a:lnTo>
                  <a:lnTo>
                    <a:pt x="9461" y="990"/>
                  </a:lnTo>
                  <a:lnTo>
                    <a:pt x="9702" y="1108"/>
                  </a:lnTo>
                  <a:lnTo>
                    <a:pt x="9882" y="1225"/>
                  </a:lnTo>
                  <a:lnTo>
                    <a:pt x="10032" y="1352"/>
                  </a:lnTo>
                  <a:lnTo>
                    <a:pt x="10032" y="1352"/>
                  </a:lnTo>
                  <a:lnTo>
                    <a:pt x="9822" y="1352"/>
                  </a:lnTo>
                  <a:lnTo>
                    <a:pt x="9822" y="1352"/>
                  </a:lnTo>
                  <a:lnTo>
                    <a:pt x="9131" y="1352"/>
                  </a:lnTo>
                  <a:lnTo>
                    <a:pt x="8470" y="1363"/>
                  </a:lnTo>
                  <a:lnTo>
                    <a:pt x="7809" y="1383"/>
                  </a:lnTo>
                  <a:lnTo>
                    <a:pt x="7179" y="1409"/>
                  </a:lnTo>
                  <a:lnTo>
                    <a:pt x="6578" y="1439"/>
                  </a:lnTo>
                  <a:lnTo>
                    <a:pt x="5977" y="1475"/>
                  </a:lnTo>
                  <a:lnTo>
                    <a:pt x="5407" y="1521"/>
                  </a:lnTo>
                  <a:lnTo>
                    <a:pt x="4836" y="1572"/>
                  </a:lnTo>
                  <a:lnTo>
                    <a:pt x="4836" y="1572"/>
                  </a:lnTo>
                  <a:lnTo>
                    <a:pt x="4355" y="1531"/>
                  </a:lnTo>
                  <a:lnTo>
                    <a:pt x="3905" y="1485"/>
                  </a:lnTo>
                  <a:lnTo>
                    <a:pt x="3454" y="1434"/>
                  </a:lnTo>
                  <a:lnTo>
                    <a:pt x="3034" y="1373"/>
                  </a:lnTo>
                  <a:lnTo>
                    <a:pt x="2613" y="1312"/>
                  </a:lnTo>
                  <a:lnTo>
                    <a:pt x="2253" y="1235"/>
                  </a:lnTo>
                  <a:lnTo>
                    <a:pt x="1863" y="1159"/>
                  </a:lnTo>
                  <a:lnTo>
                    <a:pt x="1532" y="1072"/>
                  </a:lnTo>
                  <a:lnTo>
                    <a:pt x="1232" y="975"/>
                  </a:lnTo>
                  <a:lnTo>
                    <a:pt x="931" y="868"/>
                  </a:lnTo>
                  <a:lnTo>
                    <a:pt x="691" y="756"/>
                  </a:lnTo>
                  <a:lnTo>
                    <a:pt x="481" y="628"/>
                  </a:lnTo>
                  <a:lnTo>
                    <a:pt x="301" y="496"/>
                  </a:lnTo>
                  <a:lnTo>
                    <a:pt x="151" y="353"/>
                  </a:lnTo>
                  <a:lnTo>
                    <a:pt x="60" y="195"/>
                  </a:lnTo>
                  <a:lnTo>
                    <a:pt x="0" y="26"/>
                  </a:lnTo>
                  <a:lnTo>
                    <a:pt x="0" y="26"/>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8"/>
            <p:cNvSpPr/>
            <p:nvPr/>
          </p:nvSpPr>
          <p:spPr>
            <a:xfrm flipH="1">
              <a:off x="5766035" y="2293700"/>
              <a:ext cx="22930" cy="10350"/>
            </a:xfrm>
            <a:custGeom>
              <a:avLst/>
              <a:gdLst/>
              <a:ahLst/>
              <a:cxnLst/>
              <a:rect l="l" t="t" r="r" b="b"/>
              <a:pathLst>
                <a:path w="5408" h="414" extrusionOk="0">
                  <a:moveTo>
                    <a:pt x="4296" y="0"/>
                  </a:moveTo>
                  <a:lnTo>
                    <a:pt x="3635" y="11"/>
                  </a:lnTo>
                  <a:lnTo>
                    <a:pt x="2974" y="31"/>
                  </a:lnTo>
                  <a:lnTo>
                    <a:pt x="2344" y="57"/>
                  </a:lnTo>
                  <a:lnTo>
                    <a:pt x="1743" y="87"/>
                  </a:lnTo>
                  <a:lnTo>
                    <a:pt x="1142" y="123"/>
                  </a:lnTo>
                  <a:lnTo>
                    <a:pt x="572" y="169"/>
                  </a:lnTo>
                  <a:lnTo>
                    <a:pt x="1" y="220"/>
                  </a:lnTo>
                  <a:lnTo>
                    <a:pt x="542" y="261"/>
                  </a:lnTo>
                  <a:lnTo>
                    <a:pt x="1082" y="291"/>
                  </a:lnTo>
                  <a:lnTo>
                    <a:pt x="1653" y="322"/>
                  </a:lnTo>
                  <a:lnTo>
                    <a:pt x="2224" y="347"/>
                  </a:lnTo>
                  <a:lnTo>
                    <a:pt x="2764" y="363"/>
                  </a:lnTo>
                  <a:lnTo>
                    <a:pt x="3335" y="378"/>
                  </a:lnTo>
                  <a:lnTo>
                    <a:pt x="4416" y="403"/>
                  </a:lnTo>
                  <a:lnTo>
                    <a:pt x="4897" y="414"/>
                  </a:lnTo>
                  <a:lnTo>
                    <a:pt x="5407" y="414"/>
                  </a:lnTo>
                  <a:lnTo>
                    <a:pt x="5377" y="312"/>
                  </a:lnTo>
                  <a:lnTo>
                    <a:pt x="5347" y="204"/>
                  </a:lnTo>
                  <a:lnTo>
                    <a:pt x="5287" y="102"/>
                  </a:lnTo>
                  <a:lnTo>
                    <a:pt x="5197" y="0"/>
                  </a:lnTo>
                  <a:close/>
                </a:path>
              </a:pathLst>
            </a:custGeom>
            <a:solidFill>
              <a:srgbClr val="220A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8"/>
            <p:cNvSpPr/>
            <p:nvPr/>
          </p:nvSpPr>
          <p:spPr>
            <a:xfrm flipH="1">
              <a:off x="5766035" y="2293700"/>
              <a:ext cx="22930" cy="10350"/>
            </a:xfrm>
            <a:custGeom>
              <a:avLst/>
              <a:gdLst/>
              <a:ahLst/>
              <a:cxnLst/>
              <a:rect l="l" t="t" r="r" b="b"/>
              <a:pathLst>
                <a:path w="5408" h="414" fill="none" extrusionOk="0">
                  <a:moveTo>
                    <a:pt x="4987" y="0"/>
                  </a:moveTo>
                  <a:lnTo>
                    <a:pt x="4987" y="0"/>
                  </a:lnTo>
                  <a:lnTo>
                    <a:pt x="5197" y="0"/>
                  </a:lnTo>
                  <a:lnTo>
                    <a:pt x="5197" y="0"/>
                  </a:lnTo>
                  <a:lnTo>
                    <a:pt x="5287" y="102"/>
                  </a:lnTo>
                  <a:lnTo>
                    <a:pt x="5347" y="204"/>
                  </a:lnTo>
                  <a:lnTo>
                    <a:pt x="5377" y="312"/>
                  </a:lnTo>
                  <a:lnTo>
                    <a:pt x="5407" y="414"/>
                  </a:lnTo>
                  <a:lnTo>
                    <a:pt x="5407" y="414"/>
                  </a:lnTo>
                  <a:lnTo>
                    <a:pt x="4897" y="414"/>
                  </a:lnTo>
                  <a:lnTo>
                    <a:pt x="4416" y="403"/>
                  </a:lnTo>
                  <a:lnTo>
                    <a:pt x="4416" y="403"/>
                  </a:lnTo>
                  <a:lnTo>
                    <a:pt x="3335" y="378"/>
                  </a:lnTo>
                  <a:lnTo>
                    <a:pt x="2764" y="363"/>
                  </a:lnTo>
                  <a:lnTo>
                    <a:pt x="2224" y="347"/>
                  </a:lnTo>
                  <a:lnTo>
                    <a:pt x="1653" y="322"/>
                  </a:lnTo>
                  <a:lnTo>
                    <a:pt x="1082" y="291"/>
                  </a:lnTo>
                  <a:lnTo>
                    <a:pt x="542" y="261"/>
                  </a:lnTo>
                  <a:lnTo>
                    <a:pt x="1" y="220"/>
                  </a:lnTo>
                  <a:lnTo>
                    <a:pt x="1" y="220"/>
                  </a:lnTo>
                  <a:lnTo>
                    <a:pt x="572" y="169"/>
                  </a:lnTo>
                  <a:lnTo>
                    <a:pt x="1142" y="123"/>
                  </a:lnTo>
                  <a:lnTo>
                    <a:pt x="1743" y="87"/>
                  </a:lnTo>
                  <a:lnTo>
                    <a:pt x="2344" y="57"/>
                  </a:lnTo>
                  <a:lnTo>
                    <a:pt x="2974" y="31"/>
                  </a:lnTo>
                  <a:lnTo>
                    <a:pt x="3635" y="11"/>
                  </a:lnTo>
                  <a:lnTo>
                    <a:pt x="4296" y="0"/>
                  </a:lnTo>
                  <a:lnTo>
                    <a:pt x="498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5" name="Google Shape;795;p48"/>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Purple - 2 Photo">
  <p:cSld name="TITLE_AND_BODY_2_2_1">
    <p:spTree>
      <p:nvGrpSpPr>
        <p:cNvPr id="1" name="Shape 796"/>
        <p:cNvGrpSpPr/>
        <p:nvPr/>
      </p:nvGrpSpPr>
      <p:grpSpPr>
        <a:xfrm>
          <a:off x="0" y="0"/>
          <a:ext cx="0" cy="0"/>
          <a:chOff x="0" y="0"/>
          <a:chExt cx="0" cy="0"/>
        </a:xfrm>
      </p:grpSpPr>
      <p:sp>
        <p:nvSpPr>
          <p:cNvPr id="797" name="Google Shape;797;p49"/>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9"/>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9"/>
          <p:cNvSpPr txBox="1">
            <a:spLocks noGrp="1"/>
          </p:cNvSpPr>
          <p:nvPr>
            <p:ph type="title"/>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800" name="Google Shape;800;p49"/>
          <p:cNvSpPr txBox="1">
            <a:spLocks noGrp="1"/>
          </p:cNvSpPr>
          <p:nvPr>
            <p:ph type="subTitle" idx="1"/>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801" name="Google Shape;801;p49"/>
          <p:cNvSpPr txBox="1">
            <a:spLocks noGrp="1"/>
          </p:cNvSpPr>
          <p:nvPr>
            <p:ph type="subTitle" idx="2"/>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802" name="Google Shape;802;p49"/>
          <p:cNvSpPr txBox="1">
            <a:spLocks noGrp="1"/>
          </p:cNvSpPr>
          <p:nvPr>
            <p:ph type="subTitle" idx="3"/>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900"/>
              <a:buFont typeface="Lato Black"/>
              <a:buNone/>
              <a:defRPr>
                <a:solidFill>
                  <a:srgbClr val="8B2880"/>
                </a:solidFill>
                <a:latin typeface="Lato Black"/>
                <a:ea typeface="Lato Black"/>
                <a:cs typeface="Lato Black"/>
                <a:sym typeface="Lato Black"/>
              </a:defRPr>
            </a:lvl9pPr>
          </a:lstStyle>
          <a:p>
            <a:endParaRPr/>
          </a:p>
        </p:txBody>
      </p:sp>
      <p:sp>
        <p:nvSpPr>
          <p:cNvPr id="803" name="Google Shape;803;p49"/>
          <p:cNvSpPr txBox="1">
            <a:spLocks noGrp="1"/>
          </p:cNvSpPr>
          <p:nvPr>
            <p:ph type="subTitle" idx="4"/>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900"/>
              <a:buFont typeface="Lato Black"/>
              <a:buNone/>
              <a:defRPr>
                <a:solidFill>
                  <a:srgbClr val="8B2880"/>
                </a:solidFill>
                <a:latin typeface="Lato Black"/>
                <a:ea typeface="Lato Black"/>
                <a:cs typeface="Lato Black"/>
                <a:sym typeface="Lato Black"/>
              </a:defRPr>
            </a:lvl9pPr>
          </a:lstStyle>
          <a:p>
            <a:endParaRPr/>
          </a:p>
        </p:txBody>
      </p:sp>
      <p:sp>
        <p:nvSpPr>
          <p:cNvPr id="804" name="Google Shape;804;p49"/>
          <p:cNvSpPr>
            <a:spLocks noGrp="1"/>
          </p:cNvSpPr>
          <p:nvPr>
            <p:ph type="pic" idx="5"/>
          </p:nvPr>
        </p:nvSpPr>
        <p:spPr>
          <a:xfrm>
            <a:off x="848575" y="492900"/>
            <a:ext cx="2633700" cy="2633700"/>
          </a:xfrm>
          <a:prstGeom prst="ellipse">
            <a:avLst/>
          </a:prstGeom>
          <a:noFill/>
          <a:ln>
            <a:noFill/>
          </a:ln>
        </p:spPr>
      </p:sp>
      <p:sp>
        <p:nvSpPr>
          <p:cNvPr id="805" name="Google Shape;805;p49"/>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9"/>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9"/>
          <p:cNvSpPr txBox="1">
            <a:spLocks noGrp="1"/>
          </p:cNvSpPr>
          <p:nvPr>
            <p:ph type="subTitle" idx="6"/>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grpSp>
        <p:nvGrpSpPr>
          <p:cNvPr id="808" name="Google Shape;808;p49"/>
          <p:cNvGrpSpPr/>
          <p:nvPr/>
        </p:nvGrpSpPr>
        <p:grpSpPr>
          <a:xfrm>
            <a:off x="454619" y="2412155"/>
            <a:ext cx="3027678" cy="1703990"/>
            <a:chOff x="4703326" y="2293825"/>
            <a:chExt cx="499205" cy="280950"/>
          </a:xfrm>
        </p:grpSpPr>
        <p:sp>
          <p:nvSpPr>
            <p:cNvPr id="809" name="Google Shape;809;p49"/>
            <p:cNvSpPr/>
            <p:nvPr/>
          </p:nvSpPr>
          <p:spPr>
            <a:xfrm flipH="1">
              <a:off x="4703326" y="2293825"/>
              <a:ext cx="213056" cy="102800"/>
            </a:xfrm>
            <a:custGeom>
              <a:avLst/>
              <a:gdLst/>
              <a:ahLst/>
              <a:cxnLst/>
              <a:rect l="l" t="t" r="r" b="b"/>
              <a:pathLst>
                <a:path w="50249" h="4112" extrusionOk="0">
                  <a:moveTo>
                    <a:pt x="38145" y="1"/>
                  </a:moveTo>
                  <a:lnTo>
                    <a:pt x="37334" y="6"/>
                  </a:lnTo>
                  <a:lnTo>
                    <a:pt x="36493" y="16"/>
                  </a:lnTo>
                  <a:lnTo>
                    <a:pt x="14928" y="16"/>
                  </a:lnTo>
                  <a:lnTo>
                    <a:pt x="14117" y="6"/>
                  </a:lnTo>
                  <a:lnTo>
                    <a:pt x="12525" y="6"/>
                  </a:lnTo>
                  <a:lnTo>
                    <a:pt x="11714" y="16"/>
                  </a:lnTo>
                  <a:lnTo>
                    <a:pt x="10933" y="31"/>
                  </a:lnTo>
                  <a:lnTo>
                    <a:pt x="10182" y="46"/>
                  </a:lnTo>
                  <a:lnTo>
                    <a:pt x="9401" y="72"/>
                  </a:lnTo>
                  <a:lnTo>
                    <a:pt x="8681" y="103"/>
                  </a:lnTo>
                  <a:lnTo>
                    <a:pt x="7960" y="133"/>
                  </a:lnTo>
                  <a:lnTo>
                    <a:pt x="7269" y="174"/>
                  </a:lnTo>
                  <a:lnTo>
                    <a:pt x="6608" y="215"/>
                  </a:lnTo>
                  <a:lnTo>
                    <a:pt x="5978" y="261"/>
                  </a:lnTo>
                  <a:lnTo>
                    <a:pt x="5377" y="307"/>
                  </a:lnTo>
                  <a:lnTo>
                    <a:pt x="4806" y="358"/>
                  </a:lnTo>
                  <a:lnTo>
                    <a:pt x="4296" y="414"/>
                  </a:lnTo>
                  <a:lnTo>
                    <a:pt x="3815" y="470"/>
                  </a:lnTo>
                  <a:lnTo>
                    <a:pt x="3364" y="526"/>
                  </a:lnTo>
                  <a:lnTo>
                    <a:pt x="3004" y="587"/>
                  </a:lnTo>
                  <a:lnTo>
                    <a:pt x="2584" y="664"/>
                  </a:lnTo>
                  <a:lnTo>
                    <a:pt x="2193" y="745"/>
                  </a:lnTo>
                  <a:lnTo>
                    <a:pt x="1833" y="827"/>
                  </a:lnTo>
                  <a:lnTo>
                    <a:pt x="1532" y="908"/>
                  </a:lnTo>
                  <a:lnTo>
                    <a:pt x="1232" y="995"/>
                  </a:lnTo>
                  <a:lnTo>
                    <a:pt x="992" y="1082"/>
                  </a:lnTo>
                  <a:lnTo>
                    <a:pt x="751" y="1174"/>
                  </a:lnTo>
                  <a:lnTo>
                    <a:pt x="571" y="1260"/>
                  </a:lnTo>
                  <a:lnTo>
                    <a:pt x="391" y="1352"/>
                  </a:lnTo>
                  <a:lnTo>
                    <a:pt x="271" y="1449"/>
                  </a:lnTo>
                  <a:lnTo>
                    <a:pt x="151" y="1541"/>
                  </a:lnTo>
                  <a:lnTo>
                    <a:pt x="91" y="1638"/>
                  </a:lnTo>
                  <a:lnTo>
                    <a:pt x="31" y="1735"/>
                  </a:lnTo>
                  <a:lnTo>
                    <a:pt x="1" y="1827"/>
                  </a:lnTo>
                  <a:lnTo>
                    <a:pt x="1" y="1923"/>
                  </a:lnTo>
                  <a:lnTo>
                    <a:pt x="31" y="2020"/>
                  </a:lnTo>
                  <a:lnTo>
                    <a:pt x="91" y="2117"/>
                  </a:lnTo>
                  <a:lnTo>
                    <a:pt x="151" y="2214"/>
                  </a:lnTo>
                  <a:lnTo>
                    <a:pt x="271" y="2311"/>
                  </a:lnTo>
                  <a:lnTo>
                    <a:pt x="391" y="2403"/>
                  </a:lnTo>
                  <a:lnTo>
                    <a:pt x="511" y="2500"/>
                  </a:lnTo>
                  <a:lnTo>
                    <a:pt x="691" y="2592"/>
                  </a:lnTo>
                  <a:lnTo>
                    <a:pt x="872" y="2689"/>
                  </a:lnTo>
                  <a:lnTo>
                    <a:pt x="1082" y="2775"/>
                  </a:lnTo>
                  <a:lnTo>
                    <a:pt x="1292" y="2867"/>
                  </a:lnTo>
                  <a:lnTo>
                    <a:pt x="1532" y="2954"/>
                  </a:lnTo>
                  <a:lnTo>
                    <a:pt x="1803" y="3041"/>
                  </a:lnTo>
                  <a:lnTo>
                    <a:pt x="2073" y="3127"/>
                  </a:lnTo>
                  <a:lnTo>
                    <a:pt x="2373" y="3209"/>
                  </a:lnTo>
                  <a:lnTo>
                    <a:pt x="2674" y="3290"/>
                  </a:lnTo>
                  <a:lnTo>
                    <a:pt x="3004" y="3367"/>
                  </a:lnTo>
                  <a:lnTo>
                    <a:pt x="3334" y="3443"/>
                  </a:lnTo>
                  <a:lnTo>
                    <a:pt x="20454" y="3443"/>
                  </a:lnTo>
                  <a:lnTo>
                    <a:pt x="21295" y="3433"/>
                  </a:lnTo>
                  <a:lnTo>
                    <a:pt x="22106" y="3428"/>
                  </a:lnTo>
                  <a:lnTo>
                    <a:pt x="22887" y="3433"/>
                  </a:lnTo>
                  <a:lnTo>
                    <a:pt x="23668" y="3443"/>
                  </a:lnTo>
                  <a:lnTo>
                    <a:pt x="24449" y="3454"/>
                  </a:lnTo>
                  <a:lnTo>
                    <a:pt x="25230" y="3474"/>
                  </a:lnTo>
                  <a:lnTo>
                    <a:pt x="25981" y="3500"/>
                  </a:lnTo>
                  <a:lnTo>
                    <a:pt x="26731" y="3530"/>
                  </a:lnTo>
                  <a:lnTo>
                    <a:pt x="27422" y="3561"/>
                  </a:lnTo>
                  <a:lnTo>
                    <a:pt x="28113" y="3602"/>
                  </a:lnTo>
                  <a:lnTo>
                    <a:pt x="28774" y="3642"/>
                  </a:lnTo>
                  <a:lnTo>
                    <a:pt x="29435" y="3688"/>
                  </a:lnTo>
                  <a:lnTo>
                    <a:pt x="30005" y="3739"/>
                  </a:lnTo>
                  <a:lnTo>
                    <a:pt x="30576" y="3790"/>
                  </a:lnTo>
                  <a:lnTo>
                    <a:pt x="31117" y="3846"/>
                  </a:lnTo>
                  <a:lnTo>
                    <a:pt x="31567" y="3903"/>
                  </a:lnTo>
                  <a:lnTo>
                    <a:pt x="32018" y="3964"/>
                  </a:lnTo>
                  <a:lnTo>
                    <a:pt x="32378" y="4030"/>
                  </a:lnTo>
                  <a:lnTo>
                    <a:pt x="32798" y="4112"/>
                  </a:lnTo>
                  <a:lnTo>
                    <a:pt x="36102" y="4112"/>
                  </a:lnTo>
                  <a:lnTo>
                    <a:pt x="36883" y="4107"/>
                  </a:lnTo>
                  <a:lnTo>
                    <a:pt x="37664" y="4101"/>
                  </a:lnTo>
                  <a:lnTo>
                    <a:pt x="38415" y="4091"/>
                  </a:lnTo>
                  <a:lnTo>
                    <a:pt x="39166" y="4076"/>
                  </a:lnTo>
                  <a:lnTo>
                    <a:pt x="39917" y="4061"/>
                  </a:lnTo>
                  <a:lnTo>
                    <a:pt x="40638" y="4035"/>
                  </a:lnTo>
                  <a:lnTo>
                    <a:pt x="41358" y="4010"/>
                  </a:lnTo>
                  <a:lnTo>
                    <a:pt x="42019" y="3984"/>
                  </a:lnTo>
                  <a:lnTo>
                    <a:pt x="42680" y="3948"/>
                  </a:lnTo>
                  <a:lnTo>
                    <a:pt x="43311" y="3913"/>
                  </a:lnTo>
                  <a:lnTo>
                    <a:pt x="43911" y="3877"/>
                  </a:lnTo>
                  <a:lnTo>
                    <a:pt x="44482" y="3836"/>
                  </a:lnTo>
                  <a:lnTo>
                    <a:pt x="44993" y="3790"/>
                  </a:lnTo>
                  <a:lnTo>
                    <a:pt x="45473" y="3750"/>
                  </a:lnTo>
                  <a:lnTo>
                    <a:pt x="45894" y="3699"/>
                  </a:lnTo>
                  <a:lnTo>
                    <a:pt x="46254" y="3647"/>
                  </a:lnTo>
                  <a:lnTo>
                    <a:pt x="46675" y="3586"/>
                  </a:lnTo>
                  <a:lnTo>
                    <a:pt x="47065" y="3525"/>
                  </a:lnTo>
                  <a:lnTo>
                    <a:pt x="47425" y="3454"/>
                  </a:lnTo>
                  <a:lnTo>
                    <a:pt x="47756" y="3387"/>
                  </a:lnTo>
                  <a:lnTo>
                    <a:pt x="48086" y="3316"/>
                  </a:lnTo>
                  <a:lnTo>
                    <a:pt x="48386" y="3245"/>
                  </a:lnTo>
                  <a:lnTo>
                    <a:pt x="48687" y="3168"/>
                  </a:lnTo>
                  <a:lnTo>
                    <a:pt x="48927" y="3092"/>
                  </a:lnTo>
                  <a:lnTo>
                    <a:pt x="49167" y="3010"/>
                  </a:lnTo>
                  <a:lnTo>
                    <a:pt x="49378" y="2933"/>
                  </a:lnTo>
                  <a:lnTo>
                    <a:pt x="49588" y="2847"/>
                  </a:lnTo>
                  <a:lnTo>
                    <a:pt x="49738" y="2765"/>
                  </a:lnTo>
                  <a:lnTo>
                    <a:pt x="49888" y="2678"/>
                  </a:lnTo>
                  <a:lnTo>
                    <a:pt x="50008" y="2592"/>
                  </a:lnTo>
                  <a:lnTo>
                    <a:pt x="50098" y="2500"/>
                  </a:lnTo>
                  <a:lnTo>
                    <a:pt x="50189" y="2408"/>
                  </a:lnTo>
                  <a:lnTo>
                    <a:pt x="50219" y="2316"/>
                  </a:lnTo>
                  <a:lnTo>
                    <a:pt x="50249" y="2224"/>
                  </a:lnTo>
                  <a:lnTo>
                    <a:pt x="50249" y="2127"/>
                  </a:lnTo>
                  <a:lnTo>
                    <a:pt x="50219" y="2031"/>
                  </a:lnTo>
                  <a:lnTo>
                    <a:pt x="50159" y="1934"/>
                  </a:lnTo>
                  <a:lnTo>
                    <a:pt x="50068" y="1837"/>
                  </a:lnTo>
                  <a:lnTo>
                    <a:pt x="49948" y="1735"/>
                  </a:lnTo>
                  <a:lnTo>
                    <a:pt x="49828" y="1633"/>
                  </a:lnTo>
                  <a:lnTo>
                    <a:pt x="49648" y="1531"/>
                  </a:lnTo>
                  <a:lnTo>
                    <a:pt x="49468" y="1424"/>
                  </a:lnTo>
                  <a:lnTo>
                    <a:pt x="49227" y="1322"/>
                  </a:lnTo>
                  <a:lnTo>
                    <a:pt x="48987" y="1214"/>
                  </a:lnTo>
                  <a:lnTo>
                    <a:pt x="48717" y="1107"/>
                  </a:lnTo>
                  <a:lnTo>
                    <a:pt x="48417" y="1000"/>
                  </a:lnTo>
                  <a:lnTo>
                    <a:pt x="48056" y="888"/>
                  </a:lnTo>
                  <a:lnTo>
                    <a:pt x="47696" y="781"/>
                  </a:lnTo>
                  <a:lnTo>
                    <a:pt x="47335" y="684"/>
                  </a:lnTo>
                  <a:lnTo>
                    <a:pt x="46915" y="592"/>
                  </a:lnTo>
                  <a:lnTo>
                    <a:pt x="46464" y="511"/>
                  </a:lnTo>
                  <a:lnTo>
                    <a:pt x="45984" y="434"/>
                  </a:lnTo>
                  <a:lnTo>
                    <a:pt x="45443" y="363"/>
                  </a:lnTo>
                  <a:lnTo>
                    <a:pt x="44902" y="296"/>
                  </a:lnTo>
                  <a:lnTo>
                    <a:pt x="44302" y="240"/>
                  </a:lnTo>
                  <a:lnTo>
                    <a:pt x="43701" y="189"/>
                  </a:lnTo>
                  <a:lnTo>
                    <a:pt x="43070" y="143"/>
                  </a:lnTo>
                  <a:lnTo>
                    <a:pt x="42410" y="108"/>
                  </a:lnTo>
                  <a:lnTo>
                    <a:pt x="41719" y="72"/>
                  </a:lnTo>
                  <a:lnTo>
                    <a:pt x="41028" y="46"/>
                  </a:lnTo>
                  <a:lnTo>
                    <a:pt x="40337" y="26"/>
                  </a:lnTo>
                  <a:lnTo>
                    <a:pt x="39616" y="11"/>
                  </a:lnTo>
                  <a:lnTo>
                    <a:pt x="38896" y="6"/>
                  </a:lnTo>
                  <a:lnTo>
                    <a:pt x="38145" y="1"/>
                  </a:lnTo>
                  <a:close/>
                </a:path>
              </a:pathLst>
            </a:custGeom>
            <a:solidFill>
              <a:srgbClr val="7091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9"/>
            <p:cNvSpPr/>
            <p:nvPr/>
          </p:nvSpPr>
          <p:spPr>
            <a:xfrm flipH="1">
              <a:off x="4766362" y="2379525"/>
              <a:ext cx="436169" cy="107000"/>
            </a:xfrm>
            <a:custGeom>
              <a:avLst/>
              <a:gdLst/>
              <a:ahLst/>
              <a:cxnLst/>
              <a:rect l="l" t="t" r="r" b="b"/>
              <a:pathLst>
                <a:path w="102870" h="4280" extrusionOk="0">
                  <a:moveTo>
                    <a:pt x="12075" y="0"/>
                  </a:moveTo>
                  <a:lnTo>
                    <a:pt x="11324" y="5"/>
                  </a:lnTo>
                  <a:lnTo>
                    <a:pt x="10603" y="10"/>
                  </a:lnTo>
                  <a:lnTo>
                    <a:pt x="9912" y="26"/>
                  </a:lnTo>
                  <a:lnTo>
                    <a:pt x="9191" y="46"/>
                  </a:lnTo>
                  <a:lnTo>
                    <a:pt x="8501" y="72"/>
                  </a:lnTo>
                  <a:lnTo>
                    <a:pt x="7840" y="107"/>
                  </a:lnTo>
                  <a:lnTo>
                    <a:pt x="7179" y="143"/>
                  </a:lnTo>
                  <a:lnTo>
                    <a:pt x="6548" y="189"/>
                  </a:lnTo>
                  <a:lnTo>
                    <a:pt x="5918" y="245"/>
                  </a:lnTo>
                  <a:lnTo>
                    <a:pt x="5347" y="301"/>
                  </a:lnTo>
                  <a:lnTo>
                    <a:pt x="4806" y="367"/>
                  </a:lnTo>
                  <a:lnTo>
                    <a:pt x="4266" y="439"/>
                  </a:lnTo>
                  <a:lnTo>
                    <a:pt x="3785" y="520"/>
                  </a:lnTo>
                  <a:lnTo>
                    <a:pt x="3335" y="607"/>
                  </a:lnTo>
                  <a:lnTo>
                    <a:pt x="2914" y="704"/>
                  </a:lnTo>
                  <a:lnTo>
                    <a:pt x="2554" y="806"/>
                  </a:lnTo>
                  <a:lnTo>
                    <a:pt x="2193" y="923"/>
                  </a:lnTo>
                  <a:lnTo>
                    <a:pt x="1863" y="1036"/>
                  </a:lnTo>
                  <a:lnTo>
                    <a:pt x="1532" y="1153"/>
                  </a:lnTo>
                  <a:lnTo>
                    <a:pt x="1262" y="1265"/>
                  </a:lnTo>
                  <a:lnTo>
                    <a:pt x="1022" y="1377"/>
                  </a:lnTo>
                  <a:lnTo>
                    <a:pt x="782" y="1484"/>
                  </a:lnTo>
                  <a:lnTo>
                    <a:pt x="601" y="1597"/>
                  </a:lnTo>
                  <a:lnTo>
                    <a:pt x="451" y="1704"/>
                  </a:lnTo>
                  <a:lnTo>
                    <a:pt x="301" y="1811"/>
                  </a:lnTo>
                  <a:lnTo>
                    <a:pt x="181" y="1913"/>
                  </a:lnTo>
                  <a:lnTo>
                    <a:pt x="121" y="2020"/>
                  </a:lnTo>
                  <a:lnTo>
                    <a:pt x="61" y="2122"/>
                  </a:lnTo>
                  <a:lnTo>
                    <a:pt x="31" y="2219"/>
                  </a:lnTo>
                  <a:lnTo>
                    <a:pt x="1" y="2321"/>
                  </a:lnTo>
                  <a:lnTo>
                    <a:pt x="31" y="2418"/>
                  </a:lnTo>
                  <a:lnTo>
                    <a:pt x="91" y="2515"/>
                  </a:lnTo>
                  <a:lnTo>
                    <a:pt x="151" y="2612"/>
                  </a:lnTo>
                  <a:lnTo>
                    <a:pt x="241" y="2704"/>
                  </a:lnTo>
                  <a:lnTo>
                    <a:pt x="361" y="2795"/>
                  </a:lnTo>
                  <a:lnTo>
                    <a:pt x="511" y="2882"/>
                  </a:lnTo>
                  <a:lnTo>
                    <a:pt x="661" y="2974"/>
                  </a:lnTo>
                  <a:lnTo>
                    <a:pt x="872" y="3055"/>
                  </a:lnTo>
                  <a:lnTo>
                    <a:pt x="1082" y="3142"/>
                  </a:lnTo>
                  <a:lnTo>
                    <a:pt x="1322" y="3224"/>
                  </a:lnTo>
                  <a:lnTo>
                    <a:pt x="1562" y="3305"/>
                  </a:lnTo>
                  <a:lnTo>
                    <a:pt x="1863" y="3382"/>
                  </a:lnTo>
                  <a:lnTo>
                    <a:pt x="2163" y="3458"/>
                  </a:lnTo>
                  <a:lnTo>
                    <a:pt x="2494" y="3535"/>
                  </a:lnTo>
                  <a:lnTo>
                    <a:pt x="2824" y="3606"/>
                  </a:lnTo>
                  <a:lnTo>
                    <a:pt x="3184" y="3678"/>
                  </a:lnTo>
                  <a:lnTo>
                    <a:pt x="3575" y="3744"/>
                  </a:lnTo>
                  <a:lnTo>
                    <a:pt x="3995" y="3810"/>
                  </a:lnTo>
                  <a:lnTo>
                    <a:pt x="4326" y="3856"/>
                  </a:lnTo>
                  <a:lnTo>
                    <a:pt x="4686" y="3902"/>
                  </a:lnTo>
                  <a:lnTo>
                    <a:pt x="5077" y="3948"/>
                  </a:lnTo>
                  <a:lnTo>
                    <a:pt x="5527" y="3989"/>
                  </a:lnTo>
                  <a:lnTo>
                    <a:pt x="5978" y="4030"/>
                  </a:lnTo>
                  <a:lnTo>
                    <a:pt x="6488" y="4070"/>
                  </a:lnTo>
                  <a:lnTo>
                    <a:pt x="6999" y="4106"/>
                  </a:lnTo>
                  <a:lnTo>
                    <a:pt x="7569" y="4137"/>
                  </a:lnTo>
                  <a:lnTo>
                    <a:pt x="8140" y="4167"/>
                  </a:lnTo>
                  <a:lnTo>
                    <a:pt x="8711" y="4198"/>
                  </a:lnTo>
                  <a:lnTo>
                    <a:pt x="9341" y="4218"/>
                  </a:lnTo>
                  <a:lnTo>
                    <a:pt x="9972" y="4239"/>
                  </a:lnTo>
                  <a:lnTo>
                    <a:pt x="10603" y="4254"/>
                  </a:lnTo>
                  <a:lnTo>
                    <a:pt x="11264" y="4269"/>
                  </a:lnTo>
                  <a:lnTo>
                    <a:pt x="11924" y="4275"/>
                  </a:lnTo>
                  <a:lnTo>
                    <a:pt x="12585" y="4280"/>
                  </a:lnTo>
                  <a:lnTo>
                    <a:pt x="13366" y="4275"/>
                  </a:lnTo>
                  <a:lnTo>
                    <a:pt x="14147" y="4264"/>
                  </a:lnTo>
                  <a:lnTo>
                    <a:pt x="38145" y="4264"/>
                  </a:lnTo>
                  <a:lnTo>
                    <a:pt x="38505" y="4183"/>
                  </a:lnTo>
                  <a:lnTo>
                    <a:pt x="38926" y="4101"/>
                  </a:lnTo>
                  <a:lnTo>
                    <a:pt x="39346" y="4025"/>
                  </a:lnTo>
                  <a:lnTo>
                    <a:pt x="39797" y="3948"/>
                  </a:lnTo>
                  <a:lnTo>
                    <a:pt x="40187" y="3897"/>
                  </a:lnTo>
                  <a:lnTo>
                    <a:pt x="40608" y="3846"/>
                  </a:lnTo>
                  <a:lnTo>
                    <a:pt x="41088" y="3795"/>
                  </a:lnTo>
                  <a:lnTo>
                    <a:pt x="41599" y="3754"/>
                  </a:lnTo>
                  <a:lnTo>
                    <a:pt x="42169" y="3708"/>
                  </a:lnTo>
                  <a:lnTo>
                    <a:pt x="42770" y="3673"/>
                  </a:lnTo>
                  <a:lnTo>
                    <a:pt x="43371" y="3632"/>
                  </a:lnTo>
                  <a:lnTo>
                    <a:pt x="44032" y="3601"/>
                  </a:lnTo>
                  <a:lnTo>
                    <a:pt x="44722" y="3571"/>
                  </a:lnTo>
                  <a:lnTo>
                    <a:pt x="45443" y="3545"/>
                  </a:lnTo>
                  <a:lnTo>
                    <a:pt x="46164" y="3525"/>
                  </a:lnTo>
                  <a:lnTo>
                    <a:pt x="46915" y="3504"/>
                  </a:lnTo>
                  <a:lnTo>
                    <a:pt x="47666" y="3489"/>
                  </a:lnTo>
                  <a:lnTo>
                    <a:pt x="48417" y="3479"/>
                  </a:lnTo>
                  <a:lnTo>
                    <a:pt x="49198" y="3474"/>
                  </a:lnTo>
                  <a:lnTo>
                    <a:pt x="49948" y="3469"/>
                  </a:lnTo>
                  <a:lnTo>
                    <a:pt x="99085" y="3469"/>
                  </a:lnTo>
                  <a:lnTo>
                    <a:pt x="100016" y="3474"/>
                  </a:lnTo>
                  <a:lnTo>
                    <a:pt x="100587" y="3316"/>
                  </a:lnTo>
                  <a:lnTo>
                    <a:pt x="101127" y="3152"/>
                  </a:lnTo>
                  <a:lnTo>
                    <a:pt x="101578" y="2984"/>
                  </a:lnTo>
                  <a:lnTo>
                    <a:pt x="101968" y="2811"/>
                  </a:lnTo>
                  <a:lnTo>
                    <a:pt x="102149" y="2724"/>
                  </a:lnTo>
                  <a:lnTo>
                    <a:pt x="102299" y="2632"/>
                  </a:lnTo>
                  <a:lnTo>
                    <a:pt x="102449" y="2540"/>
                  </a:lnTo>
                  <a:lnTo>
                    <a:pt x="102569" y="2448"/>
                  </a:lnTo>
                  <a:lnTo>
                    <a:pt x="102659" y="2357"/>
                  </a:lnTo>
                  <a:lnTo>
                    <a:pt x="102749" y="2265"/>
                  </a:lnTo>
                  <a:lnTo>
                    <a:pt x="102809" y="2173"/>
                  </a:lnTo>
                  <a:lnTo>
                    <a:pt x="102839" y="2081"/>
                  </a:lnTo>
                  <a:lnTo>
                    <a:pt x="102869" y="1989"/>
                  </a:lnTo>
                  <a:lnTo>
                    <a:pt x="102869" y="1893"/>
                  </a:lnTo>
                  <a:lnTo>
                    <a:pt x="102839" y="1801"/>
                  </a:lnTo>
                  <a:lnTo>
                    <a:pt x="102779" y="1709"/>
                  </a:lnTo>
                  <a:lnTo>
                    <a:pt x="102719" y="1617"/>
                  </a:lnTo>
                  <a:lnTo>
                    <a:pt x="102629" y="1525"/>
                  </a:lnTo>
                  <a:lnTo>
                    <a:pt x="102509" y="1439"/>
                  </a:lnTo>
                  <a:lnTo>
                    <a:pt x="102359" y="1347"/>
                  </a:lnTo>
                  <a:lnTo>
                    <a:pt x="102209" y="1260"/>
                  </a:lnTo>
                  <a:lnTo>
                    <a:pt x="101998" y="1173"/>
                  </a:lnTo>
                  <a:lnTo>
                    <a:pt x="101788" y="1087"/>
                  </a:lnTo>
                  <a:lnTo>
                    <a:pt x="101548" y="1000"/>
                  </a:lnTo>
                  <a:lnTo>
                    <a:pt x="101278" y="918"/>
                  </a:lnTo>
                  <a:lnTo>
                    <a:pt x="100977" y="837"/>
                  </a:lnTo>
                  <a:lnTo>
                    <a:pt x="100647" y="760"/>
                  </a:lnTo>
                  <a:lnTo>
                    <a:pt x="100286" y="684"/>
                  </a:lnTo>
                  <a:lnTo>
                    <a:pt x="81154" y="684"/>
                  </a:lnTo>
                  <a:lnTo>
                    <a:pt x="80464" y="679"/>
                  </a:lnTo>
                  <a:lnTo>
                    <a:pt x="79773" y="673"/>
                  </a:lnTo>
                  <a:lnTo>
                    <a:pt x="79052" y="663"/>
                  </a:lnTo>
                  <a:lnTo>
                    <a:pt x="78361" y="653"/>
                  </a:lnTo>
                  <a:lnTo>
                    <a:pt x="77670" y="633"/>
                  </a:lnTo>
                  <a:lnTo>
                    <a:pt x="76980" y="612"/>
                  </a:lnTo>
                  <a:lnTo>
                    <a:pt x="76319" y="587"/>
                  </a:lnTo>
                  <a:lnTo>
                    <a:pt x="75688" y="556"/>
                  </a:lnTo>
                  <a:lnTo>
                    <a:pt x="75057" y="520"/>
                  </a:lnTo>
                  <a:lnTo>
                    <a:pt x="74457" y="480"/>
                  </a:lnTo>
                  <a:lnTo>
                    <a:pt x="73856" y="439"/>
                  </a:lnTo>
                  <a:lnTo>
                    <a:pt x="73315" y="388"/>
                  </a:lnTo>
                  <a:lnTo>
                    <a:pt x="72775" y="332"/>
                  </a:lnTo>
                  <a:lnTo>
                    <a:pt x="72294" y="271"/>
                  </a:lnTo>
                  <a:lnTo>
                    <a:pt x="71844" y="204"/>
                  </a:lnTo>
                  <a:lnTo>
                    <a:pt x="71423" y="133"/>
                  </a:lnTo>
                  <a:lnTo>
                    <a:pt x="70822" y="15"/>
                  </a:lnTo>
                  <a:lnTo>
                    <a:pt x="13757" y="15"/>
                  </a:lnTo>
                  <a:lnTo>
                    <a:pt x="12916" y="5"/>
                  </a:lnTo>
                  <a:lnTo>
                    <a:pt x="12075"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9"/>
            <p:cNvSpPr/>
            <p:nvPr/>
          </p:nvSpPr>
          <p:spPr>
            <a:xfrm flipH="1">
              <a:off x="4766362" y="2379525"/>
              <a:ext cx="436169" cy="107000"/>
            </a:xfrm>
            <a:custGeom>
              <a:avLst/>
              <a:gdLst/>
              <a:ahLst/>
              <a:cxnLst/>
              <a:rect l="l" t="t" r="r" b="b"/>
              <a:pathLst>
                <a:path w="102870" h="4280" fill="none" extrusionOk="0">
                  <a:moveTo>
                    <a:pt x="12075" y="0"/>
                  </a:moveTo>
                  <a:lnTo>
                    <a:pt x="12075" y="0"/>
                  </a:lnTo>
                  <a:lnTo>
                    <a:pt x="12916" y="5"/>
                  </a:lnTo>
                  <a:lnTo>
                    <a:pt x="13757" y="15"/>
                  </a:lnTo>
                  <a:lnTo>
                    <a:pt x="70822" y="15"/>
                  </a:lnTo>
                  <a:lnTo>
                    <a:pt x="70822" y="15"/>
                  </a:lnTo>
                  <a:lnTo>
                    <a:pt x="71423" y="133"/>
                  </a:lnTo>
                  <a:lnTo>
                    <a:pt x="71423" y="133"/>
                  </a:lnTo>
                  <a:lnTo>
                    <a:pt x="71844" y="204"/>
                  </a:lnTo>
                  <a:lnTo>
                    <a:pt x="72294" y="271"/>
                  </a:lnTo>
                  <a:lnTo>
                    <a:pt x="72775" y="332"/>
                  </a:lnTo>
                  <a:lnTo>
                    <a:pt x="73315" y="388"/>
                  </a:lnTo>
                  <a:lnTo>
                    <a:pt x="73856" y="439"/>
                  </a:lnTo>
                  <a:lnTo>
                    <a:pt x="74457" y="480"/>
                  </a:lnTo>
                  <a:lnTo>
                    <a:pt x="75057" y="520"/>
                  </a:lnTo>
                  <a:lnTo>
                    <a:pt x="75688" y="556"/>
                  </a:lnTo>
                  <a:lnTo>
                    <a:pt x="76319" y="587"/>
                  </a:lnTo>
                  <a:lnTo>
                    <a:pt x="76980" y="612"/>
                  </a:lnTo>
                  <a:lnTo>
                    <a:pt x="77670" y="633"/>
                  </a:lnTo>
                  <a:lnTo>
                    <a:pt x="78361" y="653"/>
                  </a:lnTo>
                  <a:lnTo>
                    <a:pt x="79052" y="663"/>
                  </a:lnTo>
                  <a:lnTo>
                    <a:pt x="79773" y="673"/>
                  </a:lnTo>
                  <a:lnTo>
                    <a:pt x="80464" y="679"/>
                  </a:lnTo>
                  <a:lnTo>
                    <a:pt x="81154" y="684"/>
                  </a:lnTo>
                  <a:lnTo>
                    <a:pt x="100286" y="684"/>
                  </a:lnTo>
                  <a:lnTo>
                    <a:pt x="100286" y="684"/>
                  </a:lnTo>
                  <a:lnTo>
                    <a:pt x="100647" y="760"/>
                  </a:lnTo>
                  <a:lnTo>
                    <a:pt x="100977" y="837"/>
                  </a:lnTo>
                  <a:lnTo>
                    <a:pt x="101278" y="918"/>
                  </a:lnTo>
                  <a:lnTo>
                    <a:pt x="101548" y="1000"/>
                  </a:lnTo>
                  <a:lnTo>
                    <a:pt x="101788" y="1087"/>
                  </a:lnTo>
                  <a:lnTo>
                    <a:pt x="101998" y="1173"/>
                  </a:lnTo>
                  <a:lnTo>
                    <a:pt x="102209" y="1260"/>
                  </a:lnTo>
                  <a:lnTo>
                    <a:pt x="102359" y="1347"/>
                  </a:lnTo>
                  <a:lnTo>
                    <a:pt x="102509" y="1439"/>
                  </a:lnTo>
                  <a:lnTo>
                    <a:pt x="102629" y="1525"/>
                  </a:lnTo>
                  <a:lnTo>
                    <a:pt x="102719" y="1617"/>
                  </a:lnTo>
                  <a:lnTo>
                    <a:pt x="102779" y="1709"/>
                  </a:lnTo>
                  <a:lnTo>
                    <a:pt x="102839" y="1801"/>
                  </a:lnTo>
                  <a:lnTo>
                    <a:pt x="102869" y="1893"/>
                  </a:lnTo>
                  <a:lnTo>
                    <a:pt x="102869" y="1989"/>
                  </a:lnTo>
                  <a:lnTo>
                    <a:pt x="102839" y="2081"/>
                  </a:lnTo>
                  <a:lnTo>
                    <a:pt x="102809" y="2173"/>
                  </a:lnTo>
                  <a:lnTo>
                    <a:pt x="102749" y="2265"/>
                  </a:lnTo>
                  <a:lnTo>
                    <a:pt x="102659" y="2357"/>
                  </a:lnTo>
                  <a:lnTo>
                    <a:pt x="102569" y="2448"/>
                  </a:lnTo>
                  <a:lnTo>
                    <a:pt x="102449" y="2540"/>
                  </a:lnTo>
                  <a:lnTo>
                    <a:pt x="102299" y="2632"/>
                  </a:lnTo>
                  <a:lnTo>
                    <a:pt x="102149" y="2724"/>
                  </a:lnTo>
                  <a:lnTo>
                    <a:pt x="101968" y="2811"/>
                  </a:lnTo>
                  <a:lnTo>
                    <a:pt x="101578" y="2984"/>
                  </a:lnTo>
                  <a:lnTo>
                    <a:pt x="101127" y="3152"/>
                  </a:lnTo>
                  <a:lnTo>
                    <a:pt x="100587" y="3316"/>
                  </a:lnTo>
                  <a:lnTo>
                    <a:pt x="100016" y="3474"/>
                  </a:lnTo>
                  <a:lnTo>
                    <a:pt x="100016" y="3474"/>
                  </a:lnTo>
                  <a:lnTo>
                    <a:pt x="99085" y="3469"/>
                  </a:lnTo>
                  <a:lnTo>
                    <a:pt x="49948" y="3469"/>
                  </a:lnTo>
                  <a:lnTo>
                    <a:pt x="49948" y="3469"/>
                  </a:lnTo>
                  <a:lnTo>
                    <a:pt x="49198" y="3474"/>
                  </a:lnTo>
                  <a:lnTo>
                    <a:pt x="48417" y="3479"/>
                  </a:lnTo>
                  <a:lnTo>
                    <a:pt x="47666" y="3489"/>
                  </a:lnTo>
                  <a:lnTo>
                    <a:pt x="46915" y="3504"/>
                  </a:lnTo>
                  <a:lnTo>
                    <a:pt x="46164" y="3525"/>
                  </a:lnTo>
                  <a:lnTo>
                    <a:pt x="45443" y="3545"/>
                  </a:lnTo>
                  <a:lnTo>
                    <a:pt x="44722" y="3571"/>
                  </a:lnTo>
                  <a:lnTo>
                    <a:pt x="44032" y="3601"/>
                  </a:lnTo>
                  <a:lnTo>
                    <a:pt x="43371" y="3632"/>
                  </a:lnTo>
                  <a:lnTo>
                    <a:pt x="42770" y="3673"/>
                  </a:lnTo>
                  <a:lnTo>
                    <a:pt x="42169" y="3708"/>
                  </a:lnTo>
                  <a:lnTo>
                    <a:pt x="41599" y="3754"/>
                  </a:lnTo>
                  <a:lnTo>
                    <a:pt x="41088" y="3795"/>
                  </a:lnTo>
                  <a:lnTo>
                    <a:pt x="40608" y="3846"/>
                  </a:lnTo>
                  <a:lnTo>
                    <a:pt x="40187" y="3897"/>
                  </a:lnTo>
                  <a:lnTo>
                    <a:pt x="39797" y="3948"/>
                  </a:lnTo>
                  <a:lnTo>
                    <a:pt x="39797" y="3948"/>
                  </a:lnTo>
                  <a:lnTo>
                    <a:pt x="39346" y="4025"/>
                  </a:lnTo>
                  <a:lnTo>
                    <a:pt x="38926" y="4101"/>
                  </a:lnTo>
                  <a:lnTo>
                    <a:pt x="38505" y="4183"/>
                  </a:lnTo>
                  <a:lnTo>
                    <a:pt x="38145" y="4264"/>
                  </a:lnTo>
                  <a:lnTo>
                    <a:pt x="14147" y="4264"/>
                  </a:lnTo>
                  <a:lnTo>
                    <a:pt x="14147" y="4264"/>
                  </a:lnTo>
                  <a:lnTo>
                    <a:pt x="13366" y="4275"/>
                  </a:lnTo>
                  <a:lnTo>
                    <a:pt x="12585" y="4280"/>
                  </a:lnTo>
                  <a:lnTo>
                    <a:pt x="12585" y="4280"/>
                  </a:lnTo>
                  <a:lnTo>
                    <a:pt x="11924" y="4275"/>
                  </a:lnTo>
                  <a:lnTo>
                    <a:pt x="11264" y="4269"/>
                  </a:lnTo>
                  <a:lnTo>
                    <a:pt x="10603" y="4254"/>
                  </a:lnTo>
                  <a:lnTo>
                    <a:pt x="9972" y="4239"/>
                  </a:lnTo>
                  <a:lnTo>
                    <a:pt x="9341" y="4218"/>
                  </a:lnTo>
                  <a:lnTo>
                    <a:pt x="8711" y="4198"/>
                  </a:lnTo>
                  <a:lnTo>
                    <a:pt x="8140" y="4167"/>
                  </a:lnTo>
                  <a:lnTo>
                    <a:pt x="7569" y="4137"/>
                  </a:lnTo>
                  <a:lnTo>
                    <a:pt x="6999" y="4106"/>
                  </a:lnTo>
                  <a:lnTo>
                    <a:pt x="6488" y="4070"/>
                  </a:lnTo>
                  <a:lnTo>
                    <a:pt x="5978" y="4030"/>
                  </a:lnTo>
                  <a:lnTo>
                    <a:pt x="5527" y="3989"/>
                  </a:lnTo>
                  <a:lnTo>
                    <a:pt x="5077" y="3948"/>
                  </a:lnTo>
                  <a:lnTo>
                    <a:pt x="4686" y="3902"/>
                  </a:lnTo>
                  <a:lnTo>
                    <a:pt x="4326" y="3856"/>
                  </a:lnTo>
                  <a:lnTo>
                    <a:pt x="3995" y="3810"/>
                  </a:lnTo>
                  <a:lnTo>
                    <a:pt x="3995" y="3810"/>
                  </a:lnTo>
                  <a:lnTo>
                    <a:pt x="3575" y="3744"/>
                  </a:lnTo>
                  <a:lnTo>
                    <a:pt x="3184" y="3678"/>
                  </a:lnTo>
                  <a:lnTo>
                    <a:pt x="2824" y="3606"/>
                  </a:lnTo>
                  <a:lnTo>
                    <a:pt x="2494" y="3535"/>
                  </a:lnTo>
                  <a:lnTo>
                    <a:pt x="2163" y="3458"/>
                  </a:lnTo>
                  <a:lnTo>
                    <a:pt x="1863" y="3382"/>
                  </a:lnTo>
                  <a:lnTo>
                    <a:pt x="1562" y="3305"/>
                  </a:lnTo>
                  <a:lnTo>
                    <a:pt x="1322" y="3224"/>
                  </a:lnTo>
                  <a:lnTo>
                    <a:pt x="1082" y="3142"/>
                  </a:lnTo>
                  <a:lnTo>
                    <a:pt x="872" y="3055"/>
                  </a:lnTo>
                  <a:lnTo>
                    <a:pt x="661" y="2974"/>
                  </a:lnTo>
                  <a:lnTo>
                    <a:pt x="511" y="2882"/>
                  </a:lnTo>
                  <a:lnTo>
                    <a:pt x="361" y="2795"/>
                  </a:lnTo>
                  <a:lnTo>
                    <a:pt x="241" y="2704"/>
                  </a:lnTo>
                  <a:lnTo>
                    <a:pt x="151" y="2612"/>
                  </a:lnTo>
                  <a:lnTo>
                    <a:pt x="91" y="2515"/>
                  </a:lnTo>
                  <a:lnTo>
                    <a:pt x="31" y="2418"/>
                  </a:lnTo>
                  <a:lnTo>
                    <a:pt x="1" y="2321"/>
                  </a:lnTo>
                  <a:lnTo>
                    <a:pt x="31" y="2219"/>
                  </a:lnTo>
                  <a:lnTo>
                    <a:pt x="61" y="2122"/>
                  </a:lnTo>
                  <a:lnTo>
                    <a:pt x="121" y="2020"/>
                  </a:lnTo>
                  <a:lnTo>
                    <a:pt x="181" y="1913"/>
                  </a:lnTo>
                  <a:lnTo>
                    <a:pt x="301" y="1811"/>
                  </a:lnTo>
                  <a:lnTo>
                    <a:pt x="451" y="1704"/>
                  </a:lnTo>
                  <a:lnTo>
                    <a:pt x="601" y="1597"/>
                  </a:lnTo>
                  <a:lnTo>
                    <a:pt x="782" y="1484"/>
                  </a:lnTo>
                  <a:lnTo>
                    <a:pt x="1022" y="1377"/>
                  </a:lnTo>
                  <a:lnTo>
                    <a:pt x="1262" y="1265"/>
                  </a:lnTo>
                  <a:lnTo>
                    <a:pt x="1532" y="1153"/>
                  </a:lnTo>
                  <a:lnTo>
                    <a:pt x="1863" y="1036"/>
                  </a:lnTo>
                  <a:lnTo>
                    <a:pt x="2193" y="923"/>
                  </a:lnTo>
                  <a:lnTo>
                    <a:pt x="2554" y="806"/>
                  </a:lnTo>
                  <a:lnTo>
                    <a:pt x="2554" y="806"/>
                  </a:lnTo>
                  <a:lnTo>
                    <a:pt x="2914" y="704"/>
                  </a:lnTo>
                  <a:lnTo>
                    <a:pt x="3335" y="607"/>
                  </a:lnTo>
                  <a:lnTo>
                    <a:pt x="3785" y="520"/>
                  </a:lnTo>
                  <a:lnTo>
                    <a:pt x="4266" y="439"/>
                  </a:lnTo>
                  <a:lnTo>
                    <a:pt x="4806" y="367"/>
                  </a:lnTo>
                  <a:lnTo>
                    <a:pt x="5347" y="301"/>
                  </a:lnTo>
                  <a:lnTo>
                    <a:pt x="5918" y="245"/>
                  </a:lnTo>
                  <a:lnTo>
                    <a:pt x="6548" y="189"/>
                  </a:lnTo>
                  <a:lnTo>
                    <a:pt x="7179" y="143"/>
                  </a:lnTo>
                  <a:lnTo>
                    <a:pt x="7840" y="107"/>
                  </a:lnTo>
                  <a:lnTo>
                    <a:pt x="8501" y="72"/>
                  </a:lnTo>
                  <a:lnTo>
                    <a:pt x="9191" y="46"/>
                  </a:lnTo>
                  <a:lnTo>
                    <a:pt x="9912" y="26"/>
                  </a:lnTo>
                  <a:lnTo>
                    <a:pt x="10603" y="10"/>
                  </a:lnTo>
                  <a:lnTo>
                    <a:pt x="11324" y="5"/>
                  </a:lnTo>
                  <a:lnTo>
                    <a:pt x="1207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9"/>
            <p:cNvSpPr/>
            <p:nvPr/>
          </p:nvSpPr>
          <p:spPr>
            <a:xfrm flipH="1">
              <a:off x="4777314" y="2379525"/>
              <a:ext cx="124932" cy="17100"/>
            </a:xfrm>
            <a:custGeom>
              <a:avLst/>
              <a:gdLst/>
              <a:ahLst/>
              <a:cxnLst/>
              <a:rect l="l" t="t" r="r" b="b"/>
              <a:pathLst>
                <a:path w="29465" h="684" extrusionOk="0">
                  <a:moveTo>
                    <a:pt x="18772" y="0"/>
                  </a:moveTo>
                  <a:lnTo>
                    <a:pt x="17961" y="5"/>
                  </a:lnTo>
                  <a:lnTo>
                    <a:pt x="17120" y="15"/>
                  </a:lnTo>
                  <a:lnTo>
                    <a:pt x="0" y="15"/>
                  </a:lnTo>
                  <a:lnTo>
                    <a:pt x="601" y="133"/>
                  </a:lnTo>
                  <a:lnTo>
                    <a:pt x="1022" y="204"/>
                  </a:lnTo>
                  <a:lnTo>
                    <a:pt x="1472" y="271"/>
                  </a:lnTo>
                  <a:lnTo>
                    <a:pt x="1953" y="332"/>
                  </a:lnTo>
                  <a:lnTo>
                    <a:pt x="2493" y="388"/>
                  </a:lnTo>
                  <a:lnTo>
                    <a:pt x="3034" y="439"/>
                  </a:lnTo>
                  <a:lnTo>
                    <a:pt x="3635" y="480"/>
                  </a:lnTo>
                  <a:lnTo>
                    <a:pt x="4235" y="520"/>
                  </a:lnTo>
                  <a:lnTo>
                    <a:pt x="4866" y="556"/>
                  </a:lnTo>
                  <a:lnTo>
                    <a:pt x="5497" y="587"/>
                  </a:lnTo>
                  <a:lnTo>
                    <a:pt x="6158" y="612"/>
                  </a:lnTo>
                  <a:lnTo>
                    <a:pt x="6848" y="633"/>
                  </a:lnTo>
                  <a:lnTo>
                    <a:pt x="7539" y="653"/>
                  </a:lnTo>
                  <a:lnTo>
                    <a:pt x="8230" y="663"/>
                  </a:lnTo>
                  <a:lnTo>
                    <a:pt x="8951" y="673"/>
                  </a:lnTo>
                  <a:lnTo>
                    <a:pt x="9642" y="679"/>
                  </a:lnTo>
                  <a:lnTo>
                    <a:pt x="10332" y="684"/>
                  </a:lnTo>
                  <a:lnTo>
                    <a:pt x="29464" y="684"/>
                  </a:lnTo>
                  <a:lnTo>
                    <a:pt x="29044" y="602"/>
                  </a:lnTo>
                  <a:lnTo>
                    <a:pt x="28684" y="536"/>
                  </a:lnTo>
                  <a:lnTo>
                    <a:pt x="28233" y="475"/>
                  </a:lnTo>
                  <a:lnTo>
                    <a:pt x="27783" y="418"/>
                  </a:lnTo>
                  <a:lnTo>
                    <a:pt x="27242" y="362"/>
                  </a:lnTo>
                  <a:lnTo>
                    <a:pt x="26671" y="311"/>
                  </a:lnTo>
                  <a:lnTo>
                    <a:pt x="26101" y="260"/>
                  </a:lnTo>
                  <a:lnTo>
                    <a:pt x="25440" y="214"/>
                  </a:lnTo>
                  <a:lnTo>
                    <a:pt x="24779" y="174"/>
                  </a:lnTo>
                  <a:lnTo>
                    <a:pt x="24088" y="133"/>
                  </a:lnTo>
                  <a:lnTo>
                    <a:pt x="23397" y="102"/>
                  </a:lnTo>
                  <a:lnTo>
                    <a:pt x="22647" y="72"/>
                  </a:lnTo>
                  <a:lnTo>
                    <a:pt x="21896" y="46"/>
                  </a:lnTo>
                  <a:lnTo>
                    <a:pt x="21115" y="26"/>
                  </a:lnTo>
                  <a:lnTo>
                    <a:pt x="20334" y="15"/>
                  </a:lnTo>
                  <a:lnTo>
                    <a:pt x="19553" y="5"/>
                  </a:lnTo>
                  <a:lnTo>
                    <a:pt x="18772" y="0"/>
                  </a:lnTo>
                  <a:close/>
                </a:path>
              </a:pathLst>
            </a:custGeom>
            <a:solidFill>
              <a:srgbClr val="3D17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9"/>
            <p:cNvSpPr/>
            <p:nvPr/>
          </p:nvSpPr>
          <p:spPr>
            <a:xfrm flipH="1">
              <a:off x="4777314" y="2379525"/>
              <a:ext cx="124932" cy="17100"/>
            </a:xfrm>
            <a:custGeom>
              <a:avLst/>
              <a:gdLst/>
              <a:ahLst/>
              <a:cxnLst/>
              <a:rect l="l" t="t" r="r" b="b"/>
              <a:pathLst>
                <a:path w="29465" h="684" fill="none" extrusionOk="0">
                  <a:moveTo>
                    <a:pt x="18772" y="0"/>
                  </a:moveTo>
                  <a:lnTo>
                    <a:pt x="18772" y="0"/>
                  </a:lnTo>
                  <a:lnTo>
                    <a:pt x="19553" y="5"/>
                  </a:lnTo>
                  <a:lnTo>
                    <a:pt x="20334" y="15"/>
                  </a:lnTo>
                  <a:lnTo>
                    <a:pt x="21115" y="26"/>
                  </a:lnTo>
                  <a:lnTo>
                    <a:pt x="21896" y="46"/>
                  </a:lnTo>
                  <a:lnTo>
                    <a:pt x="22647" y="72"/>
                  </a:lnTo>
                  <a:lnTo>
                    <a:pt x="23397" y="102"/>
                  </a:lnTo>
                  <a:lnTo>
                    <a:pt x="24088" y="133"/>
                  </a:lnTo>
                  <a:lnTo>
                    <a:pt x="24779" y="174"/>
                  </a:lnTo>
                  <a:lnTo>
                    <a:pt x="25440" y="214"/>
                  </a:lnTo>
                  <a:lnTo>
                    <a:pt x="26101" y="260"/>
                  </a:lnTo>
                  <a:lnTo>
                    <a:pt x="26671" y="311"/>
                  </a:lnTo>
                  <a:lnTo>
                    <a:pt x="27242" y="362"/>
                  </a:lnTo>
                  <a:lnTo>
                    <a:pt x="27783" y="418"/>
                  </a:lnTo>
                  <a:lnTo>
                    <a:pt x="28233" y="475"/>
                  </a:lnTo>
                  <a:lnTo>
                    <a:pt x="28684" y="536"/>
                  </a:lnTo>
                  <a:lnTo>
                    <a:pt x="29044" y="602"/>
                  </a:lnTo>
                  <a:lnTo>
                    <a:pt x="29044" y="602"/>
                  </a:lnTo>
                  <a:lnTo>
                    <a:pt x="29464" y="684"/>
                  </a:lnTo>
                  <a:lnTo>
                    <a:pt x="10332" y="684"/>
                  </a:lnTo>
                  <a:lnTo>
                    <a:pt x="10332" y="684"/>
                  </a:lnTo>
                  <a:lnTo>
                    <a:pt x="9642" y="679"/>
                  </a:lnTo>
                  <a:lnTo>
                    <a:pt x="8951" y="673"/>
                  </a:lnTo>
                  <a:lnTo>
                    <a:pt x="8230" y="663"/>
                  </a:lnTo>
                  <a:lnTo>
                    <a:pt x="7539" y="653"/>
                  </a:lnTo>
                  <a:lnTo>
                    <a:pt x="6848" y="633"/>
                  </a:lnTo>
                  <a:lnTo>
                    <a:pt x="6158" y="612"/>
                  </a:lnTo>
                  <a:lnTo>
                    <a:pt x="5497" y="587"/>
                  </a:lnTo>
                  <a:lnTo>
                    <a:pt x="4866" y="556"/>
                  </a:lnTo>
                  <a:lnTo>
                    <a:pt x="4235" y="520"/>
                  </a:lnTo>
                  <a:lnTo>
                    <a:pt x="3635" y="480"/>
                  </a:lnTo>
                  <a:lnTo>
                    <a:pt x="3034" y="439"/>
                  </a:lnTo>
                  <a:lnTo>
                    <a:pt x="2493" y="388"/>
                  </a:lnTo>
                  <a:lnTo>
                    <a:pt x="1953" y="332"/>
                  </a:lnTo>
                  <a:lnTo>
                    <a:pt x="1472" y="271"/>
                  </a:lnTo>
                  <a:lnTo>
                    <a:pt x="1022" y="204"/>
                  </a:lnTo>
                  <a:lnTo>
                    <a:pt x="601" y="133"/>
                  </a:lnTo>
                  <a:lnTo>
                    <a:pt x="601" y="133"/>
                  </a:lnTo>
                  <a:lnTo>
                    <a:pt x="0" y="15"/>
                  </a:lnTo>
                  <a:lnTo>
                    <a:pt x="17120" y="15"/>
                  </a:lnTo>
                  <a:lnTo>
                    <a:pt x="17120" y="15"/>
                  </a:lnTo>
                  <a:lnTo>
                    <a:pt x="17961" y="5"/>
                  </a:lnTo>
                  <a:lnTo>
                    <a:pt x="1877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9"/>
            <p:cNvSpPr/>
            <p:nvPr/>
          </p:nvSpPr>
          <p:spPr>
            <a:xfrm flipH="1">
              <a:off x="4724467" y="2466350"/>
              <a:ext cx="326137" cy="108425"/>
            </a:xfrm>
            <a:custGeom>
              <a:avLst/>
              <a:gdLst/>
              <a:ahLst/>
              <a:cxnLst/>
              <a:rect l="l" t="t" r="r" b="b"/>
              <a:pathLst>
                <a:path w="76919" h="4337" extrusionOk="0">
                  <a:moveTo>
                    <a:pt x="64184" y="1"/>
                  </a:moveTo>
                  <a:lnTo>
                    <a:pt x="63674" y="128"/>
                  </a:lnTo>
                  <a:lnTo>
                    <a:pt x="63103" y="246"/>
                  </a:lnTo>
                  <a:lnTo>
                    <a:pt x="62743" y="312"/>
                  </a:lnTo>
                  <a:lnTo>
                    <a:pt x="62352" y="373"/>
                  </a:lnTo>
                  <a:lnTo>
                    <a:pt x="61962" y="429"/>
                  </a:lnTo>
                  <a:lnTo>
                    <a:pt x="61511" y="485"/>
                  </a:lnTo>
                  <a:lnTo>
                    <a:pt x="61061" y="536"/>
                  </a:lnTo>
                  <a:lnTo>
                    <a:pt x="60580" y="582"/>
                  </a:lnTo>
                  <a:lnTo>
                    <a:pt x="60069" y="623"/>
                  </a:lnTo>
                  <a:lnTo>
                    <a:pt x="59559" y="659"/>
                  </a:lnTo>
                  <a:lnTo>
                    <a:pt x="59018" y="694"/>
                  </a:lnTo>
                  <a:lnTo>
                    <a:pt x="58448" y="725"/>
                  </a:lnTo>
                  <a:lnTo>
                    <a:pt x="57877" y="751"/>
                  </a:lnTo>
                  <a:lnTo>
                    <a:pt x="57306" y="771"/>
                  </a:lnTo>
                  <a:lnTo>
                    <a:pt x="56736" y="786"/>
                  </a:lnTo>
                  <a:lnTo>
                    <a:pt x="56135" y="796"/>
                  </a:lnTo>
                  <a:lnTo>
                    <a:pt x="55534" y="807"/>
                  </a:lnTo>
                  <a:lnTo>
                    <a:pt x="54933" y="807"/>
                  </a:lnTo>
                  <a:lnTo>
                    <a:pt x="54153" y="802"/>
                  </a:lnTo>
                  <a:lnTo>
                    <a:pt x="53372" y="791"/>
                  </a:lnTo>
                  <a:lnTo>
                    <a:pt x="2313" y="791"/>
                  </a:lnTo>
                  <a:lnTo>
                    <a:pt x="2042" y="858"/>
                  </a:lnTo>
                  <a:lnTo>
                    <a:pt x="1772" y="924"/>
                  </a:lnTo>
                  <a:lnTo>
                    <a:pt x="1532" y="990"/>
                  </a:lnTo>
                  <a:lnTo>
                    <a:pt x="1322" y="1062"/>
                  </a:lnTo>
                  <a:lnTo>
                    <a:pt x="1111" y="1133"/>
                  </a:lnTo>
                  <a:lnTo>
                    <a:pt x="931" y="1204"/>
                  </a:lnTo>
                  <a:lnTo>
                    <a:pt x="751" y="1281"/>
                  </a:lnTo>
                  <a:lnTo>
                    <a:pt x="601" y="1352"/>
                  </a:lnTo>
                  <a:lnTo>
                    <a:pt x="451" y="1429"/>
                  </a:lnTo>
                  <a:lnTo>
                    <a:pt x="330" y="1511"/>
                  </a:lnTo>
                  <a:lnTo>
                    <a:pt x="240" y="1587"/>
                  </a:lnTo>
                  <a:lnTo>
                    <a:pt x="150" y="1669"/>
                  </a:lnTo>
                  <a:lnTo>
                    <a:pt x="90" y="1750"/>
                  </a:lnTo>
                  <a:lnTo>
                    <a:pt x="30" y="1832"/>
                  </a:lnTo>
                  <a:lnTo>
                    <a:pt x="0" y="1919"/>
                  </a:lnTo>
                  <a:lnTo>
                    <a:pt x="0" y="2005"/>
                  </a:lnTo>
                  <a:lnTo>
                    <a:pt x="0" y="2092"/>
                  </a:lnTo>
                  <a:lnTo>
                    <a:pt x="30" y="2179"/>
                  </a:lnTo>
                  <a:lnTo>
                    <a:pt x="90" y="2265"/>
                  </a:lnTo>
                  <a:lnTo>
                    <a:pt x="150" y="2357"/>
                  </a:lnTo>
                  <a:lnTo>
                    <a:pt x="240" y="2449"/>
                  </a:lnTo>
                  <a:lnTo>
                    <a:pt x="330" y="2541"/>
                  </a:lnTo>
                  <a:lnTo>
                    <a:pt x="481" y="2633"/>
                  </a:lnTo>
                  <a:lnTo>
                    <a:pt x="601" y="2724"/>
                  </a:lnTo>
                  <a:lnTo>
                    <a:pt x="781" y="2821"/>
                  </a:lnTo>
                  <a:lnTo>
                    <a:pt x="961" y="2913"/>
                  </a:lnTo>
                  <a:lnTo>
                    <a:pt x="1171" y="3010"/>
                  </a:lnTo>
                  <a:lnTo>
                    <a:pt x="1412" y="3107"/>
                  </a:lnTo>
                  <a:lnTo>
                    <a:pt x="1922" y="3301"/>
                  </a:lnTo>
                  <a:lnTo>
                    <a:pt x="2553" y="3500"/>
                  </a:lnTo>
                  <a:lnTo>
                    <a:pt x="2913" y="3607"/>
                  </a:lnTo>
                  <a:lnTo>
                    <a:pt x="3334" y="3704"/>
                  </a:lnTo>
                  <a:lnTo>
                    <a:pt x="3784" y="3791"/>
                  </a:lnTo>
                  <a:lnTo>
                    <a:pt x="4295" y="3872"/>
                  </a:lnTo>
                  <a:lnTo>
                    <a:pt x="4806" y="3949"/>
                  </a:lnTo>
                  <a:lnTo>
                    <a:pt x="5376" y="4020"/>
                  </a:lnTo>
                  <a:lnTo>
                    <a:pt x="5977" y="4081"/>
                  </a:lnTo>
                  <a:lnTo>
                    <a:pt x="6578" y="4132"/>
                  </a:lnTo>
                  <a:lnTo>
                    <a:pt x="7238" y="4183"/>
                  </a:lnTo>
                  <a:lnTo>
                    <a:pt x="7899" y="4224"/>
                  </a:lnTo>
                  <a:lnTo>
                    <a:pt x="8560" y="4260"/>
                  </a:lnTo>
                  <a:lnTo>
                    <a:pt x="9281" y="4285"/>
                  </a:lnTo>
                  <a:lnTo>
                    <a:pt x="10002" y="4311"/>
                  </a:lnTo>
                  <a:lnTo>
                    <a:pt x="10722" y="4326"/>
                  </a:lnTo>
                  <a:lnTo>
                    <a:pt x="11443" y="4331"/>
                  </a:lnTo>
                  <a:lnTo>
                    <a:pt x="12194" y="4336"/>
                  </a:lnTo>
                  <a:lnTo>
                    <a:pt x="12975" y="4331"/>
                  </a:lnTo>
                  <a:lnTo>
                    <a:pt x="13756" y="4321"/>
                  </a:lnTo>
                  <a:lnTo>
                    <a:pt x="62022" y="4321"/>
                  </a:lnTo>
                  <a:lnTo>
                    <a:pt x="62773" y="4331"/>
                  </a:lnTo>
                  <a:lnTo>
                    <a:pt x="63523" y="4336"/>
                  </a:lnTo>
                  <a:lnTo>
                    <a:pt x="64334" y="4331"/>
                  </a:lnTo>
                  <a:lnTo>
                    <a:pt x="65115" y="4321"/>
                  </a:lnTo>
                  <a:lnTo>
                    <a:pt x="65896" y="4306"/>
                  </a:lnTo>
                  <a:lnTo>
                    <a:pt x="66677" y="4285"/>
                  </a:lnTo>
                  <a:lnTo>
                    <a:pt x="67458" y="4260"/>
                  </a:lnTo>
                  <a:lnTo>
                    <a:pt x="68209" y="4229"/>
                  </a:lnTo>
                  <a:lnTo>
                    <a:pt x="68930" y="4193"/>
                  </a:lnTo>
                  <a:lnTo>
                    <a:pt x="69620" y="4153"/>
                  </a:lnTo>
                  <a:lnTo>
                    <a:pt x="70281" y="4107"/>
                  </a:lnTo>
                  <a:lnTo>
                    <a:pt x="70942" y="4056"/>
                  </a:lnTo>
                  <a:lnTo>
                    <a:pt x="71543" y="4005"/>
                  </a:lnTo>
                  <a:lnTo>
                    <a:pt x="72113" y="3954"/>
                  </a:lnTo>
                  <a:lnTo>
                    <a:pt x="72624" y="3893"/>
                  </a:lnTo>
                  <a:lnTo>
                    <a:pt x="73104" y="3831"/>
                  </a:lnTo>
                  <a:lnTo>
                    <a:pt x="73555" y="3770"/>
                  </a:lnTo>
                  <a:lnTo>
                    <a:pt x="73945" y="3709"/>
                  </a:lnTo>
                  <a:lnTo>
                    <a:pt x="74366" y="3622"/>
                  </a:lnTo>
                  <a:lnTo>
                    <a:pt x="74786" y="3530"/>
                  </a:lnTo>
                  <a:lnTo>
                    <a:pt x="75147" y="3444"/>
                  </a:lnTo>
                  <a:lnTo>
                    <a:pt x="75477" y="3347"/>
                  </a:lnTo>
                  <a:lnTo>
                    <a:pt x="75748" y="3250"/>
                  </a:lnTo>
                  <a:lnTo>
                    <a:pt x="76018" y="3153"/>
                  </a:lnTo>
                  <a:lnTo>
                    <a:pt x="76258" y="3056"/>
                  </a:lnTo>
                  <a:lnTo>
                    <a:pt x="76438" y="2954"/>
                  </a:lnTo>
                  <a:lnTo>
                    <a:pt x="76588" y="2852"/>
                  </a:lnTo>
                  <a:lnTo>
                    <a:pt x="76709" y="2745"/>
                  </a:lnTo>
                  <a:lnTo>
                    <a:pt x="76799" y="2643"/>
                  </a:lnTo>
                  <a:lnTo>
                    <a:pt x="76889" y="2536"/>
                  </a:lnTo>
                  <a:lnTo>
                    <a:pt x="76919" y="2429"/>
                  </a:lnTo>
                  <a:lnTo>
                    <a:pt x="76919" y="2322"/>
                  </a:lnTo>
                  <a:lnTo>
                    <a:pt x="76889" y="2214"/>
                  </a:lnTo>
                  <a:lnTo>
                    <a:pt x="76859" y="2107"/>
                  </a:lnTo>
                  <a:lnTo>
                    <a:pt x="76769" y="2000"/>
                  </a:lnTo>
                  <a:lnTo>
                    <a:pt x="76679" y="1893"/>
                  </a:lnTo>
                  <a:lnTo>
                    <a:pt x="76558" y="1786"/>
                  </a:lnTo>
                  <a:lnTo>
                    <a:pt x="76408" y="1684"/>
                  </a:lnTo>
                  <a:lnTo>
                    <a:pt x="76228" y="1582"/>
                  </a:lnTo>
                  <a:lnTo>
                    <a:pt x="76018" y="1475"/>
                  </a:lnTo>
                  <a:lnTo>
                    <a:pt x="75808" y="1378"/>
                  </a:lnTo>
                  <a:lnTo>
                    <a:pt x="75567" y="1276"/>
                  </a:lnTo>
                  <a:lnTo>
                    <a:pt x="75297" y="1179"/>
                  </a:lnTo>
                  <a:lnTo>
                    <a:pt x="75027" y="1082"/>
                  </a:lnTo>
                  <a:lnTo>
                    <a:pt x="74726" y="990"/>
                  </a:lnTo>
                  <a:lnTo>
                    <a:pt x="74426" y="898"/>
                  </a:lnTo>
                  <a:lnTo>
                    <a:pt x="74096" y="812"/>
                  </a:lnTo>
                  <a:lnTo>
                    <a:pt x="73735" y="725"/>
                  </a:lnTo>
                  <a:lnTo>
                    <a:pt x="73375" y="643"/>
                  </a:lnTo>
                  <a:lnTo>
                    <a:pt x="72984" y="567"/>
                  </a:lnTo>
                  <a:lnTo>
                    <a:pt x="72594" y="495"/>
                  </a:lnTo>
                  <a:lnTo>
                    <a:pt x="72203" y="434"/>
                  </a:lnTo>
                  <a:lnTo>
                    <a:pt x="71753" y="373"/>
                  </a:lnTo>
                  <a:lnTo>
                    <a:pt x="71272" y="322"/>
                  </a:lnTo>
                  <a:lnTo>
                    <a:pt x="70792" y="271"/>
                  </a:lnTo>
                  <a:lnTo>
                    <a:pt x="70281" y="225"/>
                  </a:lnTo>
                  <a:lnTo>
                    <a:pt x="69711" y="184"/>
                  </a:lnTo>
                  <a:lnTo>
                    <a:pt x="69170" y="149"/>
                  </a:lnTo>
                  <a:lnTo>
                    <a:pt x="68569" y="118"/>
                  </a:lnTo>
                  <a:lnTo>
                    <a:pt x="67999" y="87"/>
                  </a:lnTo>
                  <a:lnTo>
                    <a:pt x="67368" y="67"/>
                  </a:lnTo>
                  <a:lnTo>
                    <a:pt x="66767" y="47"/>
                  </a:lnTo>
                  <a:lnTo>
                    <a:pt x="66136" y="26"/>
                  </a:lnTo>
                  <a:lnTo>
                    <a:pt x="65476" y="16"/>
                  </a:lnTo>
                  <a:lnTo>
                    <a:pt x="64845" y="6"/>
                  </a:lnTo>
                  <a:lnTo>
                    <a:pt x="64184" y="1"/>
                  </a:lnTo>
                  <a:close/>
                </a:path>
              </a:pathLst>
            </a:custGeom>
            <a:solidFill>
              <a:srgbClr val="906B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9"/>
            <p:cNvSpPr/>
            <p:nvPr/>
          </p:nvSpPr>
          <p:spPr>
            <a:xfrm flipH="1">
              <a:off x="4724467" y="2466350"/>
              <a:ext cx="326137" cy="108425"/>
            </a:xfrm>
            <a:custGeom>
              <a:avLst/>
              <a:gdLst/>
              <a:ahLst/>
              <a:cxnLst/>
              <a:rect l="l" t="t" r="r" b="b"/>
              <a:pathLst>
                <a:path w="76919" h="4337" fill="none" extrusionOk="0">
                  <a:moveTo>
                    <a:pt x="64184" y="1"/>
                  </a:moveTo>
                  <a:lnTo>
                    <a:pt x="64184" y="1"/>
                  </a:lnTo>
                  <a:lnTo>
                    <a:pt x="64845" y="6"/>
                  </a:lnTo>
                  <a:lnTo>
                    <a:pt x="65476" y="16"/>
                  </a:lnTo>
                  <a:lnTo>
                    <a:pt x="66136" y="26"/>
                  </a:lnTo>
                  <a:lnTo>
                    <a:pt x="66767" y="47"/>
                  </a:lnTo>
                  <a:lnTo>
                    <a:pt x="67368" y="67"/>
                  </a:lnTo>
                  <a:lnTo>
                    <a:pt x="67999" y="87"/>
                  </a:lnTo>
                  <a:lnTo>
                    <a:pt x="68569" y="118"/>
                  </a:lnTo>
                  <a:lnTo>
                    <a:pt x="69170" y="149"/>
                  </a:lnTo>
                  <a:lnTo>
                    <a:pt x="69711" y="184"/>
                  </a:lnTo>
                  <a:lnTo>
                    <a:pt x="70281" y="225"/>
                  </a:lnTo>
                  <a:lnTo>
                    <a:pt x="70792" y="271"/>
                  </a:lnTo>
                  <a:lnTo>
                    <a:pt x="71272" y="322"/>
                  </a:lnTo>
                  <a:lnTo>
                    <a:pt x="71753" y="373"/>
                  </a:lnTo>
                  <a:lnTo>
                    <a:pt x="72203" y="434"/>
                  </a:lnTo>
                  <a:lnTo>
                    <a:pt x="72594" y="495"/>
                  </a:lnTo>
                  <a:lnTo>
                    <a:pt x="72984" y="567"/>
                  </a:lnTo>
                  <a:lnTo>
                    <a:pt x="72984" y="567"/>
                  </a:lnTo>
                  <a:lnTo>
                    <a:pt x="73375" y="643"/>
                  </a:lnTo>
                  <a:lnTo>
                    <a:pt x="73735" y="725"/>
                  </a:lnTo>
                  <a:lnTo>
                    <a:pt x="74096" y="812"/>
                  </a:lnTo>
                  <a:lnTo>
                    <a:pt x="74426" y="898"/>
                  </a:lnTo>
                  <a:lnTo>
                    <a:pt x="74726" y="990"/>
                  </a:lnTo>
                  <a:lnTo>
                    <a:pt x="75027" y="1082"/>
                  </a:lnTo>
                  <a:lnTo>
                    <a:pt x="75297" y="1179"/>
                  </a:lnTo>
                  <a:lnTo>
                    <a:pt x="75567" y="1276"/>
                  </a:lnTo>
                  <a:lnTo>
                    <a:pt x="75808" y="1378"/>
                  </a:lnTo>
                  <a:lnTo>
                    <a:pt x="76018" y="1475"/>
                  </a:lnTo>
                  <a:lnTo>
                    <a:pt x="76228" y="1582"/>
                  </a:lnTo>
                  <a:lnTo>
                    <a:pt x="76408" y="1684"/>
                  </a:lnTo>
                  <a:lnTo>
                    <a:pt x="76558" y="1786"/>
                  </a:lnTo>
                  <a:lnTo>
                    <a:pt x="76679" y="1893"/>
                  </a:lnTo>
                  <a:lnTo>
                    <a:pt x="76769" y="2000"/>
                  </a:lnTo>
                  <a:lnTo>
                    <a:pt x="76859" y="2107"/>
                  </a:lnTo>
                  <a:lnTo>
                    <a:pt x="76889" y="2214"/>
                  </a:lnTo>
                  <a:lnTo>
                    <a:pt x="76919" y="2322"/>
                  </a:lnTo>
                  <a:lnTo>
                    <a:pt x="76919" y="2429"/>
                  </a:lnTo>
                  <a:lnTo>
                    <a:pt x="76889" y="2536"/>
                  </a:lnTo>
                  <a:lnTo>
                    <a:pt x="76799" y="2643"/>
                  </a:lnTo>
                  <a:lnTo>
                    <a:pt x="76709" y="2745"/>
                  </a:lnTo>
                  <a:lnTo>
                    <a:pt x="76588" y="2852"/>
                  </a:lnTo>
                  <a:lnTo>
                    <a:pt x="76438" y="2954"/>
                  </a:lnTo>
                  <a:lnTo>
                    <a:pt x="76258" y="3056"/>
                  </a:lnTo>
                  <a:lnTo>
                    <a:pt x="76018" y="3153"/>
                  </a:lnTo>
                  <a:lnTo>
                    <a:pt x="75748" y="3250"/>
                  </a:lnTo>
                  <a:lnTo>
                    <a:pt x="75477" y="3347"/>
                  </a:lnTo>
                  <a:lnTo>
                    <a:pt x="75147" y="3444"/>
                  </a:lnTo>
                  <a:lnTo>
                    <a:pt x="74786" y="3530"/>
                  </a:lnTo>
                  <a:lnTo>
                    <a:pt x="74366" y="3622"/>
                  </a:lnTo>
                  <a:lnTo>
                    <a:pt x="73945" y="3709"/>
                  </a:lnTo>
                  <a:lnTo>
                    <a:pt x="73945" y="3709"/>
                  </a:lnTo>
                  <a:lnTo>
                    <a:pt x="73555" y="3770"/>
                  </a:lnTo>
                  <a:lnTo>
                    <a:pt x="73104" y="3831"/>
                  </a:lnTo>
                  <a:lnTo>
                    <a:pt x="72624" y="3893"/>
                  </a:lnTo>
                  <a:lnTo>
                    <a:pt x="72113" y="3954"/>
                  </a:lnTo>
                  <a:lnTo>
                    <a:pt x="71543" y="4005"/>
                  </a:lnTo>
                  <a:lnTo>
                    <a:pt x="70942" y="4056"/>
                  </a:lnTo>
                  <a:lnTo>
                    <a:pt x="70281" y="4107"/>
                  </a:lnTo>
                  <a:lnTo>
                    <a:pt x="69620" y="4153"/>
                  </a:lnTo>
                  <a:lnTo>
                    <a:pt x="68930" y="4193"/>
                  </a:lnTo>
                  <a:lnTo>
                    <a:pt x="68209" y="4229"/>
                  </a:lnTo>
                  <a:lnTo>
                    <a:pt x="67458" y="4260"/>
                  </a:lnTo>
                  <a:lnTo>
                    <a:pt x="66677" y="4285"/>
                  </a:lnTo>
                  <a:lnTo>
                    <a:pt x="65896" y="4306"/>
                  </a:lnTo>
                  <a:lnTo>
                    <a:pt x="65115" y="4321"/>
                  </a:lnTo>
                  <a:lnTo>
                    <a:pt x="64334" y="4331"/>
                  </a:lnTo>
                  <a:lnTo>
                    <a:pt x="63523" y="4336"/>
                  </a:lnTo>
                  <a:lnTo>
                    <a:pt x="63523" y="4336"/>
                  </a:lnTo>
                  <a:lnTo>
                    <a:pt x="62773" y="4331"/>
                  </a:lnTo>
                  <a:lnTo>
                    <a:pt x="62022" y="4321"/>
                  </a:lnTo>
                  <a:lnTo>
                    <a:pt x="13756" y="4321"/>
                  </a:lnTo>
                  <a:lnTo>
                    <a:pt x="13756" y="4321"/>
                  </a:lnTo>
                  <a:lnTo>
                    <a:pt x="12975" y="4331"/>
                  </a:lnTo>
                  <a:lnTo>
                    <a:pt x="12194" y="4336"/>
                  </a:lnTo>
                  <a:lnTo>
                    <a:pt x="12194" y="4336"/>
                  </a:lnTo>
                  <a:lnTo>
                    <a:pt x="11443" y="4331"/>
                  </a:lnTo>
                  <a:lnTo>
                    <a:pt x="10722" y="4326"/>
                  </a:lnTo>
                  <a:lnTo>
                    <a:pt x="10002" y="4311"/>
                  </a:lnTo>
                  <a:lnTo>
                    <a:pt x="9281" y="4285"/>
                  </a:lnTo>
                  <a:lnTo>
                    <a:pt x="8560" y="4260"/>
                  </a:lnTo>
                  <a:lnTo>
                    <a:pt x="7899" y="4224"/>
                  </a:lnTo>
                  <a:lnTo>
                    <a:pt x="7238" y="4183"/>
                  </a:lnTo>
                  <a:lnTo>
                    <a:pt x="6578" y="4132"/>
                  </a:lnTo>
                  <a:lnTo>
                    <a:pt x="5977" y="4081"/>
                  </a:lnTo>
                  <a:lnTo>
                    <a:pt x="5376" y="4020"/>
                  </a:lnTo>
                  <a:lnTo>
                    <a:pt x="4806" y="3949"/>
                  </a:lnTo>
                  <a:lnTo>
                    <a:pt x="4295" y="3872"/>
                  </a:lnTo>
                  <a:lnTo>
                    <a:pt x="3784" y="3791"/>
                  </a:lnTo>
                  <a:lnTo>
                    <a:pt x="3334" y="3704"/>
                  </a:lnTo>
                  <a:lnTo>
                    <a:pt x="2913" y="3607"/>
                  </a:lnTo>
                  <a:lnTo>
                    <a:pt x="2553" y="3500"/>
                  </a:lnTo>
                  <a:lnTo>
                    <a:pt x="2553" y="3500"/>
                  </a:lnTo>
                  <a:lnTo>
                    <a:pt x="1922" y="3301"/>
                  </a:lnTo>
                  <a:lnTo>
                    <a:pt x="1412" y="3107"/>
                  </a:lnTo>
                  <a:lnTo>
                    <a:pt x="1171" y="3010"/>
                  </a:lnTo>
                  <a:lnTo>
                    <a:pt x="961" y="2913"/>
                  </a:lnTo>
                  <a:lnTo>
                    <a:pt x="781" y="2821"/>
                  </a:lnTo>
                  <a:lnTo>
                    <a:pt x="601" y="2724"/>
                  </a:lnTo>
                  <a:lnTo>
                    <a:pt x="481" y="2633"/>
                  </a:lnTo>
                  <a:lnTo>
                    <a:pt x="330" y="2541"/>
                  </a:lnTo>
                  <a:lnTo>
                    <a:pt x="240" y="2449"/>
                  </a:lnTo>
                  <a:lnTo>
                    <a:pt x="150" y="2357"/>
                  </a:lnTo>
                  <a:lnTo>
                    <a:pt x="90" y="2265"/>
                  </a:lnTo>
                  <a:lnTo>
                    <a:pt x="30" y="2179"/>
                  </a:lnTo>
                  <a:lnTo>
                    <a:pt x="0" y="2092"/>
                  </a:lnTo>
                  <a:lnTo>
                    <a:pt x="0" y="2005"/>
                  </a:lnTo>
                  <a:lnTo>
                    <a:pt x="0" y="1919"/>
                  </a:lnTo>
                  <a:lnTo>
                    <a:pt x="30" y="1832"/>
                  </a:lnTo>
                  <a:lnTo>
                    <a:pt x="90" y="1750"/>
                  </a:lnTo>
                  <a:lnTo>
                    <a:pt x="150" y="1669"/>
                  </a:lnTo>
                  <a:lnTo>
                    <a:pt x="240" y="1587"/>
                  </a:lnTo>
                  <a:lnTo>
                    <a:pt x="330" y="1511"/>
                  </a:lnTo>
                  <a:lnTo>
                    <a:pt x="451" y="1429"/>
                  </a:lnTo>
                  <a:lnTo>
                    <a:pt x="601" y="1352"/>
                  </a:lnTo>
                  <a:lnTo>
                    <a:pt x="751" y="1281"/>
                  </a:lnTo>
                  <a:lnTo>
                    <a:pt x="931" y="1204"/>
                  </a:lnTo>
                  <a:lnTo>
                    <a:pt x="1111" y="1133"/>
                  </a:lnTo>
                  <a:lnTo>
                    <a:pt x="1322" y="1062"/>
                  </a:lnTo>
                  <a:lnTo>
                    <a:pt x="1532" y="990"/>
                  </a:lnTo>
                  <a:lnTo>
                    <a:pt x="1772" y="924"/>
                  </a:lnTo>
                  <a:lnTo>
                    <a:pt x="2042" y="858"/>
                  </a:lnTo>
                  <a:lnTo>
                    <a:pt x="2313" y="791"/>
                  </a:lnTo>
                  <a:lnTo>
                    <a:pt x="53372" y="791"/>
                  </a:lnTo>
                  <a:lnTo>
                    <a:pt x="53372" y="791"/>
                  </a:lnTo>
                  <a:lnTo>
                    <a:pt x="54153" y="802"/>
                  </a:lnTo>
                  <a:lnTo>
                    <a:pt x="54933" y="807"/>
                  </a:lnTo>
                  <a:lnTo>
                    <a:pt x="54933" y="807"/>
                  </a:lnTo>
                  <a:lnTo>
                    <a:pt x="55534" y="807"/>
                  </a:lnTo>
                  <a:lnTo>
                    <a:pt x="56135" y="796"/>
                  </a:lnTo>
                  <a:lnTo>
                    <a:pt x="56736" y="786"/>
                  </a:lnTo>
                  <a:lnTo>
                    <a:pt x="57306" y="771"/>
                  </a:lnTo>
                  <a:lnTo>
                    <a:pt x="57877" y="751"/>
                  </a:lnTo>
                  <a:lnTo>
                    <a:pt x="58448" y="725"/>
                  </a:lnTo>
                  <a:lnTo>
                    <a:pt x="59018" y="694"/>
                  </a:lnTo>
                  <a:lnTo>
                    <a:pt x="59559" y="659"/>
                  </a:lnTo>
                  <a:lnTo>
                    <a:pt x="60069" y="623"/>
                  </a:lnTo>
                  <a:lnTo>
                    <a:pt x="60580" y="582"/>
                  </a:lnTo>
                  <a:lnTo>
                    <a:pt x="61061" y="536"/>
                  </a:lnTo>
                  <a:lnTo>
                    <a:pt x="61511" y="485"/>
                  </a:lnTo>
                  <a:lnTo>
                    <a:pt x="61962" y="429"/>
                  </a:lnTo>
                  <a:lnTo>
                    <a:pt x="62352" y="373"/>
                  </a:lnTo>
                  <a:lnTo>
                    <a:pt x="62743" y="312"/>
                  </a:lnTo>
                  <a:lnTo>
                    <a:pt x="63103" y="246"/>
                  </a:lnTo>
                  <a:lnTo>
                    <a:pt x="63103" y="246"/>
                  </a:lnTo>
                  <a:lnTo>
                    <a:pt x="63674" y="128"/>
                  </a:lnTo>
                  <a:lnTo>
                    <a:pt x="6418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9"/>
            <p:cNvSpPr/>
            <p:nvPr/>
          </p:nvSpPr>
          <p:spPr>
            <a:xfrm flipH="1">
              <a:off x="4778459" y="2466225"/>
              <a:ext cx="262342" cy="20300"/>
            </a:xfrm>
            <a:custGeom>
              <a:avLst/>
              <a:gdLst/>
              <a:ahLst/>
              <a:cxnLst/>
              <a:rect l="l" t="t" r="r" b="b"/>
              <a:pathLst>
                <a:path w="61873" h="812" extrusionOk="0">
                  <a:moveTo>
                    <a:pt x="11804" y="1"/>
                  </a:moveTo>
                  <a:lnTo>
                    <a:pt x="11054" y="6"/>
                  </a:lnTo>
                  <a:lnTo>
                    <a:pt x="10273" y="11"/>
                  </a:lnTo>
                  <a:lnTo>
                    <a:pt x="9522" y="21"/>
                  </a:lnTo>
                  <a:lnTo>
                    <a:pt x="8771" y="36"/>
                  </a:lnTo>
                  <a:lnTo>
                    <a:pt x="8020" y="57"/>
                  </a:lnTo>
                  <a:lnTo>
                    <a:pt x="7299" y="77"/>
                  </a:lnTo>
                  <a:lnTo>
                    <a:pt x="6578" y="103"/>
                  </a:lnTo>
                  <a:lnTo>
                    <a:pt x="5888" y="133"/>
                  </a:lnTo>
                  <a:lnTo>
                    <a:pt x="5227" y="164"/>
                  </a:lnTo>
                  <a:lnTo>
                    <a:pt x="4626" y="205"/>
                  </a:lnTo>
                  <a:lnTo>
                    <a:pt x="4025" y="240"/>
                  </a:lnTo>
                  <a:lnTo>
                    <a:pt x="3455" y="286"/>
                  </a:lnTo>
                  <a:lnTo>
                    <a:pt x="2944" y="327"/>
                  </a:lnTo>
                  <a:lnTo>
                    <a:pt x="2464" y="378"/>
                  </a:lnTo>
                  <a:lnTo>
                    <a:pt x="2043" y="429"/>
                  </a:lnTo>
                  <a:lnTo>
                    <a:pt x="1653" y="480"/>
                  </a:lnTo>
                  <a:lnTo>
                    <a:pt x="1202" y="557"/>
                  </a:lnTo>
                  <a:lnTo>
                    <a:pt x="782" y="633"/>
                  </a:lnTo>
                  <a:lnTo>
                    <a:pt x="361" y="715"/>
                  </a:lnTo>
                  <a:lnTo>
                    <a:pt x="1" y="796"/>
                  </a:lnTo>
                  <a:lnTo>
                    <a:pt x="51060" y="796"/>
                  </a:lnTo>
                  <a:lnTo>
                    <a:pt x="51841" y="807"/>
                  </a:lnTo>
                  <a:lnTo>
                    <a:pt x="52621" y="812"/>
                  </a:lnTo>
                  <a:lnTo>
                    <a:pt x="53222" y="812"/>
                  </a:lnTo>
                  <a:lnTo>
                    <a:pt x="53823" y="801"/>
                  </a:lnTo>
                  <a:lnTo>
                    <a:pt x="54424" y="791"/>
                  </a:lnTo>
                  <a:lnTo>
                    <a:pt x="54994" y="776"/>
                  </a:lnTo>
                  <a:lnTo>
                    <a:pt x="55565" y="756"/>
                  </a:lnTo>
                  <a:lnTo>
                    <a:pt x="56136" y="730"/>
                  </a:lnTo>
                  <a:lnTo>
                    <a:pt x="56706" y="699"/>
                  </a:lnTo>
                  <a:lnTo>
                    <a:pt x="57247" y="664"/>
                  </a:lnTo>
                  <a:lnTo>
                    <a:pt x="57757" y="628"/>
                  </a:lnTo>
                  <a:lnTo>
                    <a:pt x="58268" y="587"/>
                  </a:lnTo>
                  <a:lnTo>
                    <a:pt x="58749" y="541"/>
                  </a:lnTo>
                  <a:lnTo>
                    <a:pt x="59199" y="490"/>
                  </a:lnTo>
                  <a:lnTo>
                    <a:pt x="59650" y="434"/>
                  </a:lnTo>
                  <a:lnTo>
                    <a:pt x="60040" y="378"/>
                  </a:lnTo>
                  <a:lnTo>
                    <a:pt x="60431" y="317"/>
                  </a:lnTo>
                  <a:lnTo>
                    <a:pt x="60791" y="251"/>
                  </a:lnTo>
                  <a:lnTo>
                    <a:pt x="61362" y="133"/>
                  </a:lnTo>
                  <a:lnTo>
                    <a:pt x="61872" y="6"/>
                  </a:lnTo>
                  <a:lnTo>
                    <a:pt x="60941" y="1"/>
                  </a:lnTo>
                  <a:close/>
                </a:path>
              </a:pathLst>
            </a:custGeom>
            <a:solidFill>
              <a:srgbClr val="4E1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9"/>
            <p:cNvSpPr/>
            <p:nvPr/>
          </p:nvSpPr>
          <p:spPr>
            <a:xfrm flipH="1">
              <a:off x="4778459" y="2466225"/>
              <a:ext cx="262342" cy="20300"/>
            </a:xfrm>
            <a:custGeom>
              <a:avLst/>
              <a:gdLst/>
              <a:ahLst/>
              <a:cxnLst/>
              <a:rect l="l" t="t" r="r" b="b"/>
              <a:pathLst>
                <a:path w="61873" h="812" fill="none" extrusionOk="0">
                  <a:moveTo>
                    <a:pt x="11804" y="1"/>
                  </a:moveTo>
                  <a:lnTo>
                    <a:pt x="60941" y="1"/>
                  </a:lnTo>
                  <a:lnTo>
                    <a:pt x="60941" y="1"/>
                  </a:lnTo>
                  <a:lnTo>
                    <a:pt x="61872" y="6"/>
                  </a:lnTo>
                  <a:lnTo>
                    <a:pt x="61872" y="6"/>
                  </a:lnTo>
                  <a:lnTo>
                    <a:pt x="61362" y="133"/>
                  </a:lnTo>
                  <a:lnTo>
                    <a:pt x="60791" y="251"/>
                  </a:lnTo>
                  <a:lnTo>
                    <a:pt x="60791" y="251"/>
                  </a:lnTo>
                  <a:lnTo>
                    <a:pt x="60431" y="317"/>
                  </a:lnTo>
                  <a:lnTo>
                    <a:pt x="60040" y="378"/>
                  </a:lnTo>
                  <a:lnTo>
                    <a:pt x="59650" y="434"/>
                  </a:lnTo>
                  <a:lnTo>
                    <a:pt x="59199" y="490"/>
                  </a:lnTo>
                  <a:lnTo>
                    <a:pt x="58749" y="541"/>
                  </a:lnTo>
                  <a:lnTo>
                    <a:pt x="58268" y="587"/>
                  </a:lnTo>
                  <a:lnTo>
                    <a:pt x="57757" y="628"/>
                  </a:lnTo>
                  <a:lnTo>
                    <a:pt x="57247" y="664"/>
                  </a:lnTo>
                  <a:lnTo>
                    <a:pt x="56706" y="699"/>
                  </a:lnTo>
                  <a:lnTo>
                    <a:pt x="56136" y="730"/>
                  </a:lnTo>
                  <a:lnTo>
                    <a:pt x="55565" y="756"/>
                  </a:lnTo>
                  <a:lnTo>
                    <a:pt x="54994" y="776"/>
                  </a:lnTo>
                  <a:lnTo>
                    <a:pt x="54424" y="791"/>
                  </a:lnTo>
                  <a:lnTo>
                    <a:pt x="53823" y="801"/>
                  </a:lnTo>
                  <a:lnTo>
                    <a:pt x="53222" y="812"/>
                  </a:lnTo>
                  <a:lnTo>
                    <a:pt x="52621" y="812"/>
                  </a:lnTo>
                  <a:lnTo>
                    <a:pt x="52621" y="812"/>
                  </a:lnTo>
                  <a:lnTo>
                    <a:pt x="51841" y="807"/>
                  </a:lnTo>
                  <a:lnTo>
                    <a:pt x="51060" y="796"/>
                  </a:lnTo>
                  <a:lnTo>
                    <a:pt x="1" y="796"/>
                  </a:lnTo>
                  <a:lnTo>
                    <a:pt x="1" y="796"/>
                  </a:lnTo>
                  <a:lnTo>
                    <a:pt x="361" y="715"/>
                  </a:lnTo>
                  <a:lnTo>
                    <a:pt x="782" y="633"/>
                  </a:lnTo>
                  <a:lnTo>
                    <a:pt x="1202" y="557"/>
                  </a:lnTo>
                  <a:lnTo>
                    <a:pt x="1653" y="480"/>
                  </a:lnTo>
                  <a:lnTo>
                    <a:pt x="1653" y="480"/>
                  </a:lnTo>
                  <a:lnTo>
                    <a:pt x="2043" y="429"/>
                  </a:lnTo>
                  <a:lnTo>
                    <a:pt x="2464" y="378"/>
                  </a:lnTo>
                  <a:lnTo>
                    <a:pt x="2944" y="327"/>
                  </a:lnTo>
                  <a:lnTo>
                    <a:pt x="3455" y="286"/>
                  </a:lnTo>
                  <a:lnTo>
                    <a:pt x="4025" y="240"/>
                  </a:lnTo>
                  <a:lnTo>
                    <a:pt x="4626" y="205"/>
                  </a:lnTo>
                  <a:lnTo>
                    <a:pt x="5227" y="164"/>
                  </a:lnTo>
                  <a:lnTo>
                    <a:pt x="5888" y="133"/>
                  </a:lnTo>
                  <a:lnTo>
                    <a:pt x="6578" y="103"/>
                  </a:lnTo>
                  <a:lnTo>
                    <a:pt x="7299" y="77"/>
                  </a:lnTo>
                  <a:lnTo>
                    <a:pt x="8020" y="57"/>
                  </a:lnTo>
                  <a:lnTo>
                    <a:pt x="8771" y="36"/>
                  </a:lnTo>
                  <a:lnTo>
                    <a:pt x="9522" y="21"/>
                  </a:lnTo>
                  <a:lnTo>
                    <a:pt x="10273" y="11"/>
                  </a:lnTo>
                  <a:lnTo>
                    <a:pt x="11054" y="6"/>
                  </a:lnTo>
                  <a:lnTo>
                    <a:pt x="1180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8" name="Google Shape;818;p49"/>
          <p:cNvSpPr>
            <a:spLocks noGrp="1"/>
          </p:cNvSpPr>
          <p:nvPr>
            <p:ph type="pic" idx="7"/>
          </p:nvPr>
        </p:nvSpPr>
        <p:spPr>
          <a:xfrm>
            <a:off x="2359050" y="3308000"/>
            <a:ext cx="1425300" cy="1425300"/>
          </a:xfrm>
          <a:prstGeom prst="ellipse">
            <a:avLst/>
          </a:prstGeom>
          <a:noFill/>
          <a:ln>
            <a:noFill/>
          </a:ln>
        </p:spPr>
      </p:sp>
      <p:sp>
        <p:nvSpPr>
          <p:cNvPr id="819" name="Google Shape;819;p49"/>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urple - Photo + Quote Right">
  <p:cSld name="TITLE_AND_BODY_2_1_1">
    <p:spTree>
      <p:nvGrpSpPr>
        <p:cNvPr id="1" name="Shape 820"/>
        <p:cNvGrpSpPr/>
        <p:nvPr/>
      </p:nvGrpSpPr>
      <p:grpSpPr>
        <a:xfrm>
          <a:off x="0" y="0"/>
          <a:ext cx="0" cy="0"/>
          <a:chOff x="0" y="0"/>
          <a:chExt cx="0" cy="0"/>
        </a:xfrm>
      </p:grpSpPr>
      <p:sp>
        <p:nvSpPr>
          <p:cNvPr id="821" name="Google Shape;821;p50"/>
          <p:cNvSpPr>
            <a:spLocks noGrp="1"/>
          </p:cNvSpPr>
          <p:nvPr>
            <p:ph type="pic" idx="2"/>
          </p:nvPr>
        </p:nvSpPr>
        <p:spPr>
          <a:xfrm>
            <a:off x="6782225" y="640075"/>
            <a:ext cx="1888500" cy="1888500"/>
          </a:xfrm>
          <a:prstGeom prst="ellipse">
            <a:avLst/>
          </a:prstGeom>
          <a:noFill/>
          <a:ln>
            <a:noFill/>
          </a:ln>
        </p:spPr>
      </p:sp>
      <p:grpSp>
        <p:nvGrpSpPr>
          <p:cNvPr id="822" name="Google Shape;822;p50"/>
          <p:cNvGrpSpPr/>
          <p:nvPr/>
        </p:nvGrpSpPr>
        <p:grpSpPr>
          <a:xfrm>
            <a:off x="5076266" y="1600375"/>
            <a:ext cx="3594458" cy="2611084"/>
            <a:chOff x="5076266" y="1600375"/>
            <a:chExt cx="3594458" cy="2611084"/>
          </a:xfrm>
        </p:grpSpPr>
        <p:sp>
          <p:nvSpPr>
            <p:cNvPr id="823" name="Google Shape;823;p50"/>
            <p:cNvSpPr/>
            <p:nvPr/>
          </p:nvSpPr>
          <p:spPr>
            <a:xfrm flipH="1">
              <a:off x="7870849" y="3674751"/>
              <a:ext cx="570557" cy="536709"/>
            </a:xfrm>
            <a:custGeom>
              <a:avLst/>
              <a:gdLst/>
              <a:ahLst/>
              <a:cxnLst/>
              <a:rect l="l" t="t" r="r" b="b"/>
              <a:pathLst>
                <a:path w="15318" h="2444" extrusionOk="0">
                  <a:moveTo>
                    <a:pt x="4566" y="1"/>
                  </a:moveTo>
                  <a:lnTo>
                    <a:pt x="4175" y="21"/>
                  </a:lnTo>
                  <a:lnTo>
                    <a:pt x="3815" y="47"/>
                  </a:lnTo>
                  <a:lnTo>
                    <a:pt x="3484" y="77"/>
                  </a:lnTo>
                  <a:lnTo>
                    <a:pt x="3154" y="108"/>
                  </a:lnTo>
                  <a:lnTo>
                    <a:pt x="2854" y="143"/>
                  </a:lnTo>
                  <a:lnTo>
                    <a:pt x="2583" y="179"/>
                  </a:lnTo>
                  <a:lnTo>
                    <a:pt x="2313" y="215"/>
                  </a:lnTo>
                  <a:lnTo>
                    <a:pt x="2073" y="256"/>
                  </a:lnTo>
                  <a:lnTo>
                    <a:pt x="1832" y="296"/>
                  </a:lnTo>
                  <a:lnTo>
                    <a:pt x="1622" y="342"/>
                  </a:lnTo>
                  <a:lnTo>
                    <a:pt x="1232" y="429"/>
                  </a:lnTo>
                  <a:lnTo>
                    <a:pt x="901" y="526"/>
                  </a:lnTo>
                  <a:lnTo>
                    <a:pt x="661" y="623"/>
                  </a:lnTo>
                  <a:lnTo>
                    <a:pt x="451" y="720"/>
                  </a:lnTo>
                  <a:lnTo>
                    <a:pt x="271" y="822"/>
                  </a:lnTo>
                  <a:lnTo>
                    <a:pt x="150" y="919"/>
                  </a:lnTo>
                  <a:lnTo>
                    <a:pt x="60" y="1016"/>
                  </a:lnTo>
                  <a:lnTo>
                    <a:pt x="30" y="1107"/>
                  </a:lnTo>
                  <a:lnTo>
                    <a:pt x="0" y="1199"/>
                  </a:lnTo>
                  <a:lnTo>
                    <a:pt x="30" y="1281"/>
                  </a:lnTo>
                  <a:lnTo>
                    <a:pt x="60" y="1352"/>
                  </a:lnTo>
                  <a:lnTo>
                    <a:pt x="120" y="1444"/>
                  </a:lnTo>
                  <a:lnTo>
                    <a:pt x="211" y="1531"/>
                  </a:lnTo>
                  <a:lnTo>
                    <a:pt x="331" y="1623"/>
                  </a:lnTo>
                  <a:lnTo>
                    <a:pt x="451" y="1714"/>
                  </a:lnTo>
                  <a:lnTo>
                    <a:pt x="661" y="1806"/>
                  </a:lnTo>
                  <a:lnTo>
                    <a:pt x="871" y="1893"/>
                  </a:lnTo>
                  <a:lnTo>
                    <a:pt x="1172" y="1980"/>
                  </a:lnTo>
                  <a:lnTo>
                    <a:pt x="1502" y="2061"/>
                  </a:lnTo>
                  <a:lnTo>
                    <a:pt x="1712" y="2097"/>
                  </a:lnTo>
                  <a:lnTo>
                    <a:pt x="1923" y="2138"/>
                  </a:lnTo>
                  <a:lnTo>
                    <a:pt x="2163" y="2174"/>
                  </a:lnTo>
                  <a:lnTo>
                    <a:pt x="2403" y="2204"/>
                  </a:lnTo>
                  <a:lnTo>
                    <a:pt x="2673" y="2240"/>
                  </a:lnTo>
                  <a:lnTo>
                    <a:pt x="2974" y="2270"/>
                  </a:lnTo>
                  <a:lnTo>
                    <a:pt x="3304" y="2296"/>
                  </a:lnTo>
                  <a:lnTo>
                    <a:pt x="3635" y="2327"/>
                  </a:lnTo>
                  <a:lnTo>
                    <a:pt x="3995" y="2347"/>
                  </a:lnTo>
                  <a:lnTo>
                    <a:pt x="4385" y="2372"/>
                  </a:lnTo>
                  <a:lnTo>
                    <a:pt x="4806" y="2388"/>
                  </a:lnTo>
                  <a:lnTo>
                    <a:pt x="5226" y="2408"/>
                  </a:lnTo>
                  <a:lnTo>
                    <a:pt x="5677" y="2418"/>
                  </a:lnTo>
                  <a:lnTo>
                    <a:pt x="6187" y="2434"/>
                  </a:lnTo>
                  <a:lnTo>
                    <a:pt x="6698" y="2439"/>
                  </a:lnTo>
                  <a:lnTo>
                    <a:pt x="7239" y="2444"/>
                  </a:lnTo>
                  <a:lnTo>
                    <a:pt x="8140" y="2444"/>
                  </a:lnTo>
                  <a:lnTo>
                    <a:pt x="8650" y="2439"/>
                  </a:lnTo>
                  <a:lnTo>
                    <a:pt x="9131" y="2423"/>
                  </a:lnTo>
                  <a:lnTo>
                    <a:pt x="9581" y="2413"/>
                  </a:lnTo>
                  <a:lnTo>
                    <a:pt x="10032" y="2393"/>
                  </a:lnTo>
                  <a:lnTo>
                    <a:pt x="10452" y="2372"/>
                  </a:lnTo>
                  <a:lnTo>
                    <a:pt x="10843" y="2347"/>
                  </a:lnTo>
                  <a:lnTo>
                    <a:pt x="11233" y="2316"/>
                  </a:lnTo>
                  <a:lnTo>
                    <a:pt x="11594" y="2286"/>
                  </a:lnTo>
                  <a:lnTo>
                    <a:pt x="11924" y="2250"/>
                  </a:lnTo>
                  <a:lnTo>
                    <a:pt x="12254" y="2214"/>
                  </a:lnTo>
                  <a:lnTo>
                    <a:pt x="12555" y="2174"/>
                  </a:lnTo>
                  <a:lnTo>
                    <a:pt x="12855" y="2133"/>
                  </a:lnTo>
                  <a:lnTo>
                    <a:pt x="13125" y="2092"/>
                  </a:lnTo>
                  <a:lnTo>
                    <a:pt x="13366" y="2046"/>
                  </a:lnTo>
                  <a:lnTo>
                    <a:pt x="13606" y="2000"/>
                  </a:lnTo>
                  <a:lnTo>
                    <a:pt x="14027" y="1903"/>
                  </a:lnTo>
                  <a:lnTo>
                    <a:pt x="14387" y="1806"/>
                  </a:lnTo>
                  <a:lnTo>
                    <a:pt x="14687" y="1704"/>
                  </a:lnTo>
                  <a:lnTo>
                    <a:pt x="14928" y="1602"/>
                  </a:lnTo>
                  <a:lnTo>
                    <a:pt x="15108" y="1505"/>
                  </a:lnTo>
                  <a:lnTo>
                    <a:pt x="15228" y="1408"/>
                  </a:lnTo>
                  <a:lnTo>
                    <a:pt x="15288" y="1317"/>
                  </a:lnTo>
                  <a:lnTo>
                    <a:pt x="15318" y="1235"/>
                  </a:lnTo>
                  <a:lnTo>
                    <a:pt x="15318" y="1158"/>
                  </a:lnTo>
                  <a:lnTo>
                    <a:pt x="15288" y="1077"/>
                  </a:lnTo>
                  <a:lnTo>
                    <a:pt x="15258" y="985"/>
                  </a:lnTo>
                  <a:lnTo>
                    <a:pt x="15168" y="888"/>
                  </a:lnTo>
                  <a:lnTo>
                    <a:pt x="15048" y="791"/>
                  </a:lnTo>
                  <a:lnTo>
                    <a:pt x="14867" y="694"/>
                  </a:lnTo>
                  <a:lnTo>
                    <a:pt x="14657" y="592"/>
                  </a:lnTo>
                  <a:lnTo>
                    <a:pt x="14357" y="495"/>
                  </a:lnTo>
                  <a:lnTo>
                    <a:pt x="12975" y="455"/>
                  </a:lnTo>
                  <a:lnTo>
                    <a:pt x="11624" y="409"/>
                  </a:lnTo>
                  <a:lnTo>
                    <a:pt x="10332" y="358"/>
                  </a:lnTo>
                  <a:lnTo>
                    <a:pt x="9041" y="296"/>
                  </a:lnTo>
                  <a:lnTo>
                    <a:pt x="7839" y="230"/>
                  </a:lnTo>
                  <a:lnTo>
                    <a:pt x="6668" y="159"/>
                  </a:lnTo>
                  <a:lnTo>
                    <a:pt x="5587" y="82"/>
                  </a:lnTo>
                  <a:lnTo>
                    <a:pt x="4566" y="1"/>
                  </a:lnTo>
                  <a:close/>
                </a:path>
              </a:pathLst>
            </a:custGeom>
            <a:solidFill>
              <a:srgbClr val="906B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50"/>
            <p:cNvSpPr/>
            <p:nvPr/>
          </p:nvSpPr>
          <p:spPr>
            <a:xfrm flipH="1">
              <a:off x="7870849" y="3674751"/>
              <a:ext cx="570557" cy="536709"/>
            </a:xfrm>
            <a:custGeom>
              <a:avLst/>
              <a:gdLst/>
              <a:ahLst/>
              <a:cxnLst/>
              <a:rect l="l" t="t" r="r" b="b"/>
              <a:pathLst>
                <a:path w="15318" h="2444" fill="none" extrusionOk="0">
                  <a:moveTo>
                    <a:pt x="4566" y="1"/>
                  </a:moveTo>
                  <a:lnTo>
                    <a:pt x="4566" y="1"/>
                  </a:lnTo>
                  <a:lnTo>
                    <a:pt x="5587" y="82"/>
                  </a:lnTo>
                  <a:lnTo>
                    <a:pt x="6668" y="159"/>
                  </a:lnTo>
                  <a:lnTo>
                    <a:pt x="7839" y="230"/>
                  </a:lnTo>
                  <a:lnTo>
                    <a:pt x="9041" y="296"/>
                  </a:lnTo>
                  <a:lnTo>
                    <a:pt x="10332" y="358"/>
                  </a:lnTo>
                  <a:lnTo>
                    <a:pt x="11624" y="409"/>
                  </a:lnTo>
                  <a:lnTo>
                    <a:pt x="12975" y="455"/>
                  </a:lnTo>
                  <a:lnTo>
                    <a:pt x="14357" y="495"/>
                  </a:lnTo>
                  <a:lnTo>
                    <a:pt x="14357" y="495"/>
                  </a:lnTo>
                  <a:lnTo>
                    <a:pt x="14657" y="592"/>
                  </a:lnTo>
                  <a:lnTo>
                    <a:pt x="14867" y="694"/>
                  </a:lnTo>
                  <a:lnTo>
                    <a:pt x="15048" y="791"/>
                  </a:lnTo>
                  <a:lnTo>
                    <a:pt x="15168" y="888"/>
                  </a:lnTo>
                  <a:lnTo>
                    <a:pt x="15258" y="985"/>
                  </a:lnTo>
                  <a:lnTo>
                    <a:pt x="15288" y="1077"/>
                  </a:lnTo>
                  <a:lnTo>
                    <a:pt x="15318" y="1158"/>
                  </a:lnTo>
                  <a:lnTo>
                    <a:pt x="15318" y="1235"/>
                  </a:lnTo>
                  <a:lnTo>
                    <a:pt x="15318" y="1235"/>
                  </a:lnTo>
                  <a:lnTo>
                    <a:pt x="15288" y="1317"/>
                  </a:lnTo>
                  <a:lnTo>
                    <a:pt x="15228" y="1408"/>
                  </a:lnTo>
                  <a:lnTo>
                    <a:pt x="15108" y="1505"/>
                  </a:lnTo>
                  <a:lnTo>
                    <a:pt x="14928" y="1602"/>
                  </a:lnTo>
                  <a:lnTo>
                    <a:pt x="14687" y="1704"/>
                  </a:lnTo>
                  <a:lnTo>
                    <a:pt x="14387" y="1806"/>
                  </a:lnTo>
                  <a:lnTo>
                    <a:pt x="14027" y="1903"/>
                  </a:lnTo>
                  <a:lnTo>
                    <a:pt x="13606" y="2000"/>
                  </a:lnTo>
                  <a:lnTo>
                    <a:pt x="13366" y="2046"/>
                  </a:lnTo>
                  <a:lnTo>
                    <a:pt x="13125" y="2092"/>
                  </a:lnTo>
                  <a:lnTo>
                    <a:pt x="12855" y="2133"/>
                  </a:lnTo>
                  <a:lnTo>
                    <a:pt x="12555" y="2174"/>
                  </a:lnTo>
                  <a:lnTo>
                    <a:pt x="12254" y="2214"/>
                  </a:lnTo>
                  <a:lnTo>
                    <a:pt x="11924" y="2250"/>
                  </a:lnTo>
                  <a:lnTo>
                    <a:pt x="11594" y="2286"/>
                  </a:lnTo>
                  <a:lnTo>
                    <a:pt x="11233" y="2316"/>
                  </a:lnTo>
                  <a:lnTo>
                    <a:pt x="10843" y="2347"/>
                  </a:lnTo>
                  <a:lnTo>
                    <a:pt x="10452" y="2372"/>
                  </a:lnTo>
                  <a:lnTo>
                    <a:pt x="10032" y="2393"/>
                  </a:lnTo>
                  <a:lnTo>
                    <a:pt x="9581" y="2413"/>
                  </a:lnTo>
                  <a:lnTo>
                    <a:pt x="9131" y="2423"/>
                  </a:lnTo>
                  <a:lnTo>
                    <a:pt x="8650" y="2439"/>
                  </a:lnTo>
                  <a:lnTo>
                    <a:pt x="8140" y="2444"/>
                  </a:lnTo>
                  <a:lnTo>
                    <a:pt x="7599" y="2444"/>
                  </a:lnTo>
                  <a:lnTo>
                    <a:pt x="7599" y="2444"/>
                  </a:lnTo>
                  <a:lnTo>
                    <a:pt x="7239" y="2444"/>
                  </a:lnTo>
                  <a:lnTo>
                    <a:pt x="7239" y="2444"/>
                  </a:lnTo>
                  <a:lnTo>
                    <a:pt x="6698" y="2439"/>
                  </a:lnTo>
                  <a:lnTo>
                    <a:pt x="6187" y="2434"/>
                  </a:lnTo>
                  <a:lnTo>
                    <a:pt x="5677" y="2418"/>
                  </a:lnTo>
                  <a:lnTo>
                    <a:pt x="5226" y="2408"/>
                  </a:lnTo>
                  <a:lnTo>
                    <a:pt x="4806" y="2388"/>
                  </a:lnTo>
                  <a:lnTo>
                    <a:pt x="4385" y="2372"/>
                  </a:lnTo>
                  <a:lnTo>
                    <a:pt x="3995" y="2347"/>
                  </a:lnTo>
                  <a:lnTo>
                    <a:pt x="3635" y="2327"/>
                  </a:lnTo>
                  <a:lnTo>
                    <a:pt x="3304" y="2296"/>
                  </a:lnTo>
                  <a:lnTo>
                    <a:pt x="2974" y="2270"/>
                  </a:lnTo>
                  <a:lnTo>
                    <a:pt x="2673" y="2240"/>
                  </a:lnTo>
                  <a:lnTo>
                    <a:pt x="2403" y="2204"/>
                  </a:lnTo>
                  <a:lnTo>
                    <a:pt x="2163" y="2174"/>
                  </a:lnTo>
                  <a:lnTo>
                    <a:pt x="1923" y="2138"/>
                  </a:lnTo>
                  <a:lnTo>
                    <a:pt x="1712" y="2097"/>
                  </a:lnTo>
                  <a:lnTo>
                    <a:pt x="1502" y="2061"/>
                  </a:lnTo>
                  <a:lnTo>
                    <a:pt x="1172" y="1980"/>
                  </a:lnTo>
                  <a:lnTo>
                    <a:pt x="871" y="1893"/>
                  </a:lnTo>
                  <a:lnTo>
                    <a:pt x="661" y="1806"/>
                  </a:lnTo>
                  <a:lnTo>
                    <a:pt x="451" y="1714"/>
                  </a:lnTo>
                  <a:lnTo>
                    <a:pt x="331" y="1623"/>
                  </a:lnTo>
                  <a:lnTo>
                    <a:pt x="211" y="1531"/>
                  </a:lnTo>
                  <a:lnTo>
                    <a:pt x="120" y="1444"/>
                  </a:lnTo>
                  <a:lnTo>
                    <a:pt x="60" y="1352"/>
                  </a:lnTo>
                  <a:lnTo>
                    <a:pt x="60" y="1352"/>
                  </a:lnTo>
                  <a:lnTo>
                    <a:pt x="30" y="1281"/>
                  </a:lnTo>
                  <a:lnTo>
                    <a:pt x="0" y="1199"/>
                  </a:lnTo>
                  <a:lnTo>
                    <a:pt x="30" y="1107"/>
                  </a:lnTo>
                  <a:lnTo>
                    <a:pt x="60" y="1016"/>
                  </a:lnTo>
                  <a:lnTo>
                    <a:pt x="150" y="919"/>
                  </a:lnTo>
                  <a:lnTo>
                    <a:pt x="271" y="822"/>
                  </a:lnTo>
                  <a:lnTo>
                    <a:pt x="451" y="720"/>
                  </a:lnTo>
                  <a:lnTo>
                    <a:pt x="661" y="623"/>
                  </a:lnTo>
                  <a:lnTo>
                    <a:pt x="901" y="526"/>
                  </a:lnTo>
                  <a:lnTo>
                    <a:pt x="1232" y="429"/>
                  </a:lnTo>
                  <a:lnTo>
                    <a:pt x="1622" y="342"/>
                  </a:lnTo>
                  <a:lnTo>
                    <a:pt x="1832" y="296"/>
                  </a:lnTo>
                  <a:lnTo>
                    <a:pt x="2073" y="256"/>
                  </a:lnTo>
                  <a:lnTo>
                    <a:pt x="2313" y="215"/>
                  </a:lnTo>
                  <a:lnTo>
                    <a:pt x="2583" y="179"/>
                  </a:lnTo>
                  <a:lnTo>
                    <a:pt x="2854" y="143"/>
                  </a:lnTo>
                  <a:lnTo>
                    <a:pt x="3154" y="108"/>
                  </a:lnTo>
                  <a:lnTo>
                    <a:pt x="3484" y="77"/>
                  </a:lnTo>
                  <a:lnTo>
                    <a:pt x="3815" y="47"/>
                  </a:lnTo>
                  <a:lnTo>
                    <a:pt x="4175" y="21"/>
                  </a:lnTo>
                  <a:lnTo>
                    <a:pt x="456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0"/>
            <p:cNvSpPr/>
            <p:nvPr/>
          </p:nvSpPr>
          <p:spPr>
            <a:xfrm flipH="1">
              <a:off x="8096842" y="3868661"/>
              <a:ext cx="143217" cy="130005"/>
            </a:xfrm>
            <a:custGeom>
              <a:avLst/>
              <a:gdLst/>
              <a:ahLst/>
              <a:cxnLst/>
              <a:rect l="l" t="t" r="r" b="b"/>
              <a:pathLst>
                <a:path w="3845" h="592" extrusionOk="0">
                  <a:moveTo>
                    <a:pt x="451" y="0"/>
                  </a:moveTo>
                  <a:lnTo>
                    <a:pt x="271" y="61"/>
                  </a:lnTo>
                  <a:lnTo>
                    <a:pt x="121" y="117"/>
                  </a:lnTo>
                  <a:lnTo>
                    <a:pt x="31" y="179"/>
                  </a:lnTo>
                  <a:lnTo>
                    <a:pt x="1" y="235"/>
                  </a:lnTo>
                  <a:lnTo>
                    <a:pt x="31" y="286"/>
                  </a:lnTo>
                  <a:lnTo>
                    <a:pt x="91" y="332"/>
                  </a:lnTo>
                  <a:lnTo>
                    <a:pt x="181" y="377"/>
                  </a:lnTo>
                  <a:lnTo>
                    <a:pt x="331" y="423"/>
                  </a:lnTo>
                  <a:lnTo>
                    <a:pt x="481" y="469"/>
                  </a:lnTo>
                  <a:lnTo>
                    <a:pt x="691" y="515"/>
                  </a:lnTo>
                  <a:lnTo>
                    <a:pt x="932" y="556"/>
                  </a:lnTo>
                  <a:lnTo>
                    <a:pt x="1232" y="592"/>
                  </a:lnTo>
                  <a:lnTo>
                    <a:pt x="1773" y="541"/>
                  </a:lnTo>
                  <a:lnTo>
                    <a:pt x="1863" y="525"/>
                  </a:lnTo>
                  <a:lnTo>
                    <a:pt x="1893" y="505"/>
                  </a:lnTo>
                  <a:lnTo>
                    <a:pt x="1863" y="485"/>
                  </a:lnTo>
                  <a:lnTo>
                    <a:pt x="1803" y="469"/>
                  </a:lnTo>
                  <a:lnTo>
                    <a:pt x="1652" y="444"/>
                  </a:lnTo>
                  <a:lnTo>
                    <a:pt x="1532" y="403"/>
                  </a:lnTo>
                  <a:lnTo>
                    <a:pt x="1412" y="357"/>
                  </a:lnTo>
                  <a:lnTo>
                    <a:pt x="1382" y="326"/>
                  </a:lnTo>
                  <a:lnTo>
                    <a:pt x="1352" y="301"/>
                  </a:lnTo>
                  <a:lnTo>
                    <a:pt x="1382" y="265"/>
                  </a:lnTo>
                  <a:lnTo>
                    <a:pt x="1442" y="230"/>
                  </a:lnTo>
                  <a:lnTo>
                    <a:pt x="1532" y="189"/>
                  </a:lnTo>
                  <a:lnTo>
                    <a:pt x="1652" y="148"/>
                  </a:lnTo>
                  <a:lnTo>
                    <a:pt x="1713" y="133"/>
                  </a:lnTo>
                  <a:lnTo>
                    <a:pt x="1713" y="117"/>
                  </a:lnTo>
                  <a:lnTo>
                    <a:pt x="1682" y="102"/>
                  </a:lnTo>
                  <a:lnTo>
                    <a:pt x="1652" y="87"/>
                  </a:lnTo>
                  <a:lnTo>
                    <a:pt x="1562" y="77"/>
                  </a:lnTo>
                  <a:lnTo>
                    <a:pt x="1472" y="66"/>
                  </a:lnTo>
                  <a:lnTo>
                    <a:pt x="451" y="0"/>
                  </a:lnTo>
                  <a:close/>
                  <a:moveTo>
                    <a:pt x="2403" y="0"/>
                  </a:moveTo>
                  <a:lnTo>
                    <a:pt x="2223" y="61"/>
                  </a:lnTo>
                  <a:lnTo>
                    <a:pt x="2073" y="117"/>
                  </a:lnTo>
                  <a:lnTo>
                    <a:pt x="2013" y="179"/>
                  </a:lnTo>
                  <a:lnTo>
                    <a:pt x="1983" y="235"/>
                  </a:lnTo>
                  <a:lnTo>
                    <a:pt x="1983" y="286"/>
                  </a:lnTo>
                  <a:lnTo>
                    <a:pt x="2043" y="332"/>
                  </a:lnTo>
                  <a:lnTo>
                    <a:pt x="2133" y="377"/>
                  </a:lnTo>
                  <a:lnTo>
                    <a:pt x="2283" y="423"/>
                  </a:lnTo>
                  <a:lnTo>
                    <a:pt x="2463" y="469"/>
                  </a:lnTo>
                  <a:lnTo>
                    <a:pt x="2674" y="515"/>
                  </a:lnTo>
                  <a:lnTo>
                    <a:pt x="2914" y="556"/>
                  </a:lnTo>
                  <a:lnTo>
                    <a:pt x="3184" y="592"/>
                  </a:lnTo>
                  <a:lnTo>
                    <a:pt x="3725" y="541"/>
                  </a:lnTo>
                  <a:lnTo>
                    <a:pt x="3815" y="525"/>
                  </a:lnTo>
                  <a:lnTo>
                    <a:pt x="3845" y="505"/>
                  </a:lnTo>
                  <a:lnTo>
                    <a:pt x="3815" y="485"/>
                  </a:lnTo>
                  <a:lnTo>
                    <a:pt x="3755" y="469"/>
                  </a:lnTo>
                  <a:lnTo>
                    <a:pt x="3635" y="444"/>
                  </a:lnTo>
                  <a:lnTo>
                    <a:pt x="3485" y="403"/>
                  </a:lnTo>
                  <a:lnTo>
                    <a:pt x="3364" y="357"/>
                  </a:lnTo>
                  <a:lnTo>
                    <a:pt x="3334" y="326"/>
                  </a:lnTo>
                  <a:lnTo>
                    <a:pt x="3334" y="301"/>
                  </a:lnTo>
                  <a:lnTo>
                    <a:pt x="3334" y="265"/>
                  </a:lnTo>
                  <a:lnTo>
                    <a:pt x="3394" y="230"/>
                  </a:lnTo>
                  <a:lnTo>
                    <a:pt x="3485" y="189"/>
                  </a:lnTo>
                  <a:lnTo>
                    <a:pt x="3605" y="148"/>
                  </a:lnTo>
                  <a:lnTo>
                    <a:pt x="3665" y="133"/>
                  </a:lnTo>
                  <a:lnTo>
                    <a:pt x="3665" y="117"/>
                  </a:lnTo>
                  <a:lnTo>
                    <a:pt x="3665" y="102"/>
                  </a:lnTo>
                  <a:lnTo>
                    <a:pt x="3605" y="87"/>
                  </a:lnTo>
                  <a:lnTo>
                    <a:pt x="3515" y="77"/>
                  </a:lnTo>
                  <a:lnTo>
                    <a:pt x="3425" y="66"/>
                  </a:lnTo>
                  <a:lnTo>
                    <a:pt x="24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0"/>
            <p:cNvSpPr/>
            <p:nvPr/>
          </p:nvSpPr>
          <p:spPr>
            <a:xfrm flipH="1">
              <a:off x="5250946" y="1600375"/>
              <a:ext cx="570594" cy="536709"/>
            </a:xfrm>
            <a:custGeom>
              <a:avLst/>
              <a:gdLst/>
              <a:ahLst/>
              <a:cxnLst/>
              <a:rect l="l" t="t" r="r" b="b"/>
              <a:pathLst>
                <a:path w="15319" h="2444" extrusionOk="0">
                  <a:moveTo>
                    <a:pt x="7209" y="0"/>
                  </a:moveTo>
                  <a:lnTo>
                    <a:pt x="6698" y="5"/>
                  </a:lnTo>
                  <a:lnTo>
                    <a:pt x="6218" y="16"/>
                  </a:lnTo>
                  <a:lnTo>
                    <a:pt x="5737" y="31"/>
                  </a:lnTo>
                  <a:lnTo>
                    <a:pt x="5317" y="51"/>
                  </a:lnTo>
                  <a:lnTo>
                    <a:pt x="4896" y="72"/>
                  </a:lnTo>
                  <a:lnTo>
                    <a:pt x="4476" y="97"/>
                  </a:lnTo>
                  <a:lnTo>
                    <a:pt x="4115" y="128"/>
                  </a:lnTo>
                  <a:lnTo>
                    <a:pt x="3755" y="158"/>
                  </a:lnTo>
                  <a:lnTo>
                    <a:pt x="3394" y="194"/>
                  </a:lnTo>
                  <a:lnTo>
                    <a:pt x="3064" y="230"/>
                  </a:lnTo>
                  <a:lnTo>
                    <a:pt x="2764" y="271"/>
                  </a:lnTo>
                  <a:lnTo>
                    <a:pt x="2493" y="311"/>
                  </a:lnTo>
                  <a:lnTo>
                    <a:pt x="2223" y="352"/>
                  </a:lnTo>
                  <a:lnTo>
                    <a:pt x="1953" y="398"/>
                  </a:lnTo>
                  <a:lnTo>
                    <a:pt x="1713" y="444"/>
                  </a:lnTo>
                  <a:lnTo>
                    <a:pt x="1292" y="541"/>
                  </a:lnTo>
                  <a:lnTo>
                    <a:pt x="932" y="638"/>
                  </a:lnTo>
                  <a:lnTo>
                    <a:pt x="661" y="740"/>
                  </a:lnTo>
                  <a:lnTo>
                    <a:pt x="421" y="842"/>
                  </a:lnTo>
                  <a:lnTo>
                    <a:pt x="241" y="939"/>
                  </a:lnTo>
                  <a:lnTo>
                    <a:pt x="91" y="1036"/>
                  </a:lnTo>
                  <a:lnTo>
                    <a:pt x="31" y="1127"/>
                  </a:lnTo>
                  <a:lnTo>
                    <a:pt x="1" y="1209"/>
                  </a:lnTo>
                  <a:lnTo>
                    <a:pt x="31" y="1347"/>
                  </a:lnTo>
                  <a:lnTo>
                    <a:pt x="61" y="1423"/>
                  </a:lnTo>
                  <a:lnTo>
                    <a:pt x="121" y="1505"/>
                  </a:lnTo>
                  <a:lnTo>
                    <a:pt x="211" y="1592"/>
                  </a:lnTo>
                  <a:lnTo>
                    <a:pt x="331" y="1678"/>
                  </a:lnTo>
                  <a:lnTo>
                    <a:pt x="481" y="1765"/>
                  </a:lnTo>
                  <a:lnTo>
                    <a:pt x="691" y="1852"/>
                  </a:lnTo>
                  <a:lnTo>
                    <a:pt x="2103" y="1898"/>
                  </a:lnTo>
                  <a:lnTo>
                    <a:pt x="3485" y="1954"/>
                  </a:lnTo>
                  <a:lnTo>
                    <a:pt x="4806" y="2020"/>
                  </a:lnTo>
                  <a:lnTo>
                    <a:pt x="6098" y="2091"/>
                  </a:lnTo>
                  <a:lnTo>
                    <a:pt x="7359" y="2168"/>
                  </a:lnTo>
                  <a:lnTo>
                    <a:pt x="8530" y="2255"/>
                  </a:lnTo>
                  <a:lnTo>
                    <a:pt x="9672" y="2347"/>
                  </a:lnTo>
                  <a:lnTo>
                    <a:pt x="10723" y="2443"/>
                  </a:lnTo>
                  <a:lnTo>
                    <a:pt x="11113" y="2423"/>
                  </a:lnTo>
                  <a:lnTo>
                    <a:pt x="11474" y="2398"/>
                  </a:lnTo>
                  <a:lnTo>
                    <a:pt x="11804" y="2367"/>
                  </a:lnTo>
                  <a:lnTo>
                    <a:pt x="12135" y="2336"/>
                  </a:lnTo>
                  <a:lnTo>
                    <a:pt x="12435" y="2306"/>
                  </a:lnTo>
                  <a:lnTo>
                    <a:pt x="12735" y="2270"/>
                  </a:lnTo>
                  <a:lnTo>
                    <a:pt x="13006" y="2229"/>
                  </a:lnTo>
                  <a:lnTo>
                    <a:pt x="13246" y="2193"/>
                  </a:lnTo>
                  <a:lnTo>
                    <a:pt x="13486" y="2148"/>
                  </a:lnTo>
                  <a:lnTo>
                    <a:pt x="13696" y="2107"/>
                  </a:lnTo>
                  <a:lnTo>
                    <a:pt x="14087" y="2015"/>
                  </a:lnTo>
                  <a:lnTo>
                    <a:pt x="14417" y="1923"/>
                  </a:lnTo>
                  <a:lnTo>
                    <a:pt x="14657" y="1826"/>
                  </a:lnTo>
                  <a:lnTo>
                    <a:pt x="14898" y="1724"/>
                  </a:lnTo>
                  <a:lnTo>
                    <a:pt x="15048" y="1627"/>
                  </a:lnTo>
                  <a:lnTo>
                    <a:pt x="15168" y="1525"/>
                  </a:lnTo>
                  <a:lnTo>
                    <a:pt x="15258" y="1428"/>
                  </a:lnTo>
                  <a:lnTo>
                    <a:pt x="15288" y="1337"/>
                  </a:lnTo>
                  <a:lnTo>
                    <a:pt x="15318" y="1245"/>
                  </a:lnTo>
                  <a:lnTo>
                    <a:pt x="15318" y="1163"/>
                  </a:lnTo>
                  <a:lnTo>
                    <a:pt x="15258" y="1087"/>
                  </a:lnTo>
                  <a:lnTo>
                    <a:pt x="15198" y="1000"/>
                  </a:lnTo>
                  <a:lnTo>
                    <a:pt x="15108" y="913"/>
                  </a:lnTo>
                  <a:lnTo>
                    <a:pt x="15018" y="821"/>
                  </a:lnTo>
                  <a:lnTo>
                    <a:pt x="14868" y="730"/>
                  </a:lnTo>
                  <a:lnTo>
                    <a:pt x="14687" y="638"/>
                  </a:lnTo>
                  <a:lnTo>
                    <a:pt x="14447" y="551"/>
                  </a:lnTo>
                  <a:lnTo>
                    <a:pt x="14147" y="464"/>
                  </a:lnTo>
                  <a:lnTo>
                    <a:pt x="13816" y="383"/>
                  </a:lnTo>
                  <a:lnTo>
                    <a:pt x="13606" y="347"/>
                  </a:lnTo>
                  <a:lnTo>
                    <a:pt x="13396" y="306"/>
                  </a:lnTo>
                  <a:lnTo>
                    <a:pt x="13156" y="271"/>
                  </a:lnTo>
                  <a:lnTo>
                    <a:pt x="12915" y="235"/>
                  </a:lnTo>
                  <a:lnTo>
                    <a:pt x="12645" y="204"/>
                  </a:lnTo>
                  <a:lnTo>
                    <a:pt x="12345" y="174"/>
                  </a:lnTo>
                  <a:lnTo>
                    <a:pt x="12044" y="143"/>
                  </a:lnTo>
                  <a:lnTo>
                    <a:pt x="11684" y="118"/>
                  </a:lnTo>
                  <a:lnTo>
                    <a:pt x="11324" y="92"/>
                  </a:lnTo>
                  <a:lnTo>
                    <a:pt x="10933" y="72"/>
                  </a:lnTo>
                  <a:lnTo>
                    <a:pt x="10543" y="51"/>
                  </a:lnTo>
                  <a:lnTo>
                    <a:pt x="10092" y="36"/>
                  </a:lnTo>
                  <a:lnTo>
                    <a:pt x="9642" y="21"/>
                  </a:lnTo>
                  <a:lnTo>
                    <a:pt x="9161" y="10"/>
                  </a:lnTo>
                  <a:lnTo>
                    <a:pt x="8620" y="5"/>
                  </a:lnTo>
                  <a:lnTo>
                    <a:pt x="8080"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0"/>
            <p:cNvSpPr/>
            <p:nvPr/>
          </p:nvSpPr>
          <p:spPr>
            <a:xfrm flipH="1">
              <a:off x="5250946" y="1600375"/>
              <a:ext cx="570594" cy="536709"/>
            </a:xfrm>
            <a:custGeom>
              <a:avLst/>
              <a:gdLst/>
              <a:ahLst/>
              <a:cxnLst/>
              <a:rect l="l" t="t" r="r" b="b"/>
              <a:pathLst>
                <a:path w="15319" h="2444" fill="none" extrusionOk="0">
                  <a:moveTo>
                    <a:pt x="7719" y="0"/>
                  </a:moveTo>
                  <a:lnTo>
                    <a:pt x="7719" y="0"/>
                  </a:lnTo>
                  <a:lnTo>
                    <a:pt x="8080" y="0"/>
                  </a:lnTo>
                  <a:lnTo>
                    <a:pt x="8080" y="0"/>
                  </a:lnTo>
                  <a:lnTo>
                    <a:pt x="8620" y="5"/>
                  </a:lnTo>
                  <a:lnTo>
                    <a:pt x="9161" y="10"/>
                  </a:lnTo>
                  <a:lnTo>
                    <a:pt x="9642" y="21"/>
                  </a:lnTo>
                  <a:lnTo>
                    <a:pt x="10092" y="36"/>
                  </a:lnTo>
                  <a:lnTo>
                    <a:pt x="10543" y="51"/>
                  </a:lnTo>
                  <a:lnTo>
                    <a:pt x="10933" y="72"/>
                  </a:lnTo>
                  <a:lnTo>
                    <a:pt x="11324" y="92"/>
                  </a:lnTo>
                  <a:lnTo>
                    <a:pt x="11684" y="118"/>
                  </a:lnTo>
                  <a:lnTo>
                    <a:pt x="12044" y="143"/>
                  </a:lnTo>
                  <a:lnTo>
                    <a:pt x="12345" y="174"/>
                  </a:lnTo>
                  <a:lnTo>
                    <a:pt x="12645" y="204"/>
                  </a:lnTo>
                  <a:lnTo>
                    <a:pt x="12915" y="235"/>
                  </a:lnTo>
                  <a:lnTo>
                    <a:pt x="13156" y="271"/>
                  </a:lnTo>
                  <a:lnTo>
                    <a:pt x="13396" y="306"/>
                  </a:lnTo>
                  <a:lnTo>
                    <a:pt x="13606" y="347"/>
                  </a:lnTo>
                  <a:lnTo>
                    <a:pt x="13816" y="383"/>
                  </a:lnTo>
                  <a:lnTo>
                    <a:pt x="14147" y="464"/>
                  </a:lnTo>
                  <a:lnTo>
                    <a:pt x="14447" y="551"/>
                  </a:lnTo>
                  <a:lnTo>
                    <a:pt x="14687" y="638"/>
                  </a:lnTo>
                  <a:lnTo>
                    <a:pt x="14868" y="730"/>
                  </a:lnTo>
                  <a:lnTo>
                    <a:pt x="15018" y="821"/>
                  </a:lnTo>
                  <a:lnTo>
                    <a:pt x="15108" y="913"/>
                  </a:lnTo>
                  <a:lnTo>
                    <a:pt x="15198" y="1000"/>
                  </a:lnTo>
                  <a:lnTo>
                    <a:pt x="15258" y="1087"/>
                  </a:lnTo>
                  <a:lnTo>
                    <a:pt x="15258" y="1087"/>
                  </a:lnTo>
                  <a:lnTo>
                    <a:pt x="15318" y="1163"/>
                  </a:lnTo>
                  <a:lnTo>
                    <a:pt x="15318" y="1245"/>
                  </a:lnTo>
                  <a:lnTo>
                    <a:pt x="15288" y="1337"/>
                  </a:lnTo>
                  <a:lnTo>
                    <a:pt x="15258" y="1428"/>
                  </a:lnTo>
                  <a:lnTo>
                    <a:pt x="15168" y="1525"/>
                  </a:lnTo>
                  <a:lnTo>
                    <a:pt x="15048" y="1627"/>
                  </a:lnTo>
                  <a:lnTo>
                    <a:pt x="14898" y="1724"/>
                  </a:lnTo>
                  <a:lnTo>
                    <a:pt x="14657" y="1826"/>
                  </a:lnTo>
                  <a:lnTo>
                    <a:pt x="14417" y="1923"/>
                  </a:lnTo>
                  <a:lnTo>
                    <a:pt x="14087" y="2015"/>
                  </a:lnTo>
                  <a:lnTo>
                    <a:pt x="13696" y="2107"/>
                  </a:lnTo>
                  <a:lnTo>
                    <a:pt x="13486" y="2148"/>
                  </a:lnTo>
                  <a:lnTo>
                    <a:pt x="13246" y="2193"/>
                  </a:lnTo>
                  <a:lnTo>
                    <a:pt x="13006" y="2229"/>
                  </a:lnTo>
                  <a:lnTo>
                    <a:pt x="12735" y="2270"/>
                  </a:lnTo>
                  <a:lnTo>
                    <a:pt x="12435" y="2306"/>
                  </a:lnTo>
                  <a:lnTo>
                    <a:pt x="12135" y="2336"/>
                  </a:lnTo>
                  <a:lnTo>
                    <a:pt x="11804" y="2367"/>
                  </a:lnTo>
                  <a:lnTo>
                    <a:pt x="11474" y="2398"/>
                  </a:lnTo>
                  <a:lnTo>
                    <a:pt x="11113" y="2423"/>
                  </a:lnTo>
                  <a:lnTo>
                    <a:pt x="10723" y="2443"/>
                  </a:lnTo>
                  <a:lnTo>
                    <a:pt x="10723" y="2443"/>
                  </a:lnTo>
                  <a:lnTo>
                    <a:pt x="9672" y="2347"/>
                  </a:lnTo>
                  <a:lnTo>
                    <a:pt x="8530" y="2255"/>
                  </a:lnTo>
                  <a:lnTo>
                    <a:pt x="7359" y="2168"/>
                  </a:lnTo>
                  <a:lnTo>
                    <a:pt x="6098" y="2091"/>
                  </a:lnTo>
                  <a:lnTo>
                    <a:pt x="4806" y="2020"/>
                  </a:lnTo>
                  <a:lnTo>
                    <a:pt x="3485" y="1954"/>
                  </a:lnTo>
                  <a:lnTo>
                    <a:pt x="2103" y="1898"/>
                  </a:lnTo>
                  <a:lnTo>
                    <a:pt x="691" y="1852"/>
                  </a:lnTo>
                  <a:lnTo>
                    <a:pt x="691" y="1852"/>
                  </a:lnTo>
                  <a:lnTo>
                    <a:pt x="481" y="1765"/>
                  </a:lnTo>
                  <a:lnTo>
                    <a:pt x="331" y="1678"/>
                  </a:lnTo>
                  <a:lnTo>
                    <a:pt x="211" y="1592"/>
                  </a:lnTo>
                  <a:lnTo>
                    <a:pt x="121" y="1505"/>
                  </a:lnTo>
                  <a:lnTo>
                    <a:pt x="61" y="1423"/>
                  </a:lnTo>
                  <a:lnTo>
                    <a:pt x="31" y="1347"/>
                  </a:lnTo>
                  <a:lnTo>
                    <a:pt x="1" y="1209"/>
                  </a:lnTo>
                  <a:lnTo>
                    <a:pt x="1" y="1209"/>
                  </a:lnTo>
                  <a:lnTo>
                    <a:pt x="31" y="1127"/>
                  </a:lnTo>
                  <a:lnTo>
                    <a:pt x="91" y="1036"/>
                  </a:lnTo>
                  <a:lnTo>
                    <a:pt x="241" y="939"/>
                  </a:lnTo>
                  <a:lnTo>
                    <a:pt x="421" y="842"/>
                  </a:lnTo>
                  <a:lnTo>
                    <a:pt x="661" y="740"/>
                  </a:lnTo>
                  <a:lnTo>
                    <a:pt x="932" y="638"/>
                  </a:lnTo>
                  <a:lnTo>
                    <a:pt x="1292" y="541"/>
                  </a:lnTo>
                  <a:lnTo>
                    <a:pt x="1713" y="444"/>
                  </a:lnTo>
                  <a:lnTo>
                    <a:pt x="1953" y="398"/>
                  </a:lnTo>
                  <a:lnTo>
                    <a:pt x="2223" y="352"/>
                  </a:lnTo>
                  <a:lnTo>
                    <a:pt x="2493" y="311"/>
                  </a:lnTo>
                  <a:lnTo>
                    <a:pt x="2764" y="271"/>
                  </a:lnTo>
                  <a:lnTo>
                    <a:pt x="3064" y="230"/>
                  </a:lnTo>
                  <a:lnTo>
                    <a:pt x="3394" y="194"/>
                  </a:lnTo>
                  <a:lnTo>
                    <a:pt x="3755" y="158"/>
                  </a:lnTo>
                  <a:lnTo>
                    <a:pt x="4115" y="128"/>
                  </a:lnTo>
                  <a:lnTo>
                    <a:pt x="4476" y="97"/>
                  </a:lnTo>
                  <a:lnTo>
                    <a:pt x="4896" y="72"/>
                  </a:lnTo>
                  <a:lnTo>
                    <a:pt x="5317" y="51"/>
                  </a:lnTo>
                  <a:lnTo>
                    <a:pt x="5737" y="31"/>
                  </a:lnTo>
                  <a:lnTo>
                    <a:pt x="6218" y="16"/>
                  </a:lnTo>
                  <a:lnTo>
                    <a:pt x="6698" y="5"/>
                  </a:lnTo>
                  <a:lnTo>
                    <a:pt x="7209" y="0"/>
                  </a:lnTo>
                  <a:lnTo>
                    <a:pt x="771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0"/>
            <p:cNvSpPr/>
            <p:nvPr/>
          </p:nvSpPr>
          <p:spPr>
            <a:xfrm flipH="1">
              <a:off x="5452357" y="1812073"/>
              <a:ext cx="143217" cy="131322"/>
            </a:xfrm>
            <a:custGeom>
              <a:avLst/>
              <a:gdLst/>
              <a:ahLst/>
              <a:cxnLst/>
              <a:rect l="l" t="t" r="r" b="b"/>
              <a:pathLst>
                <a:path w="3845" h="598" extrusionOk="0">
                  <a:moveTo>
                    <a:pt x="661" y="0"/>
                  </a:moveTo>
                  <a:lnTo>
                    <a:pt x="121" y="56"/>
                  </a:lnTo>
                  <a:lnTo>
                    <a:pt x="31" y="72"/>
                  </a:lnTo>
                  <a:lnTo>
                    <a:pt x="1" y="92"/>
                  </a:lnTo>
                  <a:lnTo>
                    <a:pt x="31" y="112"/>
                  </a:lnTo>
                  <a:lnTo>
                    <a:pt x="91" y="128"/>
                  </a:lnTo>
                  <a:lnTo>
                    <a:pt x="241" y="153"/>
                  </a:lnTo>
                  <a:lnTo>
                    <a:pt x="361" y="189"/>
                  </a:lnTo>
                  <a:lnTo>
                    <a:pt x="481" y="240"/>
                  </a:lnTo>
                  <a:lnTo>
                    <a:pt x="511" y="265"/>
                  </a:lnTo>
                  <a:lnTo>
                    <a:pt x="541" y="296"/>
                  </a:lnTo>
                  <a:lnTo>
                    <a:pt x="511" y="332"/>
                  </a:lnTo>
                  <a:lnTo>
                    <a:pt x="451" y="367"/>
                  </a:lnTo>
                  <a:lnTo>
                    <a:pt x="361" y="408"/>
                  </a:lnTo>
                  <a:lnTo>
                    <a:pt x="241" y="449"/>
                  </a:lnTo>
                  <a:lnTo>
                    <a:pt x="211" y="464"/>
                  </a:lnTo>
                  <a:lnTo>
                    <a:pt x="181" y="480"/>
                  </a:lnTo>
                  <a:lnTo>
                    <a:pt x="211" y="495"/>
                  </a:lnTo>
                  <a:lnTo>
                    <a:pt x="241" y="510"/>
                  </a:lnTo>
                  <a:lnTo>
                    <a:pt x="331" y="521"/>
                  </a:lnTo>
                  <a:lnTo>
                    <a:pt x="421" y="531"/>
                  </a:lnTo>
                  <a:lnTo>
                    <a:pt x="1442" y="597"/>
                  </a:lnTo>
                  <a:lnTo>
                    <a:pt x="1652" y="536"/>
                  </a:lnTo>
                  <a:lnTo>
                    <a:pt x="1773" y="480"/>
                  </a:lnTo>
                  <a:lnTo>
                    <a:pt x="1863" y="418"/>
                  </a:lnTo>
                  <a:lnTo>
                    <a:pt x="1893" y="362"/>
                  </a:lnTo>
                  <a:lnTo>
                    <a:pt x="1863" y="311"/>
                  </a:lnTo>
                  <a:lnTo>
                    <a:pt x="1803" y="265"/>
                  </a:lnTo>
                  <a:lnTo>
                    <a:pt x="1713" y="220"/>
                  </a:lnTo>
                  <a:lnTo>
                    <a:pt x="1562" y="169"/>
                  </a:lnTo>
                  <a:lnTo>
                    <a:pt x="1412" y="128"/>
                  </a:lnTo>
                  <a:lnTo>
                    <a:pt x="1202" y="82"/>
                  </a:lnTo>
                  <a:lnTo>
                    <a:pt x="962" y="41"/>
                  </a:lnTo>
                  <a:lnTo>
                    <a:pt x="661" y="0"/>
                  </a:lnTo>
                  <a:close/>
                  <a:moveTo>
                    <a:pt x="2644" y="0"/>
                  </a:moveTo>
                  <a:lnTo>
                    <a:pt x="2103" y="56"/>
                  </a:lnTo>
                  <a:lnTo>
                    <a:pt x="1983" y="72"/>
                  </a:lnTo>
                  <a:lnTo>
                    <a:pt x="1953" y="92"/>
                  </a:lnTo>
                  <a:lnTo>
                    <a:pt x="1983" y="112"/>
                  </a:lnTo>
                  <a:lnTo>
                    <a:pt x="2073" y="128"/>
                  </a:lnTo>
                  <a:lnTo>
                    <a:pt x="2193" y="153"/>
                  </a:lnTo>
                  <a:lnTo>
                    <a:pt x="2343" y="189"/>
                  </a:lnTo>
                  <a:lnTo>
                    <a:pt x="2433" y="240"/>
                  </a:lnTo>
                  <a:lnTo>
                    <a:pt x="2493" y="265"/>
                  </a:lnTo>
                  <a:lnTo>
                    <a:pt x="2493" y="296"/>
                  </a:lnTo>
                  <a:lnTo>
                    <a:pt x="2463" y="332"/>
                  </a:lnTo>
                  <a:lnTo>
                    <a:pt x="2433" y="367"/>
                  </a:lnTo>
                  <a:lnTo>
                    <a:pt x="2343" y="408"/>
                  </a:lnTo>
                  <a:lnTo>
                    <a:pt x="2193" y="449"/>
                  </a:lnTo>
                  <a:lnTo>
                    <a:pt x="2163" y="464"/>
                  </a:lnTo>
                  <a:lnTo>
                    <a:pt x="2133" y="480"/>
                  </a:lnTo>
                  <a:lnTo>
                    <a:pt x="2163" y="495"/>
                  </a:lnTo>
                  <a:lnTo>
                    <a:pt x="2223" y="510"/>
                  </a:lnTo>
                  <a:lnTo>
                    <a:pt x="2283" y="521"/>
                  </a:lnTo>
                  <a:lnTo>
                    <a:pt x="2403" y="531"/>
                  </a:lnTo>
                  <a:lnTo>
                    <a:pt x="3394" y="597"/>
                  </a:lnTo>
                  <a:lnTo>
                    <a:pt x="3605" y="536"/>
                  </a:lnTo>
                  <a:lnTo>
                    <a:pt x="3725" y="480"/>
                  </a:lnTo>
                  <a:lnTo>
                    <a:pt x="3815" y="418"/>
                  </a:lnTo>
                  <a:lnTo>
                    <a:pt x="3845" y="362"/>
                  </a:lnTo>
                  <a:lnTo>
                    <a:pt x="3815" y="311"/>
                  </a:lnTo>
                  <a:lnTo>
                    <a:pt x="3755" y="265"/>
                  </a:lnTo>
                  <a:lnTo>
                    <a:pt x="3665" y="220"/>
                  </a:lnTo>
                  <a:lnTo>
                    <a:pt x="3545" y="169"/>
                  </a:lnTo>
                  <a:lnTo>
                    <a:pt x="3364" y="128"/>
                  </a:lnTo>
                  <a:lnTo>
                    <a:pt x="3154" y="82"/>
                  </a:lnTo>
                  <a:lnTo>
                    <a:pt x="2914" y="41"/>
                  </a:lnTo>
                  <a:lnTo>
                    <a:pt x="26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50"/>
            <p:cNvSpPr/>
            <p:nvPr/>
          </p:nvSpPr>
          <p:spPr>
            <a:xfrm flipH="1">
              <a:off x="5076266" y="1986658"/>
              <a:ext cx="3594458" cy="1814795"/>
            </a:xfrm>
            <a:custGeom>
              <a:avLst/>
              <a:gdLst/>
              <a:ahLst/>
              <a:cxnLst/>
              <a:rect l="l" t="t" r="r" b="b"/>
              <a:pathLst>
                <a:path w="96502" h="8264" extrusionOk="0">
                  <a:moveTo>
                    <a:pt x="23007" y="1"/>
                  </a:moveTo>
                  <a:lnTo>
                    <a:pt x="21625" y="6"/>
                  </a:lnTo>
                  <a:lnTo>
                    <a:pt x="20244" y="21"/>
                  </a:lnTo>
                  <a:lnTo>
                    <a:pt x="18862" y="52"/>
                  </a:lnTo>
                  <a:lnTo>
                    <a:pt x="17510" y="88"/>
                  </a:lnTo>
                  <a:lnTo>
                    <a:pt x="16850" y="113"/>
                  </a:lnTo>
                  <a:lnTo>
                    <a:pt x="16189" y="139"/>
                  </a:lnTo>
                  <a:lnTo>
                    <a:pt x="15558" y="169"/>
                  </a:lnTo>
                  <a:lnTo>
                    <a:pt x="14897" y="205"/>
                  </a:lnTo>
                  <a:lnTo>
                    <a:pt x="14267" y="241"/>
                  </a:lnTo>
                  <a:lnTo>
                    <a:pt x="13666" y="281"/>
                  </a:lnTo>
                  <a:lnTo>
                    <a:pt x="13035" y="322"/>
                  </a:lnTo>
                  <a:lnTo>
                    <a:pt x="12435" y="368"/>
                  </a:lnTo>
                  <a:lnTo>
                    <a:pt x="11864" y="414"/>
                  </a:lnTo>
                  <a:lnTo>
                    <a:pt x="11293" y="470"/>
                  </a:lnTo>
                  <a:lnTo>
                    <a:pt x="10723" y="521"/>
                  </a:lnTo>
                  <a:lnTo>
                    <a:pt x="10182" y="582"/>
                  </a:lnTo>
                  <a:lnTo>
                    <a:pt x="9641" y="644"/>
                  </a:lnTo>
                  <a:lnTo>
                    <a:pt x="9101" y="710"/>
                  </a:lnTo>
                  <a:lnTo>
                    <a:pt x="8590" y="776"/>
                  </a:lnTo>
                  <a:lnTo>
                    <a:pt x="8110" y="848"/>
                  </a:lnTo>
                  <a:lnTo>
                    <a:pt x="7629" y="924"/>
                  </a:lnTo>
                  <a:lnTo>
                    <a:pt x="7178" y="1001"/>
                  </a:lnTo>
                  <a:lnTo>
                    <a:pt x="6728" y="1087"/>
                  </a:lnTo>
                  <a:lnTo>
                    <a:pt x="6307" y="1169"/>
                  </a:lnTo>
                  <a:lnTo>
                    <a:pt x="5917" y="1261"/>
                  </a:lnTo>
                  <a:lnTo>
                    <a:pt x="5527" y="1353"/>
                  </a:lnTo>
                  <a:lnTo>
                    <a:pt x="5166" y="1450"/>
                  </a:lnTo>
                  <a:lnTo>
                    <a:pt x="4836" y="1546"/>
                  </a:lnTo>
                  <a:lnTo>
                    <a:pt x="4115" y="1771"/>
                  </a:lnTo>
                  <a:lnTo>
                    <a:pt x="3484" y="1990"/>
                  </a:lnTo>
                  <a:lnTo>
                    <a:pt x="2914" y="2204"/>
                  </a:lnTo>
                  <a:lnTo>
                    <a:pt x="2373" y="2424"/>
                  </a:lnTo>
                  <a:lnTo>
                    <a:pt x="1892" y="2638"/>
                  </a:lnTo>
                  <a:lnTo>
                    <a:pt x="1472" y="2847"/>
                  </a:lnTo>
                  <a:lnTo>
                    <a:pt x="1111" y="3056"/>
                  </a:lnTo>
                  <a:lnTo>
                    <a:pt x="811" y="3265"/>
                  </a:lnTo>
                  <a:lnTo>
                    <a:pt x="541" y="3469"/>
                  </a:lnTo>
                  <a:lnTo>
                    <a:pt x="331" y="3673"/>
                  </a:lnTo>
                  <a:lnTo>
                    <a:pt x="180" y="3872"/>
                  </a:lnTo>
                  <a:lnTo>
                    <a:pt x="60" y="4071"/>
                  </a:lnTo>
                  <a:lnTo>
                    <a:pt x="0" y="4265"/>
                  </a:lnTo>
                  <a:lnTo>
                    <a:pt x="0" y="4459"/>
                  </a:lnTo>
                  <a:lnTo>
                    <a:pt x="30" y="4648"/>
                  </a:lnTo>
                  <a:lnTo>
                    <a:pt x="120" y="4836"/>
                  </a:lnTo>
                  <a:lnTo>
                    <a:pt x="240" y="5020"/>
                  </a:lnTo>
                  <a:lnTo>
                    <a:pt x="421" y="5199"/>
                  </a:lnTo>
                  <a:lnTo>
                    <a:pt x="661" y="5377"/>
                  </a:lnTo>
                  <a:lnTo>
                    <a:pt x="931" y="5550"/>
                  </a:lnTo>
                  <a:lnTo>
                    <a:pt x="1262" y="5719"/>
                  </a:lnTo>
                  <a:lnTo>
                    <a:pt x="1622" y="5887"/>
                  </a:lnTo>
                  <a:lnTo>
                    <a:pt x="2013" y="6045"/>
                  </a:lnTo>
                  <a:lnTo>
                    <a:pt x="2463" y="6208"/>
                  </a:lnTo>
                  <a:lnTo>
                    <a:pt x="2974" y="6361"/>
                  </a:lnTo>
                  <a:lnTo>
                    <a:pt x="3514" y="6514"/>
                  </a:lnTo>
                  <a:lnTo>
                    <a:pt x="4085" y="6662"/>
                  </a:lnTo>
                  <a:lnTo>
                    <a:pt x="4686" y="6805"/>
                  </a:lnTo>
                  <a:lnTo>
                    <a:pt x="5346" y="6943"/>
                  </a:lnTo>
                  <a:lnTo>
                    <a:pt x="6067" y="7076"/>
                  </a:lnTo>
                  <a:lnTo>
                    <a:pt x="6788" y="7208"/>
                  </a:lnTo>
                  <a:lnTo>
                    <a:pt x="7569" y="7331"/>
                  </a:lnTo>
                  <a:lnTo>
                    <a:pt x="7899" y="7382"/>
                  </a:lnTo>
                  <a:lnTo>
                    <a:pt x="8230" y="7427"/>
                  </a:lnTo>
                  <a:lnTo>
                    <a:pt x="8981" y="7519"/>
                  </a:lnTo>
                  <a:lnTo>
                    <a:pt x="9822" y="7606"/>
                  </a:lnTo>
                  <a:lnTo>
                    <a:pt x="10723" y="7688"/>
                  </a:lnTo>
                  <a:lnTo>
                    <a:pt x="11353" y="7657"/>
                  </a:lnTo>
                  <a:lnTo>
                    <a:pt x="12044" y="7637"/>
                  </a:lnTo>
                  <a:lnTo>
                    <a:pt x="12765" y="7621"/>
                  </a:lnTo>
                  <a:lnTo>
                    <a:pt x="13576" y="7616"/>
                  </a:lnTo>
                  <a:lnTo>
                    <a:pt x="13846" y="7616"/>
                  </a:lnTo>
                  <a:lnTo>
                    <a:pt x="14537" y="7621"/>
                  </a:lnTo>
                  <a:lnTo>
                    <a:pt x="15168" y="7632"/>
                  </a:lnTo>
                  <a:lnTo>
                    <a:pt x="15768" y="7647"/>
                  </a:lnTo>
                  <a:lnTo>
                    <a:pt x="16339" y="7672"/>
                  </a:lnTo>
                  <a:lnTo>
                    <a:pt x="16850" y="7693"/>
                  </a:lnTo>
                  <a:lnTo>
                    <a:pt x="17360" y="7723"/>
                  </a:lnTo>
                  <a:lnTo>
                    <a:pt x="17811" y="7759"/>
                  </a:lnTo>
                  <a:lnTo>
                    <a:pt x="18231" y="7795"/>
                  </a:lnTo>
                  <a:lnTo>
                    <a:pt x="18622" y="7836"/>
                  </a:lnTo>
                  <a:lnTo>
                    <a:pt x="18952" y="7876"/>
                  </a:lnTo>
                  <a:lnTo>
                    <a:pt x="19282" y="7922"/>
                  </a:lnTo>
                  <a:lnTo>
                    <a:pt x="19583" y="7968"/>
                  </a:lnTo>
                  <a:lnTo>
                    <a:pt x="19853" y="8019"/>
                  </a:lnTo>
                  <a:lnTo>
                    <a:pt x="20093" y="8075"/>
                  </a:lnTo>
                  <a:lnTo>
                    <a:pt x="20304" y="8126"/>
                  </a:lnTo>
                  <a:lnTo>
                    <a:pt x="20514" y="8182"/>
                  </a:lnTo>
                  <a:lnTo>
                    <a:pt x="22076" y="8218"/>
                  </a:lnTo>
                  <a:lnTo>
                    <a:pt x="23668" y="8244"/>
                  </a:lnTo>
                  <a:lnTo>
                    <a:pt x="25289" y="8259"/>
                  </a:lnTo>
                  <a:lnTo>
                    <a:pt x="26881" y="8264"/>
                  </a:lnTo>
                  <a:lnTo>
                    <a:pt x="70462" y="8264"/>
                  </a:lnTo>
                  <a:lnTo>
                    <a:pt x="71813" y="8259"/>
                  </a:lnTo>
                  <a:lnTo>
                    <a:pt x="73165" y="8249"/>
                  </a:lnTo>
                  <a:lnTo>
                    <a:pt x="74486" y="8228"/>
                  </a:lnTo>
                  <a:lnTo>
                    <a:pt x="75808" y="8203"/>
                  </a:lnTo>
                  <a:lnTo>
                    <a:pt x="77129" y="8167"/>
                  </a:lnTo>
                  <a:lnTo>
                    <a:pt x="78421" y="8126"/>
                  </a:lnTo>
                  <a:lnTo>
                    <a:pt x="79682" y="8070"/>
                  </a:lnTo>
                  <a:lnTo>
                    <a:pt x="80914" y="8009"/>
                  </a:lnTo>
                  <a:lnTo>
                    <a:pt x="82115" y="7938"/>
                  </a:lnTo>
                  <a:lnTo>
                    <a:pt x="83256" y="7856"/>
                  </a:lnTo>
                  <a:lnTo>
                    <a:pt x="83827" y="7815"/>
                  </a:lnTo>
                  <a:lnTo>
                    <a:pt x="84368" y="7769"/>
                  </a:lnTo>
                  <a:lnTo>
                    <a:pt x="84908" y="7718"/>
                  </a:lnTo>
                  <a:lnTo>
                    <a:pt x="85419" y="7667"/>
                  </a:lnTo>
                  <a:lnTo>
                    <a:pt x="85929" y="7611"/>
                  </a:lnTo>
                  <a:lnTo>
                    <a:pt x="86410" y="7555"/>
                  </a:lnTo>
                  <a:lnTo>
                    <a:pt x="86891" y="7499"/>
                  </a:lnTo>
                  <a:lnTo>
                    <a:pt x="87341" y="7433"/>
                  </a:lnTo>
                  <a:lnTo>
                    <a:pt x="87792" y="7371"/>
                  </a:lnTo>
                  <a:lnTo>
                    <a:pt x="88212" y="7300"/>
                  </a:lnTo>
                  <a:lnTo>
                    <a:pt x="88633" y="7234"/>
                  </a:lnTo>
                  <a:lnTo>
                    <a:pt x="88993" y="7157"/>
                  </a:lnTo>
                  <a:lnTo>
                    <a:pt x="89744" y="7009"/>
                  </a:lnTo>
                  <a:lnTo>
                    <a:pt x="90435" y="6851"/>
                  </a:lnTo>
                  <a:lnTo>
                    <a:pt x="91095" y="6693"/>
                  </a:lnTo>
                  <a:lnTo>
                    <a:pt x="91726" y="6525"/>
                  </a:lnTo>
                  <a:lnTo>
                    <a:pt x="92327" y="6351"/>
                  </a:lnTo>
                  <a:lnTo>
                    <a:pt x="92897" y="6173"/>
                  </a:lnTo>
                  <a:lnTo>
                    <a:pt x="93438" y="5989"/>
                  </a:lnTo>
                  <a:lnTo>
                    <a:pt x="93919" y="5800"/>
                  </a:lnTo>
                  <a:lnTo>
                    <a:pt x="94369" y="5612"/>
                  </a:lnTo>
                  <a:lnTo>
                    <a:pt x="94790" y="5418"/>
                  </a:lnTo>
                  <a:lnTo>
                    <a:pt x="95150" y="5224"/>
                  </a:lnTo>
                  <a:lnTo>
                    <a:pt x="95510" y="5025"/>
                  </a:lnTo>
                  <a:lnTo>
                    <a:pt x="95781" y="4826"/>
                  </a:lnTo>
                  <a:lnTo>
                    <a:pt x="96021" y="4622"/>
                  </a:lnTo>
                  <a:lnTo>
                    <a:pt x="96201" y="4418"/>
                  </a:lnTo>
                  <a:lnTo>
                    <a:pt x="96351" y="4214"/>
                  </a:lnTo>
                  <a:lnTo>
                    <a:pt x="96442" y="4010"/>
                  </a:lnTo>
                  <a:lnTo>
                    <a:pt x="96502" y="3806"/>
                  </a:lnTo>
                  <a:lnTo>
                    <a:pt x="96472" y="3602"/>
                  </a:lnTo>
                  <a:lnTo>
                    <a:pt x="96412" y="3398"/>
                  </a:lnTo>
                  <a:lnTo>
                    <a:pt x="96291" y="3194"/>
                  </a:lnTo>
                  <a:lnTo>
                    <a:pt x="96111" y="2995"/>
                  </a:lnTo>
                  <a:lnTo>
                    <a:pt x="95871" y="2796"/>
                  </a:lnTo>
                  <a:lnTo>
                    <a:pt x="95571" y="2597"/>
                  </a:lnTo>
                  <a:lnTo>
                    <a:pt x="95210" y="2403"/>
                  </a:lnTo>
                  <a:lnTo>
                    <a:pt x="94790" y="2215"/>
                  </a:lnTo>
                  <a:lnTo>
                    <a:pt x="94279" y="2026"/>
                  </a:lnTo>
                  <a:lnTo>
                    <a:pt x="93738" y="1842"/>
                  </a:lnTo>
                  <a:lnTo>
                    <a:pt x="93438" y="1750"/>
                  </a:lnTo>
                  <a:lnTo>
                    <a:pt x="93108" y="1664"/>
                  </a:lnTo>
                  <a:lnTo>
                    <a:pt x="92777" y="1577"/>
                  </a:lnTo>
                  <a:lnTo>
                    <a:pt x="92417" y="1490"/>
                  </a:lnTo>
                  <a:lnTo>
                    <a:pt x="92026" y="1404"/>
                  </a:lnTo>
                  <a:lnTo>
                    <a:pt x="91636" y="1322"/>
                  </a:lnTo>
                  <a:lnTo>
                    <a:pt x="91246" y="1240"/>
                  </a:lnTo>
                  <a:lnTo>
                    <a:pt x="90795" y="1159"/>
                  </a:lnTo>
                  <a:lnTo>
                    <a:pt x="90435" y="1098"/>
                  </a:lnTo>
                  <a:lnTo>
                    <a:pt x="90044" y="1031"/>
                  </a:lnTo>
                  <a:lnTo>
                    <a:pt x="89654" y="970"/>
                  </a:lnTo>
                  <a:lnTo>
                    <a:pt x="89203" y="914"/>
                  </a:lnTo>
                  <a:lnTo>
                    <a:pt x="88753" y="853"/>
                  </a:lnTo>
                  <a:lnTo>
                    <a:pt x="88272" y="797"/>
                  </a:lnTo>
                  <a:lnTo>
                    <a:pt x="87762" y="741"/>
                  </a:lnTo>
                  <a:lnTo>
                    <a:pt x="87221" y="684"/>
                  </a:lnTo>
                  <a:lnTo>
                    <a:pt x="86590" y="715"/>
                  </a:lnTo>
                  <a:lnTo>
                    <a:pt x="85929" y="735"/>
                  </a:lnTo>
                  <a:lnTo>
                    <a:pt x="85179" y="751"/>
                  </a:lnTo>
                  <a:lnTo>
                    <a:pt x="84398" y="756"/>
                  </a:lnTo>
                  <a:lnTo>
                    <a:pt x="84127" y="756"/>
                  </a:lnTo>
                  <a:lnTo>
                    <a:pt x="83376" y="746"/>
                  </a:lnTo>
                  <a:lnTo>
                    <a:pt x="82686" y="735"/>
                  </a:lnTo>
                  <a:lnTo>
                    <a:pt x="82025" y="715"/>
                  </a:lnTo>
                  <a:lnTo>
                    <a:pt x="81424" y="690"/>
                  </a:lnTo>
                  <a:lnTo>
                    <a:pt x="80854" y="659"/>
                  </a:lnTo>
                  <a:lnTo>
                    <a:pt x="80343" y="628"/>
                  </a:lnTo>
                  <a:lnTo>
                    <a:pt x="79862" y="588"/>
                  </a:lnTo>
                  <a:lnTo>
                    <a:pt x="79412" y="542"/>
                  </a:lnTo>
                  <a:lnTo>
                    <a:pt x="79021" y="496"/>
                  </a:lnTo>
                  <a:lnTo>
                    <a:pt x="78661" y="445"/>
                  </a:lnTo>
                  <a:lnTo>
                    <a:pt x="78361" y="394"/>
                  </a:lnTo>
                  <a:lnTo>
                    <a:pt x="78060" y="338"/>
                  </a:lnTo>
                  <a:lnTo>
                    <a:pt x="77790" y="276"/>
                  </a:lnTo>
                  <a:lnTo>
                    <a:pt x="77580" y="215"/>
                  </a:lnTo>
                  <a:lnTo>
                    <a:pt x="77370" y="154"/>
                  </a:lnTo>
                  <a:lnTo>
                    <a:pt x="77189" y="93"/>
                  </a:lnTo>
                  <a:lnTo>
                    <a:pt x="75718" y="57"/>
                  </a:lnTo>
                  <a:lnTo>
                    <a:pt x="74216" y="26"/>
                  </a:lnTo>
                  <a:lnTo>
                    <a:pt x="72684" y="11"/>
                  </a:lnTo>
                  <a:lnTo>
                    <a:pt x="71152" y="1"/>
                  </a:lnTo>
                  <a:lnTo>
                    <a:pt x="69621" y="11"/>
                  </a:lnTo>
                  <a:lnTo>
                    <a:pt x="68870" y="16"/>
                  </a:lnTo>
                  <a:lnTo>
                    <a:pt x="68119" y="26"/>
                  </a:lnTo>
                  <a:lnTo>
                    <a:pt x="26190" y="26"/>
                  </a:lnTo>
                  <a:lnTo>
                    <a:pt x="25380" y="16"/>
                  </a:lnTo>
                  <a:lnTo>
                    <a:pt x="24599" y="6"/>
                  </a:lnTo>
                  <a:lnTo>
                    <a:pt x="23788" y="1"/>
                  </a:lnTo>
                  <a:close/>
                </a:path>
              </a:pathLst>
            </a:custGeom>
            <a:solidFill>
              <a:srgbClr val="7091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0"/>
            <p:cNvSpPr/>
            <p:nvPr/>
          </p:nvSpPr>
          <p:spPr>
            <a:xfrm flipH="1">
              <a:off x="5076266" y="1986658"/>
              <a:ext cx="3594458" cy="1814795"/>
            </a:xfrm>
            <a:custGeom>
              <a:avLst/>
              <a:gdLst/>
              <a:ahLst/>
              <a:cxnLst/>
              <a:rect l="l" t="t" r="r" b="b"/>
              <a:pathLst>
                <a:path w="96502" h="8264" fill="none" extrusionOk="0">
                  <a:moveTo>
                    <a:pt x="23007" y="1"/>
                  </a:moveTo>
                  <a:lnTo>
                    <a:pt x="23007" y="1"/>
                  </a:lnTo>
                  <a:lnTo>
                    <a:pt x="23788" y="1"/>
                  </a:lnTo>
                  <a:lnTo>
                    <a:pt x="24599" y="6"/>
                  </a:lnTo>
                  <a:lnTo>
                    <a:pt x="25380" y="16"/>
                  </a:lnTo>
                  <a:lnTo>
                    <a:pt x="26190" y="26"/>
                  </a:lnTo>
                  <a:lnTo>
                    <a:pt x="68119" y="26"/>
                  </a:lnTo>
                  <a:lnTo>
                    <a:pt x="68119" y="26"/>
                  </a:lnTo>
                  <a:lnTo>
                    <a:pt x="68870" y="16"/>
                  </a:lnTo>
                  <a:lnTo>
                    <a:pt x="69621" y="11"/>
                  </a:lnTo>
                  <a:lnTo>
                    <a:pt x="71152" y="1"/>
                  </a:lnTo>
                  <a:lnTo>
                    <a:pt x="71152" y="1"/>
                  </a:lnTo>
                  <a:lnTo>
                    <a:pt x="72684" y="11"/>
                  </a:lnTo>
                  <a:lnTo>
                    <a:pt x="74216" y="26"/>
                  </a:lnTo>
                  <a:lnTo>
                    <a:pt x="75718" y="57"/>
                  </a:lnTo>
                  <a:lnTo>
                    <a:pt x="77189" y="93"/>
                  </a:lnTo>
                  <a:lnTo>
                    <a:pt x="77189" y="93"/>
                  </a:lnTo>
                  <a:lnTo>
                    <a:pt x="77370" y="154"/>
                  </a:lnTo>
                  <a:lnTo>
                    <a:pt x="77580" y="215"/>
                  </a:lnTo>
                  <a:lnTo>
                    <a:pt x="77790" y="276"/>
                  </a:lnTo>
                  <a:lnTo>
                    <a:pt x="78060" y="338"/>
                  </a:lnTo>
                  <a:lnTo>
                    <a:pt x="78361" y="394"/>
                  </a:lnTo>
                  <a:lnTo>
                    <a:pt x="78661" y="445"/>
                  </a:lnTo>
                  <a:lnTo>
                    <a:pt x="79021" y="496"/>
                  </a:lnTo>
                  <a:lnTo>
                    <a:pt x="79412" y="542"/>
                  </a:lnTo>
                  <a:lnTo>
                    <a:pt x="79862" y="588"/>
                  </a:lnTo>
                  <a:lnTo>
                    <a:pt x="80343" y="628"/>
                  </a:lnTo>
                  <a:lnTo>
                    <a:pt x="80854" y="659"/>
                  </a:lnTo>
                  <a:lnTo>
                    <a:pt x="81424" y="690"/>
                  </a:lnTo>
                  <a:lnTo>
                    <a:pt x="82025" y="715"/>
                  </a:lnTo>
                  <a:lnTo>
                    <a:pt x="82686" y="735"/>
                  </a:lnTo>
                  <a:lnTo>
                    <a:pt x="83376" y="746"/>
                  </a:lnTo>
                  <a:lnTo>
                    <a:pt x="84127" y="756"/>
                  </a:lnTo>
                  <a:lnTo>
                    <a:pt x="84127" y="756"/>
                  </a:lnTo>
                  <a:lnTo>
                    <a:pt x="84398" y="756"/>
                  </a:lnTo>
                  <a:lnTo>
                    <a:pt x="84398" y="756"/>
                  </a:lnTo>
                  <a:lnTo>
                    <a:pt x="85179" y="751"/>
                  </a:lnTo>
                  <a:lnTo>
                    <a:pt x="85929" y="735"/>
                  </a:lnTo>
                  <a:lnTo>
                    <a:pt x="86590" y="715"/>
                  </a:lnTo>
                  <a:lnTo>
                    <a:pt x="87221" y="684"/>
                  </a:lnTo>
                  <a:lnTo>
                    <a:pt x="87221" y="684"/>
                  </a:lnTo>
                  <a:lnTo>
                    <a:pt x="87762" y="741"/>
                  </a:lnTo>
                  <a:lnTo>
                    <a:pt x="88272" y="797"/>
                  </a:lnTo>
                  <a:lnTo>
                    <a:pt x="88753" y="853"/>
                  </a:lnTo>
                  <a:lnTo>
                    <a:pt x="89203" y="914"/>
                  </a:lnTo>
                  <a:lnTo>
                    <a:pt x="89654" y="970"/>
                  </a:lnTo>
                  <a:lnTo>
                    <a:pt x="90044" y="1031"/>
                  </a:lnTo>
                  <a:lnTo>
                    <a:pt x="90435" y="1098"/>
                  </a:lnTo>
                  <a:lnTo>
                    <a:pt x="90795" y="1159"/>
                  </a:lnTo>
                  <a:lnTo>
                    <a:pt x="90795" y="1159"/>
                  </a:lnTo>
                  <a:lnTo>
                    <a:pt x="91246" y="1240"/>
                  </a:lnTo>
                  <a:lnTo>
                    <a:pt x="91636" y="1322"/>
                  </a:lnTo>
                  <a:lnTo>
                    <a:pt x="92026" y="1404"/>
                  </a:lnTo>
                  <a:lnTo>
                    <a:pt x="92417" y="1490"/>
                  </a:lnTo>
                  <a:lnTo>
                    <a:pt x="92777" y="1577"/>
                  </a:lnTo>
                  <a:lnTo>
                    <a:pt x="93108" y="1664"/>
                  </a:lnTo>
                  <a:lnTo>
                    <a:pt x="93438" y="1750"/>
                  </a:lnTo>
                  <a:lnTo>
                    <a:pt x="93738" y="1842"/>
                  </a:lnTo>
                  <a:lnTo>
                    <a:pt x="94279" y="2026"/>
                  </a:lnTo>
                  <a:lnTo>
                    <a:pt x="94790" y="2215"/>
                  </a:lnTo>
                  <a:lnTo>
                    <a:pt x="95210" y="2403"/>
                  </a:lnTo>
                  <a:lnTo>
                    <a:pt x="95571" y="2597"/>
                  </a:lnTo>
                  <a:lnTo>
                    <a:pt x="95871" y="2796"/>
                  </a:lnTo>
                  <a:lnTo>
                    <a:pt x="96111" y="2995"/>
                  </a:lnTo>
                  <a:lnTo>
                    <a:pt x="96291" y="3194"/>
                  </a:lnTo>
                  <a:lnTo>
                    <a:pt x="96412" y="3398"/>
                  </a:lnTo>
                  <a:lnTo>
                    <a:pt x="96472" y="3602"/>
                  </a:lnTo>
                  <a:lnTo>
                    <a:pt x="96502" y="3806"/>
                  </a:lnTo>
                  <a:lnTo>
                    <a:pt x="96442" y="4010"/>
                  </a:lnTo>
                  <a:lnTo>
                    <a:pt x="96351" y="4214"/>
                  </a:lnTo>
                  <a:lnTo>
                    <a:pt x="96201" y="4418"/>
                  </a:lnTo>
                  <a:lnTo>
                    <a:pt x="96021" y="4622"/>
                  </a:lnTo>
                  <a:lnTo>
                    <a:pt x="95781" y="4826"/>
                  </a:lnTo>
                  <a:lnTo>
                    <a:pt x="95510" y="5025"/>
                  </a:lnTo>
                  <a:lnTo>
                    <a:pt x="95150" y="5224"/>
                  </a:lnTo>
                  <a:lnTo>
                    <a:pt x="94790" y="5418"/>
                  </a:lnTo>
                  <a:lnTo>
                    <a:pt x="94369" y="5612"/>
                  </a:lnTo>
                  <a:lnTo>
                    <a:pt x="93919" y="5800"/>
                  </a:lnTo>
                  <a:lnTo>
                    <a:pt x="93438" y="5989"/>
                  </a:lnTo>
                  <a:lnTo>
                    <a:pt x="92897" y="6173"/>
                  </a:lnTo>
                  <a:lnTo>
                    <a:pt x="92327" y="6351"/>
                  </a:lnTo>
                  <a:lnTo>
                    <a:pt x="91726" y="6525"/>
                  </a:lnTo>
                  <a:lnTo>
                    <a:pt x="91095" y="6693"/>
                  </a:lnTo>
                  <a:lnTo>
                    <a:pt x="90435" y="6851"/>
                  </a:lnTo>
                  <a:lnTo>
                    <a:pt x="89744" y="7009"/>
                  </a:lnTo>
                  <a:lnTo>
                    <a:pt x="88993" y="7157"/>
                  </a:lnTo>
                  <a:lnTo>
                    <a:pt x="88993" y="7157"/>
                  </a:lnTo>
                  <a:lnTo>
                    <a:pt x="88633" y="7234"/>
                  </a:lnTo>
                  <a:lnTo>
                    <a:pt x="88212" y="7300"/>
                  </a:lnTo>
                  <a:lnTo>
                    <a:pt x="87792" y="7371"/>
                  </a:lnTo>
                  <a:lnTo>
                    <a:pt x="87341" y="7433"/>
                  </a:lnTo>
                  <a:lnTo>
                    <a:pt x="86891" y="7499"/>
                  </a:lnTo>
                  <a:lnTo>
                    <a:pt x="86410" y="7555"/>
                  </a:lnTo>
                  <a:lnTo>
                    <a:pt x="85929" y="7611"/>
                  </a:lnTo>
                  <a:lnTo>
                    <a:pt x="85419" y="7667"/>
                  </a:lnTo>
                  <a:lnTo>
                    <a:pt x="84908" y="7718"/>
                  </a:lnTo>
                  <a:lnTo>
                    <a:pt x="84368" y="7769"/>
                  </a:lnTo>
                  <a:lnTo>
                    <a:pt x="83827" y="7815"/>
                  </a:lnTo>
                  <a:lnTo>
                    <a:pt x="83256" y="7856"/>
                  </a:lnTo>
                  <a:lnTo>
                    <a:pt x="82115" y="7938"/>
                  </a:lnTo>
                  <a:lnTo>
                    <a:pt x="80914" y="8009"/>
                  </a:lnTo>
                  <a:lnTo>
                    <a:pt x="79682" y="8070"/>
                  </a:lnTo>
                  <a:lnTo>
                    <a:pt x="78421" y="8126"/>
                  </a:lnTo>
                  <a:lnTo>
                    <a:pt x="77129" y="8167"/>
                  </a:lnTo>
                  <a:lnTo>
                    <a:pt x="75808" y="8203"/>
                  </a:lnTo>
                  <a:lnTo>
                    <a:pt x="74486" y="8228"/>
                  </a:lnTo>
                  <a:lnTo>
                    <a:pt x="73165" y="8249"/>
                  </a:lnTo>
                  <a:lnTo>
                    <a:pt x="71813" y="8259"/>
                  </a:lnTo>
                  <a:lnTo>
                    <a:pt x="70462" y="8264"/>
                  </a:lnTo>
                  <a:lnTo>
                    <a:pt x="26881" y="8264"/>
                  </a:lnTo>
                  <a:lnTo>
                    <a:pt x="26881" y="8264"/>
                  </a:lnTo>
                  <a:lnTo>
                    <a:pt x="25289" y="8259"/>
                  </a:lnTo>
                  <a:lnTo>
                    <a:pt x="23668" y="8244"/>
                  </a:lnTo>
                  <a:lnTo>
                    <a:pt x="22076" y="8218"/>
                  </a:lnTo>
                  <a:lnTo>
                    <a:pt x="20514" y="8182"/>
                  </a:lnTo>
                  <a:lnTo>
                    <a:pt x="20514" y="8182"/>
                  </a:lnTo>
                  <a:lnTo>
                    <a:pt x="20304" y="8126"/>
                  </a:lnTo>
                  <a:lnTo>
                    <a:pt x="20093" y="8075"/>
                  </a:lnTo>
                  <a:lnTo>
                    <a:pt x="19853" y="8019"/>
                  </a:lnTo>
                  <a:lnTo>
                    <a:pt x="19583" y="7968"/>
                  </a:lnTo>
                  <a:lnTo>
                    <a:pt x="19282" y="7922"/>
                  </a:lnTo>
                  <a:lnTo>
                    <a:pt x="18952" y="7876"/>
                  </a:lnTo>
                  <a:lnTo>
                    <a:pt x="18622" y="7836"/>
                  </a:lnTo>
                  <a:lnTo>
                    <a:pt x="18231" y="7795"/>
                  </a:lnTo>
                  <a:lnTo>
                    <a:pt x="17811" y="7759"/>
                  </a:lnTo>
                  <a:lnTo>
                    <a:pt x="17360" y="7723"/>
                  </a:lnTo>
                  <a:lnTo>
                    <a:pt x="16850" y="7693"/>
                  </a:lnTo>
                  <a:lnTo>
                    <a:pt x="16339" y="7672"/>
                  </a:lnTo>
                  <a:lnTo>
                    <a:pt x="15768" y="7647"/>
                  </a:lnTo>
                  <a:lnTo>
                    <a:pt x="15168" y="7632"/>
                  </a:lnTo>
                  <a:lnTo>
                    <a:pt x="14537" y="7621"/>
                  </a:lnTo>
                  <a:lnTo>
                    <a:pt x="13846" y="7616"/>
                  </a:lnTo>
                  <a:lnTo>
                    <a:pt x="13846" y="7616"/>
                  </a:lnTo>
                  <a:lnTo>
                    <a:pt x="13576" y="7616"/>
                  </a:lnTo>
                  <a:lnTo>
                    <a:pt x="13576" y="7616"/>
                  </a:lnTo>
                  <a:lnTo>
                    <a:pt x="12765" y="7621"/>
                  </a:lnTo>
                  <a:lnTo>
                    <a:pt x="12044" y="7637"/>
                  </a:lnTo>
                  <a:lnTo>
                    <a:pt x="11353" y="7657"/>
                  </a:lnTo>
                  <a:lnTo>
                    <a:pt x="10723" y="7688"/>
                  </a:lnTo>
                  <a:lnTo>
                    <a:pt x="10723" y="7688"/>
                  </a:lnTo>
                  <a:lnTo>
                    <a:pt x="9822" y="7606"/>
                  </a:lnTo>
                  <a:lnTo>
                    <a:pt x="8981" y="7519"/>
                  </a:lnTo>
                  <a:lnTo>
                    <a:pt x="8230" y="7427"/>
                  </a:lnTo>
                  <a:lnTo>
                    <a:pt x="7899" y="7382"/>
                  </a:lnTo>
                  <a:lnTo>
                    <a:pt x="7569" y="7331"/>
                  </a:lnTo>
                  <a:lnTo>
                    <a:pt x="7569" y="7331"/>
                  </a:lnTo>
                  <a:lnTo>
                    <a:pt x="6788" y="7208"/>
                  </a:lnTo>
                  <a:lnTo>
                    <a:pt x="6067" y="7076"/>
                  </a:lnTo>
                  <a:lnTo>
                    <a:pt x="5346" y="6943"/>
                  </a:lnTo>
                  <a:lnTo>
                    <a:pt x="4686" y="6805"/>
                  </a:lnTo>
                  <a:lnTo>
                    <a:pt x="4085" y="6662"/>
                  </a:lnTo>
                  <a:lnTo>
                    <a:pt x="3514" y="6514"/>
                  </a:lnTo>
                  <a:lnTo>
                    <a:pt x="2974" y="6361"/>
                  </a:lnTo>
                  <a:lnTo>
                    <a:pt x="2463" y="6208"/>
                  </a:lnTo>
                  <a:lnTo>
                    <a:pt x="2013" y="6045"/>
                  </a:lnTo>
                  <a:lnTo>
                    <a:pt x="1622" y="5887"/>
                  </a:lnTo>
                  <a:lnTo>
                    <a:pt x="1262" y="5719"/>
                  </a:lnTo>
                  <a:lnTo>
                    <a:pt x="931" y="5550"/>
                  </a:lnTo>
                  <a:lnTo>
                    <a:pt x="661" y="5377"/>
                  </a:lnTo>
                  <a:lnTo>
                    <a:pt x="421" y="5199"/>
                  </a:lnTo>
                  <a:lnTo>
                    <a:pt x="240" y="5020"/>
                  </a:lnTo>
                  <a:lnTo>
                    <a:pt x="120" y="4836"/>
                  </a:lnTo>
                  <a:lnTo>
                    <a:pt x="30" y="4648"/>
                  </a:lnTo>
                  <a:lnTo>
                    <a:pt x="0" y="4459"/>
                  </a:lnTo>
                  <a:lnTo>
                    <a:pt x="0" y="4265"/>
                  </a:lnTo>
                  <a:lnTo>
                    <a:pt x="60" y="4071"/>
                  </a:lnTo>
                  <a:lnTo>
                    <a:pt x="180" y="3872"/>
                  </a:lnTo>
                  <a:lnTo>
                    <a:pt x="331" y="3673"/>
                  </a:lnTo>
                  <a:lnTo>
                    <a:pt x="541" y="3469"/>
                  </a:lnTo>
                  <a:lnTo>
                    <a:pt x="811" y="3265"/>
                  </a:lnTo>
                  <a:lnTo>
                    <a:pt x="1111" y="3056"/>
                  </a:lnTo>
                  <a:lnTo>
                    <a:pt x="1472" y="2847"/>
                  </a:lnTo>
                  <a:lnTo>
                    <a:pt x="1892" y="2638"/>
                  </a:lnTo>
                  <a:lnTo>
                    <a:pt x="2373" y="2424"/>
                  </a:lnTo>
                  <a:lnTo>
                    <a:pt x="2914" y="2204"/>
                  </a:lnTo>
                  <a:lnTo>
                    <a:pt x="3484" y="1990"/>
                  </a:lnTo>
                  <a:lnTo>
                    <a:pt x="4115" y="1771"/>
                  </a:lnTo>
                  <a:lnTo>
                    <a:pt x="4836" y="1546"/>
                  </a:lnTo>
                  <a:lnTo>
                    <a:pt x="4836" y="1546"/>
                  </a:lnTo>
                  <a:lnTo>
                    <a:pt x="5166" y="1450"/>
                  </a:lnTo>
                  <a:lnTo>
                    <a:pt x="5527" y="1353"/>
                  </a:lnTo>
                  <a:lnTo>
                    <a:pt x="5917" y="1261"/>
                  </a:lnTo>
                  <a:lnTo>
                    <a:pt x="6307" y="1169"/>
                  </a:lnTo>
                  <a:lnTo>
                    <a:pt x="6728" y="1087"/>
                  </a:lnTo>
                  <a:lnTo>
                    <a:pt x="7178" y="1001"/>
                  </a:lnTo>
                  <a:lnTo>
                    <a:pt x="7629" y="924"/>
                  </a:lnTo>
                  <a:lnTo>
                    <a:pt x="8110" y="848"/>
                  </a:lnTo>
                  <a:lnTo>
                    <a:pt x="8590" y="776"/>
                  </a:lnTo>
                  <a:lnTo>
                    <a:pt x="9101" y="710"/>
                  </a:lnTo>
                  <a:lnTo>
                    <a:pt x="9641" y="644"/>
                  </a:lnTo>
                  <a:lnTo>
                    <a:pt x="10182" y="582"/>
                  </a:lnTo>
                  <a:lnTo>
                    <a:pt x="10723" y="521"/>
                  </a:lnTo>
                  <a:lnTo>
                    <a:pt x="11293" y="470"/>
                  </a:lnTo>
                  <a:lnTo>
                    <a:pt x="11864" y="414"/>
                  </a:lnTo>
                  <a:lnTo>
                    <a:pt x="12435" y="368"/>
                  </a:lnTo>
                  <a:lnTo>
                    <a:pt x="13035" y="322"/>
                  </a:lnTo>
                  <a:lnTo>
                    <a:pt x="13666" y="281"/>
                  </a:lnTo>
                  <a:lnTo>
                    <a:pt x="14267" y="241"/>
                  </a:lnTo>
                  <a:lnTo>
                    <a:pt x="14897" y="205"/>
                  </a:lnTo>
                  <a:lnTo>
                    <a:pt x="15558" y="169"/>
                  </a:lnTo>
                  <a:lnTo>
                    <a:pt x="16189" y="139"/>
                  </a:lnTo>
                  <a:lnTo>
                    <a:pt x="16850" y="113"/>
                  </a:lnTo>
                  <a:lnTo>
                    <a:pt x="17510" y="88"/>
                  </a:lnTo>
                  <a:lnTo>
                    <a:pt x="18862" y="52"/>
                  </a:lnTo>
                  <a:lnTo>
                    <a:pt x="20244" y="21"/>
                  </a:lnTo>
                  <a:lnTo>
                    <a:pt x="21625" y="6"/>
                  </a:lnTo>
                  <a:lnTo>
                    <a:pt x="2300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0"/>
            <p:cNvSpPr/>
            <p:nvPr/>
          </p:nvSpPr>
          <p:spPr>
            <a:xfrm flipH="1">
              <a:off x="7906654" y="3659159"/>
              <a:ext cx="364728" cy="124515"/>
            </a:xfrm>
            <a:custGeom>
              <a:avLst/>
              <a:gdLst/>
              <a:ahLst/>
              <a:cxnLst/>
              <a:rect l="l" t="t" r="r" b="b"/>
              <a:pathLst>
                <a:path w="9792" h="567" extrusionOk="0">
                  <a:moveTo>
                    <a:pt x="2854" y="0"/>
                  </a:moveTo>
                  <a:lnTo>
                    <a:pt x="2043" y="5"/>
                  </a:lnTo>
                  <a:lnTo>
                    <a:pt x="1322" y="21"/>
                  </a:lnTo>
                  <a:lnTo>
                    <a:pt x="631" y="41"/>
                  </a:lnTo>
                  <a:lnTo>
                    <a:pt x="1" y="72"/>
                  </a:lnTo>
                  <a:lnTo>
                    <a:pt x="1022" y="153"/>
                  </a:lnTo>
                  <a:lnTo>
                    <a:pt x="2103" y="230"/>
                  </a:lnTo>
                  <a:lnTo>
                    <a:pt x="3274" y="301"/>
                  </a:lnTo>
                  <a:lnTo>
                    <a:pt x="4476" y="367"/>
                  </a:lnTo>
                  <a:lnTo>
                    <a:pt x="5767" y="429"/>
                  </a:lnTo>
                  <a:lnTo>
                    <a:pt x="7059" y="480"/>
                  </a:lnTo>
                  <a:lnTo>
                    <a:pt x="8410" y="526"/>
                  </a:lnTo>
                  <a:lnTo>
                    <a:pt x="9792" y="566"/>
                  </a:lnTo>
                  <a:lnTo>
                    <a:pt x="9582" y="510"/>
                  </a:lnTo>
                  <a:lnTo>
                    <a:pt x="9371" y="459"/>
                  </a:lnTo>
                  <a:lnTo>
                    <a:pt x="9131" y="403"/>
                  </a:lnTo>
                  <a:lnTo>
                    <a:pt x="8861" y="352"/>
                  </a:lnTo>
                  <a:lnTo>
                    <a:pt x="8560" y="306"/>
                  </a:lnTo>
                  <a:lnTo>
                    <a:pt x="8230" y="260"/>
                  </a:lnTo>
                  <a:lnTo>
                    <a:pt x="7900" y="220"/>
                  </a:lnTo>
                  <a:lnTo>
                    <a:pt x="7509" y="179"/>
                  </a:lnTo>
                  <a:lnTo>
                    <a:pt x="7089" y="143"/>
                  </a:lnTo>
                  <a:lnTo>
                    <a:pt x="6638" y="107"/>
                  </a:lnTo>
                  <a:lnTo>
                    <a:pt x="6128" y="77"/>
                  </a:lnTo>
                  <a:lnTo>
                    <a:pt x="5617" y="56"/>
                  </a:lnTo>
                  <a:lnTo>
                    <a:pt x="5046" y="31"/>
                  </a:lnTo>
                  <a:lnTo>
                    <a:pt x="4446" y="16"/>
                  </a:lnTo>
                  <a:lnTo>
                    <a:pt x="3815" y="5"/>
                  </a:lnTo>
                  <a:lnTo>
                    <a:pt x="3124" y="0"/>
                  </a:lnTo>
                  <a:close/>
                </a:path>
              </a:pathLst>
            </a:custGeom>
            <a:solidFill>
              <a:srgbClr val="3F3D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50"/>
            <p:cNvSpPr/>
            <p:nvPr/>
          </p:nvSpPr>
          <p:spPr>
            <a:xfrm flipH="1">
              <a:off x="7906654" y="3659159"/>
              <a:ext cx="364728" cy="124515"/>
            </a:xfrm>
            <a:custGeom>
              <a:avLst/>
              <a:gdLst/>
              <a:ahLst/>
              <a:cxnLst/>
              <a:rect l="l" t="t" r="r" b="b"/>
              <a:pathLst>
                <a:path w="9792" h="567" fill="none" extrusionOk="0">
                  <a:moveTo>
                    <a:pt x="2854" y="0"/>
                  </a:moveTo>
                  <a:lnTo>
                    <a:pt x="2854" y="0"/>
                  </a:lnTo>
                  <a:lnTo>
                    <a:pt x="3124" y="0"/>
                  </a:lnTo>
                  <a:lnTo>
                    <a:pt x="3124" y="0"/>
                  </a:lnTo>
                  <a:lnTo>
                    <a:pt x="3815" y="5"/>
                  </a:lnTo>
                  <a:lnTo>
                    <a:pt x="4446" y="16"/>
                  </a:lnTo>
                  <a:lnTo>
                    <a:pt x="5046" y="31"/>
                  </a:lnTo>
                  <a:lnTo>
                    <a:pt x="5617" y="56"/>
                  </a:lnTo>
                  <a:lnTo>
                    <a:pt x="6128" y="77"/>
                  </a:lnTo>
                  <a:lnTo>
                    <a:pt x="6638" y="107"/>
                  </a:lnTo>
                  <a:lnTo>
                    <a:pt x="7089" y="143"/>
                  </a:lnTo>
                  <a:lnTo>
                    <a:pt x="7509" y="179"/>
                  </a:lnTo>
                  <a:lnTo>
                    <a:pt x="7900" y="220"/>
                  </a:lnTo>
                  <a:lnTo>
                    <a:pt x="8230" y="260"/>
                  </a:lnTo>
                  <a:lnTo>
                    <a:pt x="8560" y="306"/>
                  </a:lnTo>
                  <a:lnTo>
                    <a:pt x="8861" y="352"/>
                  </a:lnTo>
                  <a:lnTo>
                    <a:pt x="9131" y="403"/>
                  </a:lnTo>
                  <a:lnTo>
                    <a:pt x="9371" y="459"/>
                  </a:lnTo>
                  <a:lnTo>
                    <a:pt x="9582" y="510"/>
                  </a:lnTo>
                  <a:lnTo>
                    <a:pt x="9792" y="566"/>
                  </a:lnTo>
                  <a:lnTo>
                    <a:pt x="9792" y="566"/>
                  </a:lnTo>
                  <a:lnTo>
                    <a:pt x="8410" y="526"/>
                  </a:lnTo>
                  <a:lnTo>
                    <a:pt x="7059" y="480"/>
                  </a:lnTo>
                  <a:lnTo>
                    <a:pt x="5767" y="429"/>
                  </a:lnTo>
                  <a:lnTo>
                    <a:pt x="4476" y="367"/>
                  </a:lnTo>
                  <a:lnTo>
                    <a:pt x="3274" y="301"/>
                  </a:lnTo>
                  <a:lnTo>
                    <a:pt x="2103" y="230"/>
                  </a:lnTo>
                  <a:lnTo>
                    <a:pt x="1022" y="153"/>
                  </a:lnTo>
                  <a:lnTo>
                    <a:pt x="1" y="72"/>
                  </a:lnTo>
                  <a:lnTo>
                    <a:pt x="1" y="72"/>
                  </a:lnTo>
                  <a:lnTo>
                    <a:pt x="631" y="41"/>
                  </a:lnTo>
                  <a:lnTo>
                    <a:pt x="1322" y="21"/>
                  </a:lnTo>
                  <a:lnTo>
                    <a:pt x="2043" y="5"/>
                  </a:lnTo>
                  <a:lnTo>
                    <a:pt x="285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50"/>
            <p:cNvSpPr/>
            <p:nvPr/>
          </p:nvSpPr>
          <p:spPr>
            <a:xfrm flipH="1">
              <a:off x="5422137" y="2006861"/>
              <a:ext cx="373667" cy="145816"/>
            </a:xfrm>
            <a:custGeom>
              <a:avLst/>
              <a:gdLst/>
              <a:ahLst/>
              <a:cxnLst/>
              <a:rect l="l" t="t" r="r" b="b"/>
              <a:pathLst>
                <a:path w="10032" h="664" extrusionOk="0">
                  <a:moveTo>
                    <a:pt x="0" y="1"/>
                  </a:moveTo>
                  <a:lnTo>
                    <a:pt x="181" y="62"/>
                  </a:lnTo>
                  <a:lnTo>
                    <a:pt x="391" y="123"/>
                  </a:lnTo>
                  <a:lnTo>
                    <a:pt x="601" y="184"/>
                  </a:lnTo>
                  <a:lnTo>
                    <a:pt x="871" y="246"/>
                  </a:lnTo>
                  <a:lnTo>
                    <a:pt x="1172" y="302"/>
                  </a:lnTo>
                  <a:lnTo>
                    <a:pt x="1472" y="353"/>
                  </a:lnTo>
                  <a:lnTo>
                    <a:pt x="1832" y="404"/>
                  </a:lnTo>
                  <a:lnTo>
                    <a:pt x="2223" y="450"/>
                  </a:lnTo>
                  <a:lnTo>
                    <a:pt x="2673" y="496"/>
                  </a:lnTo>
                  <a:lnTo>
                    <a:pt x="3154" y="536"/>
                  </a:lnTo>
                  <a:lnTo>
                    <a:pt x="3665" y="567"/>
                  </a:lnTo>
                  <a:lnTo>
                    <a:pt x="4235" y="598"/>
                  </a:lnTo>
                  <a:lnTo>
                    <a:pt x="4836" y="623"/>
                  </a:lnTo>
                  <a:lnTo>
                    <a:pt x="5497" y="643"/>
                  </a:lnTo>
                  <a:lnTo>
                    <a:pt x="6187" y="654"/>
                  </a:lnTo>
                  <a:lnTo>
                    <a:pt x="6938" y="664"/>
                  </a:lnTo>
                  <a:lnTo>
                    <a:pt x="7209" y="664"/>
                  </a:lnTo>
                  <a:lnTo>
                    <a:pt x="7990" y="659"/>
                  </a:lnTo>
                  <a:lnTo>
                    <a:pt x="8740" y="643"/>
                  </a:lnTo>
                  <a:lnTo>
                    <a:pt x="9401" y="623"/>
                  </a:lnTo>
                  <a:lnTo>
                    <a:pt x="10032" y="592"/>
                  </a:lnTo>
                  <a:lnTo>
                    <a:pt x="8981" y="496"/>
                  </a:lnTo>
                  <a:lnTo>
                    <a:pt x="7839" y="404"/>
                  </a:lnTo>
                  <a:lnTo>
                    <a:pt x="6668" y="317"/>
                  </a:lnTo>
                  <a:lnTo>
                    <a:pt x="5407" y="240"/>
                  </a:lnTo>
                  <a:lnTo>
                    <a:pt x="4115" y="169"/>
                  </a:lnTo>
                  <a:lnTo>
                    <a:pt x="2794" y="103"/>
                  </a:lnTo>
                  <a:lnTo>
                    <a:pt x="1412" y="47"/>
                  </a:lnTo>
                  <a:lnTo>
                    <a:pt x="0" y="1"/>
                  </a:lnTo>
                  <a:close/>
                </a:path>
              </a:pathLst>
            </a:custGeom>
            <a:solidFill>
              <a:srgbClr val="3D17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0"/>
            <p:cNvSpPr/>
            <p:nvPr/>
          </p:nvSpPr>
          <p:spPr>
            <a:xfrm flipH="1">
              <a:off x="5422137" y="2006861"/>
              <a:ext cx="373667" cy="145816"/>
            </a:xfrm>
            <a:custGeom>
              <a:avLst/>
              <a:gdLst/>
              <a:ahLst/>
              <a:cxnLst/>
              <a:rect l="l" t="t" r="r" b="b"/>
              <a:pathLst>
                <a:path w="10032" h="664" fill="none" extrusionOk="0">
                  <a:moveTo>
                    <a:pt x="0" y="1"/>
                  </a:moveTo>
                  <a:lnTo>
                    <a:pt x="0" y="1"/>
                  </a:lnTo>
                  <a:lnTo>
                    <a:pt x="1412" y="47"/>
                  </a:lnTo>
                  <a:lnTo>
                    <a:pt x="2794" y="103"/>
                  </a:lnTo>
                  <a:lnTo>
                    <a:pt x="4115" y="169"/>
                  </a:lnTo>
                  <a:lnTo>
                    <a:pt x="5407" y="240"/>
                  </a:lnTo>
                  <a:lnTo>
                    <a:pt x="6668" y="317"/>
                  </a:lnTo>
                  <a:lnTo>
                    <a:pt x="7839" y="404"/>
                  </a:lnTo>
                  <a:lnTo>
                    <a:pt x="8981" y="496"/>
                  </a:lnTo>
                  <a:lnTo>
                    <a:pt x="10032" y="592"/>
                  </a:lnTo>
                  <a:lnTo>
                    <a:pt x="10032" y="592"/>
                  </a:lnTo>
                  <a:lnTo>
                    <a:pt x="9401" y="623"/>
                  </a:lnTo>
                  <a:lnTo>
                    <a:pt x="8740" y="643"/>
                  </a:lnTo>
                  <a:lnTo>
                    <a:pt x="7990" y="659"/>
                  </a:lnTo>
                  <a:lnTo>
                    <a:pt x="7209" y="664"/>
                  </a:lnTo>
                  <a:lnTo>
                    <a:pt x="7209" y="664"/>
                  </a:lnTo>
                  <a:lnTo>
                    <a:pt x="6938" y="664"/>
                  </a:lnTo>
                  <a:lnTo>
                    <a:pt x="6938" y="664"/>
                  </a:lnTo>
                  <a:lnTo>
                    <a:pt x="6187" y="654"/>
                  </a:lnTo>
                  <a:lnTo>
                    <a:pt x="5497" y="643"/>
                  </a:lnTo>
                  <a:lnTo>
                    <a:pt x="4836" y="623"/>
                  </a:lnTo>
                  <a:lnTo>
                    <a:pt x="4235" y="598"/>
                  </a:lnTo>
                  <a:lnTo>
                    <a:pt x="3665" y="567"/>
                  </a:lnTo>
                  <a:lnTo>
                    <a:pt x="3154" y="536"/>
                  </a:lnTo>
                  <a:lnTo>
                    <a:pt x="2673" y="496"/>
                  </a:lnTo>
                  <a:lnTo>
                    <a:pt x="2223" y="450"/>
                  </a:lnTo>
                  <a:lnTo>
                    <a:pt x="1832" y="404"/>
                  </a:lnTo>
                  <a:lnTo>
                    <a:pt x="1472" y="353"/>
                  </a:lnTo>
                  <a:lnTo>
                    <a:pt x="1172" y="302"/>
                  </a:lnTo>
                  <a:lnTo>
                    <a:pt x="871" y="246"/>
                  </a:lnTo>
                  <a:lnTo>
                    <a:pt x="601" y="184"/>
                  </a:lnTo>
                  <a:lnTo>
                    <a:pt x="391" y="123"/>
                  </a:lnTo>
                  <a:lnTo>
                    <a:pt x="181" y="62"/>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5" name="Google Shape;835;p50"/>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836" name="Google Shape;836;p50"/>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50"/>
          <p:cNvSpPr/>
          <p:nvPr/>
        </p:nvSpPr>
        <p:spPr>
          <a:xfrm rot="10800000">
            <a:off x="8508368" y="2423333"/>
            <a:ext cx="162495" cy="3295"/>
          </a:xfrm>
          <a:custGeom>
            <a:avLst/>
            <a:gdLst/>
            <a:ahLst/>
            <a:cxnLst/>
            <a:rect l="l" t="t" r="r" b="b"/>
            <a:pathLst>
              <a:path w="1773" h="8" fill="none" extrusionOk="0">
                <a:moveTo>
                  <a:pt x="1" y="7"/>
                </a:moveTo>
                <a:lnTo>
                  <a:pt x="1773" y="7"/>
                </a:lnTo>
                <a:lnTo>
                  <a:pt x="1773" y="7"/>
                </a:lnTo>
                <a:lnTo>
                  <a:pt x="132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50"/>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839" name="Google Shape;839;p50"/>
          <p:cNvSpPr txBox="1">
            <a:spLocks noGrp="1"/>
          </p:cNvSpPr>
          <p:nvPr>
            <p:ph type="subTitle" idx="3"/>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840" name="Google Shape;840;p50"/>
          <p:cNvSpPr txBox="1">
            <a:spLocks noGrp="1"/>
          </p:cNvSpPr>
          <p:nvPr>
            <p:ph type="subTitle" idx="4"/>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841" name="Google Shape;841;p50"/>
          <p:cNvSpPr txBox="1">
            <a:spLocks noGrp="1"/>
          </p:cNvSpPr>
          <p:nvPr>
            <p:ph type="subTitle" idx="5"/>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900"/>
              <a:buFont typeface="Lato Black"/>
              <a:buNone/>
              <a:defRPr>
                <a:solidFill>
                  <a:srgbClr val="8B2880"/>
                </a:solidFill>
                <a:latin typeface="Lato Black"/>
                <a:ea typeface="Lato Black"/>
                <a:cs typeface="Lato Black"/>
                <a:sym typeface="Lato Black"/>
              </a:defRPr>
            </a:lvl9pPr>
          </a:lstStyle>
          <a:p>
            <a:endParaRPr/>
          </a:p>
        </p:txBody>
      </p:sp>
      <p:sp>
        <p:nvSpPr>
          <p:cNvPr id="842" name="Google Shape;842;p50"/>
          <p:cNvSpPr txBox="1">
            <a:spLocks noGrp="1"/>
          </p:cNvSpPr>
          <p:nvPr>
            <p:ph type="subTitle" idx="6"/>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900"/>
              <a:buFont typeface="Lato Black"/>
              <a:buNone/>
              <a:defRPr>
                <a:solidFill>
                  <a:srgbClr val="8B2880"/>
                </a:solidFill>
                <a:latin typeface="Lato Black"/>
                <a:ea typeface="Lato Black"/>
                <a:cs typeface="Lato Black"/>
                <a:sym typeface="Lato Black"/>
              </a:defRPr>
            </a:lvl9pPr>
          </a:lstStyle>
          <a:p>
            <a:endParaRPr/>
          </a:p>
        </p:txBody>
      </p:sp>
      <p:sp>
        <p:nvSpPr>
          <p:cNvPr id="843" name="Google Shape;843;p50"/>
          <p:cNvSpPr txBox="1">
            <a:spLocks noGrp="1"/>
          </p:cNvSpPr>
          <p:nvPr>
            <p:ph type="title" idx="7"/>
          </p:nvPr>
        </p:nvSpPr>
        <p:spPr>
          <a:xfrm>
            <a:off x="5604325" y="2324400"/>
            <a:ext cx="2506800" cy="8373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844" name="Google Shape;844;p50"/>
          <p:cNvSpPr txBox="1">
            <a:spLocks noGrp="1"/>
          </p:cNvSpPr>
          <p:nvPr>
            <p:ph type="title" idx="8"/>
          </p:nvPr>
        </p:nvSpPr>
        <p:spPr>
          <a:xfrm>
            <a:off x="5604325" y="3254700"/>
            <a:ext cx="2610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845" name="Google Shape;845;p50"/>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50"/>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50"/>
          <p:cNvSpPr txBox="1">
            <a:spLocks noGrp="1"/>
          </p:cNvSpPr>
          <p:nvPr>
            <p:ph type="subTitle" idx="9"/>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848" name="Google Shape;848;p50"/>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Lessons 1">
  <p:cSld name="TITLE_AND_BODY_2_1_1_3">
    <p:spTree>
      <p:nvGrpSpPr>
        <p:cNvPr id="1" name="Shape 849"/>
        <p:cNvGrpSpPr/>
        <p:nvPr/>
      </p:nvGrpSpPr>
      <p:grpSpPr>
        <a:xfrm>
          <a:off x="0" y="0"/>
          <a:ext cx="0" cy="0"/>
          <a:chOff x="0" y="0"/>
          <a:chExt cx="0" cy="0"/>
        </a:xfrm>
      </p:grpSpPr>
      <p:sp>
        <p:nvSpPr>
          <p:cNvPr id="850" name="Google Shape;850;p51"/>
          <p:cNvSpPr txBox="1">
            <a:spLocks noGrp="1"/>
          </p:cNvSpPr>
          <p:nvPr>
            <p:ph type="subTitle" idx="1"/>
          </p:nvPr>
        </p:nvSpPr>
        <p:spPr>
          <a:xfrm>
            <a:off x="457200" y="903412"/>
            <a:ext cx="3657600" cy="261900"/>
          </a:xfrm>
          <a:prstGeom prst="rect">
            <a:avLst/>
          </a:prstGeom>
        </p:spPr>
        <p:txBody>
          <a:bodyPr spcFirstLastPara="1" wrap="square" lIns="0" tIns="0" rIns="0" bIns="0" anchor="t" anchorCtr="0">
            <a:noAutofit/>
          </a:bodyPr>
          <a:lstStyle>
            <a:lvl1pPr lvl="0" rtl="0">
              <a:spcBef>
                <a:spcPts val="0"/>
              </a:spcBef>
              <a:spcAft>
                <a:spcPts val="0"/>
              </a:spcAft>
              <a:buClr>
                <a:srgbClr val="906BB4"/>
              </a:buClr>
              <a:buSzPts val="1400"/>
              <a:buNone/>
              <a:defRPr sz="1400" b="1" i="1">
                <a:solidFill>
                  <a:srgbClr val="906BB4"/>
                </a:solidFill>
              </a:defRPr>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851" name="Google Shape;851;p51"/>
          <p:cNvSpPr txBox="1">
            <a:spLocks noGrp="1"/>
          </p:cNvSpPr>
          <p:nvPr>
            <p:ph type="title"/>
          </p:nvPr>
        </p:nvSpPr>
        <p:spPr>
          <a:xfrm>
            <a:off x="457200" y="1563941"/>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852" name="Google Shape;852;p51"/>
          <p:cNvSpPr txBox="1">
            <a:spLocks noGrp="1"/>
          </p:cNvSpPr>
          <p:nvPr>
            <p:ph type="subTitle" idx="2"/>
          </p:nvPr>
        </p:nvSpPr>
        <p:spPr>
          <a:xfrm>
            <a:off x="457200" y="2536409"/>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853" name="Google Shape;853;p51"/>
          <p:cNvSpPr txBox="1">
            <a:spLocks noGrp="1"/>
          </p:cNvSpPr>
          <p:nvPr>
            <p:ph type="subTitle" idx="3"/>
          </p:nvPr>
        </p:nvSpPr>
        <p:spPr>
          <a:xfrm>
            <a:off x="2450080" y="2536409"/>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854" name="Google Shape;854;p51"/>
          <p:cNvSpPr txBox="1">
            <a:spLocks noGrp="1"/>
          </p:cNvSpPr>
          <p:nvPr>
            <p:ph type="subTitle" idx="4"/>
          </p:nvPr>
        </p:nvSpPr>
        <p:spPr>
          <a:xfrm>
            <a:off x="457200" y="2284659"/>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800"/>
              <a:buFont typeface="Lato Black"/>
              <a:buNone/>
              <a:defRPr sz="800">
                <a:solidFill>
                  <a:srgbClr val="8B2880"/>
                </a:solidFill>
                <a:latin typeface="Lato Black"/>
                <a:ea typeface="Lato Black"/>
                <a:cs typeface="Lato Black"/>
                <a:sym typeface="Lato Black"/>
              </a:defRPr>
            </a:lvl9pPr>
          </a:lstStyle>
          <a:p>
            <a:endParaRPr/>
          </a:p>
        </p:txBody>
      </p:sp>
      <p:sp>
        <p:nvSpPr>
          <p:cNvPr id="855" name="Google Shape;855;p51"/>
          <p:cNvSpPr txBox="1">
            <a:spLocks noGrp="1"/>
          </p:cNvSpPr>
          <p:nvPr>
            <p:ph type="subTitle" idx="5"/>
          </p:nvPr>
        </p:nvSpPr>
        <p:spPr>
          <a:xfrm>
            <a:off x="2450080" y="2284659"/>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800"/>
              <a:buFont typeface="Lato Black"/>
              <a:buNone/>
              <a:defRPr sz="800">
                <a:solidFill>
                  <a:srgbClr val="8B2880"/>
                </a:solidFill>
                <a:latin typeface="Lato Black"/>
                <a:ea typeface="Lato Black"/>
                <a:cs typeface="Lato Black"/>
                <a:sym typeface="Lato Black"/>
              </a:defRPr>
            </a:lvl9pPr>
          </a:lstStyle>
          <a:p>
            <a:endParaRPr/>
          </a:p>
        </p:txBody>
      </p:sp>
      <p:sp>
        <p:nvSpPr>
          <p:cNvPr id="856" name="Google Shape;856;p51"/>
          <p:cNvSpPr/>
          <p:nvPr/>
        </p:nvSpPr>
        <p:spPr>
          <a:xfrm flipH="1">
            <a:off x="6520800" y="4066372"/>
            <a:ext cx="493398" cy="455119"/>
          </a:xfrm>
          <a:custGeom>
            <a:avLst/>
            <a:gdLst/>
            <a:ahLst/>
            <a:cxnLst/>
            <a:rect l="l" t="t" r="r" b="b"/>
            <a:pathLst>
              <a:path w="7802" h="3275" fill="none" extrusionOk="0">
                <a:moveTo>
                  <a:pt x="2137" y="1"/>
                </a:moveTo>
                <a:lnTo>
                  <a:pt x="2137" y="1"/>
                </a:lnTo>
                <a:lnTo>
                  <a:pt x="2742" y="203"/>
                </a:lnTo>
                <a:lnTo>
                  <a:pt x="3374" y="399"/>
                </a:lnTo>
                <a:lnTo>
                  <a:pt x="4021" y="582"/>
                </a:lnTo>
                <a:lnTo>
                  <a:pt x="4710" y="759"/>
                </a:lnTo>
                <a:lnTo>
                  <a:pt x="5441" y="930"/>
                </a:lnTo>
                <a:lnTo>
                  <a:pt x="6186" y="1094"/>
                </a:lnTo>
                <a:lnTo>
                  <a:pt x="6973" y="1246"/>
                </a:lnTo>
                <a:lnTo>
                  <a:pt x="7788" y="1385"/>
                </a:lnTo>
                <a:lnTo>
                  <a:pt x="7788" y="1385"/>
                </a:lnTo>
                <a:lnTo>
                  <a:pt x="7802" y="1518"/>
                </a:lnTo>
                <a:lnTo>
                  <a:pt x="7802" y="1638"/>
                </a:lnTo>
                <a:lnTo>
                  <a:pt x="7802" y="1638"/>
                </a:lnTo>
                <a:lnTo>
                  <a:pt x="7788" y="1752"/>
                </a:lnTo>
                <a:lnTo>
                  <a:pt x="7760" y="1878"/>
                </a:lnTo>
                <a:lnTo>
                  <a:pt x="7690" y="2005"/>
                </a:lnTo>
                <a:lnTo>
                  <a:pt x="7591" y="2137"/>
                </a:lnTo>
                <a:lnTo>
                  <a:pt x="7479" y="2276"/>
                </a:lnTo>
                <a:lnTo>
                  <a:pt x="7324" y="2409"/>
                </a:lnTo>
                <a:lnTo>
                  <a:pt x="7141" y="2542"/>
                </a:lnTo>
                <a:lnTo>
                  <a:pt x="7043" y="2611"/>
                </a:lnTo>
                <a:lnTo>
                  <a:pt x="6931" y="2675"/>
                </a:lnTo>
                <a:lnTo>
                  <a:pt x="6804" y="2738"/>
                </a:lnTo>
                <a:lnTo>
                  <a:pt x="6678" y="2795"/>
                </a:lnTo>
                <a:lnTo>
                  <a:pt x="6537" y="2852"/>
                </a:lnTo>
                <a:lnTo>
                  <a:pt x="6396" y="2908"/>
                </a:lnTo>
                <a:lnTo>
                  <a:pt x="6242" y="2959"/>
                </a:lnTo>
                <a:lnTo>
                  <a:pt x="6073" y="3010"/>
                </a:lnTo>
                <a:lnTo>
                  <a:pt x="5904" y="3060"/>
                </a:lnTo>
                <a:lnTo>
                  <a:pt x="5722" y="3098"/>
                </a:lnTo>
                <a:lnTo>
                  <a:pt x="5525" y="3136"/>
                </a:lnTo>
                <a:lnTo>
                  <a:pt x="5314" y="3174"/>
                </a:lnTo>
                <a:lnTo>
                  <a:pt x="5103" y="3205"/>
                </a:lnTo>
                <a:lnTo>
                  <a:pt x="4878" y="3231"/>
                </a:lnTo>
                <a:lnTo>
                  <a:pt x="4639" y="3250"/>
                </a:lnTo>
                <a:lnTo>
                  <a:pt x="4400" y="3262"/>
                </a:lnTo>
                <a:lnTo>
                  <a:pt x="4147" y="3269"/>
                </a:lnTo>
                <a:lnTo>
                  <a:pt x="3880" y="3275"/>
                </a:lnTo>
                <a:lnTo>
                  <a:pt x="3880" y="3275"/>
                </a:lnTo>
                <a:lnTo>
                  <a:pt x="3684" y="3275"/>
                </a:lnTo>
                <a:lnTo>
                  <a:pt x="3684" y="3275"/>
                </a:lnTo>
                <a:lnTo>
                  <a:pt x="3416" y="3269"/>
                </a:lnTo>
                <a:lnTo>
                  <a:pt x="3149" y="3256"/>
                </a:lnTo>
                <a:lnTo>
                  <a:pt x="2896" y="3243"/>
                </a:lnTo>
                <a:lnTo>
                  <a:pt x="2657" y="3224"/>
                </a:lnTo>
                <a:lnTo>
                  <a:pt x="2433" y="3199"/>
                </a:lnTo>
                <a:lnTo>
                  <a:pt x="2236" y="3174"/>
                </a:lnTo>
                <a:lnTo>
                  <a:pt x="2039" y="3142"/>
                </a:lnTo>
                <a:lnTo>
                  <a:pt x="1842" y="3111"/>
                </a:lnTo>
                <a:lnTo>
                  <a:pt x="1673" y="3073"/>
                </a:lnTo>
                <a:lnTo>
                  <a:pt x="1519" y="3035"/>
                </a:lnTo>
                <a:lnTo>
                  <a:pt x="1364" y="2997"/>
                </a:lnTo>
                <a:lnTo>
                  <a:pt x="1224" y="2953"/>
                </a:lnTo>
                <a:lnTo>
                  <a:pt x="1097" y="2902"/>
                </a:lnTo>
                <a:lnTo>
                  <a:pt x="985" y="2858"/>
                </a:lnTo>
                <a:lnTo>
                  <a:pt x="872" y="2807"/>
                </a:lnTo>
                <a:lnTo>
                  <a:pt x="774" y="2750"/>
                </a:lnTo>
                <a:lnTo>
                  <a:pt x="675" y="2700"/>
                </a:lnTo>
                <a:lnTo>
                  <a:pt x="591" y="2643"/>
                </a:lnTo>
                <a:lnTo>
                  <a:pt x="451" y="2529"/>
                </a:lnTo>
                <a:lnTo>
                  <a:pt x="324" y="2409"/>
                </a:lnTo>
                <a:lnTo>
                  <a:pt x="240" y="2289"/>
                </a:lnTo>
                <a:lnTo>
                  <a:pt x="155" y="2163"/>
                </a:lnTo>
                <a:lnTo>
                  <a:pt x="99" y="2042"/>
                </a:lnTo>
                <a:lnTo>
                  <a:pt x="57" y="1922"/>
                </a:lnTo>
                <a:lnTo>
                  <a:pt x="29" y="1802"/>
                </a:lnTo>
                <a:lnTo>
                  <a:pt x="29" y="1802"/>
                </a:lnTo>
                <a:lnTo>
                  <a:pt x="15" y="1701"/>
                </a:lnTo>
                <a:lnTo>
                  <a:pt x="1" y="1594"/>
                </a:lnTo>
                <a:lnTo>
                  <a:pt x="15" y="1480"/>
                </a:lnTo>
                <a:lnTo>
                  <a:pt x="29" y="1360"/>
                </a:lnTo>
                <a:lnTo>
                  <a:pt x="71" y="1233"/>
                </a:lnTo>
                <a:lnTo>
                  <a:pt x="127" y="1107"/>
                </a:lnTo>
                <a:lnTo>
                  <a:pt x="198" y="974"/>
                </a:lnTo>
                <a:lnTo>
                  <a:pt x="296" y="841"/>
                </a:lnTo>
                <a:lnTo>
                  <a:pt x="422" y="715"/>
                </a:lnTo>
                <a:lnTo>
                  <a:pt x="577" y="589"/>
                </a:lnTo>
                <a:lnTo>
                  <a:pt x="760" y="469"/>
                </a:lnTo>
                <a:lnTo>
                  <a:pt x="858" y="412"/>
                </a:lnTo>
                <a:lnTo>
                  <a:pt x="957" y="361"/>
                </a:lnTo>
                <a:lnTo>
                  <a:pt x="1083" y="304"/>
                </a:lnTo>
                <a:lnTo>
                  <a:pt x="1210" y="254"/>
                </a:lnTo>
                <a:lnTo>
                  <a:pt x="1336" y="203"/>
                </a:lnTo>
                <a:lnTo>
                  <a:pt x="1477" y="159"/>
                </a:lnTo>
                <a:lnTo>
                  <a:pt x="1631" y="115"/>
                </a:lnTo>
                <a:lnTo>
                  <a:pt x="1786" y="77"/>
                </a:lnTo>
                <a:lnTo>
                  <a:pt x="1955" y="39"/>
                </a:lnTo>
                <a:lnTo>
                  <a:pt x="213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51"/>
          <p:cNvSpPr/>
          <p:nvPr/>
        </p:nvSpPr>
        <p:spPr>
          <a:xfrm flipH="1">
            <a:off x="6521689" y="4049697"/>
            <a:ext cx="357369" cy="209285"/>
          </a:xfrm>
          <a:custGeom>
            <a:avLst/>
            <a:gdLst/>
            <a:ahLst/>
            <a:cxnLst/>
            <a:rect l="l" t="t" r="r" b="b"/>
            <a:pathLst>
              <a:path w="5651" h="1506" fill="none" extrusionOk="0">
                <a:moveTo>
                  <a:pt x="1645" y="1"/>
                </a:moveTo>
                <a:lnTo>
                  <a:pt x="1645" y="1"/>
                </a:lnTo>
                <a:lnTo>
                  <a:pt x="1785" y="1"/>
                </a:lnTo>
                <a:lnTo>
                  <a:pt x="1785" y="1"/>
                </a:lnTo>
                <a:lnTo>
                  <a:pt x="2067" y="7"/>
                </a:lnTo>
                <a:lnTo>
                  <a:pt x="2334" y="13"/>
                </a:lnTo>
                <a:lnTo>
                  <a:pt x="2587" y="32"/>
                </a:lnTo>
                <a:lnTo>
                  <a:pt x="2840" y="51"/>
                </a:lnTo>
                <a:lnTo>
                  <a:pt x="3065" y="70"/>
                </a:lnTo>
                <a:lnTo>
                  <a:pt x="3275" y="102"/>
                </a:lnTo>
                <a:lnTo>
                  <a:pt x="3486" y="133"/>
                </a:lnTo>
                <a:lnTo>
                  <a:pt x="3683" y="165"/>
                </a:lnTo>
                <a:lnTo>
                  <a:pt x="3866" y="203"/>
                </a:lnTo>
                <a:lnTo>
                  <a:pt x="4034" y="247"/>
                </a:lnTo>
                <a:lnTo>
                  <a:pt x="4189" y="285"/>
                </a:lnTo>
                <a:lnTo>
                  <a:pt x="4344" y="336"/>
                </a:lnTo>
                <a:lnTo>
                  <a:pt x="4484" y="386"/>
                </a:lnTo>
                <a:lnTo>
                  <a:pt x="4611" y="437"/>
                </a:lnTo>
                <a:lnTo>
                  <a:pt x="4723" y="487"/>
                </a:lnTo>
                <a:lnTo>
                  <a:pt x="4836" y="544"/>
                </a:lnTo>
                <a:lnTo>
                  <a:pt x="4934" y="601"/>
                </a:lnTo>
                <a:lnTo>
                  <a:pt x="5032" y="658"/>
                </a:lnTo>
                <a:lnTo>
                  <a:pt x="5201" y="778"/>
                </a:lnTo>
                <a:lnTo>
                  <a:pt x="5328" y="898"/>
                </a:lnTo>
                <a:lnTo>
                  <a:pt x="5440" y="1025"/>
                </a:lnTo>
                <a:lnTo>
                  <a:pt x="5524" y="1151"/>
                </a:lnTo>
                <a:lnTo>
                  <a:pt x="5581" y="1271"/>
                </a:lnTo>
                <a:lnTo>
                  <a:pt x="5623" y="1391"/>
                </a:lnTo>
                <a:lnTo>
                  <a:pt x="5651" y="1505"/>
                </a:lnTo>
                <a:lnTo>
                  <a:pt x="5651" y="1505"/>
                </a:lnTo>
                <a:lnTo>
                  <a:pt x="4836" y="1366"/>
                </a:lnTo>
                <a:lnTo>
                  <a:pt x="4049" y="1214"/>
                </a:lnTo>
                <a:lnTo>
                  <a:pt x="3304" y="1050"/>
                </a:lnTo>
                <a:lnTo>
                  <a:pt x="2573" y="879"/>
                </a:lnTo>
                <a:lnTo>
                  <a:pt x="1884" y="702"/>
                </a:lnTo>
                <a:lnTo>
                  <a:pt x="1237" y="519"/>
                </a:lnTo>
                <a:lnTo>
                  <a:pt x="605" y="323"/>
                </a:lnTo>
                <a:lnTo>
                  <a:pt x="0" y="121"/>
                </a:lnTo>
                <a:lnTo>
                  <a:pt x="0" y="121"/>
                </a:lnTo>
                <a:lnTo>
                  <a:pt x="169" y="95"/>
                </a:lnTo>
                <a:lnTo>
                  <a:pt x="352" y="70"/>
                </a:lnTo>
                <a:lnTo>
                  <a:pt x="549" y="51"/>
                </a:lnTo>
                <a:lnTo>
                  <a:pt x="745" y="32"/>
                </a:lnTo>
                <a:lnTo>
                  <a:pt x="956" y="20"/>
                </a:lnTo>
                <a:lnTo>
                  <a:pt x="1181" y="7"/>
                </a:lnTo>
                <a:lnTo>
                  <a:pt x="1406" y="1"/>
                </a:lnTo>
                <a:lnTo>
                  <a:pt x="164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51"/>
          <p:cNvSpPr/>
          <p:nvPr/>
        </p:nvSpPr>
        <p:spPr>
          <a:xfrm flipH="1">
            <a:off x="8771453" y="2593397"/>
            <a:ext cx="372547" cy="367291"/>
          </a:xfrm>
          <a:custGeom>
            <a:avLst/>
            <a:gdLst/>
            <a:ahLst/>
            <a:cxnLst/>
            <a:rect l="l" t="t" r="r" b="b"/>
            <a:pathLst>
              <a:path w="5891" h="2643" fill="none" extrusionOk="0">
                <a:moveTo>
                  <a:pt x="2559" y="1"/>
                </a:moveTo>
                <a:lnTo>
                  <a:pt x="2559" y="1"/>
                </a:lnTo>
                <a:lnTo>
                  <a:pt x="2882" y="241"/>
                </a:lnTo>
                <a:lnTo>
                  <a:pt x="3234" y="481"/>
                </a:lnTo>
                <a:lnTo>
                  <a:pt x="3599" y="715"/>
                </a:lnTo>
                <a:lnTo>
                  <a:pt x="3993" y="942"/>
                </a:lnTo>
                <a:lnTo>
                  <a:pt x="4429" y="1164"/>
                </a:lnTo>
                <a:lnTo>
                  <a:pt x="4878" y="1379"/>
                </a:lnTo>
                <a:lnTo>
                  <a:pt x="5370" y="1594"/>
                </a:lnTo>
                <a:lnTo>
                  <a:pt x="5891" y="1796"/>
                </a:lnTo>
                <a:lnTo>
                  <a:pt x="5891" y="1796"/>
                </a:lnTo>
                <a:lnTo>
                  <a:pt x="5820" y="1872"/>
                </a:lnTo>
                <a:lnTo>
                  <a:pt x="5736" y="1947"/>
                </a:lnTo>
                <a:lnTo>
                  <a:pt x="5638" y="2023"/>
                </a:lnTo>
                <a:lnTo>
                  <a:pt x="5525" y="2099"/>
                </a:lnTo>
                <a:lnTo>
                  <a:pt x="5399" y="2175"/>
                </a:lnTo>
                <a:lnTo>
                  <a:pt x="5258" y="2245"/>
                </a:lnTo>
                <a:lnTo>
                  <a:pt x="5117" y="2308"/>
                </a:lnTo>
                <a:lnTo>
                  <a:pt x="4949" y="2371"/>
                </a:lnTo>
                <a:lnTo>
                  <a:pt x="4766" y="2428"/>
                </a:lnTo>
                <a:lnTo>
                  <a:pt x="4569" y="2478"/>
                </a:lnTo>
                <a:lnTo>
                  <a:pt x="4344" y="2529"/>
                </a:lnTo>
                <a:lnTo>
                  <a:pt x="4119" y="2567"/>
                </a:lnTo>
                <a:lnTo>
                  <a:pt x="3866" y="2599"/>
                </a:lnTo>
                <a:lnTo>
                  <a:pt x="3599" y="2624"/>
                </a:lnTo>
                <a:lnTo>
                  <a:pt x="3318" y="2636"/>
                </a:lnTo>
                <a:lnTo>
                  <a:pt x="3023" y="2643"/>
                </a:lnTo>
                <a:lnTo>
                  <a:pt x="3023" y="2643"/>
                </a:lnTo>
                <a:lnTo>
                  <a:pt x="2882" y="2643"/>
                </a:lnTo>
                <a:lnTo>
                  <a:pt x="2882" y="2643"/>
                </a:lnTo>
                <a:lnTo>
                  <a:pt x="2461" y="2624"/>
                </a:lnTo>
                <a:lnTo>
                  <a:pt x="2264" y="2617"/>
                </a:lnTo>
                <a:lnTo>
                  <a:pt x="2081" y="2599"/>
                </a:lnTo>
                <a:lnTo>
                  <a:pt x="1899" y="2586"/>
                </a:lnTo>
                <a:lnTo>
                  <a:pt x="1744" y="2561"/>
                </a:lnTo>
                <a:lnTo>
                  <a:pt x="1589" y="2542"/>
                </a:lnTo>
                <a:lnTo>
                  <a:pt x="1449" y="2516"/>
                </a:lnTo>
                <a:lnTo>
                  <a:pt x="1308" y="2485"/>
                </a:lnTo>
                <a:lnTo>
                  <a:pt x="1182" y="2453"/>
                </a:lnTo>
                <a:lnTo>
                  <a:pt x="957" y="2390"/>
                </a:lnTo>
                <a:lnTo>
                  <a:pt x="760" y="2314"/>
                </a:lnTo>
                <a:lnTo>
                  <a:pt x="605" y="2232"/>
                </a:lnTo>
                <a:lnTo>
                  <a:pt x="465" y="2150"/>
                </a:lnTo>
                <a:lnTo>
                  <a:pt x="352" y="2061"/>
                </a:lnTo>
                <a:lnTo>
                  <a:pt x="254" y="1966"/>
                </a:lnTo>
                <a:lnTo>
                  <a:pt x="184" y="1872"/>
                </a:lnTo>
                <a:lnTo>
                  <a:pt x="127" y="1777"/>
                </a:lnTo>
                <a:lnTo>
                  <a:pt x="85" y="1682"/>
                </a:lnTo>
                <a:lnTo>
                  <a:pt x="29" y="1492"/>
                </a:lnTo>
                <a:lnTo>
                  <a:pt x="29" y="1492"/>
                </a:lnTo>
                <a:lnTo>
                  <a:pt x="15" y="1404"/>
                </a:lnTo>
                <a:lnTo>
                  <a:pt x="1" y="1303"/>
                </a:lnTo>
                <a:lnTo>
                  <a:pt x="15" y="1195"/>
                </a:lnTo>
                <a:lnTo>
                  <a:pt x="43" y="1082"/>
                </a:lnTo>
                <a:lnTo>
                  <a:pt x="99" y="968"/>
                </a:lnTo>
                <a:lnTo>
                  <a:pt x="156" y="848"/>
                </a:lnTo>
                <a:lnTo>
                  <a:pt x="254" y="728"/>
                </a:lnTo>
                <a:lnTo>
                  <a:pt x="380" y="614"/>
                </a:lnTo>
                <a:lnTo>
                  <a:pt x="521" y="500"/>
                </a:lnTo>
                <a:lnTo>
                  <a:pt x="605" y="449"/>
                </a:lnTo>
                <a:lnTo>
                  <a:pt x="704" y="399"/>
                </a:lnTo>
                <a:lnTo>
                  <a:pt x="802" y="348"/>
                </a:lnTo>
                <a:lnTo>
                  <a:pt x="915" y="298"/>
                </a:lnTo>
                <a:lnTo>
                  <a:pt x="1027" y="253"/>
                </a:lnTo>
                <a:lnTo>
                  <a:pt x="1168" y="209"/>
                </a:lnTo>
                <a:lnTo>
                  <a:pt x="1294" y="171"/>
                </a:lnTo>
                <a:lnTo>
                  <a:pt x="1449" y="133"/>
                </a:lnTo>
                <a:lnTo>
                  <a:pt x="1603" y="102"/>
                </a:lnTo>
                <a:lnTo>
                  <a:pt x="1772" y="76"/>
                </a:lnTo>
                <a:lnTo>
                  <a:pt x="1955" y="51"/>
                </a:lnTo>
                <a:lnTo>
                  <a:pt x="2152" y="32"/>
                </a:lnTo>
                <a:lnTo>
                  <a:pt x="2348" y="13"/>
                </a:lnTo>
                <a:lnTo>
                  <a:pt x="255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51"/>
          <p:cNvSpPr/>
          <p:nvPr/>
        </p:nvSpPr>
        <p:spPr>
          <a:xfrm flipH="1">
            <a:off x="4382649" y="1757083"/>
            <a:ext cx="2887074" cy="2803124"/>
          </a:xfrm>
          <a:custGeom>
            <a:avLst/>
            <a:gdLst/>
            <a:ahLst/>
            <a:cxnLst/>
            <a:rect l="l" t="t" r="r" b="b"/>
            <a:pathLst>
              <a:path w="112425" h="97883" extrusionOk="0">
                <a:moveTo>
                  <a:pt x="55684" y="1"/>
                </a:moveTo>
                <a:lnTo>
                  <a:pt x="54699" y="17"/>
                </a:lnTo>
                <a:lnTo>
                  <a:pt x="53732" y="51"/>
                </a:lnTo>
                <a:lnTo>
                  <a:pt x="52766" y="92"/>
                </a:lnTo>
                <a:lnTo>
                  <a:pt x="51818" y="142"/>
                </a:lnTo>
                <a:lnTo>
                  <a:pt x="50879" y="200"/>
                </a:lnTo>
                <a:lnTo>
                  <a:pt x="49950" y="274"/>
                </a:lnTo>
                <a:lnTo>
                  <a:pt x="49029" y="357"/>
                </a:lnTo>
                <a:lnTo>
                  <a:pt x="48118" y="448"/>
                </a:lnTo>
                <a:lnTo>
                  <a:pt x="47216" y="548"/>
                </a:lnTo>
                <a:lnTo>
                  <a:pt x="46333" y="664"/>
                </a:lnTo>
                <a:lnTo>
                  <a:pt x="45449" y="788"/>
                </a:lnTo>
                <a:lnTo>
                  <a:pt x="44584" y="920"/>
                </a:lnTo>
                <a:lnTo>
                  <a:pt x="43719" y="1061"/>
                </a:lnTo>
                <a:lnTo>
                  <a:pt x="42872" y="1210"/>
                </a:lnTo>
                <a:lnTo>
                  <a:pt x="42025" y="1376"/>
                </a:lnTo>
                <a:lnTo>
                  <a:pt x="41197" y="1542"/>
                </a:lnTo>
                <a:lnTo>
                  <a:pt x="40378" y="1724"/>
                </a:lnTo>
                <a:lnTo>
                  <a:pt x="39568" y="1915"/>
                </a:lnTo>
                <a:lnTo>
                  <a:pt x="38767" y="2114"/>
                </a:lnTo>
                <a:lnTo>
                  <a:pt x="37966" y="2321"/>
                </a:lnTo>
                <a:lnTo>
                  <a:pt x="37184" y="2536"/>
                </a:lnTo>
                <a:lnTo>
                  <a:pt x="36411" y="2760"/>
                </a:lnTo>
                <a:lnTo>
                  <a:pt x="35647" y="2992"/>
                </a:lnTo>
                <a:lnTo>
                  <a:pt x="34892" y="3232"/>
                </a:lnTo>
                <a:lnTo>
                  <a:pt x="34147" y="3481"/>
                </a:lnTo>
                <a:lnTo>
                  <a:pt x="33410" y="3737"/>
                </a:lnTo>
                <a:lnTo>
                  <a:pt x="32683" y="4003"/>
                </a:lnTo>
                <a:lnTo>
                  <a:pt x="31965" y="4276"/>
                </a:lnTo>
                <a:lnTo>
                  <a:pt x="31257" y="4558"/>
                </a:lnTo>
                <a:lnTo>
                  <a:pt x="30557" y="4848"/>
                </a:lnTo>
                <a:lnTo>
                  <a:pt x="29867" y="5138"/>
                </a:lnTo>
                <a:lnTo>
                  <a:pt x="29784" y="5751"/>
                </a:lnTo>
                <a:lnTo>
                  <a:pt x="29701" y="6356"/>
                </a:lnTo>
                <a:lnTo>
                  <a:pt x="29600" y="6977"/>
                </a:lnTo>
                <a:lnTo>
                  <a:pt x="29499" y="7590"/>
                </a:lnTo>
                <a:lnTo>
                  <a:pt x="29379" y="8212"/>
                </a:lnTo>
                <a:lnTo>
                  <a:pt x="29260" y="8833"/>
                </a:lnTo>
                <a:lnTo>
                  <a:pt x="29131" y="9463"/>
                </a:lnTo>
                <a:lnTo>
                  <a:pt x="28983" y="10084"/>
                </a:lnTo>
                <a:lnTo>
                  <a:pt x="28836" y="10714"/>
                </a:lnTo>
                <a:lnTo>
                  <a:pt x="28680" y="11343"/>
                </a:lnTo>
                <a:lnTo>
                  <a:pt x="28505" y="11981"/>
                </a:lnTo>
                <a:lnTo>
                  <a:pt x="28330" y="12611"/>
                </a:lnTo>
                <a:lnTo>
                  <a:pt x="28137" y="13241"/>
                </a:lnTo>
                <a:lnTo>
                  <a:pt x="27934" y="13879"/>
                </a:lnTo>
                <a:lnTo>
                  <a:pt x="27722" y="14508"/>
                </a:lnTo>
                <a:lnTo>
                  <a:pt x="27502" y="15146"/>
                </a:lnTo>
                <a:lnTo>
                  <a:pt x="27272" y="15776"/>
                </a:lnTo>
                <a:lnTo>
                  <a:pt x="27023" y="16406"/>
                </a:lnTo>
                <a:lnTo>
                  <a:pt x="26775" y="17035"/>
                </a:lnTo>
                <a:lnTo>
                  <a:pt x="26508" y="17665"/>
                </a:lnTo>
                <a:lnTo>
                  <a:pt x="26231" y="18295"/>
                </a:lnTo>
                <a:lnTo>
                  <a:pt x="25937" y="18916"/>
                </a:lnTo>
                <a:lnTo>
                  <a:pt x="25642" y="19546"/>
                </a:lnTo>
                <a:lnTo>
                  <a:pt x="25330" y="20159"/>
                </a:lnTo>
                <a:lnTo>
                  <a:pt x="24998" y="20780"/>
                </a:lnTo>
                <a:lnTo>
                  <a:pt x="24667" y="21393"/>
                </a:lnTo>
                <a:lnTo>
                  <a:pt x="24317" y="22006"/>
                </a:lnTo>
                <a:lnTo>
                  <a:pt x="23949" y="22611"/>
                </a:lnTo>
                <a:lnTo>
                  <a:pt x="23581" y="23216"/>
                </a:lnTo>
                <a:lnTo>
                  <a:pt x="23185" y="23813"/>
                </a:lnTo>
                <a:lnTo>
                  <a:pt x="22789" y="24409"/>
                </a:lnTo>
                <a:lnTo>
                  <a:pt x="22375" y="24997"/>
                </a:lnTo>
                <a:lnTo>
                  <a:pt x="21943" y="25577"/>
                </a:lnTo>
                <a:lnTo>
                  <a:pt x="21501" y="26157"/>
                </a:lnTo>
                <a:lnTo>
                  <a:pt x="21041" y="26729"/>
                </a:lnTo>
                <a:lnTo>
                  <a:pt x="20571" y="27292"/>
                </a:lnTo>
                <a:lnTo>
                  <a:pt x="20083" y="27856"/>
                </a:lnTo>
                <a:lnTo>
                  <a:pt x="19586" y="28411"/>
                </a:lnTo>
                <a:lnTo>
                  <a:pt x="19071" y="28958"/>
                </a:lnTo>
                <a:lnTo>
                  <a:pt x="18546" y="29496"/>
                </a:lnTo>
                <a:lnTo>
                  <a:pt x="18003" y="30027"/>
                </a:lnTo>
                <a:lnTo>
                  <a:pt x="17442" y="30549"/>
                </a:lnTo>
                <a:lnTo>
                  <a:pt x="16871" y="31062"/>
                </a:lnTo>
                <a:lnTo>
                  <a:pt x="16282" y="31576"/>
                </a:lnTo>
                <a:lnTo>
                  <a:pt x="15675" y="32073"/>
                </a:lnTo>
                <a:lnTo>
                  <a:pt x="15049" y="32562"/>
                </a:lnTo>
                <a:lnTo>
                  <a:pt x="14414" y="33042"/>
                </a:lnTo>
                <a:lnTo>
                  <a:pt x="13760" y="33515"/>
                </a:lnTo>
                <a:lnTo>
                  <a:pt x="13088" y="33970"/>
                </a:lnTo>
                <a:lnTo>
                  <a:pt x="12407" y="34426"/>
                </a:lnTo>
                <a:lnTo>
                  <a:pt x="11699" y="34865"/>
                </a:lnTo>
                <a:lnTo>
                  <a:pt x="10981" y="35296"/>
                </a:lnTo>
                <a:lnTo>
                  <a:pt x="10245" y="35710"/>
                </a:lnTo>
                <a:lnTo>
                  <a:pt x="9490" y="36125"/>
                </a:lnTo>
                <a:lnTo>
                  <a:pt x="8717" y="36514"/>
                </a:lnTo>
                <a:lnTo>
                  <a:pt x="7925" y="36903"/>
                </a:lnTo>
                <a:lnTo>
                  <a:pt x="7115" y="37276"/>
                </a:lnTo>
                <a:lnTo>
                  <a:pt x="6296" y="37632"/>
                </a:lnTo>
                <a:lnTo>
                  <a:pt x="5449" y="37980"/>
                </a:lnTo>
                <a:lnTo>
                  <a:pt x="4584" y="38312"/>
                </a:lnTo>
                <a:lnTo>
                  <a:pt x="3710" y="38635"/>
                </a:lnTo>
                <a:lnTo>
                  <a:pt x="2808" y="38941"/>
                </a:lnTo>
                <a:lnTo>
                  <a:pt x="1887" y="39231"/>
                </a:lnTo>
                <a:lnTo>
                  <a:pt x="958" y="39513"/>
                </a:lnTo>
                <a:lnTo>
                  <a:pt x="838" y="40027"/>
                </a:lnTo>
                <a:lnTo>
                  <a:pt x="737" y="40532"/>
                </a:lnTo>
                <a:lnTo>
                  <a:pt x="645" y="41029"/>
                </a:lnTo>
                <a:lnTo>
                  <a:pt x="553" y="41535"/>
                </a:lnTo>
                <a:lnTo>
                  <a:pt x="470" y="42024"/>
                </a:lnTo>
                <a:lnTo>
                  <a:pt x="387" y="42521"/>
                </a:lnTo>
                <a:lnTo>
                  <a:pt x="323" y="43001"/>
                </a:lnTo>
                <a:lnTo>
                  <a:pt x="258" y="43482"/>
                </a:lnTo>
                <a:lnTo>
                  <a:pt x="203" y="43962"/>
                </a:lnTo>
                <a:lnTo>
                  <a:pt x="157" y="44426"/>
                </a:lnTo>
                <a:lnTo>
                  <a:pt x="111" y="44899"/>
                </a:lnTo>
                <a:lnTo>
                  <a:pt x="84" y="45354"/>
                </a:lnTo>
                <a:lnTo>
                  <a:pt x="47" y="45810"/>
                </a:lnTo>
                <a:lnTo>
                  <a:pt x="28" y="46257"/>
                </a:lnTo>
                <a:lnTo>
                  <a:pt x="19" y="46705"/>
                </a:lnTo>
                <a:lnTo>
                  <a:pt x="10" y="47136"/>
                </a:lnTo>
                <a:lnTo>
                  <a:pt x="1" y="48146"/>
                </a:lnTo>
                <a:lnTo>
                  <a:pt x="10" y="49199"/>
                </a:lnTo>
                <a:lnTo>
                  <a:pt x="38" y="50284"/>
                </a:lnTo>
                <a:lnTo>
                  <a:pt x="84" y="51419"/>
                </a:lnTo>
                <a:lnTo>
                  <a:pt x="148" y="52587"/>
                </a:lnTo>
                <a:lnTo>
                  <a:pt x="194" y="53184"/>
                </a:lnTo>
                <a:lnTo>
                  <a:pt x="240" y="53780"/>
                </a:lnTo>
                <a:lnTo>
                  <a:pt x="295" y="54393"/>
                </a:lnTo>
                <a:lnTo>
                  <a:pt x="350" y="55015"/>
                </a:lnTo>
                <a:lnTo>
                  <a:pt x="424" y="55636"/>
                </a:lnTo>
                <a:lnTo>
                  <a:pt x="498" y="56274"/>
                </a:lnTo>
                <a:lnTo>
                  <a:pt x="581" y="56912"/>
                </a:lnTo>
                <a:lnTo>
                  <a:pt x="673" y="57558"/>
                </a:lnTo>
                <a:lnTo>
                  <a:pt x="774" y="58205"/>
                </a:lnTo>
                <a:lnTo>
                  <a:pt x="884" y="58859"/>
                </a:lnTo>
                <a:lnTo>
                  <a:pt x="995" y="59522"/>
                </a:lnTo>
                <a:lnTo>
                  <a:pt x="1124" y="60185"/>
                </a:lnTo>
                <a:lnTo>
                  <a:pt x="1262" y="60856"/>
                </a:lnTo>
                <a:lnTo>
                  <a:pt x="1400" y="61527"/>
                </a:lnTo>
                <a:lnTo>
                  <a:pt x="1556" y="62198"/>
                </a:lnTo>
                <a:lnTo>
                  <a:pt x="1722" y="62878"/>
                </a:lnTo>
                <a:lnTo>
                  <a:pt x="1897" y="63565"/>
                </a:lnTo>
                <a:lnTo>
                  <a:pt x="2081" y="64245"/>
                </a:lnTo>
                <a:lnTo>
                  <a:pt x="2283" y="64932"/>
                </a:lnTo>
                <a:lnTo>
                  <a:pt x="2486" y="65620"/>
                </a:lnTo>
                <a:lnTo>
                  <a:pt x="2707" y="66308"/>
                </a:lnTo>
                <a:lnTo>
                  <a:pt x="2937" y="67004"/>
                </a:lnTo>
                <a:lnTo>
                  <a:pt x="3185" y="67691"/>
                </a:lnTo>
                <a:lnTo>
                  <a:pt x="3443" y="68387"/>
                </a:lnTo>
                <a:lnTo>
                  <a:pt x="3710" y="69075"/>
                </a:lnTo>
                <a:lnTo>
                  <a:pt x="3995" y="69771"/>
                </a:lnTo>
                <a:lnTo>
                  <a:pt x="4290" y="70459"/>
                </a:lnTo>
                <a:lnTo>
                  <a:pt x="4593" y="71155"/>
                </a:lnTo>
                <a:lnTo>
                  <a:pt x="4916" y="71842"/>
                </a:lnTo>
                <a:lnTo>
                  <a:pt x="5256" y="72530"/>
                </a:lnTo>
                <a:lnTo>
                  <a:pt x="5606" y="73209"/>
                </a:lnTo>
                <a:lnTo>
                  <a:pt x="5974" y="73897"/>
                </a:lnTo>
                <a:lnTo>
                  <a:pt x="6361" y="74576"/>
                </a:lnTo>
                <a:lnTo>
                  <a:pt x="6756" y="75256"/>
                </a:lnTo>
                <a:lnTo>
                  <a:pt x="7161" y="75927"/>
                </a:lnTo>
                <a:lnTo>
                  <a:pt x="7594" y="76598"/>
                </a:lnTo>
                <a:lnTo>
                  <a:pt x="8036" y="77261"/>
                </a:lnTo>
                <a:lnTo>
                  <a:pt x="8496" y="77924"/>
                </a:lnTo>
                <a:lnTo>
                  <a:pt x="8974" y="78586"/>
                </a:lnTo>
                <a:lnTo>
                  <a:pt x="9471" y="79233"/>
                </a:lnTo>
                <a:lnTo>
                  <a:pt x="9978" y="79879"/>
                </a:lnTo>
                <a:lnTo>
                  <a:pt x="10511" y="80525"/>
                </a:lnTo>
                <a:lnTo>
                  <a:pt x="11054" y="81155"/>
                </a:lnTo>
                <a:lnTo>
                  <a:pt x="11625" y="81784"/>
                </a:lnTo>
                <a:lnTo>
                  <a:pt x="12205" y="82406"/>
                </a:lnTo>
                <a:lnTo>
                  <a:pt x="12812" y="83027"/>
                </a:lnTo>
                <a:lnTo>
                  <a:pt x="13429" y="83632"/>
                </a:lnTo>
                <a:lnTo>
                  <a:pt x="14073" y="84229"/>
                </a:lnTo>
                <a:lnTo>
                  <a:pt x="14736" y="84825"/>
                </a:lnTo>
                <a:lnTo>
                  <a:pt x="15417" y="85405"/>
                </a:lnTo>
                <a:lnTo>
                  <a:pt x="16117" y="85977"/>
                </a:lnTo>
                <a:lnTo>
                  <a:pt x="16834" y="86540"/>
                </a:lnTo>
                <a:lnTo>
                  <a:pt x="17580" y="87095"/>
                </a:lnTo>
                <a:lnTo>
                  <a:pt x="18335" y="87642"/>
                </a:lnTo>
                <a:lnTo>
                  <a:pt x="18740" y="87518"/>
                </a:lnTo>
                <a:lnTo>
                  <a:pt x="18951" y="87452"/>
                </a:lnTo>
                <a:lnTo>
                  <a:pt x="19163" y="87402"/>
                </a:lnTo>
                <a:lnTo>
                  <a:pt x="19384" y="87352"/>
                </a:lnTo>
                <a:lnTo>
                  <a:pt x="19614" y="87302"/>
                </a:lnTo>
                <a:lnTo>
                  <a:pt x="19844" y="87261"/>
                </a:lnTo>
                <a:lnTo>
                  <a:pt x="20074" y="87220"/>
                </a:lnTo>
                <a:lnTo>
                  <a:pt x="20313" y="87186"/>
                </a:lnTo>
                <a:lnTo>
                  <a:pt x="20562" y="87153"/>
                </a:lnTo>
                <a:lnTo>
                  <a:pt x="20810" y="87128"/>
                </a:lnTo>
                <a:lnTo>
                  <a:pt x="21068" y="87104"/>
                </a:lnTo>
                <a:lnTo>
                  <a:pt x="21326" y="87087"/>
                </a:lnTo>
                <a:lnTo>
                  <a:pt x="21602" y="87079"/>
                </a:lnTo>
                <a:lnTo>
                  <a:pt x="21869" y="87070"/>
                </a:lnTo>
                <a:lnTo>
                  <a:pt x="22486" y="87070"/>
                </a:lnTo>
                <a:lnTo>
                  <a:pt x="22817" y="87079"/>
                </a:lnTo>
                <a:lnTo>
                  <a:pt x="23139" y="87095"/>
                </a:lnTo>
                <a:lnTo>
                  <a:pt x="23461" y="87112"/>
                </a:lnTo>
                <a:lnTo>
                  <a:pt x="23774" y="87145"/>
                </a:lnTo>
                <a:lnTo>
                  <a:pt x="24069" y="87178"/>
                </a:lnTo>
                <a:lnTo>
                  <a:pt x="24363" y="87211"/>
                </a:lnTo>
                <a:lnTo>
                  <a:pt x="24648" y="87253"/>
                </a:lnTo>
                <a:lnTo>
                  <a:pt x="24934" y="87302"/>
                </a:lnTo>
                <a:lnTo>
                  <a:pt x="25201" y="87352"/>
                </a:lnTo>
                <a:lnTo>
                  <a:pt x="25468" y="87410"/>
                </a:lnTo>
                <a:lnTo>
                  <a:pt x="25725" y="87468"/>
                </a:lnTo>
                <a:lnTo>
                  <a:pt x="25974" y="87534"/>
                </a:lnTo>
                <a:lnTo>
                  <a:pt x="26213" y="87609"/>
                </a:lnTo>
                <a:lnTo>
                  <a:pt x="26452" y="87684"/>
                </a:lnTo>
                <a:lnTo>
                  <a:pt x="26682" y="87758"/>
                </a:lnTo>
                <a:lnTo>
                  <a:pt x="26903" y="87841"/>
                </a:lnTo>
                <a:lnTo>
                  <a:pt x="27115" y="87924"/>
                </a:lnTo>
                <a:lnTo>
                  <a:pt x="27327" y="88015"/>
                </a:lnTo>
                <a:lnTo>
                  <a:pt x="27529" y="88114"/>
                </a:lnTo>
                <a:lnTo>
                  <a:pt x="27722" y="88206"/>
                </a:lnTo>
                <a:lnTo>
                  <a:pt x="27907" y="88305"/>
                </a:lnTo>
                <a:lnTo>
                  <a:pt x="28091" y="88413"/>
                </a:lnTo>
                <a:lnTo>
                  <a:pt x="28266" y="88520"/>
                </a:lnTo>
                <a:lnTo>
                  <a:pt x="28440" y="88628"/>
                </a:lnTo>
                <a:lnTo>
                  <a:pt x="28606" y="88744"/>
                </a:lnTo>
                <a:lnTo>
                  <a:pt x="28763" y="88860"/>
                </a:lnTo>
                <a:lnTo>
                  <a:pt x="28919" y="88976"/>
                </a:lnTo>
                <a:lnTo>
                  <a:pt x="29066" y="89092"/>
                </a:lnTo>
                <a:lnTo>
                  <a:pt x="29204" y="89216"/>
                </a:lnTo>
                <a:lnTo>
                  <a:pt x="29342" y="89341"/>
                </a:lnTo>
                <a:lnTo>
                  <a:pt x="29600" y="89597"/>
                </a:lnTo>
                <a:lnTo>
                  <a:pt x="29839" y="89863"/>
                </a:lnTo>
                <a:lnTo>
                  <a:pt x="30051" y="90136"/>
                </a:lnTo>
                <a:lnTo>
                  <a:pt x="30254" y="90418"/>
                </a:lnTo>
                <a:lnTo>
                  <a:pt x="30428" y="90699"/>
                </a:lnTo>
                <a:lnTo>
                  <a:pt x="30594" y="90981"/>
                </a:lnTo>
                <a:lnTo>
                  <a:pt x="30741" y="91271"/>
                </a:lnTo>
                <a:lnTo>
                  <a:pt x="30870" y="91561"/>
                </a:lnTo>
                <a:lnTo>
                  <a:pt x="30990" y="91851"/>
                </a:lnTo>
                <a:lnTo>
                  <a:pt x="31091" y="92141"/>
                </a:lnTo>
                <a:lnTo>
                  <a:pt x="31183" y="92431"/>
                </a:lnTo>
                <a:lnTo>
                  <a:pt x="31266" y="92721"/>
                </a:lnTo>
                <a:lnTo>
                  <a:pt x="31330" y="93003"/>
                </a:lnTo>
                <a:lnTo>
                  <a:pt x="31386" y="93284"/>
                </a:lnTo>
                <a:lnTo>
                  <a:pt x="31432" y="93558"/>
                </a:lnTo>
                <a:lnTo>
                  <a:pt x="31468" y="93831"/>
                </a:lnTo>
                <a:lnTo>
                  <a:pt x="31496" y="94096"/>
                </a:lnTo>
                <a:lnTo>
                  <a:pt x="32122" y="94295"/>
                </a:lnTo>
                <a:lnTo>
                  <a:pt x="32766" y="94494"/>
                </a:lnTo>
                <a:lnTo>
                  <a:pt x="33410" y="94693"/>
                </a:lnTo>
                <a:lnTo>
                  <a:pt x="34064" y="94883"/>
                </a:lnTo>
                <a:lnTo>
                  <a:pt x="34736" y="95066"/>
                </a:lnTo>
                <a:lnTo>
                  <a:pt x="35408" y="95240"/>
                </a:lnTo>
                <a:lnTo>
                  <a:pt x="36089" y="95414"/>
                </a:lnTo>
                <a:lnTo>
                  <a:pt x="36779" y="95588"/>
                </a:lnTo>
                <a:lnTo>
                  <a:pt x="37479" y="95745"/>
                </a:lnTo>
                <a:lnTo>
                  <a:pt x="38178" y="95903"/>
                </a:lnTo>
                <a:lnTo>
                  <a:pt x="38896" y="96060"/>
                </a:lnTo>
                <a:lnTo>
                  <a:pt x="39623" y="96201"/>
                </a:lnTo>
                <a:lnTo>
                  <a:pt x="40359" y="96342"/>
                </a:lnTo>
                <a:lnTo>
                  <a:pt x="41096" y="96474"/>
                </a:lnTo>
                <a:lnTo>
                  <a:pt x="41850" y="96607"/>
                </a:lnTo>
                <a:lnTo>
                  <a:pt x="42614" y="96731"/>
                </a:lnTo>
                <a:lnTo>
                  <a:pt x="43378" y="96847"/>
                </a:lnTo>
                <a:lnTo>
                  <a:pt x="44160" y="96963"/>
                </a:lnTo>
                <a:lnTo>
                  <a:pt x="44943" y="97062"/>
                </a:lnTo>
                <a:lnTo>
                  <a:pt x="45744" y="97162"/>
                </a:lnTo>
                <a:lnTo>
                  <a:pt x="46544" y="97261"/>
                </a:lnTo>
                <a:lnTo>
                  <a:pt x="47363" y="97344"/>
                </a:lnTo>
                <a:lnTo>
                  <a:pt x="48192" y="97427"/>
                </a:lnTo>
                <a:lnTo>
                  <a:pt x="49020" y="97502"/>
                </a:lnTo>
                <a:lnTo>
                  <a:pt x="49867" y="97568"/>
                </a:lnTo>
                <a:lnTo>
                  <a:pt x="50714" y="97634"/>
                </a:lnTo>
                <a:lnTo>
                  <a:pt x="51579" y="97692"/>
                </a:lnTo>
                <a:lnTo>
                  <a:pt x="52453" y="97734"/>
                </a:lnTo>
                <a:lnTo>
                  <a:pt x="53337" y="97783"/>
                </a:lnTo>
                <a:lnTo>
                  <a:pt x="54229" y="97816"/>
                </a:lnTo>
                <a:lnTo>
                  <a:pt x="55131" y="97841"/>
                </a:lnTo>
                <a:lnTo>
                  <a:pt x="56043" y="97866"/>
                </a:lnTo>
                <a:lnTo>
                  <a:pt x="57064" y="97883"/>
                </a:lnTo>
                <a:lnTo>
                  <a:pt x="59245" y="97883"/>
                </a:lnTo>
                <a:lnTo>
                  <a:pt x="60387" y="97858"/>
                </a:lnTo>
                <a:lnTo>
                  <a:pt x="61519" y="97825"/>
                </a:lnTo>
                <a:lnTo>
                  <a:pt x="62632" y="97775"/>
                </a:lnTo>
                <a:lnTo>
                  <a:pt x="63728" y="97717"/>
                </a:lnTo>
                <a:lnTo>
                  <a:pt x="64805" y="97642"/>
                </a:lnTo>
                <a:lnTo>
                  <a:pt x="65872" y="97560"/>
                </a:lnTo>
                <a:lnTo>
                  <a:pt x="66921" y="97460"/>
                </a:lnTo>
                <a:lnTo>
                  <a:pt x="67961" y="97344"/>
                </a:lnTo>
                <a:lnTo>
                  <a:pt x="68983" y="97220"/>
                </a:lnTo>
                <a:lnTo>
                  <a:pt x="69986" y="97087"/>
                </a:lnTo>
                <a:lnTo>
                  <a:pt x="70971" y="96938"/>
                </a:lnTo>
                <a:lnTo>
                  <a:pt x="71956" y="96781"/>
                </a:lnTo>
                <a:lnTo>
                  <a:pt x="72913" y="96607"/>
                </a:lnTo>
                <a:lnTo>
                  <a:pt x="73861" y="96425"/>
                </a:lnTo>
                <a:lnTo>
                  <a:pt x="74791" y="96226"/>
                </a:lnTo>
                <a:lnTo>
                  <a:pt x="75711" y="96019"/>
                </a:lnTo>
                <a:lnTo>
                  <a:pt x="76613" y="95803"/>
                </a:lnTo>
                <a:lnTo>
                  <a:pt x="77506" y="95579"/>
                </a:lnTo>
                <a:lnTo>
                  <a:pt x="78380" y="95339"/>
                </a:lnTo>
                <a:lnTo>
                  <a:pt x="79245" y="95091"/>
                </a:lnTo>
                <a:lnTo>
                  <a:pt x="80092" y="94834"/>
                </a:lnTo>
                <a:lnTo>
                  <a:pt x="80930" y="94560"/>
                </a:lnTo>
                <a:lnTo>
                  <a:pt x="81749" y="94279"/>
                </a:lnTo>
                <a:lnTo>
                  <a:pt x="82549" y="93989"/>
                </a:lnTo>
                <a:lnTo>
                  <a:pt x="83350" y="93690"/>
                </a:lnTo>
                <a:lnTo>
                  <a:pt x="84123" y="93384"/>
                </a:lnTo>
                <a:lnTo>
                  <a:pt x="84896" y="93069"/>
                </a:lnTo>
                <a:lnTo>
                  <a:pt x="85651" y="92738"/>
                </a:lnTo>
                <a:lnTo>
                  <a:pt x="86387" y="92406"/>
                </a:lnTo>
                <a:lnTo>
                  <a:pt x="87115" y="92058"/>
                </a:lnTo>
                <a:lnTo>
                  <a:pt x="87832" y="91702"/>
                </a:lnTo>
                <a:lnTo>
                  <a:pt x="88541" y="91346"/>
                </a:lnTo>
                <a:lnTo>
                  <a:pt x="89231" y="90973"/>
                </a:lnTo>
                <a:lnTo>
                  <a:pt x="89903" y="90592"/>
                </a:lnTo>
                <a:lnTo>
                  <a:pt x="90566" y="90202"/>
                </a:lnTo>
                <a:lnTo>
                  <a:pt x="91219" y="89813"/>
                </a:lnTo>
                <a:lnTo>
                  <a:pt x="91864" y="89407"/>
                </a:lnTo>
                <a:lnTo>
                  <a:pt x="92490" y="89001"/>
                </a:lnTo>
                <a:lnTo>
                  <a:pt x="93106" y="88578"/>
                </a:lnTo>
                <a:lnTo>
                  <a:pt x="93714" y="88156"/>
                </a:lnTo>
                <a:lnTo>
                  <a:pt x="94303" y="87725"/>
                </a:lnTo>
                <a:lnTo>
                  <a:pt x="94883" y="87286"/>
                </a:lnTo>
                <a:lnTo>
                  <a:pt x="95453" y="86838"/>
                </a:lnTo>
                <a:lnTo>
                  <a:pt x="96015" y="86391"/>
                </a:lnTo>
                <a:lnTo>
                  <a:pt x="96558" y="85927"/>
                </a:lnTo>
                <a:lnTo>
                  <a:pt x="97091" y="85463"/>
                </a:lnTo>
                <a:lnTo>
                  <a:pt x="97616" y="84999"/>
                </a:lnTo>
                <a:lnTo>
                  <a:pt x="98131" y="84519"/>
                </a:lnTo>
                <a:lnTo>
                  <a:pt x="98638" y="84038"/>
                </a:lnTo>
                <a:lnTo>
                  <a:pt x="99125" y="83549"/>
                </a:lnTo>
                <a:lnTo>
                  <a:pt x="99604" y="83052"/>
                </a:lnTo>
                <a:lnTo>
                  <a:pt x="100073" y="82555"/>
                </a:lnTo>
                <a:lnTo>
                  <a:pt x="100534" y="82058"/>
                </a:lnTo>
                <a:lnTo>
                  <a:pt x="100985" y="81544"/>
                </a:lnTo>
                <a:lnTo>
                  <a:pt x="101417" y="81031"/>
                </a:lnTo>
                <a:lnTo>
                  <a:pt x="101850" y="80517"/>
                </a:lnTo>
                <a:lnTo>
                  <a:pt x="102264" y="79995"/>
                </a:lnTo>
                <a:lnTo>
                  <a:pt x="102669" y="79465"/>
                </a:lnTo>
                <a:lnTo>
                  <a:pt x="103074" y="78934"/>
                </a:lnTo>
                <a:lnTo>
                  <a:pt x="103460" y="78404"/>
                </a:lnTo>
                <a:lnTo>
                  <a:pt x="103838" y="77866"/>
                </a:lnTo>
                <a:lnTo>
                  <a:pt x="104206" y="77327"/>
                </a:lnTo>
                <a:lnTo>
                  <a:pt x="104565" y="76780"/>
                </a:lnTo>
                <a:lnTo>
                  <a:pt x="104905" y="76233"/>
                </a:lnTo>
                <a:lnTo>
                  <a:pt x="105246" y="75678"/>
                </a:lnTo>
                <a:lnTo>
                  <a:pt x="105577" y="75123"/>
                </a:lnTo>
                <a:lnTo>
                  <a:pt x="105899" y="74568"/>
                </a:lnTo>
                <a:lnTo>
                  <a:pt x="106212" y="74013"/>
                </a:lnTo>
                <a:lnTo>
                  <a:pt x="106516" y="73450"/>
                </a:lnTo>
                <a:lnTo>
                  <a:pt x="106811" y="72886"/>
                </a:lnTo>
                <a:lnTo>
                  <a:pt x="107096" y="72323"/>
                </a:lnTo>
                <a:lnTo>
                  <a:pt x="107372" y="71751"/>
                </a:lnTo>
                <a:lnTo>
                  <a:pt x="107639" y="71179"/>
                </a:lnTo>
                <a:lnTo>
                  <a:pt x="107897" y="70608"/>
                </a:lnTo>
                <a:lnTo>
                  <a:pt x="108145" y="70036"/>
                </a:lnTo>
                <a:lnTo>
                  <a:pt x="108384" y="69464"/>
                </a:lnTo>
                <a:lnTo>
                  <a:pt x="108624" y="68893"/>
                </a:lnTo>
                <a:lnTo>
                  <a:pt x="108845" y="68313"/>
                </a:lnTo>
                <a:lnTo>
                  <a:pt x="109066" y="67741"/>
                </a:lnTo>
                <a:lnTo>
                  <a:pt x="109277" y="67161"/>
                </a:lnTo>
                <a:lnTo>
                  <a:pt x="109480" y="66581"/>
                </a:lnTo>
                <a:lnTo>
                  <a:pt x="109673" y="66009"/>
                </a:lnTo>
                <a:lnTo>
                  <a:pt x="109857" y="65429"/>
                </a:lnTo>
                <a:lnTo>
                  <a:pt x="110041" y="64849"/>
                </a:lnTo>
                <a:lnTo>
                  <a:pt x="110207" y="64269"/>
                </a:lnTo>
                <a:lnTo>
                  <a:pt x="110373" y="63698"/>
                </a:lnTo>
                <a:lnTo>
                  <a:pt x="110529" y="63118"/>
                </a:lnTo>
                <a:lnTo>
                  <a:pt x="110685" y="62546"/>
                </a:lnTo>
                <a:lnTo>
                  <a:pt x="110823" y="61966"/>
                </a:lnTo>
                <a:lnTo>
                  <a:pt x="110962" y="61395"/>
                </a:lnTo>
                <a:lnTo>
                  <a:pt x="111090" y="60823"/>
                </a:lnTo>
                <a:lnTo>
                  <a:pt x="111219" y="60251"/>
                </a:lnTo>
                <a:lnTo>
                  <a:pt x="111330" y="59679"/>
                </a:lnTo>
                <a:lnTo>
                  <a:pt x="111440" y="59116"/>
                </a:lnTo>
                <a:lnTo>
                  <a:pt x="111541" y="58553"/>
                </a:lnTo>
                <a:lnTo>
                  <a:pt x="111643" y="57989"/>
                </a:lnTo>
                <a:lnTo>
                  <a:pt x="111735" y="57426"/>
                </a:lnTo>
                <a:lnTo>
                  <a:pt x="111818" y="56862"/>
                </a:lnTo>
                <a:lnTo>
                  <a:pt x="111900" y="56307"/>
                </a:lnTo>
                <a:lnTo>
                  <a:pt x="112038" y="55205"/>
                </a:lnTo>
                <a:lnTo>
                  <a:pt x="112158" y="54112"/>
                </a:lnTo>
                <a:lnTo>
                  <a:pt x="112250" y="53035"/>
                </a:lnTo>
                <a:lnTo>
                  <a:pt x="112324" y="51966"/>
                </a:lnTo>
                <a:lnTo>
                  <a:pt x="112379" y="50922"/>
                </a:lnTo>
                <a:lnTo>
                  <a:pt x="112407" y="49895"/>
                </a:lnTo>
                <a:lnTo>
                  <a:pt x="112425" y="48884"/>
                </a:lnTo>
                <a:lnTo>
                  <a:pt x="112425" y="47890"/>
                </a:lnTo>
                <a:lnTo>
                  <a:pt x="112407" y="46920"/>
                </a:lnTo>
                <a:lnTo>
                  <a:pt x="112370" y="45976"/>
                </a:lnTo>
                <a:lnTo>
                  <a:pt x="112315" y="45056"/>
                </a:lnTo>
                <a:lnTo>
                  <a:pt x="112250" y="44161"/>
                </a:lnTo>
                <a:lnTo>
                  <a:pt x="112167" y="43291"/>
                </a:lnTo>
                <a:lnTo>
                  <a:pt x="112075" y="42446"/>
                </a:lnTo>
                <a:lnTo>
                  <a:pt x="111919" y="41245"/>
                </a:lnTo>
                <a:lnTo>
                  <a:pt x="111753" y="40027"/>
                </a:lnTo>
                <a:lnTo>
                  <a:pt x="111569" y="38801"/>
                </a:lnTo>
                <a:lnTo>
                  <a:pt x="111367" y="37566"/>
                </a:lnTo>
                <a:lnTo>
                  <a:pt x="111136" y="36323"/>
                </a:lnTo>
                <a:lnTo>
                  <a:pt x="111017" y="35694"/>
                </a:lnTo>
                <a:lnTo>
                  <a:pt x="110888" y="35064"/>
                </a:lnTo>
                <a:lnTo>
                  <a:pt x="110750" y="34434"/>
                </a:lnTo>
                <a:lnTo>
                  <a:pt x="110612" y="33805"/>
                </a:lnTo>
                <a:lnTo>
                  <a:pt x="110465" y="33175"/>
                </a:lnTo>
                <a:lnTo>
                  <a:pt x="110308" y="32545"/>
                </a:lnTo>
                <a:lnTo>
                  <a:pt x="110142" y="31916"/>
                </a:lnTo>
                <a:lnTo>
                  <a:pt x="109977" y="31286"/>
                </a:lnTo>
                <a:lnTo>
                  <a:pt x="109793" y="30656"/>
                </a:lnTo>
                <a:lnTo>
                  <a:pt x="109609" y="30018"/>
                </a:lnTo>
                <a:lnTo>
                  <a:pt x="109406" y="29389"/>
                </a:lnTo>
                <a:lnTo>
                  <a:pt x="109204" y="28759"/>
                </a:lnTo>
                <a:lnTo>
                  <a:pt x="108992" y="28129"/>
                </a:lnTo>
                <a:lnTo>
                  <a:pt x="108762" y="27508"/>
                </a:lnTo>
                <a:lnTo>
                  <a:pt x="108532" y="26878"/>
                </a:lnTo>
                <a:lnTo>
                  <a:pt x="108283" y="26257"/>
                </a:lnTo>
                <a:lnTo>
                  <a:pt x="108035" y="25627"/>
                </a:lnTo>
                <a:lnTo>
                  <a:pt x="107768" y="25014"/>
                </a:lnTo>
                <a:lnTo>
                  <a:pt x="107492" y="24393"/>
                </a:lnTo>
                <a:lnTo>
                  <a:pt x="107206" y="23779"/>
                </a:lnTo>
                <a:lnTo>
                  <a:pt x="106903" y="23166"/>
                </a:lnTo>
                <a:lnTo>
                  <a:pt x="106599" y="22553"/>
                </a:lnTo>
                <a:lnTo>
                  <a:pt x="106277" y="21948"/>
                </a:lnTo>
                <a:lnTo>
                  <a:pt x="105936" y="21344"/>
                </a:lnTo>
                <a:lnTo>
                  <a:pt x="105596" y="20747"/>
                </a:lnTo>
                <a:lnTo>
                  <a:pt x="105228" y="20151"/>
                </a:lnTo>
                <a:lnTo>
                  <a:pt x="104859" y="19554"/>
                </a:lnTo>
                <a:lnTo>
                  <a:pt x="104473" y="18974"/>
                </a:lnTo>
                <a:lnTo>
                  <a:pt x="104068" y="18386"/>
                </a:lnTo>
                <a:lnTo>
                  <a:pt x="103654" y="17806"/>
                </a:lnTo>
                <a:lnTo>
                  <a:pt x="103230" y="17234"/>
                </a:lnTo>
                <a:lnTo>
                  <a:pt x="102789" y="16671"/>
                </a:lnTo>
                <a:lnTo>
                  <a:pt x="102328" y="16107"/>
                </a:lnTo>
                <a:lnTo>
                  <a:pt x="101859" y="15552"/>
                </a:lnTo>
                <a:lnTo>
                  <a:pt x="101371" y="15005"/>
                </a:lnTo>
                <a:lnTo>
                  <a:pt x="100865" y="14459"/>
                </a:lnTo>
                <a:lnTo>
                  <a:pt x="100350" y="13920"/>
                </a:lnTo>
                <a:lnTo>
                  <a:pt x="99816" y="13390"/>
                </a:lnTo>
                <a:lnTo>
                  <a:pt x="99264" y="12868"/>
                </a:lnTo>
                <a:lnTo>
                  <a:pt x="98693" y="12346"/>
                </a:lnTo>
                <a:lnTo>
                  <a:pt x="98104" y="11840"/>
                </a:lnTo>
                <a:lnTo>
                  <a:pt x="97506" y="11335"/>
                </a:lnTo>
                <a:lnTo>
                  <a:pt x="96880" y="10838"/>
                </a:lnTo>
                <a:lnTo>
                  <a:pt x="96245" y="10349"/>
                </a:lnTo>
                <a:lnTo>
                  <a:pt x="95591" y="9877"/>
                </a:lnTo>
                <a:lnTo>
                  <a:pt x="94919" y="9405"/>
                </a:lnTo>
                <a:lnTo>
                  <a:pt x="94220" y="8941"/>
                </a:lnTo>
                <a:lnTo>
                  <a:pt x="93511" y="8493"/>
                </a:lnTo>
                <a:lnTo>
                  <a:pt x="92784" y="8046"/>
                </a:lnTo>
                <a:lnTo>
                  <a:pt x="92029" y="7615"/>
                </a:lnTo>
                <a:lnTo>
                  <a:pt x="91265" y="7184"/>
                </a:lnTo>
                <a:lnTo>
                  <a:pt x="90474" y="6770"/>
                </a:lnTo>
                <a:lnTo>
                  <a:pt x="89664" y="6364"/>
                </a:lnTo>
                <a:lnTo>
                  <a:pt x="88836" y="5974"/>
                </a:lnTo>
                <a:lnTo>
                  <a:pt x="88596" y="6090"/>
                </a:lnTo>
                <a:lnTo>
                  <a:pt x="88357" y="6206"/>
                </a:lnTo>
                <a:lnTo>
                  <a:pt x="88099" y="6306"/>
                </a:lnTo>
                <a:lnTo>
                  <a:pt x="87842" y="6405"/>
                </a:lnTo>
                <a:lnTo>
                  <a:pt x="87566" y="6496"/>
                </a:lnTo>
                <a:lnTo>
                  <a:pt x="87289" y="6588"/>
                </a:lnTo>
                <a:lnTo>
                  <a:pt x="86995" y="6662"/>
                </a:lnTo>
                <a:lnTo>
                  <a:pt x="86700" y="6737"/>
                </a:lnTo>
                <a:lnTo>
                  <a:pt x="86387" y="6795"/>
                </a:lnTo>
                <a:lnTo>
                  <a:pt x="86065" y="6853"/>
                </a:lnTo>
                <a:lnTo>
                  <a:pt x="85743" y="6902"/>
                </a:lnTo>
                <a:lnTo>
                  <a:pt x="85403" y="6944"/>
                </a:lnTo>
                <a:lnTo>
                  <a:pt x="85053" y="6977"/>
                </a:lnTo>
                <a:lnTo>
                  <a:pt x="84694" y="6994"/>
                </a:lnTo>
                <a:lnTo>
                  <a:pt x="84326" y="7010"/>
                </a:lnTo>
                <a:lnTo>
                  <a:pt x="83939" y="7018"/>
                </a:lnTo>
                <a:lnTo>
                  <a:pt x="83608" y="7010"/>
                </a:lnTo>
                <a:lnTo>
                  <a:pt x="83074" y="6994"/>
                </a:lnTo>
                <a:lnTo>
                  <a:pt x="82549" y="6960"/>
                </a:lnTo>
                <a:lnTo>
                  <a:pt x="82052" y="6911"/>
                </a:lnTo>
                <a:lnTo>
                  <a:pt x="81583" y="6853"/>
                </a:lnTo>
                <a:lnTo>
                  <a:pt x="81123" y="6778"/>
                </a:lnTo>
                <a:lnTo>
                  <a:pt x="80690" y="6687"/>
                </a:lnTo>
                <a:lnTo>
                  <a:pt x="80276" y="6588"/>
                </a:lnTo>
                <a:lnTo>
                  <a:pt x="79871" y="6472"/>
                </a:lnTo>
                <a:lnTo>
                  <a:pt x="79494" y="6356"/>
                </a:lnTo>
                <a:lnTo>
                  <a:pt x="79135" y="6223"/>
                </a:lnTo>
                <a:lnTo>
                  <a:pt x="78794" y="6074"/>
                </a:lnTo>
                <a:lnTo>
                  <a:pt x="78463" y="5925"/>
                </a:lnTo>
                <a:lnTo>
                  <a:pt x="78159" y="5759"/>
                </a:lnTo>
                <a:lnTo>
                  <a:pt x="77865" y="5585"/>
                </a:lnTo>
                <a:lnTo>
                  <a:pt x="77589" y="5411"/>
                </a:lnTo>
                <a:lnTo>
                  <a:pt x="77331" y="5221"/>
                </a:lnTo>
                <a:lnTo>
                  <a:pt x="77082" y="5030"/>
                </a:lnTo>
                <a:lnTo>
                  <a:pt x="76852" y="4831"/>
                </a:lnTo>
                <a:lnTo>
                  <a:pt x="76631" y="4624"/>
                </a:lnTo>
                <a:lnTo>
                  <a:pt x="76429" y="4417"/>
                </a:lnTo>
                <a:lnTo>
                  <a:pt x="76245" y="4193"/>
                </a:lnTo>
                <a:lnTo>
                  <a:pt x="76061" y="3978"/>
                </a:lnTo>
                <a:lnTo>
                  <a:pt x="75895" y="3754"/>
                </a:lnTo>
                <a:lnTo>
                  <a:pt x="75748" y="3522"/>
                </a:lnTo>
                <a:lnTo>
                  <a:pt x="75610" y="3290"/>
                </a:lnTo>
                <a:lnTo>
                  <a:pt x="75472" y="3058"/>
                </a:lnTo>
                <a:lnTo>
                  <a:pt x="75352" y="2826"/>
                </a:lnTo>
                <a:lnTo>
                  <a:pt x="75251" y="2594"/>
                </a:lnTo>
                <a:lnTo>
                  <a:pt x="75150" y="2354"/>
                </a:lnTo>
                <a:lnTo>
                  <a:pt x="75058" y="2122"/>
                </a:lnTo>
                <a:lnTo>
                  <a:pt x="74975" y="1882"/>
                </a:lnTo>
                <a:lnTo>
                  <a:pt x="74910" y="1650"/>
                </a:lnTo>
                <a:lnTo>
                  <a:pt x="74036" y="1484"/>
                </a:lnTo>
                <a:lnTo>
                  <a:pt x="73162" y="1335"/>
                </a:lnTo>
                <a:lnTo>
                  <a:pt x="72260" y="1186"/>
                </a:lnTo>
                <a:lnTo>
                  <a:pt x="71358" y="1053"/>
                </a:lnTo>
                <a:lnTo>
                  <a:pt x="70428" y="920"/>
                </a:lnTo>
                <a:lnTo>
                  <a:pt x="69498" y="796"/>
                </a:lnTo>
                <a:lnTo>
                  <a:pt x="68541" y="680"/>
                </a:lnTo>
                <a:lnTo>
                  <a:pt x="67575" y="581"/>
                </a:lnTo>
                <a:lnTo>
                  <a:pt x="66599" y="481"/>
                </a:lnTo>
                <a:lnTo>
                  <a:pt x="65605" y="390"/>
                </a:lnTo>
                <a:lnTo>
                  <a:pt x="64593" y="316"/>
                </a:lnTo>
                <a:lnTo>
                  <a:pt x="63571" y="241"/>
                </a:lnTo>
                <a:lnTo>
                  <a:pt x="62531" y="175"/>
                </a:lnTo>
                <a:lnTo>
                  <a:pt x="61473" y="125"/>
                </a:lnTo>
                <a:lnTo>
                  <a:pt x="60405" y="75"/>
                </a:lnTo>
                <a:lnTo>
                  <a:pt x="59319" y="42"/>
                </a:lnTo>
                <a:lnTo>
                  <a:pt x="57985" y="9"/>
                </a:lnTo>
                <a:lnTo>
                  <a:pt x="56668" y="1"/>
                </a:lnTo>
                <a:close/>
              </a:path>
            </a:pathLst>
          </a:custGeom>
          <a:solidFill>
            <a:srgbClr val="9718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51"/>
          <p:cNvSpPr/>
          <p:nvPr/>
        </p:nvSpPr>
        <p:spPr>
          <a:xfrm flipH="1">
            <a:off x="4382649" y="1757083"/>
            <a:ext cx="2887074" cy="2803124"/>
          </a:xfrm>
          <a:custGeom>
            <a:avLst/>
            <a:gdLst/>
            <a:ahLst/>
            <a:cxnLst/>
            <a:rect l="l" t="t" r="r" b="b"/>
            <a:pathLst>
              <a:path w="112425" h="97883" fill="none" extrusionOk="0">
                <a:moveTo>
                  <a:pt x="56668" y="1"/>
                </a:moveTo>
                <a:lnTo>
                  <a:pt x="56668" y="1"/>
                </a:lnTo>
                <a:lnTo>
                  <a:pt x="57985" y="9"/>
                </a:lnTo>
                <a:lnTo>
                  <a:pt x="59319" y="42"/>
                </a:lnTo>
                <a:lnTo>
                  <a:pt x="59319" y="42"/>
                </a:lnTo>
                <a:lnTo>
                  <a:pt x="60405" y="75"/>
                </a:lnTo>
                <a:lnTo>
                  <a:pt x="61473" y="125"/>
                </a:lnTo>
                <a:lnTo>
                  <a:pt x="62531" y="175"/>
                </a:lnTo>
                <a:lnTo>
                  <a:pt x="63571" y="241"/>
                </a:lnTo>
                <a:lnTo>
                  <a:pt x="64593" y="316"/>
                </a:lnTo>
                <a:lnTo>
                  <a:pt x="65605" y="390"/>
                </a:lnTo>
                <a:lnTo>
                  <a:pt x="66599" y="481"/>
                </a:lnTo>
                <a:lnTo>
                  <a:pt x="67575" y="581"/>
                </a:lnTo>
                <a:lnTo>
                  <a:pt x="68541" y="680"/>
                </a:lnTo>
                <a:lnTo>
                  <a:pt x="69498" y="796"/>
                </a:lnTo>
                <a:lnTo>
                  <a:pt x="70428" y="920"/>
                </a:lnTo>
                <a:lnTo>
                  <a:pt x="71358" y="1053"/>
                </a:lnTo>
                <a:lnTo>
                  <a:pt x="72260" y="1186"/>
                </a:lnTo>
                <a:lnTo>
                  <a:pt x="73162" y="1335"/>
                </a:lnTo>
                <a:lnTo>
                  <a:pt x="74036" y="1484"/>
                </a:lnTo>
                <a:lnTo>
                  <a:pt x="74910" y="1650"/>
                </a:lnTo>
                <a:lnTo>
                  <a:pt x="74910" y="1650"/>
                </a:lnTo>
                <a:lnTo>
                  <a:pt x="74975" y="1882"/>
                </a:lnTo>
                <a:lnTo>
                  <a:pt x="75058" y="2122"/>
                </a:lnTo>
                <a:lnTo>
                  <a:pt x="75150" y="2354"/>
                </a:lnTo>
                <a:lnTo>
                  <a:pt x="75251" y="2594"/>
                </a:lnTo>
                <a:lnTo>
                  <a:pt x="75352" y="2826"/>
                </a:lnTo>
                <a:lnTo>
                  <a:pt x="75472" y="3058"/>
                </a:lnTo>
                <a:lnTo>
                  <a:pt x="75610" y="3290"/>
                </a:lnTo>
                <a:lnTo>
                  <a:pt x="75748" y="3522"/>
                </a:lnTo>
                <a:lnTo>
                  <a:pt x="75895" y="3754"/>
                </a:lnTo>
                <a:lnTo>
                  <a:pt x="76061" y="3978"/>
                </a:lnTo>
                <a:lnTo>
                  <a:pt x="76245" y="4193"/>
                </a:lnTo>
                <a:lnTo>
                  <a:pt x="76429" y="4417"/>
                </a:lnTo>
                <a:lnTo>
                  <a:pt x="76631" y="4624"/>
                </a:lnTo>
                <a:lnTo>
                  <a:pt x="76852" y="4831"/>
                </a:lnTo>
                <a:lnTo>
                  <a:pt x="77082" y="5030"/>
                </a:lnTo>
                <a:lnTo>
                  <a:pt x="77331" y="5221"/>
                </a:lnTo>
                <a:lnTo>
                  <a:pt x="77589" y="5411"/>
                </a:lnTo>
                <a:lnTo>
                  <a:pt x="77865" y="5585"/>
                </a:lnTo>
                <a:lnTo>
                  <a:pt x="78159" y="5759"/>
                </a:lnTo>
                <a:lnTo>
                  <a:pt x="78463" y="5925"/>
                </a:lnTo>
                <a:lnTo>
                  <a:pt x="78794" y="6074"/>
                </a:lnTo>
                <a:lnTo>
                  <a:pt x="79135" y="6223"/>
                </a:lnTo>
                <a:lnTo>
                  <a:pt x="79494" y="6356"/>
                </a:lnTo>
                <a:lnTo>
                  <a:pt x="79871" y="6472"/>
                </a:lnTo>
                <a:lnTo>
                  <a:pt x="80276" y="6588"/>
                </a:lnTo>
                <a:lnTo>
                  <a:pt x="80690" y="6687"/>
                </a:lnTo>
                <a:lnTo>
                  <a:pt x="81123" y="6778"/>
                </a:lnTo>
                <a:lnTo>
                  <a:pt x="81583" y="6853"/>
                </a:lnTo>
                <a:lnTo>
                  <a:pt x="82052" y="6911"/>
                </a:lnTo>
                <a:lnTo>
                  <a:pt x="82549" y="6960"/>
                </a:lnTo>
                <a:lnTo>
                  <a:pt x="83074" y="6994"/>
                </a:lnTo>
                <a:lnTo>
                  <a:pt x="83608" y="7010"/>
                </a:lnTo>
                <a:lnTo>
                  <a:pt x="83608" y="7010"/>
                </a:lnTo>
                <a:lnTo>
                  <a:pt x="83939" y="7018"/>
                </a:lnTo>
                <a:lnTo>
                  <a:pt x="83939" y="7018"/>
                </a:lnTo>
                <a:lnTo>
                  <a:pt x="84326" y="7010"/>
                </a:lnTo>
                <a:lnTo>
                  <a:pt x="84694" y="6994"/>
                </a:lnTo>
                <a:lnTo>
                  <a:pt x="85053" y="6977"/>
                </a:lnTo>
                <a:lnTo>
                  <a:pt x="85403" y="6944"/>
                </a:lnTo>
                <a:lnTo>
                  <a:pt x="85743" y="6902"/>
                </a:lnTo>
                <a:lnTo>
                  <a:pt x="86065" y="6853"/>
                </a:lnTo>
                <a:lnTo>
                  <a:pt x="86387" y="6795"/>
                </a:lnTo>
                <a:lnTo>
                  <a:pt x="86700" y="6737"/>
                </a:lnTo>
                <a:lnTo>
                  <a:pt x="86995" y="6662"/>
                </a:lnTo>
                <a:lnTo>
                  <a:pt x="87289" y="6588"/>
                </a:lnTo>
                <a:lnTo>
                  <a:pt x="87566" y="6496"/>
                </a:lnTo>
                <a:lnTo>
                  <a:pt x="87842" y="6405"/>
                </a:lnTo>
                <a:lnTo>
                  <a:pt x="88099" y="6306"/>
                </a:lnTo>
                <a:lnTo>
                  <a:pt x="88357" y="6206"/>
                </a:lnTo>
                <a:lnTo>
                  <a:pt x="88596" y="6090"/>
                </a:lnTo>
                <a:lnTo>
                  <a:pt x="88836" y="5974"/>
                </a:lnTo>
                <a:lnTo>
                  <a:pt x="88836" y="5974"/>
                </a:lnTo>
                <a:lnTo>
                  <a:pt x="89664" y="6364"/>
                </a:lnTo>
                <a:lnTo>
                  <a:pt x="90474" y="6770"/>
                </a:lnTo>
                <a:lnTo>
                  <a:pt x="91265" y="7184"/>
                </a:lnTo>
                <a:lnTo>
                  <a:pt x="92029" y="7615"/>
                </a:lnTo>
                <a:lnTo>
                  <a:pt x="92784" y="8046"/>
                </a:lnTo>
                <a:lnTo>
                  <a:pt x="93511" y="8493"/>
                </a:lnTo>
                <a:lnTo>
                  <a:pt x="94220" y="8941"/>
                </a:lnTo>
                <a:lnTo>
                  <a:pt x="94919" y="9405"/>
                </a:lnTo>
                <a:lnTo>
                  <a:pt x="95591" y="9877"/>
                </a:lnTo>
                <a:lnTo>
                  <a:pt x="96245" y="10349"/>
                </a:lnTo>
                <a:lnTo>
                  <a:pt x="96880" y="10838"/>
                </a:lnTo>
                <a:lnTo>
                  <a:pt x="97506" y="11335"/>
                </a:lnTo>
                <a:lnTo>
                  <a:pt x="98104" y="11840"/>
                </a:lnTo>
                <a:lnTo>
                  <a:pt x="98693" y="12346"/>
                </a:lnTo>
                <a:lnTo>
                  <a:pt x="99264" y="12868"/>
                </a:lnTo>
                <a:lnTo>
                  <a:pt x="99816" y="13390"/>
                </a:lnTo>
                <a:lnTo>
                  <a:pt x="100350" y="13920"/>
                </a:lnTo>
                <a:lnTo>
                  <a:pt x="100865" y="14459"/>
                </a:lnTo>
                <a:lnTo>
                  <a:pt x="101371" y="15005"/>
                </a:lnTo>
                <a:lnTo>
                  <a:pt x="101859" y="15552"/>
                </a:lnTo>
                <a:lnTo>
                  <a:pt x="102328" y="16107"/>
                </a:lnTo>
                <a:lnTo>
                  <a:pt x="102789" y="16671"/>
                </a:lnTo>
                <a:lnTo>
                  <a:pt x="103230" y="17234"/>
                </a:lnTo>
                <a:lnTo>
                  <a:pt x="103654" y="17806"/>
                </a:lnTo>
                <a:lnTo>
                  <a:pt x="104068" y="18386"/>
                </a:lnTo>
                <a:lnTo>
                  <a:pt x="104473" y="18974"/>
                </a:lnTo>
                <a:lnTo>
                  <a:pt x="104859" y="19554"/>
                </a:lnTo>
                <a:lnTo>
                  <a:pt x="105228" y="20151"/>
                </a:lnTo>
                <a:lnTo>
                  <a:pt x="105596" y="20747"/>
                </a:lnTo>
                <a:lnTo>
                  <a:pt x="105936" y="21344"/>
                </a:lnTo>
                <a:lnTo>
                  <a:pt x="106277" y="21948"/>
                </a:lnTo>
                <a:lnTo>
                  <a:pt x="106599" y="22553"/>
                </a:lnTo>
                <a:lnTo>
                  <a:pt x="106903" y="23166"/>
                </a:lnTo>
                <a:lnTo>
                  <a:pt x="107206" y="23779"/>
                </a:lnTo>
                <a:lnTo>
                  <a:pt x="107492" y="24393"/>
                </a:lnTo>
                <a:lnTo>
                  <a:pt x="107768" y="25014"/>
                </a:lnTo>
                <a:lnTo>
                  <a:pt x="108035" y="25627"/>
                </a:lnTo>
                <a:lnTo>
                  <a:pt x="108283" y="26257"/>
                </a:lnTo>
                <a:lnTo>
                  <a:pt x="108532" y="26878"/>
                </a:lnTo>
                <a:lnTo>
                  <a:pt x="108762" y="27508"/>
                </a:lnTo>
                <a:lnTo>
                  <a:pt x="108992" y="28129"/>
                </a:lnTo>
                <a:lnTo>
                  <a:pt x="109204" y="28759"/>
                </a:lnTo>
                <a:lnTo>
                  <a:pt x="109406" y="29389"/>
                </a:lnTo>
                <a:lnTo>
                  <a:pt x="109609" y="30018"/>
                </a:lnTo>
                <a:lnTo>
                  <a:pt x="109793" y="30656"/>
                </a:lnTo>
                <a:lnTo>
                  <a:pt x="109977" y="31286"/>
                </a:lnTo>
                <a:lnTo>
                  <a:pt x="110142" y="31916"/>
                </a:lnTo>
                <a:lnTo>
                  <a:pt x="110308" y="32545"/>
                </a:lnTo>
                <a:lnTo>
                  <a:pt x="110465" y="33175"/>
                </a:lnTo>
                <a:lnTo>
                  <a:pt x="110612" y="33805"/>
                </a:lnTo>
                <a:lnTo>
                  <a:pt x="110750" y="34434"/>
                </a:lnTo>
                <a:lnTo>
                  <a:pt x="110888" y="35064"/>
                </a:lnTo>
                <a:lnTo>
                  <a:pt x="111017" y="35694"/>
                </a:lnTo>
                <a:lnTo>
                  <a:pt x="111136" y="36323"/>
                </a:lnTo>
                <a:lnTo>
                  <a:pt x="111367" y="37566"/>
                </a:lnTo>
                <a:lnTo>
                  <a:pt x="111569" y="38801"/>
                </a:lnTo>
                <a:lnTo>
                  <a:pt x="111753" y="40027"/>
                </a:lnTo>
                <a:lnTo>
                  <a:pt x="111919" y="41245"/>
                </a:lnTo>
                <a:lnTo>
                  <a:pt x="112075" y="42446"/>
                </a:lnTo>
                <a:lnTo>
                  <a:pt x="112075" y="42446"/>
                </a:lnTo>
                <a:lnTo>
                  <a:pt x="112167" y="43291"/>
                </a:lnTo>
                <a:lnTo>
                  <a:pt x="112250" y="44161"/>
                </a:lnTo>
                <a:lnTo>
                  <a:pt x="112315" y="45056"/>
                </a:lnTo>
                <a:lnTo>
                  <a:pt x="112370" y="45976"/>
                </a:lnTo>
                <a:lnTo>
                  <a:pt x="112407" y="46920"/>
                </a:lnTo>
                <a:lnTo>
                  <a:pt x="112425" y="47890"/>
                </a:lnTo>
                <a:lnTo>
                  <a:pt x="112425" y="48884"/>
                </a:lnTo>
                <a:lnTo>
                  <a:pt x="112407" y="49895"/>
                </a:lnTo>
                <a:lnTo>
                  <a:pt x="112379" y="50922"/>
                </a:lnTo>
                <a:lnTo>
                  <a:pt x="112324" y="51966"/>
                </a:lnTo>
                <a:lnTo>
                  <a:pt x="112250" y="53035"/>
                </a:lnTo>
                <a:lnTo>
                  <a:pt x="112158" y="54112"/>
                </a:lnTo>
                <a:lnTo>
                  <a:pt x="112038" y="55205"/>
                </a:lnTo>
                <a:lnTo>
                  <a:pt x="111900" y="56307"/>
                </a:lnTo>
                <a:lnTo>
                  <a:pt x="111818" y="56862"/>
                </a:lnTo>
                <a:lnTo>
                  <a:pt x="111735" y="57426"/>
                </a:lnTo>
                <a:lnTo>
                  <a:pt x="111643" y="57989"/>
                </a:lnTo>
                <a:lnTo>
                  <a:pt x="111541" y="58553"/>
                </a:lnTo>
                <a:lnTo>
                  <a:pt x="111440" y="59116"/>
                </a:lnTo>
                <a:lnTo>
                  <a:pt x="111330" y="59679"/>
                </a:lnTo>
                <a:lnTo>
                  <a:pt x="111219" y="60251"/>
                </a:lnTo>
                <a:lnTo>
                  <a:pt x="111090" y="60823"/>
                </a:lnTo>
                <a:lnTo>
                  <a:pt x="110962" y="61395"/>
                </a:lnTo>
                <a:lnTo>
                  <a:pt x="110823" y="61966"/>
                </a:lnTo>
                <a:lnTo>
                  <a:pt x="110685" y="62546"/>
                </a:lnTo>
                <a:lnTo>
                  <a:pt x="110529" y="63118"/>
                </a:lnTo>
                <a:lnTo>
                  <a:pt x="110373" y="63698"/>
                </a:lnTo>
                <a:lnTo>
                  <a:pt x="110207" y="64269"/>
                </a:lnTo>
                <a:lnTo>
                  <a:pt x="110041" y="64849"/>
                </a:lnTo>
                <a:lnTo>
                  <a:pt x="109857" y="65429"/>
                </a:lnTo>
                <a:lnTo>
                  <a:pt x="109673" y="66009"/>
                </a:lnTo>
                <a:lnTo>
                  <a:pt x="109480" y="66581"/>
                </a:lnTo>
                <a:lnTo>
                  <a:pt x="109277" y="67161"/>
                </a:lnTo>
                <a:lnTo>
                  <a:pt x="109066" y="67741"/>
                </a:lnTo>
                <a:lnTo>
                  <a:pt x="108845" y="68313"/>
                </a:lnTo>
                <a:lnTo>
                  <a:pt x="108624" y="68893"/>
                </a:lnTo>
                <a:lnTo>
                  <a:pt x="108384" y="69464"/>
                </a:lnTo>
                <a:lnTo>
                  <a:pt x="108145" y="70036"/>
                </a:lnTo>
                <a:lnTo>
                  <a:pt x="107897" y="70608"/>
                </a:lnTo>
                <a:lnTo>
                  <a:pt x="107639" y="71179"/>
                </a:lnTo>
                <a:lnTo>
                  <a:pt x="107372" y="71751"/>
                </a:lnTo>
                <a:lnTo>
                  <a:pt x="107096" y="72323"/>
                </a:lnTo>
                <a:lnTo>
                  <a:pt x="106811" y="72886"/>
                </a:lnTo>
                <a:lnTo>
                  <a:pt x="106516" y="73450"/>
                </a:lnTo>
                <a:lnTo>
                  <a:pt x="106212" y="74013"/>
                </a:lnTo>
                <a:lnTo>
                  <a:pt x="105899" y="74568"/>
                </a:lnTo>
                <a:lnTo>
                  <a:pt x="105577" y="75123"/>
                </a:lnTo>
                <a:lnTo>
                  <a:pt x="105246" y="75678"/>
                </a:lnTo>
                <a:lnTo>
                  <a:pt x="104905" y="76233"/>
                </a:lnTo>
                <a:lnTo>
                  <a:pt x="104565" y="76780"/>
                </a:lnTo>
                <a:lnTo>
                  <a:pt x="104206" y="77327"/>
                </a:lnTo>
                <a:lnTo>
                  <a:pt x="103838" y="77866"/>
                </a:lnTo>
                <a:lnTo>
                  <a:pt x="103460" y="78404"/>
                </a:lnTo>
                <a:lnTo>
                  <a:pt x="103074" y="78934"/>
                </a:lnTo>
                <a:lnTo>
                  <a:pt x="102669" y="79465"/>
                </a:lnTo>
                <a:lnTo>
                  <a:pt x="102264" y="79995"/>
                </a:lnTo>
                <a:lnTo>
                  <a:pt x="101850" y="80517"/>
                </a:lnTo>
                <a:lnTo>
                  <a:pt x="101417" y="81031"/>
                </a:lnTo>
                <a:lnTo>
                  <a:pt x="100985" y="81544"/>
                </a:lnTo>
                <a:lnTo>
                  <a:pt x="100534" y="82058"/>
                </a:lnTo>
                <a:lnTo>
                  <a:pt x="100073" y="82555"/>
                </a:lnTo>
                <a:lnTo>
                  <a:pt x="99604" y="83052"/>
                </a:lnTo>
                <a:lnTo>
                  <a:pt x="99125" y="83549"/>
                </a:lnTo>
                <a:lnTo>
                  <a:pt x="98638" y="84038"/>
                </a:lnTo>
                <a:lnTo>
                  <a:pt x="98131" y="84519"/>
                </a:lnTo>
                <a:lnTo>
                  <a:pt x="97616" y="84999"/>
                </a:lnTo>
                <a:lnTo>
                  <a:pt x="97091" y="85463"/>
                </a:lnTo>
                <a:lnTo>
                  <a:pt x="96558" y="85927"/>
                </a:lnTo>
                <a:lnTo>
                  <a:pt x="96015" y="86391"/>
                </a:lnTo>
                <a:lnTo>
                  <a:pt x="95453" y="86838"/>
                </a:lnTo>
                <a:lnTo>
                  <a:pt x="94883" y="87286"/>
                </a:lnTo>
                <a:lnTo>
                  <a:pt x="94303" y="87725"/>
                </a:lnTo>
                <a:lnTo>
                  <a:pt x="93714" y="88156"/>
                </a:lnTo>
                <a:lnTo>
                  <a:pt x="93106" y="88578"/>
                </a:lnTo>
                <a:lnTo>
                  <a:pt x="92490" y="89001"/>
                </a:lnTo>
                <a:lnTo>
                  <a:pt x="91864" y="89407"/>
                </a:lnTo>
                <a:lnTo>
                  <a:pt x="91219" y="89813"/>
                </a:lnTo>
                <a:lnTo>
                  <a:pt x="90566" y="90202"/>
                </a:lnTo>
                <a:lnTo>
                  <a:pt x="89903" y="90592"/>
                </a:lnTo>
                <a:lnTo>
                  <a:pt x="89231" y="90973"/>
                </a:lnTo>
                <a:lnTo>
                  <a:pt x="88541" y="91346"/>
                </a:lnTo>
                <a:lnTo>
                  <a:pt x="87832" y="91702"/>
                </a:lnTo>
                <a:lnTo>
                  <a:pt x="87115" y="92058"/>
                </a:lnTo>
                <a:lnTo>
                  <a:pt x="86387" y="92406"/>
                </a:lnTo>
                <a:lnTo>
                  <a:pt x="85651" y="92738"/>
                </a:lnTo>
                <a:lnTo>
                  <a:pt x="84896" y="93069"/>
                </a:lnTo>
                <a:lnTo>
                  <a:pt x="84123" y="93384"/>
                </a:lnTo>
                <a:lnTo>
                  <a:pt x="83350" y="93690"/>
                </a:lnTo>
                <a:lnTo>
                  <a:pt x="82549" y="93989"/>
                </a:lnTo>
                <a:lnTo>
                  <a:pt x="81749" y="94279"/>
                </a:lnTo>
                <a:lnTo>
                  <a:pt x="80930" y="94560"/>
                </a:lnTo>
                <a:lnTo>
                  <a:pt x="80092" y="94834"/>
                </a:lnTo>
                <a:lnTo>
                  <a:pt x="79245" y="95091"/>
                </a:lnTo>
                <a:lnTo>
                  <a:pt x="78380" y="95339"/>
                </a:lnTo>
                <a:lnTo>
                  <a:pt x="77506" y="95579"/>
                </a:lnTo>
                <a:lnTo>
                  <a:pt x="76613" y="95803"/>
                </a:lnTo>
                <a:lnTo>
                  <a:pt x="75711" y="96019"/>
                </a:lnTo>
                <a:lnTo>
                  <a:pt x="74791" y="96226"/>
                </a:lnTo>
                <a:lnTo>
                  <a:pt x="73861" y="96425"/>
                </a:lnTo>
                <a:lnTo>
                  <a:pt x="72913" y="96607"/>
                </a:lnTo>
                <a:lnTo>
                  <a:pt x="71956" y="96781"/>
                </a:lnTo>
                <a:lnTo>
                  <a:pt x="70971" y="96938"/>
                </a:lnTo>
                <a:lnTo>
                  <a:pt x="69986" y="97087"/>
                </a:lnTo>
                <a:lnTo>
                  <a:pt x="68983" y="97220"/>
                </a:lnTo>
                <a:lnTo>
                  <a:pt x="67961" y="97344"/>
                </a:lnTo>
                <a:lnTo>
                  <a:pt x="66921" y="97460"/>
                </a:lnTo>
                <a:lnTo>
                  <a:pt x="65872" y="97560"/>
                </a:lnTo>
                <a:lnTo>
                  <a:pt x="64805" y="97642"/>
                </a:lnTo>
                <a:lnTo>
                  <a:pt x="63728" y="97717"/>
                </a:lnTo>
                <a:lnTo>
                  <a:pt x="62632" y="97775"/>
                </a:lnTo>
                <a:lnTo>
                  <a:pt x="61519" y="97825"/>
                </a:lnTo>
                <a:lnTo>
                  <a:pt x="60387" y="97858"/>
                </a:lnTo>
                <a:lnTo>
                  <a:pt x="59245" y="97883"/>
                </a:lnTo>
                <a:lnTo>
                  <a:pt x="58086" y="97883"/>
                </a:lnTo>
                <a:lnTo>
                  <a:pt x="58086" y="97883"/>
                </a:lnTo>
                <a:lnTo>
                  <a:pt x="57064" y="97883"/>
                </a:lnTo>
                <a:lnTo>
                  <a:pt x="56043" y="97866"/>
                </a:lnTo>
                <a:lnTo>
                  <a:pt x="56043" y="97866"/>
                </a:lnTo>
                <a:lnTo>
                  <a:pt x="55131" y="97841"/>
                </a:lnTo>
                <a:lnTo>
                  <a:pt x="54229" y="97816"/>
                </a:lnTo>
                <a:lnTo>
                  <a:pt x="53337" y="97783"/>
                </a:lnTo>
                <a:lnTo>
                  <a:pt x="52453" y="97734"/>
                </a:lnTo>
                <a:lnTo>
                  <a:pt x="51579" y="97692"/>
                </a:lnTo>
                <a:lnTo>
                  <a:pt x="50714" y="97634"/>
                </a:lnTo>
                <a:lnTo>
                  <a:pt x="49867" y="97568"/>
                </a:lnTo>
                <a:lnTo>
                  <a:pt x="49020" y="97502"/>
                </a:lnTo>
                <a:lnTo>
                  <a:pt x="48192" y="97427"/>
                </a:lnTo>
                <a:lnTo>
                  <a:pt x="47363" y="97344"/>
                </a:lnTo>
                <a:lnTo>
                  <a:pt x="46544" y="97261"/>
                </a:lnTo>
                <a:lnTo>
                  <a:pt x="45744" y="97162"/>
                </a:lnTo>
                <a:lnTo>
                  <a:pt x="44943" y="97062"/>
                </a:lnTo>
                <a:lnTo>
                  <a:pt x="44160" y="96963"/>
                </a:lnTo>
                <a:lnTo>
                  <a:pt x="43378" y="96847"/>
                </a:lnTo>
                <a:lnTo>
                  <a:pt x="42614" y="96731"/>
                </a:lnTo>
                <a:lnTo>
                  <a:pt x="41850" y="96607"/>
                </a:lnTo>
                <a:lnTo>
                  <a:pt x="41096" y="96474"/>
                </a:lnTo>
                <a:lnTo>
                  <a:pt x="40359" y="96342"/>
                </a:lnTo>
                <a:lnTo>
                  <a:pt x="39623" y="96201"/>
                </a:lnTo>
                <a:lnTo>
                  <a:pt x="38896" y="96060"/>
                </a:lnTo>
                <a:lnTo>
                  <a:pt x="38178" y="95903"/>
                </a:lnTo>
                <a:lnTo>
                  <a:pt x="37479" y="95745"/>
                </a:lnTo>
                <a:lnTo>
                  <a:pt x="36779" y="95588"/>
                </a:lnTo>
                <a:lnTo>
                  <a:pt x="36089" y="95414"/>
                </a:lnTo>
                <a:lnTo>
                  <a:pt x="35408" y="95240"/>
                </a:lnTo>
                <a:lnTo>
                  <a:pt x="34736" y="95066"/>
                </a:lnTo>
                <a:lnTo>
                  <a:pt x="34064" y="94883"/>
                </a:lnTo>
                <a:lnTo>
                  <a:pt x="33410" y="94693"/>
                </a:lnTo>
                <a:lnTo>
                  <a:pt x="32766" y="94494"/>
                </a:lnTo>
                <a:lnTo>
                  <a:pt x="32122" y="94295"/>
                </a:lnTo>
                <a:lnTo>
                  <a:pt x="31496" y="94096"/>
                </a:lnTo>
                <a:lnTo>
                  <a:pt x="31496" y="94096"/>
                </a:lnTo>
                <a:lnTo>
                  <a:pt x="31468" y="93831"/>
                </a:lnTo>
                <a:lnTo>
                  <a:pt x="31432" y="93558"/>
                </a:lnTo>
                <a:lnTo>
                  <a:pt x="31386" y="93284"/>
                </a:lnTo>
                <a:lnTo>
                  <a:pt x="31330" y="93003"/>
                </a:lnTo>
                <a:lnTo>
                  <a:pt x="31266" y="92721"/>
                </a:lnTo>
                <a:lnTo>
                  <a:pt x="31183" y="92431"/>
                </a:lnTo>
                <a:lnTo>
                  <a:pt x="31091" y="92141"/>
                </a:lnTo>
                <a:lnTo>
                  <a:pt x="30990" y="91851"/>
                </a:lnTo>
                <a:lnTo>
                  <a:pt x="30870" y="91561"/>
                </a:lnTo>
                <a:lnTo>
                  <a:pt x="30741" y="91271"/>
                </a:lnTo>
                <a:lnTo>
                  <a:pt x="30594" y="90981"/>
                </a:lnTo>
                <a:lnTo>
                  <a:pt x="30428" y="90699"/>
                </a:lnTo>
                <a:lnTo>
                  <a:pt x="30254" y="90418"/>
                </a:lnTo>
                <a:lnTo>
                  <a:pt x="30051" y="90136"/>
                </a:lnTo>
                <a:lnTo>
                  <a:pt x="29839" y="89863"/>
                </a:lnTo>
                <a:lnTo>
                  <a:pt x="29600" y="89597"/>
                </a:lnTo>
                <a:lnTo>
                  <a:pt x="29342" y="89341"/>
                </a:lnTo>
                <a:lnTo>
                  <a:pt x="29204" y="89216"/>
                </a:lnTo>
                <a:lnTo>
                  <a:pt x="29066" y="89092"/>
                </a:lnTo>
                <a:lnTo>
                  <a:pt x="28919" y="88976"/>
                </a:lnTo>
                <a:lnTo>
                  <a:pt x="28763" y="88860"/>
                </a:lnTo>
                <a:lnTo>
                  <a:pt x="28606" y="88744"/>
                </a:lnTo>
                <a:lnTo>
                  <a:pt x="28440" y="88628"/>
                </a:lnTo>
                <a:lnTo>
                  <a:pt x="28266" y="88520"/>
                </a:lnTo>
                <a:lnTo>
                  <a:pt x="28091" y="88413"/>
                </a:lnTo>
                <a:lnTo>
                  <a:pt x="27907" y="88305"/>
                </a:lnTo>
                <a:lnTo>
                  <a:pt x="27722" y="88206"/>
                </a:lnTo>
                <a:lnTo>
                  <a:pt x="27529" y="88114"/>
                </a:lnTo>
                <a:lnTo>
                  <a:pt x="27327" y="88015"/>
                </a:lnTo>
                <a:lnTo>
                  <a:pt x="27115" y="87924"/>
                </a:lnTo>
                <a:lnTo>
                  <a:pt x="26903" y="87841"/>
                </a:lnTo>
                <a:lnTo>
                  <a:pt x="26682" y="87758"/>
                </a:lnTo>
                <a:lnTo>
                  <a:pt x="26452" y="87684"/>
                </a:lnTo>
                <a:lnTo>
                  <a:pt x="26213" y="87609"/>
                </a:lnTo>
                <a:lnTo>
                  <a:pt x="25974" y="87534"/>
                </a:lnTo>
                <a:lnTo>
                  <a:pt x="25725" y="87468"/>
                </a:lnTo>
                <a:lnTo>
                  <a:pt x="25468" y="87410"/>
                </a:lnTo>
                <a:lnTo>
                  <a:pt x="25201" y="87352"/>
                </a:lnTo>
                <a:lnTo>
                  <a:pt x="24934" y="87302"/>
                </a:lnTo>
                <a:lnTo>
                  <a:pt x="24648" y="87253"/>
                </a:lnTo>
                <a:lnTo>
                  <a:pt x="24363" y="87211"/>
                </a:lnTo>
                <a:lnTo>
                  <a:pt x="24069" y="87178"/>
                </a:lnTo>
                <a:lnTo>
                  <a:pt x="23774" y="87145"/>
                </a:lnTo>
                <a:lnTo>
                  <a:pt x="23461" y="87112"/>
                </a:lnTo>
                <a:lnTo>
                  <a:pt x="23139" y="87095"/>
                </a:lnTo>
                <a:lnTo>
                  <a:pt x="22817" y="87079"/>
                </a:lnTo>
                <a:lnTo>
                  <a:pt x="22486" y="87070"/>
                </a:lnTo>
                <a:lnTo>
                  <a:pt x="22486" y="87070"/>
                </a:lnTo>
                <a:lnTo>
                  <a:pt x="22154" y="87070"/>
                </a:lnTo>
                <a:lnTo>
                  <a:pt x="22154" y="87070"/>
                </a:lnTo>
                <a:lnTo>
                  <a:pt x="21869" y="87070"/>
                </a:lnTo>
                <a:lnTo>
                  <a:pt x="21602" y="87079"/>
                </a:lnTo>
                <a:lnTo>
                  <a:pt x="21326" y="87087"/>
                </a:lnTo>
                <a:lnTo>
                  <a:pt x="21068" y="87104"/>
                </a:lnTo>
                <a:lnTo>
                  <a:pt x="20810" y="87128"/>
                </a:lnTo>
                <a:lnTo>
                  <a:pt x="20562" y="87153"/>
                </a:lnTo>
                <a:lnTo>
                  <a:pt x="20313" y="87186"/>
                </a:lnTo>
                <a:lnTo>
                  <a:pt x="20074" y="87220"/>
                </a:lnTo>
                <a:lnTo>
                  <a:pt x="19844" y="87261"/>
                </a:lnTo>
                <a:lnTo>
                  <a:pt x="19614" y="87302"/>
                </a:lnTo>
                <a:lnTo>
                  <a:pt x="19384" y="87352"/>
                </a:lnTo>
                <a:lnTo>
                  <a:pt x="19163" y="87402"/>
                </a:lnTo>
                <a:lnTo>
                  <a:pt x="18951" y="87452"/>
                </a:lnTo>
                <a:lnTo>
                  <a:pt x="18740" y="87518"/>
                </a:lnTo>
                <a:lnTo>
                  <a:pt x="18335" y="87642"/>
                </a:lnTo>
                <a:lnTo>
                  <a:pt x="18335" y="87642"/>
                </a:lnTo>
                <a:lnTo>
                  <a:pt x="17580" y="87095"/>
                </a:lnTo>
                <a:lnTo>
                  <a:pt x="16834" y="86540"/>
                </a:lnTo>
                <a:lnTo>
                  <a:pt x="16117" y="85977"/>
                </a:lnTo>
                <a:lnTo>
                  <a:pt x="15417" y="85405"/>
                </a:lnTo>
                <a:lnTo>
                  <a:pt x="14736" y="84825"/>
                </a:lnTo>
                <a:lnTo>
                  <a:pt x="14073" y="84229"/>
                </a:lnTo>
                <a:lnTo>
                  <a:pt x="13429" y="83632"/>
                </a:lnTo>
                <a:lnTo>
                  <a:pt x="12812" y="83027"/>
                </a:lnTo>
                <a:lnTo>
                  <a:pt x="12205" y="82406"/>
                </a:lnTo>
                <a:lnTo>
                  <a:pt x="11625" y="81784"/>
                </a:lnTo>
                <a:lnTo>
                  <a:pt x="11054" y="81155"/>
                </a:lnTo>
                <a:lnTo>
                  <a:pt x="10511" y="80525"/>
                </a:lnTo>
                <a:lnTo>
                  <a:pt x="9978" y="79879"/>
                </a:lnTo>
                <a:lnTo>
                  <a:pt x="9471" y="79233"/>
                </a:lnTo>
                <a:lnTo>
                  <a:pt x="8974" y="78586"/>
                </a:lnTo>
                <a:lnTo>
                  <a:pt x="8496" y="77924"/>
                </a:lnTo>
                <a:lnTo>
                  <a:pt x="8036" y="77261"/>
                </a:lnTo>
                <a:lnTo>
                  <a:pt x="7594" y="76598"/>
                </a:lnTo>
                <a:lnTo>
                  <a:pt x="7161" y="75927"/>
                </a:lnTo>
                <a:lnTo>
                  <a:pt x="6756" y="75256"/>
                </a:lnTo>
                <a:lnTo>
                  <a:pt x="6361" y="74576"/>
                </a:lnTo>
                <a:lnTo>
                  <a:pt x="5974" y="73897"/>
                </a:lnTo>
                <a:lnTo>
                  <a:pt x="5606" y="73209"/>
                </a:lnTo>
                <a:lnTo>
                  <a:pt x="5256" y="72530"/>
                </a:lnTo>
                <a:lnTo>
                  <a:pt x="4916" y="71842"/>
                </a:lnTo>
                <a:lnTo>
                  <a:pt x="4593" y="71155"/>
                </a:lnTo>
                <a:lnTo>
                  <a:pt x="4290" y="70459"/>
                </a:lnTo>
                <a:lnTo>
                  <a:pt x="3995" y="69771"/>
                </a:lnTo>
                <a:lnTo>
                  <a:pt x="3710" y="69075"/>
                </a:lnTo>
                <a:lnTo>
                  <a:pt x="3443" y="68387"/>
                </a:lnTo>
                <a:lnTo>
                  <a:pt x="3185" y="67691"/>
                </a:lnTo>
                <a:lnTo>
                  <a:pt x="2937" y="67004"/>
                </a:lnTo>
                <a:lnTo>
                  <a:pt x="2707" y="66308"/>
                </a:lnTo>
                <a:lnTo>
                  <a:pt x="2486" y="65620"/>
                </a:lnTo>
                <a:lnTo>
                  <a:pt x="2283" y="64932"/>
                </a:lnTo>
                <a:lnTo>
                  <a:pt x="2081" y="64245"/>
                </a:lnTo>
                <a:lnTo>
                  <a:pt x="1897" y="63565"/>
                </a:lnTo>
                <a:lnTo>
                  <a:pt x="1722" y="62878"/>
                </a:lnTo>
                <a:lnTo>
                  <a:pt x="1556" y="62198"/>
                </a:lnTo>
                <a:lnTo>
                  <a:pt x="1400" y="61527"/>
                </a:lnTo>
                <a:lnTo>
                  <a:pt x="1262" y="60856"/>
                </a:lnTo>
                <a:lnTo>
                  <a:pt x="1124" y="60185"/>
                </a:lnTo>
                <a:lnTo>
                  <a:pt x="995" y="59522"/>
                </a:lnTo>
                <a:lnTo>
                  <a:pt x="884" y="58859"/>
                </a:lnTo>
                <a:lnTo>
                  <a:pt x="774" y="58205"/>
                </a:lnTo>
                <a:lnTo>
                  <a:pt x="673" y="57558"/>
                </a:lnTo>
                <a:lnTo>
                  <a:pt x="581" y="56912"/>
                </a:lnTo>
                <a:lnTo>
                  <a:pt x="498" y="56274"/>
                </a:lnTo>
                <a:lnTo>
                  <a:pt x="424" y="55636"/>
                </a:lnTo>
                <a:lnTo>
                  <a:pt x="350" y="55015"/>
                </a:lnTo>
                <a:lnTo>
                  <a:pt x="295" y="54393"/>
                </a:lnTo>
                <a:lnTo>
                  <a:pt x="240" y="53780"/>
                </a:lnTo>
                <a:lnTo>
                  <a:pt x="194" y="53184"/>
                </a:lnTo>
                <a:lnTo>
                  <a:pt x="148" y="52587"/>
                </a:lnTo>
                <a:lnTo>
                  <a:pt x="84" y="51419"/>
                </a:lnTo>
                <a:lnTo>
                  <a:pt x="38" y="50284"/>
                </a:lnTo>
                <a:lnTo>
                  <a:pt x="10" y="49199"/>
                </a:lnTo>
                <a:lnTo>
                  <a:pt x="1" y="48146"/>
                </a:lnTo>
                <a:lnTo>
                  <a:pt x="10" y="47136"/>
                </a:lnTo>
                <a:lnTo>
                  <a:pt x="10" y="47136"/>
                </a:lnTo>
                <a:lnTo>
                  <a:pt x="19" y="46705"/>
                </a:lnTo>
                <a:lnTo>
                  <a:pt x="28" y="46257"/>
                </a:lnTo>
                <a:lnTo>
                  <a:pt x="47" y="45810"/>
                </a:lnTo>
                <a:lnTo>
                  <a:pt x="84" y="45354"/>
                </a:lnTo>
                <a:lnTo>
                  <a:pt x="111" y="44899"/>
                </a:lnTo>
                <a:lnTo>
                  <a:pt x="157" y="44426"/>
                </a:lnTo>
                <a:lnTo>
                  <a:pt x="203" y="43962"/>
                </a:lnTo>
                <a:lnTo>
                  <a:pt x="258" y="43482"/>
                </a:lnTo>
                <a:lnTo>
                  <a:pt x="323" y="43001"/>
                </a:lnTo>
                <a:lnTo>
                  <a:pt x="387" y="42521"/>
                </a:lnTo>
                <a:lnTo>
                  <a:pt x="470" y="42024"/>
                </a:lnTo>
                <a:lnTo>
                  <a:pt x="553" y="41535"/>
                </a:lnTo>
                <a:lnTo>
                  <a:pt x="645" y="41029"/>
                </a:lnTo>
                <a:lnTo>
                  <a:pt x="737" y="40532"/>
                </a:lnTo>
                <a:lnTo>
                  <a:pt x="838" y="40027"/>
                </a:lnTo>
                <a:lnTo>
                  <a:pt x="958" y="39513"/>
                </a:lnTo>
                <a:lnTo>
                  <a:pt x="958" y="39513"/>
                </a:lnTo>
                <a:lnTo>
                  <a:pt x="1887" y="39231"/>
                </a:lnTo>
                <a:lnTo>
                  <a:pt x="2808" y="38941"/>
                </a:lnTo>
                <a:lnTo>
                  <a:pt x="3710" y="38635"/>
                </a:lnTo>
                <a:lnTo>
                  <a:pt x="4584" y="38312"/>
                </a:lnTo>
                <a:lnTo>
                  <a:pt x="5449" y="37980"/>
                </a:lnTo>
                <a:lnTo>
                  <a:pt x="6296" y="37632"/>
                </a:lnTo>
                <a:lnTo>
                  <a:pt x="7115" y="37276"/>
                </a:lnTo>
                <a:lnTo>
                  <a:pt x="7925" y="36903"/>
                </a:lnTo>
                <a:lnTo>
                  <a:pt x="8717" y="36514"/>
                </a:lnTo>
                <a:lnTo>
                  <a:pt x="9490" y="36125"/>
                </a:lnTo>
                <a:lnTo>
                  <a:pt x="10245" y="35710"/>
                </a:lnTo>
                <a:lnTo>
                  <a:pt x="10981" y="35296"/>
                </a:lnTo>
                <a:lnTo>
                  <a:pt x="11699" y="34865"/>
                </a:lnTo>
                <a:lnTo>
                  <a:pt x="12407" y="34426"/>
                </a:lnTo>
                <a:lnTo>
                  <a:pt x="13088" y="33970"/>
                </a:lnTo>
                <a:lnTo>
                  <a:pt x="13760" y="33515"/>
                </a:lnTo>
                <a:lnTo>
                  <a:pt x="14414" y="33042"/>
                </a:lnTo>
                <a:lnTo>
                  <a:pt x="15049" y="32562"/>
                </a:lnTo>
                <a:lnTo>
                  <a:pt x="15675" y="32073"/>
                </a:lnTo>
                <a:lnTo>
                  <a:pt x="16282" y="31576"/>
                </a:lnTo>
                <a:lnTo>
                  <a:pt x="16871" y="31062"/>
                </a:lnTo>
                <a:lnTo>
                  <a:pt x="17442" y="30549"/>
                </a:lnTo>
                <a:lnTo>
                  <a:pt x="18003" y="30027"/>
                </a:lnTo>
                <a:lnTo>
                  <a:pt x="18546" y="29496"/>
                </a:lnTo>
                <a:lnTo>
                  <a:pt x="19071" y="28958"/>
                </a:lnTo>
                <a:lnTo>
                  <a:pt x="19586" y="28411"/>
                </a:lnTo>
                <a:lnTo>
                  <a:pt x="20083" y="27856"/>
                </a:lnTo>
                <a:lnTo>
                  <a:pt x="20571" y="27292"/>
                </a:lnTo>
                <a:lnTo>
                  <a:pt x="21041" y="26729"/>
                </a:lnTo>
                <a:lnTo>
                  <a:pt x="21501" y="26157"/>
                </a:lnTo>
                <a:lnTo>
                  <a:pt x="21943" y="25577"/>
                </a:lnTo>
                <a:lnTo>
                  <a:pt x="22375" y="24997"/>
                </a:lnTo>
                <a:lnTo>
                  <a:pt x="22789" y="24409"/>
                </a:lnTo>
                <a:lnTo>
                  <a:pt x="23185" y="23813"/>
                </a:lnTo>
                <a:lnTo>
                  <a:pt x="23581" y="23216"/>
                </a:lnTo>
                <a:lnTo>
                  <a:pt x="23949" y="22611"/>
                </a:lnTo>
                <a:lnTo>
                  <a:pt x="24317" y="22006"/>
                </a:lnTo>
                <a:lnTo>
                  <a:pt x="24667" y="21393"/>
                </a:lnTo>
                <a:lnTo>
                  <a:pt x="24998" y="20780"/>
                </a:lnTo>
                <a:lnTo>
                  <a:pt x="25330" y="20159"/>
                </a:lnTo>
                <a:lnTo>
                  <a:pt x="25642" y="19546"/>
                </a:lnTo>
                <a:lnTo>
                  <a:pt x="25937" y="18916"/>
                </a:lnTo>
                <a:lnTo>
                  <a:pt x="26231" y="18295"/>
                </a:lnTo>
                <a:lnTo>
                  <a:pt x="26508" y="17665"/>
                </a:lnTo>
                <a:lnTo>
                  <a:pt x="26775" y="17035"/>
                </a:lnTo>
                <a:lnTo>
                  <a:pt x="27023" y="16406"/>
                </a:lnTo>
                <a:lnTo>
                  <a:pt x="27272" y="15776"/>
                </a:lnTo>
                <a:lnTo>
                  <a:pt x="27502" y="15146"/>
                </a:lnTo>
                <a:lnTo>
                  <a:pt x="27722" y="14508"/>
                </a:lnTo>
                <a:lnTo>
                  <a:pt x="27934" y="13879"/>
                </a:lnTo>
                <a:lnTo>
                  <a:pt x="28137" y="13241"/>
                </a:lnTo>
                <a:lnTo>
                  <a:pt x="28330" y="12611"/>
                </a:lnTo>
                <a:lnTo>
                  <a:pt x="28505" y="11981"/>
                </a:lnTo>
                <a:lnTo>
                  <a:pt x="28680" y="11343"/>
                </a:lnTo>
                <a:lnTo>
                  <a:pt x="28836" y="10714"/>
                </a:lnTo>
                <a:lnTo>
                  <a:pt x="28983" y="10084"/>
                </a:lnTo>
                <a:lnTo>
                  <a:pt x="29131" y="9463"/>
                </a:lnTo>
                <a:lnTo>
                  <a:pt x="29260" y="8833"/>
                </a:lnTo>
                <a:lnTo>
                  <a:pt x="29379" y="8212"/>
                </a:lnTo>
                <a:lnTo>
                  <a:pt x="29499" y="7590"/>
                </a:lnTo>
                <a:lnTo>
                  <a:pt x="29600" y="6977"/>
                </a:lnTo>
                <a:lnTo>
                  <a:pt x="29701" y="6356"/>
                </a:lnTo>
                <a:lnTo>
                  <a:pt x="29784" y="5751"/>
                </a:lnTo>
                <a:lnTo>
                  <a:pt x="29867" y="5138"/>
                </a:lnTo>
                <a:lnTo>
                  <a:pt x="29867" y="5138"/>
                </a:lnTo>
                <a:lnTo>
                  <a:pt x="30557" y="4848"/>
                </a:lnTo>
                <a:lnTo>
                  <a:pt x="31257" y="4558"/>
                </a:lnTo>
                <a:lnTo>
                  <a:pt x="31965" y="4276"/>
                </a:lnTo>
                <a:lnTo>
                  <a:pt x="32683" y="4003"/>
                </a:lnTo>
                <a:lnTo>
                  <a:pt x="33410" y="3737"/>
                </a:lnTo>
                <a:lnTo>
                  <a:pt x="34147" y="3481"/>
                </a:lnTo>
                <a:lnTo>
                  <a:pt x="34892" y="3232"/>
                </a:lnTo>
                <a:lnTo>
                  <a:pt x="35647" y="2992"/>
                </a:lnTo>
                <a:lnTo>
                  <a:pt x="36411" y="2760"/>
                </a:lnTo>
                <a:lnTo>
                  <a:pt x="37184" y="2536"/>
                </a:lnTo>
                <a:lnTo>
                  <a:pt x="37966" y="2321"/>
                </a:lnTo>
                <a:lnTo>
                  <a:pt x="38767" y="2114"/>
                </a:lnTo>
                <a:lnTo>
                  <a:pt x="39568" y="1915"/>
                </a:lnTo>
                <a:lnTo>
                  <a:pt x="40378" y="1724"/>
                </a:lnTo>
                <a:lnTo>
                  <a:pt x="41197" y="1542"/>
                </a:lnTo>
                <a:lnTo>
                  <a:pt x="42025" y="1376"/>
                </a:lnTo>
                <a:lnTo>
                  <a:pt x="42872" y="1210"/>
                </a:lnTo>
                <a:lnTo>
                  <a:pt x="43719" y="1061"/>
                </a:lnTo>
                <a:lnTo>
                  <a:pt x="44584" y="920"/>
                </a:lnTo>
                <a:lnTo>
                  <a:pt x="45449" y="788"/>
                </a:lnTo>
                <a:lnTo>
                  <a:pt x="46333" y="664"/>
                </a:lnTo>
                <a:lnTo>
                  <a:pt x="47216" y="548"/>
                </a:lnTo>
                <a:lnTo>
                  <a:pt x="48118" y="448"/>
                </a:lnTo>
                <a:lnTo>
                  <a:pt x="49029" y="357"/>
                </a:lnTo>
                <a:lnTo>
                  <a:pt x="49950" y="274"/>
                </a:lnTo>
                <a:lnTo>
                  <a:pt x="50879" y="200"/>
                </a:lnTo>
                <a:lnTo>
                  <a:pt x="51818" y="142"/>
                </a:lnTo>
                <a:lnTo>
                  <a:pt x="52766" y="92"/>
                </a:lnTo>
                <a:lnTo>
                  <a:pt x="53732" y="51"/>
                </a:lnTo>
                <a:lnTo>
                  <a:pt x="54699" y="17"/>
                </a:lnTo>
                <a:lnTo>
                  <a:pt x="55684" y="1"/>
                </a:lnTo>
                <a:lnTo>
                  <a:pt x="5666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51"/>
          <p:cNvSpPr/>
          <p:nvPr/>
        </p:nvSpPr>
        <p:spPr>
          <a:xfrm flipH="1">
            <a:off x="6459711" y="4266915"/>
            <a:ext cx="466837" cy="436836"/>
          </a:xfrm>
          <a:custGeom>
            <a:avLst/>
            <a:gdLst/>
            <a:ahLst/>
            <a:cxnLst/>
            <a:rect l="l" t="t" r="r" b="b"/>
            <a:pathLst>
              <a:path w="18179" h="15254" extrusionOk="0">
                <a:moveTo>
                  <a:pt x="4971" y="0"/>
                </a:moveTo>
                <a:lnTo>
                  <a:pt x="4759" y="75"/>
                </a:lnTo>
                <a:lnTo>
                  <a:pt x="4556" y="158"/>
                </a:lnTo>
                <a:lnTo>
                  <a:pt x="4354" y="240"/>
                </a:lnTo>
                <a:lnTo>
                  <a:pt x="4161" y="332"/>
                </a:lnTo>
                <a:lnTo>
                  <a:pt x="3977" y="423"/>
                </a:lnTo>
                <a:lnTo>
                  <a:pt x="3793" y="522"/>
                </a:lnTo>
                <a:lnTo>
                  <a:pt x="3608" y="622"/>
                </a:lnTo>
                <a:lnTo>
                  <a:pt x="3443" y="721"/>
                </a:lnTo>
                <a:lnTo>
                  <a:pt x="3268" y="829"/>
                </a:lnTo>
                <a:lnTo>
                  <a:pt x="3111" y="936"/>
                </a:lnTo>
                <a:lnTo>
                  <a:pt x="2946" y="1052"/>
                </a:lnTo>
                <a:lnTo>
                  <a:pt x="2799" y="1168"/>
                </a:lnTo>
                <a:lnTo>
                  <a:pt x="2651" y="1284"/>
                </a:lnTo>
                <a:lnTo>
                  <a:pt x="2504" y="1409"/>
                </a:lnTo>
                <a:lnTo>
                  <a:pt x="2237" y="1657"/>
                </a:lnTo>
                <a:lnTo>
                  <a:pt x="1989" y="1914"/>
                </a:lnTo>
                <a:lnTo>
                  <a:pt x="1749" y="2187"/>
                </a:lnTo>
                <a:lnTo>
                  <a:pt x="1538" y="2461"/>
                </a:lnTo>
                <a:lnTo>
                  <a:pt x="1335" y="2743"/>
                </a:lnTo>
                <a:lnTo>
                  <a:pt x="1151" y="3033"/>
                </a:lnTo>
                <a:lnTo>
                  <a:pt x="985" y="3323"/>
                </a:lnTo>
                <a:lnTo>
                  <a:pt x="829" y="3621"/>
                </a:lnTo>
                <a:lnTo>
                  <a:pt x="691" y="3919"/>
                </a:lnTo>
                <a:lnTo>
                  <a:pt x="571" y="4226"/>
                </a:lnTo>
                <a:lnTo>
                  <a:pt x="461" y="4524"/>
                </a:lnTo>
                <a:lnTo>
                  <a:pt x="369" y="4830"/>
                </a:lnTo>
                <a:lnTo>
                  <a:pt x="286" y="5137"/>
                </a:lnTo>
                <a:lnTo>
                  <a:pt x="212" y="5435"/>
                </a:lnTo>
                <a:lnTo>
                  <a:pt x="148" y="5734"/>
                </a:lnTo>
                <a:lnTo>
                  <a:pt x="102" y="6032"/>
                </a:lnTo>
                <a:lnTo>
                  <a:pt x="65" y="6322"/>
                </a:lnTo>
                <a:lnTo>
                  <a:pt x="37" y="6612"/>
                </a:lnTo>
                <a:lnTo>
                  <a:pt x="10" y="6893"/>
                </a:lnTo>
                <a:lnTo>
                  <a:pt x="1" y="7159"/>
                </a:lnTo>
                <a:lnTo>
                  <a:pt x="1" y="7424"/>
                </a:lnTo>
                <a:lnTo>
                  <a:pt x="1" y="7681"/>
                </a:lnTo>
                <a:lnTo>
                  <a:pt x="19" y="7929"/>
                </a:lnTo>
                <a:lnTo>
                  <a:pt x="37" y="8161"/>
                </a:lnTo>
                <a:lnTo>
                  <a:pt x="56" y="8385"/>
                </a:lnTo>
                <a:lnTo>
                  <a:pt x="129" y="8940"/>
                </a:lnTo>
                <a:lnTo>
                  <a:pt x="175" y="9222"/>
                </a:lnTo>
                <a:lnTo>
                  <a:pt x="231" y="9503"/>
                </a:lnTo>
                <a:lnTo>
                  <a:pt x="295" y="9793"/>
                </a:lnTo>
                <a:lnTo>
                  <a:pt x="369" y="10075"/>
                </a:lnTo>
                <a:lnTo>
                  <a:pt x="442" y="10365"/>
                </a:lnTo>
                <a:lnTo>
                  <a:pt x="534" y="10647"/>
                </a:lnTo>
                <a:lnTo>
                  <a:pt x="645" y="10937"/>
                </a:lnTo>
                <a:lnTo>
                  <a:pt x="755" y="11218"/>
                </a:lnTo>
                <a:lnTo>
                  <a:pt x="884" y="11500"/>
                </a:lnTo>
                <a:lnTo>
                  <a:pt x="1031" y="11773"/>
                </a:lnTo>
                <a:lnTo>
                  <a:pt x="1197" y="12047"/>
                </a:lnTo>
                <a:lnTo>
                  <a:pt x="1372" y="12312"/>
                </a:lnTo>
                <a:lnTo>
                  <a:pt x="1565" y="12569"/>
                </a:lnTo>
                <a:lnTo>
                  <a:pt x="1786" y="12817"/>
                </a:lnTo>
                <a:lnTo>
                  <a:pt x="2016" y="13066"/>
                </a:lnTo>
                <a:lnTo>
                  <a:pt x="2145" y="13182"/>
                </a:lnTo>
                <a:lnTo>
                  <a:pt x="2274" y="13298"/>
                </a:lnTo>
                <a:lnTo>
                  <a:pt x="2412" y="13414"/>
                </a:lnTo>
                <a:lnTo>
                  <a:pt x="2550" y="13530"/>
                </a:lnTo>
                <a:lnTo>
                  <a:pt x="2697" y="13638"/>
                </a:lnTo>
                <a:lnTo>
                  <a:pt x="2854" y="13745"/>
                </a:lnTo>
                <a:lnTo>
                  <a:pt x="3010" y="13845"/>
                </a:lnTo>
                <a:lnTo>
                  <a:pt x="3176" y="13953"/>
                </a:lnTo>
                <a:lnTo>
                  <a:pt x="3342" y="14052"/>
                </a:lnTo>
                <a:lnTo>
                  <a:pt x="3526" y="14143"/>
                </a:lnTo>
                <a:lnTo>
                  <a:pt x="3710" y="14234"/>
                </a:lnTo>
                <a:lnTo>
                  <a:pt x="3894" y="14325"/>
                </a:lnTo>
                <a:lnTo>
                  <a:pt x="4096" y="14408"/>
                </a:lnTo>
                <a:lnTo>
                  <a:pt x="4299" y="14491"/>
                </a:lnTo>
                <a:lnTo>
                  <a:pt x="4510" y="14566"/>
                </a:lnTo>
                <a:lnTo>
                  <a:pt x="4731" y="14640"/>
                </a:lnTo>
                <a:lnTo>
                  <a:pt x="4952" y="14715"/>
                </a:lnTo>
                <a:lnTo>
                  <a:pt x="5182" y="14781"/>
                </a:lnTo>
                <a:lnTo>
                  <a:pt x="5422" y="14847"/>
                </a:lnTo>
                <a:lnTo>
                  <a:pt x="5670" y="14905"/>
                </a:lnTo>
                <a:lnTo>
                  <a:pt x="5928" y="14955"/>
                </a:lnTo>
                <a:lnTo>
                  <a:pt x="6186" y="15005"/>
                </a:lnTo>
                <a:lnTo>
                  <a:pt x="6462" y="15054"/>
                </a:lnTo>
                <a:lnTo>
                  <a:pt x="6738" y="15096"/>
                </a:lnTo>
                <a:lnTo>
                  <a:pt x="7023" y="15129"/>
                </a:lnTo>
                <a:lnTo>
                  <a:pt x="7318" y="15162"/>
                </a:lnTo>
                <a:lnTo>
                  <a:pt x="7621" y="15195"/>
                </a:lnTo>
                <a:lnTo>
                  <a:pt x="7934" y="15212"/>
                </a:lnTo>
                <a:lnTo>
                  <a:pt x="8256" y="15237"/>
                </a:lnTo>
                <a:lnTo>
                  <a:pt x="8588" y="15245"/>
                </a:lnTo>
                <a:lnTo>
                  <a:pt x="9011" y="15253"/>
                </a:lnTo>
                <a:lnTo>
                  <a:pt x="9333" y="15245"/>
                </a:lnTo>
                <a:lnTo>
                  <a:pt x="9637" y="15237"/>
                </a:lnTo>
                <a:lnTo>
                  <a:pt x="9941" y="15220"/>
                </a:lnTo>
                <a:lnTo>
                  <a:pt x="10235" y="15195"/>
                </a:lnTo>
                <a:lnTo>
                  <a:pt x="10530" y="15162"/>
                </a:lnTo>
                <a:lnTo>
                  <a:pt x="10806" y="15129"/>
                </a:lnTo>
                <a:lnTo>
                  <a:pt x="11082" y="15088"/>
                </a:lnTo>
                <a:lnTo>
                  <a:pt x="11358" y="15038"/>
                </a:lnTo>
                <a:lnTo>
                  <a:pt x="11625" y="14980"/>
                </a:lnTo>
                <a:lnTo>
                  <a:pt x="11883" y="14914"/>
                </a:lnTo>
                <a:lnTo>
                  <a:pt x="12131" y="14847"/>
                </a:lnTo>
                <a:lnTo>
                  <a:pt x="12380" y="14781"/>
                </a:lnTo>
                <a:lnTo>
                  <a:pt x="12619" y="14698"/>
                </a:lnTo>
                <a:lnTo>
                  <a:pt x="12858" y="14615"/>
                </a:lnTo>
                <a:lnTo>
                  <a:pt x="13079" y="14532"/>
                </a:lnTo>
                <a:lnTo>
                  <a:pt x="13309" y="14441"/>
                </a:lnTo>
                <a:lnTo>
                  <a:pt x="13521" y="14342"/>
                </a:lnTo>
                <a:lnTo>
                  <a:pt x="13733" y="14242"/>
                </a:lnTo>
                <a:lnTo>
                  <a:pt x="13944" y="14135"/>
                </a:lnTo>
                <a:lnTo>
                  <a:pt x="14147" y="14027"/>
                </a:lnTo>
                <a:lnTo>
                  <a:pt x="14340" y="13911"/>
                </a:lnTo>
                <a:lnTo>
                  <a:pt x="14524" y="13795"/>
                </a:lnTo>
                <a:lnTo>
                  <a:pt x="14708" y="13671"/>
                </a:lnTo>
                <a:lnTo>
                  <a:pt x="14892" y="13547"/>
                </a:lnTo>
                <a:lnTo>
                  <a:pt x="15067" y="13422"/>
                </a:lnTo>
                <a:lnTo>
                  <a:pt x="15233" y="13290"/>
                </a:lnTo>
                <a:lnTo>
                  <a:pt x="15389" y="13157"/>
                </a:lnTo>
                <a:lnTo>
                  <a:pt x="15555" y="13016"/>
                </a:lnTo>
                <a:lnTo>
                  <a:pt x="15702" y="12884"/>
                </a:lnTo>
                <a:lnTo>
                  <a:pt x="15850" y="12735"/>
                </a:lnTo>
                <a:lnTo>
                  <a:pt x="16135" y="12445"/>
                </a:lnTo>
                <a:lnTo>
                  <a:pt x="16393" y="12146"/>
                </a:lnTo>
                <a:lnTo>
                  <a:pt x="16632" y="11848"/>
                </a:lnTo>
                <a:lnTo>
                  <a:pt x="16853" y="11533"/>
                </a:lnTo>
                <a:lnTo>
                  <a:pt x="17055" y="11218"/>
                </a:lnTo>
                <a:lnTo>
                  <a:pt x="17239" y="10904"/>
                </a:lnTo>
                <a:lnTo>
                  <a:pt x="17405" y="10589"/>
                </a:lnTo>
                <a:lnTo>
                  <a:pt x="17552" y="10274"/>
                </a:lnTo>
                <a:lnTo>
                  <a:pt x="17690" y="9951"/>
                </a:lnTo>
                <a:lnTo>
                  <a:pt x="17801" y="9636"/>
                </a:lnTo>
                <a:lnTo>
                  <a:pt x="17902" y="9329"/>
                </a:lnTo>
                <a:lnTo>
                  <a:pt x="17985" y="9023"/>
                </a:lnTo>
                <a:lnTo>
                  <a:pt x="18049" y="8725"/>
                </a:lnTo>
                <a:lnTo>
                  <a:pt x="18104" y="8435"/>
                </a:lnTo>
                <a:lnTo>
                  <a:pt x="18141" y="8161"/>
                </a:lnTo>
                <a:lnTo>
                  <a:pt x="18169" y="7888"/>
                </a:lnTo>
                <a:lnTo>
                  <a:pt x="18178" y="7631"/>
                </a:lnTo>
                <a:lnTo>
                  <a:pt x="18178" y="7357"/>
                </a:lnTo>
                <a:lnTo>
                  <a:pt x="18169" y="7076"/>
                </a:lnTo>
                <a:lnTo>
                  <a:pt x="18160" y="6769"/>
                </a:lnTo>
                <a:lnTo>
                  <a:pt x="18132" y="6454"/>
                </a:lnTo>
                <a:lnTo>
                  <a:pt x="17166" y="6123"/>
                </a:lnTo>
                <a:lnTo>
                  <a:pt x="16227" y="5792"/>
                </a:lnTo>
                <a:lnTo>
                  <a:pt x="15306" y="5444"/>
                </a:lnTo>
                <a:lnTo>
                  <a:pt x="14405" y="5079"/>
                </a:lnTo>
                <a:lnTo>
                  <a:pt x="13521" y="4714"/>
                </a:lnTo>
                <a:lnTo>
                  <a:pt x="12647" y="4333"/>
                </a:lnTo>
                <a:lnTo>
                  <a:pt x="11800" y="3944"/>
                </a:lnTo>
                <a:lnTo>
                  <a:pt x="10972" y="3538"/>
                </a:lnTo>
                <a:lnTo>
                  <a:pt x="10162" y="3132"/>
                </a:lnTo>
                <a:lnTo>
                  <a:pt x="9370" y="2709"/>
                </a:lnTo>
                <a:lnTo>
                  <a:pt x="8597" y="2279"/>
                </a:lnTo>
                <a:lnTo>
                  <a:pt x="7833" y="1839"/>
                </a:lnTo>
                <a:lnTo>
                  <a:pt x="7097" y="1392"/>
                </a:lnTo>
                <a:lnTo>
                  <a:pt x="6370" y="936"/>
                </a:lnTo>
                <a:lnTo>
                  <a:pt x="5661" y="472"/>
                </a:lnTo>
                <a:lnTo>
                  <a:pt x="4971" y="0"/>
                </a:lnTo>
                <a:close/>
              </a:path>
            </a:pathLst>
          </a:custGeom>
          <a:solidFill>
            <a:srgbClr val="9768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51"/>
          <p:cNvSpPr/>
          <p:nvPr/>
        </p:nvSpPr>
        <p:spPr>
          <a:xfrm flipH="1">
            <a:off x="6459711" y="4266915"/>
            <a:ext cx="466837" cy="436836"/>
          </a:xfrm>
          <a:custGeom>
            <a:avLst/>
            <a:gdLst/>
            <a:ahLst/>
            <a:cxnLst/>
            <a:rect l="l" t="t" r="r" b="b"/>
            <a:pathLst>
              <a:path w="18179" h="15254" fill="none" extrusionOk="0">
                <a:moveTo>
                  <a:pt x="4971" y="0"/>
                </a:moveTo>
                <a:lnTo>
                  <a:pt x="4971" y="0"/>
                </a:lnTo>
                <a:lnTo>
                  <a:pt x="5661" y="472"/>
                </a:lnTo>
                <a:lnTo>
                  <a:pt x="6370" y="936"/>
                </a:lnTo>
                <a:lnTo>
                  <a:pt x="7097" y="1392"/>
                </a:lnTo>
                <a:lnTo>
                  <a:pt x="7833" y="1839"/>
                </a:lnTo>
                <a:lnTo>
                  <a:pt x="8597" y="2279"/>
                </a:lnTo>
                <a:lnTo>
                  <a:pt x="9370" y="2709"/>
                </a:lnTo>
                <a:lnTo>
                  <a:pt x="10162" y="3132"/>
                </a:lnTo>
                <a:lnTo>
                  <a:pt x="10972" y="3538"/>
                </a:lnTo>
                <a:lnTo>
                  <a:pt x="11800" y="3944"/>
                </a:lnTo>
                <a:lnTo>
                  <a:pt x="12647" y="4333"/>
                </a:lnTo>
                <a:lnTo>
                  <a:pt x="13521" y="4714"/>
                </a:lnTo>
                <a:lnTo>
                  <a:pt x="14405" y="5079"/>
                </a:lnTo>
                <a:lnTo>
                  <a:pt x="15306" y="5444"/>
                </a:lnTo>
                <a:lnTo>
                  <a:pt x="16227" y="5792"/>
                </a:lnTo>
                <a:lnTo>
                  <a:pt x="17166" y="6123"/>
                </a:lnTo>
                <a:lnTo>
                  <a:pt x="18132" y="6454"/>
                </a:lnTo>
                <a:lnTo>
                  <a:pt x="18132" y="6454"/>
                </a:lnTo>
                <a:lnTo>
                  <a:pt x="18160" y="6769"/>
                </a:lnTo>
                <a:lnTo>
                  <a:pt x="18169" y="7076"/>
                </a:lnTo>
                <a:lnTo>
                  <a:pt x="18178" y="7357"/>
                </a:lnTo>
                <a:lnTo>
                  <a:pt x="18178" y="7631"/>
                </a:lnTo>
                <a:lnTo>
                  <a:pt x="18178" y="7631"/>
                </a:lnTo>
                <a:lnTo>
                  <a:pt x="18169" y="7888"/>
                </a:lnTo>
                <a:lnTo>
                  <a:pt x="18141" y="8161"/>
                </a:lnTo>
                <a:lnTo>
                  <a:pt x="18104" y="8435"/>
                </a:lnTo>
                <a:lnTo>
                  <a:pt x="18049" y="8725"/>
                </a:lnTo>
                <a:lnTo>
                  <a:pt x="17985" y="9023"/>
                </a:lnTo>
                <a:lnTo>
                  <a:pt x="17902" y="9329"/>
                </a:lnTo>
                <a:lnTo>
                  <a:pt x="17801" y="9636"/>
                </a:lnTo>
                <a:lnTo>
                  <a:pt x="17690" y="9951"/>
                </a:lnTo>
                <a:lnTo>
                  <a:pt x="17552" y="10274"/>
                </a:lnTo>
                <a:lnTo>
                  <a:pt x="17405" y="10589"/>
                </a:lnTo>
                <a:lnTo>
                  <a:pt x="17239" y="10904"/>
                </a:lnTo>
                <a:lnTo>
                  <a:pt x="17055" y="11218"/>
                </a:lnTo>
                <a:lnTo>
                  <a:pt x="16853" y="11533"/>
                </a:lnTo>
                <a:lnTo>
                  <a:pt x="16632" y="11848"/>
                </a:lnTo>
                <a:lnTo>
                  <a:pt x="16393" y="12146"/>
                </a:lnTo>
                <a:lnTo>
                  <a:pt x="16135" y="12445"/>
                </a:lnTo>
                <a:lnTo>
                  <a:pt x="15850" y="12735"/>
                </a:lnTo>
                <a:lnTo>
                  <a:pt x="15702" y="12884"/>
                </a:lnTo>
                <a:lnTo>
                  <a:pt x="15555" y="13016"/>
                </a:lnTo>
                <a:lnTo>
                  <a:pt x="15389" y="13157"/>
                </a:lnTo>
                <a:lnTo>
                  <a:pt x="15233" y="13290"/>
                </a:lnTo>
                <a:lnTo>
                  <a:pt x="15067" y="13422"/>
                </a:lnTo>
                <a:lnTo>
                  <a:pt x="14892" y="13547"/>
                </a:lnTo>
                <a:lnTo>
                  <a:pt x="14708" y="13671"/>
                </a:lnTo>
                <a:lnTo>
                  <a:pt x="14524" y="13795"/>
                </a:lnTo>
                <a:lnTo>
                  <a:pt x="14340" y="13911"/>
                </a:lnTo>
                <a:lnTo>
                  <a:pt x="14147" y="14027"/>
                </a:lnTo>
                <a:lnTo>
                  <a:pt x="13944" y="14135"/>
                </a:lnTo>
                <a:lnTo>
                  <a:pt x="13733" y="14242"/>
                </a:lnTo>
                <a:lnTo>
                  <a:pt x="13521" y="14342"/>
                </a:lnTo>
                <a:lnTo>
                  <a:pt x="13309" y="14441"/>
                </a:lnTo>
                <a:lnTo>
                  <a:pt x="13079" y="14532"/>
                </a:lnTo>
                <a:lnTo>
                  <a:pt x="12858" y="14615"/>
                </a:lnTo>
                <a:lnTo>
                  <a:pt x="12619" y="14698"/>
                </a:lnTo>
                <a:lnTo>
                  <a:pt x="12380" y="14781"/>
                </a:lnTo>
                <a:lnTo>
                  <a:pt x="12131" y="14847"/>
                </a:lnTo>
                <a:lnTo>
                  <a:pt x="11883" y="14914"/>
                </a:lnTo>
                <a:lnTo>
                  <a:pt x="11625" y="14980"/>
                </a:lnTo>
                <a:lnTo>
                  <a:pt x="11358" y="15038"/>
                </a:lnTo>
                <a:lnTo>
                  <a:pt x="11082" y="15088"/>
                </a:lnTo>
                <a:lnTo>
                  <a:pt x="10806" y="15129"/>
                </a:lnTo>
                <a:lnTo>
                  <a:pt x="10530" y="15162"/>
                </a:lnTo>
                <a:lnTo>
                  <a:pt x="10235" y="15195"/>
                </a:lnTo>
                <a:lnTo>
                  <a:pt x="9941" y="15220"/>
                </a:lnTo>
                <a:lnTo>
                  <a:pt x="9637" y="15237"/>
                </a:lnTo>
                <a:lnTo>
                  <a:pt x="9333" y="15245"/>
                </a:lnTo>
                <a:lnTo>
                  <a:pt x="9011" y="15253"/>
                </a:lnTo>
                <a:lnTo>
                  <a:pt x="9011" y="15253"/>
                </a:lnTo>
                <a:lnTo>
                  <a:pt x="8588" y="15245"/>
                </a:lnTo>
                <a:lnTo>
                  <a:pt x="8588" y="15245"/>
                </a:lnTo>
                <a:lnTo>
                  <a:pt x="8256" y="15237"/>
                </a:lnTo>
                <a:lnTo>
                  <a:pt x="7934" y="15212"/>
                </a:lnTo>
                <a:lnTo>
                  <a:pt x="7621" y="15195"/>
                </a:lnTo>
                <a:lnTo>
                  <a:pt x="7318" y="15162"/>
                </a:lnTo>
                <a:lnTo>
                  <a:pt x="7023" y="15129"/>
                </a:lnTo>
                <a:lnTo>
                  <a:pt x="6738" y="15096"/>
                </a:lnTo>
                <a:lnTo>
                  <a:pt x="6462" y="15054"/>
                </a:lnTo>
                <a:lnTo>
                  <a:pt x="6186" y="15005"/>
                </a:lnTo>
                <a:lnTo>
                  <a:pt x="5928" y="14955"/>
                </a:lnTo>
                <a:lnTo>
                  <a:pt x="5670" y="14905"/>
                </a:lnTo>
                <a:lnTo>
                  <a:pt x="5422" y="14847"/>
                </a:lnTo>
                <a:lnTo>
                  <a:pt x="5182" y="14781"/>
                </a:lnTo>
                <a:lnTo>
                  <a:pt x="4952" y="14715"/>
                </a:lnTo>
                <a:lnTo>
                  <a:pt x="4731" y="14640"/>
                </a:lnTo>
                <a:lnTo>
                  <a:pt x="4510" y="14566"/>
                </a:lnTo>
                <a:lnTo>
                  <a:pt x="4299" y="14491"/>
                </a:lnTo>
                <a:lnTo>
                  <a:pt x="4096" y="14408"/>
                </a:lnTo>
                <a:lnTo>
                  <a:pt x="3894" y="14325"/>
                </a:lnTo>
                <a:lnTo>
                  <a:pt x="3710" y="14234"/>
                </a:lnTo>
                <a:lnTo>
                  <a:pt x="3526" y="14143"/>
                </a:lnTo>
                <a:lnTo>
                  <a:pt x="3342" y="14052"/>
                </a:lnTo>
                <a:lnTo>
                  <a:pt x="3176" y="13953"/>
                </a:lnTo>
                <a:lnTo>
                  <a:pt x="3010" y="13845"/>
                </a:lnTo>
                <a:lnTo>
                  <a:pt x="2854" y="13745"/>
                </a:lnTo>
                <a:lnTo>
                  <a:pt x="2697" y="13638"/>
                </a:lnTo>
                <a:lnTo>
                  <a:pt x="2550" y="13530"/>
                </a:lnTo>
                <a:lnTo>
                  <a:pt x="2412" y="13414"/>
                </a:lnTo>
                <a:lnTo>
                  <a:pt x="2274" y="13298"/>
                </a:lnTo>
                <a:lnTo>
                  <a:pt x="2145" y="13182"/>
                </a:lnTo>
                <a:lnTo>
                  <a:pt x="2016" y="13066"/>
                </a:lnTo>
                <a:lnTo>
                  <a:pt x="1786" y="12817"/>
                </a:lnTo>
                <a:lnTo>
                  <a:pt x="1565" y="12569"/>
                </a:lnTo>
                <a:lnTo>
                  <a:pt x="1372" y="12312"/>
                </a:lnTo>
                <a:lnTo>
                  <a:pt x="1197" y="12047"/>
                </a:lnTo>
                <a:lnTo>
                  <a:pt x="1031" y="11773"/>
                </a:lnTo>
                <a:lnTo>
                  <a:pt x="884" y="11500"/>
                </a:lnTo>
                <a:lnTo>
                  <a:pt x="755" y="11218"/>
                </a:lnTo>
                <a:lnTo>
                  <a:pt x="645" y="10937"/>
                </a:lnTo>
                <a:lnTo>
                  <a:pt x="534" y="10647"/>
                </a:lnTo>
                <a:lnTo>
                  <a:pt x="442" y="10365"/>
                </a:lnTo>
                <a:lnTo>
                  <a:pt x="369" y="10075"/>
                </a:lnTo>
                <a:lnTo>
                  <a:pt x="295" y="9793"/>
                </a:lnTo>
                <a:lnTo>
                  <a:pt x="231" y="9503"/>
                </a:lnTo>
                <a:lnTo>
                  <a:pt x="175" y="9222"/>
                </a:lnTo>
                <a:lnTo>
                  <a:pt x="129" y="8940"/>
                </a:lnTo>
                <a:lnTo>
                  <a:pt x="56" y="8385"/>
                </a:lnTo>
                <a:lnTo>
                  <a:pt x="56" y="8385"/>
                </a:lnTo>
                <a:lnTo>
                  <a:pt x="37" y="8161"/>
                </a:lnTo>
                <a:lnTo>
                  <a:pt x="19" y="7929"/>
                </a:lnTo>
                <a:lnTo>
                  <a:pt x="1" y="7681"/>
                </a:lnTo>
                <a:lnTo>
                  <a:pt x="1" y="7424"/>
                </a:lnTo>
                <a:lnTo>
                  <a:pt x="1" y="7159"/>
                </a:lnTo>
                <a:lnTo>
                  <a:pt x="10" y="6893"/>
                </a:lnTo>
                <a:lnTo>
                  <a:pt x="37" y="6612"/>
                </a:lnTo>
                <a:lnTo>
                  <a:pt x="65" y="6322"/>
                </a:lnTo>
                <a:lnTo>
                  <a:pt x="102" y="6032"/>
                </a:lnTo>
                <a:lnTo>
                  <a:pt x="148" y="5734"/>
                </a:lnTo>
                <a:lnTo>
                  <a:pt x="212" y="5435"/>
                </a:lnTo>
                <a:lnTo>
                  <a:pt x="286" y="5137"/>
                </a:lnTo>
                <a:lnTo>
                  <a:pt x="369" y="4830"/>
                </a:lnTo>
                <a:lnTo>
                  <a:pt x="461" y="4524"/>
                </a:lnTo>
                <a:lnTo>
                  <a:pt x="571" y="4226"/>
                </a:lnTo>
                <a:lnTo>
                  <a:pt x="691" y="3919"/>
                </a:lnTo>
                <a:lnTo>
                  <a:pt x="829" y="3621"/>
                </a:lnTo>
                <a:lnTo>
                  <a:pt x="985" y="3323"/>
                </a:lnTo>
                <a:lnTo>
                  <a:pt x="1151" y="3033"/>
                </a:lnTo>
                <a:lnTo>
                  <a:pt x="1335" y="2743"/>
                </a:lnTo>
                <a:lnTo>
                  <a:pt x="1538" y="2461"/>
                </a:lnTo>
                <a:lnTo>
                  <a:pt x="1749" y="2187"/>
                </a:lnTo>
                <a:lnTo>
                  <a:pt x="1989" y="1914"/>
                </a:lnTo>
                <a:lnTo>
                  <a:pt x="2237" y="1657"/>
                </a:lnTo>
                <a:lnTo>
                  <a:pt x="2504" y="1409"/>
                </a:lnTo>
                <a:lnTo>
                  <a:pt x="2651" y="1284"/>
                </a:lnTo>
                <a:lnTo>
                  <a:pt x="2799" y="1168"/>
                </a:lnTo>
                <a:lnTo>
                  <a:pt x="2946" y="1052"/>
                </a:lnTo>
                <a:lnTo>
                  <a:pt x="3111" y="936"/>
                </a:lnTo>
                <a:lnTo>
                  <a:pt x="3268" y="829"/>
                </a:lnTo>
                <a:lnTo>
                  <a:pt x="3443" y="721"/>
                </a:lnTo>
                <a:lnTo>
                  <a:pt x="3608" y="622"/>
                </a:lnTo>
                <a:lnTo>
                  <a:pt x="3793" y="522"/>
                </a:lnTo>
                <a:lnTo>
                  <a:pt x="3977" y="423"/>
                </a:lnTo>
                <a:lnTo>
                  <a:pt x="4161" y="332"/>
                </a:lnTo>
                <a:lnTo>
                  <a:pt x="4354" y="240"/>
                </a:lnTo>
                <a:lnTo>
                  <a:pt x="4556" y="158"/>
                </a:lnTo>
                <a:lnTo>
                  <a:pt x="4759" y="75"/>
                </a:lnTo>
                <a:lnTo>
                  <a:pt x="497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51"/>
          <p:cNvSpPr/>
          <p:nvPr/>
        </p:nvSpPr>
        <p:spPr>
          <a:xfrm flipH="1">
            <a:off x="6460897" y="4250534"/>
            <a:ext cx="338026" cy="201236"/>
          </a:xfrm>
          <a:custGeom>
            <a:avLst/>
            <a:gdLst/>
            <a:ahLst/>
            <a:cxnLst/>
            <a:rect l="l" t="t" r="r" b="b"/>
            <a:pathLst>
              <a:path w="13163" h="7027" extrusionOk="0">
                <a:moveTo>
                  <a:pt x="3535" y="0"/>
                </a:moveTo>
                <a:lnTo>
                  <a:pt x="3268" y="9"/>
                </a:lnTo>
                <a:lnTo>
                  <a:pt x="2992" y="17"/>
                </a:lnTo>
                <a:lnTo>
                  <a:pt x="2734" y="34"/>
                </a:lnTo>
                <a:lnTo>
                  <a:pt x="2476" y="58"/>
                </a:lnTo>
                <a:lnTo>
                  <a:pt x="2228" y="83"/>
                </a:lnTo>
                <a:lnTo>
                  <a:pt x="1979" y="116"/>
                </a:lnTo>
                <a:lnTo>
                  <a:pt x="1740" y="150"/>
                </a:lnTo>
                <a:lnTo>
                  <a:pt x="1510" y="191"/>
                </a:lnTo>
                <a:lnTo>
                  <a:pt x="1280" y="232"/>
                </a:lnTo>
                <a:lnTo>
                  <a:pt x="1050" y="282"/>
                </a:lnTo>
                <a:lnTo>
                  <a:pt x="829" y="332"/>
                </a:lnTo>
                <a:lnTo>
                  <a:pt x="617" y="382"/>
                </a:lnTo>
                <a:lnTo>
                  <a:pt x="406" y="448"/>
                </a:lnTo>
                <a:lnTo>
                  <a:pt x="1" y="572"/>
                </a:lnTo>
                <a:lnTo>
                  <a:pt x="691" y="1044"/>
                </a:lnTo>
                <a:lnTo>
                  <a:pt x="1400" y="1508"/>
                </a:lnTo>
                <a:lnTo>
                  <a:pt x="2127" y="1964"/>
                </a:lnTo>
                <a:lnTo>
                  <a:pt x="2863" y="2411"/>
                </a:lnTo>
                <a:lnTo>
                  <a:pt x="3627" y="2851"/>
                </a:lnTo>
                <a:lnTo>
                  <a:pt x="4400" y="3281"/>
                </a:lnTo>
                <a:lnTo>
                  <a:pt x="5192" y="3704"/>
                </a:lnTo>
                <a:lnTo>
                  <a:pt x="6002" y="4110"/>
                </a:lnTo>
                <a:lnTo>
                  <a:pt x="6830" y="4516"/>
                </a:lnTo>
                <a:lnTo>
                  <a:pt x="7677" y="4905"/>
                </a:lnTo>
                <a:lnTo>
                  <a:pt x="8551" y="5286"/>
                </a:lnTo>
                <a:lnTo>
                  <a:pt x="9435" y="5651"/>
                </a:lnTo>
                <a:lnTo>
                  <a:pt x="10336" y="6016"/>
                </a:lnTo>
                <a:lnTo>
                  <a:pt x="11257" y="6364"/>
                </a:lnTo>
                <a:lnTo>
                  <a:pt x="12196" y="6695"/>
                </a:lnTo>
                <a:lnTo>
                  <a:pt x="13162" y="7026"/>
                </a:lnTo>
                <a:lnTo>
                  <a:pt x="13162" y="7026"/>
                </a:lnTo>
                <a:lnTo>
                  <a:pt x="13134" y="6761"/>
                </a:lnTo>
                <a:lnTo>
                  <a:pt x="13098" y="6488"/>
                </a:lnTo>
                <a:lnTo>
                  <a:pt x="13052" y="6214"/>
                </a:lnTo>
                <a:lnTo>
                  <a:pt x="12996" y="5933"/>
                </a:lnTo>
                <a:lnTo>
                  <a:pt x="12932" y="5651"/>
                </a:lnTo>
                <a:lnTo>
                  <a:pt x="12849" y="5361"/>
                </a:lnTo>
                <a:lnTo>
                  <a:pt x="12757" y="5071"/>
                </a:lnTo>
                <a:lnTo>
                  <a:pt x="12656" y="4781"/>
                </a:lnTo>
                <a:lnTo>
                  <a:pt x="12536" y="4491"/>
                </a:lnTo>
                <a:lnTo>
                  <a:pt x="12407" y="4201"/>
                </a:lnTo>
                <a:lnTo>
                  <a:pt x="12260" y="3911"/>
                </a:lnTo>
                <a:lnTo>
                  <a:pt x="12094" y="3629"/>
                </a:lnTo>
                <a:lnTo>
                  <a:pt x="11920" y="3348"/>
                </a:lnTo>
                <a:lnTo>
                  <a:pt x="11717" y="3066"/>
                </a:lnTo>
                <a:lnTo>
                  <a:pt x="11505" y="2793"/>
                </a:lnTo>
                <a:lnTo>
                  <a:pt x="11266" y="2527"/>
                </a:lnTo>
                <a:lnTo>
                  <a:pt x="11008" y="2271"/>
                </a:lnTo>
                <a:lnTo>
                  <a:pt x="10870" y="2146"/>
                </a:lnTo>
                <a:lnTo>
                  <a:pt x="10732" y="2022"/>
                </a:lnTo>
                <a:lnTo>
                  <a:pt x="10585" y="1906"/>
                </a:lnTo>
                <a:lnTo>
                  <a:pt x="10429" y="1790"/>
                </a:lnTo>
                <a:lnTo>
                  <a:pt x="10272" y="1674"/>
                </a:lnTo>
                <a:lnTo>
                  <a:pt x="10106" y="1558"/>
                </a:lnTo>
                <a:lnTo>
                  <a:pt x="9932" y="1450"/>
                </a:lnTo>
                <a:lnTo>
                  <a:pt x="9757" y="1343"/>
                </a:lnTo>
                <a:lnTo>
                  <a:pt x="9573" y="1235"/>
                </a:lnTo>
                <a:lnTo>
                  <a:pt x="9388" y="1136"/>
                </a:lnTo>
                <a:lnTo>
                  <a:pt x="9195" y="1044"/>
                </a:lnTo>
                <a:lnTo>
                  <a:pt x="8993" y="945"/>
                </a:lnTo>
                <a:lnTo>
                  <a:pt x="8781" y="854"/>
                </a:lnTo>
                <a:lnTo>
                  <a:pt x="8569" y="771"/>
                </a:lnTo>
                <a:lnTo>
                  <a:pt x="8348" y="688"/>
                </a:lnTo>
                <a:lnTo>
                  <a:pt x="8118" y="614"/>
                </a:lnTo>
                <a:lnTo>
                  <a:pt x="7879" y="539"/>
                </a:lnTo>
                <a:lnTo>
                  <a:pt x="7640" y="464"/>
                </a:lnTo>
                <a:lnTo>
                  <a:pt x="7391" y="398"/>
                </a:lnTo>
                <a:lnTo>
                  <a:pt x="7134" y="340"/>
                </a:lnTo>
                <a:lnTo>
                  <a:pt x="6867" y="282"/>
                </a:lnTo>
                <a:lnTo>
                  <a:pt x="6600" y="232"/>
                </a:lnTo>
                <a:lnTo>
                  <a:pt x="6314" y="183"/>
                </a:lnTo>
                <a:lnTo>
                  <a:pt x="6029" y="141"/>
                </a:lnTo>
                <a:lnTo>
                  <a:pt x="5735" y="108"/>
                </a:lnTo>
                <a:lnTo>
                  <a:pt x="5440" y="75"/>
                </a:lnTo>
                <a:lnTo>
                  <a:pt x="5127" y="42"/>
                </a:lnTo>
                <a:lnTo>
                  <a:pt x="4805" y="25"/>
                </a:lnTo>
                <a:lnTo>
                  <a:pt x="4483" y="9"/>
                </a:lnTo>
                <a:lnTo>
                  <a:pt x="4152" y="0"/>
                </a:lnTo>
                <a:close/>
              </a:path>
            </a:pathLst>
          </a:custGeom>
          <a:solidFill>
            <a:srgbClr val="590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51"/>
          <p:cNvSpPr/>
          <p:nvPr/>
        </p:nvSpPr>
        <p:spPr>
          <a:xfrm flipH="1">
            <a:off x="6460897" y="4250534"/>
            <a:ext cx="338026" cy="201236"/>
          </a:xfrm>
          <a:custGeom>
            <a:avLst/>
            <a:gdLst/>
            <a:ahLst/>
            <a:cxnLst/>
            <a:rect l="l" t="t" r="r" b="b"/>
            <a:pathLst>
              <a:path w="13163" h="7027" fill="none" extrusionOk="0">
                <a:moveTo>
                  <a:pt x="3820" y="0"/>
                </a:moveTo>
                <a:lnTo>
                  <a:pt x="3820" y="0"/>
                </a:lnTo>
                <a:lnTo>
                  <a:pt x="4152" y="0"/>
                </a:lnTo>
                <a:lnTo>
                  <a:pt x="4152" y="0"/>
                </a:lnTo>
                <a:lnTo>
                  <a:pt x="4483" y="9"/>
                </a:lnTo>
                <a:lnTo>
                  <a:pt x="4805" y="25"/>
                </a:lnTo>
                <a:lnTo>
                  <a:pt x="5127" y="42"/>
                </a:lnTo>
                <a:lnTo>
                  <a:pt x="5440" y="75"/>
                </a:lnTo>
                <a:lnTo>
                  <a:pt x="5735" y="108"/>
                </a:lnTo>
                <a:lnTo>
                  <a:pt x="6029" y="141"/>
                </a:lnTo>
                <a:lnTo>
                  <a:pt x="6314" y="183"/>
                </a:lnTo>
                <a:lnTo>
                  <a:pt x="6600" y="232"/>
                </a:lnTo>
                <a:lnTo>
                  <a:pt x="6867" y="282"/>
                </a:lnTo>
                <a:lnTo>
                  <a:pt x="7134" y="340"/>
                </a:lnTo>
                <a:lnTo>
                  <a:pt x="7391" y="398"/>
                </a:lnTo>
                <a:lnTo>
                  <a:pt x="7640" y="464"/>
                </a:lnTo>
                <a:lnTo>
                  <a:pt x="7879" y="539"/>
                </a:lnTo>
                <a:lnTo>
                  <a:pt x="8118" y="614"/>
                </a:lnTo>
                <a:lnTo>
                  <a:pt x="8348" y="688"/>
                </a:lnTo>
                <a:lnTo>
                  <a:pt x="8569" y="771"/>
                </a:lnTo>
                <a:lnTo>
                  <a:pt x="8781" y="854"/>
                </a:lnTo>
                <a:lnTo>
                  <a:pt x="8993" y="945"/>
                </a:lnTo>
                <a:lnTo>
                  <a:pt x="9195" y="1044"/>
                </a:lnTo>
                <a:lnTo>
                  <a:pt x="9388" y="1136"/>
                </a:lnTo>
                <a:lnTo>
                  <a:pt x="9573" y="1235"/>
                </a:lnTo>
                <a:lnTo>
                  <a:pt x="9757" y="1343"/>
                </a:lnTo>
                <a:lnTo>
                  <a:pt x="9932" y="1450"/>
                </a:lnTo>
                <a:lnTo>
                  <a:pt x="10106" y="1558"/>
                </a:lnTo>
                <a:lnTo>
                  <a:pt x="10272" y="1674"/>
                </a:lnTo>
                <a:lnTo>
                  <a:pt x="10429" y="1790"/>
                </a:lnTo>
                <a:lnTo>
                  <a:pt x="10585" y="1906"/>
                </a:lnTo>
                <a:lnTo>
                  <a:pt x="10732" y="2022"/>
                </a:lnTo>
                <a:lnTo>
                  <a:pt x="10870" y="2146"/>
                </a:lnTo>
                <a:lnTo>
                  <a:pt x="11008" y="2271"/>
                </a:lnTo>
                <a:lnTo>
                  <a:pt x="11266" y="2527"/>
                </a:lnTo>
                <a:lnTo>
                  <a:pt x="11505" y="2793"/>
                </a:lnTo>
                <a:lnTo>
                  <a:pt x="11717" y="3066"/>
                </a:lnTo>
                <a:lnTo>
                  <a:pt x="11920" y="3348"/>
                </a:lnTo>
                <a:lnTo>
                  <a:pt x="12094" y="3629"/>
                </a:lnTo>
                <a:lnTo>
                  <a:pt x="12260" y="3911"/>
                </a:lnTo>
                <a:lnTo>
                  <a:pt x="12407" y="4201"/>
                </a:lnTo>
                <a:lnTo>
                  <a:pt x="12536" y="4491"/>
                </a:lnTo>
                <a:lnTo>
                  <a:pt x="12656" y="4781"/>
                </a:lnTo>
                <a:lnTo>
                  <a:pt x="12757" y="5071"/>
                </a:lnTo>
                <a:lnTo>
                  <a:pt x="12849" y="5361"/>
                </a:lnTo>
                <a:lnTo>
                  <a:pt x="12932" y="5651"/>
                </a:lnTo>
                <a:lnTo>
                  <a:pt x="12996" y="5933"/>
                </a:lnTo>
                <a:lnTo>
                  <a:pt x="13052" y="6214"/>
                </a:lnTo>
                <a:lnTo>
                  <a:pt x="13098" y="6488"/>
                </a:lnTo>
                <a:lnTo>
                  <a:pt x="13134" y="6761"/>
                </a:lnTo>
                <a:lnTo>
                  <a:pt x="13162" y="7026"/>
                </a:lnTo>
                <a:lnTo>
                  <a:pt x="13162" y="7026"/>
                </a:lnTo>
                <a:lnTo>
                  <a:pt x="12196" y="6695"/>
                </a:lnTo>
                <a:lnTo>
                  <a:pt x="11257" y="6364"/>
                </a:lnTo>
                <a:lnTo>
                  <a:pt x="10336" y="6016"/>
                </a:lnTo>
                <a:lnTo>
                  <a:pt x="9435" y="5651"/>
                </a:lnTo>
                <a:lnTo>
                  <a:pt x="8551" y="5286"/>
                </a:lnTo>
                <a:lnTo>
                  <a:pt x="7677" y="4905"/>
                </a:lnTo>
                <a:lnTo>
                  <a:pt x="6830" y="4516"/>
                </a:lnTo>
                <a:lnTo>
                  <a:pt x="6002" y="4110"/>
                </a:lnTo>
                <a:lnTo>
                  <a:pt x="5192" y="3704"/>
                </a:lnTo>
                <a:lnTo>
                  <a:pt x="4400" y="3281"/>
                </a:lnTo>
                <a:lnTo>
                  <a:pt x="3627" y="2851"/>
                </a:lnTo>
                <a:lnTo>
                  <a:pt x="2863" y="2411"/>
                </a:lnTo>
                <a:lnTo>
                  <a:pt x="2127" y="1964"/>
                </a:lnTo>
                <a:lnTo>
                  <a:pt x="1400" y="1508"/>
                </a:lnTo>
                <a:lnTo>
                  <a:pt x="691" y="1044"/>
                </a:lnTo>
                <a:lnTo>
                  <a:pt x="1" y="572"/>
                </a:lnTo>
                <a:lnTo>
                  <a:pt x="1" y="572"/>
                </a:lnTo>
                <a:lnTo>
                  <a:pt x="406" y="448"/>
                </a:lnTo>
                <a:lnTo>
                  <a:pt x="617" y="382"/>
                </a:lnTo>
                <a:lnTo>
                  <a:pt x="829" y="332"/>
                </a:lnTo>
                <a:lnTo>
                  <a:pt x="1050" y="282"/>
                </a:lnTo>
                <a:lnTo>
                  <a:pt x="1280" y="232"/>
                </a:lnTo>
                <a:lnTo>
                  <a:pt x="1510" y="191"/>
                </a:lnTo>
                <a:lnTo>
                  <a:pt x="1740" y="150"/>
                </a:lnTo>
                <a:lnTo>
                  <a:pt x="1979" y="116"/>
                </a:lnTo>
                <a:lnTo>
                  <a:pt x="2228" y="83"/>
                </a:lnTo>
                <a:lnTo>
                  <a:pt x="2476" y="58"/>
                </a:lnTo>
                <a:lnTo>
                  <a:pt x="2734" y="34"/>
                </a:lnTo>
                <a:lnTo>
                  <a:pt x="2992" y="17"/>
                </a:lnTo>
                <a:lnTo>
                  <a:pt x="3268" y="9"/>
                </a:lnTo>
                <a:lnTo>
                  <a:pt x="3535" y="0"/>
                </a:lnTo>
                <a:lnTo>
                  <a:pt x="382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51"/>
          <p:cNvSpPr/>
          <p:nvPr/>
        </p:nvSpPr>
        <p:spPr>
          <a:xfrm flipH="1">
            <a:off x="6644793" y="4422559"/>
            <a:ext cx="117024" cy="106560"/>
          </a:xfrm>
          <a:custGeom>
            <a:avLst/>
            <a:gdLst/>
            <a:ahLst/>
            <a:cxnLst/>
            <a:rect l="l" t="t" r="r" b="b"/>
            <a:pathLst>
              <a:path w="4557" h="3721" extrusionOk="0">
                <a:moveTo>
                  <a:pt x="516" y="0"/>
                </a:moveTo>
                <a:lnTo>
                  <a:pt x="396" y="183"/>
                </a:lnTo>
                <a:lnTo>
                  <a:pt x="295" y="365"/>
                </a:lnTo>
                <a:lnTo>
                  <a:pt x="203" y="547"/>
                </a:lnTo>
                <a:lnTo>
                  <a:pt x="129" y="729"/>
                </a:lnTo>
                <a:lnTo>
                  <a:pt x="74" y="912"/>
                </a:lnTo>
                <a:lnTo>
                  <a:pt x="37" y="1094"/>
                </a:lnTo>
                <a:lnTo>
                  <a:pt x="10" y="1276"/>
                </a:lnTo>
                <a:lnTo>
                  <a:pt x="1" y="1458"/>
                </a:lnTo>
                <a:lnTo>
                  <a:pt x="10" y="1616"/>
                </a:lnTo>
                <a:lnTo>
                  <a:pt x="28" y="1773"/>
                </a:lnTo>
                <a:lnTo>
                  <a:pt x="56" y="1922"/>
                </a:lnTo>
                <a:lnTo>
                  <a:pt x="93" y="2072"/>
                </a:lnTo>
                <a:lnTo>
                  <a:pt x="148" y="2221"/>
                </a:lnTo>
                <a:lnTo>
                  <a:pt x="212" y="2370"/>
                </a:lnTo>
                <a:lnTo>
                  <a:pt x="286" y="2519"/>
                </a:lnTo>
                <a:lnTo>
                  <a:pt x="369" y="2660"/>
                </a:lnTo>
                <a:lnTo>
                  <a:pt x="461" y="2809"/>
                </a:lnTo>
                <a:lnTo>
                  <a:pt x="571" y="2942"/>
                </a:lnTo>
                <a:lnTo>
                  <a:pt x="691" y="3082"/>
                </a:lnTo>
                <a:lnTo>
                  <a:pt x="820" y="3215"/>
                </a:lnTo>
                <a:lnTo>
                  <a:pt x="958" y="3348"/>
                </a:lnTo>
                <a:lnTo>
                  <a:pt x="1105" y="3472"/>
                </a:lnTo>
                <a:lnTo>
                  <a:pt x="1271" y="3604"/>
                </a:lnTo>
                <a:lnTo>
                  <a:pt x="1436" y="3720"/>
                </a:lnTo>
                <a:lnTo>
                  <a:pt x="2081" y="3389"/>
                </a:lnTo>
                <a:lnTo>
                  <a:pt x="2145" y="3339"/>
                </a:lnTo>
                <a:lnTo>
                  <a:pt x="2191" y="3281"/>
                </a:lnTo>
                <a:lnTo>
                  <a:pt x="2219" y="3223"/>
                </a:lnTo>
                <a:lnTo>
                  <a:pt x="2228" y="3165"/>
                </a:lnTo>
                <a:lnTo>
                  <a:pt x="2219" y="3107"/>
                </a:lnTo>
                <a:lnTo>
                  <a:pt x="2191" y="3049"/>
                </a:lnTo>
                <a:lnTo>
                  <a:pt x="2154" y="2991"/>
                </a:lnTo>
                <a:lnTo>
                  <a:pt x="2118" y="2950"/>
                </a:lnTo>
                <a:lnTo>
                  <a:pt x="1961" y="2776"/>
                </a:lnTo>
                <a:lnTo>
                  <a:pt x="1869" y="2660"/>
                </a:lnTo>
                <a:lnTo>
                  <a:pt x="1795" y="2536"/>
                </a:lnTo>
                <a:lnTo>
                  <a:pt x="1722" y="2386"/>
                </a:lnTo>
                <a:lnTo>
                  <a:pt x="1657" y="2229"/>
                </a:lnTo>
                <a:lnTo>
                  <a:pt x="1630" y="2146"/>
                </a:lnTo>
                <a:lnTo>
                  <a:pt x="1620" y="2055"/>
                </a:lnTo>
                <a:lnTo>
                  <a:pt x="1602" y="1964"/>
                </a:lnTo>
                <a:lnTo>
                  <a:pt x="1602" y="1873"/>
                </a:lnTo>
                <a:lnTo>
                  <a:pt x="1611" y="1765"/>
                </a:lnTo>
                <a:lnTo>
                  <a:pt x="1620" y="1649"/>
                </a:lnTo>
                <a:lnTo>
                  <a:pt x="1648" y="1533"/>
                </a:lnTo>
                <a:lnTo>
                  <a:pt x="1685" y="1417"/>
                </a:lnTo>
                <a:lnTo>
                  <a:pt x="1731" y="1293"/>
                </a:lnTo>
                <a:lnTo>
                  <a:pt x="1795" y="1169"/>
                </a:lnTo>
                <a:lnTo>
                  <a:pt x="1869" y="1036"/>
                </a:lnTo>
                <a:lnTo>
                  <a:pt x="1952" y="903"/>
                </a:lnTo>
                <a:lnTo>
                  <a:pt x="1979" y="854"/>
                </a:lnTo>
                <a:lnTo>
                  <a:pt x="2007" y="812"/>
                </a:lnTo>
                <a:lnTo>
                  <a:pt x="2016" y="763"/>
                </a:lnTo>
                <a:lnTo>
                  <a:pt x="2016" y="713"/>
                </a:lnTo>
                <a:lnTo>
                  <a:pt x="2016" y="663"/>
                </a:lnTo>
                <a:lnTo>
                  <a:pt x="1998" y="613"/>
                </a:lnTo>
                <a:lnTo>
                  <a:pt x="1979" y="572"/>
                </a:lnTo>
                <a:lnTo>
                  <a:pt x="1943" y="531"/>
                </a:lnTo>
                <a:lnTo>
                  <a:pt x="1897" y="489"/>
                </a:lnTo>
                <a:lnTo>
                  <a:pt x="1851" y="456"/>
                </a:lnTo>
                <a:lnTo>
                  <a:pt x="1795" y="423"/>
                </a:lnTo>
                <a:lnTo>
                  <a:pt x="1731" y="398"/>
                </a:lnTo>
                <a:lnTo>
                  <a:pt x="516" y="0"/>
                </a:lnTo>
                <a:close/>
                <a:moveTo>
                  <a:pt x="2845" y="0"/>
                </a:moveTo>
                <a:lnTo>
                  <a:pt x="2725" y="183"/>
                </a:lnTo>
                <a:lnTo>
                  <a:pt x="2615" y="365"/>
                </a:lnTo>
                <a:lnTo>
                  <a:pt x="2532" y="547"/>
                </a:lnTo>
                <a:lnTo>
                  <a:pt x="2458" y="729"/>
                </a:lnTo>
                <a:lnTo>
                  <a:pt x="2403" y="912"/>
                </a:lnTo>
                <a:lnTo>
                  <a:pt x="2366" y="1094"/>
                </a:lnTo>
                <a:lnTo>
                  <a:pt x="2338" y="1276"/>
                </a:lnTo>
                <a:lnTo>
                  <a:pt x="2329" y="1458"/>
                </a:lnTo>
                <a:lnTo>
                  <a:pt x="2338" y="1616"/>
                </a:lnTo>
                <a:lnTo>
                  <a:pt x="2357" y="1773"/>
                </a:lnTo>
                <a:lnTo>
                  <a:pt x="2384" y="1922"/>
                </a:lnTo>
                <a:lnTo>
                  <a:pt x="2421" y="2072"/>
                </a:lnTo>
                <a:lnTo>
                  <a:pt x="2476" y="2221"/>
                </a:lnTo>
                <a:lnTo>
                  <a:pt x="2532" y="2370"/>
                </a:lnTo>
                <a:lnTo>
                  <a:pt x="2605" y="2519"/>
                </a:lnTo>
                <a:lnTo>
                  <a:pt x="2697" y="2660"/>
                </a:lnTo>
                <a:lnTo>
                  <a:pt x="2789" y="2809"/>
                </a:lnTo>
                <a:lnTo>
                  <a:pt x="2900" y="2942"/>
                </a:lnTo>
                <a:lnTo>
                  <a:pt x="3019" y="3082"/>
                </a:lnTo>
                <a:lnTo>
                  <a:pt x="3148" y="3215"/>
                </a:lnTo>
                <a:lnTo>
                  <a:pt x="3286" y="3348"/>
                </a:lnTo>
                <a:lnTo>
                  <a:pt x="3434" y="3472"/>
                </a:lnTo>
                <a:lnTo>
                  <a:pt x="3599" y="3604"/>
                </a:lnTo>
                <a:lnTo>
                  <a:pt x="3765" y="3720"/>
                </a:lnTo>
                <a:lnTo>
                  <a:pt x="4400" y="3389"/>
                </a:lnTo>
                <a:lnTo>
                  <a:pt x="4474" y="3339"/>
                </a:lnTo>
                <a:lnTo>
                  <a:pt x="4520" y="3281"/>
                </a:lnTo>
                <a:lnTo>
                  <a:pt x="4547" y="3223"/>
                </a:lnTo>
                <a:lnTo>
                  <a:pt x="4557" y="3165"/>
                </a:lnTo>
                <a:lnTo>
                  <a:pt x="4547" y="3107"/>
                </a:lnTo>
                <a:lnTo>
                  <a:pt x="4520" y="3049"/>
                </a:lnTo>
                <a:lnTo>
                  <a:pt x="4483" y="2991"/>
                </a:lnTo>
                <a:lnTo>
                  <a:pt x="4446" y="2950"/>
                </a:lnTo>
                <a:lnTo>
                  <a:pt x="4280" y="2776"/>
                </a:lnTo>
                <a:lnTo>
                  <a:pt x="4198" y="2660"/>
                </a:lnTo>
                <a:lnTo>
                  <a:pt x="4115" y="2536"/>
                </a:lnTo>
                <a:lnTo>
                  <a:pt x="4050" y="2386"/>
                </a:lnTo>
                <a:lnTo>
                  <a:pt x="3986" y="2229"/>
                </a:lnTo>
                <a:lnTo>
                  <a:pt x="3958" y="2146"/>
                </a:lnTo>
                <a:lnTo>
                  <a:pt x="3940" y="2055"/>
                </a:lnTo>
                <a:lnTo>
                  <a:pt x="3931" y="1964"/>
                </a:lnTo>
                <a:lnTo>
                  <a:pt x="3931" y="1873"/>
                </a:lnTo>
                <a:lnTo>
                  <a:pt x="3931" y="1765"/>
                </a:lnTo>
                <a:lnTo>
                  <a:pt x="3949" y="1649"/>
                </a:lnTo>
                <a:lnTo>
                  <a:pt x="3977" y="1533"/>
                </a:lnTo>
                <a:lnTo>
                  <a:pt x="4013" y="1417"/>
                </a:lnTo>
                <a:lnTo>
                  <a:pt x="4060" y="1293"/>
                </a:lnTo>
                <a:lnTo>
                  <a:pt x="4124" y="1169"/>
                </a:lnTo>
                <a:lnTo>
                  <a:pt x="4198" y="1036"/>
                </a:lnTo>
                <a:lnTo>
                  <a:pt x="4280" y="903"/>
                </a:lnTo>
                <a:lnTo>
                  <a:pt x="4308" y="854"/>
                </a:lnTo>
                <a:lnTo>
                  <a:pt x="4326" y="812"/>
                </a:lnTo>
                <a:lnTo>
                  <a:pt x="4345" y="763"/>
                </a:lnTo>
                <a:lnTo>
                  <a:pt x="4345" y="713"/>
                </a:lnTo>
                <a:lnTo>
                  <a:pt x="4345" y="663"/>
                </a:lnTo>
                <a:lnTo>
                  <a:pt x="4326" y="613"/>
                </a:lnTo>
                <a:lnTo>
                  <a:pt x="4299" y="572"/>
                </a:lnTo>
                <a:lnTo>
                  <a:pt x="4271" y="531"/>
                </a:lnTo>
                <a:lnTo>
                  <a:pt x="4225" y="489"/>
                </a:lnTo>
                <a:lnTo>
                  <a:pt x="4179" y="456"/>
                </a:lnTo>
                <a:lnTo>
                  <a:pt x="4115" y="423"/>
                </a:lnTo>
                <a:lnTo>
                  <a:pt x="4050" y="398"/>
                </a:lnTo>
                <a:lnTo>
                  <a:pt x="28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1"/>
          <p:cNvSpPr/>
          <p:nvPr/>
        </p:nvSpPr>
        <p:spPr>
          <a:xfrm flipH="1">
            <a:off x="4888510" y="1504646"/>
            <a:ext cx="466811" cy="423549"/>
          </a:xfrm>
          <a:custGeom>
            <a:avLst/>
            <a:gdLst/>
            <a:ahLst/>
            <a:cxnLst/>
            <a:rect l="l" t="t" r="r" b="b"/>
            <a:pathLst>
              <a:path w="18178" h="14790" extrusionOk="0">
                <a:moveTo>
                  <a:pt x="9158" y="0"/>
                </a:moveTo>
                <a:lnTo>
                  <a:pt x="8845" y="9"/>
                </a:lnTo>
                <a:lnTo>
                  <a:pt x="8541" y="17"/>
                </a:lnTo>
                <a:lnTo>
                  <a:pt x="8238" y="33"/>
                </a:lnTo>
                <a:lnTo>
                  <a:pt x="7943" y="58"/>
                </a:lnTo>
                <a:lnTo>
                  <a:pt x="7649" y="91"/>
                </a:lnTo>
                <a:lnTo>
                  <a:pt x="7363" y="125"/>
                </a:lnTo>
                <a:lnTo>
                  <a:pt x="7087" y="174"/>
                </a:lnTo>
                <a:lnTo>
                  <a:pt x="6820" y="216"/>
                </a:lnTo>
                <a:lnTo>
                  <a:pt x="6553" y="274"/>
                </a:lnTo>
                <a:lnTo>
                  <a:pt x="6296" y="340"/>
                </a:lnTo>
                <a:lnTo>
                  <a:pt x="6047" y="406"/>
                </a:lnTo>
                <a:lnTo>
                  <a:pt x="5799" y="473"/>
                </a:lnTo>
                <a:lnTo>
                  <a:pt x="5559" y="555"/>
                </a:lnTo>
                <a:lnTo>
                  <a:pt x="5320" y="638"/>
                </a:lnTo>
                <a:lnTo>
                  <a:pt x="5090" y="721"/>
                </a:lnTo>
                <a:lnTo>
                  <a:pt x="4869" y="812"/>
                </a:lnTo>
                <a:lnTo>
                  <a:pt x="4657" y="912"/>
                </a:lnTo>
                <a:lnTo>
                  <a:pt x="4446" y="1011"/>
                </a:lnTo>
                <a:lnTo>
                  <a:pt x="4234" y="1119"/>
                </a:lnTo>
                <a:lnTo>
                  <a:pt x="4032" y="1227"/>
                </a:lnTo>
                <a:lnTo>
                  <a:pt x="3838" y="1343"/>
                </a:lnTo>
                <a:lnTo>
                  <a:pt x="3654" y="1459"/>
                </a:lnTo>
                <a:lnTo>
                  <a:pt x="3470" y="1583"/>
                </a:lnTo>
                <a:lnTo>
                  <a:pt x="3286" y="1707"/>
                </a:lnTo>
                <a:lnTo>
                  <a:pt x="3111" y="1831"/>
                </a:lnTo>
                <a:lnTo>
                  <a:pt x="2946" y="1964"/>
                </a:lnTo>
                <a:lnTo>
                  <a:pt x="2780" y="2097"/>
                </a:lnTo>
                <a:lnTo>
                  <a:pt x="2623" y="2237"/>
                </a:lnTo>
                <a:lnTo>
                  <a:pt x="2476" y="2378"/>
                </a:lnTo>
                <a:lnTo>
                  <a:pt x="2329" y="2519"/>
                </a:lnTo>
                <a:lnTo>
                  <a:pt x="2044" y="2809"/>
                </a:lnTo>
                <a:lnTo>
                  <a:pt x="1786" y="3107"/>
                </a:lnTo>
                <a:lnTo>
                  <a:pt x="1547" y="3406"/>
                </a:lnTo>
                <a:lnTo>
                  <a:pt x="1326" y="3720"/>
                </a:lnTo>
                <a:lnTo>
                  <a:pt x="1123" y="4035"/>
                </a:lnTo>
                <a:lnTo>
                  <a:pt x="939" y="4350"/>
                </a:lnTo>
                <a:lnTo>
                  <a:pt x="773" y="4665"/>
                </a:lnTo>
                <a:lnTo>
                  <a:pt x="626" y="4988"/>
                </a:lnTo>
                <a:lnTo>
                  <a:pt x="488" y="5303"/>
                </a:lnTo>
                <a:lnTo>
                  <a:pt x="378" y="5618"/>
                </a:lnTo>
                <a:lnTo>
                  <a:pt x="276" y="5924"/>
                </a:lnTo>
                <a:lnTo>
                  <a:pt x="194" y="6231"/>
                </a:lnTo>
                <a:lnTo>
                  <a:pt x="120" y="6529"/>
                </a:lnTo>
                <a:lnTo>
                  <a:pt x="74" y="6819"/>
                </a:lnTo>
                <a:lnTo>
                  <a:pt x="37" y="7093"/>
                </a:lnTo>
                <a:lnTo>
                  <a:pt x="10" y="7366"/>
                </a:lnTo>
                <a:lnTo>
                  <a:pt x="0" y="7623"/>
                </a:lnTo>
                <a:lnTo>
                  <a:pt x="0" y="7921"/>
                </a:lnTo>
                <a:lnTo>
                  <a:pt x="10" y="8236"/>
                </a:lnTo>
                <a:lnTo>
                  <a:pt x="28" y="8576"/>
                </a:lnTo>
                <a:lnTo>
                  <a:pt x="56" y="8932"/>
                </a:lnTo>
                <a:lnTo>
                  <a:pt x="102" y="9296"/>
                </a:lnTo>
                <a:lnTo>
                  <a:pt x="166" y="9678"/>
                </a:lnTo>
                <a:lnTo>
                  <a:pt x="249" y="10067"/>
                </a:lnTo>
                <a:lnTo>
                  <a:pt x="359" y="10465"/>
                </a:lnTo>
                <a:lnTo>
                  <a:pt x="1363" y="10663"/>
                </a:lnTo>
                <a:lnTo>
                  <a:pt x="2347" y="10871"/>
                </a:lnTo>
                <a:lnTo>
                  <a:pt x="3314" y="11086"/>
                </a:lnTo>
                <a:lnTo>
                  <a:pt x="4262" y="11318"/>
                </a:lnTo>
                <a:lnTo>
                  <a:pt x="5191" y="11558"/>
                </a:lnTo>
                <a:lnTo>
                  <a:pt x="6102" y="11807"/>
                </a:lnTo>
                <a:lnTo>
                  <a:pt x="6995" y="12064"/>
                </a:lnTo>
                <a:lnTo>
                  <a:pt x="7879" y="12329"/>
                </a:lnTo>
                <a:lnTo>
                  <a:pt x="8735" y="12610"/>
                </a:lnTo>
                <a:lnTo>
                  <a:pt x="9582" y="12892"/>
                </a:lnTo>
                <a:lnTo>
                  <a:pt x="10401" y="13190"/>
                </a:lnTo>
                <a:lnTo>
                  <a:pt x="11211" y="13489"/>
                </a:lnTo>
                <a:lnTo>
                  <a:pt x="12002" y="13804"/>
                </a:lnTo>
                <a:lnTo>
                  <a:pt x="12784" y="14127"/>
                </a:lnTo>
                <a:lnTo>
                  <a:pt x="13539" y="14450"/>
                </a:lnTo>
                <a:lnTo>
                  <a:pt x="14285" y="14789"/>
                </a:lnTo>
                <a:lnTo>
                  <a:pt x="14607" y="14607"/>
                </a:lnTo>
                <a:lnTo>
                  <a:pt x="14920" y="14417"/>
                </a:lnTo>
                <a:lnTo>
                  <a:pt x="15214" y="14210"/>
                </a:lnTo>
                <a:lnTo>
                  <a:pt x="15490" y="13994"/>
                </a:lnTo>
                <a:lnTo>
                  <a:pt x="15748" y="13779"/>
                </a:lnTo>
                <a:lnTo>
                  <a:pt x="15997" y="13547"/>
                </a:lnTo>
                <a:lnTo>
                  <a:pt x="16227" y="13306"/>
                </a:lnTo>
                <a:lnTo>
                  <a:pt x="16438" y="13058"/>
                </a:lnTo>
                <a:lnTo>
                  <a:pt x="16632" y="12809"/>
                </a:lnTo>
                <a:lnTo>
                  <a:pt x="16816" y="12552"/>
                </a:lnTo>
                <a:lnTo>
                  <a:pt x="16991" y="12287"/>
                </a:lnTo>
                <a:lnTo>
                  <a:pt x="17147" y="12022"/>
                </a:lnTo>
                <a:lnTo>
                  <a:pt x="17285" y="11749"/>
                </a:lnTo>
                <a:lnTo>
                  <a:pt x="17423" y="11475"/>
                </a:lnTo>
                <a:lnTo>
                  <a:pt x="17543" y="11202"/>
                </a:lnTo>
                <a:lnTo>
                  <a:pt x="17644" y="10920"/>
                </a:lnTo>
                <a:lnTo>
                  <a:pt x="17745" y="10647"/>
                </a:lnTo>
                <a:lnTo>
                  <a:pt x="17828" y="10365"/>
                </a:lnTo>
                <a:lnTo>
                  <a:pt x="17902" y="10092"/>
                </a:lnTo>
                <a:lnTo>
                  <a:pt x="17966" y="9810"/>
                </a:lnTo>
                <a:lnTo>
                  <a:pt x="18021" y="9537"/>
                </a:lnTo>
                <a:lnTo>
                  <a:pt x="18067" y="9263"/>
                </a:lnTo>
                <a:lnTo>
                  <a:pt x="18104" y="8998"/>
                </a:lnTo>
                <a:lnTo>
                  <a:pt x="18132" y="8733"/>
                </a:lnTo>
                <a:lnTo>
                  <a:pt x="18159" y="8476"/>
                </a:lnTo>
                <a:lnTo>
                  <a:pt x="18169" y="8228"/>
                </a:lnTo>
                <a:lnTo>
                  <a:pt x="18178" y="7979"/>
                </a:lnTo>
                <a:lnTo>
                  <a:pt x="18178" y="7739"/>
                </a:lnTo>
                <a:lnTo>
                  <a:pt x="18169" y="7507"/>
                </a:lnTo>
                <a:lnTo>
                  <a:pt x="18159" y="7283"/>
                </a:lnTo>
                <a:lnTo>
                  <a:pt x="18141" y="7068"/>
                </a:lnTo>
                <a:lnTo>
                  <a:pt x="18123" y="6869"/>
                </a:lnTo>
                <a:lnTo>
                  <a:pt x="18040" y="6314"/>
                </a:lnTo>
                <a:lnTo>
                  <a:pt x="17994" y="6032"/>
                </a:lnTo>
                <a:lnTo>
                  <a:pt x="17948" y="5750"/>
                </a:lnTo>
                <a:lnTo>
                  <a:pt x="17883" y="5469"/>
                </a:lnTo>
                <a:lnTo>
                  <a:pt x="17810" y="5179"/>
                </a:lnTo>
                <a:lnTo>
                  <a:pt x="17736" y="4889"/>
                </a:lnTo>
                <a:lnTo>
                  <a:pt x="17644" y="4607"/>
                </a:lnTo>
                <a:lnTo>
                  <a:pt x="17534" y="4317"/>
                </a:lnTo>
                <a:lnTo>
                  <a:pt x="17423" y="4035"/>
                </a:lnTo>
                <a:lnTo>
                  <a:pt x="17285" y="3762"/>
                </a:lnTo>
                <a:lnTo>
                  <a:pt x="17147" y="3480"/>
                </a:lnTo>
                <a:lnTo>
                  <a:pt x="16981" y="3215"/>
                </a:lnTo>
                <a:lnTo>
                  <a:pt x="16806" y="2942"/>
                </a:lnTo>
                <a:lnTo>
                  <a:pt x="16613" y="2685"/>
                </a:lnTo>
                <a:lnTo>
                  <a:pt x="16392" y="2436"/>
                </a:lnTo>
                <a:lnTo>
                  <a:pt x="16162" y="2188"/>
                </a:lnTo>
                <a:lnTo>
                  <a:pt x="16033" y="2072"/>
                </a:lnTo>
                <a:lnTo>
                  <a:pt x="15905" y="1956"/>
                </a:lnTo>
                <a:lnTo>
                  <a:pt x="15766" y="1840"/>
                </a:lnTo>
                <a:lnTo>
                  <a:pt x="15628" y="1724"/>
                </a:lnTo>
                <a:lnTo>
                  <a:pt x="15481" y="1616"/>
                </a:lnTo>
                <a:lnTo>
                  <a:pt x="15325" y="1508"/>
                </a:lnTo>
                <a:lnTo>
                  <a:pt x="15168" y="1409"/>
                </a:lnTo>
                <a:lnTo>
                  <a:pt x="15003" y="1301"/>
                </a:lnTo>
                <a:lnTo>
                  <a:pt x="14828" y="1210"/>
                </a:lnTo>
                <a:lnTo>
                  <a:pt x="14653" y="1111"/>
                </a:lnTo>
                <a:lnTo>
                  <a:pt x="14469" y="1019"/>
                </a:lnTo>
                <a:lnTo>
                  <a:pt x="14275" y="928"/>
                </a:lnTo>
                <a:lnTo>
                  <a:pt x="14082" y="845"/>
                </a:lnTo>
                <a:lnTo>
                  <a:pt x="13880" y="763"/>
                </a:lnTo>
                <a:lnTo>
                  <a:pt x="13668" y="688"/>
                </a:lnTo>
                <a:lnTo>
                  <a:pt x="13447" y="613"/>
                </a:lnTo>
                <a:lnTo>
                  <a:pt x="13226" y="539"/>
                </a:lnTo>
                <a:lnTo>
                  <a:pt x="12996" y="473"/>
                </a:lnTo>
                <a:lnTo>
                  <a:pt x="12757" y="406"/>
                </a:lnTo>
                <a:lnTo>
                  <a:pt x="12508" y="348"/>
                </a:lnTo>
                <a:lnTo>
                  <a:pt x="12251" y="299"/>
                </a:lnTo>
                <a:lnTo>
                  <a:pt x="11984" y="249"/>
                </a:lnTo>
                <a:lnTo>
                  <a:pt x="11717" y="199"/>
                </a:lnTo>
                <a:lnTo>
                  <a:pt x="11441" y="158"/>
                </a:lnTo>
                <a:lnTo>
                  <a:pt x="11155" y="125"/>
                </a:lnTo>
                <a:lnTo>
                  <a:pt x="10861" y="91"/>
                </a:lnTo>
                <a:lnTo>
                  <a:pt x="10557" y="58"/>
                </a:lnTo>
                <a:lnTo>
                  <a:pt x="10244" y="42"/>
                </a:lnTo>
                <a:lnTo>
                  <a:pt x="9922" y="25"/>
                </a:lnTo>
                <a:lnTo>
                  <a:pt x="9591" y="9"/>
                </a:lnTo>
                <a:lnTo>
                  <a:pt x="9158" y="0"/>
                </a:lnTo>
                <a:close/>
              </a:path>
            </a:pathLst>
          </a:custGeom>
          <a:solidFill>
            <a:srgbClr val="6891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51"/>
          <p:cNvSpPr/>
          <p:nvPr/>
        </p:nvSpPr>
        <p:spPr>
          <a:xfrm flipH="1">
            <a:off x="4888510" y="1504646"/>
            <a:ext cx="466811" cy="423549"/>
          </a:xfrm>
          <a:custGeom>
            <a:avLst/>
            <a:gdLst/>
            <a:ahLst/>
            <a:cxnLst/>
            <a:rect l="l" t="t" r="r" b="b"/>
            <a:pathLst>
              <a:path w="18178" h="14790" fill="none" extrusionOk="0">
                <a:moveTo>
                  <a:pt x="9158" y="0"/>
                </a:moveTo>
                <a:lnTo>
                  <a:pt x="9158" y="0"/>
                </a:lnTo>
                <a:lnTo>
                  <a:pt x="9591" y="9"/>
                </a:lnTo>
                <a:lnTo>
                  <a:pt x="9591" y="9"/>
                </a:lnTo>
                <a:lnTo>
                  <a:pt x="9922" y="25"/>
                </a:lnTo>
                <a:lnTo>
                  <a:pt x="10244" y="42"/>
                </a:lnTo>
                <a:lnTo>
                  <a:pt x="10557" y="58"/>
                </a:lnTo>
                <a:lnTo>
                  <a:pt x="10861" y="91"/>
                </a:lnTo>
                <a:lnTo>
                  <a:pt x="11155" y="125"/>
                </a:lnTo>
                <a:lnTo>
                  <a:pt x="11441" y="158"/>
                </a:lnTo>
                <a:lnTo>
                  <a:pt x="11717" y="199"/>
                </a:lnTo>
                <a:lnTo>
                  <a:pt x="11984" y="249"/>
                </a:lnTo>
                <a:lnTo>
                  <a:pt x="12251" y="299"/>
                </a:lnTo>
                <a:lnTo>
                  <a:pt x="12508" y="348"/>
                </a:lnTo>
                <a:lnTo>
                  <a:pt x="12757" y="406"/>
                </a:lnTo>
                <a:lnTo>
                  <a:pt x="12996" y="473"/>
                </a:lnTo>
                <a:lnTo>
                  <a:pt x="13226" y="539"/>
                </a:lnTo>
                <a:lnTo>
                  <a:pt x="13447" y="613"/>
                </a:lnTo>
                <a:lnTo>
                  <a:pt x="13668" y="688"/>
                </a:lnTo>
                <a:lnTo>
                  <a:pt x="13880" y="763"/>
                </a:lnTo>
                <a:lnTo>
                  <a:pt x="14082" y="845"/>
                </a:lnTo>
                <a:lnTo>
                  <a:pt x="14275" y="928"/>
                </a:lnTo>
                <a:lnTo>
                  <a:pt x="14469" y="1019"/>
                </a:lnTo>
                <a:lnTo>
                  <a:pt x="14653" y="1111"/>
                </a:lnTo>
                <a:lnTo>
                  <a:pt x="14828" y="1210"/>
                </a:lnTo>
                <a:lnTo>
                  <a:pt x="15003" y="1301"/>
                </a:lnTo>
                <a:lnTo>
                  <a:pt x="15168" y="1409"/>
                </a:lnTo>
                <a:lnTo>
                  <a:pt x="15325" y="1508"/>
                </a:lnTo>
                <a:lnTo>
                  <a:pt x="15481" y="1616"/>
                </a:lnTo>
                <a:lnTo>
                  <a:pt x="15628" y="1724"/>
                </a:lnTo>
                <a:lnTo>
                  <a:pt x="15766" y="1840"/>
                </a:lnTo>
                <a:lnTo>
                  <a:pt x="15905" y="1956"/>
                </a:lnTo>
                <a:lnTo>
                  <a:pt x="16033" y="2072"/>
                </a:lnTo>
                <a:lnTo>
                  <a:pt x="16162" y="2188"/>
                </a:lnTo>
                <a:lnTo>
                  <a:pt x="16392" y="2436"/>
                </a:lnTo>
                <a:lnTo>
                  <a:pt x="16613" y="2685"/>
                </a:lnTo>
                <a:lnTo>
                  <a:pt x="16806" y="2942"/>
                </a:lnTo>
                <a:lnTo>
                  <a:pt x="16981" y="3215"/>
                </a:lnTo>
                <a:lnTo>
                  <a:pt x="17147" y="3480"/>
                </a:lnTo>
                <a:lnTo>
                  <a:pt x="17285" y="3762"/>
                </a:lnTo>
                <a:lnTo>
                  <a:pt x="17423" y="4035"/>
                </a:lnTo>
                <a:lnTo>
                  <a:pt x="17534" y="4317"/>
                </a:lnTo>
                <a:lnTo>
                  <a:pt x="17644" y="4607"/>
                </a:lnTo>
                <a:lnTo>
                  <a:pt x="17736" y="4889"/>
                </a:lnTo>
                <a:lnTo>
                  <a:pt x="17810" y="5179"/>
                </a:lnTo>
                <a:lnTo>
                  <a:pt x="17883" y="5469"/>
                </a:lnTo>
                <a:lnTo>
                  <a:pt x="17948" y="5750"/>
                </a:lnTo>
                <a:lnTo>
                  <a:pt x="17994" y="6032"/>
                </a:lnTo>
                <a:lnTo>
                  <a:pt x="18040" y="6314"/>
                </a:lnTo>
                <a:lnTo>
                  <a:pt x="18123" y="6869"/>
                </a:lnTo>
                <a:lnTo>
                  <a:pt x="18123" y="6869"/>
                </a:lnTo>
                <a:lnTo>
                  <a:pt x="18141" y="7068"/>
                </a:lnTo>
                <a:lnTo>
                  <a:pt x="18159" y="7283"/>
                </a:lnTo>
                <a:lnTo>
                  <a:pt x="18169" y="7507"/>
                </a:lnTo>
                <a:lnTo>
                  <a:pt x="18178" y="7739"/>
                </a:lnTo>
                <a:lnTo>
                  <a:pt x="18178" y="7979"/>
                </a:lnTo>
                <a:lnTo>
                  <a:pt x="18169" y="8228"/>
                </a:lnTo>
                <a:lnTo>
                  <a:pt x="18159" y="8476"/>
                </a:lnTo>
                <a:lnTo>
                  <a:pt x="18132" y="8733"/>
                </a:lnTo>
                <a:lnTo>
                  <a:pt x="18104" y="8998"/>
                </a:lnTo>
                <a:lnTo>
                  <a:pt x="18067" y="9263"/>
                </a:lnTo>
                <a:lnTo>
                  <a:pt x="18021" y="9537"/>
                </a:lnTo>
                <a:lnTo>
                  <a:pt x="17966" y="9810"/>
                </a:lnTo>
                <a:lnTo>
                  <a:pt x="17902" y="10092"/>
                </a:lnTo>
                <a:lnTo>
                  <a:pt x="17828" y="10365"/>
                </a:lnTo>
                <a:lnTo>
                  <a:pt x="17745" y="10647"/>
                </a:lnTo>
                <a:lnTo>
                  <a:pt x="17644" y="10920"/>
                </a:lnTo>
                <a:lnTo>
                  <a:pt x="17543" y="11202"/>
                </a:lnTo>
                <a:lnTo>
                  <a:pt x="17423" y="11475"/>
                </a:lnTo>
                <a:lnTo>
                  <a:pt x="17285" y="11749"/>
                </a:lnTo>
                <a:lnTo>
                  <a:pt x="17147" y="12022"/>
                </a:lnTo>
                <a:lnTo>
                  <a:pt x="16991" y="12287"/>
                </a:lnTo>
                <a:lnTo>
                  <a:pt x="16816" y="12552"/>
                </a:lnTo>
                <a:lnTo>
                  <a:pt x="16632" y="12809"/>
                </a:lnTo>
                <a:lnTo>
                  <a:pt x="16438" y="13058"/>
                </a:lnTo>
                <a:lnTo>
                  <a:pt x="16227" y="13306"/>
                </a:lnTo>
                <a:lnTo>
                  <a:pt x="15997" y="13547"/>
                </a:lnTo>
                <a:lnTo>
                  <a:pt x="15748" y="13779"/>
                </a:lnTo>
                <a:lnTo>
                  <a:pt x="15490" y="13994"/>
                </a:lnTo>
                <a:lnTo>
                  <a:pt x="15214" y="14210"/>
                </a:lnTo>
                <a:lnTo>
                  <a:pt x="14920" y="14417"/>
                </a:lnTo>
                <a:lnTo>
                  <a:pt x="14607" y="14607"/>
                </a:lnTo>
                <a:lnTo>
                  <a:pt x="14285" y="14789"/>
                </a:lnTo>
                <a:lnTo>
                  <a:pt x="14285" y="14789"/>
                </a:lnTo>
                <a:lnTo>
                  <a:pt x="13539" y="14450"/>
                </a:lnTo>
                <a:lnTo>
                  <a:pt x="12784" y="14127"/>
                </a:lnTo>
                <a:lnTo>
                  <a:pt x="12002" y="13804"/>
                </a:lnTo>
                <a:lnTo>
                  <a:pt x="11211" y="13489"/>
                </a:lnTo>
                <a:lnTo>
                  <a:pt x="10401" y="13190"/>
                </a:lnTo>
                <a:lnTo>
                  <a:pt x="9582" y="12892"/>
                </a:lnTo>
                <a:lnTo>
                  <a:pt x="8735" y="12610"/>
                </a:lnTo>
                <a:lnTo>
                  <a:pt x="7879" y="12329"/>
                </a:lnTo>
                <a:lnTo>
                  <a:pt x="6995" y="12064"/>
                </a:lnTo>
                <a:lnTo>
                  <a:pt x="6102" y="11807"/>
                </a:lnTo>
                <a:lnTo>
                  <a:pt x="5191" y="11558"/>
                </a:lnTo>
                <a:lnTo>
                  <a:pt x="4262" y="11318"/>
                </a:lnTo>
                <a:lnTo>
                  <a:pt x="3314" y="11086"/>
                </a:lnTo>
                <a:lnTo>
                  <a:pt x="2347" y="10871"/>
                </a:lnTo>
                <a:lnTo>
                  <a:pt x="1363" y="10663"/>
                </a:lnTo>
                <a:lnTo>
                  <a:pt x="359" y="10465"/>
                </a:lnTo>
                <a:lnTo>
                  <a:pt x="359" y="10465"/>
                </a:lnTo>
                <a:lnTo>
                  <a:pt x="249" y="10067"/>
                </a:lnTo>
                <a:lnTo>
                  <a:pt x="166" y="9678"/>
                </a:lnTo>
                <a:lnTo>
                  <a:pt x="102" y="9296"/>
                </a:lnTo>
                <a:lnTo>
                  <a:pt x="56" y="8932"/>
                </a:lnTo>
                <a:lnTo>
                  <a:pt x="28" y="8576"/>
                </a:lnTo>
                <a:lnTo>
                  <a:pt x="10" y="8236"/>
                </a:lnTo>
                <a:lnTo>
                  <a:pt x="0" y="7921"/>
                </a:lnTo>
                <a:lnTo>
                  <a:pt x="0" y="7623"/>
                </a:lnTo>
                <a:lnTo>
                  <a:pt x="0" y="7623"/>
                </a:lnTo>
                <a:lnTo>
                  <a:pt x="10" y="7366"/>
                </a:lnTo>
                <a:lnTo>
                  <a:pt x="37" y="7093"/>
                </a:lnTo>
                <a:lnTo>
                  <a:pt x="74" y="6819"/>
                </a:lnTo>
                <a:lnTo>
                  <a:pt x="120" y="6529"/>
                </a:lnTo>
                <a:lnTo>
                  <a:pt x="194" y="6231"/>
                </a:lnTo>
                <a:lnTo>
                  <a:pt x="276" y="5924"/>
                </a:lnTo>
                <a:lnTo>
                  <a:pt x="378" y="5618"/>
                </a:lnTo>
                <a:lnTo>
                  <a:pt x="488" y="5303"/>
                </a:lnTo>
                <a:lnTo>
                  <a:pt x="626" y="4988"/>
                </a:lnTo>
                <a:lnTo>
                  <a:pt x="773" y="4665"/>
                </a:lnTo>
                <a:lnTo>
                  <a:pt x="939" y="4350"/>
                </a:lnTo>
                <a:lnTo>
                  <a:pt x="1123" y="4035"/>
                </a:lnTo>
                <a:lnTo>
                  <a:pt x="1326" y="3720"/>
                </a:lnTo>
                <a:lnTo>
                  <a:pt x="1547" y="3406"/>
                </a:lnTo>
                <a:lnTo>
                  <a:pt x="1786" y="3107"/>
                </a:lnTo>
                <a:lnTo>
                  <a:pt x="2044" y="2809"/>
                </a:lnTo>
                <a:lnTo>
                  <a:pt x="2329" y="2519"/>
                </a:lnTo>
                <a:lnTo>
                  <a:pt x="2476" y="2378"/>
                </a:lnTo>
                <a:lnTo>
                  <a:pt x="2623" y="2237"/>
                </a:lnTo>
                <a:lnTo>
                  <a:pt x="2780" y="2097"/>
                </a:lnTo>
                <a:lnTo>
                  <a:pt x="2946" y="1964"/>
                </a:lnTo>
                <a:lnTo>
                  <a:pt x="3111" y="1831"/>
                </a:lnTo>
                <a:lnTo>
                  <a:pt x="3286" y="1707"/>
                </a:lnTo>
                <a:lnTo>
                  <a:pt x="3470" y="1583"/>
                </a:lnTo>
                <a:lnTo>
                  <a:pt x="3654" y="1459"/>
                </a:lnTo>
                <a:lnTo>
                  <a:pt x="3838" y="1343"/>
                </a:lnTo>
                <a:lnTo>
                  <a:pt x="4032" y="1227"/>
                </a:lnTo>
                <a:lnTo>
                  <a:pt x="4234" y="1119"/>
                </a:lnTo>
                <a:lnTo>
                  <a:pt x="4446" y="1011"/>
                </a:lnTo>
                <a:lnTo>
                  <a:pt x="4657" y="912"/>
                </a:lnTo>
                <a:lnTo>
                  <a:pt x="4869" y="812"/>
                </a:lnTo>
                <a:lnTo>
                  <a:pt x="5090" y="721"/>
                </a:lnTo>
                <a:lnTo>
                  <a:pt x="5320" y="638"/>
                </a:lnTo>
                <a:lnTo>
                  <a:pt x="5559" y="555"/>
                </a:lnTo>
                <a:lnTo>
                  <a:pt x="5799" y="473"/>
                </a:lnTo>
                <a:lnTo>
                  <a:pt x="6047" y="406"/>
                </a:lnTo>
                <a:lnTo>
                  <a:pt x="6296" y="340"/>
                </a:lnTo>
                <a:lnTo>
                  <a:pt x="6553" y="274"/>
                </a:lnTo>
                <a:lnTo>
                  <a:pt x="6820" y="216"/>
                </a:lnTo>
                <a:lnTo>
                  <a:pt x="7087" y="174"/>
                </a:lnTo>
                <a:lnTo>
                  <a:pt x="7363" y="125"/>
                </a:lnTo>
                <a:lnTo>
                  <a:pt x="7649" y="91"/>
                </a:lnTo>
                <a:lnTo>
                  <a:pt x="7943" y="58"/>
                </a:lnTo>
                <a:lnTo>
                  <a:pt x="8238" y="33"/>
                </a:lnTo>
                <a:lnTo>
                  <a:pt x="8541" y="17"/>
                </a:lnTo>
                <a:lnTo>
                  <a:pt x="8845" y="9"/>
                </a:lnTo>
                <a:lnTo>
                  <a:pt x="915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51"/>
          <p:cNvSpPr/>
          <p:nvPr/>
        </p:nvSpPr>
        <p:spPr>
          <a:xfrm flipH="1">
            <a:off x="4988482" y="1804306"/>
            <a:ext cx="357620" cy="153783"/>
          </a:xfrm>
          <a:custGeom>
            <a:avLst/>
            <a:gdLst/>
            <a:ahLst/>
            <a:cxnLst/>
            <a:rect l="l" t="t" r="r" b="b"/>
            <a:pathLst>
              <a:path w="13926" h="5370" extrusionOk="0">
                <a:moveTo>
                  <a:pt x="0" y="1"/>
                </a:moveTo>
                <a:lnTo>
                  <a:pt x="65" y="233"/>
                </a:lnTo>
                <a:lnTo>
                  <a:pt x="148" y="473"/>
                </a:lnTo>
                <a:lnTo>
                  <a:pt x="240" y="705"/>
                </a:lnTo>
                <a:lnTo>
                  <a:pt x="341" y="945"/>
                </a:lnTo>
                <a:lnTo>
                  <a:pt x="442" y="1177"/>
                </a:lnTo>
                <a:lnTo>
                  <a:pt x="562" y="1409"/>
                </a:lnTo>
                <a:lnTo>
                  <a:pt x="700" y="1641"/>
                </a:lnTo>
                <a:lnTo>
                  <a:pt x="838" y="1873"/>
                </a:lnTo>
                <a:lnTo>
                  <a:pt x="985" y="2105"/>
                </a:lnTo>
                <a:lnTo>
                  <a:pt x="1151" y="2329"/>
                </a:lnTo>
                <a:lnTo>
                  <a:pt x="1335" y="2544"/>
                </a:lnTo>
                <a:lnTo>
                  <a:pt x="1519" y="2768"/>
                </a:lnTo>
                <a:lnTo>
                  <a:pt x="1721" y="2975"/>
                </a:lnTo>
                <a:lnTo>
                  <a:pt x="1942" y="3182"/>
                </a:lnTo>
                <a:lnTo>
                  <a:pt x="2172" y="3381"/>
                </a:lnTo>
                <a:lnTo>
                  <a:pt x="2421" y="3572"/>
                </a:lnTo>
                <a:lnTo>
                  <a:pt x="2679" y="3762"/>
                </a:lnTo>
                <a:lnTo>
                  <a:pt x="2955" y="3936"/>
                </a:lnTo>
                <a:lnTo>
                  <a:pt x="3249" y="4110"/>
                </a:lnTo>
                <a:lnTo>
                  <a:pt x="3553" y="4276"/>
                </a:lnTo>
                <a:lnTo>
                  <a:pt x="3884" y="4425"/>
                </a:lnTo>
                <a:lnTo>
                  <a:pt x="4225" y="4574"/>
                </a:lnTo>
                <a:lnTo>
                  <a:pt x="4584" y="4707"/>
                </a:lnTo>
                <a:lnTo>
                  <a:pt x="4961" y="4823"/>
                </a:lnTo>
                <a:lnTo>
                  <a:pt x="5366" y="4939"/>
                </a:lnTo>
                <a:lnTo>
                  <a:pt x="5780" y="5038"/>
                </a:lnTo>
                <a:lnTo>
                  <a:pt x="6213" y="5129"/>
                </a:lnTo>
                <a:lnTo>
                  <a:pt x="6673" y="5204"/>
                </a:lnTo>
                <a:lnTo>
                  <a:pt x="7142" y="5262"/>
                </a:lnTo>
                <a:lnTo>
                  <a:pt x="7639" y="5311"/>
                </a:lnTo>
                <a:lnTo>
                  <a:pt x="8164" y="5345"/>
                </a:lnTo>
                <a:lnTo>
                  <a:pt x="8698" y="5361"/>
                </a:lnTo>
                <a:lnTo>
                  <a:pt x="9029" y="5369"/>
                </a:lnTo>
                <a:lnTo>
                  <a:pt x="9416" y="5361"/>
                </a:lnTo>
                <a:lnTo>
                  <a:pt x="9784" y="5345"/>
                </a:lnTo>
                <a:lnTo>
                  <a:pt x="10143" y="5328"/>
                </a:lnTo>
                <a:lnTo>
                  <a:pt x="10493" y="5295"/>
                </a:lnTo>
                <a:lnTo>
                  <a:pt x="10833" y="5253"/>
                </a:lnTo>
                <a:lnTo>
                  <a:pt x="11155" y="5204"/>
                </a:lnTo>
                <a:lnTo>
                  <a:pt x="11477" y="5146"/>
                </a:lnTo>
                <a:lnTo>
                  <a:pt x="11790" y="5088"/>
                </a:lnTo>
                <a:lnTo>
                  <a:pt x="12085" y="5013"/>
                </a:lnTo>
                <a:lnTo>
                  <a:pt x="12379" y="4939"/>
                </a:lnTo>
                <a:lnTo>
                  <a:pt x="12656" y="4847"/>
                </a:lnTo>
                <a:lnTo>
                  <a:pt x="12932" y="4756"/>
                </a:lnTo>
                <a:lnTo>
                  <a:pt x="13189" y="4657"/>
                </a:lnTo>
                <a:lnTo>
                  <a:pt x="13447" y="4557"/>
                </a:lnTo>
                <a:lnTo>
                  <a:pt x="13686" y="4441"/>
                </a:lnTo>
                <a:lnTo>
                  <a:pt x="13926" y="4325"/>
                </a:lnTo>
                <a:lnTo>
                  <a:pt x="13180" y="3986"/>
                </a:lnTo>
                <a:lnTo>
                  <a:pt x="12425" y="3663"/>
                </a:lnTo>
                <a:lnTo>
                  <a:pt x="11643" y="3340"/>
                </a:lnTo>
                <a:lnTo>
                  <a:pt x="10852" y="3025"/>
                </a:lnTo>
                <a:lnTo>
                  <a:pt x="10042" y="2726"/>
                </a:lnTo>
                <a:lnTo>
                  <a:pt x="9223" y="2428"/>
                </a:lnTo>
                <a:lnTo>
                  <a:pt x="8376" y="2146"/>
                </a:lnTo>
                <a:lnTo>
                  <a:pt x="7520" y="1865"/>
                </a:lnTo>
                <a:lnTo>
                  <a:pt x="6636" y="1600"/>
                </a:lnTo>
                <a:lnTo>
                  <a:pt x="5743" y="1343"/>
                </a:lnTo>
                <a:lnTo>
                  <a:pt x="4832" y="1094"/>
                </a:lnTo>
                <a:lnTo>
                  <a:pt x="3903" y="854"/>
                </a:lnTo>
                <a:lnTo>
                  <a:pt x="2955" y="622"/>
                </a:lnTo>
                <a:lnTo>
                  <a:pt x="1988" y="407"/>
                </a:lnTo>
                <a:lnTo>
                  <a:pt x="1004" y="199"/>
                </a:lnTo>
                <a:lnTo>
                  <a:pt x="0" y="1"/>
                </a:lnTo>
                <a:close/>
              </a:path>
            </a:pathLst>
          </a:custGeom>
          <a:solidFill>
            <a:srgbClr val="3E0E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1"/>
          <p:cNvSpPr/>
          <p:nvPr/>
        </p:nvSpPr>
        <p:spPr>
          <a:xfrm flipH="1">
            <a:off x="4988482" y="1804306"/>
            <a:ext cx="357620" cy="153783"/>
          </a:xfrm>
          <a:custGeom>
            <a:avLst/>
            <a:gdLst/>
            <a:ahLst/>
            <a:cxnLst/>
            <a:rect l="l" t="t" r="r" b="b"/>
            <a:pathLst>
              <a:path w="13926" h="5370" fill="none" extrusionOk="0">
                <a:moveTo>
                  <a:pt x="0" y="1"/>
                </a:moveTo>
                <a:lnTo>
                  <a:pt x="0" y="1"/>
                </a:lnTo>
                <a:lnTo>
                  <a:pt x="1004" y="199"/>
                </a:lnTo>
                <a:lnTo>
                  <a:pt x="1988" y="407"/>
                </a:lnTo>
                <a:lnTo>
                  <a:pt x="2955" y="622"/>
                </a:lnTo>
                <a:lnTo>
                  <a:pt x="3903" y="854"/>
                </a:lnTo>
                <a:lnTo>
                  <a:pt x="4832" y="1094"/>
                </a:lnTo>
                <a:lnTo>
                  <a:pt x="5743" y="1343"/>
                </a:lnTo>
                <a:lnTo>
                  <a:pt x="6636" y="1600"/>
                </a:lnTo>
                <a:lnTo>
                  <a:pt x="7520" y="1865"/>
                </a:lnTo>
                <a:lnTo>
                  <a:pt x="8376" y="2146"/>
                </a:lnTo>
                <a:lnTo>
                  <a:pt x="9223" y="2428"/>
                </a:lnTo>
                <a:lnTo>
                  <a:pt x="10042" y="2726"/>
                </a:lnTo>
                <a:lnTo>
                  <a:pt x="10852" y="3025"/>
                </a:lnTo>
                <a:lnTo>
                  <a:pt x="11643" y="3340"/>
                </a:lnTo>
                <a:lnTo>
                  <a:pt x="12425" y="3663"/>
                </a:lnTo>
                <a:lnTo>
                  <a:pt x="13180" y="3986"/>
                </a:lnTo>
                <a:lnTo>
                  <a:pt x="13926" y="4325"/>
                </a:lnTo>
                <a:lnTo>
                  <a:pt x="13926" y="4325"/>
                </a:lnTo>
                <a:lnTo>
                  <a:pt x="13686" y="4441"/>
                </a:lnTo>
                <a:lnTo>
                  <a:pt x="13447" y="4557"/>
                </a:lnTo>
                <a:lnTo>
                  <a:pt x="13189" y="4657"/>
                </a:lnTo>
                <a:lnTo>
                  <a:pt x="12932" y="4756"/>
                </a:lnTo>
                <a:lnTo>
                  <a:pt x="12656" y="4847"/>
                </a:lnTo>
                <a:lnTo>
                  <a:pt x="12379" y="4939"/>
                </a:lnTo>
                <a:lnTo>
                  <a:pt x="12085" y="5013"/>
                </a:lnTo>
                <a:lnTo>
                  <a:pt x="11790" y="5088"/>
                </a:lnTo>
                <a:lnTo>
                  <a:pt x="11477" y="5146"/>
                </a:lnTo>
                <a:lnTo>
                  <a:pt x="11155" y="5204"/>
                </a:lnTo>
                <a:lnTo>
                  <a:pt x="10833" y="5253"/>
                </a:lnTo>
                <a:lnTo>
                  <a:pt x="10493" y="5295"/>
                </a:lnTo>
                <a:lnTo>
                  <a:pt x="10143" y="5328"/>
                </a:lnTo>
                <a:lnTo>
                  <a:pt x="9784" y="5345"/>
                </a:lnTo>
                <a:lnTo>
                  <a:pt x="9416" y="5361"/>
                </a:lnTo>
                <a:lnTo>
                  <a:pt x="9029" y="5369"/>
                </a:lnTo>
                <a:lnTo>
                  <a:pt x="9029" y="5369"/>
                </a:lnTo>
                <a:lnTo>
                  <a:pt x="8698" y="5361"/>
                </a:lnTo>
                <a:lnTo>
                  <a:pt x="8698" y="5361"/>
                </a:lnTo>
                <a:lnTo>
                  <a:pt x="8164" y="5345"/>
                </a:lnTo>
                <a:lnTo>
                  <a:pt x="7639" y="5311"/>
                </a:lnTo>
                <a:lnTo>
                  <a:pt x="7142" y="5262"/>
                </a:lnTo>
                <a:lnTo>
                  <a:pt x="6673" y="5204"/>
                </a:lnTo>
                <a:lnTo>
                  <a:pt x="6213" y="5129"/>
                </a:lnTo>
                <a:lnTo>
                  <a:pt x="5780" y="5038"/>
                </a:lnTo>
                <a:lnTo>
                  <a:pt x="5366" y="4939"/>
                </a:lnTo>
                <a:lnTo>
                  <a:pt x="4961" y="4823"/>
                </a:lnTo>
                <a:lnTo>
                  <a:pt x="4584" y="4707"/>
                </a:lnTo>
                <a:lnTo>
                  <a:pt x="4225" y="4574"/>
                </a:lnTo>
                <a:lnTo>
                  <a:pt x="3884" y="4425"/>
                </a:lnTo>
                <a:lnTo>
                  <a:pt x="3553" y="4276"/>
                </a:lnTo>
                <a:lnTo>
                  <a:pt x="3249" y="4110"/>
                </a:lnTo>
                <a:lnTo>
                  <a:pt x="2955" y="3936"/>
                </a:lnTo>
                <a:lnTo>
                  <a:pt x="2679" y="3762"/>
                </a:lnTo>
                <a:lnTo>
                  <a:pt x="2421" y="3572"/>
                </a:lnTo>
                <a:lnTo>
                  <a:pt x="2172" y="3381"/>
                </a:lnTo>
                <a:lnTo>
                  <a:pt x="1942" y="3182"/>
                </a:lnTo>
                <a:lnTo>
                  <a:pt x="1721" y="2975"/>
                </a:lnTo>
                <a:lnTo>
                  <a:pt x="1519" y="2768"/>
                </a:lnTo>
                <a:lnTo>
                  <a:pt x="1335" y="2544"/>
                </a:lnTo>
                <a:lnTo>
                  <a:pt x="1151" y="2329"/>
                </a:lnTo>
                <a:lnTo>
                  <a:pt x="985" y="2105"/>
                </a:lnTo>
                <a:lnTo>
                  <a:pt x="838" y="1873"/>
                </a:lnTo>
                <a:lnTo>
                  <a:pt x="700" y="1641"/>
                </a:lnTo>
                <a:lnTo>
                  <a:pt x="562" y="1409"/>
                </a:lnTo>
                <a:lnTo>
                  <a:pt x="442" y="1177"/>
                </a:lnTo>
                <a:lnTo>
                  <a:pt x="341" y="945"/>
                </a:lnTo>
                <a:lnTo>
                  <a:pt x="240" y="705"/>
                </a:lnTo>
                <a:lnTo>
                  <a:pt x="148" y="473"/>
                </a:lnTo>
                <a:lnTo>
                  <a:pt x="65" y="233"/>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51"/>
          <p:cNvSpPr/>
          <p:nvPr/>
        </p:nvSpPr>
        <p:spPr>
          <a:xfrm flipH="1">
            <a:off x="5053485" y="1679276"/>
            <a:ext cx="116793" cy="106560"/>
          </a:xfrm>
          <a:custGeom>
            <a:avLst/>
            <a:gdLst/>
            <a:ahLst/>
            <a:cxnLst/>
            <a:rect l="l" t="t" r="r" b="b"/>
            <a:pathLst>
              <a:path w="4548" h="3721" extrusionOk="0">
                <a:moveTo>
                  <a:pt x="792" y="0"/>
                </a:moveTo>
                <a:lnTo>
                  <a:pt x="148" y="340"/>
                </a:lnTo>
                <a:lnTo>
                  <a:pt x="84" y="381"/>
                </a:lnTo>
                <a:lnTo>
                  <a:pt x="38" y="439"/>
                </a:lnTo>
                <a:lnTo>
                  <a:pt x="10" y="497"/>
                </a:lnTo>
                <a:lnTo>
                  <a:pt x="1" y="555"/>
                </a:lnTo>
                <a:lnTo>
                  <a:pt x="10" y="613"/>
                </a:lnTo>
                <a:lnTo>
                  <a:pt x="38" y="680"/>
                </a:lnTo>
                <a:lnTo>
                  <a:pt x="75" y="729"/>
                </a:lnTo>
                <a:lnTo>
                  <a:pt x="111" y="779"/>
                </a:lnTo>
                <a:lnTo>
                  <a:pt x="268" y="945"/>
                </a:lnTo>
                <a:lnTo>
                  <a:pt x="360" y="1061"/>
                </a:lnTo>
                <a:lnTo>
                  <a:pt x="434" y="1185"/>
                </a:lnTo>
                <a:lnTo>
                  <a:pt x="507" y="1334"/>
                </a:lnTo>
                <a:lnTo>
                  <a:pt x="572" y="1492"/>
                </a:lnTo>
                <a:lnTo>
                  <a:pt x="599" y="1574"/>
                </a:lnTo>
                <a:lnTo>
                  <a:pt x="608" y="1666"/>
                </a:lnTo>
                <a:lnTo>
                  <a:pt x="627" y="1757"/>
                </a:lnTo>
                <a:lnTo>
                  <a:pt x="627" y="1848"/>
                </a:lnTo>
                <a:lnTo>
                  <a:pt x="618" y="1956"/>
                </a:lnTo>
                <a:lnTo>
                  <a:pt x="608" y="2072"/>
                </a:lnTo>
                <a:lnTo>
                  <a:pt x="581" y="2188"/>
                </a:lnTo>
                <a:lnTo>
                  <a:pt x="544" y="2304"/>
                </a:lnTo>
                <a:lnTo>
                  <a:pt x="498" y="2428"/>
                </a:lnTo>
                <a:lnTo>
                  <a:pt x="434" y="2552"/>
                </a:lnTo>
                <a:lnTo>
                  <a:pt x="360" y="2685"/>
                </a:lnTo>
                <a:lnTo>
                  <a:pt x="277" y="2817"/>
                </a:lnTo>
                <a:lnTo>
                  <a:pt x="249" y="2867"/>
                </a:lnTo>
                <a:lnTo>
                  <a:pt x="222" y="2908"/>
                </a:lnTo>
                <a:lnTo>
                  <a:pt x="213" y="2958"/>
                </a:lnTo>
                <a:lnTo>
                  <a:pt x="213" y="3008"/>
                </a:lnTo>
                <a:lnTo>
                  <a:pt x="213" y="3058"/>
                </a:lnTo>
                <a:lnTo>
                  <a:pt x="231" y="3107"/>
                </a:lnTo>
                <a:lnTo>
                  <a:pt x="249" y="3149"/>
                </a:lnTo>
                <a:lnTo>
                  <a:pt x="286" y="3190"/>
                </a:lnTo>
                <a:lnTo>
                  <a:pt x="332" y="3232"/>
                </a:lnTo>
                <a:lnTo>
                  <a:pt x="378" y="3265"/>
                </a:lnTo>
                <a:lnTo>
                  <a:pt x="434" y="3298"/>
                </a:lnTo>
                <a:lnTo>
                  <a:pt x="498" y="3323"/>
                </a:lnTo>
                <a:lnTo>
                  <a:pt x="1713" y="3720"/>
                </a:lnTo>
                <a:lnTo>
                  <a:pt x="1832" y="3538"/>
                </a:lnTo>
                <a:lnTo>
                  <a:pt x="1934" y="3356"/>
                </a:lnTo>
                <a:lnTo>
                  <a:pt x="2026" y="3174"/>
                </a:lnTo>
                <a:lnTo>
                  <a:pt x="2099" y="2991"/>
                </a:lnTo>
                <a:lnTo>
                  <a:pt x="2155" y="2809"/>
                </a:lnTo>
                <a:lnTo>
                  <a:pt x="2191" y="2627"/>
                </a:lnTo>
                <a:lnTo>
                  <a:pt x="2219" y="2444"/>
                </a:lnTo>
                <a:lnTo>
                  <a:pt x="2228" y="2262"/>
                </a:lnTo>
                <a:lnTo>
                  <a:pt x="2219" y="2105"/>
                </a:lnTo>
                <a:lnTo>
                  <a:pt x="2201" y="1956"/>
                </a:lnTo>
                <a:lnTo>
                  <a:pt x="2173" y="1798"/>
                </a:lnTo>
                <a:lnTo>
                  <a:pt x="2136" y="1649"/>
                </a:lnTo>
                <a:lnTo>
                  <a:pt x="2081" y="1500"/>
                </a:lnTo>
                <a:lnTo>
                  <a:pt x="2017" y="1351"/>
                </a:lnTo>
                <a:lnTo>
                  <a:pt x="1943" y="1202"/>
                </a:lnTo>
                <a:lnTo>
                  <a:pt x="1860" y="1061"/>
                </a:lnTo>
                <a:lnTo>
                  <a:pt x="1768" y="920"/>
                </a:lnTo>
                <a:lnTo>
                  <a:pt x="1658" y="779"/>
                </a:lnTo>
                <a:lnTo>
                  <a:pt x="1538" y="638"/>
                </a:lnTo>
                <a:lnTo>
                  <a:pt x="1409" y="506"/>
                </a:lnTo>
                <a:lnTo>
                  <a:pt x="1271" y="373"/>
                </a:lnTo>
                <a:lnTo>
                  <a:pt x="1124" y="249"/>
                </a:lnTo>
                <a:lnTo>
                  <a:pt x="958" y="116"/>
                </a:lnTo>
                <a:lnTo>
                  <a:pt x="792" y="0"/>
                </a:lnTo>
                <a:close/>
                <a:moveTo>
                  <a:pt x="3112" y="0"/>
                </a:moveTo>
                <a:lnTo>
                  <a:pt x="2477" y="340"/>
                </a:lnTo>
                <a:lnTo>
                  <a:pt x="2412" y="381"/>
                </a:lnTo>
                <a:lnTo>
                  <a:pt x="2366" y="439"/>
                </a:lnTo>
                <a:lnTo>
                  <a:pt x="2339" y="497"/>
                </a:lnTo>
                <a:lnTo>
                  <a:pt x="2329" y="555"/>
                </a:lnTo>
                <a:lnTo>
                  <a:pt x="2339" y="613"/>
                </a:lnTo>
                <a:lnTo>
                  <a:pt x="2357" y="680"/>
                </a:lnTo>
                <a:lnTo>
                  <a:pt x="2394" y="729"/>
                </a:lnTo>
                <a:lnTo>
                  <a:pt x="2440" y="779"/>
                </a:lnTo>
                <a:lnTo>
                  <a:pt x="2596" y="945"/>
                </a:lnTo>
                <a:lnTo>
                  <a:pt x="2688" y="1061"/>
                </a:lnTo>
                <a:lnTo>
                  <a:pt x="2762" y="1185"/>
                </a:lnTo>
                <a:lnTo>
                  <a:pt x="2836" y="1334"/>
                </a:lnTo>
                <a:lnTo>
                  <a:pt x="2900" y="1492"/>
                </a:lnTo>
                <a:lnTo>
                  <a:pt x="2919" y="1574"/>
                </a:lnTo>
                <a:lnTo>
                  <a:pt x="2937" y="1666"/>
                </a:lnTo>
                <a:lnTo>
                  <a:pt x="2946" y="1757"/>
                </a:lnTo>
                <a:lnTo>
                  <a:pt x="2955" y="1848"/>
                </a:lnTo>
                <a:lnTo>
                  <a:pt x="2946" y="1956"/>
                </a:lnTo>
                <a:lnTo>
                  <a:pt x="2937" y="2072"/>
                </a:lnTo>
                <a:lnTo>
                  <a:pt x="2909" y="2188"/>
                </a:lnTo>
                <a:lnTo>
                  <a:pt x="2873" y="2304"/>
                </a:lnTo>
                <a:lnTo>
                  <a:pt x="2827" y="2428"/>
                </a:lnTo>
                <a:lnTo>
                  <a:pt x="2762" y="2552"/>
                </a:lnTo>
                <a:lnTo>
                  <a:pt x="2688" y="2685"/>
                </a:lnTo>
                <a:lnTo>
                  <a:pt x="2606" y="2817"/>
                </a:lnTo>
                <a:lnTo>
                  <a:pt x="2578" y="2867"/>
                </a:lnTo>
                <a:lnTo>
                  <a:pt x="2550" y="2908"/>
                </a:lnTo>
                <a:lnTo>
                  <a:pt x="2541" y="2958"/>
                </a:lnTo>
                <a:lnTo>
                  <a:pt x="2541" y="3008"/>
                </a:lnTo>
                <a:lnTo>
                  <a:pt x="2541" y="3058"/>
                </a:lnTo>
                <a:lnTo>
                  <a:pt x="2560" y="3107"/>
                </a:lnTo>
                <a:lnTo>
                  <a:pt x="2578" y="3149"/>
                </a:lnTo>
                <a:lnTo>
                  <a:pt x="2615" y="3190"/>
                </a:lnTo>
                <a:lnTo>
                  <a:pt x="2661" y="3232"/>
                </a:lnTo>
                <a:lnTo>
                  <a:pt x="2707" y="3265"/>
                </a:lnTo>
                <a:lnTo>
                  <a:pt x="2762" y="3298"/>
                </a:lnTo>
                <a:lnTo>
                  <a:pt x="2827" y="3323"/>
                </a:lnTo>
                <a:lnTo>
                  <a:pt x="4041" y="3720"/>
                </a:lnTo>
                <a:lnTo>
                  <a:pt x="4161" y="3538"/>
                </a:lnTo>
                <a:lnTo>
                  <a:pt x="4262" y="3356"/>
                </a:lnTo>
                <a:lnTo>
                  <a:pt x="4354" y="3174"/>
                </a:lnTo>
                <a:lnTo>
                  <a:pt x="4428" y="2991"/>
                </a:lnTo>
                <a:lnTo>
                  <a:pt x="4483" y="2809"/>
                </a:lnTo>
                <a:lnTo>
                  <a:pt x="4520" y="2627"/>
                </a:lnTo>
                <a:lnTo>
                  <a:pt x="4548" y="2444"/>
                </a:lnTo>
                <a:lnTo>
                  <a:pt x="4548" y="2262"/>
                </a:lnTo>
                <a:lnTo>
                  <a:pt x="4548" y="2105"/>
                </a:lnTo>
                <a:lnTo>
                  <a:pt x="4529" y="1956"/>
                </a:lnTo>
                <a:lnTo>
                  <a:pt x="4502" y="1798"/>
                </a:lnTo>
                <a:lnTo>
                  <a:pt x="4465" y="1649"/>
                </a:lnTo>
                <a:lnTo>
                  <a:pt x="4410" y="1500"/>
                </a:lnTo>
                <a:lnTo>
                  <a:pt x="4345" y="1351"/>
                </a:lnTo>
                <a:lnTo>
                  <a:pt x="4271" y="1202"/>
                </a:lnTo>
                <a:lnTo>
                  <a:pt x="4189" y="1061"/>
                </a:lnTo>
                <a:lnTo>
                  <a:pt x="4087" y="920"/>
                </a:lnTo>
                <a:lnTo>
                  <a:pt x="3986" y="779"/>
                </a:lnTo>
                <a:lnTo>
                  <a:pt x="3867" y="638"/>
                </a:lnTo>
                <a:lnTo>
                  <a:pt x="3738" y="506"/>
                </a:lnTo>
                <a:lnTo>
                  <a:pt x="3600" y="373"/>
                </a:lnTo>
                <a:lnTo>
                  <a:pt x="3452" y="249"/>
                </a:lnTo>
                <a:lnTo>
                  <a:pt x="3287" y="116"/>
                </a:lnTo>
                <a:lnTo>
                  <a:pt x="31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51"/>
          <p:cNvSpPr/>
          <p:nvPr/>
        </p:nvSpPr>
        <p:spPr>
          <a:xfrm flipH="1">
            <a:off x="6492509" y="516200"/>
            <a:ext cx="2511273" cy="2438426"/>
          </a:xfrm>
          <a:custGeom>
            <a:avLst/>
            <a:gdLst/>
            <a:ahLst/>
            <a:cxnLst/>
            <a:rect l="l" t="t" r="r" b="b"/>
            <a:pathLst>
              <a:path w="97791" h="85148" extrusionOk="0">
                <a:moveTo>
                  <a:pt x="49287" y="0"/>
                </a:moveTo>
                <a:lnTo>
                  <a:pt x="48440" y="8"/>
                </a:lnTo>
                <a:lnTo>
                  <a:pt x="47593" y="17"/>
                </a:lnTo>
                <a:lnTo>
                  <a:pt x="46765" y="41"/>
                </a:lnTo>
                <a:lnTo>
                  <a:pt x="45937" y="75"/>
                </a:lnTo>
                <a:lnTo>
                  <a:pt x="45117" y="116"/>
                </a:lnTo>
                <a:lnTo>
                  <a:pt x="44308" y="174"/>
                </a:lnTo>
                <a:lnTo>
                  <a:pt x="43507" y="232"/>
                </a:lnTo>
                <a:lnTo>
                  <a:pt x="42715" y="298"/>
                </a:lnTo>
                <a:lnTo>
                  <a:pt x="41933" y="381"/>
                </a:lnTo>
                <a:lnTo>
                  <a:pt x="41160" y="464"/>
                </a:lnTo>
                <a:lnTo>
                  <a:pt x="40396" y="563"/>
                </a:lnTo>
                <a:lnTo>
                  <a:pt x="39641" y="671"/>
                </a:lnTo>
                <a:lnTo>
                  <a:pt x="38887" y="779"/>
                </a:lnTo>
                <a:lnTo>
                  <a:pt x="38150" y="903"/>
                </a:lnTo>
                <a:lnTo>
                  <a:pt x="37414" y="1036"/>
                </a:lnTo>
                <a:lnTo>
                  <a:pt x="36696" y="1168"/>
                </a:lnTo>
                <a:lnTo>
                  <a:pt x="35978" y="1317"/>
                </a:lnTo>
                <a:lnTo>
                  <a:pt x="35269" y="1466"/>
                </a:lnTo>
                <a:lnTo>
                  <a:pt x="34570" y="1632"/>
                </a:lnTo>
                <a:lnTo>
                  <a:pt x="33880" y="1798"/>
                </a:lnTo>
                <a:lnTo>
                  <a:pt x="33189" y="1972"/>
                </a:lnTo>
                <a:lnTo>
                  <a:pt x="32517" y="2154"/>
                </a:lnTo>
                <a:lnTo>
                  <a:pt x="31855" y="2345"/>
                </a:lnTo>
                <a:lnTo>
                  <a:pt x="31192" y="2544"/>
                </a:lnTo>
                <a:lnTo>
                  <a:pt x="30539" y="2751"/>
                </a:lnTo>
                <a:lnTo>
                  <a:pt x="29894" y="2966"/>
                </a:lnTo>
                <a:lnTo>
                  <a:pt x="29259" y="3182"/>
                </a:lnTo>
                <a:lnTo>
                  <a:pt x="28633" y="3405"/>
                </a:lnTo>
                <a:lnTo>
                  <a:pt x="28017" y="3637"/>
                </a:lnTo>
                <a:lnTo>
                  <a:pt x="27400" y="3877"/>
                </a:lnTo>
                <a:lnTo>
                  <a:pt x="26802" y="4126"/>
                </a:lnTo>
                <a:lnTo>
                  <a:pt x="26204" y="4375"/>
                </a:lnTo>
                <a:lnTo>
                  <a:pt x="25615" y="4631"/>
                </a:lnTo>
                <a:lnTo>
                  <a:pt x="25035" y="4897"/>
                </a:lnTo>
                <a:lnTo>
                  <a:pt x="24464" y="5170"/>
                </a:lnTo>
                <a:lnTo>
                  <a:pt x="23894" y="5443"/>
                </a:lnTo>
                <a:lnTo>
                  <a:pt x="23332" y="5725"/>
                </a:lnTo>
                <a:lnTo>
                  <a:pt x="22789" y="6007"/>
                </a:lnTo>
                <a:lnTo>
                  <a:pt x="22246" y="6305"/>
                </a:lnTo>
                <a:lnTo>
                  <a:pt x="21703" y="6603"/>
                </a:lnTo>
                <a:lnTo>
                  <a:pt x="21178" y="6902"/>
                </a:lnTo>
                <a:lnTo>
                  <a:pt x="20654" y="7216"/>
                </a:lnTo>
                <a:lnTo>
                  <a:pt x="20148" y="7523"/>
                </a:lnTo>
                <a:lnTo>
                  <a:pt x="19641" y="7846"/>
                </a:lnTo>
                <a:lnTo>
                  <a:pt x="19144" y="8169"/>
                </a:lnTo>
                <a:lnTo>
                  <a:pt x="18647" y="8492"/>
                </a:lnTo>
                <a:lnTo>
                  <a:pt x="18169" y="8832"/>
                </a:lnTo>
                <a:lnTo>
                  <a:pt x="17690" y="9163"/>
                </a:lnTo>
                <a:lnTo>
                  <a:pt x="17221" y="9503"/>
                </a:lnTo>
                <a:lnTo>
                  <a:pt x="16751" y="9851"/>
                </a:lnTo>
                <a:lnTo>
                  <a:pt x="16300" y="10199"/>
                </a:lnTo>
                <a:lnTo>
                  <a:pt x="15849" y="10555"/>
                </a:lnTo>
                <a:lnTo>
                  <a:pt x="15408" y="10912"/>
                </a:lnTo>
                <a:lnTo>
                  <a:pt x="14975" y="11276"/>
                </a:lnTo>
                <a:lnTo>
                  <a:pt x="14552" y="11641"/>
                </a:lnTo>
                <a:lnTo>
                  <a:pt x="14128" y="12014"/>
                </a:lnTo>
                <a:lnTo>
                  <a:pt x="13714" y="12386"/>
                </a:lnTo>
                <a:lnTo>
                  <a:pt x="13309" y="12759"/>
                </a:lnTo>
                <a:lnTo>
                  <a:pt x="12904" y="13140"/>
                </a:lnTo>
                <a:lnTo>
                  <a:pt x="12518" y="13522"/>
                </a:lnTo>
                <a:lnTo>
                  <a:pt x="12131" y="13911"/>
                </a:lnTo>
                <a:lnTo>
                  <a:pt x="11754" y="14300"/>
                </a:lnTo>
                <a:lnTo>
                  <a:pt x="11376" y="14690"/>
                </a:lnTo>
                <a:lnTo>
                  <a:pt x="11008" y="15087"/>
                </a:lnTo>
                <a:lnTo>
                  <a:pt x="10649" y="15485"/>
                </a:lnTo>
                <a:lnTo>
                  <a:pt x="10300" y="15883"/>
                </a:lnTo>
                <a:lnTo>
                  <a:pt x="9950" y="16289"/>
                </a:lnTo>
                <a:lnTo>
                  <a:pt x="9618" y="16686"/>
                </a:lnTo>
                <a:lnTo>
                  <a:pt x="9278" y="17092"/>
                </a:lnTo>
                <a:lnTo>
                  <a:pt x="8956" y="17507"/>
                </a:lnTo>
                <a:lnTo>
                  <a:pt x="8634" y="17913"/>
                </a:lnTo>
                <a:lnTo>
                  <a:pt x="8321" y="18327"/>
                </a:lnTo>
                <a:lnTo>
                  <a:pt x="8017" y="18741"/>
                </a:lnTo>
                <a:lnTo>
                  <a:pt x="7713" y="19155"/>
                </a:lnTo>
                <a:lnTo>
                  <a:pt x="7419" y="19578"/>
                </a:lnTo>
                <a:lnTo>
                  <a:pt x="7133" y="19992"/>
                </a:lnTo>
                <a:lnTo>
                  <a:pt x="6848" y="20415"/>
                </a:lnTo>
                <a:lnTo>
                  <a:pt x="6572" y="20837"/>
                </a:lnTo>
                <a:lnTo>
                  <a:pt x="6305" y="21260"/>
                </a:lnTo>
                <a:lnTo>
                  <a:pt x="6038" y="21682"/>
                </a:lnTo>
                <a:lnTo>
                  <a:pt x="5780" y="22105"/>
                </a:lnTo>
                <a:lnTo>
                  <a:pt x="5532" y="22536"/>
                </a:lnTo>
                <a:lnTo>
                  <a:pt x="5283" y="22958"/>
                </a:lnTo>
                <a:lnTo>
                  <a:pt x="5044" y="23381"/>
                </a:lnTo>
                <a:lnTo>
                  <a:pt x="4814" y="23812"/>
                </a:lnTo>
                <a:lnTo>
                  <a:pt x="4584" y="24243"/>
                </a:lnTo>
                <a:lnTo>
                  <a:pt x="4151" y="25096"/>
                </a:lnTo>
                <a:lnTo>
                  <a:pt x="3737" y="25949"/>
                </a:lnTo>
                <a:lnTo>
                  <a:pt x="3351" y="26803"/>
                </a:lnTo>
                <a:lnTo>
                  <a:pt x="2983" y="27656"/>
                </a:lnTo>
                <a:lnTo>
                  <a:pt x="2642" y="28501"/>
                </a:lnTo>
                <a:lnTo>
                  <a:pt x="2320" y="29346"/>
                </a:lnTo>
                <a:lnTo>
                  <a:pt x="2016" y="30191"/>
                </a:lnTo>
                <a:lnTo>
                  <a:pt x="1740" y="31028"/>
                </a:lnTo>
                <a:lnTo>
                  <a:pt x="1482" y="31857"/>
                </a:lnTo>
                <a:lnTo>
                  <a:pt x="1252" y="32677"/>
                </a:lnTo>
                <a:lnTo>
                  <a:pt x="1031" y="33497"/>
                </a:lnTo>
                <a:lnTo>
                  <a:pt x="838" y="34301"/>
                </a:lnTo>
                <a:lnTo>
                  <a:pt x="672" y="35096"/>
                </a:lnTo>
                <a:lnTo>
                  <a:pt x="516" y="35883"/>
                </a:lnTo>
                <a:lnTo>
                  <a:pt x="387" y="36654"/>
                </a:lnTo>
                <a:lnTo>
                  <a:pt x="277" y="37416"/>
                </a:lnTo>
                <a:lnTo>
                  <a:pt x="185" y="38162"/>
                </a:lnTo>
                <a:lnTo>
                  <a:pt x="111" y="38899"/>
                </a:lnTo>
                <a:lnTo>
                  <a:pt x="56" y="39612"/>
                </a:lnTo>
                <a:lnTo>
                  <a:pt x="19" y="40316"/>
                </a:lnTo>
                <a:lnTo>
                  <a:pt x="1" y="41004"/>
                </a:lnTo>
                <a:lnTo>
                  <a:pt x="1" y="41617"/>
                </a:lnTo>
                <a:lnTo>
                  <a:pt x="1" y="42255"/>
                </a:lnTo>
                <a:lnTo>
                  <a:pt x="10" y="42909"/>
                </a:lnTo>
                <a:lnTo>
                  <a:pt x="19" y="43580"/>
                </a:lnTo>
                <a:lnTo>
                  <a:pt x="47" y="44268"/>
                </a:lnTo>
                <a:lnTo>
                  <a:pt x="74" y="44972"/>
                </a:lnTo>
                <a:lnTo>
                  <a:pt x="120" y="45693"/>
                </a:lnTo>
                <a:lnTo>
                  <a:pt x="175" y="46431"/>
                </a:lnTo>
                <a:lnTo>
                  <a:pt x="240" y="47176"/>
                </a:lnTo>
                <a:lnTo>
                  <a:pt x="313" y="47938"/>
                </a:lnTo>
                <a:lnTo>
                  <a:pt x="396" y="48717"/>
                </a:lnTo>
                <a:lnTo>
                  <a:pt x="498" y="49496"/>
                </a:lnTo>
                <a:lnTo>
                  <a:pt x="617" y="50291"/>
                </a:lnTo>
                <a:lnTo>
                  <a:pt x="746" y="51095"/>
                </a:lnTo>
                <a:lnTo>
                  <a:pt x="884" y="51907"/>
                </a:lnTo>
                <a:lnTo>
                  <a:pt x="1050" y="52727"/>
                </a:lnTo>
                <a:lnTo>
                  <a:pt x="1225" y="53556"/>
                </a:lnTo>
                <a:lnTo>
                  <a:pt x="1418" y="54393"/>
                </a:lnTo>
                <a:lnTo>
                  <a:pt x="1630" y="55229"/>
                </a:lnTo>
                <a:lnTo>
                  <a:pt x="1860" y="56075"/>
                </a:lnTo>
                <a:lnTo>
                  <a:pt x="2108" y="56920"/>
                </a:lnTo>
                <a:lnTo>
                  <a:pt x="2375" y="57773"/>
                </a:lnTo>
                <a:lnTo>
                  <a:pt x="2670" y="58618"/>
                </a:lnTo>
                <a:lnTo>
                  <a:pt x="2983" y="59471"/>
                </a:lnTo>
                <a:lnTo>
                  <a:pt x="3314" y="60325"/>
                </a:lnTo>
                <a:lnTo>
                  <a:pt x="3489" y="60756"/>
                </a:lnTo>
                <a:lnTo>
                  <a:pt x="3673" y="61178"/>
                </a:lnTo>
                <a:lnTo>
                  <a:pt x="3866" y="61601"/>
                </a:lnTo>
                <a:lnTo>
                  <a:pt x="4059" y="62032"/>
                </a:lnTo>
                <a:lnTo>
                  <a:pt x="4253" y="62454"/>
                </a:lnTo>
                <a:lnTo>
                  <a:pt x="4464" y="62877"/>
                </a:lnTo>
                <a:lnTo>
                  <a:pt x="4676" y="63299"/>
                </a:lnTo>
                <a:lnTo>
                  <a:pt x="4888" y="63722"/>
                </a:lnTo>
                <a:lnTo>
                  <a:pt x="5118" y="64144"/>
                </a:lnTo>
                <a:lnTo>
                  <a:pt x="5348" y="64559"/>
                </a:lnTo>
                <a:lnTo>
                  <a:pt x="5587" y="64981"/>
                </a:lnTo>
                <a:lnTo>
                  <a:pt x="5827" y="65395"/>
                </a:lnTo>
                <a:lnTo>
                  <a:pt x="6084" y="65810"/>
                </a:lnTo>
                <a:lnTo>
                  <a:pt x="6342" y="66224"/>
                </a:lnTo>
                <a:lnTo>
                  <a:pt x="6821" y="66199"/>
                </a:lnTo>
                <a:lnTo>
                  <a:pt x="7327" y="66191"/>
                </a:lnTo>
                <a:lnTo>
                  <a:pt x="7621" y="66191"/>
                </a:lnTo>
                <a:lnTo>
                  <a:pt x="7953" y="66199"/>
                </a:lnTo>
                <a:lnTo>
                  <a:pt x="8284" y="66216"/>
                </a:lnTo>
                <a:lnTo>
                  <a:pt x="8597" y="66241"/>
                </a:lnTo>
                <a:lnTo>
                  <a:pt x="8901" y="66274"/>
                </a:lnTo>
                <a:lnTo>
                  <a:pt x="9204" y="66307"/>
                </a:lnTo>
                <a:lnTo>
                  <a:pt x="9490" y="66348"/>
                </a:lnTo>
                <a:lnTo>
                  <a:pt x="9775" y="66398"/>
                </a:lnTo>
                <a:lnTo>
                  <a:pt x="10042" y="66448"/>
                </a:lnTo>
                <a:lnTo>
                  <a:pt x="10309" y="66506"/>
                </a:lnTo>
                <a:lnTo>
                  <a:pt x="10566" y="66572"/>
                </a:lnTo>
                <a:lnTo>
                  <a:pt x="10806" y="66638"/>
                </a:lnTo>
                <a:lnTo>
                  <a:pt x="11045" y="66713"/>
                </a:lnTo>
                <a:lnTo>
                  <a:pt x="11275" y="66796"/>
                </a:lnTo>
                <a:lnTo>
                  <a:pt x="11496" y="66879"/>
                </a:lnTo>
                <a:lnTo>
                  <a:pt x="11717" y="66961"/>
                </a:lnTo>
                <a:lnTo>
                  <a:pt x="11919" y="67052"/>
                </a:lnTo>
                <a:lnTo>
                  <a:pt x="12122" y="67152"/>
                </a:lnTo>
                <a:lnTo>
                  <a:pt x="12306" y="67251"/>
                </a:lnTo>
                <a:lnTo>
                  <a:pt x="12490" y="67359"/>
                </a:lnTo>
                <a:lnTo>
                  <a:pt x="12674" y="67467"/>
                </a:lnTo>
                <a:lnTo>
                  <a:pt x="12840" y="67574"/>
                </a:lnTo>
                <a:lnTo>
                  <a:pt x="13005" y="67690"/>
                </a:lnTo>
                <a:lnTo>
                  <a:pt x="13162" y="67806"/>
                </a:lnTo>
                <a:lnTo>
                  <a:pt x="13309" y="67931"/>
                </a:lnTo>
                <a:lnTo>
                  <a:pt x="13456" y="68047"/>
                </a:lnTo>
                <a:lnTo>
                  <a:pt x="13595" y="68179"/>
                </a:lnTo>
                <a:lnTo>
                  <a:pt x="13723" y="68304"/>
                </a:lnTo>
                <a:lnTo>
                  <a:pt x="13852" y="68436"/>
                </a:lnTo>
                <a:lnTo>
                  <a:pt x="13972" y="68569"/>
                </a:lnTo>
                <a:lnTo>
                  <a:pt x="14082" y="68701"/>
                </a:lnTo>
                <a:lnTo>
                  <a:pt x="14193" y="68842"/>
                </a:lnTo>
                <a:lnTo>
                  <a:pt x="14294" y="68983"/>
                </a:lnTo>
                <a:lnTo>
                  <a:pt x="14487" y="69265"/>
                </a:lnTo>
                <a:lnTo>
                  <a:pt x="14653" y="69546"/>
                </a:lnTo>
                <a:lnTo>
                  <a:pt x="14800" y="69836"/>
                </a:lnTo>
                <a:lnTo>
                  <a:pt x="14929" y="70135"/>
                </a:lnTo>
                <a:lnTo>
                  <a:pt x="15049" y="70425"/>
                </a:lnTo>
                <a:lnTo>
                  <a:pt x="15150" y="70715"/>
                </a:lnTo>
                <a:lnTo>
                  <a:pt x="15233" y="71005"/>
                </a:lnTo>
                <a:lnTo>
                  <a:pt x="15297" y="71295"/>
                </a:lnTo>
                <a:lnTo>
                  <a:pt x="15362" y="71576"/>
                </a:lnTo>
                <a:lnTo>
                  <a:pt x="15408" y="71858"/>
                </a:lnTo>
                <a:lnTo>
                  <a:pt x="15435" y="72123"/>
                </a:lnTo>
                <a:lnTo>
                  <a:pt x="15463" y="72388"/>
                </a:lnTo>
                <a:lnTo>
                  <a:pt x="15481" y="72637"/>
                </a:lnTo>
                <a:lnTo>
                  <a:pt x="15490" y="72877"/>
                </a:lnTo>
                <a:lnTo>
                  <a:pt x="15500" y="73324"/>
                </a:lnTo>
                <a:lnTo>
                  <a:pt x="15490" y="73573"/>
                </a:lnTo>
                <a:lnTo>
                  <a:pt x="15463" y="73830"/>
                </a:lnTo>
                <a:lnTo>
                  <a:pt x="15426" y="74095"/>
                </a:lnTo>
                <a:lnTo>
                  <a:pt x="15371" y="74377"/>
                </a:lnTo>
                <a:lnTo>
                  <a:pt x="15297" y="74658"/>
                </a:lnTo>
                <a:lnTo>
                  <a:pt x="15214" y="74948"/>
                </a:lnTo>
                <a:lnTo>
                  <a:pt x="15113" y="75247"/>
                </a:lnTo>
                <a:lnTo>
                  <a:pt x="14993" y="75545"/>
                </a:lnTo>
                <a:lnTo>
                  <a:pt x="15684" y="76050"/>
                </a:lnTo>
                <a:lnTo>
                  <a:pt x="16392" y="76547"/>
                </a:lnTo>
                <a:lnTo>
                  <a:pt x="17129" y="77028"/>
                </a:lnTo>
                <a:lnTo>
                  <a:pt x="17883" y="77508"/>
                </a:lnTo>
                <a:lnTo>
                  <a:pt x="18270" y="77740"/>
                </a:lnTo>
                <a:lnTo>
                  <a:pt x="18657" y="77972"/>
                </a:lnTo>
                <a:lnTo>
                  <a:pt x="19052" y="78196"/>
                </a:lnTo>
                <a:lnTo>
                  <a:pt x="19457" y="78420"/>
                </a:lnTo>
                <a:lnTo>
                  <a:pt x="19862" y="78644"/>
                </a:lnTo>
                <a:lnTo>
                  <a:pt x="20276" y="78859"/>
                </a:lnTo>
                <a:lnTo>
                  <a:pt x="20691" y="79074"/>
                </a:lnTo>
                <a:lnTo>
                  <a:pt x="21114" y="79290"/>
                </a:lnTo>
                <a:lnTo>
                  <a:pt x="21547" y="79505"/>
                </a:lnTo>
                <a:lnTo>
                  <a:pt x="21979" y="79704"/>
                </a:lnTo>
                <a:lnTo>
                  <a:pt x="22421" y="79911"/>
                </a:lnTo>
                <a:lnTo>
                  <a:pt x="22863" y="80110"/>
                </a:lnTo>
                <a:lnTo>
                  <a:pt x="23314" y="80309"/>
                </a:lnTo>
                <a:lnTo>
                  <a:pt x="23774" y="80508"/>
                </a:lnTo>
                <a:lnTo>
                  <a:pt x="24234" y="80698"/>
                </a:lnTo>
                <a:lnTo>
                  <a:pt x="24713" y="80881"/>
                </a:lnTo>
                <a:lnTo>
                  <a:pt x="25182" y="81063"/>
                </a:lnTo>
                <a:lnTo>
                  <a:pt x="25661" y="81245"/>
                </a:lnTo>
                <a:lnTo>
                  <a:pt x="26148" y="81427"/>
                </a:lnTo>
                <a:lnTo>
                  <a:pt x="26645" y="81601"/>
                </a:lnTo>
                <a:lnTo>
                  <a:pt x="27142" y="81767"/>
                </a:lnTo>
                <a:lnTo>
                  <a:pt x="27649" y="81933"/>
                </a:lnTo>
                <a:lnTo>
                  <a:pt x="28164" y="82098"/>
                </a:lnTo>
                <a:lnTo>
                  <a:pt x="28680" y="82256"/>
                </a:lnTo>
                <a:lnTo>
                  <a:pt x="29204" y="82413"/>
                </a:lnTo>
                <a:lnTo>
                  <a:pt x="29738" y="82562"/>
                </a:lnTo>
                <a:lnTo>
                  <a:pt x="30272" y="82712"/>
                </a:lnTo>
                <a:lnTo>
                  <a:pt x="30815" y="82852"/>
                </a:lnTo>
                <a:lnTo>
                  <a:pt x="31367" y="82993"/>
                </a:lnTo>
                <a:lnTo>
                  <a:pt x="31919" y="83134"/>
                </a:lnTo>
                <a:lnTo>
                  <a:pt x="32481" y="83258"/>
                </a:lnTo>
                <a:lnTo>
                  <a:pt x="33051" y="83391"/>
                </a:lnTo>
                <a:lnTo>
                  <a:pt x="33631" y="83515"/>
                </a:lnTo>
                <a:lnTo>
                  <a:pt x="34211" y="83631"/>
                </a:lnTo>
                <a:lnTo>
                  <a:pt x="34800" y="83747"/>
                </a:lnTo>
                <a:lnTo>
                  <a:pt x="35389" y="83863"/>
                </a:lnTo>
                <a:lnTo>
                  <a:pt x="35997" y="83971"/>
                </a:lnTo>
                <a:lnTo>
                  <a:pt x="36604" y="84070"/>
                </a:lnTo>
                <a:lnTo>
                  <a:pt x="37221" y="84170"/>
                </a:lnTo>
                <a:lnTo>
                  <a:pt x="37837" y="84261"/>
                </a:lnTo>
                <a:lnTo>
                  <a:pt x="38472" y="84352"/>
                </a:lnTo>
                <a:lnTo>
                  <a:pt x="39107" y="84435"/>
                </a:lnTo>
                <a:lnTo>
                  <a:pt x="39752" y="84518"/>
                </a:lnTo>
                <a:lnTo>
                  <a:pt x="40396" y="84592"/>
                </a:lnTo>
                <a:lnTo>
                  <a:pt x="41049" y="84667"/>
                </a:lnTo>
                <a:lnTo>
                  <a:pt x="41712" y="84733"/>
                </a:lnTo>
                <a:lnTo>
                  <a:pt x="42384" y="84791"/>
                </a:lnTo>
                <a:lnTo>
                  <a:pt x="43065" y="84849"/>
                </a:lnTo>
                <a:lnTo>
                  <a:pt x="43746" y="84899"/>
                </a:lnTo>
                <a:lnTo>
                  <a:pt x="44436" y="84949"/>
                </a:lnTo>
                <a:lnTo>
                  <a:pt x="45136" y="84990"/>
                </a:lnTo>
                <a:lnTo>
                  <a:pt x="45845" y="85031"/>
                </a:lnTo>
                <a:lnTo>
                  <a:pt x="46553" y="85065"/>
                </a:lnTo>
                <a:lnTo>
                  <a:pt x="47280" y="85089"/>
                </a:lnTo>
                <a:lnTo>
                  <a:pt x="48007" y="85114"/>
                </a:lnTo>
                <a:lnTo>
                  <a:pt x="48744" y="85131"/>
                </a:lnTo>
                <a:lnTo>
                  <a:pt x="49637" y="85147"/>
                </a:lnTo>
                <a:lnTo>
                  <a:pt x="50520" y="85147"/>
                </a:lnTo>
                <a:lnTo>
                  <a:pt x="51809" y="85139"/>
                </a:lnTo>
                <a:lnTo>
                  <a:pt x="53070" y="85106"/>
                </a:lnTo>
                <a:lnTo>
                  <a:pt x="54303" y="85065"/>
                </a:lnTo>
                <a:lnTo>
                  <a:pt x="55527" y="84998"/>
                </a:lnTo>
                <a:lnTo>
                  <a:pt x="56714" y="84907"/>
                </a:lnTo>
                <a:lnTo>
                  <a:pt x="57892" y="84808"/>
                </a:lnTo>
                <a:lnTo>
                  <a:pt x="59043" y="84683"/>
                </a:lnTo>
                <a:lnTo>
                  <a:pt x="60175" y="84551"/>
                </a:lnTo>
                <a:lnTo>
                  <a:pt x="61289" y="84394"/>
                </a:lnTo>
                <a:lnTo>
                  <a:pt x="62375" y="84220"/>
                </a:lnTo>
                <a:lnTo>
                  <a:pt x="63442" y="84029"/>
                </a:lnTo>
                <a:lnTo>
                  <a:pt x="64491" y="83822"/>
                </a:lnTo>
                <a:lnTo>
                  <a:pt x="65522" y="83606"/>
                </a:lnTo>
                <a:lnTo>
                  <a:pt x="66525" y="83366"/>
                </a:lnTo>
                <a:lnTo>
                  <a:pt x="67519" y="83109"/>
                </a:lnTo>
                <a:lnTo>
                  <a:pt x="68486" y="82844"/>
                </a:lnTo>
                <a:lnTo>
                  <a:pt x="68615" y="82281"/>
                </a:lnTo>
                <a:lnTo>
                  <a:pt x="68753" y="81717"/>
                </a:lnTo>
                <a:lnTo>
                  <a:pt x="68900" y="81154"/>
                </a:lnTo>
                <a:lnTo>
                  <a:pt x="69057" y="80574"/>
                </a:lnTo>
                <a:lnTo>
                  <a:pt x="69222" y="80002"/>
                </a:lnTo>
                <a:lnTo>
                  <a:pt x="69397" y="79422"/>
                </a:lnTo>
                <a:lnTo>
                  <a:pt x="69581" y="78842"/>
                </a:lnTo>
                <a:lnTo>
                  <a:pt x="69774" y="78254"/>
                </a:lnTo>
                <a:lnTo>
                  <a:pt x="69977" y="77674"/>
                </a:lnTo>
                <a:lnTo>
                  <a:pt x="70189" y="77086"/>
                </a:lnTo>
                <a:lnTo>
                  <a:pt x="70409" y="76489"/>
                </a:lnTo>
                <a:lnTo>
                  <a:pt x="70649" y="75901"/>
                </a:lnTo>
                <a:lnTo>
                  <a:pt x="70888" y="75305"/>
                </a:lnTo>
                <a:lnTo>
                  <a:pt x="71137" y="74716"/>
                </a:lnTo>
                <a:lnTo>
                  <a:pt x="71394" y="74120"/>
                </a:lnTo>
                <a:lnTo>
                  <a:pt x="71661" y="73523"/>
                </a:lnTo>
                <a:lnTo>
                  <a:pt x="71947" y="72927"/>
                </a:lnTo>
                <a:lnTo>
                  <a:pt x="72232" y="72322"/>
                </a:lnTo>
                <a:lnTo>
                  <a:pt x="72536" y="71725"/>
                </a:lnTo>
                <a:lnTo>
                  <a:pt x="72839" y="71129"/>
                </a:lnTo>
                <a:lnTo>
                  <a:pt x="73161" y="70532"/>
                </a:lnTo>
                <a:lnTo>
                  <a:pt x="73493" y="69936"/>
                </a:lnTo>
                <a:lnTo>
                  <a:pt x="73833" y="69339"/>
                </a:lnTo>
                <a:lnTo>
                  <a:pt x="74183" y="68751"/>
                </a:lnTo>
                <a:lnTo>
                  <a:pt x="74542" y="68154"/>
                </a:lnTo>
                <a:lnTo>
                  <a:pt x="74910" y="67566"/>
                </a:lnTo>
                <a:lnTo>
                  <a:pt x="75287" y="66978"/>
                </a:lnTo>
                <a:lnTo>
                  <a:pt x="75683" y="66390"/>
                </a:lnTo>
                <a:lnTo>
                  <a:pt x="76088" y="65801"/>
                </a:lnTo>
                <a:lnTo>
                  <a:pt x="76502" y="65221"/>
                </a:lnTo>
                <a:lnTo>
                  <a:pt x="76926" y="64633"/>
                </a:lnTo>
                <a:lnTo>
                  <a:pt x="77358" y="64062"/>
                </a:lnTo>
                <a:lnTo>
                  <a:pt x="77800" y="63482"/>
                </a:lnTo>
                <a:lnTo>
                  <a:pt x="78260" y="62910"/>
                </a:lnTo>
                <a:lnTo>
                  <a:pt x="78730" y="62346"/>
                </a:lnTo>
                <a:lnTo>
                  <a:pt x="79208" y="61783"/>
                </a:lnTo>
                <a:lnTo>
                  <a:pt x="79696" y="61220"/>
                </a:lnTo>
                <a:lnTo>
                  <a:pt x="80193" y="60665"/>
                </a:lnTo>
                <a:lnTo>
                  <a:pt x="80709" y="60118"/>
                </a:lnTo>
                <a:lnTo>
                  <a:pt x="81233" y="59571"/>
                </a:lnTo>
                <a:lnTo>
                  <a:pt x="81767" y="59032"/>
                </a:lnTo>
                <a:lnTo>
                  <a:pt x="82319" y="58494"/>
                </a:lnTo>
                <a:lnTo>
                  <a:pt x="82871" y="57964"/>
                </a:lnTo>
                <a:lnTo>
                  <a:pt x="83442" y="57433"/>
                </a:lnTo>
                <a:lnTo>
                  <a:pt x="84022" y="56920"/>
                </a:lnTo>
                <a:lnTo>
                  <a:pt x="84620" y="56406"/>
                </a:lnTo>
                <a:lnTo>
                  <a:pt x="85228" y="55901"/>
                </a:lnTo>
                <a:lnTo>
                  <a:pt x="85844" y="55395"/>
                </a:lnTo>
                <a:lnTo>
                  <a:pt x="86470" y="54906"/>
                </a:lnTo>
                <a:lnTo>
                  <a:pt x="87114" y="54417"/>
                </a:lnTo>
                <a:lnTo>
                  <a:pt x="87768" y="53937"/>
                </a:lnTo>
                <a:lnTo>
                  <a:pt x="88430" y="53465"/>
                </a:lnTo>
                <a:lnTo>
                  <a:pt x="89112" y="53001"/>
                </a:lnTo>
                <a:lnTo>
                  <a:pt x="89802" y="52545"/>
                </a:lnTo>
                <a:lnTo>
                  <a:pt x="90501" y="52098"/>
                </a:lnTo>
                <a:lnTo>
                  <a:pt x="91219" y="51659"/>
                </a:lnTo>
                <a:lnTo>
                  <a:pt x="91946" y="51228"/>
                </a:lnTo>
                <a:lnTo>
                  <a:pt x="92683" y="50805"/>
                </a:lnTo>
                <a:lnTo>
                  <a:pt x="93437" y="50391"/>
                </a:lnTo>
                <a:lnTo>
                  <a:pt x="94201" y="49993"/>
                </a:lnTo>
                <a:lnTo>
                  <a:pt x="94984" y="49595"/>
                </a:lnTo>
                <a:lnTo>
                  <a:pt x="95775" y="49214"/>
                </a:lnTo>
                <a:lnTo>
                  <a:pt x="96576" y="48833"/>
                </a:lnTo>
                <a:lnTo>
                  <a:pt x="97395" y="48469"/>
                </a:lnTo>
                <a:lnTo>
                  <a:pt x="97496" y="47665"/>
                </a:lnTo>
                <a:lnTo>
                  <a:pt x="97570" y="46870"/>
                </a:lnTo>
                <a:lnTo>
                  <a:pt x="97643" y="46083"/>
                </a:lnTo>
                <a:lnTo>
                  <a:pt x="97699" y="45304"/>
                </a:lnTo>
                <a:lnTo>
                  <a:pt x="97736" y="44533"/>
                </a:lnTo>
                <a:lnTo>
                  <a:pt x="97763" y="43771"/>
                </a:lnTo>
                <a:lnTo>
                  <a:pt x="97782" y="43025"/>
                </a:lnTo>
                <a:lnTo>
                  <a:pt x="97791" y="42288"/>
                </a:lnTo>
                <a:lnTo>
                  <a:pt x="97782" y="41567"/>
                </a:lnTo>
                <a:lnTo>
                  <a:pt x="97772" y="40863"/>
                </a:lnTo>
                <a:lnTo>
                  <a:pt x="97745" y="40167"/>
                </a:lnTo>
                <a:lnTo>
                  <a:pt x="97708" y="39487"/>
                </a:lnTo>
                <a:lnTo>
                  <a:pt x="97662" y="38816"/>
                </a:lnTo>
                <a:lnTo>
                  <a:pt x="97616" y="38170"/>
                </a:lnTo>
                <a:lnTo>
                  <a:pt x="97551" y="37540"/>
                </a:lnTo>
                <a:lnTo>
                  <a:pt x="97478" y="36927"/>
                </a:lnTo>
                <a:lnTo>
                  <a:pt x="97349" y="35892"/>
                </a:lnTo>
                <a:lnTo>
                  <a:pt x="97211" y="34856"/>
                </a:lnTo>
                <a:lnTo>
                  <a:pt x="97054" y="33804"/>
                </a:lnTo>
                <a:lnTo>
                  <a:pt x="96880" y="32743"/>
                </a:lnTo>
                <a:lnTo>
                  <a:pt x="96686" y="31674"/>
                </a:lnTo>
                <a:lnTo>
                  <a:pt x="96475" y="30606"/>
                </a:lnTo>
                <a:lnTo>
                  <a:pt x="96235" y="29529"/>
                </a:lnTo>
                <a:lnTo>
                  <a:pt x="96116" y="28982"/>
                </a:lnTo>
                <a:lnTo>
                  <a:pt x="95978" y="28443"/>
                </a:lnTo>
                <a:lnTo>
                  <a:pt x="95840" y="27905"/>
                </a:lnTo>
                <a:lnTo>
                  <a:pt x="95701" y="27366"/>
                </a:lnTo>
                <a:lnTo>
                  <a:pt x="95545" y="26819"/>
                </a:lnTo>
                <a:lnTo>
                  <a:pt x="95389" y="26281"/>
                </a:lnTo>
                <a:lnTo>
                  <a:pt x="95223" y="25742"/>
                </a:lnTo>
                <a:lnTo>
                  <a:pt x="95048" y="25204"/>
                </a:lnTo>
                <a:lnTo>
                  <a:pt x="94864" y="24657"/>
                </a:lnTo>
                <a:lnTo>
                  <a:pt x="94680" y="24127"/>
                </a:lnTo>
                <a:lnTo>
                  <a:pt x="94477" y="23588"/>
                </a:lnTo>
                <a:lnTo>
                  <a:pt x="94275" y="23050"/>
                </a:lnTo>
                <a:lnTo>
                  <a:pt x="94063" y="22519"/>
                </a:lnTo>
                <a:lnTo>
                  <a:pt x="93833" y="21981"/>
                </a:lnTo>
                <a:lnTo>
                  <a:pt x="93603" y="21451"/>
                </a:lnTo>
                <a:lnTo>
                  <a:pt x="93364" y="20920"/>
                </a:lnTo>
                <a:lnTo>
                  <a:pt x="93115" y="20398"/>
                </a:lnTo>
                <a:lnTo>
                  <a:pt x="92848" y="19876"/>
                </a:lnTo>
                <a:lnTo>
                  <a:pt x="92535" y="19860"/>
                </a:lnTo>
                <a:lnTo>
                  <a:pt x="92222" y="19835"/>
                </a:lnTo>
                <a:lnTo>
                  <a:pt x="91928" y="19802"/>
                </a:lnTo>
                <a:lnTo>
                  <a:pt x="91633" y="19769"/>
                </a:lnTo>
                <a:lnTo>
                  <a:pt x="91348" y="19727"/>
                </a:lnTo>
                <a:lnTo>
                  <a:pt x="91081" y="19677"/>
                </a:lnTo>
                <a:lnTo>
                  <a:pt x="90814" y="19619"/>
                </a:lnTo>
                <a:lnTo>
                  <a:pt x="90557" y="19561"/>
                </a:lnTo>
                <a:lnTo>
                  <a:pt x="90308" y="19503"/>
                </a:lnTo>
                <a:lnTo>
                  <a:pt x="90069" y="19437"/>
                </a:lnTo>
                <a:lnTo>
                  <a:pt x="89839" y="19363"/>
                </a:lnTo>
                <a:lnTo>
                  <a:pt x="89609" y="19280"/>
                </a:lnTo>
                <a:lnTo>
                  <a:pt x="89397" y="19205"/>
                </a:lnTo>
                <a:lnTo>
                  <a:pt x="89185" y="19114"/>
                </a:lnTo>
                <a:lnTo>
                  <a:pt x="88983" y="19023"/>
                </a:lnTo>
                <a:lnTo>
                  <a:pt x="88789" y="18932"/>
                </a:lnTo>
                <a:lnTo>
                  <a:pt x="88596" y="18832"/>
                </a:lnTo>
                <a:lnTo>
                  <a:pt x="88412" y="18733"/>
                </a:lnTo>
                <a:lnTo>
                  <a:pt x="88237" y="18625"/>
                </a:lnTo>
                <a:lnTo>
                  <a:pt x="88072" y="18518"/>
                </a:lnTo>
                <a:lnTo>
                  <a:pt x="87915" y="18410"/>
                </a:lnTo>
                <a:lnTo>
                  <a:pt x="87759" y="18294"/>
                </a:lnTo>
                <a:lnTo>
                  <a:pt x="87611" y="18178"/>
                </a:lnTo>
                <a:lnTo>
                  <a:pt x="87464" y="18054"/>
                </a:lnTo>
                <a:lnTo>
                  <a:pt x="87335" y="17929"/>
                </a:lnTo>
                <a:lnTo>
                  <a:pt x="87197" y="17805"/>
                </a:lnTo>
                <a:lnTo>
                  <a:pt x="87078" y="17681"/>
                </a:lnTo>
                <a:lnTo>
                  <a:pt x="86958" y="17548"/>
                </a:lnTo>
                <a:lnTo>
                  <a:pt x="86847" y="17416"/>
                </a:lnTo>
                <a:lnTo>
                  <a:pt x="86737" y="17283"/>
                </a:lnTo>
                <a:lnTo>
                  <a:pt x="86535" y="17010"/>
                </a:lnTo>
                <a:lnTo>
                  <a:pt x="86360" y="16728"/>
                </a:lnTo>
                <a:lnTo>
                  <a:pt x="86203" y="16446"/>
                </a:lnTo>
                <a:lnTo>
                  <a:pt x="86056" y="16165"/>
                </a:lnTo>
                <a:lnTo>
                  <a:pt x="85936" y="15875"/>
                </a:lnTo>
                <a:lnTo>
                  <a:pt x="85826" y="15593"/>
                </a:lnTo>
                <a:lnTo>
                  <a:pt x="85734" y="15303"/>
                </a:lnTo>
                <a:lnTo>
                  <a:pt x="85651" y="15021"/>
                </a:lnTo>
                <a:lnTo>
                  <a:pt x="85587" y="14739"/>
                </a:lnTo>
                <a:lnTo>
                  <a:pt x="85531" y="14466"/>
                </a:lnTo>
                <a:lnTo>
                  <a:pt x="85485" y="14193"/>
                </a:lnTo>
                <a:lnTo>
                  <a:pt x="85448" y="13927"/>
                </a:lnTo>
                <a:lnTo>
                  <a:pt x="85430" y="13671"/>
                </a:lnTo>
                <a:lnTo>
                  <a:pt x="85412" y="13422"/>
                </a:lnTo>
                <a:lnTo>
                  <a:pt x="85402" y="13190"/>
                </a:lnTo>
                <a:lnTo>
                  <a:pt x="85393" y="12751"/>
                </a:lnTo>
                <a:lnTo>
                  <a:pt x="85402" y="12527"/>
                </a:lnTo>
                <a:lnTo>
                  <a:pt x="85430" y="12295"/>
                </a:lnTo>
                <a:lnTo>
                  <a:pt x="85458" y="12047"/>
                </a:lnTo>
                <a:lnTo>
                  <a:pt x="85504" y="11798"/>
                </a:lnTo>
                <a:lnTo>
                  <a:pt x="85568" y="11533"/>
                </a:lnTo>
                <a:lnTo>
                  <a:pt x="85642" y="11268"/>
                </a:lnTo>
                <a:lnTo>
                  <a:pt x="85725" y="11003"/>
                </a:lnTo>
                <a:lnTo>
                  <a:pt x="85826" y="10729"/>
                </a:lnTo>
                <a:lnTo>
                  <a:pt x="85513" y="10448"/>
                </a:lnTo>
                <a:lnTo>
                  <a:pt x="85191" y="10174"/>
                </a:lnTo>
                <a:lnTo>
                  <a:pt x="84859" y="9901"/>
                </a:lnTo>
                <a:lnTo>
                  <a:pt x="84528" y="9636"/>
                </a:lnTo>
                <a:lnTo>
                  <a:pt x="84188" y="9371"/>
                </a:lnTo>
                <a:lnTo>
                  <a:pt x="83847" y="9105"/>
                </a:lnTo>
                <a:lnTo>
                  <a:pt x="83497" y="8840"/>
                </a:lnTo>
                <a:lnTo>
                  <a:pt x="83138" y="8584"/>
                </a:lnTo>
                <a:lnTo>
                  <a:pt x="82770" y="8327"/>
                </a:lnTo>
                <a:lnTo>
                  <a:pt x="82402" y="8078"/>
                </a:lnTo>
                <a:lnTo>
                  <a:pt x="82025" y="7830"/>
                </a:lnTo>
                <a:lnTo>
                  <a:pt x="81647" y="7581"/>
                </a:lnTo>
                <a:lnTo>
                  <a:pt x="81261" y="7332"/>
                </a:lnTo>
                <a:lnTo>
                  <a:pt x="80865" y="7092"/>
                </a:lnTo>
                <a:lnTo>
                  <a:pt x="80460" y="6860"/>
                </a:lnTo>
                <a:lnTo>
                  <a:pt x="80055" y="6620"/>
                </a:lnTo>
                <a:lnTo>
                  <a:pt x="79641" y="6396"/>
                </a:lnTo>
                <a:lnTo>
                  <a:pt x="79218" y="6164"/>
                </a:lnTo>
                <a:lnTo>
                  <a:pt x="78785" y="5941"/>
                </a:lnTo>
                <a:lnTo>
                  <a:pt x="78352" y="5717"/>
                </a:lnTo>
                <a:lnTo>
                  <a:pt x="77911" y="5501"/>
                </a:lnTo>
                <a:lnTo>
                  <a:pt x="77460" y="5286"/>
                </a:lnTo>
                <a:lnTo>
                  <a:pt x="77009" y="5079"/>
                </a:lnTo>
                <a:lnTo>
                  <a:pt x="76539" y="4872"/>
                </a:lnTo>
                <a:lnTo>
                  <a:pt x="76070" y="4665"/>
                </a:lnTo>
                <a:lnTo>
                  <a:pt x="75600" y="4466"/>
                </a:lnTo>
                <a:lnTo>
                  <a:pt x="75113" y="4267"/>
                </a:lnTo>
                <a:lnTo>
                  <a:pt x="74625" y="4076"/>
                </a:lnTo>
                <a:lnTo>
                  <a:pt x="74119" y="3886"/>
                </a:lnTo>
                <a:lnTo>
                  <a:pt x="73612" y="3704"/>
                </a:lnTo>
                <a:lnTo>
                  <a:pt x="73106" y="3521"/>
                </a:lnTo>
                <a:lnTo>
                  <a:pt x="72582" y="3347"/>
                </a:lnTo>
                <a:lnTo>
                  <a:pt x="72048" y="3173"/>
                </a:lnTo>
                <a:lnTo>
                  <a:pt x="71514" y="2999"/>
                </a:lnTo>
                <a:lnTo>
                  <a:pt x="70971" y="2842"/>
                </a:lnTo>
                <a:lnTo>
                  <a:pt x="70419" y="2676"/>
                </a:lnTo>
                <a:lnTo>
                  <a:pt x="69857" y="2519"/>
                </a:lnTo>
                <a:lnTo>
                  <a:pt x="69296" y="2370"/>
                </a:lnTo>
                <a:lnTo>
                  <a:pt x="68716" y="2220"/>
                </a:lnTo>
                <a:lnTo>
                  <a:pt x="68136" y="2080"/>
                </a:lnTo>
                <a:lnTo>
                  <a:pt x="67538" y="1939"/>
                </a:lnTo>
                <a:lnTo>
                  <a:pt x="66940" y="1798"/>
                </a:lnTo>
                <a:lnTo>
                  <a:pt x="66332" y="1674"/>
                </a:lnTo>
                <a:lnTo>
                  <a:pt x="65716" y="1541"/>
                </a:lnTo>
                <a:lnTo>
                  <a:pt x="65099" y="1425"/>
                </a:lnTo>
                <a:lnTo>
                  <a:pt x="64464" y="1301"/>
                </a:lnTo>
                <a:lnTo>
                  <a:pt x="63820" y="1193"/>
                </a:lnTo>
                <a:lnTo>
                  <a:pt x="63175" y="1085"/>
                </a:lnTo>
                <a:lnTo>
                  <a:pt x="62513" y="978"/>
                </a:lnTo>
                <a:lnTo>
                  <a:pt x="61850" y="887"/>
                </a:lnTo>
                <a:lnTo>
                  <a:pt x="61178" y="787"/>
                </a:lnTo>
                <a:lnTo>
                  <a:pt x="60497" y="704"/>
                </a:lnTo>
                <a:lnTo>
                  <a:pt x="59798" y="613"/>
                </a:lnTo>
                <a:lnTo>
                  <a:pt x="59098" y="539"/>
                </a:lnTo>
                <a:lnTo>
                  <a:pt x="58389" y="464"/>
                </a:lnTo>
                <a:lnTo>
                  <a:pt x="57671" y="398"/>
                </a:lnTo>
                <a:lnTo>
                  <a:pt x="56944" y="331"/>
                </a:lnTo>
                <a:lnTo>
                  <a:pt x="56208" y="273"/>
                </a:lnTo>
                <a:lnTo>
                  <a:pt x="55463" y="224"/>
                </a:lnTo>
                <a:lnTo>
                  <a:pt x="54708" y="174"/>
                </a:lnTo>
                <a:lnTo>
                  <a:pt x="53944" y="133"/>
                </a:lnTo>
                <a:lnTo>
                  <a:pt x="53171" y="91"/>
                </a:lnTo>
                <a:lnTo>
                  <a:pt x="52388" y="58"/>
                </a:lnTo>
                <a:lnTo>
                  <a:pt x="51597" y="33"/>
                </a:lnTo>
                <a:lnTo>
                  <a:pt x="50437" y="8"/>
                </a:lnTo>
                <a:lnTo>
                  <a:pt x="49287" y="0"/>
                </a:lnTo>
                <a:close/>
              </a:path>
            </a:pathLst>
          </a:custGeom>
          <a:solidFill>
            <a:srgbClr val="6891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51"/>
          <p:cNvSpPr/>
          <p:nvPr/>
        </p:nvSpPr>
        <p:spPr>
          <a:xfrm flipH="1">
            <a:off x="6502740" y="1904193"/>
            <a:ext cx="742409" cy="984471"/>
          </a:xfrm>
          <a:custGeom>
            <a:avLst/>
            <a:gdLst/>
            <a:ahLst/>
            <a:cxnLst/>
            <a:rect l="l" t="t" r="r" b="b"/>
            <a:pathLst>
              <a:path w="28910" h="34377" extrusionOk="0">
                <a:moveTo>
                  <a:pt x="28910" y="1"/>
                </a:moveTo>
                <a:lnTo>
                  <a:pt x="28091" y="365"/>
                </a:lnTo>
                <a:lnTo>
                  <a:pt x="27290" y="746"/>
                </a:lnTo>
                <a:lnTo>
                  <a:pt x="26499" y="1127"/>
                </a:lnTo>
                <a:lnTo>
                  <a:pt x="25716" y="1525"/>
                </a:lnTo>
                <a:lnTo>
                  <a:pt x="24952" y="1923"/>
                </a:lnTo>
                <a:lnTo>
                  <a:pt x="24198" y="2337"/>
                </a:lnTo>
                <a:lnTo>
                  <a:pt x="23461" y="2760"/>
                </a:lnTo>
                <a:lnTo>
                  <a:pt x="22734" y="3191"/>
                </a:lnTo>
                <a:lnTo>
                  <a:pt x="22016" y="3630"/>
                </a:lnTo>
                <a:lnTo>
                  <a:pt x="21317" y="4077"/>
                </a:lnTo>
                <a:lnTo>
                  <a:pt x="20627" y="4533"/>
                </a:lnTo>
                <a:lnTo>
                  <a:pt x="19945" y="4997"/>
                </a:lnTo>
                <a:lnTo>
                  <a:pt x="19283" y="5469"/>
                </a:lnTo>
                <a:lnTo>
                  <a:pt x="18629" y="5949"/>
                </a:lnTo>
                <a:lnTo>
                  <a:pt x="17985" y="6438"/>
                </a:lnTo>
                <a:lnTo>
                  <a:pt x="17359" y="6927"/>
                </a:lnTo>
                <a:lnTo>
                  <a:pt x="16743" y="7433"/>
                </a:lnTo>
                <a:lnTo>
                  <a:pt x="16135" y="7938"/>
                </a:lnTo>
                <a:lnTo>
                  <a:pt x="15537" y="8452"/>
                </a:lnTo>
                <a:lnTo>
                  <a:pt x="14957" y="8965"/>
                </a:lnTo>
                <a:lnTo>
                  <a:pt x="14386" y="9496"/>
                </a:lnTo>
                <a:lnTo>
                  <a:pt x="13834" y="10026"/>
                </a:lnTo>
                <a:lnTo>
                  <a:pt x="13282" y="10564"/>
                </a:lnTo>
                <a:lnTo>
                  <a:pt x="12748" y="11103"/>
                </a:lnTo>
                <a:lnTo>
                  <a:pt x="12224" y="11650"/>
                </a:lnTo>
                <a:lnTo>
                  <a:pt x="11708" y="12197"/>
                </a:lnTo>
                <a:lnTo>
                  <a:pt x="11211" y="12752"/>
                </a:lnTo>
                <a:lnTo>
                  <a:pt x="10723" y="13315"/>
                </a:lnTo>
                <a:lnTo>
                  <a:pt x="10245" y="13878"/>
                </a:lnTo>
                <a:lnTo>
                  <a:pt x="9775" y="14442"/>
                </a:lnTo>
                <a:lnTo>
                  <a:pt x="9315" y="15014"/>
                </a:lnTo>
                <a:lnTo>
                  <a:pt x="8873" y="15594"/>
                </a:lnTo>
                <a:lnTo>
                  <a:pt x="8441" y="16165"/>
                </a:lnTo>
                <a:lnTo>
                  <a:pt x="8017" y="16753"/>
                </a:lnTo>
                <a:lnTo>
                  <a:pt x="7603" y="17333"/>
                </a:lnTo>
                <a:lnTo>
                  <a:pt x="7198" y="17922"/>
                </a:lnTo>
                <a:lnTo>
                  <a:pt x="6802" y="18510"/>
                </a:lnTo>
                <a:lnTo>
                  <a:pt x="6425" y="19098"/>
                </a:lnTo>
                <a:lnTo>
                  <a:pt x="6057" y="19686"/>
                </a:lnTo>
                <a:lnTo>
                  <a:pt x="5698" y="20283"/>
                </a:lnTo>
                <a:lnTo>
                  <a:pt x="5348" y="20871"/>
                </a:lnTo>
                <a:lnTo>
                  <a:pt x="5008" y="21468"/>
                </a:lnTo>
                <a:lnTo>
                  <a:pt x="4676" y="22064"/>
                </a:lnTo>
                <a:lnTo>
                  <a:pt x="4354" y="22661"/>
                </a:lnTo>
                <a:lnTo>
                  <a:pt x="4051" y="23257"/>
                </a:lnTo>
                <a:lnTo>
                  <a:pt x="3747" y="23854"/>
                </a:lnTo>
                <a:lnTo>
                  <a:pt x="3462" y="24459"/>
                </a:lnTo>
                <a:lnTo>
                  <a:pt x="3176" y="25055"/>
                </a:lnTo>
                <a:lnTo>
                  <a:pt x="2909" y="25652"/>
                </a:lnTo>
                <a:lnTo>
                  <a:pt x="2652" y="26248"/>
                </a:lnTo>
                <a:lnTo>
                  <a:pt x="2403" y="26837"/>
                </a:lnTo>
                <a:lnTo>
                  <a:pt x="2164" y="27433"/>
                </a:lnTo>
                <a:lnTo>
                  <a:pt x="1924" y="28021"/>
                </a:lnTo>
                <a:lnTo>
                  <a:pt x="1704" y="28618"/>
                </a:lnTo>
                <a:lnTo>
                  <a:pt x="1492" y="29206"/>
                </a:lnTo>
                <a:lnTo>
                  <a:pt x="1289" y="29786"/>
                </a:lnTo>
                <a:lnTo>
                  <a:pt x="1096" y="30374"/>
                </a:lnTo>
                <a:lnTo>
                  <a:pt x="912" y="30954"/>
                </a:lnTo>
                <a:lnTo>
                  <a:pt x="737" y="31534"/>
                </a:lnTo>
                <a:lnTo>
                  <a:pt x="572" y="32106"/>
                </a:lnTo>
                <a:lnTo>
                  <a:pt x="415" y="32686"/>
                </a:lnTo>
                <a:lnTo>
                  <a:pt x="268" y="33249"/>
                </a:lnTo>
                <a:lnTo>
                  <a:pt x="130" y="33813"/>
                </a:lnTo>
                <a:lnTo>
                  <a:pt x="1" y="34376"/>
                </a:lnTo>
                <a:lnTo>
                  <a:pt x="930" y="34094"/>
                </a:lnTo>
                <a:lnTo>
                  <a:pt x="1851" y="33804"/>
                </a:lnTo>
                <a:lnTo>
                  <a:pt x="2753" y="33498"/>
                </a:lnTo>
                <a:lnTo>
                  <a:pt x="3627" y="33175"/>
                </a:lnTo>
                <a:lnTo>
                  <a:pt x="4492" y="32843"/>
                </a:lnTo>
                <a:lnTo>
                  <a:pt x="5339" y="32495"/>
                </a:lnTo>
                <a:lnTo>
                  <a:pt x="6158" y="32139"/>
                </a:lnTo>
                <a:lnTo>
                  <a:pt x="6968" y="31766"/>
                </a:lnTo>
                <a:lnTo>
                  <a:pt x="7760" y="31377"/>
                </a:lnTo>
                <a:lnTo>
                  <a:pt x="8533" y="30988"/>
                </a:lnTo>
                <a:lnTo>
                  <a:pt x="9288" y="30573"/>
                </a:lnTo>
                <a:lnTo>
                  <a:pt x="10024" y="30159"/>
                </a:lnTo>
                <a:lnTo>
                  <a:pt x="10742" y="29728"/>
                </a:lnTo>
                <a:lnTo>
                  <a:pt x="11450" y="29289"/>
                </a:lnTo>
                <a:lnTo>
                  <a:pt x="12131" y="28833"/>
                </a:lnTo>
                <a:lnTo>
                  <a:pt x="12803" y="28378"/>
                </a:lnTo>
                <a:lnTo>
                  <a:pt x="13457" y="27905"/>
                </a:lnTo>
                <a:lnTo>
                  <a:pt x="14092" y="27425"/>
                </a:lnTo>
                <a:lnTo>
                  <a:pt x="14718" y="26936"/>
                </a:lnTo>
                <a:lnTo>
                  <a:pt x="15325" y="26439"/>
                </a:lnTo>
                <a:lnTo>
                  <a:pt x="15914" y="25925"/>
                </a:lnTo>
                <a:lnTo>
                  <a:pt x="16485" y="25412"/>
                </a:lnTo>
                <a:lnTo>
                  <a:pt x="17046" y="24890"/>
                </a:lnTo>
                <a:lnTo>
                  <a:pt x="17589" y="24359"/>
                </a:lnTo>
                <a:lnTo>
                  <a:pt x="18114" y="23821"/>
                </a:lnTo>
                <a:lnTo>
                  <a:pt x="18629" y="23274"/>
                </a:lnTo>
                <a:lnTo>
                  <a:pt x="19126" y="22719"/>
                </a:lnTo>
                <a:lnTo>
                  <a:pt x="19614" y="22155"/>
                </a:lnTo>
                <a:lnTo>
                  <a:pt x="20084" y="21592"/>
                </a:lnTo>
                <a:lnTo>
                  <a:pt x="20544" y="21020"/>
                </a:lnTo>
                <a:lnTo>
                  <a:pt x="20986" y="20440"/>
                </a:lnTo>
                <a:lnTo>
                  <a:pt x="21418" y="19860"/>
                </a:lnTo>
                <a:lnTo>
                  <a:pt x="21832" y="19272"/>
                </a:lnTo>
                <a:lnTo>
                  <a:pt x="22228" y="18676"/>
                </a:lnTo>
                <a:lnTo>
                  <a:pt x="22624" y="18079"/>
                </a:lnTo>
                <a:lnTo>
                  <a:pt x="22992" y="17474"/>
                </a:lnTo>
                <a:lnTo>
                  <a:pt x="23360" y="16869"/>
                </a:lnTo>
                <a:lnTo>
                  <a:pt x="23710" y="16256"/>
                </a:lnTo>
                <a:lnTo>
                  <a:pt x="24041" y="15643"/>
                </a:lnTo>
                <a:lnTo>
                  <a:pt x="24373" y="15022"/>
                </a:lnTo>
                <a:lnTo>
                  <a:pt x="24685" y="14409"/>
                </a:lnTo>
                <a:lnTo>
                  <a:pt x="24980" y="13779"/>
                </a:lnTo>
                <a:lnTo>
                  <a:pt x="25274" y="13158"/>
                </a:lnTo>
                <a:lnTo>
                  <a:pt x="25551" y="12528"/>
                </a:lnTo>
                <a:lnTo>
                  <a:pt x="25818" y="11898"/>
                </a:lnTo>
                <a:lnTo>
                  <a:pt x="26066" y="11269"/>
                </a:lnTo>
                <a:lnTo>
                  <a:pt x="26315" y="10639"/>
                </a:lnTo>
                <a:lnTo>
                  <a:pt x="26545" y="10009"/>
                </a:lnTo>
                <a:lnTo>
                  <a:pt x="26765" y="9371"/>
                </a:lnTo>
                <a:lnTo>
                  <a:pt x="26977" y="8742"/>
                </a:lnTo>
                <a:lnTo>
                  <a:pt x="27180" y="8104"/>
                </a:lnTo>
                <a:lnTo>
                  <a:pt x="27373" y="7474"/>
                </a:lnTo>
                <a:lnTo>
                  <a:pt x="27548" y="6844"/>
                </a:lnTo>
                <a:lnTo>
                  <a:pt x="27723" y="6206"/>
                </a:lnTo>
                <a:lnTo>
                  <a:pt x="27879" y="5577"/>
                </a:lnTo>
                <a:lnTo>
                  <a:pt x="28026" y="4947"/>
                </a:lnTo>
                <a:lnTo>
                  <a:pt x="28174" y="4326"/>
                </a:lnTo>
                <a:lnTo>
                  <a:pt x="28303" y="3696"/>
                </a:lnTo>
                <a:lnTo>
                  <a:pt x="28422" y="3075"/>
                </a:lnTo>
                <a:lnTo>
                  <a:pt x="28542" y="2453"/>
                </a:lnTo>
                <a:lnTo>
                  <a:pt x="28643" y="1840"/>
                </a:lnTo>
                <a:lnTo>
                  <a:pt x="28744" y="1219"/>
                </a:lnTo>
                <a:lnTo>
                  <a:pt x="28827" y="614"/>
                </a:lnTo>
                <a:lnTo>
                  <a:pt x="28910" y="1"/>
                </a:lnTo>
                <a:close/>
              </a:path>
            </a:pathLst>
          </a:custGeom>
          <a:solidFill>
            <a:srgbClr val="3E0E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51"/>
          <p:cNvSpPr/>
          <p:nvPr/>
        </p:nvSpPr>
        <p:spPr>
          <a:xfrm flipH="1">
            <a:off x="6502740" y="1904193"/>
            <a:ext cx="742409" cy="984471"/>
          </a:xfrm>
          <a:custGeom>
            <a:avLst/>
            <a:gdLst/>
            <a:ahLst/>
            <a:cxnLst/>
            <a:rect l="l" t="t" r="r" b="b"/>
            <a:pathLst>
              <a:path w="28910" h="34377" fill="none" extrusionOk="0">
                <a:moveTo>
                  <a:pt x="28910" y="1"/>
                </a:moveTo>
                <a:lnTo>
                  <a:pt x="28910" y="1"/>
                </a:lnTo>
                <a:lnTo>
                  <a:pt x="28827" y="614"/>
                </a:lnTo>
                <a:lnTo>
                  <a:pt x="28744" y="1219"/>
                </a:lnTo>
                <a:lnTo>
                  <a:pt x="28643" y="1840"/>
                </a:lnTo>
                <a:lnTo>
                  <a:pt x="28542" y="2453"/>
                </a:lnTo>
                <a:lnTo>
                  <a:pt x="28422" y="3075"/>
                </a:lnTo>
                <a:lnTo>
                  <a:pt x="28303" y="3696"/>
                </a:lnTo>
                <a:lnTo>
                  <a:pt x="28174" y="4326"/>
                </a:lnTo>
                <a:lnTo>
                  <a:pt x="28026" y="4947"/>
                </a:lnTo>
                <a:lnTo>
                  <a:pt x="27879" y="5577"/>
                </a:lnTo>
                <a:lnTo>
                  <a:pt x="27723" y="6206"/>
                </a:lnTo>
                <a:lnTo>
                  <a:pt x="27548" y="6844"/>
                </a:lnTo>
                <a:lnTo>
                  <a:pt x="27373" y="7474"/>
                </a:lnTo>
                <a:lnTo>
                  <a:pt x="27180" y="8104"/>
                </a:lnTo>
                <a:lnTo>
                  <a:pt x="26977" y="8742"/>
                </a:lnTo>
                <a:lnTo>
                  <a:pt x="26765" y="9371"/>
                </a:lnTo>
                <a:lnTo>
                  <a:pt x="26545" y="10009"/>
                </a:lnTo>
                <a:lnTo>
                  <a:pt x="26315" y="10639"/>
                </a:lnTo>
                <a:lnTo>
                  <a:pt x="26066" y="11269"/>
                </a:lnTo>
                <a:lnTo>
                  <a:pt x="25818" y="11898"/>
                </a:lnTo>
                <a:lnTo>
                  <a:pt x="25551" y="12528"/>
                </a:lnTo>
                <a:lnTo>
                  <a:pt x="25274" y="13158"/>
                </a:lnTo>
                <a:lnTo>
                  <a:pt x="24980" y="13779"/>
                </a:lnTo>
                <a:lnTo>
                  <a:pt x="24685" y="14409"/>
                </a:lnTo>
                <a:lnTo>
                  <a:pt x="24373" y="15022"/>
                </a:lnTo>
                <a:lnTo>
                  <a:pt x="24041" y="15643"/>
                </a:lnTo>
                <a:lnTo>
                  <a:pt x="23710" y="16256"/>
                </a:lnTo>
                <a:lnTo>
                  <a:pt x="23360" y="16869"/>
                </a:lnTo>
                <a:lnTo>
                  <a:pt x="22992" y="17474"/>
                </a:lnTo>
                <a:lnTo>
                  <a:pt x="22624" y="18079"/>
                </a:lnTo>
                <a:lnTo>
                  <a:pt x="22228" y="18676"/>
                </a:lnTo>
                <a:lnTo>
                  <a:pt x="21832" y="19272"/>
                </a:lnTo>
                <a:lnTo>
                  <a:pt x="21418" y="19860"/>
                </a:lnTo>
                <a:lnTo>
                  <a:pt x="20986" y="20440"/>
                </a:lnTo>
                <a:lnTo>
                  <a:pt x="20544" y="21020"/>
                </a:lnTo>
                <a:lnTo>
                  <a:pt x="20084" y="21592"/>
                </a:lnTo>
                <a:lnTo>
                  <a:pt x="19614" y="22155"/>
                </a:lnTo>
                <a:lnTo>
                  <a:pt x="19126" y="22719"/>
                </a:lnTo>
                <a:lnTo>
                  <a:pt x="18629" y="23274"/>
                </a:lnTo>
                <a:lnTo>
                  <a:pt x="18114" y="23821"/>
                </a:lnTo>
                <a:lnTo>
                  <a:pt x="17589" y="24359"/>
                </a:lnTo>
                <a:lnTo>
                  <a:pt x="17046" y="24890"/>
                </a:lnTo>
                <a:lnTo>
                  <a:pt x="16485" y="25412"/>
                </a:lnTo>
                <a:lnTo>
                  <a:pt x="15914" y="25925"/>
                </a:lnTo>
                <a:lnTo>
                  <a:pt x="15325" y="26439"/>
                </a:lnTo>
                <a:lnTo>
                  <a:pt x="14718" y="26936"/>
                </a:lnTo>
                <a:lnTo>
                  <a:pt x="14092" y="27425"/>
                </a:lnTo>
                <a:lnTo>
                  <a:pt x="13457" y="27905"/>
                </a:lnTo>
                <a:lnTo>
                  <a:pt x="12803" y="28378"/>
                </a:lnTo>
                <a:lnTo>
                  <a:pt x="12131" y="28833"/>
                </a:lnTo>
                <a:lnTo>
                  <a:pt x="11450" y="29289"/>
                </a:lnTo>
                <a:lnTo>
                  <a:pt x="10742" y="29728"/>
                </a:lnTo>
                <a:lnTo>
                  <a:pt x="10024" y="30159"/>
                </a:lnTo>
                <a:lnTo>
                  <a:pt x="9288" y="30573"/>
                </a:lnTo>
                <a:lnTo>
                  <a:pt x="8533" y="30988"/>
                </a:lnTo>
                <a:lnTo>
                  <a:pt x="7760" y="31377"/>
                </a:lnTo>
                <a:lnTo>
                  <a:pt x="6968" y="31766"/>
                </a:lnTo>
                <a:lnTo>
                  <a:pt x="6158" y="32139"/>
                </a:lnTo>
                <a:lnTo>
                  <a:pt x="5339" y="32495"/>
                </a:lnTo>
                <a:lnTo>
                  <a:pt x="4492" y="32843"/>
                </a:lnTo>
                <a:lnTo>
                  <a:pt x="3627" y="33175"/>
                </a:lnTo>
                <a:lnTo>
                  <a:pt x="2753" y="33498"/>
                </a:lnTo>
                <a:lnTo>
                  <a:pt x="1851" y="33804"/>
                </a:lnTo>
                <a:lnTo>
                  <a:pt x="930" y="34094"/>
                </a:lnTo>
                <a:lnTo>
                  <a:pt x="1" y="34376"/>
                </a:lnTo>
                <a:lnTo>
                  <a:pt x="1" y="34376"/>
                </a:lnTo>
                <a:lnTo>
                  <a:pt x="130" y="33813"/>
                </a:lnTo>
                <a:lnTo>
                  <a:pt x="268" y="33249"/>
                </a:lnTo>
                <a:lnTo>
                  <a:pt x="415" y="32686"/>
                </a:lnTo>
                <a:lnTo>
                  <a:pt x="572" y="32106"/>
                </a:lnTo>
                <a:lnTo>
                  <a:pt x="737" y="31534"/>
                </a:lnTo>
                <a:lnTo>
                  <a:pt x="912" y="30954"/>
                </a:lnTo>
                <a:lnTo>
                  <a:pt x="1096" y="30374"/>
                </a:lnTo>
                <a:lnTo>
                  <a:pt x="1289" y="29786"/>
                </a:lnTo>
                <a:lnTo>
                  <a:pt x="1492" y="29206"/>
                </a:lnTo>
                <a:lnTo>
                  <a:pt x="1704" y="28618"/>
                </a:lnTo>
                <a:lnTo>
                  <a:pt x="1924" y="28021"/>
                </a:lnTo>
                <a:lnTo>
                  <a:pt x="2164" y="27433"/>
                </a:lnTo>
                <a:lnTo>
                  <a:pt x="2403" y="26837"/>
                </a:lnTo>
                <a:lnTo>
                  <a:pt x="2652" y="26248"/>
                </a:lnTo>
                <a:lnTo>
                  <a:pt x="2909" y="25652"/>
                </a:lnTo>
                <a:lnTo>
                  <a:pt x="3176" y="25055"/>
                </a:lnTo>
                <a:lnTo>
                  <a:pt x="3462" y="24459"/>
                </a:lnTo>
                <a:lnTo>
                  <a:pt x="3747" y="23854"/>
                </a:lnTo>
                <a:lnTo>
                  <a:pt x="4051" y="23257"/>
                </a:lnTo>
                <a:lnTo>
                  <a:pt x="4354" y="22661"/>
                </a:lnTo>
                <a:lnTo>
                  <a:pt x="4676" y="22064"/>
                </a:lnTo>
                <a:lnTo>
                  <a:pt x="5008" y="21468"/>
                </a:lnTo>
                <a:lnTo>
                  <a:pt x="5348" y="20871"/>
                </a:lnTo>
                <a:lnTo>
                  <a:pt x="5698" y="20283"/>
                </a:lnTo>
                <a:lnTo>
                  <a:pt x="6057" y="19686"/>
                </a:lnTo>
                <a:lnTo>
                  <a:pt x="6425" y="19098"/>
                </a:lnTo>
                <a:lnTo>
                  <a:pt x="6802" y="18510"/>
                </a:lnTo>
                <a:lnTo>
                  <a:pt x="7198" y="17922"/>
                </a:lnTo>
                <a:lnTo>
                  <a:pt x="7603" y="17333"/>
                </a:lnTo>
                <a:lnTo>
                  <a:pt x="8017" y="16753"/>
                </a:lnTo>
                <a:lnTo>
                  <a:pt x="8441" y="16165"/>
                </a:lnTo>
                <a:lnTo>
                  <a:pt x="8873" y="15594"/>
                </a:lnTo>
                <a:lnTo>
                  <a:pt x="9315" y="15014"/>
                </a:lnTo>
                <a:lnTo>
                  <a:pt x="9775" y="14442"/>
                </a:lnTo>
                <a:lnTo>
                  <a:pt x="10245" y="13878"/>
                </a:lnTo>
                <a:lnTo>
                  <a:pt x="10723" y="13315"/>
                </a:lnTo>
                <a:lnTo>
                  <a:pt x="11211" y="12752"/>
                </a:lnTo>
                <a:lnTo>
                  <a:pt x="11708" y="12197"/>
                </a:lnTo>
                <a:lnTo>
                  <a:pt x="12224" y="11650"/>
                </a:lnTo>
                <a:lnTo>
                  <a:pt x="12748" y="11103"/>
                </a:lnTo>
                <a:lnTo>
                  <a:pt x="13282" y="10564"/>
                </a:lnTo>
                <a:lnTo>
                  <a:pt x="13834" y="10026"/>
                </a:lnTo>
                <a:lnTo>
                  <a:pt x="14386" y="9496"/>
                </a:lnTo>
                <a:lnTo>
                  <a:pt x="14957" y="8965"/>
                </a:lnTo>
                <a:lnTo>
                  <a:pt x="15537" y="8452"/>
                </a:lnTo>
                <a:lnTo>
                  <a:pt x="16135" y="7938"/>
                </a:lnTo>
                <a:lnTo>
                  <a:pt x="16743" y="7433"/>
                </a:lnTo>
                <a:lnTo>
                  <a:pt x="17359" y="6927"/>
                </a:lnTo>
                <a:lnTo>
                  <a:pt x="17985" y="6438"/>
                </a:lnTo>
                <a:lnTo>
                  <a:pt x="18629" y="5949"/>
                </a:lnTo>
                <a:lnTo>
                  <a:pt x="19283" y="5469"/>
                </a:lnTo>
                <a:lnTo>
                  <a:pt x="19945" y="4997"/>
                </a:lnTo>
                <a:lnTo>
                  <a:pt x="20627" y="4533"/>
                </a:lnTo>
                <a:lnTo>
                  <a:pt x="21317" y="4077"/>
                </a:lnTo>
                <a:lnTo>
                  <a:pt x="22016" y="3630"/>
                </a:lnTo>
                <a:lnTo>
                  <a:pt x="22734" y="3191"/>
                </a:lnTo>
                <a:lnTo>
                  <a:pt x="23461" y="2760"/>
                </a:lnTo>
                <a:lnTo>
                  <a:pt x="24198" y="2337"/>
                </a:lnTo>
                <a:lnTo>
                  <a:pt x="24952" y="1923"/>
                </a:lnTo>
                <a:lnTo>
                  <a:pt x="25716" y="1525"/>
                </a:lnTo>
                <a:lnTo>
                  <a:pt x="26499" y="1127"/>
                </a:lnTo>
                <a:lnTo>
                  <a:pt x="27290" y="746"/>
                </a:lnTo>
                <a:lnTo>
                  <a:pt x="28091" y="365"/>
                </a:lnTo>
                <a:lnTo>
                  <a:pt x="2891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51"/>
          <p:cNvSpPr/>
          <p:nvPr/>
        </p:nvSpPr>
        <p:spPr>
          <a:xfrm flipH="1">
            <a:off x="8618735" y="2412649"/>
            <a:ext cx="393084" cy="393193"/>
          </a:xfrm>
          <a:custGeom>
            <a:avLst/>
            <a:gdLst/>
            <a:ahLst/>
            <a:cxnLst/>
            <a:rect l="l" t="t" r="r" b="b"/>
            <a:pathLst>
              <a:path w="15307" h="13730" extrusionOk="0">
                <a:moveTo>
                  <a:pt x="6655" y="1"/>
                </a:moveTo>
                <a:lnTo>
                  <a:pt x="6370" y="26"/>
                </a:lnTo>
                <a:lnTo>
                  <a:pt x="6093" y="59"/>
                </a:lnTo>
                <a:lnTo>
                  <a:pt x="5827" y="100"/>
                </a:lnTo>
                <a:lnTo>
                  <a:pt x="5569" y="142"/>
                </a:lnTo>
                <a:lnTo>
                  <a:pt x="5320" y="192"/>
                </a:lnTo>
                <a:lnTo>
                  <a:pt x="5072" y="250"/>
                </a:lnTo>
                <a:lnTo>
                  <a:pt x="4833" y="308"/>
                </a:lnTo>
                <a:lnTo>
                  <a:pt x="4602" y="374"/>
                </a:lnTo>
                <a:lnTo>
                  <a:pt x="4382" y="448"/>
                </a:lnTo>
                <a:lnTo>
                  <a:pt x="4170" y="523"/>
                </a:lnTo>
                <a:lnTo>
                  <a:pt x="3958" y="606"/>
                </a:lnTo>
                <a:lnTo>
                  <a:pt x="3756" y="697"/>
                </a:lnTo>
                <a:lnTo>
                  <a:pt x="3553" y="788"/>
                </a:lnTo>
                <a:lnTo>
                  <a:pt x="3369" y="879"/>
                </a:lnTo>
                <a:lnTo>
                  <a:pt x="3185" y="979"/>
                </a:lnTo>
                <a:lnTo>
                  <a:pt x="3010" y="1086"/>
                </a:lnTo>
                <a:lnTo>
                  <a:pt x="2835" y="1194"/>
                </a:lnTo>
                <a:lnTo>
                  <a:pt x="2670" y="1302"/>
                </a:lnTo>
                <a:lnTo>
                  <a:pt x="2513" y="1418"/>
                </a:lnTo>
                <a:lnTo>
                  <a:pt x="2357" y="1542"/>
                </a:lnTo>
                <a:lnTo>
                  <a:pt x="2209" y="1658"/>
                </a:lnTo>
                <a:lnTo>
                  <a:pt x="2071" y="1791"/>
                </a:lnTo>
                <a:lnTo>
                  <a:pt x="1933" y="1915"/>
                </a:lnTo>
                <a:lnTo>
                  <a:pt x="1805" y="2047"/>
                </a:lnTo>
                <a:lnTo>
                  <a:pt x="1685" y="2180"/>
                </a:lnTo>
                <a:lnTo>
                  <a:pt x="1565" y="2313"/>
                </a:lnTo>
                <a:lnTo>
                  <a:pt x="1446" y="2453"/>
                </a:lnTo>
                <a:lnTo>
                  <a:pt x="1344" y="2594"/>
                </a:lnTo>
                <a:lnTo>
                  <a:pt x="1142" y="2884"/>
                </a:lnTo>
                <a:lnTo>
                  <a:pt x="958" y="3174"/>
                </a:lnTo>
                <a:lnTo>
                  <a:pt x="792" y="3481"/>
                </a:lnTo>
                <a:lnTo>
                  <a:pt x="645" y="3779"/>
                </a:lnTo>
                <a:lnTo>
                  <a:pt x="516" y="4086"/>
                </a:lnTo>
                <a:lnTo>
                  <a:pt x="406" y="4400"/>
                </a:lnTo>
                <a:lnTo>
                  <a:pt x="304" y="4707"/>
                </a:lnTo>
                <a:lnTo>
                  <a:pt x="221" y="5014"/>
                </a:lnTo>
                <a:lnTo>
                  <a:pt x="157" y="5320"/>
                </a:lnTo>
                <a:lnTo>
                  <a:pt x="102" y="5618"/>
                </a:lnTo>
                <a:lnTo>
                  <a:pt x="56" y="5917"/>
                </a:lnTo>
                <a:lnTo>
                  <a:pt x="28" y="6215"/>
                </a:lnTo>
                <a:lnTo>
                  <a:pt x="10" y="6497"/>
                </a:lnTo>
                <a:lnTo>
                  <a:pt x="1" y="6770"/>
                </a:lnTo>
                <a:lnTo>
                  <a:pt x="1" y="7035"/>
                </a:lnTo>
                <a:lnTo>
                  <a:pt x="10" y="7292"/>
                </a:lnTo>
                <a:lnTo>
                  <a:pt x="28" y="7532"/>
                </a:lnTo>
                <a:lnTo>
                  <a:pt x="47" y="7764"/>
                </a:lnTo>
                <a:lnTo>
                  <a:pt x="111" y="8245"/>
                </a:lnTo>
                <a:lnTo>
                  <a:pt x="157" y="8485"/>
                </a:lnTo>
                <a:lnTo>
                  <a:pt x="203" y="8734"/>
                </a:lnTo>
                <a:lnTo>
                  <a:pt x="258" y="8982"/>
                </a:lnTo>
                <a:lnTo>
                  <a:pt x="314" y="9231"/>
                </a:lnTo>
                <a:lnTo>
                  <a:pt x="387" y="9479"/>
                </a:lnTo>
                <a:lnTo>
                  <a:pt x="470" y="9728"/>
                </a:lnTo>
                <a:lnTo>
                  <a:pt x="553" y="9976"/>
                </a:lnTo>
                <a:lnTo>
                  <a:pt x="654" y="10225"/>
                </a:lnTo>
                <a:lnTo>
                  <a:pt x="774" y="10465"/>
                </a:lnTo>
                <a:lnTo>
                  <a:pt x="903" y="10706"/>
                </a:lnTo>
                <a:lnTo>
                  <a:pt x="1041" y="10937"/>
                </a:lnTo>
                <a:lnTo>
                  <a:pt x="1197" y="11169"/>
                </a:lnTo>
                <a:lnTo>
                  <a:pt x="1363" y="11401"/>
                </a:lnTo>
                <a:lnTo>
                  <a:pt x="1547" y="11617"/>
                </a:lnTo>
                <a:lnTo>
                  <a:pt x="1759" y="11832"/>
                </a:lnTo>
                <a:lnTo>
                  <a:pt x="1979" y="12039"/>
                </a:lnTo>
                <a:lnTo>
                  <a:pt x="2219" y="12230"/>
                </a:lnTo>
                <a:lnTo>
                  <a:pt x="2476" y="12421"/>
                </a:lnTo>
                <a:lnTo>
                  <a:pt x="2762" y="12603"/>
                </a:lnTo>
                <a:lnTo>
                  <a:pt x="3065" y="12769"/>
                </a:lnTo>
                <a:lnTo>
                  <a:pt x="3222" y="12851"/>
                </a:lnTo>
                <a:lnTo>
                  <a:pt x="3388" y="12926"/>
                </a:lnTo>
                <a:lnTo>
                  <a:pt x="3562" y="13001"/>
                </a:lnTo>
                <a:lnTo>
                  <a:pt x="3737" y="13067"/>
                </a:lnTo>
                <a:lnTo>
                  <a:pt x="3921" y="13141"/>
                </a:lnTo>
                <a:lnTo>
                  <a:pt x="4115" y="13199"/>
                </a:lnTo>
                <a:lnTo>
                  <a:pt x="4308" y="13266"/>
                </a:lnTo>
                <a:lnTo>
                  <a:pt x="4510" y="13324"/>
                </a:lnTo>
                <a:lnTo>
                  <a:pt x="4722" y="13382"/>
                </a:lnTo>
                <a:lnTo>
                  <a:pt x="4934" y="13431"/>
                </a:lnTo>
                <a:lnTo>
                  <a:pt x="5155" y="13473"/>
                </a:lnTo>
                <a:lnTo>
                  <a:pt x="5385" y="13522"/>
                </a:lnTo>
                <a:lnTo>
                  <a:pt x="5863" y="13597"/>
                </a:lnTo>
                <a:lnTo>
                  <a:pt x="6370" y="13655"/>
                </a:lnTo>
                <a:lnTo>
                  <a:pt x="6903" y="13696"/>
                </a:lnTo>
                <a:lnTo>
                  <a:pt x="7465" y="13730"/>
                </a:lnTo>
                <a:lnTo>
                  <a:pt x="8238" y="13730"/>
                </a:lnTo>
                <a:lnTo>
                  <a:pt x="8625" y="13705"/>
                </a:lnTo>
                <a:lnTo>
                  <a:pt x="8993" y="13672"/>
                </a:lnTo>
                <a:lnTo>
                  <a:pt x="9361" y="13630"/>
                </a:lnTo>
                <a:lnTo>
                  <a:pt x="9711" y="13572"/>
                </a:lnTo>
                <a:lnTo>
                  <a:pt x="10051" y="13506"/>
                </a:lnTo>
                <a:lnTo>
                  <a:pt x="10373" y="13431"/>
                </a:lnTo>
                <a:lnTo>
                  <a:pt x="10686" y="13340"/>
                </a:lnTo>
                <a:lnTo>
                  <a:pt x="10999" y="13249"/>
                </a:lnTo>
                <a:lnTo>
                  <a:pt x="11294" y="13141"/>
                </a:lnTo>
                <a:lnTo>
                  <a:pt x="11579" y="13025"/>
                </a:lnTo>
                <a:lnTo>
                  <a:pt x="11846" y="12901"/>
                </a:lnTo>
                <a:lnTo>
                  <a:pt x="12113" y="12769"/>
                </a:lnTo>
                <a:lnTo>
                  <a:pt x="12361" y="12628"/>
                </a:lnTo>
                <a:lnTo>
                  <a:pt x="12610" y="12487"/>
                </a:lnTo>
                <a:lnTo>
                  <a:pt x="12840" y="12329"/>
                </a:lnTo>
                <a:lnTo>
                  <a:pt x="13061" y="12172"/>
                </a:lnTo>
                <a:lnTo>
                  <a:pt x="13272" y="12006"/>
                </a:lnTo>
                <a:lnTo>
                  <a:pt x="13475" y="11832"/>
                </a:lnTo>
                <a:lnTo>
                  <a:pt x="13668" y="11658"/>
                </a:lnTo>
                <a:lnTo>
                  <a:pt x="13852" y="11476"/>
                </a:lnTo>
                <a:lnTo>
                  <a:pt x="14027" y="11294"/>
                </a:lnTo>
                <a:lnTo>
                  <a:pt x="14193" y="11103"/>
                </a:lnTo>
                <a:lnTo>
                  <a:pt x="14358" y="10913"/>
                </a:lnTo>
                <a:lnTo>
                  <a:pt x="14506" y="10722"/>
                </a:lnTo>
                <a:lnTo>
                  <a:pt x="14644" y="10523"/>
                </a:lnTo>
                <a:lnTo>
                  <a:pt x="14773" y="10324"/>
                </a:lnTo>
                <a:lnTo>
                  <a:pt x="14892" y="10126"/>
                </a:lnTo>
                <a:lnTo>
                  <a:pt x="15012" y="9927"/>
                </a:lnTo>
                <a:lnTo>
                  <a:pt x="15113" y="9728"/>
                </a:lnTo>
                <a:lnTo>
                  <a:pt x="15214" y="9521"/>
                </a:lnTo>
                <a:lnTo>
                  <a:pt x="15306" y="9322"/>
                </a:lnTo>
                <a:lnTo>
                  <a:pt x="14616" y="8800"/>
                </a:lnTo>
                <a:lnTo>
                  <a:pt x="13954" y="8261"/>
                </a:lnTo>
                <a:lnTo>
                  <a:pt x="13309" y="7723"/>
                </a:lnTo>
                <a:lnTo>
                  <a:pt x="12683" y="7168"/>
                </a:lnTo>
                <a:lnTo>
                  <a:pt x="12076" y="6604"/>
                </a:lnTo>
                <a:lnTo>
                  <a:pt x="11496" y="6041"/>
                </a:lnTo>
                <a:lnTo>
                  <a:pt x="10925" y="5461"/>
                </a:lnTo>
                <a:lnTo>
                  <a:pt x="10382" y="4881"/>
                </a:lnTo>
                <a:lnTo>
                  <a:pt x="9858" y="4293"/>
                </a:lnTo>
                <a:lnTo>
                  <a:pt x="9342" y="3696"/>
                </a:lnTo>
                <a:lnTo>
                  <a:pt x="8855" y="3091"/>
                </a:lnTo>
                <a:lnTo>
                  <a:pt x="8376" y="2487"/>
                </a:lnTo>
                <a:lnTo>
                  <a:pt x="7925" y="1873"/>
                </a:lnTo>
                <a:lnTo>
                  <a:pt x="7483" y="1252"/>
                </a:lnTo>
                <a:lnTo>
                  <a:pt x="7060" y="631"/>
                </a:lnTo>
                <a:lnTo>
                  <a:pt x="6655" y="1"/>
                </a:lnTo>
                <a:close/>
              </a:path>
            </a:pathLst>
          </a:custGeom>
          <a:solidFill>
            <a:srgbClr val="9768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51"/>
          <p:cNvSpPr/>
          <p:nvPr/>
        </p:nvSpPr>
        <p:spPr>
          <a:xfrm flipH="1">
            <a:off x="8618735" y="2412649"/>
            <a:ext cx="393084" cy="393193"/>
          </a:xfrm>
          <a:custGeom>
            <a:avLst/>
            <a:gdLst/>
            <a:ahLst/>
            <a:cxnLst/>
            <a:rect l="l" t="t" r="r" b="b"/>
            <a:pathLst>
              <a:path w="15307" h="13730" fill="none" extrusionOk="0">
                <a:moveTo>
                  <a:pt x="6655" y="1"/>
                </a:moveTo>
                <a:lnTo>
                  <a:pt x="6655" y="1"/>
                </a:lnTo>
                <a:lnTo>
                  <a:pt x="7060" y="631"/>
                </a:lnTo>
                <a:lnTo>
                  <a:pt x="7483" y="1252"/>
                </a:lnTo>
                <a:lnTo>
                  <a:pt x="7925" y="1873"/>
                </a:lnTo>
                <a:lnTo>
                  <a:pt x="8376" y="2487"/>
                </a:lnTo>
                <a:lnTo>
                  <a:pt x="8855" y="3091"/>
                </a:lnTo>
                <a:lnTo>
                  <a:pt x="9342" y="3696"/>
                </a:lnTo>
                <a:lnTo>
                  <a:pt x="9858" y="4293"/>
                </a:lnTo>
                <a:lnTo>
                  <a:pt x="10382" y="4881"/>
                </a:lnTo>
                <a:lnTo>
                  <a:pt x="10925" y="5461"/>
                </a:lnTo>
                <a:lnTo>
                  <a:pt x="11496" y="6041"/>
                </a:lnTo>
                <a:lnTo>
                  <a:pt x="12076" y="6604"/>
                </a:lnTo>
                <a:lnTo>
                  <a:pt x="12683" y="7168"/>
                </a:lnTo>
                <a:lnTo>
                  <a:pt x="13309" y="7723"/>
                </a:lnTo>
                <a:lnTo>
                  <a:pt x="13954" y="8261"/>
                </a:lnTo>
                <a:lnTo>
                  <a:pt x="14616" y="8800"/>
                </a:lnTo>
                <a:lnTo>
                  <a:pt x="15306" y="9322"/>
                </a:lnTo>
                <a:lnTo>
                  <a:pt x="15306" y="9322"/>
                </a:lnTo>
                <a:lnTo>
                  <a:pt x="15214" y="9521"/>
                </a:lnTo>
                <a:lnTo>
                  <a:pt x="15113" y="9728"/>
                </a:lnTo>
                <a:lnTo>
                  <a:pt x="15012" y="9927"/>
                </a:lnTo>
                <a:lnTo>
                  <a:pt x="14892" y="10126"/>
                </a:lnTo>
                <a:lnTo>
                  <a:pt x="14773" y="10324"/>
                </a:lnTo>
                <a:lnTo>
                  <a:pt x="14644" y="10523"/>
                </a:lnTo>
                <a:lnTo>
                  <a:pt x="14506" y="10722"/>
                </a:lnTo>
                <a:lnTo>
                  <a:pt x="14358" y="10913"/>
                </a:lnTo>
                <a:lnTo>
                  <a:pt x="14193" y="11103"/>
                </a:lnTo>
                <a:lnTo>
                  <a:pt x="14027" y="11294"/>
                </a:lnTo>
                <a:lnTo>
                  <a:pt x="13852" y="11476"/>
                </a:lnTo>
                <a:lnTo>
                  <a:pt x="13668" y="11658"/>
                </a:lnTo>
                <a:lnTo>
                  <a:pt x="13475" y="11832"/>
                </a:lnTo>
                <a:lnTo>
                  <a:pt x="13272" y="12006"/>
                </a:lnTo>
                <a:lnTo>
                  <a:pt x="13061" y="12172"/>
                </a:lnTo>
                <a:lnTo>
                  <a:pt x="12840" y="12329"/>
                </a:lnTo>
                <a:lnTo>
                  <a:pt x="12610" y="12487"/>
                </a:lnTo>
                <a:lnTo>
                  <a:pt x="12361" y="12628"/>
                </a:lnTo>
                <a:lnTo>
                  <a:pt x="12113" y="12769"/>
                </a:lnTo>
                <a:lnTo>
                  <a:pt x="11846" y="12901"/>
                </a:lnTo>
                <a:lnTo>
                  <a:pt x="11579" y="13025"/>
                </a:lnTo>
                <a:lnTo>
                  <a:pt x="11294" y="13141"/>
                </a:lnTo>
                <a:lnTo>
                  <a:pt x="10999" y="13249"/>
                </a:lnTo>
                <a:lnTo>
                  <a:pt x="10686" y="13340"/>
                </a:lnTo>
                <a:lnTo>
                  <a:pt x="10373" y="13431"/>
                </a:lnTo>
                <a:lnTo>
                  <a:pt x="10051" y="13506"/>
                </a:lnTo>
                <a:lnTo>
                  <a:pt x="9711" y="13572"/>
                </a:lnTo>
                <a:lnTo>
                  <a:pt x="9361" y="13630"/>
                </a:lnTo>
                <a:lnTo>
                  <a:pt x="8993" y="13672"/>
                </a:lnTo>
                <a:lnTo>
                  <a:pt x="8625" y="13705"/>
                </a:lnTo>
                <a:lnTo>
                  <a:pt x="8238" y="13730"/>
                </a:lnTo>
                <a:lnTo>
                  <a:pt x="7842" y="13730"/>
                </a:lnTo>
                <a:lnTo>
                  <a:pt x="7842" y="13730"/>
                </a:lnTo>
                <a:lnTo>
                  <a:pt x="7465" y="13730"/>
                </a:lnTo>
                <a:lnTo>
                  <a:pt x="7465" y="13730"/>
                </a:lnTo>
                <a:lnTo>
                  <a:pt x="6903" y="13696"/>
                </a:lnTo>
                <a:lnTo>
                  <a:pt x="6370" y="13655"/>
                </a:lnTo>
                <a:lnTo>
                  <a:pt x="5863" y="13597"/>
                </a:lnTo>
                <a:lnTo>
                  <a:pt x="5385" y="13522"/>
                </a:lnTo>
                <a:lnTo>
                  <a:pt x="5155" y="13473"/>
                </a:lnTo>
                <a:lnTo>
                  <a:pt x="4934" y="13431"/>
                </a:lnTo>
                <a:lnTo>
                  <a:pt x="4722" y="13382"/>
                </a:lnTo>
                <a:lnTo>
                  <a:pt x="4510" y="13324"/>
                </a:lnTo>
                <a:lnTo>
                  <a:pt x="4308" y="13266"/>
                </a:lnTo>
                <a:lnTo>
                  <a:pt x="4115" y="13199"/>
                </a:lnTo>
                <a:lnTo>
                  <a:pt x="3921" y="13141"/>
                </a:lnTo>
                <a:lnTo>
                  <a:pt x="3737" y="13067"/>
                </a:lnTo>
                <a:lnTo>
                  <a:pt x="3562" y="13001"/>
                </a:lnTo>
                <a:lnTo>
                  <a:pt x="3388" y="12926"/>
                </a:lnTo>
                <a:lnTo>
                  <a:pt x="3222" y="12851"/>
                </a:lnTo>
                <a:lnTo>
                  <a:pt x="3065" y="12769"/>
                </a:lnTo>
                <a:lnTo>
                  <a:pt x="2762" y="12603"/>
                </a:lnTo>
                <a:lnTo>
                  <a:pt x="2476" y="12421"/>
                </a:lnTo>
                <a:lnTo>
                  <a:pt x="2219" y="12230"/>
                </a:lnTo>
                <a:lnTo>
                  <a:pt x="1979" y="12039"/>
                </a:lnTo>
                <a:lnTo>
                  <a:pt x="1759" y="11832"/>
                </a:lnTo>
                <a:lnTo>
                  <a:pt x="1547" y="11617"/>
                </a:lnTo>
                <a:lnTo>
                  <a:pt x="1363" y="11401"/>
                </a:lnTo>
                <a:lnTo>
                  <a:pt x="1197" y="11169"/>
                </a:lnTo>
                <a:lnTo>
                  <a:pt x="1041" y="10937"/>
                </a:lnTo>
                <a:lnTo>
                  <a:pt x="903" y="10706"/>
                </a:lnTo>
                <a:lnTo>
                  <a:pt x="774" y="10465"/>
                </a:lnTo>
                <a:lnTo>
                  <a:pt x="654" y="10225"/>
                </a:lnTo>
                <a:lnTo>
                  <a:pt x="553" y="9976"/>
                </a:lnTo>
                <a:lnTo>
                  <a:pt x="470" y="9728"/>
                </a:lnTo>
                <a:lnTo>
                  <a:pt x="387" y="9479"/>
                </a:lnTo>
                <a:lnTo>
                  <a:pt x="314" y="9231"/>
                </a:lnTo>
                <a:lnTo>
                  <a:pt x="258" y="8982"/>
                </a:lnTo>
                <a:lnTo>
                  <a:pt x="203" y="8734"/>
                </a:lnTo>
                <a:lnTo>
                  <a:pt x="157" y="8485"/>
                </a:lnTo>
                <a:lnTo>
                  <a:pt x="111" y="8245"/>
                </a:lnTo>
                <a:lnTo>
                  <a:pt x="47" y="7764"/>
                </a:lnTo>
                <a:lnTo>
                  <a:pt x="47" y="7764"/>
                </a:lnTo>
                <a:lnTo>
                  <a:pt x="28" y="7532"/>
                </a:lnTo>
                <a:lnTo>
                  <a:pt x="10" y="7292"/>
                </a:lnTo>
                <a:lnTo>
                  <a:pt x="1" y="7035"/>
                </a:lnTo>
                <a:lnTo>
                  <a:pt x="1" y="6770"/>
                </a:lnTo>
                <a:lnTo>
                  <a:pt x="10" y="6497"/>
                </a:lnTo>
                <a:lnTo>
                  <a:pt x="28" y="6215"/>
                </a:lnTo>
                <a:lnTo>
                  <a:pt x="56" y="5917"/>
                </a:lnTo>
                <a:lnTo>
                  <a:pt x="102" y="5618"/>
                </a:lnTo>
                <a:lnTo>
                  <a:pt x="157" y="5320"/>
                </a:lnTo>
                <a:lnTo>
                  <a:pt x="221" y="5014"/>
                </a:lnTo>
                <a:lnTo>
                  <a:pt x="304" y="4707"/>
                </a:lnTo>
                <a:lnTo>
                  <a:pt x="406" y="4400"/>
                </a:lnTo>
                <a:lnTo>
                  <a:pt x="516" y="4086"/>
                </a:lnTo>
                <a:lnTo>
                  <a:pt x="645" y="3779"/>
                </a:lnTo>
                <a:lnTo>
                  <a:pt x="792" y="3481"/>
                </a:lnTo>
                <a:lnTo>
                  <a:pt x="958" y="3174"/>
                </a:lnTo>
                <a:lnTo>
                  <a:pt x="1142" y="2884"/>
                </a:lnTo>
                <a:lnTo>
                  <a:pt x="1344" y="2594"/>
                </a:lnTo>
                <a:lnTo>
                  <a:pt x="1446" y="2453"/>
                </a:lnTo>
                <a:lnTo>
                  <a:pt x="1565" y="2313"/>
                </a:lnTo>
                <a:lnTo>
                  <a:pt x="1685" y="2180"/>
                </a:lnTo>
                <a:lnTo>
                  <a:pt x="1805" y="2047"/>
                </a:lnTo>
                <a:lnTo>
                  <a:pt x="1933" y="1915"/>
                </a:lnTo>
                <a:lnTo>
                  <a:pt x="2071" y="1791"/>
                </a:lnTo>
                <a:lnTo>
                  <a:pt x="2209" y="1658"/>
                </a:lnTo>
                <a:lnTo>
                  <a:pt x="2357" y="1542"/>
                </a:lnTo>
                <a:lnTo>
                  <a:pt x="2513" y="1418"/>
                </a:lnTo>
                <a:lnTo>
                  <a:pt x="2670" y="1302"/>
                </a:lnTo>
                <a:lnTo>
                  <a:pt x="2835" y="1194"/>
                </a:lnTo>
                <a:lnTo>
                  <a:pt x="3010" y="1086"/>
                </a:lnTo>
                <a:lnTo>
                  <a:pt x="3185" y="979"/>
                </a:lnTo>
                <a:lnTo>
                  <a:pt x="3369" y="879"/>
                </a:lnTo>
                <a:lnTo>
                  <a:pt x="3553" y="788"/>
                </a:lnTo>
                <a:lnTo>
                  <a:pt x="3756" y="697"/>
                </a:lnTo>
                <a:lnTo>
                  <a:pt x="3958" y="606"/>
                </a:lnTo>
                <a:lnTo>
                  <a:pt x="4170" y="523"/>
                </a:lnTo>
                <a:lnTo>
                  <a:pt x="4382" y="448"/>
                </a:lnTo>
                <a:lnTo>
                  <a:pt x="4602" y="374"/>
                </a:lnTo>
                <a:lnTo>
                  <a:pt x="4833" y="308"/>
                </a:lnTo>
                <a:lnTo>
                  <a:pt x="5072" y="250"/>
                </a:lnTo>
                <a:lnTo>
                  <a:pt x="5320" y="192"/>
                </a:lnTo>
                <a:lnTo>
                  <a:pt x="5569" y="142"/>
                </a:lnTo>
                <a:lnTo>
                  <a:pt x="5827" y="100"/>
                </a:lnTo>
                <a:lnTo>
                  <a:pt x="6093" y="59"/>
                </a:lnTo>
                <a:lnTo>
                  <a:pt x="6370" y="26"/>
                </a:lnTo>
                <a:lnTo>
                  <a:pt x="665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51"/>
          <p:cNvSpPr/>
          <p:nvPr/>
        </p:nvSpPr>
        <p:spPr>
          <a:xfrm flipH="1">
            <a:off x="8605747" y="2411704"/>
            <a:ext cx="235203" cy="267904"/>
          </a:xfrm>
          <a:custGeom>
            <a:avLst/>
            <a:gdLst/>
            <a:ahLst/>
            <a:cxnLst/>
            <a:rect l="l" t="t" r="r" b="b"/>
            <a:pathLst>
              <a:path w="9159" h="9355" extrusionOk="0">
                <a:moveTo>
                  <a:pt x="986" y="1"/>
                </a:moveTo>
                <a:lnTo>
                  <a:pt x="480" y="9"/>
                </a:lnTo>
                <a:lnTo>
                  <a:pt x="1" y="34"/>
                </a:lnTo>
                <a:lnTo>
                  <a:pt x="406" y="664"/>
                </a:lnTo>
                <a:lnTo>
                  <a:pt x="829" y="1285"/>
                </a:lnTo>
                <a:lnTo>
                  <a:pt x="1271" y="1906"/>
                </a:lnTo>
                <a:lnTo>
                  <a:pt x="1722" y="2520"/>
                </a:lnTo>
                <a:lnTo>
                  <a:pt x="2201" y="3124"/>
                </a:lnTo>
                <a:lnTo>
                  <a:pt x="2688" y="3729"/>
                </a:lnTo>
                <a:lnTo>
                  <a:pt x="3204" y="4326"/>
                </a:lnTo>
                <a:lnTo>
                  <a:pt x="3728" y="4914"/>
                </a:lnTo>
                <a:lnTo>
                  <a:pt x="4271" y="5494"/>
                </a:lnTo>
                <a:lnTo>
                  <a:pt x="4842" y="6074"/>
                </a:lnTo>
                <a:lnTo>
                  <a:pt x="5422" y="6637"/>
                </a:lnTo>
                <a:lnTo>
                  <a:pt x="6029" y="7201"/>
                </a:lnTo>
                <a:lnTo>
                  <a:pt x="6655" y="7756"/>
                </a:lnTo>
                <a:lnTo>
                  <a:pt x="7300" y="8294"/>
                </a:lnTo>
                <a:lnTo>
                  <a:pt x="7962" y="8833"/>
                </a:lnTo>
                <a:lnTo>
                  <a:pt x="8652" y="9355"/>
                </a:lnTo>
                <a:lnTo>
                  <a:pt x="8772" y="9057"/>
                </a:lnTo>
                <a:lnTo>
                  <a:pt x="8873" y="8758"/>
                </a:lnTo>
                <a:lnTo>
                  <a:pt x="8956" y="8468"/>
                </a:lnTo>
                <a:lnTo>
                  <a:pt x="9030" y="8187"/>
                </a:lnTo>
                <a:lnTo>
                  <a:pt x="9085" y="7905"/>
                </a:lnTo>
                <a:lnTo>
                  <a:pt x="9122" y="7640"/>
                </a:lnTo>
                <a:lnTo>
                  <a:pt x="9149" y="7383"/>
                </a:lnTo>
                <a:lnTo>
                  <a:pt x="9159" y="7134"/>
                </a:lnTo>
                <a:lnTo>
                  <a:pt x="9149" y="6687"/>
                </a:lnTo>
                <a:lnTo>
                  <a:pt x="9140" y="6447"/>
                </a:lnTo>
                <a:lnTo>
                  <a:pt x="9122" y="6198"/>
                </a:lnTo>
                <a:lnTo>
                  <a:pt x="9094" y="5933"/>
                </a:lnTo>
                <a:lnTo>
                  <a:pt x="9067" y="5668"/>
                </a:lnTo>
                <a:lnTo>
                  <a:pt x="9021" y="5386"/>
                </a:lnTo>
                <a:lnTo>
                  <a:pt x="8956" y="5105"/>
                </a:lnTo>
                <a:lnTo>
                  <a:pt x="8892" y="4815"/>
                </a:lnTo>
                <a:lnTo>
                  <a:pt x="8809" y="4525"/>
                </a:lnTo>
                <a:lnTo>
                  <a:pt x="8708" y="4235"/>
                </a:lnTo>
                <a:lnTo>
                  <a:pt x="8588" y="3945"/>
                </a:lnTo>
                <a:lnTo>
                  <a:pt x="8459" y="3646"/>
                </a:lnTo>
                <a:lnTo>
                  <a:pt x="8312" y="3356"/>
                </a:lnTo>
                <a:lnTo>
                  <a:pt x="8146" y="3075"/>
                </a:lnTo>
                <a:lnTo>
                  <a:pt x="7953" y="2793"/>
                </a:lnTo>
                <a:lnTo>
                  <a:pt x="7852" y="2652"/>
                </a:lnTo>
                <a:lnTo>
                  <a:pt x="7741" y="2511"/>
                </a:lnTo>
                <a:lnTo>
                  <a:pt x="7631" y="2379"/>
                </a:lnTo>
                <a:lnTo>
                  <a:pt x="7511" y="2246"/>
                </a:lnTo>
                <a:lnTo>
                  <a:pt x="7382" y="2114"/>
                </a:lnTo>
                <a:lnTo>
                  <a:pt x="7254" y="1989"/>
                </a:lnTo>
                <a:lnTo>
                  <a:pt x="7115" y="1857"/>
                </a:lnTo>
                <a:lnTo>
                  <a:pt x="6968" y="1741"/>
                </a:lnTo>
                <a:lnTo>
                  <a:pt x="6821" y="1616"/>
                </a:lnTo>
                <a:lnTo>
                  <a:pt x="6664" y="1500"/>
                </a:lnTo>
                <a:lnTo>
                  <a:pt x="6499" y="1384"/>
                </a:lnTo>
                <a:lnTo>
                  <a:pt x="6333" y="1277"/>
                </a:lnTo>
                <a:lnTo>
                  <a:pt x="6149" y="1169"/>
                </a:lnTo>
                <a:lnTo>
                  <a:pt x="5965" y="1061"/>
                </a:lnTo>
                <a:lnTo>
                  <a:pt x="5781" y="962"/>
                </a:lnTo>
                <a:lnTo>
                  <a:pt x="5578" y="862"/>
                </a:lnTo>
                <a:lnTo>
                  <a:pt x="5376" y="771"/>
                </a:lnTo>
                <a:lnTo>
                  <a:pt x="5155" y="689"/>
                </a:lnTo>
                <a:lnTo>
                  <a:pt x="4934" y="606"/>
                </a:lnTo>
                <a:lnTo>
                  <a:pt x="4704" y="523"/>
                </a:lnTo>
                <a:lnTo>
                  <a:pt x="4465" y="448"/>
                </a:lnTo>
                <a:lnTo>
                  <a:pt x="4225" y="382"/>
                </a:lnTo>
                <a:lnTo>
                  <a:pt x="3968" y="316"/>
                </a:lnTo>
                <a:lnTo>
                  <a:pt x="3701" y="258"/>
                </a:lnTo>
                <a:lnTo>
                  <a:pt x="3434" y="208"/>
                </a:lnTo>
                <a:lnTo>
                  <a:pt x="3149" y="158"/>
                </a:lnTo>
                <a:lnTo>
                  <a:pt x="2863" y="117"/>
                </a:lnTo>
                <a:lnTo>
                  <a:pt x="2560" y="84"/>
                </a:lnTo>
                <a:lnTo>
                  <a:pt x="2256" y="51"/>
                </a:lnTo>
                <a:lnTo>
                  <a:pt x="1943" y="26"/>
                </a:lnTo>
                <a:lnTo>
                  <a:pt x="1612" y="9"/>
                </a:lnTo>
                <a:lnTo>
                  <a:pt x="1280" y="1"/>
                </a:lnTo>
                <a:close/>
              </a:path>
            </a:pathLst>
          </a:custGeom>
          <a:solidFill>
            <a:srgbClr val="3E3B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51"/>
          <p:cNvSpPr/>
          <p:nvPr/>
        </p:nvSpPr>
        <p:spPr>
          <a:xfrm flipH="1">
            <a:off x="8605747" y="2411704"/>
            <a:ext cx="235203" cy="267904"/>
          </a:xfrm>
          <a:custGeom>
            <a:avLst/>
            <a:gdLst/>
            <a:ahLst/>
            <a:cxnLst/>
            <a:rect l="l" t="t" r="r" b="b"/>
            <a:pathLst>
              <a:path w="9159" h="9355" fill="none" extrusionOk="0">
                <a:moveTo>
                  <a:pt x="986" y="1"/>
                </a:moveTo>
                <a:lnTo>
                  <a:pt x="986" y="1"/>
                </a:lnTo>
                <a:lnTo>
                  <a:pt x="1280" y="1"/>
                </a:lnTo>
                <a:lnTo>
                  <a:pt x="1280" y="1"/>
                </a:lnTo>
                <a:lnTo>
                  <a:pt x="1612" y="9"/>
                </a:lnTo>
                <a:lnTo>
                  <a:pt x="1943" y="26"/>
                </a:lnTo>
                <a:lnTo>
                  <a:pt x="2256" y="51"/>
                </a:lnTo>
                <a:lnTo>
                  <a:pt x="2560" y="84"/>
                </a:lnTo>
                <a:lnTo>
                  <a:pt x="2863" y="117"/>
                </a:lnTo>
                <a:lnTo>
                  <a:pt x="3149" y="158"/>
                </a:lnTo>
                <a:lnTo>
                  <a:pt x="3434" y="208"/>
                </a:lnTo>
                <a:lnTo>
                  <a:pt x="3701" y="258"/>
                </a:lnTo>
                <a:lnTo>
                  <a:pt x="3968" y="316"/>
                </a:lnTo>
                <a:lnTo>
                  <a:pt x="4225" y="382"/>
                </a:lnTo>
                <a:lnTo>
                  <a:pt x="4465" y="448"/>
                </a:lnTo>
                <a:lnTo>
                  <a:pt x="4704" y="523"/>
                </a:lnTo>
                <a:lnTo>
                  <a:pt x="4934" y="606"/>
                </a:lnTo>
                <a:lnTo>
                  <a:pt x="5155" y="689"/>
                </a:lnTo>
                <a:lnTo>
                  <a:pt x="5376" y="771"/>
                </a:lnTo>
                <a:lnTo>
                  <a:pt x="5578" y="862"/>
                </a:lnTo>
                <a:lnTo>
                  <a:pt x="5781" y="962"/>
                </a:lnTo>
                <a:lnTo>
                  <a:pt x="5965" y="1061"/>
                </a:lnTo>
                <a:lnTo>
                  <a:pt x="6149" y="1169"/>
                </a:lnTo>
                <a:lnTo>
                  <a:pt x="6333" y="1277"/>
                </a:lnTo>
                <a:lnTo>
                  <a:pt x="6499" y="1384"/>
                </a:lnTo>
                <a:lnTo>
                  <a:pt x="6664" y="1500"/>
                </a:lnTo>
                <a:lnTo>
                  <a:pt x="6821" y="1616"/>
                </a:lnTo>
                <a:lnTo>
                  <a:pt x="6968" y="1741"/>
                </a:lnTo>
                <a:lnTo>
                  <a:pt x="7115" y="1857"/>
                </a:lnTo>
                <a:lnTo>
                  <a:pt x="7254" y="1989"/>
                </a:lnTo>
                <a:lnTo>
                  <a:pt x="7382" y="2114"/>
                </a:lnTo>
                <a:lnTo>
                  <a:pt x="7511" y="2246"/>
                </a:lnTo>
                <a:lnTo>
                  <a:pt x="7631" y="2379"/>
                </a:lnTo>
                <a:lnTo>
                  <a:pt x="7741" y="2511"/>
                </a:lnTo>
                <a:lnTo>
                  <a:pt x="7852" y="2652"/>
                </a:lnTo>
                <a:lnTo>
                  <a:pt x="7953" y="2793"/>
                </a:lnTo>
                <a:lnTo>
                  <a:pt x="8146" y="3075"/>
                </a:lnTo>
                <a:lnTo>
                  <a:pt x="8312" y="3356"/>
                </a:lnTo>
                <a:lnTo>
                  <a:pt x="8459" y="3646"/>
                </a:lnTo>
                <a:lnTo>
                  <a:pt x="8588" y="3945"/>
                </a:lnTo>
                <a:lnTo>
                  <a:pt x="8708" y="4235"/>
                </a:lnTo>
                <a:lnTo>
                  <a:pt x="8809" y="4525"/>
                </a:lnTo>
                <a:lnTo>
                  <a:pt x="8892" y="4815"/>
                </a:lnTo>
                <a:lnTo>
                  <a:pt x="8956" y="5105"/>
                </a:lnTo>
                <a:lnTo>
                  <a:pt x="9021" y="5386"/>
                </a:lnTo>
                <a:lnTo>
                  <a:pt x="9067" y="5668"/>
                </a:lnTo>
                <a:lnTo>
                  <a:pt x="9094" y="5933"/>
                </a:lnTo>
                <a:lnTo>
                  <a:pt x="9122" y="6198"/>
                </a:lnTo>
                <a:lnTo>
                  <a:pt x="9140" y="6447"/>
                </a:lnTo>
                <a:lnTo>
                  <a:pt x="9149" y="6687"/>
                </a:lnTo>
                <a:lnTo>
                  <a:pt x="9159" y="7134"/>
                </a:lnTo>
                <a:lnTo>
                  <a:pt x="9159" y="7134"/>
                </a:lnTo>
                <a:lnTo>
                  <a:pt x="9149" y="7383"/>
                </a:lnTo>
                <a:lnTo>
                  <a:pt x="9122" y="7640"/>
                </a:lnTo>
                <a:lnTo>
                  <a:pt x="9085" y="7905"/>
                </a:lnTo>
                <a:lnTo>
                  <a:pt x="9030" y="8187"/>
                </a:lnTo>
                <a:lnTo>
                  <a:pt x="8956" y="8468"/>
                </a:lnTo>
                <a:lnTo>
                  <a:pt x="8873" y="8758"/>
                </a:lnTo>
                <a:lnTo>
                  <a:pt x="8772" y="9057"/>
                </a:lnTo>
                <a:lnTo>
                  <a:pt x="8652" y="9355"/>
                </a:lnTo>
                <a:lnTo>
                  <a:pt x="8652" y="9355"/>
                </a:lnTo>
                <a:lnTo>
                  <a:pt x="7962" y="8833"/>
                </a:lnTo>
                <a:lnTo>
                  <a:pt x="7300" y="8294"/>
                </a:lnTo>
                <a:lnTo>
                  <a:pt x="6655" y="7756"/>
                </a:lnTo>
                <a:lnTo>
                  <a:pt x="6029" y="7201"/>
                </a:lnTo>
                <a:lnTo>
                  <a:pt x="5422" y="6637"/>
                </a:lnTo>
                <a:lnTo>
                  <a:pt x="4842" y="6074"/>
                </a:lnTo>
                <a:lnTo>
                  <a:pt x="4271" y="5494"/>
                </a:lnTo>
                <a:lnTo>
                  <a:pt x="3728" y="4914"/>
                </a:lnTo>
                <a:lnTo>
                  <a:pt x="3204" y="4326"/>
                </a:lnTo>
                <a:lnTo>
                  <a:pt x="2688" y="3729"/>
                </a:lnTo>
                <a:lnTo>
                  <a:pt x="2201" y="3124"/>
                </a:lnTo>
                <a:lnTo>
                  <a:pt x="1722" y="2520"/>
                </a:lnTo>
                <a:lnTo>
                  <a:pt x="1271" y="1906"/>
                </a:lnTo>
                <a:lnTo>
                  <a:pt x="829" y="1285"/>
                </a:lnTo>
                <a:lnTo>
                  <a:pt x="406" y="664"/>
                </a:lnTo>
                <a:lnTo>
                  <a:pt x="1" y="34"/>
                </a:lnTo>
                <a:lnTo>
                  <a:pt x="1" y="34"/>
                </a:lnTo>
                <a:lnTo>
                  <a:pt x="480" y="9"/>
                </a:lnTo>
                <a:lnTo>
                  <a:pt x="98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51"/>
          <p:cNvSpPr/>
          <p:nvPr/>
        </p:nvSpPr>
        <p:spPr>
          <a:xfrm flipH="1">
            <a:off x="8766708" y="2561191"/>
            <a:ext cx="101641" cy="93043"/>
          </a:xfrm>
          <a:custGeom>
            <a:avLst/>
            <a:gdLst/>
            <a:ahLst/>
            <a:cxnLst/>
            <a:rect l="l" t="t" r="r" b="b"/>
            <a:pathLst>
              <a:path w="3958" h="3249" extrusionOk="0">
                <a:moveTo>
                  <a:pt x="442" y="1"/>
                </a:moveTo>
                <a:lnTo>
                  <a:pt x="341" y="166"/>
                </a:lnTo>
                <a:lnTo>
                  <a:pt x="249" y="324"/>
                </a:lnTo>
                <a:lnTo>
                  <a:pt x="166" y="481"/>
                </a:lnTo>
                <a:lnTo>
                  <a:pt x="111" y="638"/>
                </a:lnTo>
                <a:lnTo>
                  <a:pt x="55" y="804"/>
                </a:lnTo>
                <a:lnTo>
                  <a:pt x="28" y="962"/>
                </a:lnTo>
                <a:lnTo>
                  <a:pt x="0" y="1119"/>
                </a:lnTo>
                <a:lnTo>
                  <a:pt x="0" y="1276"/>
                </a:lnTo>
                <a:lnTo>
                  <a:pt x="0" y="1409"/>
                </a:lnTo>
                <a:lnTo>
                  <a:pt x="19" y="1542"/>
                </a:lnTo>
                <a:lnTo>
                  <a:pt x="37" y="1682"/>
                </a:lnTo>
                <a:lnTo>
                  <a:pt x="74" y="1807"/>
                </a:lnTo>
                <a:lnTo>
                  <a:pt x="120" y="1939"/>
                </a:lnTo>
                <a:lnTo>
                  <a:pt x="175" y="2072"/>
                </a:lnTo>
                <a:lnTo>
                  <a:pt x="240" y="2196"/>
                </a:lnTo>
                <a:lnTo>
                  <a:pt x="313" y="2320"/>
                </a:lnTo>
                <a:lnTo>
                  <a:pt x="396" y="2445"/>
                </a:lnTo>
                <a:lnTo>
                  <a:pt x="488" y="2569"/>
                </a:lnTo>
                <a:lnTo>
                  <a:pt x="589" y="2685"/>
                </a:lnTo>
                <a:lnTo>
                  <a:pt x="709" y="2801"/>
                </a:lnTo>
                <a:lnTo>
                  <a:pt x="829" y="2917"/>
                </a:lnTo>
                <a:lnTo>
                  <a:pt x="957" y="3033"/>
                </a:lnTo>
                <a:lnTo>
                  <a:pt x="1096" y="3141"/>
                </a:lnTo>
                <a:lnTo>
                  <a:pt x="1243" y="3248"/>
                </a:lnTo>
                <a:lnTo>
                  <a:pt x="1804" y="2950"/>
                </a:lnTo>
                <a:lnTo>
                  <a:pt x="1859" y="2909"/>
                </a:lnTo>
                <a:lnTo>
                  <a:pt x="1896" y="2859"/>
                </a:lnTo>
                <a:lnTo>
                  <a:pt x="1924" y="2809"/>
                </a:lnTo>
                <a:lnTo>
                  <a:pt x="1933" y="2760"/>
                </a:lnTo>
                <a:lnTo>
                  <a:pt x="1924" y="2710"/>
                </a:lnTo>
                <a:lnTo>
                  <a:pt x="1905" y="2652"/>
                </a:lnTo>
                <a:lnTo>
                  <a:pt x="1869" y="2610"/>
                </a:lnTo>
                <a:lnTo>
                  <a:pt x="1832" y="2569"/>
                </a:lnTo>
                <a:lnTo>
                  <a:pt x="1694" y="2420"/>
                </a:lnTo>
                <a:lnTo>
                  <a:pt x="1620" y="2320"/>
                </a:lnTo>
                <a:lnTo>
                  <a:pt x="1556" y="2213"/>
                </a:lnTo>
                <a:lnTo>
                  <a:pt x="1491" y="2080"/>
                </a:lnTo>
                <a:lnTo>
                  <a:pt x="1436" y="1948"/>
                </a:lnTo>
                <a:lnTo>
                  <a:pt x="1418" y="1873"/>
                </a:lnTo>
                <a:lnTo>
                  <a:pt x="1399" y="1798"/>
                </a:lnTo>
                <a:lnTo>
                  <a:pt x="1390" y="1716"/>
                </a:lnTo>
                <a:lnTo>
                  <a:pt x="1390" y="1633"/>
                </a:lnTo>
                <a:lnTo>
                  <a:pt x="1390" y="1542"/>
                </a:lnTo>
                <a:lnTo>
                  <a:pt x="1408" y="1442"/>
                </a:lnTo>
                <a:lnTo>
                  <a:pt x="1427" y="1343"/>
                </a:lnTo>
                <a:lnTo>
                  <a:pt x="1454" y="1243"/>
                </a:lnTo>
                <a:lnTo>
                  <a:pt x="1500" y="1136"/>
                </a:lnTo>
                <a:lnTo>
                  <a:pt x="1556" y="1028"/>
                </a:lnTo>
                <a:lnTo>
                  <a:pt x="1620" y="912"/>
                </a:lnTo>
                <a:lnTo>
                  <a:pt x="1694" y="796"/>
                </a:lnTo>
                <a:lnTo>
                  <a:pt x="1721" y="754"/>
                </a:lnTo>
                <a:lnTo>
                  <a:pt x="1731" y="713"/>
                </a:lnTo>
                <a:lnTo>
                  <a:pt x="1749" y="672"/>
                </a:lnTo>
                <a:lnTo>
                  <a:pt x="1749" y="630"/>
                </a:lnTo>
                <a:lnTo>
                  <a:pt x="1749" y="589"/>
                </a:lnTo>
                <a:lnTo>
                  <a:pt x="1731" y="539"/>
                </a:lnTo>
                <a:lnTo>
                  <a:pt x="1712" y="506"/>
                </a:lnTo>
                <a:lnTo>
                  <a:pt x="1685" y="465"/>
                </a:lnTo>
                <a:lnTo>
                  <a:pt x="1648" y="431"/>
                </a:lnTo>
                <a:lnTo>
                  <a:pt x="1602" y="407"/>
                </a:lnTo>
                <a:lnTo>
                  <a:pt x="1547" y="373"/>
                </a:lnTo>
                <a:lnTo>
                  <a:pt x="1491" y="357"/>
                </a:lnTo>
                <a:lnTo>
                  <a:pt x="442" y="1"/>
                </a:lnTo>
                <a:close/>
                <a:moveTo>
                  <a:pt x="2467" y="1"/>
                </a:moveTo>
                <a:lnTo>
                  <a:pt x="2366" y="166"/>
                </a:lnTo>
                <a:lnTo>
                  <a:pt x="2274" y="324"/>
                </a:lnTo>
                <a:lnTo>
                  <a:pt x="2191" y="481"/>
                </a:lnTo>
                <a:lnTo>
                  <a:pt x="2126" y="638"/>
                </a:lnTo>
                <a:lnTo>
                  <a:pt x="2080" y="804"/>
                </a:lnTo>
                <a:lnTo>
                  <a:pt x="2053" y="962"/>
                </a:lnTo>
                <a:lnTo>
                  <a:pt x="2025" y="1119"/>
                </a:lnTo>
                <a:lnTo>
                  <a:pt x="2025" y="1276"/>
                </a:lnTo>
                <a:lnTo>
                  <a:pt x="2025" y="1409"/>
                </a:lnTo>
                <a:lnTo>
                  <a:pt x="2044" y="1542"/>
                </a:lnTo>
                <a:lnTo>
                  <a:pt x="2062" y="1682"/>
                </a:lnTo>
                <a:lnTo>
                  <a:pt x="2099" y="1807"/>
                </a:lnTo>
                <a:lnTo>
                  <a:pt x="2145" y="1939"/>
                </a:lnTo>
                <a:lnTo>
                  <a:pt x="2200" y="2072"/>
                </a:lnTo>
                <a:lnTo>
                  <a:pt x="2264" y="2196"/>
                </a:lnTo>
                <a:lnTo>
                  <a:pt x="2338" y="2320"/>
                </a:lnTo>
                <a:lnTo>
                  <a:pt x="2421" y="2445"/>
                </a:lnTo>
                <a:lnTo>
                  <a:pt x="2513" y="2569"/>
                </a:lnTo>
                <a:lnTo>
                  <a:pt x="2614" y="2685"/>
                </a:lnTo>
                <a:lnTo>
                  <a:pt x="2725" y="2801"/>
                </a:lnTo>
                <a:lnTo>
                  <a:pt x="2853" y="2917"/>
                </a:lnTo>
                <a:lnTo>
                  <a:pt x="2982" y="3033"/>
                </a:lnTo>
                <a:lnTo>
                  <a:pt x="3120" y="3141"/>
                </a:lnTo>
                <a:lnTo>
                  <a:pt x="3268" y="3248"/>
                </a:lnTo>
                <a:lnTo>
                  <a:pt x="3820" y="2950"/>
                </a:lnTo>
                <a:lnTo>
                  <a:pt x="3884" y="2909"/>
                </a:lnTo>
                <a:lnTo>
                  <a:pt x="3921" y="2859"/>
                </a:lnTo>
                <a:lnTo>
                  <a:pt x="3949" y="2809"/>
                </a:lnTo>
                <a:lnTo>
                  <a:pt x="3958" y="2760"/>
                </a:lnTo>
                <a:lnTo>
                  <a:pt x="3949" y="2710"/>
                </a:lnTo>
                <a:lnTo>
                  <a:pt x="3930" y="2652"/>
                </a:lnTo>
                <a:lnTo>
                  <a:pt x="3893" y="2610"/>
                </a:lnTo>
                <a:lnTo>
                  <a:pt x="3857" y="2569"/>
                </a:lnTo>
                <a:lnTo>
                  <a:pt x="3719" y="2420"/>
                </a:lnTo>
                <a:lnTo>
                  <a:pt x="3645" y="2320"/>
                </a:lnTo>
                <a:lnTo>
                  <a:pt x="3571" y="2213"/>
                </a:lnTo>
                <a:lnTo>
                  <a:pt x="3516" y="2080"/>
                </a:lnTo>
                <a:lnTo>
                  <a:pt x="3461" y="1948"/>
                </a:lnTo>
                <a:lnTo>
                  <a:pt x="3442" y="1873"/>
                </a:lnTo>
                <a:lnTo>
                  <a:pt x="3424" y="1798"/>
                </a:lnTo>
                <a:lnTo>
                  <a:pt x="3415" y="1716"/>
                </a:lnTo>
                <a:lnTo>
                  <a:pt x="3415" y="1633"/>
                </a:lnTo>
                <a:lnTo>
                  <a:pt x="3415" y="1542"/>
                </a:lnTo>
                <a:lnTo>
                  <a:pt x="3433" y="1442"/>
                </a:lnTo>
                <a:lnTo>
                  <a:pt x="3452" y="1343"/>
                </a:lnTo>
                <a:lnTo>
                  <a:pt x="3479" y="1243"/>
                </a:lnTo>
                <a:lnTo>
                  <a:pt x="3525" y="1136"/>
                </a:lnTo>
                <a:lnTo>
                  <a:pt x="3581" y="1028"/>
                </a:lnTo>
                <a:lnTo>
                  <a:pt x="3645" y="912"/>
                </a:lnTo>
                <a:lnTo>
                  <a:pt x="3719" y="796"/>
                </a:lnTo>
                <a:lnTo>
                  <a:pt x="3737" y="754"/>
                </a:lnTo>
                <a:lnTo>
                  <a:pt x="3755" y="713"/>
                </a:lnTo>
                <a:lnTo>
                  <a:pt x="3774" y="672"/>
                </a:lnTo>
                <a:lnTo>
                  <a:pt x="3774" y="630"/>
                </a:lnTo>
                <a:lnTo>
                  <a:pt x="3765" y="589"/>
                </a:lnTo>
                <a:lnTo>
                  <a:pt x="3755" y="539"/>
                </a:lnTo>
                <a:lnTo>
                  <a:pt x="3737" y="506"/>
                </a:lnTo>
                <a:lnTo>
                  <a:pt x="3709" y="465"/>
                </a:lnTo>
                <a:lnTo>
                  <a:pt x="3673" y="431"/>
                </a:lnTo>
                <a:lnTo>
                  <a:pt x="3627" y="407"/>
                </a:lnTo>
                <a:lnTo>
                  <a:pt x="3571" y="373"/>
                </a:lnTo>
                <a:lnTo>
                  <a:pt x="3516" y="357"/>
                </a:lnTo>
                <a:lnTo>
                  <a:pt x="24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51"/>
          <p:cNvSpPr/>
          <p:nvPr/>
        </p:nvSpPr>
        <p:spPr>
          <a:xfrm flipH="1">
            <a:off x="6404889" y="691518"/>
            <a:ext cx="394984" cy="394367"/>
          </a:xfrm>
          <a:custGeom>
            <a:avLst/>
            <a:gdLst/>
            <a:ahLst/>
            <a:cxnLst/>
            <a:rect l="l" t="t" r="r" b="b"/>
            <a:pathLst>
              <a:path w="15381" h="13771" extrusionOk="0">
                <a:moveTo>
                  <a:pt x="7539" y="1"/>
                </a:moveTo>
                <a:lnTo>
                  <a:pt x="7134" y="9"/>
                </a:lnTo>
                <a:lnTo>
                  <a:pt x="6738" y="26"/>
                </a:lnTo>
                <a:lnTo>
                  <a:pt x="6351" y="67"/>
                </a:lnTo>
                <a:lnTo>
                  <a:pt x="5983" y="109"/>
                </a:lnTo>
                <a:lnTo>
                  <a:pt x="5624" y="167"/>
                </a:lnTo>
                <a:lnTo>
                  <a:pt x="5275" y="241"/>
                </a:lnTo>
                <a:lnTo>
                  <a:pt x="4943" y="324"/>
                </a:lnTo>
                <a:lnTo>
                  <a:pt x="4621" y="415"/>
                </a:lnTo>
                <a:lnTo>
                  <a:pt x="4308" y="514"/>
                </a:lnTo>
                <a:lnTo>
                  <a:pt x="4004" y="630"/>
                </a:lnTo>
                <a:lnTo>
                  <a:pt x="3719" y="746"/>
                </a:lnTo>
                <a:lnTo>
                  <a:pt x="3443" y="879"/>
                </a:lnTo>
                <a:lnTo>
                  <a:pt x="3176" y="1020"/>
                </a:lnTo>
                <a:lnTo>
                  <a:pt x="2918" y="1169"/>
                </a:lnTo>
                <a:lnTo>
                  <a:pt x="2670" y="1318"/>
                </a:lnTo>
                <a:lnTo>
                  <a:pt x="2440" y="1484"/>
                </a:lnTo>
                <a:lnTo>
                  <a:pt x="2210" y="1650"/>
                </a:lnTo>
                <a:lnTo>
                  <a:pt x="1998" y="1824"/>
                </a:lnTo>
                <a:lnTo>
                  <a:pt x="1796" y="1998"/>
                </a:lnTo>
                <a:lnTo>
                  <a:pt x="1602" y="2188"/>
                </a:lnTo>
                <a:lnTo>
                  <a:pt x="1418" y="2370"/>
                </a:lnTo>
                <a:lnTo>
                  <a:pt x="1243" y="2569"/>
                </a:lnTo>
                <a:lnTo>
                  <a:pt x="1078" y="2760"/>
                </a:lnTo>
                <a:lnTo>
                  <a:pt x="921" y="2959"/>
                </a:lnTo>
                <a:lnTo>
                  <a:pt x="774" y="3157"/>
                </a:lnTo>
                <a:lnTo>
                  <a:pt x="636" y="3365"/>
                </a:lnTo>
                <a:lnTo>
                  <a:pt x="507" y="3572"/>
                </a:lnTo>
                <a:lnTo>
                  <a:pt x="387" y="3779"/>
                </a:lnTo>
                <a:lnTo>
                  <a:pt x="277" y="3986"/>
                </a:lnTo>
                <a:lnTo>
                  <a:pt x="176" y="4193"/>
                </a:lnTo>
                <a:lnTo>
                  <a:pt x="84" y="4400"/>
                </a:lnTo>
                <a:lnTo>
                  <a:pt x="1" y="4607"/>
                </a:lnTo>
                <a:lnTo>
                  <a:pt x="571" y="5121"/>
                </a:lnTo>
                <a:lnTo>
                  <a:pt x="1124" y="5651"/>
                </a:lnTo>
                <a:lnTo>
                  <a:pt x="1658" y="6190"/>
                </a:lnTo>
                <a:lnTo>
                  <a:pt x="2173" y="6737"/>
                </a:lnTo>
                <a:lnTo>
                  <a:pt x="2670" y="7284"/>
                </a:lnTo>
                <a:lnTo>
                  <a:pt x="3149" y="7847"/>
                </a:lnTo>
                <a:lnTo>
                  <a:pt x="3609" y="8410"/>
                </a:lnTo>
                <a:lnTo>
                  <a:pt x="4050" y="8982"/>
                </a:lnTo>
                <a:lnTo>
                  <a:pt x="4474" y="9562"/>
                </a:lnTo>
                <a:lnTo>
                  <a:pt x="4888" y="10142"/>
                </a:lnTo>
                <a:lnTo>
                  <a:pt x="5284" y="10738"/>
                </a:lnTo>
                <a:lnTo>
                  <a:pt x="5661" y="11327"/>
                </a:lnTo>
                <a:lnTo>
                  <a:pt x="6020" y="11932"/>
                </a:lnTo>
                <a:lnTo>
                  <a:pt x="6370" y="12528"/>
                </a:lnTo>
                <a:lnTo>
                  <a:pt x="6701" y="13141"/>
                </a:lnTo>
                <a:lnTo>
                  <a:pt x="7023" y="13754"/>
                </a:lnTo>
                <a:lnTo>
                  <a:pt x="7456" y="13763"/>
                </a:lnTo>
                <a:lnTo>
                  <a:pt x="7741" y="13771"/>
                </a:lnTo>
                <a:lnTo>
                  <a:pt x="8063" y="13763"/>
                </a:lnTo>
                <a:lnTo>
                  <a:pt x="8376" y="13754"/>
                </a:lnTo>
                <a:lnTo>
                  <a:pt x="8689" y="13738"/>
                </a:lnTo>
                <a:lnTo>
                  <a:pt x="8984" y="13713"/>
                </a:lnTo>
                <a:lnTo>
                  <a:pt x="9269" y="13680"/>
                </a:lnTo>
                <a:lnTo>
                  <a:pt x="9554" y="13638"/>
                </a:lnTo>
                <a:lnTo>
                  <a:pt x="9830" y="13589"/>
                </a:lnTo>
                <a:lnTo>
                  <a:pt x="10088" y="13539"/>
                </a:lnTo>
                <a:lnTo>
                  <a:pt x="10346" y="13473"/>
                </a:lnTo>
                <a:lnTo>
                  <a:pt x="10594" y="13415"/>
                </a:lnTo>
                <a:lnTo>
                  <a:pt x="10834" y="13340"/>
                </a:lnTo>
                <a:lnTo>
                  <a:pt x="11064" y="13265"/>
                </a:lnTo>
                <a:lnTo>
                  <a:pt x="11294" y="13183"/>
                </a:lnTo>
                <a:lnTo>
                  <a:pt x="11515" y="13091"/>
                </a:lnTo>
                <a:lnTo>
                  <a:pt x="11717" y="13000"/>
                </a:lnTo>
                <a:lnTo>
                  <a:pt x="11929" y="12901"/>
                </a:lnTo>
                <a:lnTo>
                  <a:pt x="12122" y="12793"/>
                </a:lnTo>
                <a:lnTo>
                  <a:pt x="12306" y="12686"/>
                </a:lnTo>
                <a:lnTo>
                  <a:pt x="12490" y="12578"/>
                </a:lnTo>
                <a:lnTo>
                  <a:pt x="12665" y="12462"/>
                </a:lnTo>
                <a:lnTo>
                  <a:pt x="12831" y="12338"/>
                </a:lnTo>
                <a:lnTo>
                  <a:pt x="12997" y="12213"/>
                </a:lnTo>
                <a:lnTo>
                  <a:pt x="13153" y="12089"/>
                </a:lnTo>
                <a:lnTo>
                  <a:pt x="13300" y="11956"/>
                </a:lnTo>
                <a:lnTo>
                  <a:pt x="13448" y="11824"/>
                </a:lnTo>
                <a:lnTo>
                  <a:pt x="13576" y="11683"/>
                </a:lnTo>
                <a:lnTo>
                  <a:pt x="13714" y="11542"/>
                </a:lnTo>
                <a:lnTo>
                  <a:pt x="13834" y="11401"/>
                </a:lnTo>
                <a:lnTo>
                  <a:pt x="13954" y="11252"/>
                </a:lnTo>
                <a:lnTo>
                  <a:pt x="14064" y="11103"/>
                </a:lnTo>
                <a:lnTo>
                  <a:pt x="14175" y="10954"/>
                </a:lnTo>
                <a:lnTo>
                  <a:pt x="14276" y="10805"/>
                </a:lnTo>
                <a:lnTo>
                  <a:pt x="14377" y="10647"/>
                </a:lnTo>
                <a:lnTo>
                  <a:pt x="14469" y="10490"/>
                </a:lnTo>
                <a:lnTo>
                  <a:pt x="14635" y="10175"/>
                </a:lnTo>
                <a:lnTo>
                  <a:pt x="14782" y="9852"/>
                </a:lnTo>
                <a:lnTo>
                  <a:pt x="14911" y="9529"/>
                </a:lnTo>
                <a:lnTo>
                  <a:pt x="15021" y="9206"/>
                </a:lnTo>
                <a:lnTo>
                  <a:pt x="15113" y="8883"/>
                </a:lnTo>
                <a:lnTo>
                  <a:pt x="15196" y="8559"/>
                </a:lnTo>
                <a:lnTo>
                  <a:pt x="15261" y="8236"/>
                </a:lnTo>
                <a:lnTo>
                  <a:pt x="15307" y="7921"/>
                </a:lnTo>
                <a:lnTo>
                  <a:pt x="15344" y="7615"/>
                </a:lnTo>
                <a:lnTo>
                  <a:pt x="15371" y="7308"/>
                </a:lnTo>
                <a:lnTo>
                  <a:pt x="15380" y="7018"/>
                </a:lnTo>
                <a:lnTo>
                  <a:pt x="15380" y="6737"/>
                </a:lnTo>
                <a:lnTo>
                  <a:pt x="15371" y="6472"/>
                </a:lnTo>
                <a:lnTo>
                  <a:pt x="15362" y="6215"/>
                </a:lnTo>
                <a:lnTo>
                  <a:pt x="15334" y="5974"/>
                </a:lnTo>
                <a:lnTo>
                  <a:pt x="15270" y="5494"/>
                </a:lnTo>
                <a:lnTo>
                  <a:pt x="15224" y="5245"/>
                </a:lnTo>
                <a:lnTo>
                  <a:pt x="15178" y="5005"/>
                </a:lnTo>
                <a:lnTo>
                  <a:pt x="15132" y="4757"/>
                </a:lnTo>
                <a:lnTo>
                  <a:pt x="15067" y="4500"/>
                </a:lnTo>
                <a:lnTo>
                  <a:pt x="14994" y="4251"/>
                </a:lnTo>
                <a:lnTo>
                  <a:pt x="14920" y="4003"/>
                </a:lnTo>
                <a:lnTo>
                  <a:pt x="14828" y="3754"/>
                </a:lnTo>
                <a:lnTo>
                  <a:pt x="14727" y="3514"/>
                </a:lnTo>
                <a:lnTo>
                  <a:pt x="14607" y="3265"/>
                </a:lnTo>
                <a:lnTo>
                  <a:pt x="14488" y="3025"/>
                </a:lnTo>
                <a:lnTo>
                  <a:pt x="14340" y="2793"/>
                </a:lnTo>
                <a:lnTo>
                  <a:pt x="14193" y="2561"/>
                </a:lnTo>
                <a:lnTo>
                  <a:pt x="14018" y="2337"/>
                </a:lnTo>
                <a:lnTo>
                  <a:pt x="13834" y="2114"/>
                </a:lnTo>
                <a:lnTo>
                  <a:pt x="13632" y="1906"/>
                </a:lnTo>
                <a:lnTo>
                  <a:pt x="13402" y="1699"/>
                </a:lnTo>
                <a:lnTo>
                  <a:pt x="13162" y="1500"/>
                </a:lnTo>
                <a:lnTo>
                  <a:pt x="12905" y="1310"/>
                </a:lnTo>
                <a:lnTo>
                  <a:pt x="12619" y="1136"/>
                </a:lnTo>
                <a:lnTo>
                  <a:pt x="12315" y="970"/>
                </a:lnTo>
                <a:lnTo>
                  <a:pt x="11993" y="813"/>
                </a:lnTo>
                <a:lnTo>
                  <a:pt x="11818" y="738"/>
                </a:lnTo>
                <a:lnTo>
                  <a:pt x="11644" y="664"/>
                </a:lnTo>
                <a:lnTo>
                  <a:pt x="11460" y="597"/>
                </a:lnTo>
                <a:lnTo>
                  <a:pt x="11275" y="531"/>
                </a:lnTo>
                <a:lnTo>
                  <a:pt x="11073" y="473"/>
                </a:lnTo>
                <a:lnTo>
                  <a:pt x="10870" y="407"/>
                </a:lnTo>
                <a:lnTo>
                  <a:pt x="10668" y="357"/>
                </a:lnTo>
                <a:lnTo>
                  <a:pt x="10447" y="307"/>
                </a:lnTo>
                <a:lnTo>
                  <a:pt x="10226" y="258"/>
                </a:lnTo>
                <a:lnTo>
                  <a:pt x="9996" y="216"/>
                </a:lnTo>
                <a:lnTo>
                  <a:pt x="9518" y="133"/>
                </a:lnTo>
                <a:lnTo>
                  <a:pt x="9011" y="75"/>
                </a:lnTo>
                <a:lnTo>
                  <a:pt x="8478" y="34"/>
                </a:lnTo>
                <a:lnTo>
                  <a:pt x="7916" y="9"/>
                </a:lnTo>
                <a:lnTo>
                  <a:pt x="7539" y="1"/>
                </a:lnTo>
                <a:close/>
              </a:path>
            </a:pathLst>
          </a:custGeom>
          <a:solidFill>
            <a:srgbClr val="9718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51"/>
          <p:cNvSpPr/>
          <p:nvPr/>
        </p:nvSpPr>
        <p:spPr>
          <a:xfrm flipH="1">
            <a:off x="6404889" y="691518"/>
            <a:ext cx="394984" cy="394367"/>
          </a:xfrm>
          <a:custGeom>
            <a:avLst/>
            <a:gdLst/>
            <a:ahLst/>
            <a:cxnLst/>
            <a:rect l="l" t="t" r="r" b="b"/>
            <a:pathLst>
              <a:path w="15381" h="13771" fill="none" extrusionOk="0">
                <a:moveTo>
                  <a:pt x="7539" y="1"/>
                </a:moveTo>
                <a:lnTo>
                  <a:pt x="7539" y="1"/>
                </a:lnTo>
                <a:lnTo>
                  <a:pt x="7916" y="9"/>
                </a:lnTo>
                <a:lnTo>
                  <a:pt x="7916" y="9"/>
                </a:lnTo>
                <a:lnTo>
                  <a:pt x="8478" y="34"/>
                </a:lnTo>
                <a:lnTo>
                  <a:pt x="9011" y="75"/>
                </a:lnTo>
                <a:lnTo>
                  <a:pt x="9518" y="133"/>
                </a:lnTo>
                <a:lnTo>
                  <a:pt x="9996" y="216"/>
                </a:lnTo>
                <a:lnTo>
                  <a:pt x="10226" y="258"/>
                </a:lnTo>
                <a:lnTo>
                  <a:pt x="10447" y="307"/>
                </a:lnTo>
                <a:lnTo>
                  <a:pt x="10668" y="357"/>
                </a:lnTo>
                <a:lnTo>
                  <a:pt x="10870" y="407"/>
                </a:lnTo>
                <a:lnTo>
                  <a:pt x="11073" y="473"/>
                </a:lnTo>
                <a:lnTo>
                  <a:pt x="11275" y="531"/>
                </a:lnTo>
                <a:lnTo>
                  <a:pt x="11460" y="597"/>
                </a:lnTo>
                <a:lnTo>
                  <a:pt x="11644" y="664"/>
                </a:lnTo>
                <a:lnTo>
                  <a:pt x="11818" y="738"/>
                </a:lnTo>
                <a:lnTo>
                  <a:pt x="11993" y="813"/>
                </a:lnTo>
                <a:lnTo>
                  <a:pt x="12315" y="970"/>
                </a:lnTo>
                <a:lnTo>
                  <a:pt x="12619" y="1136"/>
                </a:lnTo>
                <a:lnTo>
                  <a:pt x="12905" y="1310"/>
                </a:lnTo>
                <a:lnTo>
                  <a:pt x="13162" y="1500"/>
                </a:lnTo>
                <a:lnTo>
                  <a:pt x="13402" y="1699"/>
                </a:lnTo>
                <a:lnTo>
                  <a:pt x="13632" y="1906"/>
                </a:lnTo>
                <a:lnTo>
                  <a:pt x="13834" y="2114"/>
                </a:lnTo>
                <a:lnTo>
                  <a:pt x="14018" y="2337"/>
                </a:lnTo>
                <a:lnTo>
                  <a:pt x="14193" y="2561"/>
                </a:lnTo>
                <a:lnTo>
                  <a:pt x="14340" y="2793"/>
                </a:lnTo>
                <a:lnTo>
                  <a:pt x="14488" y="3025"/>
                </a:lnTo>
                <a:lnTo>
                  <a:pt x="14607" y="3265"/>
                </a:lnTo>
                <a:lnTo>
                  <a:pt x="14727" y="3514"/>
                </a:lnTo>
                <a:lnTo>
                  <a:pt x="14828" y="3754"/>
                </a:lnTo>
                <a:lnTo>
                  <a:pt x="14920" y="4003"/>
                </a:lnTo>
                <a:lnTo>
                  <a:pt x="14994" y="4251"/>
                </a:lnTo>
                <a:lnTo>
                  <a:pt x="15067" y="4500"/>
                </a:lnTo>
                <a:lnTo>
                  <a:pt x="15132" y="4757"/>
                </a:lnTo>
                <a:lnTo>
                  <a:pt x="15178" y="5005"/>
                </a:lnTo>
                <a:lnTo>
                  <a:pt x="15224" y="5245"/>
                </a:lnTo>
                <a:lnTo>
                  <a:pt x="15270" y="5494"/>
                </a:lnTo>
                <a:lnTo>
                  <a:pt x="15334" y="5974"/>
                </a:lnTo>
                <a:lnTo>
                  <a:pt x="15334" y="5974"/>
                </a:lnTo>
                <a:lnTo>
                  <a:pt x="15362" y="6215"/>
                </a:lnTo>
                <a:lnTo>
                  <a:pt x="15371" y="6472"/>
                </a:lnTo>
                <a:lnTo>
                  <a:pt x="15380" y="6737"/>
                </a:lnTo>
                <a:lnTo>
                  <a:pt x="15380" y="7018"/>
                </a:lnTo>
                <a:lnTo>
                  <a:pt x="15371" y="7308"/>
                </a:lnTo>
                <a:lnTo>
                  <a:pt x="15344" y="7615"/>
                </a:lnTo>
                <a:lnTo>
                  <a:pt x="15307" y="7921"/>
                </a:lnTo>
                <a:lnTo>
                  <a:pt x="15261" y="8236"/>
                </a:lnTo>
                <a:lnTo>
                  <a:pt x="15196" y="8559"/>
                </a:lnTo>
                <a:lnTo>
                  <a:pt x="15113" y="8883"/>
                </a:lnTo>
                <a:lnTo>
                  <a:pt x="15021" y="9206"/>
                </a:lnTo>
                <a:lnTo>
                  <a:pt x="14911" y="9529"/>
                </a:lnTo>
                <a:lnTo>
                  <a:pt x="14782" y="9852"/>
                </a:lnTo>
                <a:lnTo>
                  <a:pt x="14635" y="10175"/>
                </a:lnTo>
                <a:lnTo>
                  <a:pt x="14469" y="10490"/>
                </a:lnTo>
                <a:lnTo>
                  <a:pt x="14377" y="10647"/>
                </a:lnTo>
                <a:lnTo>
                  <a:pt x="14276" y="10805"/>
                </a:lnTo>
                <a:lnTo>
                  <a:pt x="14175" y="10954"/>
                </a:lnTo>
                <a:lnTo>
                  <a:pt x="14064" y="11103"/>
                </a:lnTo>
                <a:lnTo>
                  <a:pt x="13954" y="11252"/>
                </a:lnTo>
                <a:lnTo>
                  <a:pt x="13834" y="11401"/>
                </a:lnTo>
                <a:lnTo>
                  <a:pt x="13714" y="11542"/>
                </a:lnTo>
                <a:lnTo>
                  <a:pt x="13576" y="11683"/>
                </a:lnTo>
                <a:lnTo>
                  <a:pt x="13448" y="11824"/>
                </a:lnTo>
                <a:lnTo>
                  <a:pt x="13300" y="11956"/>
                </a:lnTo>
                <a:lnTo>
                  <a:pt x="13153" y="12089"/>
                </a:lnTo>
                <a:lnTo>
                  <a:pt x="12997" y="12213"/>
                </a:lnTo>
                <a:lnTo>
                  <a:pt x="12831" y="12338"/>
                </a:lnTo>
                <a:lnTo>
                  <a:pt x="12665" y="12462"/>
                </a:lnTo>
                <a:lnTo>
                  <a:pt x="12490" y="12578"/>
                </a:lnTo>
                <a:lnTo>
                  <a:pt x="12306" y="12686"/>
                </a:lnTo>
                <a:lnTo>
                  <a:pt x="12122" y="12793"/>
                </a:lnTo>
                <a:lnTo>
                  <a:pt x="11929" y="12901"/>
                </a:lnTo>
                <a:lnTo>
                  <a:pt x="11717" y="13000"/>
                </a:lnTo>
                <a:lnTo>
                  <a:pt x="11515" y="13091"/>
                </a:lnTo>
                <a:lnTo>
                  <a:pt x="11294" y="13183"/>
                </a:lnTo>
                <a:lnTo>
                  <a:pt x="11064" y="13265"/>
                </a:lnTo>
                <a:lnTo>
                  <a:pt x="10834" y="13340"/>
                </a:lnTo>
                <a:lnTo>
                  <a:pt x="10594" y="13415"/>
                </a:lnTo>
                <a:lnTo>
                  <a:pt x="10346" y="13473"/>
                </a:lnTo>
                <a:lnTo>
                  <a:pt x="10088" y="13539"/>
                </a:lnTo>
                <a:lnTo>
                  <a:pt x="9830" y="13589"/>
                </a:lnTo>
                <a:lnTo>
                  <a:pt x="9554" y="13638"/>
                </a:lnTo>
                <a:lnTo>
                  <a:pt x="9269" y="13680"/>
                </a:lnTo>
                <a:lnTo>
                  <a:pt x="8984" y="13713"/>
                </a:lnTo>
                <a:lnTo>
                  <a:pt x="8689" y="13738"/>
                </a:lnTo>
                <a:lnTo>
                  <a:pt x="8376" y="13754"/>
                </a:lnTo>
                <a:lnTo>
                  <a:pt x="8063" y="13763"/>
                </a:lnTo>
                <a:lnTo>
                  <a:pt x="7741" y="13771"/>
                </a:lnTo>
                <a:lnTo>
                  <a:pt x="7741" y="13771"/>
                </a:lnTo>
                <a:lnTo>
                  <a:pt x="7456" y="13763"/>
                </a:lnTo>
                <a:lnTo>
                  <a:pt x="7456" y="13763"/>
                </a:lnTo>
                <a:lnTo>
                  <a:pt x="7023" y="13754"/>
                </a:lnTo>
                <a:lnTo>
                  <a:pt x="7023" y="13754"/>
                </a:lnTo>
                <a:lnTo>
                  <a:pt x="6701" y="13141"/>
                </a:lnTo>
                <a:lnTo>
                  <a:pt x="6370" y="12528"/>
                </a:lnTo>
                <a:lnTo>
                  <a:pt x="6020" y="11932"/>
                </a:lnTo>
                <a:lnTo>
                  <a:pt x="5661" y="11327"/>
                </a:lnTo>
                <a:lnTo>
                  <a:pt x="5284" y="10738"/>
                </a:lnTo>
                <a:lnTo>
                  <a:pt x="4888" y="10142"/>
                </a:lnTo>
                <a:lnTo>
                  <a:pt x="4474" y="9562"/>
                </a:lnTo>
                <a:lnTo>
                  <a:pt x="4050" y="8982"/>
                </a:lnTo>
                <a:lnTo>
                  <a:pt x="3609" y="8410"/>
                </a:lnTo>
                <a:lnTo>
                  <a:pt x="3149" y="7847"/>
                </a:lnTo>
                <a:lnTo>
                  <a:pt x="2670" y="7284"/>
                </a:lnTo>
                <a:lnTo>
                  <a:pt x="2173" y="6737"/>
                </a:lnTo>
                <a:lnTo>
                  <a:pt x="1658" y="6190"/>
                </a:lnTo>
                <a:lnTo>
                  <a:pt x="1124" y="5651"/>
                </a:lnTo>
                <a:lnTo>
                  <a:pt x="571" y="5121"/>
                </a:lnTo>
                <a:lnTo>
                  <a:pt x="1" y="4607"/>
                </a:lnTo>
                <a:lnTo>
                  <a:pt x="1" y="4607"/>
                </a:lnTo>
                <a:lnTo>
                  <a:pt x="84" y="4400"/>
                </a:lnTo>
                <a:lnTo>
                  <a:pt x="176" y="4193"/>
                </a:lnTo>
                <a:lnTo>
                  <a:pt x="277" y="3986"/>
                </a:lnTo>
                <a:lnTo>
                  <a:pt x="387" y="3779"/>
                </a:lnTo>
                <a:lnTo>
                  <a:pt x="507" y="3572"/>
                </a:lnTo>
                <a:lnTo>
                  <a:pt x="636" y="3365"/>
                </a:lnTo>
                <a:lnTo>
                  <a:pt x="774" y="3157"/>
                </a:lnTo>
                <a:lnTo>
                  <a:pt x="921" y="2959"/>
                </a:lnTo>
                <a:lnTo>
                  <a:pt x="1078" y="2760"/>
                </a:lnTo>
                <a:lnTo>
                  <a:pt x="1243" y="2569"/>
                </a:lnTo>
                <a:lnTo>
                  <a:pt x="1418" y="2370"/>
                </a:lnTo>
                <a:lnTo>
                  <a:pt x="1602" y="2188"/>
                </a:lnTo>
                <a:lnTo>
                  <a:pt x="1796" y="1998"/>
                </a:lnTo>
                <a:lnTo>
                  <a:pt x="1998" y="1824"/>
                </a:lnTo>
                <a:lnTo>
                  <a:pt x="2210" y="1650"/>
                </a:lnTo>
                <a:lnTo>
                  <a:pt x="2440" y="1484"/>
                </a:lnTo>
                <a:lnTo>
                  <a:pt x="2670" y="1318"/>
                </a:lnTo>
                <a:lnTo>
                  <a:pt x="2918" y="1169"/>
                </a:lnTo>
                <a:lnTo>
                  <a:pt x="3176" y="1020"/>
                </a:lnTo>
                <a:lnTo>
                  <a:pt x="3443" y="879"/>
                </a:lnTo>
                <a:lnTo>
                  <a:pt x="3719" y="746"/>
                </a:lnTo>
                <a:lnTo>
                  <a:pt x="4004" y="630"/>
                </a:lnTo>
                <a:lnTo>
                  <a:pt x="4308" y="514"/>
                </a:lnTo>
                <a:lnTo>
                  <a:pt x="4621" y="415"/>
                </a:lnTo>
                <a:lnTo>
                  <a:pt x="4943" y="324"/>
                </a:lnTo>
                <a:lnTo>
                  <a:pt x="5275" y="241"/>
                </a:lnTo>
                <a:lnTo>
                  <a:pt x="5624" y="167"/>
                </a:lnTo>
                <a:lnTo>
                  <a:pt x="5983" y="109"/>
                </a:lnTo>
                <a:lnTo>
                  <a:pt x="6351" y="67"/>
                </a:lnTo>
                <a:lnTo>
                  <a:pt x="6738" y="26"/>
                </a:lnTo>
                <a:lnTo>
                  <a:pt x="7134" y="9"/>
                </a:lnTo>
                <a:lnTo>
                  <a:pt x="753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51"/>
          <p:cNvSpPr/>
          <p:nvPr/>
        </p:nvSpPr>
        <p:spPr>
          <a:xfrm flipH="1">
            <a:off x="6619496" y="823450"/>
            <a:ext cx="191470" cy="261976"/>
          </a:xfrm>
          <a:custGeom>
            <a:avLst/>
            <a:gdLst/>
            <a:ahLst/>
            <a:cxnLst/>
            <a:rect l="l" t="t" r="r" b="b"/>
            <a:pathLst>
              <a:path w="7456" h="9148" extrusionOk="0">
                <a:moveTo>
                  <a:pt x="433" y="0"/>
                </a:moveTo>
                <a:lnTo>
                  <a:pt x="332" y="274"/>
                </a:lnTo>
                <a:lnTo>
                  <a:pt x="249" y="539"/>
                </a:lnTo>
                <a:lnTo>
                  <a:pt x="175" y="804"/>
                </a:lnTo>
                <a:lnTo>
                  <a:pt x="111" y="1069"/>
                </a:lnTo>
                <a:lnTo>
                  <a:pt x="65" y="1318"/>
                </a:lnTo>
                <a:lnTo>
                  <a:pt x="37" y="1566"/>
                </a:lnTo>
                <a:lnTo>
                  <a:pt x="9" y="1798"/>
                </a:lnTo>
                <a:lnTo>
                  <a:pt x="0" y="2022"/>
                </a:lnTo>
                <a:lnTo>
                  <a:pt x="9" y="2461"/>
                </a:lnTo>
                <a:lnTo>
                  <a:pt x="19" y="2693"/>
                </a:lnTo>
                <a:lnTo>
                  <a:pt x="37" y="2942"/>
                </a:lnTo>
                <a:lnTo>
                  <a:pt x="55" y="3198"/>
                </a:lnTo>
                <a:lnTo>
                  <a:pt x="92" y="3464"/>
                </a:lnTo>
                <a:lnTo>
                  <a:pt x="138" y="3737"/>
                </a:lnTo>
                <a:lnTo>
                  <a:pt x="194" y="4010"/>
                </a:lnTo>
                <a:lnTo>
                  <a:pt x="258" y="4292"/>
                </a:lnTo>
                <a:lnTo>
                  <a:pt x="341" y="4574"/>
                </a:lnTo>
                <a:lnTo>
                  <a:pt x="433" y="4864"/>
                </a:lnTo>
                <a:lnTo>
                  <a:pt x="543" y="5146"/>
                </a:lnTo>
                <a:lnTo>
                  <a:pt x="663" y="5436"/>
                </a:lnTo>
                <a:lnTo>
                  <a:pt x="810" y="5717"/>
                </a:lnTo>
                <a:lnTo>
                  <a:pt x="967" y="5999"/>
                </a:lnTo>
                <a:lnTo>
                  <a:pt x="1142" y="6281"/>
                </a:lnTo>
                <a:lnTo>
                  <a:pt x="1344" y="6554"/>
                </a:lnTo>
                <a:lnTo>
                  <a:pt x="1454" y="6687"/>
                </a:lnTo>
                <a:lnTo>
                  <a:pt x="1565" y="6819"/>
                </a:lnTo>
                <a:lnTo>
                  <a:pt x="1685" y="6952"/>
                </a:lnTo>
                <a:lnTo>
                  <a:pt x="1804" y="7076"/>
                </a:lnTo>
                <a:lnTo>
                  <a:pt x="1942" y="7200"/>
                </a:lnTo>
                <a:lnTo>
                  <a:pt x="2071" y="7325"/>
                </a:lnTo>
                <a:lnTo>
                  <a:pt x="2218" y="7449"/>
                </a:lnTo>
                <a:lnTo>
                  <a:pt x="2366" y="7565"/>
                </a:lnTo>
                <a:lnTo>
                  <a:pt x="2522" y="7681"/>
                </a:lnTo>
                <a:lnTo>
                  <a:pt x="2679" y="7789"/>
                </a:lnTo>
                <a:lnTo>
                  <a:pt x="2844" y="7896"/>
                </a:lnTo>
                <a:lnTo>
                  <a:pt x="3019" y="8004"/>
                </a:lnTo>
                <a:lnTo>
                  <a:pt x="3203" y="8103"/>
                </a:lnTo>
                <a:lnTo>
                  <a:pt x="3396" y="8203"/>
                </a:lnTo>
                <a:lnTo>
                  <a:pt x="3590" y="8294"/>
                </a:lnTo>
                <a:lnTo>
                  <a:pt x="3792" y="8385"/>
                </a:lnTo>
                <a:lnTo>
                  <a:pt x="4004" y="8476"/>
                </a:lnTo>
                <a:lnTo>
                  <a:pt x="4216" y="8551"/>
                </a:lnTo>
                <a:lnTo>
                  <a:pt x="4446" y="8634"/>
                </a:lnTo>
                <a:lnTo>
                  <a:pt x="4676" y="8708"/>
                </a:lnTo>
                <a:lnTo>
                  <a:pt x="4915" y="8774"/>
                </a:lnTo>
                <a:lnTo>
                  <a:pt x="5164" y="8832"/>
                </a:lnTo>
                <a:lnTo>
                  <a:pt x="5421" y="8890"/>
                </a:lnTo>
                <a:lnTo>
                  <a:pt x="5688" y="8948"/>
                </a:lnTo>
                <a:lnTo>
                  <a:pt x="5955" y="8998"/>
                </a:lnTo>
                <a:lnTo>
                  <a:pt x="6240" y="9040"/>
                </a:lnTo>
                <a:lnTo>
                  <a:pt x="6535" y="9073"/>
                </a:lnTo>
                <a:lnTo>
                  <a:pt x="6829" y="9106"/>
                </a:lnTo>
                <a:lnTo>
                  <a:pt x="7142" y="9131"/>
                </a:lnTo>
                <a:lnTo>
                  <a:pt x="7455" y="9147"/>
                </a:lnTo>
                <a:lnTo>
                  <a:pt x="7133" y="8534"/>
                </a:lnTo>
                <a:lnTo>
                  <a:pt x="6802" y="7921"/>
                </a:lnTo>
                <a:lnTo>
                  <a:pt x="6452" y="7325"/>
                </a:lnTo>
                <a:lnTo>
                  <a:pt x="6093" y="6720"/>
                </a:lnTo>
                <a:lnTo>
                  <a:pt x="5716" y="6131"/>
                </a:lnTo>
                <a:lnTo>
                  <a:pt x="5320" y="5535"/>
                </a:lnTo>
                <a:lnTo>
                  <a:pt x="4906" y="4955"/>
                </a:lnTo>
                <a:lnTo>
                  <a:pt x="4482" y="4375"/>
                </a:lnTo>
                <a:lnTo>
                  <a:pt x="4041" y="3803"/>
                </a:lnTo>
                <a:lnTo>
                  <a:pt x="3581" y="3240"/>
                </a:lnTo>
                <a:lnTo>
                  <a:pt x="3102" y="2677"/>
                </a:lnTo>
                <a:lnTo>
                  <a:pt x="2605" y="2130"/>
                </a:lnTo>
                <a:lnTo>
                  <a:pt x="2090" y="1583"/>
                </a:lnTo>
                <a:lnTo>
                  <a:pt x="1556" y="1044"/>
                </a:lnTo>
                <a:lnTo>
                  <a:pt x="1003" y="514"/>
                </a:lnTo>
                <a:lnTo>
                  <a:pt x="433" y="0"/>
                </a:lnTo>
                <a:close/>
              </a:path>
            </a:pathLst>
          </a:custGeom>
          <a:solidFill>
            <a:srgbClr val="3E0E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51"/>
          <p:cNvSpPr/>
          <p:nvPr/>
        </p:nvSpPr>
        <p:spPr>
          <a:xfrm flipH="1">
            <a:off x="6619496" y="823450"/>
            <a:ext cx="191470" cy="261976"/>
          </a:xfrm>
          <a:custGeom>
            <a:avLst/>
            <a:gdLst/>
            <a:ahLst/>
            <a:cxnLst/>
            <a:rect l="l" t="t" r="r" b="b"/>
            <a:pathLst>
              <a:path w="7456" h="9148" fill="none" extrusionOk="0">
                <a:moveTo>
                  <a:pt x="433" y="0"/>
                </a:moveTo>
                <a:lnTo>
                  <a:pt x="433" y="0"/>
                </a:lnTo>
                <a:lnTo>
                  <a:pt x="1003" y="514"/>
                </a:lnTo>
                <a:lnTo>
                  <a:pt x="1556" y="1044"/>
                </a:lnTo>
                <a:lnTo>
                  <a:pt x="2090" y="1583"/>
                </a:lnTo>
                <a:lnTo>
                  <a:pt x="2605" y="2130"/>
                </a:lnTo>
                <a:lnTo>
                  <a:pt x="3102" y="2677"/>
                </a:lnTo>
                <a:lnTo>
                  <a:pt x="3581" y="3240"/>
                </a:lnTo>
                <a:lnTo>
                  <a:pt x="4041" y="3803"/>
                </a:lnTo>
                <a:lnTo>
                  <a:pt x="4482" y="4375"/>
                </a:lnTo>
                <a:lnTo>
                  <a:pt x="4906" y="4955"/>
                </a:lnTo>
                <a:lnTo>
                  <a:pt x="5320" y="5535"/>
                </a:lnTo>
                <a:lnTo>
                  <a:pt x="5716" y="6131"/>
                </a:lnTo>
                <a:lnTo>
                  <a:pt x="6093" y="6720"/>
                </a:lnTo>
                <a:lnTo>
                  <a:pt x="6452" y="7325"/>
                </a:lnTo>
                <a:lnTo>
                  <a:pt x="6802" y="7921"/>
                </a:lnTo>
                <a:lnTo>
                  <a:pt x="7133" y="8534"/>
                </a:lnTo>
                <a:lnTo>
                  <a:pt x="7455" y="9147"/>
                </a:lnTo>
                <a:lnTo>
                  <a:pt x="7455" y="9147"/>
                </a:lnTo>
                <a:lnTo>
                  <a:pt x="7142" y="9131"/>
                </a:lnTo>
                <a:lnTo>
                  <a:pt x="6829" y="9106"/>
                </a:lnTo>
                <a:lnTo>
                  <a:pt x="6535" y="9073"/>
                </a:lnTo>
                <a:lnTo>
                  <a:pt x="6240" y="9040"/>
                </a:lnTo>
                <a:lnTo>
                  <a:pt x="5955" y="8998"/>
                </a:lnTo>
                <a:lnTo>
                  <a:pt x="5688" y="8948"/>
                </a:lnTo>
                <a:lnTo>
                  <a:pt x="5421" y="8890"/>
                </a:lnTo>
                <a:lnTo>
                  <a:pt x="5164" y="8832"/>
                </a:lnTo>
                <a:lnTo>
                  <a:pt x="4915" y="8774"/>
                </a:lnTo>
                <a:lnTo>
                  <a:pt x="4676" y="8708"/>
                </a:lnTo>
                <a:lnTo>
                  <a:pt x="4446" y="8634"/>
                </a:lnTo>
                <a:lnTo>
                  <a:pt x="4216" y="8551"/>
                </a:lnTo>
                <a:lnTo>
                  <a:pt x="4004" y="8476"/>
                </a:lnTo>
                <a:lnTo>
                  <a:pt x="3792" y="8385"/>
                </a:lnTo>
                <a:lnTo>
                  <a:pt x="3590" y="8294"/>
                </a:lnTo>
                <a:lnTo>
                  <a:pt x="3396" y="8203"/>
                </a:lnTo>
                <a:lnTo>
                  <a:pt x="3203" y="8103"/>
                </a:lnTo>
                <a:lnTo>
                  <a:pt x="3019" y="8004"/>
                </a:lnTo>
                <a:lnTo>
                  <a:pt x="2844" y="7896"/>
                </a:lnTo>
                <a:lnTo>
                  <a:pt x="2679" y="7789"/>
                </a:lnTo>
                <a:lnTo>
                  <a:pt x="2522" y="7681"/>
                </a:lnTo>
                <a:lnTo>
                  <a:pt x="2366" y="7565"/>
                </a:lnTo>
                <a:lnTo>
                  <a:pt x="2218" y="7449"/>
                </a:lnTo>
                <a:lnTo>
                  <a:pt x="2071" y="7325"/>
                </a:lnTo>
                <a:lnTo>
                  <a:pt x="1942" y="7200"/>
                </a:lnTo>
                <a:lnTo>
                  <a:pt x="1804" y="7076"/>
                </a:lnTo>
                <a:lnTo>
                  <a:pt x="1685" y="6952"/>
                </a:lnTo>
                <a:lnTo>
                  <a:pt x="1565" y="6819"/>
                </a:lnTo>
                <a:lnTo>
                  <a:pt x="1454" y="6687"/>
                </a:lnTo>
                <a:lnTo>
                  <a:pt x="1344" y="6554"/>
                </a:lnTo>
                <a:lnTo>
                  <a:pt x="1142" y="6281"/>
                </a:lnTo>
                <a:lnTo>
                  <a:pt x="967" y="5999"/>
                </a:lnTo>
                <a:lnTo>
                  <a:pt x="810" y="5717"/>
                </a:lnTo>
                <a:lnTo>
                  <a:pt x="663" y="5436"/>
                </a:lnTo>
                <a:lnTo>
                  <a:pt x="543" y="5146"/>
                </a:lnTo>
                <a:lnTo>
                  <a:pt x="433" y="4864"/>
                </a:lnTo>
                <a:lnTo>
                  <a:pt x="341" y="4574"/>
                </a:lnTo>
                <a:lnTo>
                  <a:pt x="258" y="4292"/>
                </a:lnTo>
                <a:lnTo>
                  <a:pt x="194" y="4010"/>
                </a:lnTo>
                <a:lnTo>
                  <a:pt x="138" y="3737"/>
                </a:lnTo>
                <a:lnTo>
                  <a:pt x="92" y="3464"/>
                </a:lnTo>
                <a:lnTo>
                  <a:pt x="55" y="3198"/>
                </a:lnTo>
                <a:lnTo>
                  <a:pt x="37" y="2942"/>
                </a:lnTo>
                <a:lnTo>
                  <a:pt x="19" y="2693"/>
                </a:lnTo>
                <a:lnTo>
                  <a:pt x="9" y="2461"/>
                </a:lnTo>
                <a:lnTo>
                  <a:pt x="0" y="2022"/>
                </a:lnTo>
                <a:lnTo>
                  <a:pt x="0" y="2022"/>
                </a:lnTo>
                <a:lnTo>
                  <a:pt x="9" y="1798"/>
                </a:lnTo>
                <a:lnTo>
                  <a:pt x="37" y="1566"/>
                </a:lnTo>
                <a:lnTo>
                  <a:pt x="65" y="1318"/>
                </a:lnTo>
                <a:lnTo>
                  <a:pt x="111" y="1069"/>
                </a:lnTo>
                <a:lnTo>
                  <a:pt x="175" y="804"/>
                </a:lnTo>
                <a:lnTo>
                  <a:pt x="249" y="539"/>
                </a:lnTo>
                <a:lnTo>
                  <a:pt x="332" y="274"/>
                </a:lnTo>
                <a:lnTo>
                  <a:pt x="43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51"/>
          <p:cNvSpPr/>
          <p:nvPr/>
        </p:nvSpPr>
        <p:spPr>
          <a:xfrm flipH="1">
            <a:off x="6548137" y="843381"/>
            <a:ext cx="101641" cy="92785"/>
          </a:xfrm>
          <a:custGeom>
            <a:avLst/>
            <a:gdLst/>
            <a:ahLst/>
            <a:cxnLst/>
            <a:rect l="l" t="t" r="r" b="b"/>
            <a:pathLst>
              <a:path w="3958" h="3240" extrusionOk="0">
                <a:moveTo>
                  <a:pt x="681" y="0"/>
                </a:moveTo>
                <a:lnTo>
                  <a:pt x="129" y="290"/>
                </a:lnTo>
                <a:lnTo>
                  <a:pt x="65" y="332"/>
                </a:lnTo>
                <a:lnTo>
                  <a:pt x="28" y="381"/>
                </a:lnTo>
                <a:lnTo>
                  <a:pt x="0" y="431"/>
                </a:lnTo>
                <a:lnTo>
                  <a:pt x="0" y="481"/>
                </a:lnTo>
                <a:lnTo>
                  <a:pt x="0" y="539"/>
                </a:lnTo>
                <a:lnTo>
                  <a:pt x="28" y="589"/>
                </a:lnTo>
                <a:lnTo>
                  <a:pt x="55" y="638"/>
                </a:lnTo>
                <a:lnTo>
                  <a:pt x="92" y="671"/>
                </a:lnTo>
                <a:lnTo>
                  <a:pt x="230" y="829"/>
                </a:lnTo>
                <a:lnTo>
                  <a:pt x="304" y="920"/>
                </a:lnTo>
                <a:lnTo>
                  <a:pt x="378" y="1036"/>
                </a:lnTo>
                <a:lnTo>
                  <a:pt x="442" y="1160"/>
                </a:lnTo>
                <a:lnTo>
                  <a:pt x="488" y="1301"/>
                </a:lnTo>
                <a:lnTo>
                  <a:pt x="516" y="1376"/>
                </a:lnTo>
                <a:lnTo>
                  <a:pt x="525" y="1450"/>
                </a:lnTo>
                <a:lnTo>
                  <a:pt x="534" y="1525"/>
                </a:lnTo>
                <a:lnTo>
                  <a:pt x="543" y="1608"/>
                </a:lnTo>
                <a:lnTo>
                  <a:pt x="534" y="1707"/>
                </a:lnTo>
                <a:lnTo>
                  <a:pt x="525" y="1798"/>
                </a:lnTo>
                <a:lnTo>
                  <a:pt x="497" y="1898"/>
                </a:lnTo>
                <a:lnTo>
                  <a:pt x="470" y="2005"/>
                </a:lnTo>
                <a:lnTo>
                  <a:pt x="424" y="2113"/>
                </a:lnTo>
                <a:lnTo>
                  <a:pt x="378" y="2221"/>
                </a:lnTo>
                <a:lnTo>
                  <a:pt x="313" y="2337"/>
                </a:lnTo>
                <a:lnTo>
                  <a:pt x="230" y="2453"/>
                </a:lnTo>
                <a:lnTo>
                  <a:pt x="212" y="2494"/>
                </a:lnTo>
                <a:lnTo>
                  <a:pt x="194" y="2536"/>
                </a:lnTo>
                <a:lnTo>
                  <a:pt x="184" y="2577"/>
                </a:lnTo>
                <a:lnTo>
                  <a:pt x="175" y="2610"/>
                </a:lnTo>
                <a:lnTo>
                  <a:pt x="184" y="2660"/>
                </a:lnTo>
                <a:lnTo>
                  <a:pt x="194" y="2701"/>
                </a:lnTo>
                <a:lnTo>
                  <a:pt x="212" y="2743"/>
                </a:lnTo>
                <a:lnTo>
                  <a:pt x="249" y="2776"/>
                </a:lnTo>
                <a:lnTo>
                  <a:pt x="286" y="2809"/>
                </a:lnTo>
                <a:lnTo>
                  <a:pt x="322" y="2842"/>
                </a:lnTo>
                <a:lnTo>
                  <a:pt x="378" y="2867"/>
                </a:lnTo>
                <a:lnTo>
                  <a:pt x="433" y="2892"/>
                </a:lnTo>
                <a:lnTo>
                  <a:pt x="1482" y="3240"/>
                </a:lnTo>
                <a:lnTo>
                  <a:pt x="1592" y="3082"/>
                </a:lnTo>
                <a:lnTo>
                  <a:pt x="1685" y="2917"/>
                </a:lnTo>
                <a:lnTo>
                  <a:pt x="1758" y="2759"/>
                </a:lnTo>
                <a:lnTo>
                  <a:pt x="1823" y="2602"/>
                </a:lnTo>
                <a:lnTo>
                  <a:pt x="1869" y="2445"/>
                </a:lnTo>
                <a:lnTo>
                  <a:pt x="1905" y="2287"/>
                </a:lnTo>
                <a:lnTo>
                  <a:pt x="1924" y="2130"/>
                </a:lnTo>
                <a:lnTo>
                  <a:pt x="1933" y="1964"/>
                </a:lnTo>
                <a:lnTo>
                  <a:pt x="1924" y="1831"/>
                </a:lnTo>
                <a:lnTo>
                  <a:pt x="1915" y="1699"/>
                </a:lnTo>
                <a:lnTo>
                  <a:pt x="1887" y="1566"/>
                </a:lnTo>
                <a:lnTo>
                  <a:pt x="1850" y="1434"/>
                </a:lnTo>
                <a:lnTo>
                  <a:pt x="1804" y="1301"/>
                </a:lnTo>
                <a:lnTo>
                  <a:pt x="1749" y="1177"/>
                </a:lnTo>
                <a:lnTo>
                  <a:pt x="1685" y="1044"/>
                </a:lnTo>
                <a:lnTo>
                  <a:pt x="1611" y="920"/>
                </a:lnTo>
                <a:lnTo>
                  <a:pt x="1528" y="796"/>
                </a:lnTo>
                <a:lnTo>
                  <a:pt x="1436" y="680"/>
                </a:lnTo>
                <a:lnTo>
                  <a:pt x="1335" y="555"/>
                </a:lnTo>
                <a:lnTo>
                  <a:pt x="1224" y="439"/>
                </a:lnTo>
                <a:lnTo>
                  <a:pt x="1105" y="323"/>
                </a:lnTo>
                <a:lnTo>
                  <a:pt x="967" y="216"/>
                </a:lnTo>
                <a:lnTo>
                  <a:pt x="829" y="108"/>
                </a:lnTo>
                <a:lnTo>
                  <a:pt x="681" y="0"/>
                </a:lnTo>
                <a:close/>
                <a:moveTo>
                  <a:pt x="2706" y="0"/>
                </a:moveTo>
                <a:lnTo>
                  <a:pt x="2154" y="290"/>
                </a:lnTo>
                <a:lnTo>
                  <a:pt x="2089" y="332"/>
                </a:lnTo>
                <a:lnTo>
                  <a:pt x="2053" y="381"/>
                </a:lnTo>
                <a:lnTo>
                  <a:pt x="2025" y="431"/>
                </a:lnTo>
                <a:lnTo>
                  <a:pt x="2025" y="481"/>
                </a:lnTo>
                <a:lnTo>
                  <a:pt x="2025" y="539"/>
                </a:lnTo>
                <a:lnTo>
                  <a:pt x="2053" y="589"/>
                </a:lnTo>
                <a:lnTo>
                  <a:pt x="2080" y="638"/>
                </a:lnTo>
                <a:lnTo>
                  <a:pt x="2117" y="671"/>
                </a:lnTo>
                <a:lnTo>
                  <a:pt x="2255" y="829"/>
                </a:lnTo>
                <a:lnTo>
                  <a:pt x="2329" y="920"/>
                </a:lnTo>
                <a:lnTo>
                  <a:pt x="2402" y="1036"/>
                </a:lnTo>
                <a:lnTo>
                  <a:pt x="2467" y="1160"/>
                </a:lnTo>
                <a:lnTo>
                  <a:pt x="2513" y="1301"/>
                </a:lnTo>
                <a:lnTo>
                  <a:pt x="2540" y="1376"/>
                </a:lnTo>
                <a:lnTo>
                  <a:pt x="2550" y="1450"/>
                </a:lnTo>
                <a:lnTo>
                  <a:pt x="2559" y="1525"/>
                </a:lnTo>
                <a:lnTo>
                  <a:pt x="2568" y="1608"/>
                </a:lnTo>
                <a:lnTo>
                  <a:pt x="2559" y="1707"/>
                </a:lnTo>
                <a:lnTo>
                  <a:pt x="2550" y="1798"/>
                </a:lnTo>
                <a:lnTo>
                  <a:pt x="2522" y="1898"/>
                </a:lnTo>
                <a:lnTo>
                  <a:pt x="2494" y="2005"/>
                </a:lnTo>
                <a:lnTo>
                  <a:pt x="2448" y="2113"/>
                </a:lnTo>
                <a:lnTo>
                  <a:pt x="2402" y="2221"/>
                </a:lnTo>
                <a:lnTo>
                  <a:pt x="2338" y="2337"/>
                </a:lnTo>
                <a:lnTo>
                  <a:pt x="2255" y="2453"/>
                </a:lnTo>
                <a:lnTo>
                  <a:pt x="2237" y="2494"/>
                </a:lnTo>
                <a:lnTo>
                  <a:pt x="2218" y="2536"/>
                </a:lnTo>
                <a:lnTo>
                  <a:pt x="2209" y="2577"/>
                </a:lnTo>
                <a:lnTo>
                  <a:pt x="2200" y="2610"/>
                </a:lnTo>
                <a:lnTo>
                  <a:pt x="2209" y="2660"/>
                </a:lnTo>
                <a:lnTo>
                  <a:pt x="2218" y="2701"/>
                </a:lnTo>
                <a:lnTo>
                  <a:pt x="2237" y="2743"/>
                </a:lnTo>
                <a:lnTo>
                  <a:pt x="2274" y="2776"/>
                </a:lnTo>
                <a:lnTo>
                  <a:pt x="2310" y="2809"/>
                </a:lnTo>
                <a:lnTo>
                  <a:pt x="2347" y="2842"/>
                </a:lnTo>
                <a:lnTo>
                  <a:pt x="2402" y="2867"/>
                </a:lnTo>
                <a:lnTo>
                  <a:pt x="2458" y="2892"/>
                </a:lnTo>
                <a:lnTo>
                  <a:pt x="3507" y="3240"/>
                </a:lnTo>
                <a:lnTo>
                  <a:pt x="3617" y="3082"/>
                </a:lnTo>
                <a:lnTo>
                  <a:pt x="3709" y="2917"/>
                </a:lnTo>
                <a:lnTo>
                  <a:pt x="3783" y="2759"/>
                </a:lnTo>
                <a:lnTo>
                  <a:pt x="3847" y="2602"/>
                </a:lnTo>
                <a:lnTo>
                  <a:pt x="3893" y="2445"/>
                </a:lnTo>
                <a:lnTo>
                  <a:pt x="3930" y="2287"/>
                </a:lnTo>
                <a:lnTo>
                  <a:pt x="3949" y="2130"/>
                </a:lnTo>
                <a:lnTo>
                  <a:pt x="3958" y="1964"/>
                </a:lnTo>
                <a:lnTo>
                  <a:pt x="3949" y="1831"/>
                </a:lnTo>
                <a:lnTo>
                  <a:pt x="3930" y="1699"/>
                </a:lnTo>
                <a:lnTo>
                  <a:pt x="3912" y="1566"/>
                </a:lnTo>
                <a:lnTo>
                  <a:pt x="3875" y="1434"/>
                </a:lnTo>
                <a:lnTo>
                  <a:pt x="3829" y="1301"/>
                </a:lnTo>
                <a:lnTo>
                  <a:pt x="3774" y="1177"/>
                </a:lnTo>
                <a:lnTo>
                  <a:pt x="3709" y="1044"/>
                </a:lnTo>
                <a:lnTo>
                  <a:pt x="3636" y="920"/>
                </a:lnTo>
                <a:lnTo>
                  <a:pt x="3553" y="796"/>
                </a:lnTo>
                <a:lnTo>
                  <a:pt x="3461" y="680"/>
                </a:lnTo>
                <a:lnTo>
                  <a:pt x="3360" y="555"/>
                </a:lnTo>
                <a:lnTo>
                  <a:pt x="3249" y="439"/>
                </a:lnTo>
                <a:lnTo>
                  <a:pt x="3130" y="323"/>
                </a:lnTo>
                <a:lnTo>
                  <a:pt x="2991" y="216"/>
                </a:lnTo>
                <a:lnTo>
                  <a:pt x="2853" y="108"/>
                </a:lnTo>
                <a:lnTo>
                  <a:pt x="270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51"/>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51"/>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51"/>
          <p:cNvSpPr txBox="1">
            <a:spLocks noGrp="1"/>
          </p:cNvSpPr>
          <p:nvPr>
            <p:ph type="subTitle" idx="6"/>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887" name="Google Shape;887;p51"/>
          <p:cNvSpPr txBox="1">
            <a:spLocks noGrp="1"/>
          </p:cNvSpPr>
          <p:nvPr>
            <p:ph type="title" idx="7"/>
          </p:nvPr>
        </p:nvSpPr>
        <p:spPr>
          <a:xfrm>
            <a:off x="4988475" y="2071475"/>
            <a:ext cx="1773300" cy="15441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000"/>
              <a:buFont typeface="Lato"/>
              <a:buNone/>
              <a:defRPr sz="1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888" name="Google Shape;888;p51"/>
          <p:cNvSpPr txBox="1">
            <a:spLocks noGrp="1"/>
          </p:cNvSpPr>
          <p:nvPr>
            <p:ph type="title" idx="8"/>
          </p:nvPr>
        </p:nvSpPr>
        <p:spPr>
          <a:xfrm>
            <a:off x="4988475" y="3818100"/>
            <a:ext cx="1773300" cy="2805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700"/>
              <a:buFont typeface="Lato"/>
              <a:buNone/>
              <a:defRPr sz="700">
                <a:solidFill>
                  <a:schemeClr val="lt1"/>
                </a:solidFill>
                <a:latin typeface="Lato"/>
                <a:ea typeface="Lato"/>
                <a:cs typeface="Lato"/>
                <a:sym typeface="Lato"/>
              </a:defRPr>
            </a:lvl1pPr>
            <a:lvl2pPr lvl="1" rtl="0">
              <a:spcBef>
                <a:spcPts val="0"/>
              </a:spcBef>
              <a:spcAft>
                <a:spcPts val="0"/>
              </a:spcAft>
              <a:buClr>
                <a:schemeClr val="lt1"/>
              </a:buClr>
              <a:buSzPts val="700"/>
              <a:buNone/>
              <a:defRPr sz="700">
                <a:solidFill>
                  <a:schemeClr val="lt1"/>
                </a:solidFill>
                <a:latin typeface="Lato"/>
                <a:ea typeface="Lato"/>
                <a:cs typeface="Lato"/>
                <a:sym typeface="Lato"/>
              </a:defRPr>
            </a:lvl2pPr>
            <a:lvl3pPr lvl="2" rtl="0">
              <a:spcBef>
                <a:spcPts val="0"/>
              </a:spcBef>
              <a:spcAft>
                <a:spcPts val="0"/>
              </a:spcAft>
              <a:buClr>
                <a:schemeClr val="lt1"/>
              </a:buClr>
              <a:buSzPts val="700"/>
              <a:buNone/>
              <a:defRPr sz="700">
                <a:solidFill>
                  <a:schemeClr val="lt1"/>
                </a:solidFill>
                <a:latin typeface="Lato"/>
                <a:ea typeface="Lato"/>
                <a:cs typeface="Lato"/>
                <a:sym typeface="Lato"/>
              </a:defRPr>
            </a:lvl3pPr>
            <a:lvl4pPr lvl="3" rtl="0">
              <a:spcBef>
                <a:spcPts val="0"/>
              </a:spcBef>
              <a:spcAft>
                <a:spcPts val="0"/>
              </a:spcAft>
              <a:buClr>
                <a:schemeClr val="lt1"/>
              </a:buClr>
              <a:buSzPts val="700"/>
              <a:buNone/>
              <a:defRPr sz="700">
                <a:solidFill>
                  <a:schemeClr val="lt1"/>
                </a:solidFill>
                <a:latin typeface="Lato"/>
                <a:ea typeface="Lato"/>
                <a:cs typeface="Lato"/>
                <a:sym typeface="Lato"/>
              </a:defRPr>
            </a:lvl4pPr>
            <a:lvl5pPr lvl="4" rtl="0">
              <a:spcBef>
                <a:spcPts val="0"/>
              </a:spcBef>
              <a:spcAft>
                <a:spcPts val="0"/>
              </a:spcAft>
              <a:buClr>
                <a:schemeClr val="lt1"/>
              </a:buClr>
              <a:buSzPts val="700"/>
              <a:buNone/>
              <a:defRPr sz="700">
                <a:solidFill>
                  <a:schemeClr val="lt1"/>
                </a:solidFill>
                <a:latin typeface="Lato"/>
                <a:ea typeface="Lato"/>
                <a:cs typeface="Lato"/>
                <a:sym typeface="Lato"/>
              </a:defRPr>
            </a:lvl5pPr>
            <a:lvl6pPr lvl="5" rtl="0">
              <a:spcBef>
                <a:spcPts val="0"/>
              </a:spcBef>
              <a:spcAft>
                <a:spcPts val="0"/>
              </a:spcAft>
              <a:buClr>
                <a:schemeClr val="lt1"/>
              </a:buClr>
              <a:buSzPts val="700"/>
              <a:buNone/>
              <a:defRPr sz="700">
                <a:solidFill>
                  <a:schemeClr val="lt1"/>
                </a:solidFill>
                <a:latin typeface="Lato"/>
                <a:ea typeface="Lato"/>
                <a:cs typeface="Lato"/>
                <a:sym typeface="Lato"/>
              </a:defRPr>
            </a:lvl6pPr>
            <a:lvl7pPr lvl="6" rtl="0">
              <a:spcBef>
                <a:spcPts val="0"/>
              </a:spcBef>
              <a:spcAft>
                <a:spcPts val="0"/>
              </a:spcAft>
              <a:buClr>
                <a:schemeClr val="lt1"/>
              </a:buClr>
              <a:buSzPts val="700"/>
              <a:buNone/>
              <a:defRPr sz="700">
                <a:solidFill>
                  <a:schemeClr val="lt1"/>
                </a:solidFill>
                <a:latin typeface="Lato"/>
                <a:ea typeface="Lato"/>
                <a:cs typeface="Lato"/>
                <a:sym typeface="Lato"/>
              </a:defRPr>
            </a:lvl7pPr>
            <a:lvl8pPr lvl="7" rtl="0">
              <a:spcBef>
                <a:spcPts val="0"/>
              </a:spcBef>
              <a:spcAft>
                <a:spcPts val="0"/>
              </a:spcAft>
              <a:buClr>
                <a:schemeClr val="lt1"/>
              </a:buClr>
              <a:buSzPts val="700"/>
              <a:buNone/>
              <a:defRPr sz="700">
                <a:solidFill>
                  <a:schemeClr val="lt1"/>
                </a:solidFill>
                <a:latin typeface="Lato"/>
                <a:ea typeface="Lato"/>
                <a:cs typeface="Lato"/>
                <a:sym typeface="Lato"/>
              </a:defRPr>
            </a:lvl8pPr>
            <a:lvl9pPr lvl="8" rtl="0">
              <a:spcBef>
                <a:spcPts val="0"/>
              </a:spcBef>
              <a:spcAft>
                <a:spcPts val="0"/>
              </a:spcAft>
              <a:buClr>
                <a:schemeClr val="lt1"/>
              </a:buClr>
              <a:buSzPts val="700"/>
              <a:buNone/>
              <a:defRPr sz="700">
                <a:solidFill>
                  <a:schemeClr val="lt1"/>
                </a:solidFill>
                <a:latin typeface="Lato"/>
                <a:ea typeface="Lato"/>
                <a:cs typeface="Lato"/>
                <a:sym typeface="Lato"/>
              </a:defRPr>
            </a:lvl9pPr>
          </a:lstStyle>
          <a:p>
            <a:endParaRPr/>
          </a:p>
        </p:txBody>
      </p:sp>
      <p:sp>
        <p:nvSpPr>
          <p:cNvPr id="889" name="Google Shape;889;p51"/>
          <p:cNvSpPr txBox="1">
            <a:spLocks noGrp="1"/>
          </p:cNvSpPr>
          <p:nvPr>
            <p:ph type="title" idx="9"/>
          </p:nvPr>
        </p:nvSpPr>
        <p:spPr>
          <a:xfrm>
            <a:off x="7091453" y="905701"/>
            <a:ext cx="1436700" cy="12375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000"/>
              <a:buFont typeface="Lato"/>
              <a:buNone/>
              <a:defRPr sz="1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890" name="Google Shape;890;p51"/>
          <p:cNvSpPr txBox="1">
            <a:spLocks noGrp="1"/>
          </p:cNvSpPr>
          <p:nvPr>
            <p:ph type="title" idx="13"/>
          </p:nvPr>
        </p:nvSpPr>
        <p:spPr>
          <a:xfrm>
            <a:off x="7091453" y="2241225"/>
            <a:ext cx="1517400" cy="3564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700"/>
              <a:buFont typeface="Lato"/>
              <a:buNone/>
              <a:defRPr sz="700">
                <a:solidFill>
                  <a:schemeClr val="lt1"/>
                </a:solidFill>
                <a:latin typeface="Lato"/>
                <a:ea typeface="Lato"/>
                <a:cs typeface="Lato"/>
                <a:sym typeface="Lato"/>
              </a:defRPr>
            </a:lvl1pPr>
            <a:lvl2pPr lvl="1" rtl="0">
              <a:spcBef>
                <a:spcPts val="0"/>
              </a:spcBef>
              <a:spcAft>
                <a:spcPts val="0"/>
              </a:spcAft>
              <a:buClr>
                <a:schemeClr val="lt1"/>
              </a:buClr>
              <a:buSzPts val="700"/>
              <a:buNone/>
              <a:defRPr sz="700">
                <a:solidFill>
                  <a:schemeClr val="lt1"/>
                </a:solidFill>
                <a:latin typeface="Lato"/>
                <a:ea typeface="Lato"/>
                <a:cs typeface="Lato"/>
                <a:sym typeface="Lato"/>
              </a:defRPr>
            </a:lvl2pPr>
            <a:lvl3pPr lvl="2" rtl="0">
              <a:spcBef>
                <a:spcPts val="0"/>
              </a:spcBef>
              <a:spcAft>
                <a:spcPts val="0"/>
              </a:spcAft>
              <a:buClr>
                <a:schemeClr val="lt1"/>
              </a:buClr>
              <a:buSzPts val="700"/>
              <a:buNone/>
              <a:defRPr sz="700">
                <a:solidFill>
                  <a:schemeClr val="lt1"/>
                </a:solidFill>
                <a:latin typeface="Lato"/>
                <a:ea typeface="Lato"/>
                <a:cs typeface="Lato"/>
                <a:sym typeface="Lato"/>
              </a:defRPr>
            </a:lvl3pPr>
            <a:lvl4pPr lvl="3" rtl="0">
              <a:spcBef>
                <a:spcPts val="0"/>
              </a:spcBef>
              <a:spcAft>
                <a:spcPts val="0"/>
              </a:spcAft>
              <a:buClr>
                <a:schemeClr val="lt1"/>
              </a:buClr>
              <a:buSzPts val="700"/>
              <a:buNone/>
              <a:defRPr sz="700">
                <a:solidFill>
                  <a:schemeClr val="lt1"/>
                </a:solidFill>
                <a:latin typeface="Lato"/>
                <a:ea typeface="Lato"/>
                <a:cs typeface="Lato"/>
                <a:sym typeface="Lato"/>
              </a:defRPr>
            </a:lvl4pPr>
            <a:lvl5pPr lvl="4" rtl="0">
              <a:spcBef>
                <a:spcPts val="0"/>
              </a:spcBef>
              <a:spcAft>
                <a:spcPts val="0"/>
              </a:spcAft>
              <a:buClr>
                <a:schemeClr val="lt1"/>
              </a:buClr>
              <a:buSzPts val="700"/>
              <a:buNone/>
              <a:defRPr sz="700">
                <a:solidFill>
                  <a:schemeClr val="lt1"/>
                </a:solidFill>
                <a:latin typeface="Lato"/>
                <a:ea typeface="Lato"/>
                <a:cs typeface="Lato"/>
                <a:sym typeface="Lato"/>
              </a:defRPr>
            </a:lvl5pPr>
            <a:lvl6pPr lvl="5" rtl="0">
              <a:spcBef>
                <a:spcPts val="0"/>
              </a:spcBef>
              <a:spcAft>
                <a:spcPts val="0"/>
              </a:spcAft>
              <a:buClr>
                <a:schemeClr val="lt1"/>
              </a:buClr>
              <a:buSzPts val="700"/>
              <a:buNone/>
              <a:defRPr sz="700">
                <a:solidFill>
                  <a:schemeClr val="lt1"/>
                </a:solidFill>
                <a:latin typeface="Lato"/>
                <a:ea typeface="Lato"/>
                <a:cs typeface="Lato"/>
                <a:sym typeface="Lato"/>
              </a:defRPr>
            </a:lvl6pPr>
            <a:lvl7pPr lvl="6" rtl="0">
              <a:spcBef>
                <a:spcPts val="0"/>
              </a:spcBef>
              <a:spcAft>
                <a:spcPts val="0"/>
              </a:spcAft>
              <a:buClr>
                <a:schemeClr val="lt1"/>
              </a:buClr>
              <a:buSzPts val="700"/>
              <a:buNone/>
              <a:defRPr sz="700">
                <a:solidFill>
                  <a:schemeClr val="lt1"/>
                </a:solidFill>
                <a:latin typeface="Lato"/>
                <a:ea typeface="Lato"/>
                <a:cs typeface="Lato"/>
                <a:sym typeface="Lato"/>
              </a:defRPr>
            </a:lvl7pPr>
            <a:lvl8pPr lvl="7" rtl="0">
              <a:spcBef>
                <a:spcPts val="0"/>
              </a:spcBef>
              <a:spcAft>
                <a:spcPts val="0"/>
              </a:spcAft>
              <a:buClr>
                <a:schemeClr val="lt1"/>
              </a:buClr>
              <a:buSzPts val="700"/>
              <a:buNone/>
              <a:defRPr sz="700">
                <a:solidFill>
                  <a:schemeClr val="lt1"/>
                </a:solidFill>
                <a:latin typeface="Lato"/>
                <a:ea typeface="Lato"/>
                <a:cs typeface="Lato"/>
                <a:sym typeface="Lato"/>
              </a:defRPr>
            </a:lvl8pPr>
            <a:lvl9pPr lvl="8" rtl="0">
              <a:spcBef>
                <a:spcPts val="0"/>
              </a:spcBef>
              <a:spcAft>
                <a:spcPts val="0"/>
              </a:spcAft>
              <a:buClr>
                <a:schemeClr val="lt1"/>
              </a:buClr>
              <a:buSzPts val="700"/>
              <a:buNone/>
              <a:defRPr sz="700">
                <a:solidFill>
                  <a:schemeClr val="lt1"/>
                </a:solidFill>
                <a:latin typeface="Lato"/>
                <a:ea typeface="Lato"/>
                <a:cs typeface="Lato"/>
                <a:sym typeface="Lato"/>
              </a:defRPr>
            </a:lvl9pPr>
          </a:lstStyle>
          <a:p>
            <a:endParaRPr/>
          </a:p>
        </p:txBody>
      </p:sp>
      <p:sp>
        <p:nvSpPr>
          <p:cNvPr id="891" name="Google Shape;891;p51"/>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440">
          <p15:clr>
            <a:srgbClr val="FA7B17"/>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Lessons 2">
  <p:cSld name="TITLE_AND_BODY_2_1_1_3_1">
    <p:spTree>
      <p:nvGrpSpPr>
        <p:cNvPr id="1" name="Shape 892"/>
        <p:cNvGrpSpPr/>
        <p:nvPr/>
      </p:nvGrpSpPr>
      <p:grpSpPr>
        <a:xfrm>
          <a:off x="0" y="0"/>
          <a:ext cx="0" cy="0"/>
          <a:chOff x="0" y="0"/>
          <a:chExt cx="0" cy="0"/>
        </a:xfrm>
      </p:grpSpPr>
      <p:sp>
        <p:nvSpPr>
          <p:cNvPr id="893" name="Google Shape;893;p52"/>
          <p:cNvSpPr txBox="1">
            <a:spLocks noGrp="1"/>
          </p:cNvSpPr>
          <p:nvPr>
            <p:ph type="subTitle" idx="1"/>
          </p:nvPr>
        </p:nvSpPr>
        <p:spPr>
          <a:xfrm>
            <a:off x="4572000" y="883818"/>
            <a:ext cx="3657600" cy="339300"/>
          </a:xfrm>
          <a:prstGeom prst="rect">
            <a:avLst/>
          </a:prstGeom>
        </p:spPr>
        <p:txBody>
          <a:bodyPr spcFirstLastPara="1" wrap="square" lIns="0" tIns="0" rIns="0" bIns="0" anchor="t" anchorCtr="0">
            <a:noAutofit/>
          </a:bodyPr>
          <a:lstStyle>
            <a:lvl1pPr marL="0" marR="0" lvl="0" indent="-88900" algn="l" rtl="0">
              <a:lnSpc>
                <a:spcPct val="115000"/>
              </a:lnSpc>
              <a:spcBef>
                <a:spcPts val="0"/>
              </a:spcBef>
              <a:spcAft>
                <a:spcPts val="0"/>
              </a:spcAft>
              <a:buClr>
                <a:srgbClr val="1CBDEF"/>
              </a:buClr>
              <a:buSzPts val="1400"/>
              <a:buNone/>
              <a:defRPr sz="1400" b="1" i="1">
                <a:solidFill>
                  <a:srgbClr val="1CBDEF"/>
                </a:solidFill>
              </a:defRPr>
            </a:lvl1pPr>
            <a:lvl2pPr lvl="1" rtl="0">
              <a:spcBef>
                <a:spcPts val="1600"/>
              </a:spcBef>
              <a:spcAft>
                <a:spcPts val="0"/>
              </a:spcAft>
              <a:buClr>
                <a:srgbClr val="1CBDEF"/>
              </a:buClr>
              <a:buSzPts val="800"/>
              <a:buNone/>
              <a:defRPr sz="800">
                <a:solidFill>
                  <a:srgbClr val="1CBDEF"/>
                </a:solidFill>
              </a:defRPr>
            </a:lvl2pPr>
            <a:lvl3pPr lvl="2" rtl="0">
              <a:spcBef>
                <a:spcPts val="1600"/>
              </a:spcBef>
              <a:spcAft>
                <a:spcPts val="0"/>
              </a:spcAft>
              <a:buClr>
                <a:srgbClr val="1CBDEF"/>
              </a:buClr>
              <a:buSzPts val="800"/>
              <a:buNone/>
              <a:defRPr sz="800">
                <a:solidFill>
                  <a:srgbClr val="1CBDEF"/>
                </a:solidFill>
              </a:defRPr>
            </a:lvl3pPr>
            <a:lvl4pPr lvl="3" rtl="0">
              <a:spcBef>
                <a:spcPts val="1600"/>
              </a:spcBef>
              <a:spcAft>
                <a:spcPts val="0"/>
              </a:spcAft>
              <a:buClr>
                <a:srgbClr val="1CBDEF"/>
              </a:buClr>
              <a:buSzPts val="800"/>
              <a:buNone/>
              <a:defRPr sz="800">
                <a:solidFill>
                  <a:srgbClr val="1CBDEF"/>
                </a:solidFill>
              </a:defRPr>
            </a:lvl4pPr>
            <a:lvl5pPr lvl="4" rtl="0">
              <a:spcBef>
                <a:spcPts val="1600"/>
              </a:spcBef>
              <a:spcAft>
                <a:spcPts val="0"/>
              </a:spcAft>
              <a:buClr>
                <a:srgbClr val="1CBDEF"/>
              </a:buClr>
              <a:buSzPts val="800"/>
              <a:buNone/>
              <a:defRPr sz="800">
                <a:solidFill>
                  <a:srgbClr val="1CBDEF"/>
                </a:solidFill>
              </a:defRPr>
            </a:lvl5pPr>
            <a:lvl6pPr lvl="5" rtl="0">
              <a:spcBef>
                <a:spcPts val="1600"/>
              </a:spcBef>
              <a:spcAft>
                <a:spcPts val="0"/>
              </a:spcAft>
              <a:buClr>
                <a:srgbClr val="1CBDEF"/>
              </a:buClr>
              <a:buSzPts val="800"/>
              <a:buNone/>
              <a:defRPr sz="800">
                <a:solidFill>
                  <a:srgbClr val="1CBDEF"/>
                </a:solidFill>
              </a:defRPr>
            </a:lvl6pPr>
            <a:lvl7pPr lvl="6" rtl="0">
              <a:spcBef>
                <a:spcPts val="1600"/>
              </a:spcBef>
              <a:spcAft>
                <a:spcPts val="0"/>
              </a:spcAft>
              <a:buClr>
                <a:srgbClr val="1CBDEF"/>
              </a:buClr>
              <a:buSzPts val="800"/>
              <a:buNone/>
              <a:defRPr sz="800">
                <a:solidFill>
                  <a:srgbClr val="1CBDEF"/>
                </a:solidFill>
              </a:defRPr>
            </a:lvl7pPr>
            <a:lvl8pPr lvl="7" rtl="0">
              <a:spcBef>
                <a:spcPts val="1600"/>
              </a:spcBef>
              <a:spcAft>
                <a:spcPts val="0"/>
              </a:spcAft>
              <a:buClr>
                <a:srgbClr val="1CBDEF"/>
              </a:buClr>
              <a:buSzPts val="800"/>
              <a:buNone/>
              <a:defRPr sz="800">
                <a:solidFill>
                  <a:srgbClr val="1CBDEF"/>
                </a:solidFill>
              </a:defRPr>
            </a:lvl8pPr>
            <a:lvl9pPr lvl="8" rtl="0">
              <a:spcBef>
                <a:spcPts val="1600"/>
              </a:spcBef>
              <a:spcAft>
                <a:spcPts val="1600"/>
              </a:spcAft>
              <a:buClr>
                <a:srgbClr val="1CBDEF"/>
              </a:buClr>
              <a:buSzPts val="800"/>
              <a:buNone/>
              <a:defRPr sz="800">
                <a:solidFill>
                  <a:srgbClr val="1CBDEF"/>
                </a:solidFill>
              </a:defRPr>
            </a:lvl9pPr>
          </a:lstStyle>
          <a:p>
            <a:endParaRPr/>
          </a:p>
        </p:txBody>
      </p:sp>
      <p:sp>
        <p:nvSpPr>
          <p:cNvPr id="894" name="Google Shape;894;p52"/>
          <p:cNvSpPr txBox="1">
            <a:spLocks noGrp="1"/>
          </p:cNvSpPr>
          <p:nvPr>
            <p:ph type="title"/>
          </p:nvPr>
        </p:nvSpPr>
        <p:spPr>
          <a:xfrm>
            <a:off x="4572000" y="1563941"/>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895" name="Google Shape;895;p52"/>
          <p:cNvSpPr txBox="1">
            <a:spLocks noGrp="1"/>
          </p:cNvSpPr>
          <p:nvPr>
            <p:ph type="subTitle" idx="2"/>
          </p:nvPr>
        </p:nvSpPr>
        <p:spPr>
          <a:xfrm>
            <a:off x="4572000" y="25377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896" name="Google Shape;896;p52"/>
          <p:cNvSpPr txBox="1">
            <a:spLocks noGrp="1"/>
          </p:cNvSpPr>
          <p:nvPr>
            <p:ph type="subTitle" idx="3"/>
          </p:nvPr>
        </p:nvSpPr>
        <p:spPr>
          <a:xfrm>
            <a:off x="6564880" y="25377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897" name="Google Shape;897;p52"/>
          <p:cNvSpPr txBox="1">
            <a:spLocks noGrp="1"/>
          </p:cNvSpPr>
          <p:nvPr>
            <p:ph type="subTitle" idx="4"/>
          </p:nvPr>
        </p:nvSpPr>
        <p:spPr>
          <a:xfrm>
            <a:off x="4572000" y="22860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800"/>
              <a:buFont typeface="Lato Black"/>
              <a:buNone/>
              <a:defRPr sz="800">
                <a:solidFill>
                  <a:srgbClr val="8B2880"/>
                </a:solidFill>
                <a:latin typeface="Lato Black"/>
                <a:ea typeface="Lato Black"/>
                <a:cs typeface="Lato Black"/>
                <a:sym typeface="Lato Black"/>
              </a:defRPr>
            </a:lvl9pPr>
          </a:lstStyle>
          <a:p>
            <a:endParaRPr/>
          </a:p>
        </p:txBody>
      </p:sp>
      <p:grpSp>
        <p:nvGrpSpPr>
          <p:cNvPr id="898" name="Google Shape;898;p52"/>
          <p:cNvGrpSpPr/>
          <p:nvPr/>
        </p:nvGrpSpPr>
        <p:grpSpPr>
          <a:xfrm>
            <a:off x="77523" y="304826"/>
            <a:ext cx="4089349" cy="4352374"/>
            <a:chOff x="-4246100" y="-2151564"/>
            <a:chExt cx="4013100" cy="3924239"/>
          </a:xfrm>
        </p:grpSpPr>
        <p:sp>
          <p:nvSpPr>
            <p:cNvPr id="899" name="Google Shape;899;p52"/>
            <p:cNvSpPr/>
            <p:nvPr/>
          </p:nvSpPr>
          <p:spPr>
            <a:xfrm rot="10800000">
              <a:off x="-4246100" y="-688764"/>
              <a:ext cx="2667675" cy="2341694"/>
            </a:xfrm>
            <a:custGeom>
              <a:avLst/>
              <a:gdLst/>
              <a:ahLst/>
              <a:cxnLst/>
              <a:rect l="l" t="t" r="r" b="b"/>
              <a:pathLst>
                <a:path w="106707" h="40853" extrusionOk="0">
                  <a:moveTo>
                    <a:pt x="54160" y="1"/>
                  </a:moveTo>
                  <a:lnTo>
                    <a:pt x="53183" y="7"/>
                  </a:lnTo>
                  <a:lnTo>
                    <a:pt x="51473" y="33"/>
                  </a:lnTo>
                  <a:lnTo>
                    <a:pt x="49779" y="65"/>
                  </a:lnTo>
                  <a:lnTo>
                    <a:pt x="48133" y="104"/>
                  </a:lnTo>
                  <a:lnTo>
                    <a:pt x="46521" y="162"/>
                  </a:lnTo>
                  <a:lnTo>
                    <a:pt x="44957" y="227"/>
                  </a:lnTo>
                  <a:lnTo>
                    <a:pt x="43410" y="304"/>
                  </a:lnTo>
                  <a:lnTo>
                    <a:pt x="41911" y="388"/>
                  </a:lnTo>
                  <a:lnTo>
                    <a:pt x="40445" y="485"/>
                  </a:lnTo>
                  <a:lnTo>
                    <a:pt x="39012" y="588"/>
                  </a:lnTo>
                  <a:lnTo>
                    <a:pt x="37611" y="704"/>
                  </a:lnTo>
                  <a:lnTo>
                    <a:pt x="36243" y="826"/>
                  </a:lnTo>
                  <a:lnTo>
                    <a:pt x="34907" y="962"/>
                  </a:lnTo>
                  <a:lnTo>
                    <a:pt x="33604" y="1103"/>
                  </a:lnTo>
                  <a:lnTo>
                    <a:pt x="32333" y="1258"/>
                  </a:lnTo>
                  <a:lnTo>
                    <a:pt x="31096" y="1413"/>
                  </a:lnTo>
                  <a:lnTo>
                    <a:pt x="29890" y="1587"/>
                  </a:lnTo>
                  <a:lnTo>
                    <a:pt x="29825" y="1806"/>
                  </a:lnTo>
                  <a:lnTo>
                    <a:pt x="29744" y="2038"/>
                  </a:lnTo>
                  <a:lnTo>
                    <a:pt x="29678" y="2154"/>
                  </a:lnTo>
                  <a:lnTo>
                    <a:pt x="29597" y="2277"/>
                  </a:lnTo>
                  <a:lnTo>
                    <a:pt x="29516" y="2399"/>
                  </a:lnTo>
                  <a:lnTo>
                    <a:pt x="29418" y="2522"/>
                  </a:lnTo>
                  <a:lnTo>
                    <a:pt x="29304" y="2644"/>
                  </a:lnTo>
                  <a:lnTo>
                    <a:pt x="29174" y="2760"/>
                  </a:lnTo>
                  <a:lnTo>
                    <a:pt x="29043" y="2883"/>
                  </a:lnTo>
                  <a:lnTo>
                    <a:pt x="28880" y="2999"/>
                  </a:lnTo>
                  <a:lnTo>
                    <a:pt x="28717" y="3122"/>
                  </a:lnTo>
                  <a:lnTo>
                    <a:pt x="28522" y="3238"/>
                  </a:lnTo>
                  <a:lnTo>
                    <a:pt x="28327" y="3347"/>
                  </a:lnTo>
                  <a:lnTo>
                    <a:pt x="28098" y="3457"/>
                  </a:lnTo>
                  <a:lnTo>
                    <a:pt x="27854" y="3566"/>
                  </a:lnTo>
                  <a:lnTo>
                    <a:pt x="27577" y="3670"/>
                  </a:lnTo>
                  <a:lnTo>
                    <a:pt x="27300" y="3773"/>
                  </a:lnTo>
                  <a:lnTo>
                    <a:pt x="26991" y="3863"/>
                  </a:lnTo>
                  <a:lnTo>
                    <a:pt x="26665" y="3953"/>
                  </a:lnTo>
                  <a:lnTo>
                    <a:pt x="26307" y="4044"/>
                  </a:lnTo>
                  <a:lnTo>
                    <a:pt x="25932" y="4121"/>
                  </a:lnTo>
                  <a:lnTo>
                    <a:pt x="25541" y="4192"/>
                  </a:lnTo>
                  <a:lnTo>
                    <a:pt x="25101" y="4263"/>
                  </a:lnTo>
                  <a:lnTo>
                    <a:pt x="24645" y="4321"/>
                  </a:lnTo>
                  <a:lnTo>
                    <a:pt x="24173" y="4372"/>
                  </a:lnTo>
                  <a:lnTo>
                    <a:pt x="23668" y="4417"/>
                  </a:lnTo>
                  <a:lnTo>
                    <a:pt x="23130" y="4456"/>
                  </a:lnTo>
                  <a:lnTo>
                    <a:pt x="22560" y="4482"/>
                  </a:lnTo>
                  <a:lnTo>
                    <a:pt x="21974" y="4508"/>
                  </a:lnTo>
                  <a:lnTo>
                    <a:pt x="21339" y="4514"/>
                  </a:lnTo>
                  <a:lnTo>
                    <a:pt x="20508" y="4514"/>
                  </a:lnTo>
                  <a:lnTo>
                    <a:pt x="20003" y="4501"/>
                  </a:lnTo>
                  <a:lnTo>
                    <a:pt x="19514" y="4482"/>
                  </a:lnTo>
                  <a:lnTo>
                    <a:pt x="19058" y="4456"/>
                  </a:lnTo>
                  <a:lnTo>
                    <a:pt x="18619" y="4417"/>
                  </a:lnTo>
                  <a:lnTo>
                    <a:pt x="18195" y="4379"/>
                  </a:lnTo>
                  <a:lnTo>
                    <a:pt x="17788" y="4327"/>
                  </a:lnTo>
                  <a:lnTo>
                    <a:pt x="17413" y="4276"/>
                  </a:lnTo>
                  <a:lnTo>
                    <a:pt x="16680" y="4501"/>
                  </a:lnTo>
                  <a:lnTo>
                    <a:pt x="15980" y="4733"/>
                  </a:lnTo>
                  <a:lnTo>
                    <a:pt x="15296" y="4972"/>
                  </a:lnTo>
                  <a:lnTo>
                    <a:pt x="14628" y="5211"/>
                  </a:lnTo>
                  <a:lnTo>
                    <a:pt x="13993" y="5456"/>
                  </a:lnTo>
                  <a:lnTo>
                    <a:pt x="13357" y="5701"/>
                  </a:lnTo>
                  <a:lnTo>
                    <a:pt x="12755" y="5952"/>
                  </a:lnTo>
                  <a:lnTo>
                    <a:pt x="12168" y="6203"/>
                  </a:lnTo>
                  <a:lnTo>
                    <a:pt x="11582" y="6461"/>
                  </a:lnTo>
                  <a:lnTo>
                    <a:pt x="11028" y="6719"/>
                  </a:lnTo>
                  <a:lnTo>
                    <a:pt x="10491" y="6984"/>
                  </a:lnTo>
                  <a:lnTo>
                    <a:pt x="9986" y="7248"/>
                  </a:lnTo>
                  <a:lnTo>
                    <a:pt x="9481" y="7512"/>
                  </a:lnTo>
                  <a:lnTo>
                    <a:pt x="8992" y="7783"/>
                  </a:lnTo>
                  <a:lnTo>
                    <a:pt x="8520" y="8054"/>
                  </a:lnTo>
                  <a:lnTo>
                    <a:pt x="8064" y="8331"/>
                  </a:lnTo>
                  <a:lnTo>
                    <a:pt x="7624" y="8608"/>
                  </a:lnTo>
                  <a:lnTo>
                    <a:pt x="7217" y="8886"/>
                  </a:lnTo>
                  <a:lnTo>
                    <a:pt x="6809" y="9163"/>
                  </a:lnTo>
                  <a:lnTo>
                    <a:pt x="6418" y="9447"/>
                  </a:lnTo>
                  <a:lnTo>
                    <a:pt x="6027" y="9730"/>
                  </a:lnTo>
                  <a:lnTo>
                    <a:pt x="5669" y="10014"/>
                  </a:lnTo>
                  <a:lnTo>
                    <a:pt x="5327" y="10298"/>
                  </a:lnTo>
                  <a:lnTo>
                    <a:pt x="4985" y="10581"/>
                  </a:lnTo>
                  <a:lnTo>
                    <a:pt x="4676" y="10871"/>
                  </a:lnTo>
                  <a:lnTo>
                    <a:pt x="4366" y="11162"/>
                  </a:lnTo>
                  <a:lnTo>
                    <a:pt x="4073" y="11445"/>
                  </a:lnTo>
                  <a:lnTo>
                    <a:pt x="3796" y="11735"/>
                  </a:lnTo>
                  <a:lnTo>
                    <a:pt x="3519" y="12026"/>
                  </a:lnTo>
                  <a:lnTo>
                    <a:pt x="3275" y="12316"/>
                  </a:lnTo>
                  <a:lnTo>
                    <a:pt x="3030" y="12599"/>
                  </a:lnTo>
                  <a:lnTo>
                    <a:pt x="2786" y="12889"/>
                  </a:lnTo>
                  <a:lnTo>
                    <a:pt x="2574" y="13180"/>
                  </a:lnTo>
                  <a:lnTo>
                    <a:pt x="2363" y="13463"/>
                  </a:lnTo>
                  <a:lnTo>
                    <a:pt x="2167" y="13753"/>
                  </a:lnTo>
                  <a:lnTo>
                    <a:pt x="1972" y="14037"/>
                  </a:lnTo>
                  <a:lnTo>
                    <a:pt x="1630" y="14611"/>
                  </a:lnTo>
                  <a:lnTo>
                    <a:pt x="1336" y="15178"/>
                  </a:lnTo>
                  <a:lnTo>
                    <a:pt x="1076" y="15733"/>
                  </a:lnTo>
                  <a:lnTo>
                    <a:pt x="831" y="16287"/>
                  </a:lnTo>
                  <a:lnTo>
                    <a:pt x="636" y="16835"/>
                  </a:lnTo>
                  <a:lnTo>
                    <a:pt x="473" y="17371"/>
                  </a:lnTo>
                  <a:lnTo>
                    <a:pt x="343" y="17893"/>
                  </a:lnTo>
                  <a:lnTo>
                    <a:pt x="229" y="18409"/>
                  </a:lnTo>
                  <a:lnTo>
                    <a:pt x="147" y="18905"/>
                  </a:lnTo>
                  <a:lnTo>
                    <a:pt x="82" y="19395"/>
                  </a:lnTo>
                  <a:lnTo>
                    <a:pt x="33" y="19866"/>
                  </a:lnTo>
                  <a:lnTo>
                    <a:pt x="17" y="20323"/>
                  </a:lnTo>
                  <a:lnTo>
                    <a:pt x="1" y="20762"/>
                  </a:lnTo>
                  <a:lnTo>
                    <a:pt x="1" y="21181"/>
                  </a:lnTo>
                  <a:lnTo>
                    <a:pt x="17" y="21452"/>
                  </a:lnTo>
                  <a:lnTo>
                    <a:pt x="50" y="21729"/>
                  </a:lnTo>
                  <a:lnTo>
                    <a:pt x="98" y="22006"/>
                  </a:lnTo>
                  <a:lnTo>
                    <a:pt x="147" y="22296"/>
                  </a:lnTo>
                  <a:lnTo>
                    <a:pt x="212" y="22587"/>
                  </a:lnTo>
                  <a:lnTo>
                    <a:pt x="294" y="22883"/>
                  </a:lnTo>
                  <a:lnTo>
                    <a:pt x="408" y="23186"/>
                  </a:lnTo>
                  <a:lnTo>
                    <a:pt x="506" y="23489"/>
                  </a:lnTo>
                  <a:lnTo>
                    <a:pt x="636" y="23799"/>
                  </a:lnTo>
                  <a:lnTo>
                    <a:pt x="783" y="24108"/>
                  </a:lnTo>
                  <a:lnTo>
                    <a:pt x="945" y="24424"/>
                  </a:lnTo>
                  <a:lnTo>
                    <a:pt x="1108" y="24746"/>
                  </a:lnTo>
                  <a:lnTo>
                    <a:pt x="1304" y="25069"/>
                  </a:lnTo>
                  <a:lnTo>
                    <a:pt x="1516" y="25391"/>
                  </a:lnTo>
                  <a:lnTo>
                    <a:pt x="1727" y="25720"/>
                  </a:lnTo>
                  <a:lnTo>
                    <a:pt x="1972" y="26049"/>
                  </a:lnTo>
                  <a:lnTo>
                    <a:pt x="2216" y="26378"/>
                  </a:lnTo>
                  <a:lnTo>
                    <a:pt x="2493" y="26713"/>
                  </a:lnTo>
                  <a:lnTo>
                    <a:pt x="2770" y="27048"/>
                  </a:lnTo>
                  <a:lnTo>
                    <a:pt x="3079" y="27383"/>
                  </a:lnTo>
                  <a:lnTo>
                    <a:pt x="3389" y="27719"/>
                  </a:lnTo>
                  <a:lnTo>
                    <a:pt x="3731" y="28054"/>
                  </a:lnTo>
                  <a:lnTo>
                    <a:pt x="4073" y="28396"/>
                  </a:lnTo>
                  <a:lnTo>
                    <a:pt x="4447" y="28731"/>
                  </a:lnTo>
                  <a:lnTo>
                    <a:pt x="4838" y="29073"/>
                  </a:lnTo>
                  <a:lnTo>
                    <a:pt x="5246" y="29408"/>
                  </a:lnTo>
                  <a:lnTo>
                    <a:pt x="5653" y="29743"/>
                  </a:lnTo>
                  <a:lnTo>
                    <a:pt x="6093" y="30085"/>
                  </a:lnTo>
                  <a:lnTo>
                    <a:pt x="6565" y="30420"/>
                  </a:lnTo>
                  <a:lnTo>
                    <a:pt x="7037" y="30756"/>
                  </a:lnTo>
                  <a:lnTo>
                    <a:pt x="7526" y="31091"/>
                  </a:lnTo>
                  <a:lnTo>
                    <a:pt x="8047" y="31420"/>
                  </a:lnTo>
                  <a:lnTo>
                    <a:pt x="9318" y="31549"/>
                  </a:lnTo>
                  <a:lnTo>
                    <a:pt x="10572" y="31684"/>
                  </a:lnTo>
                  <a:lnTo>
                    <a:pt x="11777" y="31839"/>
                  </a:lnTo>
                  <a:lnTo>
                    <a:pt x="12950" y="31993"/>
                  </a:lnTo>
                  <a:lnTo>
                    <a:pt x="14107" y="32168"/>
                  </a:lnTo>
                  <a:lnTo>
                    <a:pt x="15214" y="32348"/>
                  </a:lnTo>
                  <a:lnTo>
                    <a:pt x="16306" y="32541"/>
                  </a:lnTo>
                  <a:lnTo>
                    <a:pt x="17364" y="32741"/>
                  </a:lnTo>
                  <a:lnTo>
                    <a:pt x="18374" y="32948"/>
                  </a:lnTo>
                  <a:lnTo>
                    <a:pt x="19368" y="33167"/>
                  </a:lnTo>
                  <a:lnTo>
                    <a:pt x="20329" y="33393"/>
                  </a:lnTo>
                  <a:lnTo>
                    <a:pt x="21274" y="33631"/>
                  </a:lnTo>
                  <a:lnTo>
                    <a:pt x="22169" y="33876"/>
                  </a:lnTo>
                  <a:lnTo>
                    <a:pt x="23049" y="34128"/>
                  </a:lnTo>
                  <a:lnTo>
                    <a:pt x="23896" y="34385"/>
                  </a:lnTo>
                  <a:lnTo>
                    <a:pt x="24710" y="34650"/>
                  </a:lnTo>
                  <a:lnTo>
                    <a:pt x="25509" y="34927"/>
                  </a:lnTo>
                  <a:lnTo>
                    <a:pt x="26274" y="35204"/>
                  </a:lnTo>
                  <a:lnTo>
                    <a:pt x="27007" y="35494"/>
                  </a:lnTo>
                  <a:lnTo>
                    <a:pt x="27724" y="35785"/>
                  </a:lnTo>
                  <a:lnTo>
                    <a:pt x="28408" y="36088"/>
                  </a:lnTo>
                  <a:lnTo>
                    <a:pt x="29076" y="36391"/>
                  </a:lnTo>
                  <a:lnTo>
                    <a:pt x="29711" y="36700"/>
                  </a:lnTo>
                  <a:lnTo>
                    <a:pt x="30314" y="37016"/>
                  </a:lnTo>
                  <a:lnTo>
                    <a:pt x="30900" y="37332"/>
                  </a:lnTo>
                  <a:lnTo>
                    <a:pt x="31470" y="37654"/>
                  </a:lnTo>
                  <a:lnTo>
                    <a:pt x="32008" y="37983"/>
                  </a:lnTo>
                  <a:lnTo>
                    <a:pt x="32529" y="38318"/>
                  </a:lnTo>
                  <a:lnTo>
                    <a:pt x="33018" y="38654"/>
                  </a:lnTo>
                  <a:lnTo>
                    <a:pt x="33490" y="38989"/>
                  </a:lnTo>
                  <a:lnTo>
                    <a:pt x="33946" y="39331"/>
                  </a:lnTo>
                  <a:lnTo>
                    <a:pt x="34370" y="39672"/>
                  </a:lnTo>
                  <a:lnTo>
                    <a:pt x="35445" y="39808"/>
                  </a:lnTo>
                  <a:lnTo>
                    <a:pt x="36520" y="39937"/>
                  </a:lnTo>
                  <a:lnTo>
                    <a:pt x="37627" y="40059"/>
                  </a:lnTo>
                  <a:lnTo>
                    <a:pt x="38751" y="40175"/>
                  </a:lnTo>
                  <a:lnTo>
                    <a:pt x="39891" y="40278"/>
                  </a:lnTo>
                  <a:lnTo>
                    <a:pt x="41064" y="40375"/>
                  </a:lnTo>
                  <a:lnTo>
                    <a:pt x="42237" y="40465"/>
                  </a:lnTo>
                  <a:lnTo>
                    <a:pt x="43442" y="40543"/>
                  </a:lnTo>
                  <a:lnTo>
                    <a:pt x="44664" y="40614"/>
                  </a:lnTo>
                  <a:lnTo>
                    <a:pt x="45902" y="40678"/>
                  </a:lnTo>
                  <a:lnTo>
                    <a:pt x="47172" y="40730"/>
                  </a:lnTo>
                  <a:lnTo>
                    <a:pt x="48459" y="40775"/>
                  </a:lnTo>
                  <a:lnTo>
                    <a:pt x="49762" y="40807"/>
                  </a:lnTo>
                  <a:lnTo>
                    <a:pt x="51082" y="40833"/>
                  </a:lnTo>
                  <a:lnTo>
                    <a:pt x="52417" y="40846"/>
                  </a:lnTo>
                  <a:lnTo>
                    <a:pt x="53786" y="40852"/>
                  </a:lnTo>
                  <a:lnTo>
                    <a:pt x="55040" y="40846"/>
                  </a:lnTo>
                  <a:lnTo>
                    <a:pt x="56310" y="40833"/>
                  </a:lnTo>
                  <a:lnTo>
                    <a:pt x="57336" y="40820"/>
                  </a:lnTo>
                  <a:lnTo>
                    <a:pt x="58346" y="40801"/>
                  </a:lnTo>
                  <a:lnTo>
                    <a:pt x="59356" y="40775"/>
                  </a:lnTo>
                  <a:lnTo>
                    <a:pt x="60334" y="40749"/>
                  </a:lnTo>
                  <a:lnTo>
                    <a:pt x="61311" y="40723"/>
                  </a:lnTo>
                  <a:lnTo>
                    <a:pt x="62272" y="40691"/>
                  </a:lnTo>
                  <a:lnTo>
                    <a:pt x="63217" y="40652"/>
                  </a:lnTo>
                  <a:lnTo>
                    <a:pt x="64145" y="40607"/>
                  </a:lnTo>
                  <a:lnTo>
                    <a:pt x="65057" y="40569"/>
                  </a:lnTo>
                  <a:lnTo>
                    <a:pt x="65953" y="40517"/>
                  </a:lnTo>
                  <a:lnTo>
                    <a:pt x="66849" y="40465"/>
                  </a:lnTo>
                  <a:lnTo>
                    <a:pt x="67729" y="40414"/>
                  </a:lnTo>
                  <a:lnTo>
                    <a:pt x="68592" y="40356"/>
                  </a:lnTo>
                  <a:lnTo>
                    <a:pt x="69439" y="40298"/>
                  </a:lnTo>
                  <a:lnTo>
                    <a:pt x="70270" y="40233"/>
                  </a:lnTo>
                  <a:lnTo>
                    <a:pt x="71100" y="40162"/>
                  </a:lnTo>
                  <a:lnTo>
                    <a:pt x="71247" y="39969"/>
                  </a:lnTo>
                  <a:lnTo>
                    <a:pt x="71426" y="39769"/>
                  </a:lnTo>
                  <a:lnTo>
                    <a:pt x="71638" y="39576"/>
                  </a:lnTo>
                  <a:lnTo>
                    <a:pt x="71752" y="39479"/>
                  </a:lnTo>
                  <a:lnTo>
                    <a:pt x="71898" y="39382"/>
                  </a:lnTo>
                  <a:lnTo>
                    <a:pt x="72029" y="39286"/>
                  </a:lnTo>
                  <a:lnTo>
                    <a:pt x="72192" y="39189"/>
                  </a:lnTo>
                  <a:lnTo>
                    <a:pt x="72354" y="39099"/>
                  </a:lnTo>
                  <a:lnTo>
                    <a:pt x="72534" y="39008"/>
                  </a:lnTo>
                  <a:lnTo>
                    <a:pt x="72729" y="38924"/>
                  </a:lnTo>
                  <a:lnTo>
                    <a:pt x="72941" y="38834"/>
                  </a:lnTo>
                  <a:lnTo>
                    <a:pt x="73153" y="38750"/>
                  </a:lnTo>
                  <a:lnTo>
                    <a:pt x="73397" y="38673"/>
                  </a:lnTo>
                  <a:lnTo>
                    <a:pt x="73641" y="38596"/>
                  </a:lnTo>
                  <a:lnTo>
                    <a:pt x="73902" y="38518"/>
                  </a:lnTo>
                  <a:lnTo>
                    <a:pt x="74179" y="38447"/>
                  </a:lnTo>
                  <a:lnTo>
                    <a:pt x="74472" y="38383"/>
                  </a:lnTo>
                  <a:lnTo>
                    <a:pt x="74781" y="38318"/>
                  </a:lnTo>
                  <a:lnTo>
                    <a:pt x="75107" y="38254"/>
                  </a:lnTo>
                  <a:lnTo>
                    <a:pt x="75449" y="38202"/>
                  </a:lnTo>
                  <a:lnTo>
                    <a:pt x="75808" y="38151"/>
                  </a:lnTo>
                  <a:lnTo>
                    <a:pt x="76182" y="38106"/>
                  </a:lnTo>
                  <a:lnTo>
                    <a:pt x="76589" y="38061"/>
                  </a:lnTo>
                  <a:lnTo>
                    <a:pt x="76997" y="38022"/>
                  </a:lnTo>
                  <a:lnTo>
                    <a:pt x="77436" y="37996"/>
                  </a:lnTo>
                  <a:lnTo>
                    <a:pt x="77876" y="37970"/>
                  </a:lnTo>
                  <a:lnTo>
                    <a:pt x="78349" y="37944"/>
                  </a:lnTo>
                  <a:lnTo>
                    <a:pt x="78837" y="37932"/>
                  </a:lnTo>
                  <a:lnTo>
                    <a:pt x="79359" y="37925"/>
                  </a:lnTo>
                  <a:lnTo>
                    <a:pt x="80026" y="37925"/>
                  </a:lnTo>
                  <a:lnTo>
                    <a:pt x="80385" y="37932"/>
                  </a:lnTo>
                  <a:lnTo>
                    <a:pt x="80727" y="37938"/>
                  </a:lnTo>
                  <a:lnTo>
                    <a:pt x="81053" y="37957"/>
                  </a:lnTo>
                  <a:lnTo>
                    <a:pt x="81378" y="37970"/>
                  </a:lnTo>
                  <a:lnTo>
                    <a:pt x="81688" y="37990"/>
                  </a:lnTo>
                  <a:lnTo>
                    <a:pt x="81997" y="38015"/>
                  </a:lnTo>
                  <a:lnTo>
                    <a:pt x="82290" y="38041"/>
                  </a:lnTo>
                  <a:lnTo>
                    <a:pt x="82567" y="38073"/>
                  </a:lnTo>
                  <a:lnTo>
                    <a:pt x="82844" y="38106"/>
                  </a:lnTo>
                  <a:lnTo>
                    <a:pt x="83105" y="38138"/>
                  </a:lnTo>
                  <a:lnTo>
                    <a:pt x="83366" y="38177"/>
                  </a:lnTo>
                  <a:lnTo>
                    <a:pt x="83854" y="38260"/>
                  </a:lnTo>
                  <a:lnTo>
                    <a:pt x="84310" y="38357"/>
                  </a:lnTo>
                  <a:lnTo>
                    <a:pt x="85108" y="38196"/>
                  </a:lnTo>
                  <a:lnTo>
                    <a:pt x="85874" y="38028"/>
                  </a:lnTo>
                  <a:lnTo>
                    <a:pt x="86623" y="37854"/>
                  </a:lnTo>
                  <a:lnTo>
                    <a:pt x="87356" y="37674"/>
                  </a:lnTo>
                  <a:lnTo>
                    <a:pt x="88057" y="37493"/>
                  </a:lnTo>
                  <a:lnTo>
                    <a:pt x="88757" y="37306"/>
                  </a:lnTo>
                  <a:lnTo>
                    <a:pt x="89425" y="37119"/>
                  </a:lnTo>
                  <a:lnTo>
                    <a:pt x="90093" y="36926"/>
                  </a:lnTo>
                  <a:lnTo>
                    <a:pt x="90728" y="36732"/>
                  </a:lnTo>
                  <a:lnTo>
                    <a:pt x="91347" y="36532"/>
                  </a:lnTo>
                  <a:lnTo>
                    <a:pt x="91950" y="36326"/>
                  </a:lnTo>
                  <a:lnTo>
                    <a:pt x="92536" y="36120"/>
                  </a:lnTo>
                  <a:lnTo>
                    <a:pt x="93106" y="35914"/>
                  </a:lnTo>
                  <a:lnTo>
                    <a:pt x="93676" y="35701"/>
                  </a:lnTo>
                  <a:lnTo>
                    <a:pt x="94214" y="35482"/>
                  </a:lnTo>
                  <a:lnTo>
                    <a:pt x="94735" y="35262"/>
                  </a:lnTo>
                  <a:lnTo>
                    <a:pt x="95240" y="35043"/>
                  </a:lnTo>
                  <a:lnTo>
                    <a:pt x="95729" y="34817"/>
                  </a:lnTo>
                  <a:lnTo>
                    <a:pt x="96217" y="34592"/>
                  </a:lnTo>
                  <a:lnTo>
                    <a:pt x="96673" y="34360"/>
                  </a:lnTo>
                  <a:lnTo>
                    <a:pt x="97113" y="34128"/>
                  </a:lnTo>
                  <a:lnTo>
                    <a:pt x="97553" y="33895"/>
                  </a:lnTo>
                  <a:lnTo>
                    <a:pt x="97976" y="33657"/>
                  </a:lnTo>
                  <a:lnTo>
                    <a:pt x="98384" y="33418"/>
                  </a:lnTo>
                  <a:lnTo>
                    <a:pt x="98774" y="33180"/>
                  </a:lnTo>
                  <a:lnTo>
                    <a:pt x="99149" y="32935"/>
                  </a:lnTo>
                  <a:lnTo>
                    <a:pt x="99524" y="32690"/>
                  </a:lnTo>
                  <a:lnTo>
                    <a:pt x="99882" y="32445"/>
                  </a:lnTo>
                  <a:lnTo>
                    <a:pt x="100224" y="32193"/>
                  </a:lnTo>
                  <a:lnTo>
                    <a:pt x="100550" y="31942"/>
                  </a:lnTo>
                  <a:lnTo>
                    <a:pt x="100859" y="31690"/>
                  </a:lnTo>
                  <a:lnTo>
                    <a:pt x="101169" y="31439"/>
                  </a:lnTo>
                  <a:lnTo>
                    <a:pt x="101462" y="31187"/>
                  </a:lnTo>
                  <a:lnTo>
                    <a:pt x="101755" y="30930"/>
                  </a:lnTo>
                  <a:lnTo>
                    <a:pt x="102016" y="30672"/>
                  </a:lnTo>
                  <a:lnTo>
                    <a:pt x="102277" y="30414"/>
                  </a:lnTo>
                  <a:lnTo>
                    <a:pt x="102537" y="30156"/>
                  </a:lnTo>
                  <a:lnTo>
                    <a:pt x="102781" y="29898"/>
                  </a:lnTo>
                  <a:lnTo>
                    <a:pt x="103238" y="29376"/>
                  </a:lnTo>
                  <a:lnTo>
                    <a:pt x="103645" y="28847"/>
                  </a:lnTo>
                  <a:lnTo>
                    <a:pt x="104036" y="28325"/>
                  </a:lnTo>
                  <a:lnTo>
                    <a:pt x="104378" y="27796"/>
                  </a:lnTo>
                  <a:lnTo>
                    <a:pt x="104687" y="27267"/>
                  </a:lnTo>
                  <a:lnTo>
                    <a:pt x="104980" y="26745"/>
                  </a:lnTo>
                  <a:lnTo>
                    <a:pt x="105241" y="26216"/>
                  </a:lnTo>
                  <a:lnTo>
                    <a:pt x="105485" y="25694"/>
                  </a:lnTo>
                  <a:lnTo>
                    <a:pt x="105697" y="25172"/>
                  </a:lnTo>
                  <a:lnTo>
                    <a:pt x="105893" y="24656"/>
                  </a:lnTo>
                  <a:lnTo>
                    <a:pt x="106055" y="24147"/>
                  </a:lnTo>
                  <a:lnTo>
                    <a:pt x="106218" y="23637"/>
                  </a:lnTo>
                  <a:lnTo>
                    <a:pt x="106365" y="23135"/>
                  </a:lnTo>
                  <a:lnTo>
                    <a:pt x="106463" y="22786"/>
                  </a:lnTo>
                  <a:lnTo>
                    <a:pt x="106528" y="22425"/>
                  </a:lnTo>
                  <a:lnTo>
                    <a:pt x="106593" y="22051"/>
                  </a:lnTo>
                  <a:lnTo>
                    <a:pt x="106642" y="21665"/>
                  </a:lnTo>
                  <a:lnTo>
                    <a:pt x="106674" y="21271"/>
                  </a:lnTo>
                  <a:lnTo>
                    <a:pt x="106707" y="20865"/>
                  </a:lnTo>
                  <a:lnTo>
                    <a:pt x="106707" y="20452"/>
                  </a:lnTo>
                  <a:lnTo>
                    <a:pt x="106691" y="20033"/>
                  </a:lnTo>
                  <a:lnTo>
                    <a:pt x="106658" y="19601"/>
                  </a:lnTo>
                  <a:lnTo>
                    <a:pt x="106609" y="19163"/>
                  </a:lnTo>
                  <a:lnTo>
                    <a:pt x="106528" y="18718"/>
                  </a:lnTo>
                  <a:lnTo>
                    <a:pt x="106446" y="18267"/>
                  </a:lnTo>
                  <a:lnTo>
                    <a:pt x="106332" y="17815"/>
                  </a:lnTo>
                  <a:lnTo>
                    <a:pt x="106202" y="17351"/>
                  </a:lnTo>
                  <a:lnTo>
                    <a:pt x="106039" y="16887"/>
                  </a:lnTo>
                  <a:lnTo>
                    <a:pt x="105860" y="16416"/>
                  </a:lnTo>
                  <a:lnTo>
                    <a:pt x="105665" y="15946"/>
                  </a:lnTo>
                  <a:lnTo>
                    <a:pt x="105436" y="15468"/>
                  </a:lnTo>
                  <a:lnTo>
                    <a:pt x="105192" y="14991"/>
                  </a:lnTo>
                  <a:lnTo>
                    <a:pt x="104899" y="14508"/>
                  </a:lnTo>
                  <a:lnTo>
                    <a:pt x="104606" y="14031"/>
                  </a:lnTo>
                  <a:lnTo>
                    <a:pt x="104264" y="13547"/>
                  </a:lnTo>
                  <a:lnTo>
                    <a:pt x="103905" y="13064"/>
                  </a:lnTo>
                  <a:lnTo>
                    <a:pt x="103514" y="12580"/>
                  </a:lnTo>
                  <a:lnTo>
                    <a:pt x="103091" y="12103"/>
                  </a:lnTo>
                  <a:lnTo>
                    <a:pt x="102635" y="11626"/>
                  </a:lnTo>
                  <a:lnTo>
                    <a:pt x="102162" y="11142"/>
                  </a:lnTo>
                  <a:lnTo>
                    <a:pt x="101641" y="10672"/>
                  </a:lnTo>
                  <a:lnTo>
                    <a:pt x="101087" y="10201"/>
                  </a:lnTo>
                  <a:lnTo>
                    <a:pt x="100501" y="9730"/>
                  </a:lnTo>
                  <a:lnTo>
                    <a:pt x="99898" y="9266"/>
                  </a:lnTo>
                  <a:lnTo>
                    <a:pt x="99231" y="8808"/>
                  </a:lnTo>
                  <a:lnTo>
                    <a:pt x="98546" y="8357"/>
                  </a:lnTo>
                  <a:lnTo>
                    <a:pt x="98188" y="8131"/>
                  </a:lnTo>
                  <a:lnTo>
                    <a:pt x="97830" y="7912"/>
                  </a:lnTo>
                  <a:lnTo>
                    <a:pt x="97439" y="7686"/>
                  </a:lnTo>
                  <a:lnTo>
                    <a:pt x="97064" y="7467"/>
                  </a:lnTo>
                  <a:lnTo>
                    <a:pt x="96657" y="7248"/>
                  </a:lnTo>
                  <a:lnTo>
                    <a:pt x="96266" y="7035"/>
                  </a:lnTo>
                  <a:lnTo>
                    <a:pt x="95843" y="6822"/>
                  </a:lnTo>
                  <a:lnTo>
                    <a:pt x="95419" y="6610"/>
                  </a:lnTo>
                  <a:lnTo>
                    <a:pt x="94979" y="6397"/>
                  </a:lnTo>
                  <a:lnTo>
                    <a:pt x="94539" y="6191"/>
                  </a:lnTo>
                  <a:lnTo>
                    <a:pt x="94083" y="5984"/>
                  </a:lnTo>
                  <a:lnTo>
                    <a:pt x="93611" y="5784"/>
                  </a:lnTo>
                  <a:lnTo>
                    <a:pt x="93139" y="5578"/>
                  </a:lnTo>
                  <a:lnTo>
                    <a:pt x="92650" y="5378"/>
                  </a:lnTo>
                  <a:lnTo>
                    <a:pt x="92161" y="5185"/>
                  </a:lnTo>
                  <a:lnTo>
                    <a:pt x="91640" y="4991"/>
                  </a:lnTo>
                  <a:lnTo>
                    <a:pt x="91135" y="4798"/>
                  </a:lnTo>
                  <a:lnTo>
                    <a:pt x="90598" y="4611"/>
                  </a:lnTo>
                  <a:lnTo>
                    <a:pt x="90060" y="4424"/>
                  </a:lnTo>
                  <a:lnTo>
                    <a:pt x="89506" y="4243"/>
                  </a:lnTo>
                  <a:lnTo>
                    <a:pt x="88936" y="4063"/>
                  </a:lnTo>
                  <a:lnTo>
                    <a:pt x="88366" y="3882"/>
                  </a:lnTo>
                  <a:lnTo>
                    <a:pt x="87780" y="3708"/>
                  </a:lnTo>
                  <a:lnTo>
                    <a:pt x="87193" y="3541"/>
                  </a:lnTo>
                  <a:lnTo>
                    <a:pt x="86574" y="3373"/>
                  </a:lnTo>
                  <a:lnTo>
                    <a:pt x="85955" y="3205"/>
                  </a:lnTo>
                  <a:lnTo>
                    <a:pt x="85336" y="3044"/>
                  </a:lnTo>
                  <a:lnTo>
                    <a:pt x="84685" y="2889"/>
                  </a:lnTo>
                  <a:lnTo>
                    <a:pt x="84033" y="2735"/>
                  </a:lnTo>
                  <a:lnTo>
                    <a:pt x="83366" y="2580"/>
                  </a:lnTo>
                  <a:lnTo>
                    <a:pt x="82681" y="2432"/>
                  </a:lnTo>
                  <a:lnTo>
                    <a:pt x="81997" y="2290"/>
                  </a:lnTo>
                  <a:lnTo>
                    <a:pt x="81297" y="2148"/>
                  </a:lnTo>
                  <a:lnTo>
                    <a:pt x="80580" y="2013"/>
                  </a:lnTo>
                  <a:lnTo>
                    <a:pt x="79847" y="1877"/>
                  </a:lnTo>
                  <a:lnTo>
                    <a:pt x="79098" y="1748"/>
                  </a:lnTo>
                  <a:lnTo>
                    <a:pt x="78349" y="1626"/>
                  </a:lnTo>
                  <a:lnTo>
                    <a:pt x="77583" y="1503"/>
                  </a:lnTo>
                  <a:lnTo>
                    <a:pt x="76801" y="1387"/>
                  </a:lnTo>
                  <a:lnTo>
                    <a:pt x="76019" y="1278"/>
                  </a:lnTo>
                  <a:lnTo>
                    <a:pt x="75205" y="1168"/>
                  </a:lnTo>
                  <a:lnTo>
                    <a:pt x="74391" y="1065"/>
                  </a:lnTo>
                  <a:lnTo>
                    <a:pt x="73560" y="968"/>
                  </a:lnTo>
                  <a:lnTo>
                    <a:pt x="72713" y="871"/>
                  </a:lnTo>
                  <a:lnTo>
                    <a:pt x="71866" y="781"/>
                  </a:lnTo>
                  <a:lnTo>
                    <a:pt x="70986" y="691"/>
                  </a:lnTo>
                  <a:lnTo>
                    <a:pt x="70107" y="613"/>
                  </a:lnTo>
                  <a:lnTo>
                    <a:pt x="69194" y="536"/>
                  </a:lnTo>
                  <a:lnTo>
                    <a:pt x="68282" y="465"/>
                  </a:lnTo>
                  <a:lnTo>
                    <a:pt x="67370" y="394"/>
                  </a:lnTo>
                  <a:lnTo>
                    <a:pt x="66425" y="336"/>
                  </a:lnTo>
                  <a:lnTo>
                    <a:pt x="65464" y="278"/>
                  </a:lnTo>
                  <a:lnTo>
                    <a:pt x="64503" y="227"/>
                  </a:lnTo>
                  <a:lnTo>
                    <a:pt x="63510" y="181"/>
                  </a:lnTo>
                  <a:lnTo>
                    <a:pt x="62516" y="136"/>
                  </a:lnTo>
                  <a:lnTo>
                    <a:pt x="61506" y="104"/>
                  </a:lnTo>
                  <a:lnTo>
                    <a:pt x="60480" y="72"/>
                  </a:lnTo>
                  <a:lnTo>
                    <a:pt x="59438" y="46"/>
                  </a:lnTo>
                  <a:lnTo>
                    <a:pt x="58379" y="27"/>
                  </a:lnTo>
                  <a:lnTo>
                    <a:pt x="57320" y="14"/>
                  </a:lnTo>
                  <a:lnTo>
                    <a:pt x="56229" y="7"/>
                  </a:lnTo>
                  <a:lnTo>
                    <a:pt x="55137" y="1"/>
                  </a:lnTo>
                  <a:close/>
                </a:path>
              </a:pathLst>
            </a:custGeom>
            <a:solidFill>
              <a:srgbClr val="9718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52"/>
            <p:cNvSpPr/>
            <p:nvPr/>
          </p:nvSpPr>
          <p:spPr>
            <a:xfrm rot="10800000">
              <a:off x="-4246100" y="-688764"/>
              <a:ext cx="2667675" cy="2341694"/>
            </a:xfrm>
            <a:custGeom>
              <a:avLst/>
              <a:gdLst/>
              <a:ahLst/>
              <a:cxnLst/>
              <a:rect l="l" t="t" r="r" b="b"/>
              <a:pathLst>
                <a:path w="106707" h="40853" fill="none" extrusionOk="0">
                  <a:moveTo>
                    <a:pt x="53786" y="40852"/>
                  </a:moveTo>
                  <a:lnTo>
                    <a:pt x="53786" y="40852"/>
                  </a:lnTo>
                  <a:lnTo>
                    <a:pt x="55040" y="40846"/>
                  </a:lnTo>
                  <a:lnTo>
                    <a:pt x="56310" y="40833"/>
                  </a:lnTo>
                  <a:lnTo>
                    <a:pt x="56310" y="40833"/>
                  </a:lnTo>
                  <a:lnTo>
                    <a:pt x="57336" y="40820"/>
                  </a:lnTo>
                  <a:lnTo>
                    <a:pt x="58346" y="40801"/>
                  </a:lnTo>
                  <a:lnTo>
                    <a:pt x="59356" y="40775"/>
                  </a:lnTo>
                  <a:lnTo>
                    <a:pt x="60334" y="40749"/>
                  </a:lnTo>
                  <a:lnTo>
                    <a:pt x="61311" y="40723"/>
                  </a:lnTo>
                  <a:lnTo>
                    <a:pt x="62272" y="40691"/>
                  </a:lnTo>
                  <a:lnTo>
                    <a:pt x="63217" y="40652"/>
                  </a:lnTo>
                  <a:lnTo>
                    <a:pt x="64145" y="40607"/>
                  </a:lnTo>
                  <a:lnTo>
                    <a:pt x="65057" y="40569"/>
                  </a:lnTo>
                  <a:lnTo>
                    <a:pt x="65953" y="40517"/>
                  </a:lnTo>
                  <a:lnTo>
                    <a:pt x="66849" y="40465"/>
                  </a:lnTo>
                  <a:lnTo>
                    <a:pt x="67729" y="40414"/>
                  </a:lnTo>
                  <a:lnTo>
                    <a:pt x="68592" y="40356"/>
                  </a:lnTo>
                  <a:lnTo>
                    <a:pt x="69439" y="40298"/>
                  </a:lnTo>
                  <a:lnTo>
                    <a:pt x="70270" y="40233"/>
                  </a:lnTo>
                  <a:lnTo>
                    <a:pt x="71100" y="40162"/>
                  </a:lnTo>
                  <a:lnTo>
                    <a:pt x="71100" y="40162"/>
                  </a:lnTo>
                  <a:lnTo>
                    <a:pt x="71247" y="39969"/>
                  </a:lnTo>
                  <a:lnTo>
                    <a:pt x="71426" y="39769"/>
                  </a:lnTo>
                  <a:lnTo>
                    <a:pt x="71638" y="39576"/>
                  </a:lnTo>
                  <a:lnTo>
                    <a:pt x="71752" y="39479"/>
                  </a:lnTo>
                  <a:lnTo>
                    <a:pt x="71898" y="39382"/>
                  </a:lnTo>
                  <a:lnTo>
                    <a:pt x="72029" y="39286"/>
                  </a:lnTo>
                  <a:lnTo>
                    <a:pt x="72192" y="39189"/>
                  </a:lnTo>
                  <a:lnTo>
                    <a:pt x="72354" y="39099"/>
                  </a:lnTo>
                  <a:lnTo>
                    <a:pt x="72534" y="39008"/>
                  </a:lnTo>
                  <a:lnTo>
                    <a:pt x="72729" y="38924"/>
                  </a:lnTo>
                  <a:lnTo>
                    <a:pt x="72941" y="38834"/>
                  </a:lnTo>
                  <a:lnTo>
                    <a:pt x="73153" y="38750"/>
                  </a:lnTo>
                  <a:lnTo>
                    <a:pt x="73397" y="38673"/>
                  </a:lnTo>
                  <a:lnTo>
                    <a:pt x="73641" y="38596"/>
                  </a:lnTo>
                  <a:lnTo>
                    <a:pt x="73902" y="38518"/>
                  </a:lnTo>
                  <a:lnTo>
                    <a:pt x="74179" y="38447"/>
                  </a:lnTo>
                  <a:lnTo>
                    <a:pt x="74472" y="38383"/>
                  </a:lnTo>
                  <a:lnTo>
                    <a:pt x="74781" y="38318"/>
                  </a:lnTo>
                  <a:lnTo>
                    <a:pt x="75107" y="38254"/>
                  </a:lnTo>
                  <a:lnTo>
                    <a:pt x="75449" y="38202"/>
                  </a:lnTo>
                  <a:lnTo>
                    <a:pt x="75808" y="38151"/>
                  </a:lnTo>
                  <a:lnTo>
                    <a:pt x="76182" y="38106"/>
                  </a:lnTo>
                  <a:lnTo>
                    <a:pt x="76589" y="38061"/>
                  </a:lnTo>
                  <a:lnTo>
                    <a:pt x="76997" y="38022"/>
                  </a:lnTo>
                  <a:lnTo>
                    <a:pt x="77436" y="37996"/>
                  </a:lnTo>
                  <a:lnTo>
                    <a:pt x="77876" y="37970"/>
                  </a:lnTo>
                  <a:lnTo>
                    <a:pt x="78349" y="37944"/>
                  </a:lnTo>
                  <a:lnTo>
                    <a:pt x="78837" y="37932"/>
                  </a:lnTo>
                  <a:lnTo>
                    <a:pt x="79359" y="37925"/>
                  </a:lnTo>
                  <a:lnTo>
                    <a:pt x="79359" y="37925"/>
                  </a:lnTo>
                  <a:lnTo>
                    <a:pt x="79668" y="37925"/>
                  </a:lnTo>
                  <a:lnTo>
                    <a:pt x="79668" y="37925"/>
                  </a:lnTo>
                  <a:lnTo>
                    <a:pt x="80026" y="37925"/>
                  </a:lnTo>
                  <a:lnTo>
                    <a:pt x="80385" y="37932"/>
                  </a:lnTo>
                  <a:lnTo>
                    <a:pt x="80727" y="37938"/>
                  </a:lnTo>
                  <a:lnTo>
                    <a:pt x="81053" y="37957"/>
                  </a:lnTo>
                  <a:lnTo>
                    <a:pt x="81378" y="37970"/>
                  </a:lnTo>
                  <a:lnTo>
                    <a:pt x="81688" y="37990"/>
                  </a:lnTo>
                  <a:lnTo>
                    <a:pt x="81997" y="38015"/>
                  </a:lnTo>
                  <a:lnTo>
                    <a:pt x="82290" y="38041"/>
                  </a:lnTo>
                  <a:lnTo>
                    <a:pt x="82567" y="38073"/>
                  </a:lnTo>
                  <a:lnTo>
                    <a:pt x="82844" y="38106"/>
                  </a:lnTo>
                  <a:lnTo>
                    <a:pt x="83105" y="38138"/>
                  </a:lnTo>
                  <a:lnTo>
                    <a:pt x="83366" y="38177"/>
                  </a:lnTo>
                  <a:lnTo>
                    <a:pt x="83854" y="38260"/>
                  </a:lnTo>
                  <a:lnTo>
                    <a:pt x="84310" y="38357"/>
                  </a:lnTo>
                  <a:lnTo>
                    <a:pt x="84310" y="38357"/>
                  </a:lnTo>
                  <a:lnTo>
                    <a:pt x="85108" y="38196"/>
                  </a:lnTo>
                  <a:lnTo>
                    <a:pt x="85874" y="38028"/>
                  </a:lnTo>
                  <a:lnTo>
                    <a:pt x="86623" y="37854"/>
                  </a:lnTo>
                  <a:lnTo>
                    <a:pt x="87356" y="37674"/>
                  </a:lnTo>
                  <a:lnTo>
                    <a:pt x="88057" y="37493"/>
                  </a:lnTo>
                  <a:lnTo>
                    <a:pt x="88757" y="37306"/>
                  </a:lnTo>
                  <a:lnTo>
                    <a:pt x="89425" y="37119"/>
                  </a:lnTo>
                  <a:lnTo>
                    <a:pt x="90093" y="36926"/>
                  </a:lnTo>
                  <a:lnTo>
                    <a:pt x="90728" y="36732"/>
                  </a:lnTo>
                  <a:lnTo>
                    <a:pt x="91347" y="36532"/>
                  </a:lnTo>
                  <a:lnTo>
                    <a:pt x="91950" y="36326"/>
                  </a:lnTo>
                  <a:lnTo>
                    <a:pt x="92536" y="36120"/>
                  </a:lnTo>
                  <a:lnTo>
                    <a:pt x="93106" y="35914"/>
                  </a:lnTo>
                  <a:lnTo>
                    <a:pt x="93676" y="35701"/>
                  </a:lnTo>
                  <a:lnTo>
                    <a:pt x="94214" y="35482"/>
                  </a:lnTo>
                  <a:lnTo>
                    <a:pt x="94735" y="35262"/>
                  </a:lnTo>
                  <a:lnTo>
                    <a:pt x="95240" y="35043"/>
                  </a:lnTo>
                  <a:lnTo>
                    <a:pt x="95729" y="34817"/>
                  </a:lnTo>
                  <a:lnTo>
                    <a:pt x="96217" y="34592"/>
                  </a:lnTo>
                  <a:lnTo>
                    <a:pt x="96673" y="34360"/>
                  </a:lnTo>
                  <a:lnTo>
                    <a:pt x="97113" y="34128"/>
                  </a:lnTo>
                  <a:lnTo>
                    <a:pt x="97553" y="33895"/>
                  </a:lnTo>
                  <a:lnTo>
                    <a:pt x="97976" y="33657"/>
                  </a:lnTo>
                  <a:lnTo>
                    <a:pt x="98384" y="33418"/>
                  </a:lnTo>
                  <a:lnTo>
                    <a:pt x="98774" y="33180"/>
                  </a:lnTo>
                  <a:lnTo>
                    <a:pt x="99149" y="32935"/>
                  </a:lnTo>
                  <a:lnTo>
                    <a:pt x="99524" y="32690"/>
                  </a:lnTo>
                  <a:lnTo>
                    <a:pt x="99882" y="32445"/>
                  </a:lnTo>
                  <a:lnTo>
                    <a:pt x="100224" y="32193"/>
                  </a:lnTo>
                  <a:lnTo>
                    <a:pt x="100550" y="31942"/>
                  </a:lnTo>
                  <a:lnTo>
                    <a:pt x="100859" y="31690"/>
                  </a:lnTo>
                  <a:lnTo>
                    <a:pt x="101169" y="31439"/>
                  </a:lnTo>
                  <a:lnTo>
                    <a:pt x="101462" y="31187"/>
                  </a:lnTo>
                  <a:lnTo>
                    <a:pt x="101755" y="30930"/>
                  </a:lnTo>
                  <a:lnTo>
                    <a:pt x="102016" y="30672"/>
                  </a:lnTo>
                  <a:lnTo>
                    <a:pt x="102277" y="30414"/>
                  </a:lnTo>
                  <a:lnTo>
                    <a:pt x="102537" y="30156"/>
                  </a:lnTo>
                  <a:lnTo>
                    <a:pt x="102781" y="29898"/>
                  </a:lnTo>
                  <a:lnTo>
                    <a:pt x="103238" y="29376"/>
                  </a:lnTo>
                  <a:lnTo>
                    <a:pt x="103645" y="28847"/>
                  </a:lnTo>
                  <a:lnTo>
                    <a:pt x="104036" y="28325"/>
                  </a:lnTo>
                  <a:lnTo>
                    <a:pt x="104378" y="27796"/>
                  </a:lnTo>
                  <a:lnTo>
                    <a:pt x="104687" y="27267"/>
                  </a:lnTo>
                  <a:lnTo>
                    <a:pt x="104980" y="26745"/>
                  </a:lnTo>
                  <a:lnTo>
                    <a:pt x="105241" y="26216"/>
                  </a:lnTo>
                  <a:lnTo>
                    <a:pt x="105485" y="25694"/>
                  </a:lnTo>
                  <a:lnTo>
                    <a:pt x="105697" y="25172"/>
                  </a:lnTo>
                  <a:lnTo>
                    <a:pt x="105893" y="24656"/>
                  </a:lnTo>
                  <a:lnTo>
                    <a:pt x="106055" y="24147"/>
                  </a:lnTo>
                  <a:lnTo>
                    <a:pt x="106218" y="23637"/>
                  </a:lnTo>
                  <a:lnTo>
                    <a:pt x="106365" y="23135"/>
                  </a:lnTo>
                  <a:lnTo>
                    <a:pt x="106365" y="23135"/>
                  </a:lnTo>
                  <a:lnTo>
                    <a:pt x="106463" y="22786"/>
                  </a:lnTo>
                  <a:lnTo>
                    <a:pt x="106528" y="22425"/>
                  </a:lnTo>
                  <a:lnTo>
                    <a:pt x="106593" y="22051"/>
                  </a:lnTo>
                  <a:lnTo>
                    <a:pt x="106642" y="21665"/>
                  </a:lnTo>
                  <a:lnTo>
                    <a:pt x="106674" y="21271"/>
                  </a:lnTo>
                  <a:lnTo>
                    <a:pt x="106707" y="20865"/>
                  </a:lnTo>
                  <a:lnTo>
                    <a:pt x="106707" y="20452"/>
                  </a:lnTo>
                  <a:lnTo>
                    <a:pt x="106691" y="20033"/>
                  </a:lnTo>
                  <a:lnTo>
                    <a:pt x="106658" y="19601"/>
                  </a:lnTo>
                  <a:lnTo>
                    <a:pt x="106609" y="19163"/>
                  </a:lnTo>
                  <a:lnTo>
                    <a:pt x="106528" y="18718"/>
                  </a:lnTo>
                  <a:lnTo>
                    <a:pt x="106446" y="18267"/>
                  </a:lnTo>
                  <a:lnTo>
                    <a:pt x="106332" y="17815"/>
                  </a:lnTo>
                  <a:lnTo>
                    <a:pt x="106202" y="17351"/>
                  </a:lnTo>
                  <a:lnTo>
                    <a:pt x="106039" y="16887"/>
                  </a:lnTo>
                  <a:lnTo>
                    <a:pt x="105860" y="16416"/>
                  </a:lnTo>
                  <a:lnTo>
                    <a:pt x="105665" y="15946"/>
                  </a:lnTo>
                  <a:lnTo>
                    <a:pt x="105436" y="15468"/>
                  </a:lnTo>
                  <a:lnTo>
                    <a:pt x="105192" y="14991"/>
                  </a:lnTo>
                  <a:lnTo>
                    <a:pt x="104899" y="14508"/>
                  </a:lnTo>
                  <a:lnTo>
                    <a:pt x="104606" y="14031"/>
                  </a:lnTo>
                  <a:lnTo>
                    <a:pt x="104264" y="13547"/>
                  </a:lnTo>
                  <a:lnTo>
                    <a:pt x="103905" y="13064"/>
                  </a:lnTo>
                  <a:lnTo>
                    <a:pt x="103514" y="12580"/>
                  </a:lnTo>
                  <a:lnTo>
                    <a:pt x="103091" y="12103"/>
                  </a:lnTo>
                  <a:lnTo>
                    <a:pt x="102635" y="11626"/>
                  </a:lnTo>
                  <a:lnTo>
                    <a:pt x="102162" y="11142"/>
                  </a:lnTo>
                  <a:lnTo>
                    <a:pt x="101641" y="10672"/>
                  </a:lnTo>
                  <a:lnTo>
                    <a:pt x="101087" y="10201"/>
                  </a:lnTo>
                  <a:lnTo>
                    <a:pt x="100501" y="9730"/>
                  </a:lnTo>
                  <a:lnTo>
                    <a:pt x="99898" y="9266"/>
                  </a:lnTo>
                  <a:lnTo>
                    <a:pt x="99231" y="8808"/>
                  </a:lnTo>
                  <a:lnTo>
                    <a:pt x="98546" y="8357"/>
                  </a:lnTo>
                  <a:lnTo>
                    <a:pt x="98188" y="8131"/>
                  </a:lnTo>
                  <a:lnTo>
                    <a:pt x="97830" y="7912"/>
                  </a:lnTo>
                  <a:lnTo>
                    <a:pt x="97439" y="7686"/>
                  </a:lnTo>
                  <a:lnTo>
                    <a:pt x="97064" y="7467"/>
                  </a:lnTo>
                  <a:lnTo>
                    <a:pt x="96657" y="7248"/>
                  </a:lnTo>
                  <a:lnTo>
                    <a:pt x="96266" y="7035"/>
                  </a:lnTo>
                  <a:lnTo>
                    <a:pt x="95843" y="6822"/>
                  </a:lnTo>
                  <a:lnTo>
                    <a:pt x="95419" y="6610"/>
                  </a:lnTo>
                  <a:lnTo>
                    <a:pt x="94979" y="6397"/>
                  </a:lnTo>
                  <a:lnTo>
                    <a:pt x="94539" y="6191"/>
                  </a:lnTo>
                  <a:lnTo>
                    <a:pt x="94083" y="5984"/>
                  </a:lnTo>
                  <a:lnTo>
                    <a:pt x="93611" y="5784"/>
                  </a:lnTo>
                  <a:lnTo>
                    <a:pt x="93139" y="5578"/>
                  </a:lnTo>
                  <a:lnTo>
                    <a:pt x="92650" y="5378"/>
                  </a:lnTo>
                  <a:lnTo>
                    <a:pt x="92161" y="5185"/>
                  </a:lnTo>
                  <a:lnTo>
                    <a:pt x="91640" y="4991"/>
                  </a:lnTo>
                  <a:lnTo>
                    <a:pt x="91135" y="4798"/>
                  </a:lnTo>
                  <a:lnTo>
                    <a:pt x="90598" y="4611"/>
                  </a:lnTo>
                  <a:lnTo>
                    <a:pt x="90060" y="4424"/>
                  </a:lnTo>
                  <a:lnTo>
                    <a:pt x="89506" y="4243"/>
                  </a:lnTo>
                  <a:lnTo>
                    <a:pt x="88936" y="4063"/>
                  </a:lnTo>
                  <a:lnTo>
                    <a:pt x="88366" y="3882"/>
                  </a:lnTo>
                  <a:lnTo>
                    <a:pt x="87780" y="3708"/>
                  </a:lnTo>
                  <a:lnTo>
                    <a:pt x="87193" y="3541"/>
                  </a:lnTo>
                  <a:lnTo>
                    <a:pt x="86574" y="3373"/>
                  </a:lnTo>
                  <a:lnTo>
                    <a:pt x="85955" y="3205"/>
                  </a:lnTo>
                  <a:lnTo>
                    <a:pt x="85336" y="3044"/>
                  </a:lnTo>
                  <a:lnTo>
                    <a:pt x="84685" y="2889"/>
                  </a:lnTo>
                  <a:lnTo>
                    <a:pt x="84033" y="2735"/>
                  </a:lnTo>
                  <a:lnTo>
                    <a:pt x="83366" y="2580"/>
                  </a:lnTo>
                  <a:lnTo>
                    <a:pt x="82681" y="2432"/>
                  </a:lnTo>
                  <a:lnTo>
                    <a:pt x="81997" y="2290"/>
                  </a:lnTo>
                  <a:lnTo>
                    <a:pt x="81297" y="2148"/>
                  </a:lnTo>
                  <a:lnTo>
                    <a:pt x="80580" y="2013"/>
                  </a:lnTo>
                  <a:lnTo>
                    <a:pt x="79847" y="1877"/>
                  </a:lnTo>
                  <a:lnTo>
                    <a:pt x="79098" y="1748"/>
                  </a:lnTo>
                  <a:lnTo>
                    <a:pt x="78349" y="1626"/>
                  </a:lnTo>
                  <a:lnTo>
                    <a:pt x="77583" y="1503"/>
                  </a:lnTo>
                  <a:lnTo>
                    <a:pt x="76801" y="1387"/>
                  </a:lnTo>
                  <a:lnTo>
                    <a:pt x="76019" y="1278"/>
                  </a:lnTo>
                  <a:lnTo>
                    <a:pt x="75205" y="1168"/>
                  </a:lnTo>
                  <a:lnTo>
                    <a:pt x="74391" y="1065"/>
                  </a:lnTo>
                  <a:lnTo>
                    <a:pt x="73560" y="968"/>
                  </a:lnTo>
                  <a:lnTo>
                    <a:pt x="72713" y="871"/>
                  </a:lnTo>
                  <a:lnTo>
                    <a:pt x="71866" y="781"/>
                  </a:lnTo>
                  <a:lnTo>
                    <a:pt x="70986" y="691"/>
                  </a:lnTo>
                  <a:lnTo>
                    <a:pt x="70107" y="613"/>
                  </a:lnTo>
                  <a:lnTo>
                    <a:pt x="69194" y="536"/>
                  </a:lnTo>
                  <a:lnTo>
                    <a:pt x="68282" y="465"/>
                  </a:lnTo>
                  <a:lnTo>
                    <a:pt x="67370" y="394"/>
                  </a:lnTo>
                  <a:lnTo>
                    <a:pt x="66425" y="336"/>
                  </a:lnTo>
                  <a:lnTo>
                    <a:pt x="65464" y="278"/>
                  </a:lnTo>
                  <a:lnTo>
                    <a:pt x="64503" y="227"/>
                  </a:lnTo>
                  <a:lnTo>
                    <a:pt x="63510" y="181"/>
                  </a:lnTo>
                  <a:lnTo>
                    <a:pt x="62516" y="136"/>
                  </a:lnTo>
                  <a:lnTo>
                    <a:pt x="61506" y="104"/>
                  </a:lnTo>
                  <a:lnTo>
                    <a:pt x="60480" y="72"/>
                  </a:lnTo>
                  <a:lnTo>
                    <a:pt x="59438" y="46"/>
                  </a:lnTo>
                  <a:lnTo>
                    <a:pt x="58379" y="27"/>
                  </a:lnTo>
                  <a:lnTo>
                    <a:pt x="57320" y="14"/>
                  </a:lnTo>
                  <a:lnTo>
                    <a:pt x="56229" y="7"/>
                  </a:lnTo>
                  <a:lnTo>
                    <a:pt x="55137" y="1"/>
                  </a:lnTo>
                  <a:lnTo>
                    <a:pt x="55137" y="1"/>
                  </a:lnTo>
                  <a:lnTo>
                    <a:pt x="54160" y="1"/>
                  </a:lnTo>
                  <a:lnTo>
                    <a:pt x="53183" y="7"/>
                  </a:lnTo>
                  <a:lnTo>
                    <a:pt x="53183" y="7"/>
                  </a:lnTo>
                  <a:lnTo>
                    <a:pt x="51473" y="33"/>
                  </a:lnTo>
                  <a:lnTo>
                    <a:pt x="49779" y="65"/>
                  </a:lnTo>
                  <a:lnTo>
                    <a:pt x="48133" y="104"/>
                  </a:lnTo>
                  <a:lnTo>
                    <a:pt x="46521" y="162"/>
                  </a:lnTo>
                  <a:lnTo>
                    <a:pt x="44957" y="227"/>
                  </a:lnTo>
                  <a:lnTo>
                    <a:pt x="43410" y="304"/>
                  </a:lnTo>
                  <a:lnTo>
                    <a:pt x="41911" y="388"/>
                  </a:lnTo>
                  <a:lnTo>
                    <a:pt x="40445" y="485"/>
                  </a:lnTo>
                  <a:lnTo>
                    <a:pt x="39012" y="588"/>
                  </a:lnTo>
                  <a:lnTo>
                    <a:pt x="37611" y="704"/>
                  </a:lnTo>
                  <a:lnTo>
                    <a:pt x="36243" y="826"/>
                  </a:lnTo>
                  <a:lnTo>
                    <a:pt x="34907" y="962"/>
                  </a:lnTo>
                  <a:lnTo>
                    <a:pt x="33604" y="1103"/>
                  </a:lnTo>
                  <a:lnTo>
                    <a:pt x="32333" y="1258"/>
                  </a:lnTo>
                  <a:lnTo>
                    <a:pt x="31096" y="1413"/>
                  </a:lnTo>
                  <a:lnTo>
                    <a:pt x="29890" y="1587"/>
                  </a:lnTo>
                  <a:lnTo>
                    <a:pt x="29890" y="1587"/>
                  </a:lnTo>
                  <a:lnTo>
                    <a:pt x="29825" y="1806"/>
                  </a:lnTo>
                  <a:lnTo>
                    <a:pt x="29744" y="2038"/>
                  </a:lnTo>
                  <a:lnTo>
                    <a:pt x="29678" y="2154"/>
                  </a:lnTo>
                  <a:lnTo>
                    <a:pt x="29597" y="2277"/>
                  </a:lnTo>
                  <a:lnTo>
                    <a:pt x="29516" y="2399"/>
                  </a:lnTo>
                  <a:lnTo>
                    <a:pt x="29418" y="2522"/>
                  </a:lnTo>
                  <a:lnTo>
                    <a:pt x="29304" y="2644"/>
                  </a:lnTo>
                  <a:lnTo>
                    <a:pt x="29174" y="2760"/>
                  </a:lnTo>
                  <a:lnTo>
                    <a:pt x="29043" y="2883"/>
                  </a:lnTo>
                  <a:lnTo>
                    <a:pt x="28880" y="2999"/>
                  </a:lnTo>
                  <a:lnTo>
                    <a:pt x="28717" y="3122"/>
                  </a:lnTo>
                  <a:lnTo>
                    <a:pt x="28522" y="3238"/>
                  </a:lnTo>
                  <a:lnTo>
                    <a:pt x="28327" y="3347"/>
                  </a:lnTo>
                  <a:lnTo>
                    <a:pt x="28098" y="3457"/>
                  </a:lnTo>
                  <a:lnTo>
                    <a:pt x="27854" y="3566"/>
                  </a:lnTo>
                  <a:lnTo>
                    <a:pt x="27577" y="3670"/>
                  </a:lnTo>
                  <a:lnTo>
                    <a:pt x="27300" y="3773"/>
                  </a:lnTo>
                  <a:lnTo>
                    <a:pt x="26991" y="3863"/>
                  </a:lnTo>
                  <a:lnTo>
                    <a:pt x="26665" y="3953"/>
                  </a:lnTo>
                  <a:lnTo>
                    <a:pt x="26307" y="4044"/>
                  </a:lnTo>
                  <a:lnTo>
                    <a:pt x="25932" y="4121"/>
                  </a:lnTo>
                  <a:lnTo>
                    <a:pt x="25541" y="4192"/>
                  </a:lnTo>
                  <a:lnTo>
                    <a:pt x="25101" y="4263"/>
                  </a:lnTo>
                  <a:lnTo>
                    <a:pt x="24645" y="4321"/>
                  </a:lnTo>
                  <a:lnTo>
                    <a:pt x="24173" y="4372"/>
                  </a:lnTo>
                  <a:lnTo>
                    <a:pt x="23668" y="4417"/>
                  </a:lnTo>
                  <a:lnTo>
                    <a:pt x="23130" y="4456"/>
                  </a:lnTo>
                  <a:lnTo>
                    <a:pt x="22560" y="4482"/>
                  </a:lnTo>
                  <a:lnTo>
                    <a:pt x="21974" y="4508"/>
                  </a:lnTo>
                  <a:lnTo>
                    <a:pt x="21339" y="4514"/>
                  </a:lnTo>
                  <a:lnTo>
                    <a:pt x="21339" y="4514"/>
                  </a:lnTo>
                  <a:lnTo>
                    <a:pt x="21029" y="4514"/>
                  </a:lnTo>
                  <a:lnTo>
                    <a:pt x="21029" y="4514"/>
                  </a:lnTo>
                  <a:lnTo>
                    <a:pt x="20508" y="4514"/>
                  </a:lnTo>
                  <a:lnTo>
                    <a:pt x="20003" y="4501"/>
                  </a:lnTo>
                  <a:lnTo>
                    <a:pt x="19514" y="4482"/>
                  </a:lnTo>
                  <a:lnTo>
                    <a:pt x="19058" y="4456"/>
                  </a:lnTo>
                  <a:lnTo>
                    <a:pt x="18619" y="4417"/>
                  </a:lnTo>
                  <a:lnTo>
                    <a:pt x="18195" y="4379"/>
                  </a:lnTo>
                  <a:lnTo>
                    <a:pt x="17788" y="4327"/>
                  </a:lnTo>
                  <a:lnTo>
                    <a:pt x="17413" y="4276"/>
                  </a:lnTo>
                  <a:lnTo>
                    <a:pt x="17413" y="4276"/>
                  </a:lnTo>
                  <a:lnTo>
                    <a:pt x="16680" y="4501"/>
                  </a:lnTo>
                  <a:lnTo>
                    <a:pt x="15980" y="4733"/>
                  </a:lnTo>
                  <a:lnTo>
                    <a:pt x="15296" y="4972"/>
                  </a:lnTo>
                  <a:lnTo>
                    <a:pt x="14628" y="5211"/>
                  </a:lnTo>
                  <a:lnTo>
                    <a:pt x="13993" y="5456"/>
                  </a:lnTo>
                  <a:lnTo>
                    <a:pt x="13357" y="5701"/>
                  </a:lnTo>
                  <a:lnTo>
                    <a:pt x="12755" y="5952"/>
                  </a:lnTo>
                  <a:lnTo>
                    <a:pt x="12168" y="6203"/>
                  </a:lnTo>
                  <a:lnTo>
                    <a:pt x="11582" y="6461"/>
                  </a:lnTo>
                  <a:lnTo>
                    <a:pt x="11028" y="6719"/>
                  </a:lnTo>
                  <a:lnTo>
                    <a:pt x="10491" y="6984"/>
                  </a:lnTo>
                  <a:lnTo>
                    <a:pt x="9986" y="7248"/>
                  </a:lnTo>
                  <a:lnTo>
                    <a:pt x="9481" y="7512"/>
                  </a:lnTo>
                  <a:lnTo>
                    <a:pt x="8992" y="7783"/>
                  </a:lnTo>
                  <a:lnTo>
                    <a:pt x="8520" y="8054"/>
                  </a:lnTo>
                  <a:lnTo>
                    <a:pt x="8064" y="8331"/>
                  </a:lnTo>
                  <a:lnTo>
                    <a:pt x="7624" y="8608"/>
                  </a:lnTo>
                  <a:lnTo>
                    <a:pt x="7217" y="8886"/>
                  </a:lnTo>
                  <a:lnTo>
                    <a:pt x="6809" y="9163"/>
                  </a:lnTo>
                  <a:lnTo>
                    <a:pt x="6418" y="9447"/>
                  </a:lnTo>
                  <a:lnTo>
                    <a:pt x="6027" y="9730"/>
                  </a:lnTo>
                  <a:lnTo>
                    <a:pt x="5669" y="10014"/>
                  </a:lnTo>
                  <a:lnTo>
                    <a:pt x="5327" y="10298"/>
                  </a:lnTo>
                  <a:lnTo>
                    <a:pt x="4985" y="10581"/>
                  </a:lnTo>
                  <a:lnTo>
                    <a:pt x="4676" y="10871"/>
                  </a:lnTo>
                  <a:lnTo>
                    <a:pt x="4366" y="11162"/>
                  </a:lnTo>
                  <a:lnTo>
                    <a:pt x="4073" y="11445"/>
                  </a:lnTo>
                  <a:lnTo>
                    <a:pt x="3796" y="11735"/>
                  </a:lnTo>
                  <a:lnTo>
                    <a:pt x="3519" y="12026"/>
                  </a:lnTo>
                  <a:lnTo>
                    <a:pt x="3275" y="12316"/>
                  </a:lnTo>
                  <a:lnTo>
                    <a:pt x="3030" y="12599"/>
                  </a:lnTo>
                  <a:lnTo>
                    <a:pt x="2786" y="12889"/>
                  </a:lnTo>
                  <a:lnTo>
                    <a:pt x="2574" y="13180"/>
                  </a:lnTo>
                  <a:lnTo>
                    <a:pt x="2363" y="13463"/>
                  </a:lnTo>
                  <a:lnTo>
                    <a:pt x="2167" y="13753"/>
                  </a:lnTo>
                  <a:lnTo>
                    <a:pt x="1972" y="14037"/>
                  </a:lnTo>
                  <a:lnTo>
                    <a:pt x="1630" y="14611"/>
                  </a:lnTo>
                  <a:lnTo>
                    <a:pt x="1336" y="15178"/>
                  </a:lnTo>
                  <a:lnTo>
                    <a:pt x="1076" y="15733"/>
                  </a:lnTo>
                  <a:lnTo>
                    <a:pt x="831" y="16287"/>
                  </a:lnTo>
                  <a:lnTo>
                    <a:pt x="636" y="16835"/>
                  </a:lnTo>
                  <a:lnTo>
                    <a:pt x="473" y="17371"/>
                  </a:lnTo>
                  <a:lnTo>
                    <a:pt x="343" y="17893"/>
                  </a:lnTo>
                  <a:lnTo>
                    <a:pt x="229" y="18409"/>
                  </a:lnTo>
                  <a:lnTo>
                    <a:pt x="147" y="18905"/>
                  </a:lnTo>
                  <a:lnTo>
                    <a:pt x="82" y="19395"/>
                  </a:lnTo>
                  <a:lnTo>
                    <a:pt x="33" y="19866"/>
                  </a:lnTo>
                  <a:lnTo>
                    <a:pt x="17" y="20323"/>
                  </a:lnTo>
                  <a:lnTo>
                    <a:pt x="1" y="20762"/>
                  </a:lnTo>
                  <a:lnTo>
                    <a:pt x="1" y="21181"/>
                  </a:lnTo>
                  <a:lnTo>
                    <a:pt x="1" y="21181"/>
                  </a:lnTo>
                  <a:lnTo>
                    <a:pt x="17" y="21452"/>
                  </a:lnTo>
                  <a:lnTo>
                    <a:pt x="50" y="21729"/>
                  </a:lnTo>
                  <a:lnTo>
                    <a:pt x="98" y="22006"/>
                  </a:lnTo>
                  <a:lnTo>
                    <a:pt x="147" y="22296"/>
                  </a:lnTo>
                  <a:lnTo>
                    <a:pt x="212" y="22587"/>
                  </a:lnTo>
                  <a:lnTo>
                    <a:pt x="294" y="22883"/>
                  </a:lnTo>
                  <a:lnTo>
                    <a:pt x="408" y="23186"/>
                  </a:lnTo>
                  <a:lnTo>
                    <a:pt x="506" y="23489"/>
                  </a:lnTo>
                  <a:lnTo>
                    <a:pt x="636" y="23799"/>
                  </a:lnTo>
                  <a:lnTo>
                    <a:pt x="783" y="24108"/>
                  </a:lnTo>
                  <a:lnTo>
                    <a:pt x="945" y="24424"/>
                  </a:lnTo>
                  <a:lnTo>
                    <a:pt x="1108" y="24746"/>
                  </a:lnTo>
                  <a:lnTo>
                    <a:pt x="1304" y="25069"/>
                  </a:lnTo>
                  <a:lnTo>
                    <a:pt x="1516" y="25391"/>
                  </a:lnTo>
                  <a:lnTo>
                    <a:pt x="1727" y="25720"/>
                  </a:lnTo>
                  <a:lnTo>
                    <a:pt x="1972" y="26049"/>
                  </a:lnTo>
                  <a:lnTo>
                    <a:pt x="2216" y="26378"/>
                  </a:lnTo>
                  <a:lnTo>
                    <a:pt x="2493" y="26713"/>
                  </a:lnTo>
                  <a:lnTo>
                    <a:pt x="2770" y="27048"/>
                  </a:lnTo>
                  <a:lnTo>
                    <a:pt x="3079" y="27383"/>
                  </a:lnTo>
                  <a:lnTo>
                    <a:pt x="3389" y="27719"/>
                  </a:lnTo>
                  <a:lnTo>
                    <a:pt x="3731" y="28054"/>
                  </a:lnTo>
                  <a:lnTo>
                    <a:pt x="4073" y="28396"/>
                  </a:lnTo>
                  <a:lnTo>
                    <a:pt x="4447" y="28731"/>
                  </a:lnTo>
                  <a:lnTo>
                    <a:pt x="4838" y="29073"/>
                  </a:lnTo>
                  <a:lnTo>
                    <a:pt x="5246" y="29408"/>
                  </a:lnTo>
                  <a:lnTo>
                    <a:pt x="5653" y="29743"/>
                  </a:lnTo>
                  <a:lnTo>
                    <a:pt x="6093" y="30085"/>
                  </a:lnTo>
                  <a:lnTo>
                    <a:pt x="6565" y="30420"/>
                  </a:lnTo>
                  <a:lnTo>
                    <a:pt x="7037" y="30756"/>
                  </a:lnTo>
                  <a:lnTo>
                    <a:pt x="7526" y="31091"/>
                  </a:lnTo>
                  <a:lnTo>
                    <a:pt x="8047" y="31420"/>
                  </a:lnTo>
                  <a:lnTo>
                    <a:pt x="8047" y="31420"/>
                  </a:lnTo>
                  <a:lnTo>
                    <a:pt x="9318" y="31549"/>
                  </a:lnTo>
                  <a:lnTo>
                    <a:pt x="10572" y="31684"/>
                  </a:lnTo>
                  <a:lnTo>
                    <a:pt x="11777" y="31839"/>
                  </a:lnTo>
                  <a:lnTo>
                    <a:pt x="12950" y="31993"/>
                  </a:lnTo>
                  <a:lnTo>
                    <a:pt x="14107" y="32168"/>
                  </a:lnTo>
                  <a:lnTo>
                    <a:pt x="15214" y="32348"/>
                  </a:lnTo>
                  <a:lnTo>
                    <a:pt x="16306" y="32541"/>
                  </a:lnTo>
                  <a:lnTo>
                    <a:pt x="17364" y="32741"/>
                  </a:lnTo>
                  <a:lnTo>
                    <a:pt x="18374" y="32948"/>
                  </a:lnTo>
                  <a:lnTo>
                    <a:pt x="19368" y="33167"/>
                  </a:lnTo>
                  <a:lnTo>
                    <a:pt x="20329" y="33393"/>
                  </a:lnTo>
                  <a:lnTo>
                    <a:pt x="21274" y="33631"/>
                  </a:lnTo>
                  <a:lnTo>
                    <a:pt x="22169" y="33876"/>
                  </a:lnTo>
                  <a:lnTo>
                    <a:pt x="23049" y="34128"/>
                  </a:lnTo>
                  <a:lnTo>
                    <a:pt x="23896" y="34385"/>
                  </a:lnTo>
                  <a:lnTo>
                    <a:pt x="24710" y="34650"/>
                  </a:lnTo>
                  <a:lnTo>
                    <a:pt x="25509" y="34927"/>
                  </a:lnTo>
                  <a:lnTo>
                    <a:pt x="26274" y="35204"/>
                  </a:lnTo>
                  <a:lnTo>
                    <a:pt x="27007" y="35494"/>
                  </a:lnTo>
                  <a:lnTo>
                    <a:pt x="27724" y="35785"/>
                  </a:lnTo>
                  <a:lnTo>
                    <a:pt x="28408" y="36088"/>
                  </a:lnTo>
                  <a:lnTo>
                    <a:pt x="29076" y="36391"/>
                  </a:lnTo>
                  <a:lnTo>
                    <a:pt x="29711" y="36700"/>
                  </a:lnTo>
                  <a:lnTo>
                    <a:pt x="30314" y="37016"/>
                  </a:lnTo>
                  <a:lnTo>
                    <a:pt x="30900" y="37332"/>
                  </a:lnTo>
                  <a:lnTo>
                    <a:pt x="31470" y="37654"/>
                  </a:lnTo>
                  <a:lnTo>
                    <a:pt x="32008" y="37983"/>
                  </a:lnTo>
                  <a:lnTo>
                    <a:pt x="32529" y="38318"/>
                  </a:lnTo>
                  <a:lnTo>
                    <a:pt x="33018" y="38654"/>
                  </a:lnTo>
                  <a:lnTo>
                    <a:pt x="33490" y="38989"/>
                  </a:lnTo>
                  <a:lnTo>
                    <a:pt x="33946" y="39331"/>
                  </a:lnTo>
                  <a:lnTo>
                    <a:pt x="34370" y="39672"/>
                  </a:lnTo>
                  <a:lnTo>
                    <a:pt x="34370" y="39672"/>
                  </a:lnTo>
                  <a:lnTo>
                    <a:pt x="35445" y="39808"/>
                  </a:lnTo>
                  <a:lnTo>
                    <a:pt x="36520" y="39937"/>
                  </a:lnTo>
                  <a:lnTo>
                    <a:pt x="37627" y="40059"/>
                  </a:lnTo>
                  <a:lnTo>
                    <a:pt x="38751" y="40175"/>
                  </a:lnTo>
                  <a:lnTo>
                    <a:pt x="39891" y="40278"/>
                  </a:lnTo>
                  <a:lnTo>
                    <a:pt x="41064" y="40375"/>
                  </a:lnTo>
                  <a:lnTo>
                    <a:pt x="42237" y="40465"/>
                  </a:lnTo>
                  <a:lnTo>
                    <a:pt x="43442" y="40543"/>
                  </a:lnTo>
                  <a:lnTo>
                    <a:pt x="44664" y="40614"/>
                  </a:lnTo>
                  <a:lnTo>
                    <a:pt x="45902" y="40678"/>
                  </a:lnTo>
                  <a:lnTo>
                    <a:pt x="47172" y="40730"/>
                  </a:lnTo>
                  <a:lnTo>
                    <a:pt x="48459" y="40775"/>
                  </a:lnTo>
                  <a:lnTo>
                    <a:pt x="49762" y="40807"/>
                  </a:lnTo>
                  <a:lnTo>
                    <a:pt x="51082" y="40833"/>
                  </a:lnTo>
                  <a:lnTo>
                    <a:pt x="52417" y="40846"/>
                  </a:lnTo>
                  <a:lnTo>
                    <a:pt x="53786" y="408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52"/>
            <p:cNvSpPr/>
            <p:nvPr/>
          </p:nvSpPr>
          <p:spPr>
            <a:xfrm rot="10800000">
              <a:off x="-2326925" y="1407833"/>
              <a:ext cx="431275" cy="364842"/>
            </a:xfrm>
            <a:custGeom>
              <a:avLst/>
              <a:gdLst/>
              <a:ahLst/>
              <a:cxnLst/>
              <a:rect l="l" t="t" r="r" b="b"/>
              <a:pathLst>
                <a:path w="17251" h="6365" extrusionOk="0">
                  <a:moveTo>
                    <a:pt x="8145" y="1"/>
                  </a:moveTo>
                  <a:lnTo>
                    <a:pt x="7526" y="14"/>
                  </a:lnTo>
                  <a:lnTo>
                    <a:pt x="6939" y="40"/>
                  </a:lnTo>
                  <a:lnTo>
                    <a:pt x="6386" y="65"/>
                  </a:lnTo>
                  <a:lnTo>
                    <a:pt x="5864" y="104"/>
                  </a:lnTo>
                  <a:lnTo>
                    <a:pt x="5376" y="149"/>
                  </a:lnTo>
                  <a:lnTo>
                    <a:pt x="4920" y="194"/>
                  </a:lnTo>
                  <a:lnTo>
                    <a:pt x="4480" y="252"/>
                  </a:lnTo>
                  <a:lnTo>
                    <a:pt x="4073" y="317"/>
                  </a:lnTo>
                  <a:lnTo>
                    <a:pt x="3698" y="388"/>
                  </a:lnTo>
                  <a:lnTo>
                    <a:pt x="3340" y="465"/>
                  </a:lnTo>
                  <a:lnTo>
                    <a:pt x="3014" y="543"/>
                  </a:lnTo>
                  <a:lnTo>
                    <a:pt x="2704" y="633"/>
                  </a:lnTo>
                  <a:lnTo>
                    <a:pt x="2411" y="723"/>
                  </a:lnTo>
                  <a:lnTo>
                    <a:pt x="2151" y="813"/>
                  </a:lnTo>
                  <a:lnTo>
                    <a:pt x="1906" y="910"/>
                  </a:lnTo>
                  <a:lnTo>
                    <a:pt x="1695" y="1013"/>
                  </a:lnTo>
                  <a:lnTo>
                    <a:pt x="1483" y="1123"/>
                  </a:lnTo>
                  <a:lnTo>
                    <a:pt x="1304" y="1226"/>
                  </a:lnTo>
                  <a:lnTo>
                    <a:pt x="1124" y="1342"/>
                  </a:lnTo>
                  <a:lnTo>
                    <a:pt x="978" y="1452"/>
                  </a:lnTo>
                  <a:lnTo>
                    <a:pt x="831" y="1568"/>
                  </a:lnTo>
                  <a:lnTo>
                    <a:pt x="717" y="1684"/>
                  </a:lnTo>
                  <a:lnTo>
                    <a:pt x="603" y="1800"/>
                  </a:lnTo>
                  <a:lnTo>
                    <a:pt x="505" y="1922"/>
                  </a:lnTo>
                  <a:lnTo>
                    <a:pt x="424" y="2038"/>
                  </a:lnTo>
                  <a:lnTo>
                    <a:pt x="343" y="2161"/>
                  </a:lnTo>
                  <a:lnTo>
                    <a:pt x="212" y="2399"/>
                  </a:lnTo>
                  <a:lnTo>
                    <a:pt x="131" y="2638"/>
                  </a:lnTo>
                  <a:lnTo>
                    <a:pt x="49" y="2864"/>
                  </a:lnTo>
                  <a:lnTo>
                    <a:pt x="17" y="3057"/>
                  </a:lnTo>
                  <a:lnTo>
                    <a:pt x="1" y="3263"/>
                  </a:lnTo>
                  <a:lnTo>
                    <a:pt x="17" y="3489"/>
                  </a:lnTo>
                  <a:lnTo>
                    <a:pt x="49" y="3728"/>
                  </a:lnTo>
                  <a:lnTo>
                    <a:pt x="147" y="3973"/>
                  </a:lnTo>
                  <a:lnTo>
                    <a:pt x="196" y="4095"/>
                  </a:lnTo>
                  <a:lnTo>
                    <a:pt x="261" y="4224"/>
                  </a:lnTo>
                  <a:lnTo>
                    <a:pt x="343" y="4347"/>
                  </a:lnTo>
                  <a:lnTo>
                    <a:pt x="440" y="4476"/>
                  </a:lnTo>
                  <a:lnTo>
                    <a:pt x="538" y="4604"/>
                  </a:lnTo>
                  <a:lnTo>
                    <a:pt x="652" y="4727"/>
                  </a:lnTo>
                  <a:lnTo>
                    <a:pt x="782" y="4856"/>
                  </a:lnTo>
                  <a:lnTo>
                    <a:pt x="929" y="4978"/>
                  </a:lnTo>
                  <a:lnTo>
                    <a:pt x="1092" y="5101"/>
                  </a:lnTo>
                  <a:lnTo>
                    <a:pt x="1255" y="5223"/>
                  </a:lnTo>
                  <a:lnTo>
                    <a:pt x="1450" y="5339"/>
                  </a:lnTo>
                  <a:lnTo>
                    <a:pt x="1662" y="5456"/>
                  </a:lnTo>
                  <a:lnTo>
                    <a:pt x="1874" y="5565"/>
                  </a:lnTo>
                  <a:lnTo>
                    <a:pt x="2118" y="5675"/>
                  </a:lnTo>
                  <a:lnTo>
                    <a:pt x="2379" y="5778"/>
                  </a:lnTo>
                  <a:lnTo>
                    <a:pt x="2656" y="5881"/>
                  </a:lnTo>
                  <a:lnTo>
                    <a:pt x="2949" y="5971"/>
                  </a:lnTo>
                  <a:lnTo>
                    <a:pt x="3258" y="6062"/>
                  </a:lnTo>
                  <a:lnTo>
                    <a:pt x="3600" y="6145"/>
                  </a:lnTo>
                  <a:lnTo>
                    <a:pt x="3942" y="6229"/>
                  </a:lnTo>
                  <a:lnTo>
                    <a:pt x="4317" y="6300"/>
                  </a:lnTo>
                  <a:lnTo>
                    <a:pt x="4724" y="6365"/>
                  </a:lnTo>
                  <a:lnTo>
                    <a:pt x="5376" y="6165"/>
                  </a:lnTo>
                  <a:lnTo>
                    <a:pt x="6044" y="5971"/>
                  </a:lnTo>
                  <a:lnTo>
                    <a:pt x="6728" y="5784"/>
                  </a:lnTo>
                  <a:lnTo>
                    <a:pt x="7428" y="5597"/>
                  </a:lnTo>
                  <a:lnTo>
                    <a:pt x="8161" y="5417"/>
                  </a:lnTo>
                  <a:lnTo>
                    <a:pt x="8894" y="5236"/>
                  </a:lnTo>
                  <a:lnTo>
                    <a:pt x="9643" y="5062"/>
                  </a:lnTo>
                  <a:lnTo>
                    <a:pt x="10409" y="4888"/>
                  </a:lnTo>
                  <a:lnTo>
                    <a:pt x="11191" y="4721"/>
                  </a:lnTo>
                  <a:lnTo>
                    <a:pt x="12005" y="4559"/>
                  </a:lnTo>
                  <a:lnTo>
                    <a:pt x="12820" y="4398"/>
                  </a:lnTo>
                  <a:lnTo>
                    <a:pt x="13667" y="4243"/>
                  </a:lnTo>
                  <a:lnTo>
                    <a:pt x="14530" y="4095"/>
                  </a:lnTo>
                  <a:lnTo>
                    <a:pt x="15393" y="3947"/>
                  </a:lnTo>
                  <a:lnTo>
                    <a:pt x="16289" y="3811"/>
                  </a:lnTo>
                  <a:lnTo>
                    <a:pt x="17201" y="3676"/>
                  </a:lnTo>
                  <a:lnTo>
                    <a:pt x="17250" y="3412"/>
                  </a:lnTo>
                  <a:lnTo>
                    <a:pt x="17250" y="3180"/>
                  </a:lnTo>
                  <a:lnTo>
                    <a:pt x="17234" y="3076"/>
                  </a:lnTo>
                  <a:lnTo>
                    <a:pt x="17217" y="2960"/>
                  </a:lnTo>
                  <a:lnTo>
                    <a:pt x="17185" y="2844"/>
                  </a:lnTo>
                  <a:lnTo>
                    <a:pt x="17136" y="2722"/>
                  </a:lnTo>
                  <a:lnTo>
                    <a:pt x="17071" y="2599"/>
                  </a:lnTo>
                  <a:lnTo>
                    <a:pt x="16989" y="2470"/>
                  </a:lnTo>
                  <a:lnTo>
                    <a:pt x="16892" y="2341"/>
                  </a:lnTo>
                  <a:lnTo>
                    <a:pt x="16778" y="2212"/>
                  </a:lnTo>
                  <a:lnTo>
                    <a:pt x="16664" y="2077"/>
                  </a:lnTo>
                  <a:lnTo>
                    <a:pt x="16517" y="1948"/>
                  </a:lnTo>
                  <a:lnTo>
                    <a:pt x="16354" y="1813"/>
                  </a:lnTo>
                  <a:lnTo>
                    <a:pt x="16175" y="1684"/>
                  </a:lnTo>
                  <a:lnTo>
                    <a:pt x="15996" y="1555"/>
                  </a:lnTo>
                  <a:lnTo>
                    <a:pt x="15784" y="1419"/>
                  </a:lnTo>
                  <a:lnTo>
                    <a:pt x="15556" y="1297"/>
                  </a:lnTo>
                  <a:lnTo>
                    <a:pt x="15312" y="1168"/>
                  </a:lnTo>
                  <a:lnTo>
                    <a:pt x="15035" y="1052"/>
                  </a:lnTo>
                  <a:lnTo>
                    <a:pt x="14758" y="929"/>
                  </a:lnTo>
                  <a:lnTo>
                    <a:pt x="14448" y="820"/>
                  </a:lnTo>
                  <a:lnTo>
                    <a:pt x="14123" y="710"/>
                  </a:lnTo>
                  <a:lnTo>
                    <a:pt x="13781" y="607"/>
                  </a:lnTo>
                  <a:lnTo>
                    <a:pt x="13422" y="510"/>
                  </a:lnTo>
                  <a:lnTo>
                    <a:pt x="13031" y="420"/>
                  </a:lnTo>
                  <a:lnTo>
                    <a:pt x="12624" y="343"/>
                  </a:lnTo>
                  <a:lnTo>
                    <a:pt x="12201" y="265"/>
                  </a:lnTo>
                  <a:lnTo>
                    <a:pt x="11745" y="201"/>
                  </a:lnTo>
                  <a:lnTo>
                    <a:pt x="11272" y="143"/>
                  </a:lnTo>
                  <a:lnTo>
                    <a:pt x="10784" y="91"/>
                  </a:lnTo>
                  <a:lnTo>
                    <a:pt x="10262" y="53"/>
                  </a:lnTo>
                  <a:lnTo>
                    <a:pt x="9708" y="27"/>
                  </a:lnTo>
                  <a:lnTo>
                    <a:pt x="9138" y="7"/>
                  </a:lnTo>
                  <a:lnTo>
                    <a:pt x="8552" y="1"/>
                  </a:lnTo>
                  <a:close/>
                </a:path>
              </a:pathLst>
            </a:custGeom>
            <a:solidFill>
              <a:srgbClr val="9768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52"/>
            <p:cNvSpPr/>
            <p:nvPr/>
          </p:nvSpPr>
          <p:spPr>
            <a:xfrm rot="10800000">
              <a:off x="-2326925" y="1407833"/>
              <a:ext cx="431275" cy="364842"/>
            </a:xfrm>
            <a:custGeom>
              <a:avLst/>
              <a:gdLst/>
              <a:ahLst/>
              <a:cxnLst/>
              <a:rect l="l" t="t" r="r" b="b"/>
              <a:pathLst>
                <a:path w="17251" h="6365" fill="none" extrusionOk="0">
                  <a:moveTo>
                    <a:pt x="4724" y="6365"/>
                  </a:moveTo>
                  <a:lnTo>
                    <a:pt x="4724" y="6365"/>
                  </a:lnTo>
                  <a:lnTo>
                    <a:pt x="5376" y="6165"/>
                  </a:lnTo>
                  <a:lnTo>
                    <a:pt x="6044" y="5971"/>
                  </a:lnTo>
                  <a:lnTo>
                    <a:pt x="6728" y="5784"/>
                  </a:lnTo>
                  <a:lnTo>
                    <a:pt x="7428" y="5597"/>
                  </a:lnTo>
                  <a:lnTo>
                    <a:pt x="8161" y="5417"/>
                  </a:lnTo>
                  <a:lnTo>
                    <a:pt x="8894" y="5236"/>
                  </a:lnTo>
                  <a:lnTo>
                    <a:pt x="9643" y="5062"/>
                  </a:lnTo>
                  <a:lnTo>
                    <a:pt x="10409" y="4888"/>
                  </a:lnTo>
                  <a:lnTo>
                    <a:pt x="11191" y="4721"/>
                  </a:lnTo>
                  <a:lnTo>
                    <a:pt x="12005" y="4559"/>
                  </a:lnTo>
                  <a:lnTo>
                    <a:pt x="12820" y="4398"/>
                  </a:lnTo>
                  <a:lnTo>
                    <a:pt x="13667" y="4243"/>
                  </a:lnTo>
                  <a:lnTo>
                    <a:pt x="14530" y="4095"/>
                  </a:lnTo>
                  <a:lnTo>
                    <a:pt x="15393" y="3947"/>
                  </a:lnTo>
                  <a:lnTo>
                    <a:pt x="16289" y="3811"/>
                  </a:lnTo>
                  <a:lnTo>
                    <a:pt x="17201" y="3676"/>
                  </a:lnTo>
                  <a:lnTo>
                    <a:pt x="17201" y="3676"/>
                  </a:lnTo>
                  <a:lnTo>
                    <a:pt x="17250" y="3412"/>
                  </a:lnTo>
                  <a:lnTo>
                    <a:pt x="17250" y="3180"/>
                  </a:lnTo>
                  <a:lnTo>
                    <a:pt x="17250" y="3180"/>
                  </a:lnTo>
                  <a:lnTo>
                    <a:pt x="17234" y="3076"/>
                  </a:lnTo>
                  <a:lnTo>
                    <a:pt x="17217" y="2960"/>
                  </a:lnTo>
                  <a:lnTo>
                    <a:pt x="17185" y="2844"/>
                  </a:lnTo>
                  <a:lnTo>
                    <a:pt x="17136" y="2722"/>
                  </a:lnTo>
                  <a:lnTo>
                    <a:pt x="17071" y="2599"/>
                  </a:lnTo>
                  <a:lnTo>
                    <a:pt x="16989" y="2470"/>
                  </a:lnTo>
                  <a:lnTo>
                    <a:pt x="16892" y="2341"/>
                  </a:lnTo>
                  <a:lnTo>
                    <a:pt x="16778" y="2212"/>
                  </a:lnTo>
                  <a:lnTo>
                    <a:pt x="16664" y="2077"/>
                  </a:lnTo>
                  <a:lnTo>
                    <a:pt x="16517" y="1948"/>
                  </a:lnTo>
                  <a:lnTo>
                    <a:pt x="16354" y="1813"/>
                  </a:lnTo>
                  <a:lnTo>
                    <a:pt x="16175" y="1684"/>
                  </a:lnTo>
                  <a:lnTo>
                    <a:pt x="15996" y="1555"/>
                  </a:lnTo>
                  <a:lnTo>
                    <a:pt x="15784" y="1419"/>
                  </a:lnTo>
                  <a:lnTo>
                    <a:pt x="15556" y="1297"/>
                  </a:lnTo>
                  <a:lnTo>
                    <a:pt x="15312" y="1168"/>
                  </a:lnTo>
                  <a:lnTo>
                    <a:pt x="15035" y="1052"/>
                  </a:lnTo>
                  <a:lnTo>
                    <a:pt x="14758" y="929"/>
                  </a:lnTo>
                  <a:lnTo>
                    <a:pt x="14448" y="820"/>
                  </a:lnTo>
                  <a:lnTo>
                    <a:pt x="14123" y="710"/>
                  </a:lnTo>
                  <a:lnTo>
                    <a:pt x="13781" y="607"/>
                  </a:lnTo>
                  <a:lnTo>
                    <a:pt x="13422" y="510"/>
                  </a:lnTo>
                  <a:lnTo>
                    <a:pt x="13031" y="420"/>
                  </a:lnTo>
                  <a:lnTo>
                    <a:pt x="12624" y="343"/>
                  </a:lnTo>
                  <a:lnTo>
                    <a:pt x="12201" y="265"/>
                  </a:lnTo>
                  <a:lnTo>
                    <a:pt x="11745" y="201"/>
                  </a:lnTo>
                  <a:lnTo>
                    <a:pt x="11272" y="143"/>
                  </a:lnTo>
                  <a:lnTo>
                    <a:pt x="10784" y="91"/>
                  </a:lnTo>
                  <a:lnTo>
                    <a:pt x="10262" y="53"/>
                  </a:lnTo>
                  <a:lnTo>
                    <a:pt x="9708" y="27"/>
                  </a:lnTo>
                  <a:lnTo>
                    <a:pt x="9138" y="7"/>
                  </a:lnTo>
                  <a:lnTo>
                    <a:pt x="8552" y="1"/>
                  </a:lnTo>
                  <a:lnTo>
                    <a:pt x="8552" y="1"/>
                  </a:lnTo>
                  <a:lnTo>
                    <a:pt x="8145" y="1"/>
                  </a:lnTo>
                  <a:lnTo>
                    <a:pt x="8145" y="1"/>
                  </a:lnTo>
                  <a:lnTo>
                    <a:pt x="7526" y="14"/>
                  </a:lnTo>
                  <a:lnTo>
                    <a:pt x="6939" y="40"/>
                  </a:lnTo>
                  <a:lnTo>
                    <a:pt x="6386" y="65"/>
                  </a:lnTo>
                  <a:lnTo>
                    <a:pt x="5864" y="104"/>
                  </a:lnTo>
                  <a:lnTo>
                    <a:pt x="5376" y="149"/>
                  </a:lnTo>
                  <a:lnTo>
                    <a:pt x="4920" y="194"/>
                  </a:lnTo>
                  <a:lnTo>
                    <a:pt x="4480" y="252"/>
                  </a:lnTo>
                  <a:lnTo>
                    <a:pt x="4073" y="317"/>
                  </a:lnTo>
                  <a:lnTo>
                    <a:pt x="3698" y="388"/>
                  </a:lnTo>
                  <a:lnTo>
                    <a:pt x="3340" y="465"/>
                  </a:lnTo>
                  <a:lnTo>
                    <a:pt x="3014" y="543"/>
                  </a:lnTo>
                  <a:lnTo>
                    <a:pt x="2704" y="633"/>
                  </a:lnTo>
                  <a:lnTo>
                    <a:pt x="2411" y="723"/>
                  </a:lnTo>
                  <a:lnTo>
                    <a:pt x="2151" y="813"/>
                  </a:lnTo>
                  <a:lnTo>
                    <a:pt x="1906" y="910"/>
                  </a:lnTo>
                  <a:lnTo>
                    <a:pt x="1695" y="1013"/>
                  </a:lnTo>
                  <a:lnTo>
                    <a:pt x="1483" y="1123"/>
                  </a:lnTo>
                  <a:lnTo>
                    <a:pt x="1304" y="1226"/>
                  </a:lnTo>
                  <a:lnTo>
                    <a:pt x="1124" y="1342"/>
                  </a:lnTo>
                  <a:lnTo>
                    <a:pt x="978" y="1452"/>
                  </a:lnTo>
                  <a:lnTo>
                    <a:pt x="831" y="1568"/>
                  </a:lnTo>
                  <a:lnTo>
                    <a:pt x="717" y="1684"/>
                  </a:lnTo>
                  <a:lnTo>
                    <a:pt x="603" y="1800"/>
                  </a:lnTo>
                  <a:lnTo>
                    <a:pt x="505" y="1922"/>
                  </a:lnTo>
                  <a:lnTo>
                    <a:pt x="424" y="2038"/>
                  </a:lnTo>
                  <a:lnTo>
                    <a:pt x="343" y="2161"/>
                  </a:lnTo>
                  <a:lnTo>
                    <a:pt x="212" y="2399"/>
                  </a:lnTo>
                  <a:lnTo>
                    <a:pt x="131" y="2638"/>
                  </a:lnTo>
                  <a:lnTo>
                    <a:pt x="49" y="2864"/>
                  </a:lnTo>
                  <a:lnTo>
                    <a:pt x="49" y="2864"/>
                  </a:lnTo>
                  <a:lnTo>
                    <a:pt x="17" y="3057"/>
                  </a:lnTo>
                  <a:lnTo>
                    <a:pt x="1" y="3263"/>
                  </a:lnTo>
                  <a:lnTo>
                    <a:pt x="17" y="3489"/>
                  </a:lnTo>
                  <a:lnTo>
                    <a:pt x="49" y="3728"/>
                  </a:lnTo>
                  <a:lnTo>
                    <a:pt x="147" y="3973"/>
                  </a:lnTo>
                  <a:lnTo>
                    <a:pt x="196" y="4095"/>
                  </a:lnTo>
                  <a:lnTo>
                    <a:pt x="261" y="4224"/>
                  </a:lnTo>
                  <a:lnTo>
                    <a:pt x="343" y="4347"/>
                  </a:lnTo>
                  <a:lnTo>
                    <a:pt x="440" y="4476"/>
                  </a:lnTo>
                  <a:lnTo>
                    <a:pt x="538" y="4604"/>
                  </a:lnTo>
                  <a:lnTo>
                    <a:pt x="652" y="4727"/>
                  </a:lnTo>
                  <a:lnTo>
                    <a:pt x="782" y="4856"/>
                  </a:lnTo>
                  <a:lnTo>
                    <a:pt x="929" y="4978"/>
                  </a:lnTo>
                  <a:lnTo>
                    <a:pt x="1092" y="5101"/>
                  </a:lnTo>
                  <a:lnTo>
                    <a:pt x="1255" y="5223"/>
                  </a:lnTo>
                  <a:lnTo>
                    <a:pt x="1450" y="5339"/>
                  </a:lnTo>
                  <a:lnTo>
                    <a:pt x="1662" y="5456"/>
                  </a:lnTo>
                  <a:lnTo>
                    <a:pt x="1874" y="5565"/>
                  </a:lnTo>
                  <a:lnTo>
                    <a:pt x="2118" y="5675"/>
                  </a:lnTo>
                  <a:lnTo>
                    <a:pt x="2379" y="5778"/>
                  </a:lnTo>
                  <a:lnTo>
                    <a:pt x="2656" y="5881"/>
                  </a:lnTo>
                  <a:lnTo>
                    <a:pt x="2949" y="5971"/>
                  </a:lnTo>
                  <a:lnTo>
                    <a:pt x="3258" y="6062"/>
                  </a:lnTo>
                  <a:lnTo>
                    <a:pt x="3600" y="6145"/>
                  </a:lnTo>
                  <a:lnTo>
                    <a:pt x="3942" y="6229"/>
                  </a:lnTo>
                  <a:lnTo>
                    <a:pt x="4317" y="6300"/>
                  </a:lnTo>
                  <a:lnTo>
                    <a:pt x="4724" y="63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52"/>
            <p:cNvSpPr/>
            <p:nvPr/>
          </p:nvSpPr>
          <p:spPr>
            <a:xfrm rot="10800000">
              <a:off x="-2325700" y="1394128"/>
              <a:ext cx="311950" cy="167833"/>
            </a:xfrm>
            <a:custGeom>
              <a:avLst/>
              <a:gdLst/>
              <a:ahLst/>
              <a:cxnLst/>
              <a:rect l="l" t="t" r="r" b="b"/>
              <a:pathLst>
                <a:path w="12478" h="2928" extrusionOk="0">
                  <a:moveTo>
                    <a:pt x="12477" y="0"/>
                  </a:moveTo>
                  <a:lnTo>
                    <a:pt x="11565" y="135"/>
                  </a:lnTo>
                  <a:lnTo>
                    <a:pt x="10669" y="271"/>
                  </a:lnTo>
                  <a:lnTo>
                    <a:pt x="9806" y="419"/>
                  </a:lnTo>
                  <a:lnTo>
                    <a:pt x="8943" y="567"/>
                  </a:lnTo>
                  <a:lnTo>
                    <a:pt x="8096" y="722"/>
                  </a:lnTo>
                  <a:lnTo>
                    <a:pt x="7281" y="883"/>
                  </a:lnTo>
                  <a:lnTo>
                    <a:pt x="6467" y="1045"/>
                  </a:lnTo>
                  <a:lnTo>
                    <a:pt x="5685" y="1212"/>
                  </a:lnTo>
                  <a:lnTo>
                    <a:pt x="4919" y="1386"/>
                  </a:lnTo>
                  <a:lnTo>
                    <a:pt x="4170" y="1560"/>
                  </a:lnTo>
                  <a:lnTo>
                    <a:pt x="3437" y="1741"/>
                  </a:lnTo>
                  <a:lnTo>
                    <a:pt x="2704" y="1921"/>
                  </a:lnTo>
                  <a:lnTo>
                    <a:pt x="2004" y="2108"/>
                  </a:lnTo>
                  <a:lnTo>
                    <a:pt x="1320" y="2295"/>
                  </a:lnTo>
                  <a:lnTo>
                    <a:pt x="652" y="2489"/>
                  </a:lnTo>
                  <a:lnTo>
                    <a:pt x="0" y="2689"/>
                  </a:lnTo>
                  <a:lnTo>
                    <a:pt x="375" y="2740"/>
                  </a:lnTo>
                  <a:lnTo>
                    <a:pt x="782" y="2792"/>
                  </a:lnTo>
                  <a:lnTo>
                    <a:pt x="1206" y="2830"/>
                  </a:lnTo>
                  <a:lnTo>
                    <a:pt x="1645" y="2869"/>
                  </a:lnTo>
                  <a:lnTo>
                    <a:pt x="2101" y="2895"/>
                  </a:lnTo>
                  <a:lnTo>
                    <a:pt x="2590" y="2914"/>
                  </a:lnTo>
                  <a:lnTo>
                    <a:pt x="3095" y="2927"/>
                  </a:lnTo>
                  <a:lnTo>
                    <a:pt x="3926" y="2927"/>
                  </a:lnTo>
                  <a:lnTo>
                    <a:pt x="4561" y="2921"/>
                  </a:lnTo>
                  <a:lnTo>
                    <a:pt x="5147" y="2895"/>
                  </a:lnTo>
                  <a:lnTo>
                    <a:pt x="5717" y="2869"/>
                  </a:lnTo>
                  <a:lnTo>
                    <a:pt x="6255" y="2830"/>
                  </a:lnTo>
                  <a:lnTo>
                    <a:pt x="6760" y="2785"/>
                  </a:lnTo>
                  <a:lnTo>
                    <a:pt x="7232" y="2734"/>
                  </a:lnTo>
                  <a:lnTo>
                    <a:pt x="7688" y="2676"/>
                  </a:lnTo>
                  <a:lnTo>
                    <a:pt x="8128" y="2605"/>
                  </a:lnTo>
                  <a:lnTo>
                    <a:pt x="8519" y="2534"/>
                  </a:lnTo>
                  <a:lnTo>
                    <a:pt x="8894" y="2457"/>
                  </a:lnTo>
                  <a:lnTo>
                    <a:pt x="9252" y="2366"/>
                  </a:lnTo>
                  <a:lnTo>
                    <a:pt x="9578" y="2276"/>
                  </a:lnTo>
                  <a:lnTo>
                    <a:pt x="9887" y="2186"/>
                  </a:lnTo>
                  <a:lnTo>
                    <a:pt x="10164" y="2083"/>
                  </a:lnTo>
                  <a:lnTo>
                    <a:pt x="10441" y="1979"/>
                  </a:lnTo>
                  <a:lnTo>
                    <a:pt x="10685" y="1870"/>
                  </a:lnTo>
                  <a:lnTo>
                    <a:pt x="10914" y="1760"/>
                  </a:lnTo>
                  <a:lnTo>
                    <a:pt x="11109" y="1651"/>
                  </a:lnTo>
                  <a:lnTo>
                    <a:pt x="11304" y="1535"/>
                  </a:lnTo>
                  <a:lnTo>
                    <a:pt x="11467" y="1412"/>
                  </a:lnTo>
                  <a:lnTo>
                    <a:pt x="11630" y="1296"/>
                  </a:lnTo>
                  <a:lnTo>
                    <a:pt x="11761" y="1173"/>
                  </a:lnTo>
                  <a:lnTo>
                    <a:pt x="11891" y="1057"/>
                  </a:lnTo>
                  <a:lnTo>
                    <a:pt x="12005" y="935"/>
                  </a:lnTo>
                  <a:lnTo>
                    <a:pt x="12103" y="812"/>
                  </a:lnTo>
                  <a:lnTo>
                    <a:pt x="12184" y="690"/>
                  </a:lnTo>
                  <a:lnTo>
                    <a:pt x="12265" y="567"/>
                  </a:lnTo>
                  <a:lnTo>
                    <a:pt x="12331" y="451"/>
                  </a:lnTo>
                  <a:lnTo>
                    <a:pt x="12412" y="219"/>
                  </a:lnTo>
                  <a:lnTo>
                    <a:pt x="12477" y="0"/>
                  </a:lnTo>
                  <a:close/>
                </a:path>
              </a:pathLst>
            </a:custGeom>
            <a:solidFill>
              <a:srgbClr val="590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52"/>
            <p:cNvSpPr/>
            <p:nvPr/>
          </p:nvSpPr>
          <p:spPr>
            <a:xfrm rot="10800000">
              <a:off x="-2325700" y="1394128"/>
              <a:ext cx="311950" cy="167833"/>
            </a:xfrm>
            <a:custGeom>
              <a:avLst/>
              <a:gdLst/>
              <a:ahLst/>
              <a:cxnLst/>
              <a:rect l="l" t="t" r="r" b="b"/>
              <a:pathLst>
                <a:path w="12478" h="2928" fill="none" extrusionOk="0">
                  <a:moveTo>
                    <a:pt x="3616" y="2927"/>
                  </a:moveTo>
                  <a:lnTo>
                    <a:pt x="3616" y="2927"/>
                  </a:lnTo>
                  <a:lnTo>
                    <a:pt x="3926" y="2927"/>
                  </a:lnTo>
                  <a:lnTo>
                    <a:pt x="3926" y="2927"/>
                  </a:lnTo>
                  <a:lnTo>
                    <a:pt x="4561" y="2921"/>
                  </a:lnTo>
                  <a:lnTo>
                    <a:pt x="5147" y="2895"/>
                  </a:lnTo>
                  <a:lnTo>
                    <a:pt x="5717" y="2869"/>
                  </a:lnTo>
                  <a:lnTo>
                    <a:pt x="6255" y="2830"/>
                  </a:lnTo>
                  <a:lnTo>
                    <a:pt x="6760" y="2785"/>
                  </a:lnTo>
                  <a:lnTo>
                    <a:pt x="7232" y="2734"/>
                  </a:lnTo>
                  <a:lnTo>
                    <a:pt x="7688" y="2676"/>
                  </a:lnTo>
                  <a:lnTo>
                    <a:pt x="8128" y="2605"/>
                  </a:lnTo>
                  <a:lnTo>
                    <a:pt x="8519" y="2534"/>
                  </a:lnTo>
                  <a:lnTo>
                    <a:pt x="8894" y="2457"/>
                  </a:lnTo>
                  <a:lnTo>
                    <a:pt x="9252" y="2366"/>
                  </a:lnTo>
                  <a:lnTo>
                    <a:pt x="9578" y="2276"/>
                  </a:lnTo>
                  <a:lnTo>
                    <a:pt x="9887" y="2186"/>
                  </a:lnTo>
                  <a:lnTo>
                    <a:pt x="10164" y="2083"/>
                  </a:lnTo>
                  <a:lnTo>
                    <a:pt x="10441" y="1979"/>
                  </a:lnTo>
                  <a:lnTo>
                    <a:pt x="10685" y="1870"/>
                  </a:lnTo>
                  <a:lnTo>
                    <a:pt x="10914" y="1760"/>
                  </a:lnTo>
                  <a:lnTo>
                    <a:pt x="11109" y="1651"/>
                  </a:lnTo>
                  <a:lnTo>
                    <a:pt x="11304" y="1535"/>
                  </a:lnTo>
                  <a:lnTo>
                    <a:pt x="11467" y="1412"/>
                  </a:lnTo>
                  <a:lnTo>
                    <a:pt x="11630" y="1296"/>
                  </a:lnTo>
                  <a:lnTo>
                    <a:pt x="11761" y="1173"/>
                  </a:lnTo>
                  <a:lnTo>
                    <a:pt x="11891" y="1057"/>
                  </a:lnTo>
                  <a:lnTo>
                    <a:pt x="12005" y="935"/>
                  </a:lnTo>
                  <a:lnTo>
                    <a:pt x="12103" y="812"/>
                  </a:lnTo>
                  <a:lnTo>
                    <a:pt x="12184" y="690"/>
                  </a:lnTo>
                  <a:lnTo>
                    <a:pt x="12265" y="567"/>
                  </a:lnTo>
                  <a:lnTo>
                    <a:pt x="12331" y="451"/>
                  </a:lnTo>
                  <a:lnTo>
                    <a:pt x="12412" y="219"/>
                  </a:lnTo>
                  <a:lnTo>
                    <a:pt x="12477" y="0"/>
                  </a:lnTo>
                  <a:lnTo>
                    <a:pt x="12477" y="0"/>
                  </a:lnTo>
                  <a:lnTo>
                    <a:pt x="11565" y="135"/>
                  </a:lnTo>
                  <a:lnTo>
                    <a:pt x="10669" y="271"/>
                  </a:lnTo>
                  <a:lnTo>
                    <a:pt x="9806" y="419"/>
                  </a:lnTo>
                  <a:lnTo>
                    <a:pt x="8943" y="567"/>
                  </a:lnTo>
                  <a:lnTo>
                    <a:pt x="8096" y="722"/>
                  </a:lnTo>
                  <a:lnTo>
                    <a:pt x="7281" y="883"/>
                  </a:lnTo>
                  <a:lnTo>
                    <a:pt x="6467" y="1045"/>
                  </a:lnTo>
                  <a:lnTo>
                    <a:pt x="5685" y="1212"/>
                  </a:lnTo>
                  <a:lnTo>
                    <a:pt x="4919" y="1386"/>
                  </a:lnTo>
                  <a:lnTo>
                    <a:pt x="4170" y="1560"/>
                  </a:lnTo>
                  <a:lnTo>
                    <a:pt x="3437" y="1741"/>
                  </a:lnTo>
                  <a:lnTo>
                    <a:pt x="2704" y="1921"/>
                  </a:lnTo>
                  <a:lnTo>
                    <a:pt x="2004" y="2108"/>
                  </a:lnTo>
                  <a:lnTo>
                    <a:pt x="1320" y="2295"/>
                  </a:lnTo>
                  <a:lnTo>
                    <a:pt x="652" y="2489"/>
                  </a:lnTo>
                  <a:lnTo>
                    <a:pt x="0" y="2689"/>
                  </a:lnTo>
                  <a:lnTo>
                    <a:pt x="0" y="2689"/>
                  </a:lnTo>
                  <a:lnTo>
                    <a:pt x="375" y="2740"/>
                  </a:lnTo>
                  <a:lnTo>
                    <a:pt x="782" y="2792"/>
                  </a:lnTo>
                  <a:lnTo>
                    <a:pt x="1206" y="2830"/>
                  </a:lnTo>
                  <a:lnTo>
                    <a:pt x="1645" y="2869"/>
                  </a:lnTo>
                  <a:lnTo>
                    <a:pt x="2101" y="2895"/>
                  </a:lnTo>
                  <a:lnTo>
                    <a:pt x="2590" y="2914"/>
                  </a:lnTo>
                  <a:lnTo>
                    <a:pt x="3095" y="2927"/>
                  </a:lnTo>
                  <a:lnTo>
                    <a:pt x="3616" y="29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52"/>
            <p:cNvSpPr/>
            <p:nvPr/>
          </p:nvSpPr>
          <p:spPr>
            <a:xfrm rot="10800000">
              <a:off x="-2155875" y="1537544"/>
              <a:ext cx="107925" cy="89477"/>
            </a:xfrm>
            <a:custGeom>
              <a:avLst/>
              <a:gdLst/>
              <a:ahLst/>
              <a:cxnLst/>
              <a:rect l="l" t="t" r="r" b="b"/>
              <a:pathLst>
                <a:path w="4317" h="1561" extrusionOk="0">
                  <a:moveTo>
                    <a:pt x="1369" y="0"/>
                  </a:moveTo>
                  <a:lnTo>
                    <a:pt x="1043" y="103"/>
                  </a:lnTo>
                  <a:lnTo>
                    <a:pt x="766" y="213"/>
                  </a:lnTo>
                  <a:lnTo>
                    <a:pt x="652" y="271"/>
                  </a:lnTo>
                  <a:lnTo>
                    <a:pt x="538" y="329"/>
                  </a:lnTo>
                  <a:lnTo>
                    <a:pt x="440" y="387"/>
                  </a:lnTo>
                  <a:lnTo>
                    <a:pt x="342" y="445"/>
                  </a:lnTo>
                  <a:lnTo>
                    <a:pt x="261" y="503"/>
                  </a:lnTo>
                  <a:lnTo>
                    <a:pt x="196" y="568"/>
                  </a:lnTo>
                  <a:lnTo>
                    <a:pt x="131" y="626"/>
                  </a:lnTo>
                  <a:lnTo>
                    <a:pt x="82" y="690"/>
                  </a:lnTo>
                  <a:lnTo>
                    <a:pt x="49" y="755"/>
                  </a:lnTo>
                  <a:lnTo>
                    <a:pt x="17" y="819"/>
                  </a:lnTo>
                  <a:lnTo>
                    <a:pt x="0" y="884"/>
                  </a:lnTo>
                  <a:lnTo>
                    <a:pt x="0" y="948"/>
                  </a:lnTo>
                  <a:lnTo>
                    <a:pt x="0" y="1025"/>
                  </a:lnTo>
                  <a:lnTo>
                    <a:pt x="33" y="1096"/>
                  </a:lnTo>
                  <a:lnTo>
                    <a:pt x="66" y="1174"/>
                  </a:lnTo>
                  <a:lnTo>
                    <a:pt x="114" y="1251"/>
                  </a:lnTo>
                  <a:lnTo>
                    <a:pt x="180" y="1328"/>
                  </a:lnTo>
                  <a:lnTo>
                    <a:pt x="277" y="1406"/>
                  </a:lnTo>
                  <a:lnTo>
                    <a:pt x="375" y="1483"/>
                  </a:lnTo>
                  <a:lnTo>
                    <a:pt x="489" y="1561"/>
                  </a:lnTo>
                  <a:lnTo>
                    <a:pt x="1629" y="1386"/>
                  </a:lnTo>
                  <a:lnTo>
                    <a:pt x="1743" y="1367"/>
                  </a:lnTo>
                  <a:lnTo>
                    <a:pt x="1841" y="1335"/>
                  </a:lnTo>
                  <a:lnTo>
                    <a:pt x="1890" y="1296"/>
                  </a:lnTo>
                  <a:lnTo>
                    <a:pt x="1906" y="1258"/>
                  </a:lnTo>
                  <a:lnTo>
                    <a:pt x="1890" y="1219"/>
                  </a:lnTo>
                  <a:lnTo>
                    <a:pt x="1841" y="1180"/>
                  </a:lnTo>
                  <a:lnTo>
                    <a:pt x="1694" y="1071"/>
                  </a:lnTo>
                  <a:lnTo>
                    <a:pt x="1629" y="1013"/>
                  </a:lnTo>
                  <a:lnTo>
                    <a:pt x="1597" y="967"/>
                  </a:lnTo>
                  <a:lnTo>
                    <a:pt x="1532" y="864"/>
                  </a:lnTo>
                  <a:lnTo>
                    <a:pt x="1515" y="774"/>
                  </a:lnTo>
                  <a:lnTo>
                    <a:pt x="1532" y="697"/>
                  </a:lnTo>
                  <a:lnTo>
                    <a:pt x="1564" y="626"/>
                  </a:lnTo>
                  <a:lnTo>
                    <a:pt x="1629" y="561"/>
                  </a:lnTo>
                  <a:lnTo>
                    <a:pt x="1694" y="497"/>
                  </a:lnTo>
                  <a:lnTo>
                    <a:pt x="1776" y="445"/>
                  </a:lnTo>
                  <a:lnTo>
                    <a:pt x="1857" y="400"/>
                  </a:lnTo>
                  <a:lnTo>
                    <a:pt x="2004" y="329"/>
                  </a:lnTo>
                  <a:lnTo>
                    <a:pt x="2036" y="310"/>
                  </a:lnTo>
                  <a:lnTo>
                    <a:pt x="2069" y="284"/>
                  </a:lnTo>
                  <a:lnTo>
                    <a:pt x="2102" y="258"/>
                  </a:lnTo>
                  <a:lnTo>
                    <a:pt x="2102" y="232"/>
                  </a:lnTo>
                  <a:lnTo>
                    <a:pt x="2102" y="213"/>
                  </a:lnTo>
                  <a:lnTo>
                    <a:pt x="2069" y="187"/>
                  </a:lnTo>
                  <a:lnTo>
                    <a:pt x="2036" y="161"/>
                  </a:lnTo>
                  <a:lnTo>
                    <a:pt x="1971" y="142"/>
                  </a:lnTo>
                  <a:lnTo>
                    <a:pt x="1369" y="0"/>
                  </a:lnTo>
                  <a:close/>
                  <a:moveTo>
                    <a:pt x="3568" y="0"/>
                  </a:moveTo>
                  <a:lnTo>
                    <a:pt x="3258" y="103"/>
                  </a:lnTo>
                  <a:lnTo>
                    <a:pt x="2981" y="213"/>
                  </a:lnTo>
                  <a:lnTo>
                    <a:pt x="2851" y="271"/>
                  </a:lnTo>
                  <a:lnTo>
                    <a:pt x="2737" y="329"/>
                  </a:lnTo>
                  <a:lnTo>
                    <a:pt x="2639" y="387"/>
                  </a:lnTo>
                  <a:lnTo>
                    <a:pt x="2558" y="445"/>
                  </a:lnTo>
                  <a:lnTo>
                    <a:pt x="2476" y="503"/>
                  </a:lnTo>
                  <a:lnTo>
                    <a:pt x="2395" y="568"/>
                  </a:lnTo>
                  <a:lnTo>
                    <a:pt x="2346" y="626"/>
                  </a:lnTo>
                  <a:lnTo>
                    <a:pt x="2297" y="690"/>
                  </a:lnTo>
                  <a:lnTo>
                    <a:pt x="2248" y="755"/>
                  </a:lnTo>
                  <a:lnTo>
                    <a:pt x="2232" y="819"/>
                  </a:lnTo>
                  <a:lnTo>
                    <a:pt x="2216" y="884"/>
                  </a:lnTo>
                  <a:lnTo>
                    <a:pt x="2199" y="948"/>
                  </a:lnTo>
                  <a:lnTo>
                    <a:pt x="2216" y="1025"/>
                  </a:lnTo>
                  <a:lnTo>
                    <a:pt x="2232" y="1096"/>
                  </a:lnTo>
                  <a:lnTo>
                    <a:pt x="2281" y="1174"/>
                  </a:lnTo>
                  <a:lnTo>
                    <a:pt x="2330" y="1251"/>
                  </a:lnTo>
                  <a:lnTo>
                    <a:pt x="2395" y="1328"/>
                  </a:lnTo>
                  <a:lnTo>
                    <a:pt x="2476" y="1406"/>
                  </a:lnTo>
                  <a:lnTo>
                    <a:pt x="2574" y="1483"/>
                  </a:lnTo>
                  <a:lnTo>
                    <a:pt x="2688" y="1561"/>
                  </a:lnTo>
                  <a:lnTo>
                    <a:pt x="3845" y="1386"/>
                  </a:lnTo>
                  <a:lnTo>
                    <a:pt x="3959" y="1367"/>
                  </a:lnTo>
                  <a:lnTo>
                    <a:pt x="4040" y="1335"/>
                  </a:lnTo>
                  <a:lnTo>
                    <a:pt x="4105" y="1296"/>
                  </a:lnTo>
                  <a:lnTo>
                    <a:pt x="4121" y="1258"/>
                  </a:lnTo>
                  <a:lnTo>
                    <a:pt x="4105" y="1219"/>
                  </a:lnTo>
                  <a:lnTo>
                    <a:pt x="4056" y="1180"/>
                  </a:lnTo>
                  <a:lnTo>
                    <a:pt x="3910" y="1071"/>
                  </a:lnTo>
                  <a:lnTo>
                    <a:pt x="3845" y="1013"/>
                  </a:lnTo>
                  <a:lnTo>
                    <a:pt x="3796" y="967"/>
                  </a:lnTo>
                  <a:lnTo>
                    <a:pt x="3747" y="864"/>
                  </a:lnTo>
                  <a:lnTo>
                    <a:pt x="3730" y="774"/>
                  </a:lnTo>
                  <a:lnTo>
                    <a:pt x="3730" y="697"/>
                  </a:lnTo>
                  <a:lnTo>
                    <a:pt x="3779" y="626"/>
                  </a:lnTo>
                  <a:lnTo>
                    <a:pt x="3828" y="561"/>
                  </a:lnTo>
                  <a:lnTo>
                    <a:pt x="3910" y="497"/>
                  </a:lnTo>
                  <a:lnTo>
                    <a:pt x="3975" y="445"/>
                  </a:lnTo>
                  <a:lnTo>
                    <a:pt x="4056" y="400"/>
                  </a:lnTo>
                  <a:lnTo>
                    <a:pt x="4203" y="329"/>
                  </a:lnTo>
                  <a:lnTo>
                    <a:pt x="4252" y="310"/>
                  </a:lnTo>
                  <a:lnTo>
                    <a:pt x="4284" y="284"/>
                  </a:lnTo>
                  <a:lnTo>
                    <a:pt x="4301" y="258"/>
                  </a:lnTo>
                  <a:lnTo>
                    <a:pt x="4317" y="232"/>
                  </a:lnTo>
                  <a:lnTo>
                    <a:pt x="4301" y="213"/>
                  </a:lnTo>
                  <a:lnTo>
                    <a:pt x="4284" y="187"/>
                  </a:lnTo>
                  <a:lnTo>
                    <a:pt x="4235" y="161"/>
                  </a:lnTo>
                  <a:lnTo>
                    <a:pt x="4170" y="142"/>
                  </a:lnTo>
                  <a:lnTo>
                    <a:pt x="35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52"/>
            <p:cNvSpPr/>
            <p:nvPr/>
          </p:nvSpPr>
          <p:spPr>
            <a:xfrm rot="10800000">
              <a:off x="-3778625" y="-899479"/>
              <a:ext cx="431250" cy="353722"/>
            </a:xfrm>
            <a:custGeom>
              <a:avLst/>
              <a:gdLst/>
              <a:ahLst/>
              <a:cxnLst/>
              <a:rect l="l" t="t" r="r" b="b"/>
              <a:pathLst>
                <a:path w="17250" h="6171" extrusionOk="0">
                  <a:moveTo>
                    <a:pt x="13552" y="0"/>
                  </a:moveTo>
                  <a:lnTo>
                    <a:pt x="12852" y="142"/>
                  </a:lnTo>
                  <a:lnTo>
                    <a:pt x="12135" y="277"/>
                  </a:lnTo>
                  <a:lnTo>
                    <a:pt x="11386" y="413"/>
                  </a:lnTo>
                  <a:lnTo>
                    <a:pt x="10637" y="542"/>
                  </a:lnTo>
                  <a:lnTo>
                    <a:pt x="9871" y="671"/>
                  </a:lnTo>
                  <a:lnTo>
                    <a:pt x="9089" y="793"/>
                  </a:lnTo>
                  <a:lnTo>
                    <a:pt x="8291" y="909"/>
                  </a:lnTo>
                  <a:lnTo>
                    <a:pt x="7477" y="1025"/>
                  </a:lnTo>
                  <a:lnTo>
                    <a:pt x="6646" y="1141"/>
                  </a:lnTo>
                  <a:lnTo>
                    <a:pt x="5799" y="1244"/>
                  </a:lnTo>
                  <a:lnTo>
                    <a:pt x="4919" y="1348"/>
                  </a:lnTo>
                  <a:lnTo>
                    <a:pt x="4040" y="1451"/>
                  </a:lnTo>
                  <a:lnTo>
                    <a:pt x="3144" y="1548"/>
                  </a:lnTo>
                  <a:lnTo>
                    <a:pt x="2232" y="1638"/>
                  </a:lnTo>
                  <a:lnTo>
                    <a:pt x="1287" y="1722"/>
                  </a:lnTo>
                  <a:lnTo>
                    <a:pt x="342" y="1805"/>
                  </a:lnTo>
                  <a:lnTo>
                    <a:pt x="245" y="1973"/>
                  </a:lnTo>
                  <a:lnTo>
                    <a:pt x="163" y="2134"/>
                  </a:lnTo>
                  <a:lnTo>
                    <a:pt x="98" y="2295"/>
                  </a:lnTo>
                  <a:lnTo>
                    <a:pt x="49" y="2444"/>
                  </a:lnTo>
                  <a:lnTo>
                    <a:pt x="33" y="2592"/>
                  </a:lnTo>
                  <a:lnTo>
                    <a:pt x="0" y="2734"/>
                  </a:lnTo>
                  <a:lnTo>
                    <a:pt x="0" y="2992"/>
                  </a:lnTo>
                  <a:lnTo>
                    <a:pt x="16" y="3101"/>
                  </a:lnTo>
                  <a:lnTo>
                    <a:pt x="33" y="3211"/>
                  </a:lnTo>
                  <a:lnTo>
                    <a:pt x="65" y="3327"/>
                  </a:lnTo>
                  <a:lnTo>
                    <a:pt x="114" y="3450"/>
                  </a:lnTo>
                  <a:lnTo>
                    <a:pt x="179" y="3572"/>
                  </a:lnTo>
                  <a:lnTo>
                    <a:pt x="261" y="3701"/>
                  </a:lnTo>
                  <a:lnTo>
                    <a:pt x="359" y="3830"/>
                  </a:lnTo>
                  <a:lnTo>
                    <a:pt x="473" y="3959"/>
                  </a:lnTo>
                  <a:lnTo>
                    <a:pt x="587" y="4094"/>
                  </a:lnTo>
                  <a:lnTo>
                    <a:pt x="733" y="4223"/>
                  </a:lnTo>
                  <a:lnTo>
                    <a:pt x="896" y="4359"/>
                  </a:lnTo>
                  <a:lnTo>
                    <a:pt x="1059" y="4488"/>
                  </a:lnTo>
                  <a:lnTo>
                    <a:pt x="1254" y="4623"/>
                  </a:lnTo>
                  <a:lnTo>
                    <a:pt x="1466" y="4752"/>
                  </a:lnTo>
                  <a:lnTo>
                    <a:pt x="1694" y="4874"/>
                  </a:lnTo>
                  <a:lnTo>
                    <a:pt x="1939" y="5003"/>
                  </a:lnTo>
                  <a:lnTo>
                    <a:pt x="2199" y="5126"/>
                  </a:lnTo>
                  <a:lnTo>
                    <a:pt x="2492" y="5242"/>
                  </a:lnTo>
                  <a:lnTo>
                    <a:pt x="2802" y="5352"/>
                  </a:lnTo>
                  <a:lnTo>
                    <a:pt x="3111" y="5461"/>
                  </a:lnTo>
                  <a:lnTo>
                    <a:pt x="3470" y="5564"/>
                  </a:lnTo>
                  <a:lnTo>
                    <a:pt x="3828" y="5661"/>
                  </a:lnTo>
                  <a:lnTo>
                    <a:pt x="4219" y="5751"/>
                  </a:lnTo>
                  <a:lnTo>
                    <a:pt x="4626" y="5835"/>
                  </a:lnTo>
                  <a:lnTo>
                    <a:pt x="5050" y="5906"/>
                  </a:lnTo>
                  <a:lnTo>
                    <a:pt x="5506" y="5977"/>
                  </a:lnTo>
                  <a:lnTo>
                    <a:pt x="5978" y="6035"/>
                  </a:lnTo>
                  <a:lnTo>
                    <a:pt x="6467" y="6080"/>
                  </a:lnTo>
                  <a:lnTo>
                    <a:pt x="6988" y="6119"/>
                  </a:lnTo>
                  <a:lnTo>
                    <a:pt x="7542" y="6151"/>
                  </a:lnTo>
                  <a:lnTo>
                    <a:pt x="8096" y="6164"/>
                  </a:lnTo>
                  <a:lnTo>
                    <a:pt x="8698" y="6170"/>
                  </a:lnTo>
                  <a:lnTo>
                    <a:pt x="9105" y="6170"/>
                  </a:lnTo>
                  <a:lnTo>
                    <a:pt x="9724" y="6157"/>
                  </a:lnTo>
                  <a:lnTo>
                    <a:pt x="10311" y="6138"/>
                  </a:lnTo>
                  <a:lnTo>
                    <a:pt x="10848" y="6106"/>
                  </a:lnTo>
                  <a:lnTo>
                    <a:pt x="11370" y="6074"/>
                  </a:lnTo>
                  <a:lnTo>
                    <a:pt x="11875" y="6029"/>
                  </a:lnTo>
                  <a:lnTo>
                    <a:pt x="12331" y="5977"/>
                  </a:lnTo>
                  <a:lnTo>
                    <a:pt x="12770" y="5919"/>
                  </a:lnTo>
                  <a:lnTo>
                    <a:pt x="13178" y="5854"/>
                  </a:lnTo>
                  <a:lnTo>
                    <a:pt x="13552" y="5784"/>
                  </a:lnTo>
                  <a:lnTo>
                    <a:pt x="13911" y="5713"/>
                  </a:lnTo>
                  <a:lnTo>
                    <a:pt x="14236" y="5629"/>
                  </a:lnTo>
                  <a:lnTo>
                    <a:pt x="14546" y="5545"/>
                  </a:lnTo>
                  <a:lnTo>
                    <a:pt x="14823" y="5455"/>
                  </a:lnTo>
                  <a:lnTo>
                    <a:pt x="15100" y="5358"/>
                  </a:lnTo>
                  <a:lnTo>
                    <a:pt x="15328" y="5261"/>
                  </a:lnTo>
                  <a:lnTo>
                    <a:pt x="15556" y="5158"/>
                  </a:lnTo>
                  <a:lnTo>
                    <a:pt x="15767" y="5055"/>
                  </a:lnTo>
                  <a:lnTo>
                    <a:pt x="15947" y="4945"/>
                  </a:lnTo>
                  <a:lnTo>
                    <a:pt x="16110" y="4836"/>
                  </a:lnTo>
                  <a:lnTo>
                    <a:pt x="16272" y="4720"/>
                  </a:lnTo>
                  <a:lnTo>
                    <a:pt x="16403" y="4604"/>
                  </a:lnTo>
                  <a:lnTo>
                    <a:pt x="16533" y="4488"/>
                  </a:lnTo>
                  <a:lnTo>
                    <a:pt x="16647" y="4372"/>
                  </a:lnTo>
                  <a:lnTo>
                    <a:pt x="16745" y="4249"/>
                  </a:lnTo>
                  <a:lnTo>
                    <a:pt x="16826" y="4133"/>
                  </a:lnTo>
                  <a:lnTo>
                    <a:pt x="16908" y="4010"/>
                  </a:lnTo>
                  <a:lnTo>
                    <a:pt x="17022" y="3772"/>
                  </a:lnTo>
                  <a:lnTo>
                    <a:pt x="17119" y="3540"/>
                  </a:lnTo>
                  <a:lnTo>
                    <a:pt x="17201" y="3308"/>
                  </a:lnTo>
                  <a:lnTo>
                    <a:pt x="17233" y="3134"/>
                  </a:lnTo>
                  <a:lnTo>
                    <a:pt x="17250" y="2947"/>
                  </a:lnTo>
                  <a:lnTo>
                    <a:pt x="17250" y="2740"/>
                  </a:lnTo>
                  <a:lnTo>
                    <a:pt x="17217" y="2528"/>
                  </a:lnTo>
                  <a:lnTo>
                    <a:pt x="17152" y="2308"/>
                  </a:lnTo>
                  <a:lnTo>
                    <a:pt x="17054" y="2076"/>
                  </a:lnTo>
                  <a:lnTo>
                    <a:pt x="16924" y="1851"/>
                  </a:lnTo>
                  <a:lnTo>
                    <a:pt x="16843" y="1734"/>
                  </a:lnTo>
                  <a:lnTo>
                    <a:pt x="16745" y="1618"/>
                  </a:lnTo>
                  <a:lnTo>
                    <a:pt x="16647" y="1502"/>
                  </a:lnTo>
                  <a:lnTo>
                    <a:pt x="16533" y="1386"/>
                  </a:lnTo>
                  <a:lnTo>
                    <a:pt x="16403" y="1270"/>
                  </a:lnTo>
                  <a:lnTo>
                    <a:pt x="16272" y="1154"/>
                  </a:lnTo>
                  <a:lnTo>
                    <a:pt x="16126" y="1045"/>
                  </a:lnTo>
                  <a:lnTo>
                    <a:pt x="15963" y="935"/>
                  </a:lnTo>
                  <a:lnTo>
                    <a:pt x="15784" y="825"/>
                  </a:lnTo>
                  <a:lnTo>
                    <a:pt x="15605" y="722"/>
                  </a:lnTo>
                  <a:lnTo>
                    <a:pt x="15393" y="619"/>
                  </a:lnTo>
                  <a:lnTo>
                    <a:pt x="15181" y="522"/>
                  </a:lnTo>
                  <a:lnTo>
                    <a:pt x="14953" y="426"/>
                  </a:lnTo>
                  <a:lnTo>
                    <a:pt x="14709" y="329"/>
                  </a:lnTo>
                  <a:lnTo>
                    <a:pt x="14432" y="245"/>
                  </a:lnTo>
                  <a:lnTo>
                    <a:pt x="14155" y="155"/>
                  </a:lnTo>
                  <a:lnTo>
                    <a:pt x="13862" y="77"/>
                  </a:lnTo>
                  <a:lnTo>
                    <a:pt x="13552" y="0"/>
                  </a:lnTo>
                  <a:close/>
                </a:path>
              </a:pathLst>
            </a:custGeom>
            <a:solidFill>
              <a:srgbClr val="6891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52"/>
            <p:cNvSpPr/>
            <p:nvPr/>
          </p:nvSpPr>
          <p:spPr>
            <a:xfrm rot="10800000">
              <a:off x="-3778625" y="-899479"/>
              <a:ext cx="431250" cy="353722"/>
            </a:xfrm>
            <a:custGeom>
              <a:avLst/>
              <a:gdLst/>
              <a:ahLst/>
              <a:cxnLst/>
              <a:rect l="l" t="t" r="r" b="b"/>
              <a:pathLst>
                <a:path w="17250" h="6171" fill="none" extrusionOk="0">
                  <a:moveTo>
                    <a:pt x="8698" y="6170"/>
                  </a:moveTo>
                  <a:lnTo>
                    <a:pt x="8698" y="6170"/>
                  </a:lnTo>
                  <a:lnTo>
                    <a:pt x="9105" y="6170"/>
                  </a:lnTo>
                  <a:lnTo>
                    <a:pt x="9105" y="6170"/>
                  </a:lnTo>
                  <a:lnTo>
                    <a:pt x="9724" y="6157"/>
                  </a:lnTo>
                  <a:lnTo>
                    <a:pt x="10311" y="6138"/>
                  </a:lnTo>
                  <a:lnTo>
                    <a:pt x="10848" y="6106"/>
                  </a:lnTo>
                  <a:lnTo>
                    <a:pt x="11370" y="6074"/>
                  </a:lnTo>
                  <a:lnTo>
                    <a:pt x="11875" y="6029"/>
                  </a:lnTo>
                  <a:lnTo>
                    <a:pt x="12331" y="5977"/>
                  </a:lnTo>
                  <a:lnTo>
                    <a:pt x="12770" y="5919"/>
                  </a:lnTo>
                  <a:lnTo>
                    <a:pt x="13178" y="5854"/>
                  </a:lnTo>
                  <a:lnTo>
                    <a:pt x="13552" y="5784"/>
                  </a:lnTo>
                  <a:lnTo>
                    <a:pt x="13911" y="5713"/>
                  </a:lnTo>
                  <a:lnTo>
                    <a:pt x="14236" y="5629"/>
                  </a:lnTo>
                  <a:lnTo>
                    <a:pt x="14546" y="5545"/>
                  </a:lnTo>
                  <a:lnTo>
                    <a:pt x="14823" y="5455"/>
                  </a:lnTo>
                  <a:lnTo>
                    <a:pt x="15100" y="5358"/>
                  </a:lnTo>
                  <a:lnTo>
                    <a:pt x="15328" y="5261"/>
                  </a:lnTo>
                  <a:lnTo>
                    <a:pt x="15556" y="5158"/>
                  </a:lnTo>
                  <a:lnTo>
                    <a:pt x="15767" y="5055"/>
                  </a:lnTo>
                  <a:lnTo>
                    <a:pt x="15947" y="4945"/>
                  </a:lnTo>
                  <a:lnTo>
                    <a:pt x="16110" y="4836"/>
                  </a:lnTo>
                  <a:lnTo>
                    <a:pt x="16272" y="4720"/>
                  </a:lnTo>
                  <a:lnTo>
                    <a:pt x="16403" y="4604"/>
                  </a:lnTo>
                  <a:lnTo>
                    <a:pt x="16533" y="4488"/>
                  </a:lnTo>
                  <a:lnTo>
                    <a:pt x="16647" y="4372"/>
                  </a:lnTo>
                  <a:lnTo>
                    <a:pt x="16745" y="4249"/>
                  </a:lnTo>
                  <a:lnTo>
                    <a:pt x="16826" y="4133"/>
                  </a:lnTo>
                  <a:lnTo>
                    <a:pt x="16908" y="4010"/>
                  </a:lnTo>
                  <a:lnTo>
                    <a:pt x="17022" y="3772"/>
                  </a:lnTo>
                  <a:lnTo>
                    <a:pt x="17119" y="3540"/>
                  </a:lnTo>
                  <a:lnTo>
                    <a:pt x="17201" y="3308"/>
                  </a:lnTo>
                  <a:lnTo>
                    <a:pt x="17201" y="3308"/>
                  </a:lnTo>
                  <a:lnTo>
                    <a:pt x="17233" y="3134"/>
                  </a:lnTo>
                  <a:lnTo>
                    <a:pt x="17250" y="2947"/>
                  </a:lnTo>
                  <a:lnTo>
                    <a:pt x="17250" y="2740"/>
                  </a:lnTo>
                  <a:lnTo>
                    <a:pt x="17217" y="2528"/>
                  </a:lnTo>
                  <a:lnTo>
                    <a:pt x="17152" y="2308"/>
                  </a:lnTo>
                  <a:lnTo>
                    <a:pt x="17054" y="2076"/>
                  </a:lnTo>
                  <a:lnTo>
                    <a:pt x="16924" y="1851"/>
                  </a:lnTo>
                  <a:lnTo>
                    <a:pt x="16843" y="1734"/>
                  </a:lnTo>
                  <a:lnTo>
                    <a:pt x="16745" y="1618"/>
                  </a:lnTo>
                  <a:lnTo>
                    <a:pt x="16647" y="1502"/>
                  </a:lnTo>
                  <a:lnTo>
                    <a:pt x="16533" y="1386"/>
                  </a:lnTo>
                  <a:lnTo>
                    <a:pt x="16403" y="1270"/>
                  </a:lnTo>
                  <a:lnTo>
                    <a:pt x="16272" y="1154"/>
                  </a:lnTo>
                  <a:lnTo>
                    <a:pt x="16126" y="1045"/>
                  </a:lnTo>
                  <a:lnTo>
                    <a:pt x="15963" y="935"/>
                  </a:lnTo>
                  <a:lnTo>
                    <a:pt x="15784" y="825"/>
                  </a:lnTo>
                  <a:lnTo>
                    <a:pt x="15605" y="722"/>
                  </a:lnTo>
                  <a:lnTo>
                    <a:pt x="15393" y="619"/>
                  </a:lnTo>
                  <a:lnTo>
                    <a:pt x="15181" y="522"/>
                  </a:lnTo>
                  <a:lnTo>
                    <a:pt x="14953" y="426"/>
                  </a:lnTo>
                  <a:lnTo>
                    <a:pt x="14709" y="329"/>
                  </a:lnTo>
                  <a:lnTo>
                    <a:pt x="14432" y="245"/>
                  </a:lnTo>
                  <a:lnTo>
                    <a:pt x="14155" y="155"/>
                  </a:lnTo>
                  <a:lnTo>
                    <a:pt x="13862" y="77"/>
                  </a:lnTo>
                  <a:lnTo>
                    <a:pt x="13552" y="0"/>
                  </a:lnTo>
                  <a:lnTo>
                    <a:pt x="13552" y="0"/>
                  </a:lnTo>
                  <a:lnTo>
                    <a:pt x="12852" y="142"/>
                  </a:lnTo>
                  <a:lnTo>
                    <a:pt x="12135" y="277"/>
                  </a:lnTo>
                  <a:lnTo>
                    <a:pt x="11386" y="413"/>
                  </a:lnTo>
                  <a:lnTo>
                    <a:pt x="10637" y="542"/>
                  </a:lnTo>
                  <a:lnTo>
                    <a:pt x="9871" y="671"/>
                  </a:lnTo>
                  <a:lnTo>
                    <a:pt x="9089" y="793"/>
                  </a:lnTo>
                  <a:lnTo>
                    <a:pt x="8291" y="909"/>
                  </a:lnTo>
                  <a:lnTo>
                    <a:pt x="7477" y="1025"/>
                  </a:lnTo>
                  <a:lnTo>
                    <a:pt x="6646" y="1141"/>
                  </a:lnTo>
                  <a:lnTo>
                    <a:pt x="5799" y="1244"/>
                  </a:lnTo>
                  <a:lnTo>
                    <a:pt x="4919" y="1348"/>
                  </a:lnTo>
                  <a:lnTo>
                    <a:pt x="4040" y="1451"/>
                  </a:lnTo>
                  <a:lnTo>
                    <a:pt x="3144" y="1548"/>
                  </a:lnTo>
                  <a:lnTo>
                    <a:pt x="2232" y="1638"/>
                  </a:lnTo>
                  <a:lnTo>
                    <a:pt x="1287" y="1722"/>
                  </a:lnTo>
                  <a:lnTo>
                    <a:pt x="342" y="1805"/>
                  </a:lnTo>
                  <a:lnTo>
                    <a:pt x="342" y="1805"/>
                  </a:lnTo>
                  <a:lnTo>
                    <a:pt x="245" y="1973"/>
                  </a:lnTo>
                  <a:lnTo>
                    <a:pt x="163" y="2134"/>
                  </a:lnTo>
                  <a:lnTo>
                    <a:pt x="98" y="2295"/>
                  </a:lnTo>
                  <a:lnTo>
                    <a:pt x="49" y="2444"/>
                  </a:lnTo>
                  <a:lnTo>
                    <a:pt x="33" y="2592"/>
                  </a:lnTo>
                  <a:lnTo>
                    <a:pt x="0" y="2734"/>
                  </a:lnTo>
                  <a:lnTo>
                    <a:pt x="0" y="2992"/>
                  </a:lnTo>
                  <a:lnTo>
                    <a:pt x="0" y="2992"/>
                  </a:lnTo>
                  <a:lnTo>
                    <a:pt x="16" y="3101"/>
                  </a:lnTo>
                  <a:lnTo>
                    <a:pt x="33" y="3211"/>
                  </a:lnTo>
                  <a:lnTo>
                    <a:pt x="65" y="3327"/>
                  </a:lnTo>
                  <a:lnTo>
                    <a:pt x="114" y="3450"/>
                  </a:lnTo>
                  <a:lnTo>
                    <a:pt x="179" y="3572"/>
                  </a:lnTo>
                  <a:lnTo>
                    <a:pt x="261" y="3701"/>
                  </a:lnTo>
                  <a:lnTo>
                    <a:pt x="359" y="3830"/>
                  </a:lnTo>
                  <a:lnTo>
                    <a:pt x="473" y="3959"/>
                  </a:lnTo>
                  <a:lnTo>
                    <a:pt x="587" y="4094"/>
                  </a:lnTo>
                  <a:lnTo>
                    <a:pt x="733" y="4223"/>
                  </a:lnTo>
                  <a:lnTo>
                    <a:pt x="896" y="4359"/>
                  </a:lnTo>
                  <a:lnTo>
                    <a:pt x="1059" y="4488"/>
                  </a:lnTo>
                  <a:lnTo>
                    <a:pt x="1254" y="4623"/>
                  </a:lnTo>
                  <a:lnTo>
                    <a:pt x="1466" y="4752"/>
                  </a:lnTo>
                  <a:lnTo>
                    <a:pt x="1694" y="4874"/>
                  </a:lnTo>
                  <a:lnTo>
                    <a:pt x="1939" y="5003"/>
                  </a:lnTo>
                  <a:lnTo>
                    <a:pt x="2199" y="5126"/>
                  </a:lnTo>
                  <a:lnTo>
                    <a:pt x="2492" y="5242"/>
                  </a:lnTo>
                  <a:lnTo>
                    <a:pt x="2802" y="5352"/>
                  </a:lnTo>
                  <a:lnTo>
                    <a:pt x="3111" y="5461"/>
                  </a:lnTo>
                  <a:lnTo>
                    <a:pt x="3470" y="5564"/>
                  </a:lnTo>
                  <a:lnTo>
                    <a:pt x="3828" y="5661"/>
                  </a:lnTo>
                  <a:lnTo>
                    <a:pt x="4219" y="5751"/>
                  </a:lnTo>
                  <a:lnTo>
                    <a:pt x="4626" y="5835"/>
                  </a:lnTo>
                  <a:lnTo>
                    <a:pt x="5050" y="5906"/>
                  </a:lnTo>
                  <a:lnTo>
                    <a:pt x="5506" y="5977"/>
                  </a:lnTo>
                  <a:lnTo>
                    <a:pt x="5978" y="6035"/>
                  </a:lnTo>
                  <a:lnTo>
                    <a:pt x="6467" y="6080"/>
                  </a:lnTo>
                  <a:lnTo>
                    <a:pt x="6988" y="6119"/>
                  </a:lnTo>
                  <a:lnTo>
                    <a:pt x="7542" y="6151"/>
                  </a:lnTo>
                  <a:lnTo>
                    <a:pt x="8096" y="6164"/>
                  </a:lnTo>
                  <a:lnTo>
                    <a:pt x="8698" y="61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52"/>
            <p:cNvSpPr/>
            <p:nvPr/>
          </p:nvSpPr>
          <p:spPr>
            <a:xfrm rot="10800000">
              <a:off x="-3686200" y="-649276"/>
              <a:ext cx="330275" cy="128282"/>
            </a:xfrm>
            <a:custGeom>
              <a:avLst/>
              <a:gdLst/>
              <a:ahLst/>
              <a:cxnLst/>
              <a:rect l="l" t="t" r="r" b="b"/>
              <a:pathLst>
                <a:path w="13211" h="2238" extrusionOk="0">
                  <a:moveTo>
                    <a:pt x="8259" y="0"/>
                  </a:moveTo>
                  <a:lnTo>
                    <a:pt x="7737" y="7"/>
                  </a:lnTo>
                  <a:lnTo>
                    <a:pt x="7249" y="19"/>
                  </a:lnTo>
                  <a:lnTo>
                    <a:pt x="6776" y="45"/>
                  </a:lnTo>
                  <a:lnTo>
                    <a:pt x="6336" y="71"/>
                  </a:lnTo>
                  <a:lnTo>
                    <a:pt x="5897" y="97"/>
                  </a:lnTo>
                  <a:lnTo>
                    <a:pt x="5489" y="136"/>
                  </a:lnTo>
                  <a:lnTo>
                    <a:pt x="5082" y="181"/>
                  </a:lnTo>
                  <a:lnTo>
                    <a:pt x="4708" y="226"/>
                  </a:lnTo>
                  <a:lnTo>
                    <a:pt x="4349" y="277"/>
                  </a:lnTo>
                  <a:lnTo>
                    <a:pt x="4007" y="329"/>
                  </a:lnTo>
                  <a:lnTo>
                    <a:pt x="3681" y="393"/>
                  </a:lnTo>
                  <a:lnTo>
                    <a:pt x="3372" y="458"/>
                  </a:lnTo>
                  <a:lnTo>
                    <a:pt x="3079" y="522"/>
                  </a:lnTo>
                  <a:lnTo>
                    <a:pt x="2802" y="593"/>
                  </a:lnTo>
                  <a:lnTo>
                    <a:pt x="2541" y="671"/>
                  </a:lnTo>
                  <a:lnTo>
                    <a:pt x="2297" y="748"/>
                  </a:lnTo>
                  <a:lnTo>
                    <a:pt x="2053" y="825"/>
                  </a:lnTo>
                  <a:lnTo>
                    <a:pt x="1841" y="909"/>
                  </a:lnTo>
                  <a:lnTo>
                    <a:pt x="1629" y="999"/>
                  </a:lnTo>
                  <a:lnTo>
                    <a:pt x="1434" y="1083"/>
                  </a:lnTo>
                  <a:lnTo>
                    <a:pt x="1254" y="1174"/>
                  </a:lnTo>
                  <a:lnTo>
                    <a:pt x="1092" y="1264"/>
                  </a:lnTo>
                  <a:lnTo>
                    <a:pt x="929" y="1361"/>
                  </a:lnTo>
                  <a:lnTo>
                    <a:pt x="798" y="1457"/>
                  </a:lnTo>
                  <a:lnTo>
                    <a:pt x="652" y="1554"/>
                  </a:lnTo>
                  <a:lnTo>
                    <a:pt x="538" y="1651"/>
                  </a:lnTo>
                  <a:lnTo>
                    <a:pt x="326" y="1844"/>
                  </a:lnTo>
                  <a:lnTo>
                    <a:pt x="147" y="2044"/>
                  </a:lnTo>
                  <a:lnTo>
                    <a:pt x="0" y="2237"/>
                  </a:lnTo>
                  <a:lnTo>
                    <a:pt x="0" y="2237"/>
                  </a:lnTo>
                  <a:lnTo>
                    <a:pt x="945" y="2154"/>
                  </a:lnTo>
                  <a:lnTo>
                    <a:pt x="1890" y="2070"/>
                  </a:lnTo>
                  <a:lnTo>
                    <a:pt x="2802" y="1980"/>
                  </a:lnTo>
                  <a:lnTo>
                    <a:pt x="3698" y="1883"/>
                  </a:lnTo>
                  <a:lnTo>
                    <a:pt x="4577" y="1780"/>
                  </a:lnTo>
                  <a:lnTo>
                    <a:pt x="5457" y="1676"/>
                  </a:lnTo>
                  <a:lnTo>
                    <a:pt x="6304" y="1573"/>
                  </a:lnTo>
                  <a:lnTo>
                    <a:pt x="7135" y="1457"/>
                  </a:lnTo>
                  <a:lnTo>
                    <a:pt x="7949" y="1341"/>
                  </a:lnTo>
                  <a:lnTo>
                    <a:pt x="8747" y="1225"/>
                  </a:lnTo>
                  <a:lnTo>
                    <a:pt x="9529" y="1103"/>
                  </a:lnTo>
                  <a:lnTo>
                    <a:pt x="10295" y="974"/>
                  </a:lnTo>
                  <a:lnTo>
                    <a:pt x="11044" y="845"/>
                  </a:lnTo>
                  <a:lnTo>
                    <a:pt x="11793" y="709"/>
                  </a:lnTo>
                  <a:lnTo>
                    <a:pt x="12510" y="574"/>
                  </a:lnTo>
                  <a:lnTo>
                    <a:pt x="13210" y="432"/>
                  </a:lnTo>
                  <a:lnTo>
                    <a:pt x="12754" y="335"/>
                  </a:lnTo>
                  <a:lnTo>
                    <a:pt x="12266" y="252"/>
                  </a:lnTo>
                  <a:lnTo>
                    <a:pt x="12005" y="213"/>
                  </a:lnTo>
                  <a:lnTo>
                    <a:pt x="11744" y="181"/>
                  </a:lnTo>
                  <a:lnTo>
                    <a:pt x="11467" y="148"/>
                  </a:lnTo>
                  <a:lnTo>
                    <a:pt x="11190" y="116"/>
                  </a:lnTo>
                  <a:lnTo>
                    <a:pt x="10897" y="90"/>
                  </a:lnTo>
                  <a:lnTo>
                    <a:pt x="10588" y="65"/>
                  </a:lnTo>
                  <a:lnTo>
                    <a:pt x="10278" y="45"/>
                  </a:lnTo>
                  <a:lnTo>
                    <a:pt x="9953" y="32"/>
                  </a:lnTo>
                  <a:lnTo>
                    <a:pt x="9627" y="13"/>
                  </a:lnTo>
                  <a:lnTo>
                    <a:pt x="9285" y="7"/>
                  </a:lnTo>
                  <a:lnTo>
                    <a:pt x="8926" y="0"/>
                  </a:lnTo>
                  <a:close/>
                </a:path>
              </a:pathLst>
            </a:custGeom>
            <a:solidFill>
              <a:srgbClr val="3E0E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52"/>
            <p:cNvSpPr/>
            <p:nvPr/>
          </p:nvSpPr>
          <p:spPr>
            <a:xfrm rot="10800000">
              <a:off x="-3686200" y="-649276"/>
              <a:ext cx="330275" cy="128282"/>
            </a:xfrm>
            <a:custGeom>
              <a:avLst/>
              <a:gdLst/>
              <a:ahLst/>
              <a:cxnLst/>
              <a:rect l="l" t="t" r="r" b="b"/>
              <a:pathLst>
                <a:path w="13211" h="2238" fill="none" extrusionOk="0">
                  <a:moveTo>
                    <a:pt x="0" y="2237"/>
                  </a:moveTo>
                  <a:lnTo>
                    <a:pt x="0" y="2237"/>
                  </a:lnTo>
                  <a:lnTo>
                    <a:pt x="945" y="2154"/>
                  </a:lnTo>
                  <a:lnTo>
                    <a:pt x="1890" y="2070"/>
                  </a:lnTo>
                  <a:lnTo>
                    <a:pt x="2802" y="1980"/>
                  </a:lnTo>
                  <a:lnTo>
                    <a:pt x="3698" y="1883"/>
                  </a:lnTo>
                  <a:lnTo>
                    <a:pt x="4577" y="1780"/>
                  </a:lnTo>
                  <a:lnTo>
                    <a:pt x="5457" y="1676"/>
                  </a:lnTo>
                  <a:lnTo>
                    <a:pt x="6304" y="1573"/>
                  </a:lnTo>
                  <a:lnTo>
                    <a:pt x="7135" y="1457"/>
                  </a:lnTo>
                  <a:lnTo>
                    <a:pt x="7949" y="1341"/>
                  </a:lnTo>
                  <a:lnTo>
                    <a:pt x="8747" y="1225"/>
                  </a:lnTo>
                  <a:lnTo>
                    <a:pt x="9529" y="1103"/>
                  </a:lnTo>
                  <a:lnTo>
                    <a:pt x="10295" y="974"/>
                  </a:lnTo>
                  <a:lnTo>
                    <a:pt x="11044" y="845"/>
                  </a:lnTo>
                  <a:lnTo>
                    <a:pt x="11793" y="709"/>
                  </a:lnTo>
                  <a:lnTo>
                    <a:pt x="12510" y="574"/>
                  </a:lnTo>
                  <a:lnTo>
                    <a:pt x="13210" y="432"/>
                  </a:lnTo>
                  <a:lnTo>
                    <a:pt x="13210" y="432"/>
                  </a:lnTo>
                  <a:lnTo>
                    <a:pt x="12754" y="335"/>
                  </a:lnTo>
                  <a:lnTo>
                    <a:pt x="12266" y="252"/>
                  </a:lnTo>
                  <a:lnTo>
                    <a:pt x="12005" y="213"/>
                  </a:lnTo>
                  <a:lnTo>
                    <a:pt x="11744" y="181"/>
                  </a:lnTo>
                  <a:lnTo>
                    <a:pt x="11467" y="148"/>
                  </a:lnTo>
                  <a:lnTo>
                    <a:pt x="11190" y="116"/>
                  </a:lnTo>
                  <a:lnTo>
                    <a:pt x="10897" y="90"/>
                  </a:lnTo>
                  <a:lnTo>
                    <a:pt x="10588" y="65"/>
                  </a:lnTo>
                  <a:lnTo>
                    <a:pt x="10278" y="45"/>
                  </a:lnTo>
                  <a:lnTo>
                    <a:pt x="9953" y="32"/>
                  </a:lnTo>
                  <a:lnTo>
                    <a:pt x="9627" y="13"/>
                  </a:lnTo>
                  <a:lnTo>
                    <a:pt x="9285" y="7"/>
                  </a:lnTo>
                  <a:lnTo>
                    <a:pt x="8926" y="0"/>
                  </a:lnTo>
                  <a:lnTo>
                    <a:pt x="8568" y="0"/>
                  </a:lnTo>
                  <a:lnTo>
                    <a:pt x="8568" y="0"/>
                  </a:lnTo>
                  <a:lnTo>
                    <a:pt x="8259" y="0"/>
                  </a:lnTo>
                  <a:lnTo>
                    <a:pt x="8259" y="0"/>
                  </a:lnTo>
                  <a:lnTo>
                    <a:pt x="7737" y="7"/>
                  </a:lnTo>
                  <a:lnTo>
                    <a:pt x="7249" y="19"/>
                  </a:lnTo>
                  <a:lnTo>
                    <a:pt x="6776" y="45"/>
                  </a:lnTo>
                  <a:lnTo>
                    <a:pt x="6336" y="71"/>
                  </a:lnTo>
                  <a:lnTo>
                    <a:pt x="5897" y="97"/>
                  </a:lnTo>
                  <a:lnTo>
                    <a:pt x="5489" y="136"/>
                  </a:lnTo>
                  <a:lnTo>
                    <a:pt x="5082" y="181"/>
                  </a:lnTo>
                  <a:lnTo>
                    <a:pt x="4708" y="226"/>
                  </a:lnTo>
                  <a:lnTo>
                    <a:pt x="4349" y="277"/>
                  </a:lnTo>
                  <a:lnTo>
                    <a:pt x="4007" y="329"/>
                  </a:lnTo>
                  <a:lnTo>
                    <a:pt x="3681" y="393"/>
                  </a:lnTo>
                  <a:lnTo>
                    <a:pt x="3372" y="458"/>
                  </a:lnTo>
                  <a:lnTo>
                    <a:pt x="3079" y="522"/>
                  </a:lnTo>
                  <a:lnTo>
                    <a:pt x="2802" y="593"/>
                  </a:lnTo>
                  <a:lnTo>
                    <a:pt x="2541" y="671"/>
                  </a:lnTo>
                  <a:lnTo>
                    <a:pt x="2297" y="748"/>
                  </a:lnTo>
                  <a:lnTo>
                    <a:pt x="2053" y="825"/>
                  </a:lnTo>
                  <a:lnTo>
                    <a:pt x="1841" y="909"/>
                  </a:lnTo>
                  <a:lnTo>
                    <a:pt x="1629" y="999"/>
                  </a:lnTo>
                  <a:lnTo>
                    <a:pt x="1434" y="1083"/>
                  </a:lnTo>
                  <a:lnTo>
                    <a:pt x="1254" y="1174"/>
                  </a:lnTo>
                  <a:lnTo>
                    <a:pt x="1092" y="1264"/>
                  </a:lnTo>
                  <a:lnTo>
                    <a:pt x="929" y="1361"/>
                  </a:lnTo>
                  <a:lnTo>
                    <a:pt x="798" y="1457"/>
                  </a:lnTo>
                  <a:lnTo>
                    <a:pt x="652" y="1554"/>
                  </a:lnTo>
                  <a:lnTo>
                    <a:pt x="538" y="1651"/>
                  </a:lnTo>
                  <a:lnTo>
                    <a:pt x="326" y="1844"/>
                  </a:lnTo>
                  <a:lnTo>
                    <a:pt x="147" y="2044"/>
                  </a:lnTo>
                  <a:lnTo>
                    <a:pt x="0" y="223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52"/>
            <p:cNvSpPr/>
            <p:nvPr/>
          </p:nvSpPr>
          <p:spPr>
            <a:xfrm rot="10800000">
              <a:off x="-3626325" y="-753889"/>
              <a:ext cx="107925" cy="89133"/>
            </a:xfrm>
            <a:custGeom>
              <a:avLst/>
              <a:gdLst/>
              <a:ahLst/>
              <a:cxnLst/>
              <a:rect l="l" t="t" r="r" b="b"/>
              <a:pathLst>
                <a:path w="4317" h="1555" extrusionOk="0">
                  <a:moveTo>
                    <a:pt x="1629" y="0"/>
                  </a:moveTo>
                  <a:lnTo>
                    <a:pt x="473" y="168"/>
                  </a:lnTo>
                  <a:lnTo>
                    <a:pt x="359" y="187"/>
                  </a:lnTo>
                  <a:lnTo>
                    <a:pt x="277" y="219"/>
                  </a:lnTo>
                  <a:lnTo>
                    <a:pt x="212" y="258"/>
                  </a:lnTo>
                  <a:lnTo>
                    <a:pt x="196" y="297"/>
                  </a:lnTo>
                  <a:lnTo>
                    <a:pt x="212" y="335"/>
                  </a:lnTo>
                  <a:lnTo>
                    <a:pt x="261" y="374"/>
                  </a:lnTo>
                  <a:lnTo>
                    <a:pt x="408" y="490"/>
                  </a:lnTo>
                  <a:lnTo>
                    <a:pt x="473" y="542"/>
                  </a:lnTo>
                  <a:lnTo>
                    <a:pt x="522" y="593"/>
                  </a:lnTo>
                  <a:lnTo>
                    <a:pt x="570" y="690"/>
                  </a:lnTo>
                  <a:lnTo>
                    <a:pt x="587" y="780"/>
                  </a:lnTo>
                  <a:lnTo>
                    <a:pt x="570" y="858"/>
                  </a:lnTo>
                  <a:lnTo>
                    <a:pt x="538" y="929"/>
                  </a:lnTo>
                  <a:lnTo>
                    <a:pt x="489" y="1000"/>
                  </a:lnTo>
                  <a:lnTo>
                    <a:pt x="408" y="1058"/>
                  </a:lnTo>
                  <a:lnTo>
                    <a:pt x="342" y="1109"/>
                  </a:lnTo>
                  <a:lnTo>
                    <a:pt x="261" y="1154"/>
                  </a:lnTo>
                  <a:lnTo>
                    <a:pt x="98" y="1232"/>
                  </a:lnTo>
                  <a:lnTo>
                    <a:pt x="66" y="1251"/>
                  </a:lnTo>
                  <a:lnTo>
                    <a:pt x="33" y="1270"/>
                  </a:lnTo>
                  <a:lnTo>
                    <a:pt x="0" y="1296"/>
                  </a:lnTo>
                  <a:lnTo>
                    <a:pt x="0" y="1322"/>
                  </a:lnTo>
                  <a:lnTo>
                    <a:pt x="0" y="1348"/>
                  </a:lnTo>
                  <a:lnTo>
                    <a:pt x="33" y="1367"/>
                  </a:lnTo>
                  <a:lnTo>
                    <a:pt x="82" y="1393"/>
                  </a:lnTo>
                  <a:lnTo>
                    <a:pt x="147" y="1412"/>
                  </a:lnTo>
                  <a:lnTo>
                    <a:pt x="750" y="1554"/>
                  </a:lnTo>
                  <a:lnTo>
                    <a:pt x="1059" y="1451"/>
                  </a:lnTo>
                  <a:lnTo>
                    <a:pt x="1336" y="1341"/>
                  </a:lnTo>
                  <a:lnTo>
                    <a:pt x="1466" y="1283"/>
                  </a:lnTo>
                  <a:lnTo>
                    <a:pt x="1564" y="1225"/>
                  </a:lnTo>
                  <a:lnTo>
                    <a:pt x="1678" y="1167"/>
                  </a:lnTo>
                  <a:lnTo>
                    <a:pt x="1760" y="1109"/>
                  </a:lnTo>
                  <a:lnTo>
                    <a:pt x="1841" y="1051"/>
                  </a:lnTo>
                  <a:lnTo>
                    <a:pt x="1922" y="987"/>
                  </a:lnTo>
                  <a:lnTo>
                    <a:pt x="1971" y="929"/>
                  </a:lnTo>
                  <a:lnTo>
                    <a:pt x="2020" y="864"/>
                  </a:lnTo>
                  <a:lnTo>
                    <a:pt x="2053" y="800"/>
                  </a:lnTo>
                  <a:lnTo>
                    <a:pt x="2085" y="735"/>
                  </a:lnTo>
                  <a:lnTo>
                    <a:pt x="2102" y="671"/>
                  </a:lnTo>
                  <a:lnTo>
                    <a:pt x="2102" y="606"/>
                  </a:lnTo>
                  <a:lnTo>
                    <a:pt x="2102" y="535"/>
                  </a:lnTo>
                  <a:lnTo>
                    <a:pt x="2085" y="458"/>
                  </a:lnTo>
                  <a:lnTo>
                    <a:pt x="2036" y="381"/>
                  </a:lnTo>
                  <a:lnTo>
                    <a:pt x="1988" y="303"/>
                  </a:lnTo>
                  <a:lnTo>
                    <a:pt x="1922" y="226"/>
                  </a:lnTo>
                  <a:lnTo>
                    <a:pt x="1841" y="155"/>
                  </a:lnTo>
                  <a:lnTo>
                    <a:pt x="1743" y="78"/>
                  </a:lnTo>
                  <a:lnTo>
                    <a:pt x="1629" y="0"/>
                  </a:lnTo>
                  <a:close/>
                  <a:moveTo>
                    <a:pt x="3828" y="0"/>
                  </a:moveTo>
                  <a:lnTo>
                    <a:pt x="2688" y="168"/>
                  </a:lnTo>
                  <a:lnTo>
                    <a:pt x="2574" y="187"/>
                  </a:lnTo>
                  <a:lnTo>
                    <a:pt x="2476" y="219"/>
                  </a:lnTo>
                  <a:lnTo>
                    <a:pt x="2427" y="258"/>
                  </a:lnTo>
                  <a:lnTo>
                    <a:pt x="2411" y="297"/>
                  </a:lnTo>
                  <a:lnTo>
                    <a:pt x="2427" y="335"/>
                  </a:lnTo>
                  <a:lnTo>
                    <a:pt x="2460" y="374"/>
                  </a:lnTo>
                  <a:lnTo>
                    <a:pt x="2623" y="490"/>
                  </a:lnTo>
                  <a:lnTo>
                    <a:pt x="2672" y="542"/>
                  </a:lnTo>
                  <a:lnTo>
                    <a:pt x="2721" y="593"/>
                  </a:lnTo>
                  <a:lnTo>
                    <a:pt x="2786" y="690"/>
                  </a:lnTo>
                  <a:lnTo>
                    <a:pt x="2802" y="780"/>
                  </a:lnTo>
                  <a:lnTo>
                    <a:pt x="2786" y="858"/>
                  </a:lnTo>
                  <a:lnTo>
                    <a:pt x="2753" y="929"/>
                  </a:lnTo>
                  <a:lnTo>
                    <a:pt x="2688" y="1000"/>
                  </a:lnTo>
                  <a:lnTo>
                    <a:pt x="2623" y="1058"/>
                  </a:lnTo>
                  <a:lnTo>
                    <a:pt x="2541" y="1109"/>
                  </a:lnTo>
                  <a:lnTo>
                    <a:pt x="2460" y="1154"/>
                  </a:lnTo>
                  <a:lnTo>
                    <a:pt x="2313" y="1232"/>
                  </a:lnTo>
                  <a:lnTo>
                    <a:pt x="2264" y="1251"/>
                  </a:lnTo>
                  <a:lnTo>
                    <a:pt x="2232" y="1270"/>
                  </a:lnTo>
                  <a:lnTo>
                    <a:pt x="2216" y="1296"/>
                  </a:lnTo>
                  <a:lnTo>
                    <a:pt x="2216" y="1322"/>
                  </a:lnTo>
                  <a:lnTo>
                    <a:pt x="2216" y="1348"/>
                  </a:lnTo>
                  <a:lnTo>
                    <a:pt x="2248" y="1367"/>
                  </a:lnTo>
                  <a:lnTo>
                    <a:pt x="2281" y="1393"/>
                  </a:lnTo>
                  <a:lnTo>
                    <a:pt x="2346" y="1412"/>
                  </a:lnTo>
                  <a:lnTo>
                    <a:pt x="2949" y="1554"/>
                  </a:lnTo>
                  <a:lnTo>
                    <a:pt x="3274" y="1451"/>
                  </a:lnTo>
                  <a:lnTo>
                    <a:pt x="3551" y="1341"/>
                  </a:lnTo>
                  <a:lnTo>
                    <a:pt x="3665" y="1283"/>
                  </a:lnTo>
                  <a:lnTo>
                    <a:pt x="3779" y="1225"/>
                  </a:lnTo>
                  <a:lnTo>
                    <a:pt x="3877" y="1167"/>
                  </a:lnTo>
                  <a:lnTo>
                    <a:pt x="3975" y="1109"/>
                  </a:lnTo>
                  <a:lnTo>
                    <a:pt x="4056" y="1051"/>
                  </a:lnTo>
                  <a:lnTo>
                    <a:pt x="4121" y="987"/>
                  </a:lnTo>
                  <a:lnTo>
                    <a:pt x="4187" y="929"/>
                  </a:lnTo>
                  <a:lnTo>
                    <a:pt x="4235" y="864"/>
                  </a:lnTo>
                  <a:lnTo>
                    <a:pt x="4268" y="800"/>
                  </a:lnTo>
                  <a:lnTo>
                    <a:pt x="4301" y="735"/>
                  </a:lnTo>
                  <a:lnTo>
                    <a:pt x="4317" y="671"/>
                  </a:lnTo>
                  <a:lnTo>
                    <a:pt x="4317" y="606"/>
                  </a:lnTo>
                  <a:lnTo>
                    <a:pt x="4317" y="535"/>
                  </a:lnTo>
                  <a:lnTo>
                    <a:pt x="4284" y="458"/>
                  </a:lnTo>
                  <a:lnTo>
                    <a:pt x="4252" y="381"/>
                  </a:lnTo>
                  <a:lnTo>
                    <a:pt x="4203" y="303"/>
                  </a:lnTo>
                  <a:lnTo>
                    <a:pt x="4121" y="226"/>
                  </a:lnTo>
                  <a:lnTo>
                    <a:pt x="4040" y="155"/>
                  </a:lnTo>
                  <a:lnTo>
                    <a:pt x="3942" y="78"/>
                  </a:lnTo>
                  <a:lnTo>
                    <a:pt x="38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52"/>
            <p:cNvSpPr/>
            <p:nvPr/>
          </p:nvSpPr>
          <p:spPr>
            <a:xfrm rot="10800000">
              <a:off x="-2560650" y="-2151564"/>
              <a:ext cx="2320325" cy="2037153"/>
            </a:xfrm>
            <a:custGeom>
              <a:avLst/>
              <a:gdLst/>
              <a:ahLst/>
              <a:cxnLst/>
              <a:rect l="l" t="t" r="r" b="b"/>
              <a:pathLst>
                <a:path w="92813" h="35540" extrusionOk="0">
                  <a:moveTo>
                    <a:pt x="47954" y="1"/>
                  </a:moveTo>
                  <a:lnTo>
                    <a:pt x="46260" y="14"/>
                  </a:lnTo>
                  <a:lnTo>
                    <a:pt x="44876" y="27"/>
                  </a:lnTo>
                  <a:lnTo>
                    <a:pt x="43507" y="52"/>
                  </a:lnTo>
                  <a:lnTo>
                    <a:pt x="42188" y="85"/>
                  </a:lnTo>
                  <a:lnTo>
                    <a:pt x="40869" y="130"/>
                  </a:lnTo>
                  <a:lnTo>
                    <a:pt x="39598" y="181"/>
                  </a:lnTo>
                  <a:lnTo>
                    <a:pt x="38344" y="233"/>
                  </a:lnTo>
                  <a:lnTo>
                    <a:pt x="37122" y="304"/>
                  </a:lnTo>
                  <a:lnTo>
                    <a:pt x="35917" y="375"/>
                  </a:lnTo>
                  <a:lnTo>
                    <a:pt x="34744" y="452"/>
                  </a:lnTo>
                  <a:lnTo>
                    <a:pt x="33588" y="542"/>
                  </a:lnTo>
                  <a:lnTo>
                    <a:pt x="32464" y="639"/>
                  </a:lnTo>
                  <a:lnTo>
                    <a:pt x="31372" y="736"/>
                  </a:lnTo>
                  <a:lnTo>
                    <a:pt x="30297" y="845"/>
                  </a:lnTo>
                  <a:lnTo>
                    <a:pt x="29255" y="962"/>
                  </a:lnTo>
                  <a:lnTo>
                    <a:pt x="28229" y="1084"/>
                  </a:lnTo>
                  <a:lnTo>
                    <a:pt x="27219" y="1213"/>
                  </a:lnTo>
                  <a:lnTo>
                    <a:pt x="26241" y="1348"/>
                  </a:lnTo>
                  <a:lnTo>
                    <a:pt x="25297" y="1484"/>
                  </a:lnTo>
                  <a:lnTo>
                    <a:pt x="24368" y="1632"/>
                  </a:lnTo>
                  <a:lnTo>
                    <a:pt x="23456" y="1787"/>
                  </a:lnTo>
                  <a:lnTo>
                    <a:pt x="22560" y="1942"/>
                  </a:lnTo>
                  <a:lnTo>
                    <a:pt x="21697" y="2103"/>
                  </a:lnTo>
                  <a:lnTo>
                    <a:pt x="20866" y="2277"/>
                  </a:lnTo>
                  <a:lnTo>
                    <a:pt x="20035" y="2451"/>
                  </a:lnTo>
                  <a:lnTo>
                    <a:pt x="19237" y="2625"/>
                  </a:lnTo>
                  <a:lnTo>
                    <a:pt x="18472" y="2812"/>
                  </a:lnTo>
                  <a:lnTo>
                    <a:pt x="17706" y="2999"/>
                  </a:lnTo>
                  <a:lnTo>
                    <a:pt x="16973" y="3192"/>
                  </a:lnTo>
                  <a:lnTo>
                    <a:pt x="16257" y="3392"/>
                  </a:lnTo>
                  <a:lnTo>
                    <a:pt x="15556" y="3592"/>
                  </a:lnTo>
                  <a:lnTo>
                    <a:pt x="14888" y="3798"/>
                  </a:lnTo>
                  <a:lnTo>
                    <a:pt x="14237" y="4011"/>
                  </a:lnTo>
                  <a:lnTo>
                    <a:pt x="14351" y="4134"/>
                  </a:lnTo>
                  <a:lnTo>
                    <a:pt x="14449" y="4263"/>
                  </a:lnTo>
                  <a:lnTo>
                    <a:pt x="14530" y="4379"/>
                  </a:lnTo>
                  <a:lnTo>
                    <a:pt x="14595" y="4501"/>
                  </a:lnTo>
                  <a:lnTo>
                    <a:pt x="14644" y="4617"/>
                  </a:lnTo>
                  <a:lnTo>
                    <a:pt x="14677" y="4727"/>
                  </a:lnTo>
                  <a:lnTo>
                    <a:pt x="14709" y="4836"/>
                  </a:lnTo>
                  <a:lnTo>
                    <a:pt x="14709" y="4940"/>
                  </a:lnTo>
                  <a:lnTo>
                    <a:pt x="14709" y="5127"/>
                  </a:lnTo>
                  <a:lnTo>
                    <a:pt x="14677" y="5327"/>
                  </a:lnTo>
                  <a:lnTo>
                    <a:pt x="14628" y="5552"/>
                  </a:lnTo>
                  <a:lnTo>
                    <a:pt x="14579" y="5668"/>
                  </a:lnTo>
                  <a:lnTo>
                    <a:pt x="14530" y="5784"/>
                  </a:lnTo>
                  <a:lnTo>
                    <a:pt x="14465" y="5907"/>
                  </a:lnTo>
                  <a:lnTo>
                    <a:pt x="14383" y="6029"/>
                  </a:lnTo>
                  <a:lnTo>
                    <a:pt x="14286" y="6152"/>
                  </a:lnTo>
                  <a:lnTo>
                    <a:pt x="14172" y="6274"/>
                  </a:lnTo>
                  <a:lnTo>
                    <a:pt x="14058" y="6390"/>
                  </a:lnTo>
                  <a:lnTo>
                    <a:pt x="13911" y="6513"/>
                  </a:lnTo>
                  <a:lnTo>
                    <a:pt x="13748" y="6635"/>
                  </a:lnTo>
                  <a:lnTo>
                    <a:pt x="13569" y="6751"/>
                  </a:lnTo>
                  <a:lnTo>
                    <a:pt x="13373" y="6867"/>
                  </a:lnTo>
                  <a:lnTo>
                    <a:pt x="13145" y="6977"/>
                  </a:lnTo>
                  <a:lnTo>
                    <a:pt x="12901" y="7087"/>
                  </a:lnTo>
                  <a:lnTo>
                    <a:pt x="12640" y="7190"/>
                  </a:lnTo>
                  <a:lnTo>
                    <a:pt x="12347" y="7293"/>
                  </a:lnTo>
                  <a:lnTo>
                    <a:pt x="12038" y="7383"/>
                  </a:lnTo>
                  <a:lnTo>
                    <a:pt x="11679" y="7474"/>
                  </a:lnTo>
                  <a:lnTo>
                    <a:pt x="11321" y="7557"/>
                  </a:lnTo>
                  <a:lnTo>
                    <a:pt x="10914" y="7628"/>
                  </a:lnTo>
                  <a:lnTo>
                    <a:pt x="10490" y="7699"/>
                  </a:lnTo>
                  <a:lnTo>
                    <a:pt x="10034" y="7757"/>
                  </a:lnTo>
                  <a:lnTo>
                    <a:pt x="9529" y="7809"/>
                  </a:lnTo>
                  <a:lnTo>
                    <a:pt x="9008" y="7847"/>
                  </a:lnTo>
                  <a:lnTo>
                    <a:pt x="8454" y="7880"/>
                  </a:lnTo>
                  <a:lnTo>
                    <a:pt x="7868" y="7906"/>
                  </a:lnTo>
                  <a:lnTo>
                    <a:pt x="7233" y="7918"/>
                  </a:lnTo>
                  <a:lnTo>
                    <a:pt x="6956" y="7918"/>
                  </a:lnTo>
                  <a:lnTo>
                    <a:pt x="6483" y="7912"/>
                  </a:lnTo>
                  <a:lnTo>
                    <a:pt x="6027" y="7899"/>
                  </a:lnTo>
                  <a:lnTo>
                    <a:pt x="5539" y="8247"/>
                  </a:lnTo>
                  <a:lnTo>
                    <a:pt x="5083" y="8595"/>
                  </a:lnTo>
                  <a:lnTo>
                    <a:pt x="4643" y="8944"/>
                  </a:lnTo>
                  <a:lnTo>
                    <a:pt x="4236" y="9298"/>
                  </a:lnTo>
                  <a:lnTo>
                    <a:pt x="3861" y="9653"/>
                  </a:lnTo>
                  <a:lnTo>
                    <a:pt x="3486" y="10007"/>
                  </a:lnTo>
                  <a:lnTo>
                    <a:pt x="3144" y="10362"/>
                  </a:lnTo>
                  <a:lnTo>
                    <a:pt x="2835" y="10717"/>
                  </a:lnTo>
                  <a:lnTo>
                    <a:pt x="2542" y="11071"/>
                  </a:lnTo>
                  <a:lnTo>
                    <a:pt x="2265" y="11432"/>
                  </a:lnTo>
                  <a:lnTo>
                    <a:pt x="2004" y="11787"/>
                  </a:lnTo>
                  <a:lnTo>
                    <a:pt x="1776" y="12135"/>
                  </a:lnTo>
                  <a:lnTo>
                    <a:pt x="1548" y="12490"/>
                  </a:lnTo>
                  <a:lnTo>
                    <a:pt x="1353" y="12838"/>
                  </a:lnTo>
                  <a:lnTo>
                    <a:pt x="1157" y="13186"/>
                  </a:lnTo>
                  <a:lnTo>
                    <a:pt x="994" y="13534"/>
                  </a:lnTo>
                  <a:lnTo>
                    <a:pt x="848" y="13876"/>
                  </a:lnTo>
                  <a:lnTo>
                    <a:pt x="717" y="14211"/>
                  </a:lnTo>
                  <a:lnTo>
                    <a:pt x="587" y="14553"/>
                  </a:lnTo>
                  <a:lnTo>
                    <a:pt x="473" y="14882"/>
                  </a:lnTo>
                  <a:lnTo>
                    <a:pt x="375" y="15211"/>
                  </a:lnTo>
                  <a:lnTo>
                    <a:pt x="294" y="15533"/>
                  </a:lnTo>
                  <a:lnTo>
                    <a:pt x="229" y="15849"/>
                  </a:lnTo>
                  <a:lnTo>
                    <a:pt x="163" y="16165"/>
                  </a:lnTo>
                  <a:lnTo>
                    <a:pt x="82" y="16771"/>
                  </a:lnTo>
                  <a:lnTo>
                    <a:pt x="17" y="17351"/>
                  </a:lnTo>
                  <a:lnTo>
                    <a:pt x="1" y="17906"/>
                  </a:lnTo>
                  <a:lnTo>
                    <a:pt x="1" y="18428"/>
                  </a:lnTo>
                  <a:lnTo>
                    <a:pt x="17" y="18712"/>
                  </a:lnTo>
                  <a:lnTo>
                    <a:pt x="49" y="19008"/>
                  </a:lnTo>
                  <a:lnTo>
                    <a:pt x="98" y="19305"/>
                  </a:lnTo>
                  <a:lnTo>
                    <a:pt x="180" y="19614"/>
                  </a:lnTo>
                  <a:lnTo>
                    <a:pt x="261" y="19924"/>
                  </a:lnTo>
                  <a:lnTo>
                    <a:pt x="375" y="20240"/>
                  </a:lnTo>
                  <a:lnTo>
                    <a:pt x="489" y="20562"/>
                  </a:lnTo>
                  <a:lnTo>
                    <a:pt x="636" y="20891"/>
                  </a:lnTo>
                  <a:lnTo>
                    <a:pt x="799" y="21226"/>
                  </a:lnTo>
                  <a:lnTo>
                    <a:pt x="994" y="21561"/>
                  </a:lnTo>
                  <a:lnTo>
                    <a:pt x="1190" y="21903"/>
                  </a:lnTo>
                  <a:lnTo>
                    <a:pt x="1418" y="22245"/>
                  </a:lnTo>
                  <a:lnTo>
                    <a:pt x="1662" y="22593"/>
                  </a:lnTo>
                  <a:lnTo>
                    <a:pt x="1923" y="22941"/>
                  </a:lnTo>
                  <a:lnTo>
                    <a:pt x="2200" y="23289"/>
                  </a:lnTo>
                  <a:lnTo>
                    <a:pt x="2509" y="23644"/>
                  </a:lnTo>
                  <a:lnTo>
                    <a:pt x="2835" y="23998"/>
                  </a:lnTo>
                  <a:lnTo>
                    <a:pt x="3177" y="24353"/>
                  </a:lnTo>
                  <a:lnTo>
                    <a:pt x="3551" y="24708"/>
                  </a:lnTo>
                  <a:lnTo>
                    <a:pt x="3942" y="25069"/>
                  </a:lnTo>
                  <a:lnTo>
                    <a:pt x="4366" y="25423"/>
                  </a:lnTo>
                  <a:lnTo>
                    <a:pt x="4789" y="25778"/>
                  </a:lnTo>
                  <a:lnTo>
                    <a:pt x="5262" y="26133"/>
                  </a:lnTo>
                  <a:lnTo>
                    <a:pt x="5734" y="26487"/>
                  </a:lnTo>
                  <a:lnTo>
                    <a:pt x="6239" y="26842"/>
                  </a:lnTo>
                  <a:lnTo>
                    <a:pt x="6777" y="27196"/>
                  </a:lnTo>
                  <a:lnTo>
                    <a:pt x="7330" y="27545"/>
                  </a:lnTo>
                  <a:lnTo>
                    <a:pt x="7901" y="27893"/>
                  </a:lnTo>
                  <a:lnTo>
                    <a:pt x="8503" y="28234"/>
                  </a:lnTo>
                  <a:lnTo>
                    <a:pt x="9122" y="28576"/>
                  </a:lnTo>
                  <a:lnTo>
                    <a:pt x="9774" y="28911"/>
                  </a:lnTo>
                  <a:lnTo>
                    <a:pt x="10458" y="29240"/>
                  </a:lnTo>
                  <a:lnTo>
                    <a:pt x="11158" y="29569"/>
                  </a:lnTo>
                  <a:lnTo>
                    <a:pt x="11875" y="29891"/>
                  </a:lnTo>
                  <a:lnTo>
                    <a:pt x="12640" y="30214"/>
                  </a:lnTo>
                  <a:lnTo>
                    <a:pt x="13406" y="30523"/>
                  </a:lnTo>
                  <a:lnTo>
                    <a:pt x="14220" y="30833"/>
                  </a:lnTo>
                  <a:lnTo>
                    <a:pt x="15051" y="31129"/>
                  </a:lnTo>
                  <a:lnTo>
                    <a:pt x="15898" y="31426"/>
                  </a:lnTo>
                  <a:lnTo>
                    <a:pt x="16794" y="31716"/>
                  </a:lnTo>
                  <a:lnTo>
                    <a:pt x="17706" y="31993"/>
                  </a:lnTo>
                  <a:lnTo>
                    <a:pt x="18635" y="32264"/>
                  </a:lnTo>
                  <a:lnTo>
                    <a:pt x="19612" y="32528"/>
                  </a:lnTo>
                  <a:lnTo>
                    <a:pt x="20606" y="32786"/>
                  </a:lnTo>
                  <a:lnTo>
                    <a:pt x="21632" y="33031"/>
                  </a:lnTo>
                  <a:lnTo>
                    <a:pt x="22674" y="33270"/>
                  </a:lnTo>
                  <a:lnTo>
                    <a:pt x="23766" y="33496"/>
                  </a:lnTo>
                  <a:lnTo>
                    <a:pt x="24873" y="33715"/>
                  </a:lnTo>
                  <a:lnTo>
                    <a:pt x="26013" y="33921"/>
                  </a:lnTo>
                  <a:lnTo>
                    <a:pt x="27186" y="34115"/>
                  </a:lnTo>
                  <a:lnTo>
                    <a:pt x="28375" y="34302"/>
                  </a:lnTo>
                  <a:lnTo>
                    <a:pt x="29613" y="34476"/>
                  </a:lnTo>
                  <a:lnTo>
                    <a:pt x="30867" y="34637"/>
                  </a:lnTo>
                  <a:lnTo>
                    <a:pt x="32154" y="34785"/>
                  </a:lnTo>
                  <a:lnTo>
                    <a:pt x="32806" y="34856"/>
                  </a:lnTo>
                  <a:lnTo>
                    <a:pt x="33474" y="34927"/>
                  </a:lnTo>
                  <a:lnTo>
                    <a:pt x="34141" y="34991"/>
                  </a:lnTo>
                  <a:lnTo>
                    <a:pt x="34825" y="35049"/>
                  </a:lnTo>
                  <a:lnTo>
                    <a:pt x="35510" y="35107"/>
                  </a:lnTo>
                  <a:lnTo>
                    <a:pt x="36210" y="35159"/>
                  </a:lnTo>
                  <a:lnTo>
                    <a:pt x="36910" y="35211"/>
                  </a:lnTo>
                  <a:lnTo>
                    <a:pt x="37627" y="35262"/>
                  </a:lnTo>
                  <a:lnTo>
                    <a:pt x="38344" y="35301"/>
                  </a:lnTo>
                  <a:lnTo>
                    <a:pt x="39077" y="35346"/>
                  </a:lnTo>
                  <a:lnTo>
                    <a:pt x="39810" y="35378"/>
                  </a:lnTo>
                  <a:lnTo>
                    <a:pt x="40543" y="35411"/>
                  </a:lnTo>
                  <a:lnTo>
                    <a:pt x="41292" y="35443"/>
                  </a:lnTo>
                  <a:lnTo>
                    <a:pt x="42058" y="35469"/>
                  </a:lnTo>
                  <a:lnTo>
                    <a:pt x="42823" y="35488"/>
                  </a:lnTo>
                  <a:lnTo>
                    <a:pt x="43605" y="35507"/>
                  </a:lnTo>
                  <a:lnTo>
                    <a:pt x="44387" y="35520"/>
                  </a:lnTo>
                  <a:lnTo>
                    <a:pt x="45169" y="35533"/>
                  </a:lnTo>
                  <a:lnTo>
                    <a:pt x="45983" y="35539"/>
                  </a:lnTo>
                  <a:lnTo>
                    <a:pt x="46781" y="35539"/>
                  </a:lnTo>
                  <a:lnTo>
                    <a:pt x="47873" y="35533"/>
                  </a:lnTo>
                  <a:lnTo>
                    <a:pt x="48980" y="35527"/>
                  </a:lnTo>
                  <a:lnTo>
                    <a:pt x="50462" y="35501"/>
                  </a:lnTo>
                  <a:lnTo>
                    <a:pt x="51928" y="35469"/>
                  </a:lnTo>
                  <a:lnTo>
                    <a:pt x="53346" y="35423"/>
                  </a:lnTo>
                  <a:lnTo>
                    <a:pt x="54746" y="35372"/>
                  </a:lnTo>
                  <a:lnTo>
                    <a:pt x="56098" y="35314"/>
                  </a:lnTo>
                  <a:lnTo>
                    <a:pt x="57418" y="35243"/>
                  </a:lnTo>
                  <a:lnTo>
                    <a:pt x="58704" y="35172"/>
                  </a:lnTo>
                  <a:lnTo>
                    <a:pt x="59959" y="35088"/>
                  </a:lnTo>
                  <a:lnTo>
                    <a:pt x="61180" y="34991"/>
                  </a:lnTo>
                  <a:lnTo>
                    <a:pt x="62369" y="34895"/>
                  </a:lnTo>
                  <a:lnTo>
                    <a:pt x="63542" y="34785"/>
                  </a:lnTo>
                  <a:lnTo>
                    <a:pt x="64666" y="34669"/>
                  </a:lnTo>
                  <a:lnTo>
                    <a:pt x="65774" y="34553"/>
                  </a:lnTo>
                  <a:lnTo>
                    <a:pt x="66832" y="34424"/>
                  </a:lnTo>
                  <a:lnTo>
                    <a:pt x="67875" y="34282"/>
                  </a:lnTo>
                  <a:lnTo>
                    <a:pt x="68885" y="34140"/>
                  </a:lnTo>
                  <a:lnTo>
                    <a:pt x="69878" y="33992"/>
                  </a:lnTo>
                  <a:lnTo>
                    <a:pt x="70823" y="33837"/>
                  </a:lnTo>
                  <a:lnTo>
                    <a:pt x="71752" y="33676"/>
                  </a:lnTo>
                  <a:lnTo>
                    <a:pt x="72647" y="33509"/>
                  </a:lnTo>
                  <a:lnTo>
                    <a:pt x="73527" y="33334"/>
                  </a:lnTo>
                  <a:lnTo>
                    <a:pt x="74374" y="33154"/>
                  </a:lnTo>
                  <a:lnTo>
                    <a:pt x="75188" y="32967"/>
                  </a:lnTo>
                  <a:lnTo>
                    <a:pt x="75987" y="32773"/>
                  </a:lnTo>
                  <a:lnTo>
                    <a:pt x="76752" y="32580"/>
                  </a:lnTo>
                  <a:lnTo>
                    <a:pt x="77485" y="32374"/>
                  </a:lnTo>
                  <a:lnTo>
                    <a:pt x="78218" y="32167"/>
                  </a:lnTo>
                  <a:lnTo>
                    <a:pt x="78902" y="31955"/>
                  </a:lnTo>
                  <a:lnTo>
                    <a:pt x="79586" y="31742"/>
                  </a:lnTo>
                  <a:lnTo>
                    <a:pt x="80222" y="31516"/>
                  </a:lnTo>
                  <a:lnTo>
                    <a:pt x="80857" y="31291"/>
                  </a:lnTo>
                  <a:lnTo>
                    <a:pt x="81460" y="31065"/>
                  </a:lnTo>
                  <a:lnTo>
                    <a:pt x="81362" y="30949"/>
                  </a:lnTo>
                  <a:lnTo>
                    <a:pt x="81280" y="30833"/>
                  </a:lnTo>
                  <a:lnTo>
                    <a:pt x="81215" y="30723"/>
                  </a:lnTo>
                  <a:lnTo>
                    <a:pt x="81150" y="30614"/>
                  </a:lnTo>
                  <a:lnTo>
                    <a:pt x="81118" y="30510"/>
                  </a:lnTo>
                  <a:lnTo>
                    <a:pt x="81085" y="30407"/>
                  </a:lnTo>
                  <a:lnTo>
                    <a:pt x="81052" y="30311"/>
                  </a:lnTo>
                  <a:lnTo>
                    <a:pt x="81052" y="30214"/>
                  </a:lnTo>
                  <a:lnTo>
                    <a:pt x="81052" y="30033"/>
                  </a:lnTo>
                  <a:lnTo>
                    <a:pt x="81085" y="29833"/>
                  </a:lnTo>
                  <a:lnTo>
                    <a:pt x="81134" y="29614"/>
                  </a:lnTo>
                  <a:lnTo>
                    <a:pt x="81232" y="29389"/>
                  </a:lnTo>
                  <a:lnTo>
                    <a:pt x="81297" y="29273"/>
                  </a:lnTo>
                  <a:lnTo>
                    <a:pt x="81362" y="29150"/>
                  </a:lnTo>
                  <a:lnTo>
                    <a:pt x="81460" y="29034"/>
                  </a:lnTo>
                  <a:lnTo>
                    <a:pt x="81557" y="28911"/>
                  </a:lnTo>
                  <a:lnTo>
                    <a:pt x="81671" y="28795"/>
                  </a:lnTo>
                  <a:lnTo>
                    <a:pt x="81818" y="28673"/>
                  </a:lnTo>
                  <a:lnTo>
                    <a:pt x="81965" y="28557"/>
                  </a:lnTo>
                  <a:lnTo>
                    <a:pt x="82144" y="28441"/>
                  </a:lnTo>
                  <a:lnTo>
                    <a:pt x="82323" y="28325"/>
                  </a:lnTo>
                  <a:lnTo>
                    <a:pt x="82535" y="28215"/>
                  </a:lnTo>
                  <a:lnTo>
                    <a:pt x="82763" y="28106"/>
                  </a:lnTo>
                  <a:lnTo>
                    <a:pt x="83023" y="28002"/>
                  </a:lnTo>
                  <a:lnTo>
                    <a:pt x="83300" y="27906"/>
                  </a:lnTo>
                  <a:lnTo>
                    <a:pt x="83593" y="27809"/>
                  </a:lnTo>
                  <a:lnTo>
                    <a:pt x="83919" y="27719"/>
                  </a:lnTo>
                  <a:lnTo>
                    <a:pt x="84261" y="27635"/>
                  </a:lnTo>
                  <a:lnTo>
                    <a:pt x="84652" y="27564"/>
                  </a:lnTo>
                  <a:lnTo>
                    <a:pt x="85043" y="27493"/>
                  </a:lnTo>
                  <a:lnTo>
                    <a:pt x="85483" y="27429"/>
                  </a:lnTo>
                  <a:lnTo>
                    <a:pt x="85955" y="27370"/>
                  </a:lnTo>
                  <a:lnTo>
                    <a:pt x="86444" y="27325"/>
                  </a:lnTo>
                  <a:lnTo>
                    <a:pt x="86965" y="27293"/>
                  </a:lnTo>
                  <a:lnTo>
                    <a:pt x="87535" y="27261"/>
                  </a:lnTo>
                  <a:lnTo>
                    <a:pt x="88122" y="27242"/>
                  </a:lnTo>
                  <a:lnTo>
                    <a:pt x="88610" y="26803"/>
                  </a:lnTo>
                  <a:lnTo>
                    <a:pt x="89066" y="26365"/>
                  </a:lnTo>
                  <a:lnTo>
                    <a:pt x="89474" y="25920"/>
                  </a:lnTo>
                  <a:lnTo>
                    <a:pt x="89864" y="25468"/>
                  </a:lnTo>
                  <a:lnTo>
                    <a:pt x="90207" y="25024"/>
                  </a:lnTo>
                  <a:lnTo>
                    <a:pt x="90532" y="24572"/>
                  </a:lnTo>
                  <a:lnTo>
                    <a:pt x="90826" y="24121"/>
                  </a:lnTo>
                  <a:lnTo>
                    <a:pt x="91102" y="23670"/>
                  </a:lnTo>
                  <a:lnTo>
                    <a:pt x="91347" y="23218"/>
                  </a:lnTo>
                  <a:lnTo>
                    <a:pt x="91558" y="22767"/>
                  </a:lnTo>
                  <a:lnTo>
                    <a:pt x="91770" y="22322"/>
                  </a:lnTo>
                  <a:lnTo>
                    <a:pt x="91949" y="21871"/>
                  </a:lnTo>
                  <a:lnTo>
                    <a:pt x="92112" y="21432"/>
                  </a:lnTo>
                  <a:lnTo>
                    <a:pt x="92259" y="20994"/>
                  </a:lnTo>
                  <a:lnTo>
                    <a:pt x="92389" y="20555"/>
                  </a:lnTo>
                  <a:lnTo>
                    <a:pt x="92520" y="20130"/>
                  </a:lnTo>
                  <a:lnTo>
                    <a:pt x="92585" y="19853"/>
                  </a:lnTo>
                  <a:lnTo>
                    <a:pt x="92650" y="19569"/>
                  </a:lnTo>
                  <a:lnTo>
                    <a:pt x="92715" y="19272"/>
                  </a:lnTo>
                  <a:lnTo>
                    <a:pt x="92748" y="18969"/>
                  </a:lnTo>
                  <a:lnTo>
                    <a:pt x="92780" y="18660"/>
                  </a:lnTo>
                  <a:lnTo>
                    <a:pt x="92796" y="18344"/>
                  </a:lnTo>
                  <a:lnTo>
                    <a:pt x="92813" y="18022"/>
                  </a:lnTo>
                  <a:lnTo>
                    <a:pt x="92813" y="17693"/>
                  </a:lnTo>
                  <a:lnTo>
                    <a:pt x="92796" y="17358"/>
                  </a:lnTo>
                  <a:lnTo>
                    <a:pt x="92764" y="17022"/>
                  </a:lnTo>
                  <a:lnTo>
                    <a:pt x="92731" y="16674"/>
                  </a:lnTo>
                  <a:lnTo>
                    <a:pt x="92682" y="16326"/>
                  </a:lnTo>
                  <a:lnTo>
                    <a:pt x="92601" y="15971"/>
                  </a:lnTo>
                  <a:lnTo>
                    <a:pt x="92520" y="15610"/>
                  </a:lnTo>
                  <a:lnTo>
                    <a:pt x="92422" y="15243"/>
                  </a:lnTo>
                  <a:lnTo>
                    <a:pt x="92308" y="14882"/>
                  </a:lnTo>
                  <a:lnTo>
                    <a:pt x="92177" y="14508"/>
                  </a:lnTo>
                  <a:lnTo>
                    <a:pt x="92031" y="14140"/>
                  </a:lnTo>
                  <a:lnTo>
                    <a:pt x="91868" y="13760"/>
                  </a:lnTo>
                  <a:lnTo>
                    <a:pt x="91673" y="13386"/>
                  </a:lnTo>
                  <a:lnTo>
                    <a:pt x="91477" y="13005"/>
                  </a:lnTo>
                  <a:lnTo>
                    <a:pt x="91249" y="12625"/>
                  </a:lnTo>
                  <a:lnTo>
                    <a:pt x="91021" y="12245"/>
                  </a:lnTo>
                  <a:lnTo>
                    <a:pt x="90760" y="11864"/>
                  </a:lnTo>
                  <a:lnTo>
                    <a:pt x="90467" y="11484"/>
                  </a:lnTo>
                  <a:lnTo>
                    <a:pt x="90174" y="11103"/>
                  </a:lnTo>
                  <a:lnTo>
                    <a:pt x="89848" y="10723"/>
                  </a:lnTo>
                  <a:lnTo>
                    <a:pt x="89506" y="10343"/>
                  </a:lnTo>
                  <a:lnTo>
                    <a:pt x="89131" y="9969"/>
                  </a:lnTo>
                  <a:lnTo>
                    <a:pt x="88741" y="9588"/>
                  </a:lnTo>
                  <a:lnTo>
                    <a:pt x="88333" y="9214"/>
                  </a:lnTo>
                  <a:lnTo>
                    <a:pt x="87894" y="8840"/>
                  </a:lnTo>
                  <a:lnTo>
                    <a:pt x="86737" y="8686"/>
                  </a:lnTo>
                  <a:lnTo>
                    <a:pt x="85613" y="8518"/>
                  </a:lnTo>
                  <a:lnTo>
                    <a:pt x="84522" y="8344"/>
                  </a:lnTo>
                  <a:lnTo>
                    <a:pt x="83430" y="8157"/>
                  </a:lnTo>
                  <a:lnTo>
                    <a:pt x="82372" y="7970"/>
                  </a:lnTo>
                  <a:lnTo>
                    <a:pt x="81329" y="7770"/>
                  </a:lnTo>
                  <a:lnTo>
                    <a:pt x="80319" y="7564"/>
                  </a:lnTo>
                  <a:lnTo>
                    <a:pt x="79326" y="7351"/>
                  </a:lnTo>
                  <a:lnTo>
                    <a:pt x="78348" y="7125"/>
                  </a:lnTo>
                  <a:lnTo>
                    <a:pt x="77404" y="6900"/>
                  </a:lnTo>
                  <a:lnTo>
                    <a:pt x="76475" y="6661"/>
                  </a:lnTo>
                  <a:lnTo>
                    <a:pt x="75563" y="6423"/>
                  </a:lnTo>
                  <a:lnTo>
                    <a:pt x="74667" y="6178"/>
                  </a:lnTo>
                  <a:lnTo>
                    <a:pt x="73804" y="5920"/>
                  </a:lnTo>
                  <a:lnTo>
                    <a:pt x="72957" y="5662"/>
                  </a:lnTo>
                  <a:lnTo>
                    <a:pt x="72126" y="5397"/>
                  </a:lnTo>
                  <a:lnTo>
                    <a:pt x="71328" y="5127"/>
                  </a:lnTo>
                  <a:lnTo>
                    <a:pt x="70546" y="4856"/>
                  </a:lnTo>
                  <a:lnTo>
                    <a:pt x="69781" y="4572"/>
                  </a:lnTo>
                  <a:lnTo>
                    <a:pt x="69031" y="4288"/>
                  </a:lnTo>
                  <a:lnTo>
                    <a:pt x="68298" y="3998"/>
                  </a:lnTo>
                  <a:lnTo>
                    <a:pt x="67598" y="3708"/>
                  </a:lnTo>
                  <a:lnTo>
                    <a:pt x="66898" y="3405"/>
                  </a:lnTo>
                  <a:lnTo>
                    <a:pt x="66230" y="3109"/>
                  </a:lnTo>
                  <a:lnTo>
                    <a:pt x="65595" y="2799"/>
                  </a:lnTo>
                  <a:lnTo>
                    <a:pt x="64959" y="2496"/>
                  </a:lnTo>
                  <a:lnTo>
                    <a:pt x="64340" y="2180"/>
                  </a:lnTo>
                  <a:lnTo>
                    <a:pt x="63754" y="1871"/>
                  </a:lnTo>
                  <a:lnTo>
                    <a:pt x="63184" y="1555"/>
                  </a:lnTo>
                  <a:lnTo>
                    <a:pt x="62630" y="1232"/>
                  </a:lnTo>
                  <a:lnTo>
                    <a:pt x="62093" y="910"/>
                  </a:lnTo>
                  <a:lnTo>
                    <a:pt x="61571" y="588"/>
                  </a:lnTo>
                  <a:lnTo>
                    <a:pt x="60806" y="523"/>
                  </a:lnTo>
                  <a:lnTo>
                    <a:pt x="60024" y="459"/>
                  </a:lnTo>
                  <a:lnTo>
                    <a:pt x="59242" y="394"/>
                  </a:lnTo>
                  <a:lnTo>
                    <a:pt x="58444" y="336"/>
                  </a:lnTo>
                  <a:lnTo>
                    <a:pt x="57646" y="285"/>
                  </a:lnTo>
                  <a:lnTo>
                    <a:pt x="56815" y="239"/>
                  </a:lnTo>
                  <a:lnTo>
                    <a:pt x="55984" y="194"/>
                  </a:lnTo>
                  <a:lnTo>
                    <a:pt x="55154" y="156"/>
                  </a:lnTo>
                  <a:lnTo>
                    <a:pt x="54290" y="123"/>
                  </a:lnTo>
                  <a:lnTo>
                    <a:pt x="53427" y="91"/>
                  </a:lnTo>
                  <a:lnTo>
                    <a:pt x="52547" y="65"/>
                  </a:lnTo>
                  <a:lnTo>
                    <a:pt x="51652" y="40"/>
                  </a:lnTo>
                  <a:lnTo>
                    <a:pt x="50739" y="27"/>
                  </a:lnTo>
                  <a:lnTo>
                    <a:pt x="49827" y="14"/>
                  </a:lnTo>
                  <a:lnTo>
                    <a:pt x="48899" y="7"/>
                  </a:lnTo>
                  <a:lnTo>
                    <a:pt x="47954" y="1"/>
                  </a:lnTo>
                  <a:close/>
                </a:path>
              </a:pathLst>
            </a:custGeom>
            <a:solidFill>
              <a:srgbClr val="00BB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52"/>
            <p:cNvSpPr/>
            <p:nvPr/>
          </p:nvSpPr>
          <p:spPr>
            <a:xfrm rot="10800000">
              <a:off x="-2560650" y="-2151564"/>
              <a:ext cx="2320325" cy="2037153"/>
            </a:xfrm>
            <a:custGeom>
              <a:avLst/>
              <a:gdLst/>
              <a:ahLst/>
              <a:cxnLst/>
              <a:rect l="l" t="t" r="r" b="b"/>
              <a:pathLst>
                <a:path w="92813" h="35540" fill="none" extrusionOk="0">
                  <a:moveTo>
                    <a:pt x="46781" y="35539"/>
                  </a:moveTo>
                  <a:lnTo>
                    <a:pt x="46781" y="35539"/>
                  </a:lnTo>
                  <a:lnTo>
                    <a:pt x="47873" y="35533"/>
                  </a:lnTo>
                  <a:lnTo>
                    <a:pt x="48980" y="35527"/>
                  </a:lnTo>
                  <a:lnTo>
                    <a:pt x="48980" y="35527"/>
                  </a:lnTo>
                  <a:lnTo>
                    <a:pt x="50462" y="35501"/>
                  </a:lnTo>
                  <a:lnTo>
                    <a:pt x="51928" y="35469"/>
                  </a:lnTo>
                  <a:lnTo>
                    <a:pt x="53346" y="35423"/>
                  </a:lnTo>
                  <a:lnTo>
                    <a:pt x="54746" y="35372"/>
                  </a:lnTo>
                  <a:lnTo>
                    <a:pt x="56098" y="35314"/>
                  </a:lnTo>
                  <a:lnTo>
                    <a:pt x="57418" y="35243"/>
                  </a:lnTo>
                  <a:lnTo>
                    <a:pt x="58704" y="35172"/>
                  </a:lnTo>
                  <a:lnTo>
                    <a:pt x="59959" y="35088"/>
                  </a:lnTo>
                  <a:lnTo>
                    <a:pt x="61180" y="34991"/>
                  </a:lnTo>
                  <a:lnTo>
                    <a:pt x="62369" y="34895"/>
                  </a:lnTo>
                  <a:lnTo>
                    <a:pt x="63542" y="34785"/>
                  </a:lnTo>
                  <a:lnTo>
                    <a:pt x="64666" y="34669"/>
                  </a:lnTo>
                  <a:lnTo>
                    <a:pt x="65774" y="34553"/>
                  </a:lnTo>
                  <a:lnTo>
                    <a:pt x="66832" y="34424"/>
                  </a:lnTo>
                  <a:lnTo>
                    <a:pt x="67875" y="34282"/>
                  </a:lnTo>
                  <a:lnTo>
                    <a:pt x="68885" y="34140"/>
                  </a:lnTo>
                  <a:lnTo>
                    <a:pt x="69878" y="33992"/>
                  </a:lnTo>
                  <a:lnTo>
                    <a:pt x="70823" y="33837"/>
                  </a:lnTo>
                  <a:lnTo>
                    <a:pt x="71752" y="33676"/>
                  </a:lnTo>
                  <a:lnTo>
                    <a:pt x="72647" y="33509"/>
                  </a:lnTo>
                  <a:lnTo>
                    <a:pt x="73527" y="33334"/>
                  </a:lnTo>
                  <a:lnTo>
                    <a:pt x="74374" y="33154"/>
                  </a:lnTo>
                  <a:lnTo>
                    <a:pt x="75188" y="32967"/>
                  </a:lnTo>
                  <a:lnTo>
                    <a:pt x="75987" y="32773"/>
                  </a:lnTo>
                  <a:lnTo>
                    <a:pt x="76752" y="32580"/>
                  </a:lnTo>
                  <a:lnTo>
                    <a:pt x="77485" y="32374"/>
                  </a:lnTo>
                  <a:lnTo>
                    <a:pt x="78218" y="32167"/>
                  </a:lnTo>
                  <a:lnTo>
                    <a:pt x="78902" y="31955"/>
                  </a:lnTo>
                  <a:lnTo>
                    <a:pt x="79586" y="31742"/>
                  </a:lnTo>
                  <a:lnTo>
                    <a:pt x="80222" y="31516"/>
                  </a:lnTo>
                  <a:lnTo>
                    <a:pt x="80857" y="31291"/>
                  </a:lnTo>
                  <a:lnTo>
                    <a:pt x="81460" y="31065"/>
                  </a:lnTo>
                  <a:lnTo>
                    <a:pt x="81460" y="31065"/>
                  </a:lnTo>
                  <a:lnTo>
                    <a:pt x="81362" y="30949"/>
                  </a:lnTo>
                  <a:lnTo>
                    <a:pt x="81280" y="30833"/>
                  </a:lnTo>
                  <a:lnTo>
                    <a:pt x="81215" y="30723"/>
                  </a:lnTo>
                  <a:lnTo>
                    <a:pt x="81150" y="30614"/>
                  </a:lnTo>
                  <a:lnTo>
                    <a:pt x="81118" y="30510"/>
                  </a:lnTo>
                  <a:lnTo>
                    <a:pt x="81085" y="30407"/>
                  </a:lnTo>
                  <a:lnTo>
                    <a:pt x="81052" y="30311"/>
                  </a:lnTo>
                  <a:lnTo>
                    <a:pt x="81052" y="30214"/>
                  </a:lnTo>
                  <a:lnTo>
                    <a:pt x="81052" y="30214"/>
                  </a:lnTo>
                  <a:lnTo>
                    <a:pt x="81052" y="30033"/>
                  </a:lnTo>
                  <a:lnTo>
                    <a:pt x="81085" y="29833"/>
                  </a:lnTo>
                  <a:lnTo>
                    <a:pt x="81134" y="29614"/>
                  </a:lnTo>
                  <a:lnTo>
                    <a:pt x="81232" y="29389"/>
                  </a:lnTo>
                  <a:lnTo>
                    <a:pt x="81297" y="29273"/>
                  </a:lnTo>
                  <a:lnTo>
                    <a:pt x="81362" y="29150"/>
                  </a:lnTo>
                  <a:lnTo>
                    <a:pt x="81460" y="29034"/>
                  </a:lnTo>
                  <a:lnTo>
                    <a:pt x="81557" y="28911"/>
                  </a:lnTo>
                  <a:lnTo>
                    <a:pt x="81671" y="28795"/>
                  </a:lnTo>
                  <a:lnTo>
                    <a:pt x="81818" y="28673"/>
                  </a:lnTo>
                  <a:lnTo>
                    <a:pt x="81965" y="28557"/>
                  </a:lnTo>
                  <a:lnTo>
                    <a:pt x="82144" y="28441"/>
                  </a:lnTo>
                  <a:lnTo>
                    <a:pt x="82323" y="28325"/>
                  </a:lnTo>
                  <a:lnTo>
                    <a:pt x="82535" y="28215"/>
                  </a:lnTo>
                  <a:lnTo>
                    <a:pt x="82763" y="28106"/>
                  </a:lnTo>
                  <a:lnTo>
                    <a:pt x="83023" y="28002"/>
                  </a:lnTo>
                  <a:lnTo>
                    <a:pt x="83300" y="27906"/>
                  </a:lnTo>
                  <a:lnTo>
                    <a:pt x="83593" y="27809"/>
                  </a:lnTo>
                  <a:lnTo>
                    <a:pt x="83919" y="27719"/>
                  </a:lnTo>
                  <a:lnTo>
                    <a:pt x="84261" y="27635"/>
                  </a:lnTo>
                  <a:lnTo>
                    <a:pt x="84652" y="27564"/>
                  </a:lnTo>
                  <a:lnTo>
                    <a:pt x="85043" y="27493"/>
                  </a:lnTo>
                  <a:lnTo>
                    <a:pt x="85483" y="27429"/>
                  </a:lnTo>
                  <a:lnTo>
                    <a:pt x="85955" y="27370"/>
                  </a:lnTo>
                  <a:lnTo>
                    <a:pt x="86444" y="27325"/>
                  </a:lnTo>
                  <a:lnTo>
                    <a:pt x="86965" y="27293"/>
                  </a:lnTo>
                  <a:lnTo>
                    <a:pt x="87535" y="27261"/>
                  </a:lnTo>
                  <a:lnTo>
                    <a:pt x="88122" y="27242"/>
                  </a:lnTo>
                  <a:lnTo>
                    <a:pt x="88122" y="27242"/>
                  </a:lnTo>
                  <a:lnTo>
                    <a:pt x="88610" y="26803"/>
                  </a:lnTo>
                  <a:lnTo>
                    <a:pt x="89066" y="26365"/>
                  </a:lnTo>
                  <a:lnTo>
                    <a:pt x="89474" y="25920"/>
                  </a:lnTo>
                  <a:lnTo>
                    <a:pt x="89864" y="25468"/>
                  </a:lnTo>
                  <a:lnTo>
                    <a:pt x="90207" y="25024"/>
                  </a:lnTo>
                  <a:lnTo>
                    <a:pt x="90532" y="24572"/>
                  </a:lnTo>
                  <a:lnTo>
                    <a:pt x="90826" y="24121"/>
                  </a:lnTo>
                  <a:lnTo>
                    <a:pt x="91102" y="23670"/>
                  </a:lnTo>
                  <a:lnTo>
                    <a:pt x="91347" y="23218"/>
                  </a:lnTo>
                  <a:lnTo>
                    <a:pt x="91558" y="22767"/>
                  </a:lnTo>
                  <a:lnTo>
                    <a:pt x="91770" y="22322"/>
                  </a:lnTo>
                  <a:lnTo>
                    <a:pt x="91949" y="21871"/>
                  </a:lnTo>
                  <a:lnTo>
                    <a:pt x="92112" y="21432"/>
                  </a:lnTo>
                  <a:lnTo>
                    <a:pt x="92259" y="20994"/>
                  </a:lnTo>
                  <a:lnTo>
                    <a:pt x="92389" y="20555"/>
                  </a:lnTo>
                  <a:lnTo>
                    <a:pt x="92520" y="20130"/>
                  </a:lnTo>
                  <a:lnTo>
                    <a:pt x="92520" y="20130"/>
                  </a:lnTo>
                  <a:lnTo>
                    <a:pt x="92585" y="19853"/>
                  </a:lnTo>
                  <a:lnTo>
                    <a:pt x="92650" y="19569"/>
                  </a:lnTo>
                  <a:lnTo>
                    <a:pt x="92715" y="19272"/>
                  </a:lnTo>
                  <a:lnTo>
                    <a:pt x="92748" y="18969"/>
                  </a:lnTo>
                  <a:lnTo>
                    <a:pt x="92780" y="18660"/>
                  </a:lnTo>
                  <a:lnTo>
                    <a:pt x="92796" y="18344"/>
                  </a:lnTo>
                  <a:lnTo>
                    <a:pt x="92813" y="18022"/>
                  </a:lnTo>
                  <a:lnTo>
                    <a:pt x="92813" y="17693"/>
                  </a:lnTo>
                  <a:lnTo>
                    <a:pt x="92796" y="17358"/>
                  </a:lnTo>
                  <a:lnTo>
                    <a:pt x="92764" y="17022"/>
                  </a:lnTo>
                  <a:lnTo>
                    <a:pt x="92731" y="16674"/>
                  </a:lnTo>
                  <a:lnTo>
                    <a:pt x="92682" y="16326"/>
                  </a:lnTo>
                  <a:lnTo>
                    <a:pt x="92601" y="15971"/>
                  </a:lnTo>
                  <a:lnTo>
                    <a:pt x="92520" y="15610"/>
                  </a:lnTo>
                  <a:lnTo>
                    <a:pt x="92422" y="15243"/>
                  </a:lnTo>
                  <a:lnTo>
                    <a:pt x="92308" y="14882"/>
                  </a:lnTo>
                  <a:lnTo>
                    <a:pt x="92177" y="14508"/>
                  </a:lnTo>
                  <a:lnTo>
                    <a:pt x="92031" y="14140"/>
                  </a:lnTo>
                  <a:lnTo>
                    <a:pt x="91868" y="13760"/>
                  </a:lnTo>
                  <a:lnTo>
                    <a:pt x="91673" y="13386"/>
                  </a:lnTo>
                  <a:lnTo>
                    <a:pt x="91477" y="13005"/>
                  </a:lnTo>
                  <a:lnTo>
                    <a:pt x="91249" y="12625"/>
                  </a:lnTo>
                  <a:lnTo>
                    <a:pt x="91021" y="12245"/>
                  </a:lnTo>
                  <a:lnTo>
                    <a:pt x="90760" y="11864"/>
                  </a:lnTo>
                  <a:lnTo>
                    <a:pt x="90467" y="11484"/>
                  </a:lnTo>
                  <a:lnTo>
                    <a:pt x="90174" y="11103"/>
                  </a:lnTo>
                  <a:lnTo>
                    <a:pt x="89848" y="10723"/>
                  </a:lnTo>
                  <a:lnTo>
                    <a:pt x="89506" y="10343"/>
                  </a:lnTo>
                  <a:lnTo>
                    <a:pt x="89131" y="9969"/>
                  </a:lnTo>
                  <a:lnTo>
                    <a:pt x="88741" y="9588"/>
                  </a:lnTo>
                  <a:lnTo>
                    <a:pt x="88333" y="9214"/>
                  </a:lnTo>
                  <a:lnTo>
                    <a:pt x="87894" y="8840"/>
                  </a:lnTo>
                  <a:lnTo>
                    <a:pt x="87894" y="8840"/>
                  </a:lnTo>
                  <a:lnTo>
                    <a:pt x="86737" y="8686"/>
                  </a:lnTo>
                  <a:lnTo>
                    <a:pt x="85613" y="8518"/>
                  </a:lnTo>
                  <a:lnTo>
                    <a:pt x="84522" y="8344"/>
                  </a:lnTo>
                  <a:lnTo>
                    <a:pt x="83430" y="8157"/>
                  </a:lnTo>
                  <a:lnTo>
                    <a:pt x="82372" y="7970"/>
                  </a:lnTo>
                  <a:lnTo>
                    <a:pt x="81329" y="7770"/>
                  </a:lnTo>
                  <a:lnTo>
                    <a:pt x="80319" y="7564"/>
                  </a:lnTo>
                  <a:lnTo>
                    <a:pt x="79326" y="7351"/>
                  </a:lnTo>
                  <a:lnTo>
                    <a:pt x="78348" y="7125"/>
                  </a:lnTo>
                  <a:lnTo>
                    <a:pt x="77404" y="6900"/>
                  </a:lnTo>
                  <a:lnTo>
                    <a:pt x="76475" y="6661"/>
                  </a:lnTo>
                  <a:lnTo>
                    <a:pt x="75563" y="6423"/>
                  </a:lnTo>
                  <a:lnTo>
                    <a:pt x="74667" y="6178"/>
                  </a:lnTo>
                  <a:lnTo>
                    <a:pt x="73804" y="5920"/>
                  </a:lnTo>
                  <a:lnTo>
                    <a:pt x="72957" y="5662"/>
                  </a:lnTo>
                  <a:lnTo>
                    <a:pt x="72126" y="5397"/>
                  </a:lnTo>
                  <a:lnTo>
                    <a:pt x="71328" y="5127"/>
                  </a:lnTo>
                  <a:lnTo>
                    <a:pt x="70546" y="4856"/>
                  </a:lnTo>
                  <a:lnTo>
                    <a:pt x="69781" y="4572"/>
                  </a:lnTo>
                  <a:lnTo>
                    <a:pt x="69031" y="4288"/>
                  </a:lnTo>
                  <a:lnTo>
                    <a:pt x="68298" y="3998"/>
                  </a:lnTo>
                  <a:lnTo>
                    <a:pt x="67598" y="3708"/>
                  </a:lnTo>
                  <a:lnTo>
                    <a:pt x="66898" y="3405"/>
                  </a:lnTo>
                  <a:lnTo>
                    <a:pt x="66230" y="3109"/>
                  </a:lnTo>
                  <a:lnTo>
                    <a:pt x="65595" y="2799"/>
                  </a:lnTo>
                  <a:lnTo>
                    <a:pt x="64959" y="2496"/>
                  </a:lnTo>
                  <a:lnTo>
                    <a:pt x="64340" y="2180"/>
                  </a:lnTo>
                  <a:lnTo>
                    <a:pt x="63754" y="1871"/>
                  </a:lnTo>
                  <a:lnTo>
                    <a:pt x="63184" y="1555"/>
                  </a:lnTo>
                  <a:lnTo>
                    <a:pt x="62630" y="1232"/>
                  </a:lnTo>
                  <a:lnTo>
                    <a:pt x="62093" y="910"/>
                  </a:lnTo>
                  <a:lnTo>
                    <a:pt x="61571" y="588"/>
                  </a:lnTo>
                  <a:lnTo>
                    <a:pt x="61571" y="588"/>
                  </a:lnTo>
                  <a:lnTo>
                    <a:pt x="60806" y="523"/>
                  </a:lnTo>
                  <a:lnTo>
                    <a:pt x="60024" y="459"/>
                  </a:lnTo>
                  <a:lnTo>
                    <a:pt x="59242" y="394"/>
                  </a:lnTo>
                  <a:lnTo>
                    <a:pt x="58444" y="336"/>
                  </a:lnTo>
                  <a:lnTo>
                    <a:pt x="57646" y="285"/>
                  </a:lnTo>
                  <a:lnTo>
                    <a:pt x="56815" y="239"/>
                  </a:lnTo>
                  <a:lnTo>
                    <a:pt x="55984" y="194"/>
                  </a:lnTo>
                  <a:lnTo>
                    <a:pt x="55154" y="156"/>
                  </a:lnTo>
                  <a:lnTo>
                    <a:pt x="54290" y="123"/>
                  </a:lnTo>
                  <a:lnTo>
                    <a:pt x="53427" y="91"/>
                  </a:lnTo>
                  <a:lnTo>
                    <a:pt x="52547" y="65"/>
                  </a:lnTo>
                  <a:lnTo>
                    <a:pt x="51652" y="40"/>
                  </a:lnTo>
                  <a:lnTo>
                    <a:pt x="50739" y="27"/>
                  </a:lnTo>
                  <a:lnTo>
                    <a:pt x="49827" y="14"/>
                  </a:lnTo>
                  <a:lnTo>
                    <a:pt x="48899" y="7"/>
                  </a:lnTo>
                  <a:lnTo>
                    <a:pt x="47954" y="1"/>
                  </a:lnTo>
                  <a:lnTo>
                    <a:pt x="47954" y="1"/>
                  </a:lnTo>
                  <a:lnTo>
                    <a:pt x="46260" y="14"/>
                  </a:lnTo>
                  <a:lnTo>
                    <a:pt x="46260" y="14"/>
                  </a:lnTo>
                  <a:lnTo>
                    <a:pt x="44876" y="27"/>
                  </a:lnTo>
                  <a:lnTo>
                    <a:pt x="43507" y="52"/>
                  </a:lnTo>
                  <a:lnTo>
                    <a:pt x="42188" y="85"/>
                  </a:lnTo>
                  <a:lnTo>
                    <a:pt x="40869" y="130"/>
                  </a:lnTo>
                  <a:lnTo>
                    <a:pt x="39598" y="181"/>
                  </a:lnTo>
                  <a:lnTo>
                    <a:pt x="38344" y="233"/>
                  </a:lnTo>
                  <a:lnTo>
                    <a:pt x="37122" y="304"/>
                  </a:lnTo>
                  <a:lnTo>
                    <a:pt x="35917" y="375"/>
                  </a:lnTo>
                  <a:lnTo>
                    <a:pt x="34744" y="452"/>
                  </a:lnTo>
                  <a:lnTo>
                    <a:pt x="33588" y="542"/>
                  </a:lnTo>
                  <a:lnTo>
                    <a:pt x="32464" y="639"/>
                  </a:lnTo>
                  <a:lnTo>
                    <a:pt x="31372" y="736"/>
                  </a:lnTo>
                  <a:lnTo>
                    <a:pt x="30297" y="845"/>
                  </a:lnTo>
                  <a:lnTo>
                    <a:pt x="29255" y="962"/>
                  </a:lnTo>
                  <a:lnTo>
                    <a:pt x="28229" y="1084"/>
                  </a:lnTo>
                  <a:lnTo>
                    <a:pt x="27219" y="1213"/>
                  </a:lnTo>
                  <a:lnTo>
                    <a:pt x="26241" y="1348"/>
                  </a:lnTo>
                  <a:lnTo>
                    <a:pt x="25297" y="1484"/>
                  </a:lnTo>
                  <a:lnTo>
                    <a:pt x="24368" y="1632"/>
                  </a:lnTo>
                  <a:lnTo>
                    <a:pt x="23456" y="1787"/>
                  </a:lnTo>
                  <a:lnTo>
                    <a:pt x="22560" y="1942"/>
                  </a:lnTo>
                  <a:lnTo>
                    <a:pt x="21697" y="2103"/>
                  </a:lnTo>
                  <a:lnTo>
                    <a:pt x="20866" y="2277"/>
                  </a:lnTo>
                  <a:lnTo>
                    <a:pt x="20035" y="2451"/>
                  </a:lnTo>
                  <a:lnTo>
                    <a:pt x="19237" y="2625"/>
                  </a:lnTo>
                  <a:lnTo>
                    <a:pt x="18472" y="2812"/>
                  </a:lnTo>
                  <a:lnTo>
                    <a:pt x="17706" y="2999"/>
                  </a:lnTo>
                  <a:lnTo>
                    <a:pt x="16973" y="3192"/>
                  </a:lnTo>
                  <a:lnTo>
                    <a:pt x="16257" y="3392"/>
                  </a:lnTo>
                  <a:lnTo>
                    <a:pt x="15556" y="3592"/>
                  </a:lnTo>
                  <a:lnTo>
                    <a:pt x="14888" y="3798"/>
                  </a:lnTo>
                  <a:lnTo>
                    <a:pt x="14237" y="4011"/>
                  </a:lnTo>
                  <a:lnTo>
                    <a:pt x="14237" y="4011"/>
                  </a:lnTo>
                  <a:lnTo>
                    <a:pt x="14351" y="4134"/>
                  </a:lnTo>
                  <a:lnTo>
                    <a:pt x="14449" y="4263"/>
                  </a:lnTo>
                  <a:lnTo>
                    <a:pt x="14530" y="4379"/>
                  </a:lnTo>
                  <a:lnTo>
                    <a:pt x="14595" y="4501"/>
                  </a:lnTo>
                  <a:lnTo>
                    <a:pt x="14644" y="4617"/>
                  </a:lnTo>
                  <a:lnTo>
                    <a:pt x="14677" y="4727"/>
                  </a:lnTo>
                  <a:lnTo>
                    <a:pt x="14709" y="4836"/>
                  </a:lnTo>
                  <a:lnTo>
                    <a:pt x="14709" y="4940"/>
                  </a:lnTo>
                  <a:lnTo>
                    <a:pt x="14709" y="4940"/>
                  </a:lnTo>
                  <a:lnTo>
                    <a:pt x="14709" y="5127"/>
                  </a:lnTo>
                  <a:lnTo>
                    <a:pt x="14677" y="5327"/>
                  </a:lnTo>
                  <a:lnTo>
                    <a:pt x="14628" y="5552"/>
                  </a:lnTo>
                  <a:lnTo>
                    <a:pt x="14579" y="5668"/>
                  </a:lnTo>
                  <a:lnTo>
                    <a:pt x="14530" y="5784"/>
                  </a:lnTo>
                  <a:lnTo>
                    <a:pt x="14465" y="5907"/>
                  </a:lnTo>
                  <a:lnTo>
                    <a:pt x="14383" y="6029"/>
                  </a:lnTo>
                  <a:lnTo>
                    <a:pt x="14286" y="6152"/>
                  </a:lnTo>
                  <a:lnTo>
                    <a:pt x="14172" y="6274"/>
                  </a:lnTo>
                  <a:lnTo>
                    <a:pt x="14058" y="6390"/>
                  </a:lnTo>
                  <a:lnTo>
                    <a:pt x="13911" y="6513"/>
                  </a:lnTo>
                  <a:lnTo>
                    <a:pt x="13748" y="6635"/>
                  </a:lnTo>
                  <a:lnTo>
                    <a:pt x="13569" y="6751"/>
                  </a:lnTo>
                  <a:lnTo>
                    <a:pt x="13373" y="6867"/>
                  </a:lnTo>
                  <a:lnTo>
                    <a:pt x="13145" y="6977"/>
                  </a:lnTo>
                  <a:lnTo>
                    <a:pt x="12901" y="7087"/>
                  </a:lnTo>
                  <a:lnTo>
                    <a:pt x="12640" y="7190"/>
                  </a:lnTo>
                  <a:lnTo>
                    <a:pt x="12347" y="7293"/>
                  </a:lnTo>
                  <a:lnTo>
                    <a:pt x="12038" y="7383"/>
                  </a:lnTo>
                  <a:lnTo>
                    <a:pt x="11679" y="7474"/>
                  </a:lnTo>
                  <a:lnTo>
                    <a:pt x="11321" y="7557"/>
                  </a:lnTo>
                  <a:lnTo>
                    <a:pt x="10914" y="7628"/>
                  </a:lnTo>
                  <a:lnTo>
                    <a:pt x="10490" y="7699"/>
                  </a:lnTo>
                  <a:lnTo>
                    <a:pt x="10034" y="7757"/>
                  </a:lnTo>
                  <a:lnTo>
                    <a:pt x="9529" y="7809"/>
                  </a:lnTo>
                  <a:lnTo>
                    <a:pt x="9008" y="7847"/>
                  </a:lnTo>
                  <a:lnTo>
                    <a:pt x="8454" y="7880"/>
                  </a:lnTo>
                  <a:lnTo>
                    <a:pt x="7868" y="7906"/>
                  </a:lnTo>
                  <a:lnTo>
                    <a:pt x="7233" y="7918"/>
                  </a:lnTo>
                  <a:lnTo>
                    <a:pt x="7233" y="7918"/>
                  </a:lnTo>
                  <a:lnTo>
                    <a:pt x="6956" y="7918"/>
                  </a:lnTo>
                  <a:lnTo>
                    <a:pt x="6956" y="7918"/>
                  </a:lnTo>
                  <a:lnTo>
                    <a:pt x="6483" y="7912"/>
                  </a:lnTo>
                  <a:lnTo>
                    <a:pt x="6027" y="7899"/>
                  </a:lnTo>
                  <a:lnTo>
                    <a:pt x="6027" y="7899"/>
                  </a:lnTo>
                  <a:lnTo>
                    <a:pt x="5539" y="8247"/>
                  </a:lnTo>
                  <a:lnTo>
                    <a:pt x="5083" y="8595"/>
                  </a:lnTo>
                  <a:lnTo>
                    <a:pt x="4643" y="8944"/>
                  </a:lnTo>
                  <a:lnTo>
                    <a:pt x="4236" y="9298"/>
                  </a:lnTo>
                  <a:lnTo>
                    <a:pt x="3861" y="9653"/>
                  </a:lnTo>
                  <a:lnTo>
                    <a:pt x="3486" y="10007"/>
                  </a:lnTo>
                  <a:lnTo>
                    <a:pt x="3144" y="10362"/>
                  </a:lnTo>
                  <a:lnTo>
                    <a:pt x="2835" y="10717"/>
                  </a:lnTo>
                  <a:lnTo>
                    <a:pt x="2542" y="11071"/>
                  </a:lnTo>
                  <a:lnTo>
                    <a:pt x="2265" y="11432"/>
                  </a:lnTo>
                  <a:lnTo>
                    <a:pt x="2004" y="11787"/>
                  </a:lnTo>
                  <a:lnTo>
                    <a:pt x="1776" y="12135"/>
                  </a:lnTo>
                  <a:lnTo>
                    <a:pt x="1548" y="12490"/>
                  </a:lnTo>
                  <a:lnTo>
                    <a:pt x="1353" y="12838"/>
                  </a:lnTo>
                  <a:lnTo>
                    <a:pt x="1157" y="13186"/>
                  </a:lnTo>
                  <a:lnTo>
                    <a:pt x="994" y="13534"/>
                  </a:lnTo>
                  <a:lnTo>
                    <a:pt x="848" y="13876"/>
                  </a:lnTo>
                  <a:lnTo>
                    <a:pt x="717" y="14211"/>
                  </a:lnTo>
                  <a:lnTo>
                    <a:pt x="587" y="14553"/>
                  </a:lnTo>
                  <a:lnTo>
                    <a:pt x="473" y="14882"/>
                  </a:lnTo>
                  <a:lnTo>
                    <a:pt x="375" y="15211"/>
                  </a:lnTo>
                  <a:lnTo>
                    <a:pt x="294" y="15533"/>
                  </a:lnTo>
                  <a:lnTo>
                    <a:pt x="229" y="15849"/>
                  </a:lnTo>
                  <a:lnTo>
                    <a:pt x="163" y="16165"/>
                  </a:lnTo>
                  <a:lnTo>
                    <a:pt x="82" y="16771"/>
                  </a:lnTo>
                  <a:lnTo>
                    <a:pt x="17" y="17351"/>
                  </a:lnTo>
                  <a:lnTo>
                    <a:pt x="1" y="17906"/>
                  </a:lnTo>
                  <a:lnTo>
                    <a:pt x="1" y="18428"/>
                  </a:lnTo>
                  <a:lnTo>
                    <a:pt x="1" y="18428"/>
                  </a:lnTo>
                  <a:lnTo>
                    <a:pt x="17" y="18712"/>
                  </a:lnTo>
                  <a:lnTo>
                    <a:pt x="49" y="19008"/>
                  </a:lnTo>
                  <a:lnTo>
                    <a:pt x="98" y="19305"/>
                  </a:lnTo>
                  <a:lnTo>
                    <a:pt x="180" y="19614"/>
                  </a:lnTo>
                  <a:lnTo>
                    <a:pt x="261" y="19924"/>
                  </a:lnTo>
                  <a:lnTo>
                    <a:pt x="375" y="20240"/>
                  </a:lnTo>
                  <a:lnTo>
                    <a:pt x="489" y="20562"/>
                  </a:lnTo>
                  <a:lnTo>
                    <a:pt x="636" y="20891"/>
                  </a:lnTo>
                  <a:lnTo>
                    <a:pt x="799" y="21226"/>
                  </a:lnTo>
                  <a:lnTo>
                    <a:pt x="994" y="21561"/>
                  </a:lnTo>
                  <a:lnTo>
                    <a:pt x="1190" y="21903"/>
                  </a:lnTo>
                  <a:lnTo>
                    <a:pt x="1418" y="22245"/>
                  </a:lnTo>
                  <a:lnTo>
                    <a:pt x="1662" y="22593"/>
                  </a:lnTo>
                  <a:lnTo>
                    <a:pt x="1923" y="22941"/>
                  </a:lnTo>
                  <a:lnTo>
                    <a:pt x="2200" y="23289"/>
                  </a:lnTo>
                  <a:lnTo>
                    <a:pt x="2509" y="23644"/>
                  </a:lnTo>
                  <a:lnTo>
                    <a:pt x="2835" y="23998"/>
                  </a:lnTo>
                  <a:lnTo>
                    <a:pt x="3177" y="24353"/>
                  </a:lnTo>
                  <a:lnTo>
                    <a:pt x="3551" y="24708"/>
                  </a:lnTo>
                  <a:lnTo>
                    <a:pt x="3942" y="25069"/>
                  </a:lnTo>
                  <a:lnTo>
                    <a:pt x="4366" y="25423"/>
                  </a:lnTo>
                  <a:lnTo>
                    <a:pt x="4789" y="25778"/>
                  </a:lnTo>
                  <a:lnTo>
                    <a:pt x="5262" y="26133"/>
                  </a:lnTo>
                  <a:lnTo>
                    <a:pt x="5734" y="26487"/>
                  </a:lnTo>
                  <a:lnTo>
                    <a:pt x="6239" y="26842"/>
                  </a:lnTo>
                  <a:lnTo>
                    <a:pt x="6777" y="27196"/>
                  </a:lnTo>
                  <a:lnTo>
                    <a:pt x="7330" y="27545"/>
                  </a:lnTo>
                  <a:lnTo>
                    <a:pt x="7901" y="27893"/>
                  </a:lnTo>
                  <a:lnTo>
                    <a:pt x="8503" y="28234"/>
                  </a:lnTo>
                  <a:lnTo>
                    <a:pt x="9122" y="28576"/>
                  </a:lnTo>
                  <a:lnTo>
                    <a:pt x="9774" y="28911"/>
                  </a:lnTo>
                  <a:lnTo>
                    <a:pt x="10458" y="29240"/>
                  </a:lnTo>
                  <a:lnTo>
                    <a:pt x="11158" y="29569"/>
                  </a:lnTo>
                  <a:lnTo>
                    <a:pt x="11875" y="29891"/>
                  </a:lnTo>
                  <a:lnTo>
                    <a:pt x="12640" y="30214"/>
                  </a:lnTo>
                  <a:lnTo>
                    <a:pt x="13406" y="30523"/>
                  </a:lnTo>
                  <a:lnTo>
                    <a:pt x="14220" y="30833"/>
                  </a:lnTo>
                  <a:lnTo>
                    <a:pt x="15051" y="31129"/>
                  </a:lnTo>
                  <a:lnTo>
                    <a:pt x="15898" y="31426"/>
                  </a:lnTo>
                  <a:lnTo>
                    <a:pt x="16794" y="31716"/>
                  </a:lnTo>
                  <a:lnTo>
                    <a:pt x="17706" y="31993"/>
                  </a:lnTo>
                  <a:lnTo>
                    <a:pt x="18635" y="32264"/>
                  </a:lnTo>
                  <a:lnTo>
                    <a:pt x="19612" y="32528"/>
                  </a:lnTo>
                  <a:lnTo>
                    <a:pt x="20606" y="32786"/>
                  </a:lnTo>
                  <a:lnTo>
                    <a:pt x="21632" y="33031"/>
                  </a:lnTo>
                  <a:lnTo>
                    <a:pt x="22674" y="33270"/>
                  </a:lnTo>
                  <a:lnTo>
                    <a:pt x="23766" y="33496"/>
                  </a:lnTo>
                  <a:lnTo>
                    <a:pt x="24873" y="33715"/>
                  </a:lnTo>
                  <a:lnTo>
                    <a:pt x="26013" y="33921"/>
                  </a:lnTo>
                  <a:lnTo>
                    <a:pt x="27186" y="34115"/>
                  </a:lnTo>
                  <a:lnTo>
                    <a:pt x="28375" y="34302"/>
                  </a:lnTo>
                  <a:lnTo>
                    <a:pt x="29613" y="34476"/>
                  </a:lnTo>
                  <a:lnTo>
                    <a:pt x="30867" y="34637"/>
                  </a:lnTo>
                  <a:lnTo>
                    <a:pt x="32154" y="34785"/>
                  </a:lnTo>
                  <a:lnTo>
                    <a:pt x="32806" y="34856"/>
                  </a:lnTo>
                  <a:lnTo>
                    <a:pt x="33474" y="34927"/>
                  </a:lnTo>
                  <a:lnTo>
                    <a:pt x="34141" y="34991"/>
                  </a:lnTo>
                  <a:lnTo>
                    <a:pt x="34825" y="35049"/>
                  </a:lnTo>
                  <a:lnTo>
                    <a:pt x="35510" y="35107"/>
                  </a:lnTo>
                  <a:lnTo>
                    <a:pt x="36210" y="35159"/>
                  </a:lnTo>
                  <a:lnTo>
                    <a:pt x="36910" y="35211"/>
                  </a:lnTo>
                  <a:lnTo>
                    <a:pt x="37627" y="35262"/>
                  </a:lnTo>
                  <a:lnTo>
                    <a:pt x="38344" y="35301"/>
                  </a:lnTo>
                  <a:lnTo>
                    <a:pt x="39077" y="35346"/>
                  </a:lnTo>
                  <a:lnTo>
                    <a:pt x="39810" y="35378"/>
                  </a:lnTo>
                  <a:lnTo>
                    <a:pt x="40543" y="35411"/>
                  </a:lnTo>
                  <a:lnTo>
                    <a:pt x="41292" y="35443"/>
                  </a:lnTo>
                  <a:lnTo>
                    <a:pt x="42058" y="35469"/>
                  </a:lnTo>
                  <a:lnTo>
                    <a:pt x="42823" y="35488"/>
                  </a:lnTo>
                  <a:lnTo>
                    <a:pt x="43605" y="35507"/>
                  </a:lnTo>
                  <a:lnTo>
                    <a:pt x="44387" y="35520"/>
                  </a:lnTo>
                  <a:lnTo>
                    <a:pt x="45169" y="35533"/>
                  </a:lnTo>
                  <a:lnTo>
                    <a:pt x="45983" y="35539"/>
                  </a:lnTo>
                  <a:lnTo>
                    <a:pt x="46781" y="3553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52"/>
            <p:cNvSpPr/>
            <p:nvPr/>
          </p:nvSpPr>
          <p:spPr>
            <a:xfrm rot="10800000">
              <a:off x="-2437675" y="-621178"/>
              <a:ext cx="658075" cy="473119"/>
            </a:xfrm>
            <a:custGeom>
              <a:avLst/>
              <a:gdLst/>
              <a:ahLst/>
              <a:cxnLst/>
              <a:rect l="l" t="t" r="r" b="b"/>
              <a:pathLst>
                <a:path w="26323" h="8254" extrusionOk="0">
                  <a:moveTo>
                    <a:pt x="0" y="1"/>
                  </a:moveTo>
                  <a:lnTo>
                    <a:pt x="522" y="323"/>
                  </a:lnTo>
                  <a:lnTo>
                    <a:pt x="1059" y="645"/>
                  </a:lnTo>
                  <a:lnTo>
                    <a:pt x="1613" y="968"/>
                  </a:lnTo>
                  <a:lnTo>
                    <a:pt x="2183" y="1284"/>
                  </a:lnTo>
                  <a:lnTo>
                    <a:pt x="2769" y="1593"/>
                  </a:lnTo>
                  <a:lnTo>
                    <a:pt x="3388" y="1909"/>
                  </a:lnTo>
                  <a:lnTo>
                    <a:pt x="4024" y="2212"/>
                  </a:lnTo>
                  <a:lnTo>
                    <a:pt x="4659" y="2522"/>
                  </a:lnTo>
                  <a:lnTo>
                    <a:pt x="5327" y="2818"/>
                  </a:lnTo>
                  <a:lnTo>
                    <a:pt x="6027" y="3121"/>
                  </a:lnTo>
                  <a:lnTo>
                    <a:pt x="6727" y="3411"/>
                  </a:lnTo>
                  <a:lnTo>
                    <a:pt x="7460" y="3701"/>
                  </a:lnTo>
                  <a:lnTo>
                    <a:pt x="8210" y="3985"/>
                  </a:lnTo>
                  <a:lnTo>
                    <a:pt x="8975" y="4269"/>
                  </a:lnTo>
                  <a:lnTo>
                    <a:pt x="9757" y="4540"/>
                  </a:lnTo>
                  <a:lnTo>
                    <a:pt x="10555" y="4810"/>
                  </a:lnTo>
                  <a:lnTo>
                    <a:pt x="11386" y="5075"/>
                  </a:lnTo>
                  <a:lnTo>
                    <a:pt x="12233" y="5333"/>
                  </a:lnTo>
                  <a:lnTo>
                    <a:pt x="13096" y="5591"/>
                  </a:lnTo>
                  <a:lnTo>
                    <a:pt x="13992" y="5836"/>
                  </a:lnTo>
                  <a:lnTo>
                    <a:pt x="14904" y="6074"/>
                  </a:lnTo>
                  <a:lnTo>
                    <a:pt x="15833" y="6313"/>
                  </a:lnTo>
                  <a:lnTo>
                    <a:pt x="16777" y="6538"/>
                  </a:lnTo>
                  <a:lnTo>
                    <a:pt x="17755" y="6764"/>
                  </a:lnTo>
                  <a:lnTo>
                    <a:pt x="18748" y="6977"/>
                  </a:lnTo>
                  <a:lnTo>
                    <a:pt x="19758" y="7183"/>
                  </a:lnTo>
                  <a:lnTo>
                    <a:pt x="20801" y="7383"/>
                  </a:lnTo>
                  <a:lnTo>
                    <a:pt x="21859" y="7570"/>
                  </a:lnTo>
                  <a:lnTo>
                    <a:pt x="22951" y="7757"/>
                  </a:lnTo>
                  <a:lnTo>
                    <a:pt x="24042" y="7931"/>
                  </a:lnTo>
                  <a:lnTo>
                    <a:pt x="25166" y="8099"/>
                  </a:lnTo>
                  <a:lnTo>
                    <a:pt x="26323" y="8253"/>
                  </a:lnTo>
                  <a:lnTo>
                    <a:pt x="25899" y="7912"/>
                  </a:lnTo>
                  <a:lnTo>
                    <a:pt x="25443" y="7570"/>
                  </a:lnTo>
                  <a:lnTo>
                    <a:pt x="24971" y="7235"/>
                  </a:lnTo>
                  <a:lnTo>
                    <a:pt x="24482" y="6899"/>
                  </a:lnTo>
                  <a:lnTo>
                    <a:pt x="23961" y="6564"/>
                  </a:lnTo>
                  <a:lnTo>
                    <a:pt x="23423" y="6235"/>
                  </a:lnTo>
                  <a:lnTo>
                    <a:pt x="22853" y="5913"/>
                  </a:lnTo>
                  <a:lnTo>
                    <a:pt x="22267" y="5597"/>
                  </a:lnTo>
                  <a:lnTo>
                    <a:pt x="21664" y="5281"/>
                  </a:lnTo>
                  <a:lnTo>
                    <a:pt x="21029" y="4972"/>
                  </a:lnTo>
                  <a:lnTo>
                    <a:pt x="20361" y="4669"/>
                  </a:lnTo>
                  <a:lnTo>
                    <a:pt x="19677" y="4366"/>
                  </a:lnTo>
                  <a:lnTo>
                    <a:pt x="18960" y="4075"/>
                  </a:lnTo>
                  <a:lnTo>
                    <a:pt x="18227" y="3785"/>
                  </a:lnTo>
                  <a:lnTo>
                    <a:pt x="17462" y="3508"/>
                  </a:lnTo>
                  <a:lnTo>
                    <a:pt x="16663" y="3231"/>
                  </a:lnTo>
                  <a:lnTo>
                    <a:pt x="15849" y="2966"/>
                  </a:lnTo>
                  <a:lnTo>
                    <a:pt x="15002" y="2709"/>
                  </a:lnTo>
                  <a:lnTo>
                    <a:pt x="14122" y="2457"/>
                  </a:lnTo>
                  <a:lnTo>
                    <a:pt x="13227" y="2212"/>
                  </a:lnTo>
                  <a:lnTo>
                    <a:pt x="12282" y="1974"/>
                  </a:lnTo>
                  <a:lnTo>
                    <a:pt x="11321" y="1748"/>
                  </a:lnTo>
                  <a:lnTo>
                    <a:pt x="10327" y="1529"/>
                  </a:lnTo>
                  <a:lnTo>
                    <a:pt x="9317" y="1322"/>
                  </a:lnTo>
                  <a:lnTo>
                    <a:pt x="8259" y="1122"/>
                  </a:lnTo>
                  <a:lnTo>
                    <a:pt x="7167" y="929"/>
                  </a:lnTo>
                  <a:lnTo>
                    <a:pt x="6060" y="749"/>
                  </a:lnTo>
                  <a:lnTo>
                    <a:pt x="4903" y="574"/>
                  </a:lnTo>
                  <a:lnTo>
                    <a:pt x="3730" y="420"/>
                  </a:lnTo>
                  <a:lnTo>
                    <a:pt x="2525" y="265"/>
                  </a:lnTo>
                  <a:lnTo>
                    <a:pt x="1271" y="130"/>
                  </a:lnTo>
                  <a:lnTo>
                    <a:pt x="0" y="1"/>
                  </a:lnTo>
                  <a:close/>
                </a:path>
              </a:pathLst>
            </a:custGeom>
            <a:solidFill>
              <a:srgbClr val="001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52"/>
            <p:cNvSpPr/>
            <p:nvPr/>
          </p:nvSpPr>
          <p:spPr>
            <a:xfrm rot="10800000">
              <a:off x="-2437675" y="-621178"/>
              <a:ext cx="658075" cy="473119"/>
            </a:xfrm>
            <a:custGeom>
              <a:avLst/>
              <a:gdLst/>
              <a:ahLst/>
              <a:cxnLst/>
              <a:rect l="l" t="t" r="r" b="b"/>
              <a:pathLst>
                <a:path w="26323" h="8254" fill="none" extrusionOk="0">
                  <a:moveTo>
                    <a:pt x="26323" y="8253"/>
                  </a:moveTo>
                  <a:lnTo>
                    <a:pt x="26323" y="8253"/>
                  </a:lnTo>
                  <a:lnTo>
                    <a:pt x="25899" y="7912"/>
                  </a:lnTo>
                  <a:lnTo>
                    <a:pt x="25443" y="7570"/>
                  </a:lnTo>
                  <a:lnTo>
                    <a:pt x="24971" y="7235"/>
                  </a:lnTo>
                  <a:lnTo>
                    <a:pt x="24482" y="6899"/>
                  </a:lnTo>
                  <a:lnTo>
                    <a:pt x="23961" y="6564"/>
                  </a:lnTo>
                  <a:lnTo>
                    <a:pt x="23423" y="6235"/>
                  </a:lnTo>
                  <a:lnTo>
                    <a:pt x="22853" y="5913"/>
                  </a:lnTo>
                  <a:lnTo>
                    <a:pt x="22267" y="5597"/>
                  </a:lnTo>
                  <a:lnTo>
                    <a:pt x="21664" y="5281"/>
                  </a:lnTo>
                  <a:lnTo>
                    <a:pt x="21029" y="4972"/>
                  </a:lnTo>
                  <a:lnTo>
                    <a:pt x="20361" y="4669"/>
                  </a:lnTo>
                  <a:lnTo>
                    <a:pt x="19677" y="4366"/>
                  </a:lnTo>
                  <a:lnTo>
                    <a:pt x="18960" y="4075"/>
                  </a:lnTo>
                  <a:lnTo>
                    <a:pt x="18227" y="3785"/>
                  </a:lnTo>
                  <a:lnTo>
                    <a:pt x="17462" y="3508"/>
                  </a:lnTo>
                  <a:lnTo>
                    <a:pt x="16663" y="3231"/>
                  </a:lnTo>
                  <a:lnTo>
                    <a:pt x="15849" y="2966"/>
                  </a:lnTo>
                  <a:lnTo>
                    <a:pt x="15002" y="2709"/>
                  </a:lnTo>
                  <a:lnTo>
                    <a:pt x="14122" y="2457"/>
                  </a:lnTo>
                  <a:lnTo>
                    <a:pt x="13227" y="2212"/>
                  </a:lnTo>
                  <a:lnTo>
                    <a:pt x="12282" y="1974"/>
                  </a:lnTo>
                  <a:lnTo>
                    <a:pt x="11321" y="1748"/>
                  </a:lnTo>
                  <a:lnTo>
                    <a:pt x="10327" y="1529"/>
                  </a:lnTo>
                  <a:lnTo>
                    <a:pt x="9317" y="1322"/>
                  </a:lnTo>
                  <a:lnTo>
                    <a:pt x="8259" y="1122"/>
                  </a:lnTo>
                  <a:lnTo>
                    <a:pt x="7167" y="929"/>
                  </a:lnTo>
                  <a:lnTo>
                    <a:pt x="6060" y="749"/>
                  </a:lnTo>
                  <a:lnTo>
                    <a:pt x="4903" y="574"/>
                  </a:lnTo>
                  <a:lnTo>
                    <a:pt x="3730" y="420"/>
                  </a:lnTo>
                  <a:lnTo>
                    <a:pt x="2525" y="265"/>
                  </a:lnTo>
                  <a:lnTo>
                    <a:pt x="1271" y="130"/>
                  </a:lnTo>
                  <a:lnTo>
                    <a:pt x="0" y="1"/>
                  </a:lnTo>
                  <a:lnTo>
                    <a:pt x="0" y="1"/>
                  </a:lnTo>
                  <a:lnTo>
                    <a:pt x="522" y="323"/>
                  </a:lnTo>
                  <a:lnTo>
                    <a:pt x="1059" y="645"/>
                  </a:lnTo>
                  <a:lnTo>
                    <a:pt x="1613" y="968"/>
                  </a:lnTo>
                  <a:lnTo>
                    <a:pt x="2183" y="1284"/>
                  </a:lnTo>
                  <a:lnTo>
                    <a:pt x="2769" y="1593"/>
                  </a:lnTo>
                  <a:lnTo>
                    <a:pt x="3388" y="1909"/>
                  </a:lnTo>
                  <a:lnTo>
                    <a:pt x="4024" y="2212"/>
                  </a:lnTo>
                  <a:lnTo>
                    <a:pt x="4659" y="2522"/>
                  </a:lnTo>
                  <a:lnTo>
                    <a:pt x="5327" y="2818"/>
                  </a:lnTo>
                  <a:lnTo>
                    <a:pt x="6027" y="3121"/>
                  </a:lnTo>
                  <a:lnTo>
                    <a:pt x="6727" y="3411"/>
                  </a:lnTo>
                  <a:lnTo>
                    <a:pt x="7460" y="3701"/>
                  </a:lnTo>
                  <a:lnTo>
                    <a:pt x="8210" y="3985"/>
                  </a:lnTo>
                  <a:lnTo>
                    <a:pt x="8975" y="4269"/>
                  </a:lnTo>
                  <a:lnTo>
                    <a:pt x="9757" y="4540"/>
                  </a:lnTo>
                  <a:lnTo>
                    <a:pt x="10555" y="4810"/>
                  </a:lnTo>
                  <a:lnTo>
                    <a:pt x="11386" y="5075"/>
                  </a:lnTo>
                  <a:lnTo>
                    <a:pt x="12233" y="5333"/>
                  </a:lnTo>
                  <a:lnTo>
                    <a:pt x="13096" y="5591"/>
                  </a:lnTo>
                  <a:lnTo>
                    <a:pt x="13992" y="5836"/>
                  </a:lnTo>
                  <a:lnTo>
                    <a:pt x="14904" y="6074"/>
                  </a:lnTo>
                  <a:lnTo>
                    <a:pt x="15833" y="6313"/>
                  </a:lnTo>
                  <a:lnTo>
                    <a:pt x="16777" y="6538"/>
                  </a:lnTo>
                  <a:lnTo>
                    <a:pt x="17755" y="6764"/>
                  </a:lnTo>
                  <a:lnTo>
                    <a:pt x="18748" y="6977"/>
                  </a:lnTo>
                  <a:lnTo>
                    <a:pt x="19758" y="7183"/>
                  </a:lnTo>
                  <a:lnTo>
                    <a:pt x="20801" y="7383"/>
                  </a:lnTo>
                  <a:lnTo>
                    <a:pt x="21859" y="7570"/>
                  </a:lnTo>
                  <a:lnTo>
                    <a:pt x="22951" y="7757"/>
                  </a:lnTo>
                  <a:lnTo>
                    <a:pt x="24042" y="7931"/>
                  </a:lnTo>
                  <a:lnTo>
                    <a:pt x="25166" y="8099"/>
                  </a:lnTo>
                  <a:lnTo>
                    <a:pt x="26323" y="825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52"/>
            <p:cNvSpPr/>
            <p:nvPr/>
          </p:nvSpPr>
          <p:spPr>
            <a:xfrm rot="10800000">
              <a:off x="-596250" y="-567243"/>
              <a:ext cx="363250" cy="328272"/>
            </a:xfrm>
            <a:custGeom>
              <a:avLst/>
              <a:gdLst/>
              <a:ahLst/>
              <a:cxnLst/>
              <a:rect l="l" t="t" r="r" b="b"/>
              <a:pathLst>
                <a:path w="14530" h="5727" extrusionOk="0">
                  <a:moveTo>
                    <a:pt x="7086" y="1"/>
                  </a:moveTo>
                  <a:lnTo>
                    <a:pt x="6548" y="14"/>
                  </a:lnTo>
                  <a:lnTo>
                    <a:pt x="6043" y="26"/>
                  </a:lnTo>
                  <a:lnTo>
                    <a:pt x="5571" y="52"/>
                  </a:lnTo>
                  <a:lnTo>
                    <a:pt x="5115" y="84"/>
                  </a:lnTo>
                  <a:lnTo>
                    <a:pt x="4675" y="123"/>
                  </a:lnTo>
                  <a:lnTo>
                    <a:pt x="4284" y="168"/>
                  </a:lnTo>
                  <a:lnTo>
                    <a:pt x="3910" y="220"/>
                  </a:lnTo>
                  <a:lnTo>
                    <a:pt x="3551" y="271"/>
                  </a:lnTo>
                  <a:lnTo>
                    <a:pt x="3209" y="336"/>
                  </a:lnTo>
                  <a:lnTo>
                    <a:pt x="2916" y="400"/>
                  </a:lnTo>
                  <a:lnTo>
                    <a:pt x="2623" y="471"/>
                  </a:lnTo>
                  <a:lnTo>
                    <a:pt x="2346" y="542"/>
                  </a:lnTo>
                  <a:lnTo>
                    <a:pt x="2102" y="626"/>
                  </a:lnTo>
                  <a:lnTo>
                    <a:pt x="1874" y="703"/>
                  </a:lnTo>
                  <a:lnTo>
                    <a:pt x="1662" y="794"/>
                  </a:lnTo>
                  <a:lnTo>
                    <a:pt x="1466" y="878"/>
                  </a:lnTo>
                  <a:lnTo>
                    <a:pt x="1287" y="974"/>
                  </a:lnTo>
                  <a:lnTo>
                    <a:pt x="1141" y="1065"/>
                  </a:lnTo>
                  <a:lnTo>
                    <a:pt x="978" y="1161"/>
                  </a:lnTo>
                  <a:lnTo>
                    <a:pt x="847" y="1264"/>
                  </a:lnTo>
                  <a:lnTo>
                    <a:pt x="733" y="1361"/>
                  </a:lnTo>
                  <a:lnTo>
                    <a:pt x="619" y="1464"/>
                  </a:lnTo>
                  <a:lnTo>
                    <a:pt x="522" y="1567"/>
                  </a:lnTo>
                  <a:lnTo>
                    <a:pt x="440" y="1671"/>
                  </a:lnTo>
                  <a:lnTo>
                    <a:pt x="294" y="1877"/>
                  </a:lnTo>
                  <a:lnTo>
                    <a:pt x="196" y="2083"/>
                  </a:lnTo>
                  <a:lnTo>
                    <a:pt x="114" y="2290"/>
                  </a:lnTo>
                  <a:lnTo>
                    <a:pt x="49" y="2489"/>
                  </a:lnTo>
                  <a:lnTo>
                    <a:pt x="17" y="2683"/>
                  </a:lnTo>
                  <a:lnTo>
                    <a:pt x="0" y="2902"/>
                  </a:lnTo>
                  <a:lnTo>
                    <a:pt x="33" y="3134"/>
                  </a:lnTo>
                  <a:lnTo>
                    <a:pt x="49" y="3257"/>
                  </a:lnTo>
                  <a:lnTo>
                    <a:pt x="98" y="3386"/>
                  </a:lnTo>
                  <a:lnTo>
                    <a:pt x="147" y="3508"/>
                  </a:lnTo>
                  <a:lnTo>
                    <a:pt x="212" y="3637"/>
                  </a:lnTo>
                  <a:lnTo>
                    <a:pt x="294" y="3766"/>
                  </a:lnTo>
                  <a:lnTo>
                    <a:pt x="391" y="3895"/>
                  </a:lnTo>
                  <a:lnTo>
                    <a:pt x="489" y="4024"/>
                  </a:lnTo>
                  <a:lnTo>
                    <a:pt x="619" y="4153"/>
                  </a:lnTo>
                  <a:lnTo>
                    <a:pt x="750" y="4275"/>
                  </a:lnTo>
                  <a:lnTo>
                    <a:pt x="913" y="4404"/>
                  </a:lnTo>
                  <a:lnTo>
                    <a:pt x="1075" y="4527"/>
                  </a:lnTo>
                  <a:lnTo>
                    <a:pt x="1271" y="4643"/>
                  </a:lnTo>
                  <a:lnTo>
                    <a:pt x="1483" y="4765"/>
                  </a:lnTo>
                  <a:lnTo>
                    <a:pt x="1711" y="4875"/>
                  </a:lnTo>
                  <a:lnTo>
                    <a:pt x="1971" y="4985"/>
                  </a:lnTo>
                  <a:lnTo>
                    <a:pt x="2248" y="5088"/>
                  </a:lnTo>
                  <a:lnTo>
                    <a:pt x="2541" y="5184"/>
                  </a:lnTo>
                  <a:lnTo>
                    <a:pt x="2851" y="5275"/>
                  </a:lnTo>
                  <a:lnTo>
                    <a:pt x="3193" y="5359"/>
                  </a:lnTo>
                  <a:lnTo>
                    <a:pt x="3568" y="5442"/>
                  </a:lnTo>
                  <a:lnTo>
                    <a:pt x="3958" y="5507"/>
                  </a:lnTo>
                  <a:lnTo>
                    <a:pt x="4366" y="5571"/>
                  </a:lnTo>
                  <a:lnTo>
                    <a:pt x="4822" y="5623"/>
                  </a:lnTo>
                  <a:lnTo>
                    <a:pt x="5294" y="5668"/>
                  </a:lnTo>
                  <a:lnTo>
                    <a:pt x="5783" y="5707"/>
                  </a:lnTo>
                  <a:lnTo>
                    <a:pt x="6320" y="5726"/>
                  </a:lnTo>
                  <a:lnTo>
                    <a:pt x="6695" y="5468"/>
                  </a:lnTo>
                  <a:lnTo>
                    <a:pt x="7102" y="5204"/>
                  </a:lnTo>
                  <a:lnTo>
                    <a:pt x="7526" y="4946"/>
                  </a:lnTo>
                  <a:lnTo>
                    <a:pt x="7949" y="4694"/>
                  </a:lnTo>
                  <a:lnTo>
                    <a:pt x="8405" y="4437"/>
                  </a:lnTo>
                  <a:lnTo>
                    <a:pt x="8861" y="4185"/>
                  </a:lnTo>
                  <a:lnTo>
                    <a:pt x="9350" y="3940"/>
                  </a:lnTo>
                  <a:lnTo>
                    <a:pt x="9855" y="3695"/>
                  </a:lnTo>
                  <a:lnTo>
                    <a:pt x="10376" y="3450"/>
                  </a:lnTo>
                  <a:lnTo>
                    <a:pt x="10914" y="3212"/>
                  </a:lnTo>
                  <a:lnTo>
                    <a:pt x="11468" y="2973"/>
                  </a:lnTo>
                  <a:lnTo>
                    <a:pt x="12038" y="2734"/>
                  </a:lnTo>
                  <a:lnTo>
                    <a:pt x="12624" y="2509"/>
                  </a:lnTo>
                  <a:lnTo>
                    <a:pt x="13243" y="2283"/>
                  </a:lnTo>
                  <a:lnTo>
                    <a:pt x="13878" y="2057"/>
                  </a:lnTo>
                  <a:lnTo>
                    <a:pt x="14530" y="1838"/>
                  </a:lnTo>
                  <a:lnTo>
                    <a:pt x="14351" y="1671"/>
                  </a:lnTo>
                  <a:lnTo>
                    <a:pt x="14139" y="1503"/>
                  </a:lnTo>
                  <a:lnTo>
                    <a:pt x="13894" y="1335"/>
                  </a:lnTo>
                  <a:lnTo>
                    <a:pt x="13618" y="1174"/>
                  </a:lnTo>
                  <a:lnTo>
                    <a:pt x="13308" y="1013"/>
                  </a:lnTo>
                  <a:lnTo>
                    <a:pt x="12982" y="865"/>
                  </a:lnTo>
                  <a:lnTo>
                    <a:pt x="12787" y="794"/>
                  </a:lnTo>
                  <a:lnTo>
                    <a:pt x="12591" y="716"/>
                  </a:lnTo>
                  <a:lnTo>
                    <a:pt x="12396" y="652"/>
                  </a:lnTo>
                  <a:lnTo>
                    <a:pt x="12184" y="581"/>
                  </a:lnTo>
                  <a:lnTo>
                    <a:pt x="11956" y="516"/>
                  </a:lnTo>
                  <a:lnTo>
                    <a:pt x="11728" y="458"/>
                  </a:lnTo>
                  <a:lnTo>
                    <a:pt x="11500" y="400"/>
                  </a:lnTo>
                  <a:lnTo>
                    <a:pt x="11239" y="342"/>
                  </a:lnTo>
                  <a:lnTo>
                    <a:pt x="10979" y="291"/>
                  </a:lnTo>
                  <a:lnTo>
                    <a:pt x="10718" y="246"/>
                  </a:lnTo>
                  <a:lnTo>
                    <a:pt x="10441" y="201"/>
                  </a:lnTo>
                  <a:lnTo>
                    <a:pt x="10148" y="162"/>
                  </a:lnTo>
                  <a:lnTo>
                    <a:pt x="9839" y="123"/>
                  </a:lnTo>
                  <a:lnTo>
                    <a:pt x="9529" y="91"/>
                  </a:lnTo>
                  <a:lnTo>
                    <a:pt x="9220" y="65"/>
                  </a:lnTo>
                  <a:lnTo>
                    <a:pt x="8878" y="39"/>
                  </a:lnTo>
                  <a:lnTo>
                    <a:pt x="8536" y="20"/>
                  </a:lnTo>
                  <a:lnTo>
                    <a:pt x="8177" y="7"/>
                  </a:lnTo>
                  <a:lnTo>
                    <a:pt x="7819" y="1"/>
                  </a:lnTo>
                  <a:close/>
                </a:path>
              </a:pathLst>
            </a:custGeom>
            <a:solidFill>
              <a:srgbClr val="9768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52"/>
            <p:cNvSpPr/>
            <p:nvPr/>
          </p:nvSpPr>
          <p:spPr>
            <a:xfrm rot="10800000">
              <a:off x="-596250" y="-567243"/>
              <a:ext cx="363250" cy="328272"/>
            </a:xfrm>
            <a:custGeom>
              <a:avLst/>
              <a:gdLst/>
              <a:ahLst/>
              <a:cxnLst/>
              <a:rect l="l" t="t" r="r" b="b"/>
              <a:pathLst>
                <a:path w="14530" h="5727" fill="none" extrusionOk="0">
                  <a:moveTo>
                    <a:pt x="6320" y="5726"/>
                  </a:moveTo>
                  <a:lnTo>
                    <a:pt x="6320" y="5726"/>
                  </a:lnTo>
                  <a:lnTo>
                    <a:pt x="6695" y="5468"/>
                  </a:lnTo>
                  <a:lnTo>
                    <a:pt x="7102" y="5204"/>
                  </a:lnTo>
                  <a:lnTo>
                    <a:pt x="7526" y="4946"/>
                  </a:lnTo>
                  <a:lnTo>
                    <a:pt x="7949" y="4694"/>
                  </a:lnTo>
                  <a:lnTo>
                    <a:pt x="8405" y="4437"/>
                  </a:lnTo>
                  <a:lnTo>
                    <a:pt x="8861" y="4185"/>
                  </a:lnTo>
                  <a:lnTo>
                    <a:pt x="9350" y="3940"/>
                  </a:lnTo>
                  <a:lnTo>
                    <a:pt x="9855" y="3695"/>
                  </a:lnTo>
                  <a:lnTo>
                    <a:pt x="10376" y="3450"/>
                  </a:lnTo>
                  <a:lnTo>
                    <a:pt x="10914" y="3212"/>
                  </a:lnTo>
                  <a:lnTo>
                    <a:pt x="11468" y="2973"/>
                  </a:lnTo>
                  <a:lnTo>
                    <a:pt x="12038" y="2734"/>
                  </a:lnTo>
                  <a:lnTo>
                    <a:pt x="12624" y="2509"/>
                  </a:lnTo>
                  <a:lnTo>
                    <a:pt x="13243" y="2283"/>
                  </a:lnTo>
                  <a:lnTo>
                    <a:pt x="13878" y="2057"/>
                  </a:lnTo>
                  <a:lnTo>
                    <a:pt x="14530" y="1838"/>
                  </a:lnTo>
                  <a:lnTo>
                    <a:pt x="14530" y="1838"/>
                  </a:lnTo>
                  <a:lnTo>
                    <a:pt x="14351" y="1671"/>
                  </a:lnTo>
                  <a:lnTo>
                    <a:pt x="14139" y="1503"/>
                  </a:lnTo>
                  <a:lnTo>
                    <a:pt x="13894" y="1335"/>
                  </a:lnTo>
                  <a:lnTo>
                    <a:pt x="13618" y="1174"/>
                  </a:lnTo>
                  <a:lnTo>
                    <a:pt x="13308" y="1013"/>
                  </a:lnTo>
                  <a:lnTo>
                    <a:pt x="12982" y="865"/>
                  </a:lnTo>
                  <a:lnTo>
                    <a:pt x="12787" y="794"/>
                  </a:lnTo>
                  <a:lnTo>
                    <a:pt x="12591" y="716"/>
                  </a:lnTo>
                  <a:lnTo>
                    <a:pt x="12396" y="652"/>
                  </a:lnTo>
                  <a:lnTo>
                    <a:pt x="12184" y="581"/>
                  </a:lnTo>
                  <a:lnTo>
                    <a:pt x="11956" y="516"/>
                  </a:lnTo>
                  <a:lnTo>
                    <a:pt x="11728" y="458"/>
                  </a:lnTo>
                  <a:lnTo>
                    <a:pt x="11500" y="400"/>
                  </a:lnTo>
                  <a:lnTo>
                    <a:pt x="11239" y="342"/>
                  </a:lnTo>
                  <a:lnTo>
                    <a:pt x="10979" y="291"/>
                  </a:lnTo>
                  <a:lnTo>
                    <a:pt x="10718" y="246"/>
                  </a:lnTo>
                  <a:lnTo>
                    <a:pt x="10441" y="201"/>
                  </a:lnTo>
                  <a:lnTo>
                    <a:pt x="10148" y="162"/>
                  </a:lnTo>
                  <a:lnTo>
                    <a:pt x="9839" y="123"/>
                  </a:lnTo>
                  <a:lnTo>
                    <a:pt x="9529" y="91"/>
                  </a:lnTo>
                  <a:lnTo>
                    <a:pt x="9220" y="65"/>
                  </a:lnTo>
                  <a:lnTo>
                    <a:pt x="8878" y="39"/>
                  </a:lnTo>
                  <a:lnTo>
                    <a:pt x="8536" y="20"/>
                  </a:lnTo>
                  <a:lnTo>
                    <a:pt x="8177" y="7"/>
                  </a:lnTo>
                  <a:lnTo>
                    <a:pt x="7819" y="1"/>
                  </a:lnTo>
                  <a:lnTo>
                    <a:pt x="7444" y="1"/>
                  </a:lnTo>
                  <a:lnTo>
                    <a:pt x="7444" y="1"/>
                  </a:lnTo>
                  <a:lnTo>
                    <a:pt x="7086" y="1"/>
                  </a:lnTo>
                  <a:lnTo>
                    <a:pt x="7086" y="1"/>
                  </a:lnTo>
                  <a:lnTo>
                    <a:pt x="6548" y="14"/>
                  </a:lnTo>
                  <a:lnTo>
                    <a:pt x="6043" y="26"/>
                  </a:lnTo>
                  <a:lnTo>
                    <a:pt x="5571" y="52"/>
                  </a:lnTo>
                  <a:lnTo>
                    <a:pt x="5115" y="84"/>
                  </a:lnTo>
                  <a:lnTo>
                    <a:pt x="4675" y="123"/>
                  </a:lnTo>
                  <a:lnTo>
                    <a:pt x="4284" y="168"/>
                  </a:lnTo>
                  <a:lnTo>
                    <a:pt x="3910" y="220"/>
                  </a:lnTo>
                  <a:lnTo>
                    <a:pt x="3551" y="271"/>
                  </a:lnTo>
                  <a:lnTo>
                    <a:pt x="3209" y="336"/>
                  </a:lnTo>
                  <a:lnTo>
                    <a:pt x="2916" y="400"/>
                  </a:lnTo>
                  <a:lnTo>
                    <a:pt x="2623" y="471"/>
                  </a:lnTo>
                  <a:lnTo>
                    <a:pt x="2346" y="542"/>
                  </a:lnTo>
                  <a:lnTo>
                    <a:pt x="2102" y="626"/>
                  </a:lnTo>
                  <a:lnTo>
                    <a:pt x="1874" y="703"/>
                  </a:lnTo>
                  <a:lnTo>
                    <a:pt x="1662" y="794"/>
                  </a:lnTo>
                  <a:lnTo>
                    <a:pt x="1466" y="878"/>
                  </a:lnTo>
                  <a:lnTo>
                    <a:pt x="1287" y="974"/>
                  </a:lnTo>
                  <a:lnTo>
                    <a:pt x="1141" y="1065"/>
                  </a:lnTo>
                  <a:lnTo>
                    <a:pt x="978" y="1161"/>
                  </a:lnTo>
                  <a:lnTo>
                    <a:pt x="847" y="1264"/>
                  </a:lnTo>
                  <a:lnTo>
                    <a:pt x="733" y="1361"/>
                  </a:lnTo>
                  <a:lnTo>
                    <a:pt x="619" y="1464"/>
                  </a:lnTo>
                  <a:lnTo>
                    <a:pt x="522" y="1567"/>
                  </a:lnTo>
                  <a:lnTo>
                    <a:pt x="440" y="1671"/>
                  </a:lnTo>
                  <a:lnTo>
                    <a:pt x="294" y="1877"/>
                  </a:lnTo>
                  <a:lnTo>
                    <a:pt x="196" y="2083"/>
                  </a:lnTo>
                  <a:lnTo>
                    <a:pt x="114" y="2290"/>
                  </a:lnTo>
                  <a:lnTo>
                    <a:pt x="49" y="2489"/>
                  </a:lnTo>
                  <a:lnTo>
                    <a:pt x="49" y="2489"/>
                  </a:lnTo>
                  <a:lnTo>
                    <a:pt x="17" y="2683"/>
                  </a:lnTo>
                  <a:lnTo>
                    <a:pt x="0" y="2902"/>
                  </a:lnTo>
                  <a:lnTo>
                    <a:pt x="33" y="3134"/>
                  </a:lnTo>
                  <a:lnTo>
                    <a:pt x="49" y="3257"/>
                  </a:lnTo>
                  <a:lnTo>
                    <a:pt x="98" y="3386"/>
                  </a:lnTo>
                  <a:lnTo>
                    <a:pt x="147" y="3508"/>
                  </a:lnTo>
                  <a:lnTo>
                    <a:pt x="212" y="3637"/>
                  </a:lnTo>
                  <a:lnTo>
                    <a:pt x="294" y="3766"/>
                  </a:lnTo>
                  <a:lnTo>
                    <a:pt x="391" y="3895"/>
                  </a:lnTo>
                  <a:lnTo>
                    <a:pt x="489" y="4024"/>
                  </a:lnTo>
                  <a:lnTo>
                    <a:pt x="619" y="4153"/>
                  </a:lnTo>
                  <a:lnTo>
                    <a:pt x="750" y="4275"/>
                  </a:lnTo>
                  <a:lnTo>
                    <a:pt x="913" y="4404"/>
                  </a:lnTo>
                  <a:lnTo>
                    <a:pt x="1075" y="4527"/>
                  </a:lnTo>
                  <a:lnTo>
                    <a:pt x="1271" y="4643"/>
                  </a:lnTo>
                  <a:lnTo>
                    <a:pt x="1483" y="4765"/>
                  </a:lnTo>
                  <a:lnTo>
                    <a:pt x="1711" y="4875"/>
                  </a:lnTo>
                  <a:lnTo>
                    <a:pt x="1971" y="4985"/>
                  </a:lnTo>
                  <a:lnTo>
                    <a:pt x="2248" y="5088"/>
                  </a:lnTo>
                  <a:lnTo>
                    <a:pt x="2541" y="5184"/>
                  </a:lnTo>
                  <a:lnTo>
                    <a:pt x="2851" y="5275"/>
                  </a:lnTo>
                  <a:lnTo>
                    <a:pt x="3193" y="5359"/>
                  </a:lnTo>
                  <a:lnTo>
                    <a:pt x="3568" y="5442"/>
                  </a:lnTo>
                  <a:lnTo>
                    <a:pt x="3958" y="5507"/>
                  </a:lnTo>
                  <a:lnTo>
                    <a:pt x="4366" y="5571"/>
                  </a:lnTo>
                  <a:lnTo>
                    <a:pt x="4822" y="5623"/>
                  </a:lnTo>
                  <a:lnTo>
                    <a:pt x="5294" y="5668"/>
                  </a:lnTo>
                  <a:lnTo>
                    <a:pt x="5783" y="5707"/>
                  </a:lnTo>
                  <a:lnTo>
                    <a:pt x="6320" y="572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52"/>
            <p:cNvSpPr/>
            <p:nvPr/>
          </p:nvSpPr>
          <p:spPr>
            <a:xfrm rot="10800000">
              <a:off x="-608075" y="-568335"/>
              <a:ext cx="217075" cy="224007"/>
            </a:xfrm>
            <a:custGeom>
              <a:avLst/>
              <a:gdLst/>
              <a:ahLst/>
              <a:cxnLst/>
              <a:rect l="l" t="t" r="r" b="b"/>
              <a:pathLst>
                <a:path w="8683" h="3908" extrusionOk="0">
                  <a:moveTo>
                    <a:pt x="8210" y="0"/>
                  </a:moveTo>
                  <a:lnTo>
                    <a:pt x="7558" y="219"/>
                  </a:lnTo>
                  <a:lnTo>
                    <a:pt x="6923" y="445"/>
                  </a:lnTo>
                  <a:lnTo>
                    <a:pt x="6304" y="671"/>
                  </a:lnTo>
                  <a:lnTo>
                    <a:pt x="5718" y="896"/>
                  </a:lnTo>
                  <a:lnTo>
                    <a:pt x="5148" y="1135"/>
                  </a:lnTo>
                  <a:lnTo>
                    <a:pt x="4594" y="1374"/>
                  </a:lnTo>
                  <a:lnTo>
                    <a:pt x="4056" y="1612"/>
                  </a:lnTo>
                  <a:lnTo>
                    <a:pt x="3535" y="1857"/>
                  </a:lnTo>
                  <a:lnTo>
                    <a:pt x="3030" y="2102"/>
                  </a:lnTo>
                  <a:lnTo>
                    <a:pt x="2541" y="2347"/>
                  </a:lnTo>
                  <a:lnTo>
                    <a:pt x="2085" y="2599"/>
                  </a:lnTo>
                  <a:lnTo>
                    <a:pt x="1629" y="2856"/>
                  </a:lnTo>
                  <a:lnTo>
                    <a:pt x="1206" y="3108"/>
                  </a:lnTo>
                  <a:lnTo>
                    <a:pt x="782" y="3366"/>
                  </a:lnTo>
                  <a:lnTo>
                    <a:pt x="375" y="3630"/>
                  </a:lnTo>
                  <a:lnTo>
                    <a:pt x="0" y="3888"/>
                  </a:lnTo>
                  <a:lnTo>
                    <a:pt x="456" y="3901"/>
                  </a:lnTo>
                  <a:lnTo>
                    <a:pt x="929" y="3907"/>
                  </a:lnTo>
                  <a:lnTo>
                    <a:pt x="1206" y="3907"/>
                  </a:lnTo>
                  <a:lnTo>
                    <a:pt x="1841" y="3895"/>
                  </a:lnTo>
                  <a:lnTo>
                    <a:pt x="2427" y="3869"/>
                  </a:lnTo>
                  <a:lnTo>
                    <a:pt x="2981" y="3836"/>
                  </a:lnTo>
                  <a:lnTo>
                    <a:pt x="3502" y="3798"/>
                  </a:lnTo>
                  <a:lnTo>
                    <a:pt x="4007" y="3746"/>
                  </a:lnTo>
                  <a:lnTo>
                    <a:pt x="4463" y="3688"/>
                  </a:lnTo>
                  <a:lnTo>
                    <a:pt x="4887" y="3617"/>
                  </a:lnTo>
                  <a:lnTo>
                    <a:pt x="5294" y="3546"/>
                  </a:lnTo>
                  <a:lnTo>
                    <a:pt x="5652" y="3463"/>
                  </a:lnTo>
                  <a:lnTo>
                    <a:pt x="6011" y="3372"/>
                  </a:lnTo>
                  <a:lnTo>
                    <a:pt x="6320" y="3282"/>
                  </a:lnTo>
                  <a:lnTo>
                    <a:pt x="6613" y="3179"/>
                  </a:lnTo>
                  <a:lnTo>
                    <a:pt x="6874" y="3076"/>
                  </a:lnTo>
                  <a:lnTo>
                    <a:pt x="7118" y="2966"/>
                  </a:lnTo>
                  <a:lnTo>
                    <a:pt x="7346" y="2856"/>
                  </a:lnTo>
                  <a:lnTo>
                    <a:pt x="7542" y="2740"/>
                  </a:lnTo>
                  <a:lnTo>
                    <a:pt x="7721" y="2624"/>
                  </a:lnTo>
                  <a:lnTo>
                    <a:pt x="7884" y="2502"/>
                  </a:lnTo>
                  <a:lnTo>
                    <a:pt x="8031" y="2379"/>
                  </a:lnTo>
                  <a:lnTo>
                    <a:pt x="8145" y="2263"/>
                  </a:lnTo>
                  <a:lnTo>
                    <a:pt x="8259" y="2141"/>
                  </a:lnTo>
                  <a:lnTo>
                    <a:pt x="8356" y="2018"/>
                  </a:lnTo>
                  <a:lnTo>
                    <a:pt x="8438" y="1896"/>
                  </a:lnTo>
                  <a:lnTo>
                    <a:pt x="8503" y="1773"/>
                  </a:lnTo>
                  <a:lnTo>
                    <a:pt x="8552" y="1657"/>
                  </a:lnTo>
                  <a:lnTo>
                    <a:pt x="8601" y="1541"/>
                  </a:lnTo>
                  <a:lnTo>
                    <a:pt x="8650" y="1316"/>
                  </a:lnTo>
                  <a:lnTo>
                    <a:pt x="8682" y="1116"/>
                  </a:lnTo>
                  <a:lnTo>
                    <a:pt x="8682" y="929"/>
                  </a:lnTo>
                  <a:lnTo>
                    <a:pt x="8682" y="825"/>
                  </a:lnTo>
                  <a:lnTo>
                    <a:pt x="8650" y="716"/>
                  </a:lnTo>
                  <a:lnTo>
                    <a:pt x="8617" y="606"/>
                  </a:lnTo>
                  <a:lnTo>
                    <a:pt x="8568" y="490"/>
                  </a:lnTo>
                  <a:lnTo>
                    <a:pt x="8503" y="368"/>
                  </a:lnTo>
                  <a:lnTo>
                    <a:pt x="8422" y="252"/>
                  </a:lnTo>
                  <a:lnTo>
                    <a:pt x="8324" y="123"/>
                  </a:lnTo>
                  <a:lnTo>
                    <a:pt x="8210" y="0"/>
                  </a:lnTo>
                  <a:close/>
                </a:path>
              </a:pathLst>
            </a:custGeom>
            <a:solidFill>
              <a:srgbClr val="004C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52"/>
            <p:cNvSpPr/>
            <p:nvPr/>
          </p:nvSpPr>
          <p:spPr>
            <a:xfrm rot="10800000">
              <a:off x="-608075" y="-568335"/>
              <a:ext cx="217075" cy="224007"/>
            </a:xfrm>
            <a:custGeom>
              <a:avLst/>
              <a:gdLst/>
              <a:ahLst/>
              <a:cxnLst/>
              <a:rect l="l" t="t" r="r" b="b"/>
              <a:pathLst>
                <a:path w="8683" h="3908" fill="none" extrusionOk="0">
                  <a:moveTo>
                    <a:pt x="929" y="3907"/>
                  </a:moveTo>
                  <a:lnTo>
                    <a:pt x="929" y="3907"/>
                  </a:lnTo>
                  <a:lnTo>
                    <a:pt x="1206" y="3907"/>
                  </a:lnTo>
                  <a:lnTo>
                    <a:pt x="1206" y="3907"/>
                  </a:lnTo>
                  <a:lnTo>
                    <a:pt x="1841" y="3895"/>
                  </a:lnTo>
                  <a:lnTo>
                    <a:pt x="2427" y="3869"/>
                  </a:lnTo>
                  <a:lnTo>
                    <a:pt x="2981" y="3836"/>
                  </a:lnTo>
                  <a:lnTo>
                    <a:pt x="3502" y="3798"/>
                  </a:lnTo>
                  <a:lnTo>
                    <a:pt x="4007" y="3746"/>
                  </a:lnTo>
                  <a:lnTo>
                    <a:pt x="4463" y="3688"/>
                  </a:lnTo>
                  <a:lnTo>
                    <a:pt x="4887" y="3617"/>
                  </a:lnTo>
                  <a:lnTo>
                    <a:pt x="5294" y="3546"/>
                  </a:lnTo>
                  <a:lnTo>
                    <a:pt x="5652" y="3463"/>
                  </a:lnTo>
                  <a:lnTo>
                    <a:pt x="6011" y="3372"/>
                  </a:lnTo>
                  <a:lnTo>
                    <a:pt x="6320" y="3282"/>
                  </a:lnTo>
                  <a:lnTo>
                    <a:pt x="6613" y="3179"/>
                  </a:lnTo>
                  <a:lnTo>
                    <a:pt x="6874" y="3076"/>
                  </a:lnTo>
                  <a:lnTo>
                    <a:pt x="7118" y="2966"/>
                  </a:lnTo>
                  <a:lnTo>
                    <a:pt x="7346" y="2856"/>
                  </a:lnTo>
                  <a:lnTo>
                    <a:pt x="7542" y="2740"/>
                  </a:lnTo>
                  <a:lnTo>
                    <a:pt x="7721" y="2624"/>
                  </a:lnTo>
                  <a:lnTo>
                    <a:pt x="7884" y="2502"/>
                  </a:lnTo>
                  <a:lnTo>
                    <a:pt x="8031" y="2379"/>
                  </a:lnTo>
                  <a:lnTo>
                    <a:pt x="8145" y="2263"/>
                  </a:lnTo>
                  <a:lnTo>
                    <a:pt x="8259" y="2141"/>
                  </a:lnTo>
                  <a:lnTo>
                    <a:pt x="8356" y="2018"/>
                  </a:lnTo>
                  <a:lnTo>
                    <a:pt x="8438" y="1896"/>
                  </a:lnTo>
                  <a:lnTo>
                    <a:pt x="8503" y="1773"/>
                  </a:lnTo>
                  <a:lnTo>
                    <a:pt x="8552" y="1657"/>
                  </a:lnTo>
                  <a:lnTo>
                    <a:pt x="8601" y="1541"/>
                  </a:lnTo>
                  <a:lnTo>
                    <a:pt x="8650" y="1316"/>
                  </a:lnTo>
                  <a:lnTo>
                    <a:pt x="8682" y="1116"/>
                  </a:lnTo>
                  <a:lnTo>
                    <a:pt x="8682" y="929"/>
                  </a:lnTo>
                  <a:lnTo>
                    <a:pt x="8682" y="929"/>
                  </a:lnTo>
                  <a:lnTo>
                    <a:pt x="8682" y="825"/>
                  </a:lnTo>
                  <a:lnTo>
                    <a:pt x="8650" y="716"/>
                  </a:lnTo>
                  <a:lnTo>
                    <a:pt x="8617" y="606"/>
                  </a:lnTo>
                  <a:lnTo>
                    <a:pt x="8568" y="490"/>
                  </a:lnTo>
                  <a:lnTo>
                    <a:pt x="8503" y="368"/>
                  </a:lnTo>
                  <a:lnTo>
                    <a:pt x="8422" y="252"/>
                  </a:lnTo>
                  <a:lnTo>
                    <a:pt x="8324" y="123"/>
                  </a:lnTo>
                  <a:lnTo>
                    <a:pt x="8210" y="0"/>
                  </a:lnTo>
                  <a:lnTo>
                    <a:pt x="8210" y="0"/>
                  </a:lnTo>
                  <a:lnTo>
                    <a:pt x="7558" y="219"/>
                  </a:lnTo>
                  <a:lnTo>
                    <a:pt x="6923" y="445"/>
                  </a:lnTo>
                  <a:lnTo>
                    <a:pt x="6304" y="671"/>
                  </a:lnTo>
                  <a:lnTo>
                    <a:pt x="5718" y="896"/>
                  </a:lnTo>
                  <a:lnTo>
                    <a:pt x="5148" y="1135"/>
                  </a:lnTo>
                  <a:lnTo>
                    <a:pt x="4594" y="1374"/>
                  </a:lnTo>
                  <a:lnTo>
                    <a:pt x="4056" y="1612"/>
                  </a:lnTo>
                  <a:lnTo>
                    <a:pt x="3535" y="1857"/>
                  </a:lnTo>
                  <a:lnTo>
                    <a:pt x="3030" y="2102"/>
                  </a:lnTo>
                  <a:lnTo>
                    <a:pt x="2541" y="2347"/>
                  </a:lnTo>
                  <a:lnTo>
                    <a:pt x="2085" y="2599"/>
                  </a:lnTo>
                  <a:lnTo>
                    <a:pt x="1629" y="2856"/>
                  </a:lnTo>
                  <a:lnTo>
                    <a:pt x="1206" y="3108"/>
                  </a:lnTo>
                  <a:lnTo>
                    <a:pt x="782" y="3366"/>
                  </a:lnTo>
                  <a:lnTo>
                    <a:pt x="375" y="3630"/>
                  </a:lnTo>
                  <a:lnTo>
                    <a:pt x="0" y="3888"/>
                  </a:lnTo>
                  <a:lnTo>
                    <a:pt x="0" y="3888"/>
                  </a:lnTo>
                  <a:lnTo>
                    <a:pt x="456" y="3901"/>
                  </a:lnTo>
                  <a:lnTo>
                    <a:pt x="929" y="390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52"/>
            <p:cNvSpPr/>
            <p:nvPr/>
          </p:nvSpPr>
          <p:spPr>
            <a:xfrm rot="10800000">
              <a:off x="-459425" y="-443034"/>
              <a:ext cx="94075" cy="77267"/>
            </a:xfrm>
            <a:custGeom>
              <a:avLst/>
              <a:gdLst/>
              <a:ahLst/>
              <a:cxnLst/>
              <a:rect l="l" t="t" r="r" b="b"/>
              <a:pathLst>
                <a:path w="3763" h="1348" extrusionOk="0">
                  <a:moveTo>
                    <a:pt x="1189" y="0"/>
                  </a:moveTo>
                  <a:lnTo>
                    <a:pt x="912" y="90"/>
                  </a:lnTo>
                  <a:lnTo>
                    <a:pt x="684" y="181"/>
                  </a:lnTo>
                  <a:lnTo>
                    <a:pt x="473" y="284"/>
                  </a:lnTo>
                  <a:lnTo>
                    <a:pt x="310" y="381"/>
                  </a:lnTo>
                  <a:lnTo>
                    <a:pt x="179" y="490"/>
                  </a:lnTo>
                  <a:lnTo>
                    <a:pt x="82" y="600"/>
                  </a:lnTo>
                  <a:lnTo>
                    <a:pt x="16" y="709"/>
                  </a:lnTo>
                  <a:lnTo>
                    <a:pt x="0" y="819"/>
                  </a:lnTo>
                  <a:lnTo>
                    <a:pt x="16" y="883"/>
                  </a:lnTo>
                  <a:lnTo>
                    <a:pt x="33" y="954"/>
                  </a:lnTo>
                  <a:lnTo>
                    <a:pt x="65" y="1019"/>
                  </a:lnTo>
                  <a:lnTo>
                    <a:pt x="114" y="1083"/>
                  </a:lnTo>
                  <a:lnTo>
                    <a:pt x="163" y="1148"/>
                  </a:lnTo>
                  <a:lnTo>
                    <a:pt x="244" y="1219"/>
                  </a:lnTo>
                  <a:lnTo>
                    <a:pt x="326" y="1283"/>
                  </a:lnTo>
                  <a:lnTo>
                    <a:pt x="424" y="1348"/>
                  </a:lnTo>
                  <a:lnTo>
                    <a:pt x="1434" y="1206"/>
                  </a:lnTo>
                  <a:lnTo>
                    <a:pt x="1531" y="1187"/>
                  </a:lnTo>
                  <a:lnTo>
                    <a:pt x="1596" y="1154"/>
                  </a:lnTo>
                  <a:lnTo>
                    <a:pt x="1645" y="1128"/>
                  </a:lnTo>
                  <a:lnTo>
                    <a:pt x="1662" y="1090"/>
                  </a:lnTo>
                  <a:lnTo>
                    <a:pt x="1662" y="1058"/>
                  </a:lnTo>
                  <a:lnTo>
                    <a:pt x="1613" y="1019"/>
                  </a:lnTo>
                  <a:lnTo>
                    <a:pt x="1482" y="922"/>
                  </a:lnTo>
                  <a:lnTo>
                    <a:pt x="1385" y="832"/>
                  </a:lnTo>
                  <a:lnTo>
                    <a:pt x="1336" y="748"/>
                  </a:lnTo>
                  <a:lnTo>
                    <a:pt x="1320" y="671"/>
                  </a:lnTo>
                  <a:lnTo>
                    <a:pt x="1336" y="606"/>
                  </a:lnTo>
                  <a:lnTo>
                    <a:pt x="1368" y="542"/>
                  </a:lnTo>
                  <a:lnTo>
                    <a:pt x="1417" y="484"/>
                  </a:lnTo>
                  <a:lnTo>
                    <a:pt x="1482" y="432"/>
                  </a:lnTo>
                  <a:lnTo>
                    <a:pt x="1548" y="381"/>
                  </a:lnTo>
                  <a:lnTo>
                    <a:pt x="1613" y="342"/>
                  </a:lnTo>
                  <a:lnTo>
                    <a:pt x="1743" y="277"/>
                  </a:lnTo>
                  <a:lnTo>
                    <a:pt x="1808" y="245"/>
                  </a:lnTo>
                  <a:lnTo>
                    <a:pt x="1841" y="219"/>
                  </a:lnTo>
                  <a:lnTo>
                    <a:pt x="1841" y="200"/>
                  </a:lnTo>
                  <a:lnTo>
                    <a:pt x="1841" y="181"/>
                  </a:lnTo>
                  <a:lnTo>
                    <a:pt x="1808" y="155"/>
                  </a:lnTo>
                  <a:lnTo>
                    <a:pt x="1776" y="136"/>
                  </a:lnTo>
                  <a:lnTo>
                    <a:pt x="1710" y="123"/>
                  </a:lnTo>
                  <a:lnTo>
                    <a:pt x="1189" y="0"/>
                  </a:lnTo>
                  <a:close/>
                  <a:moveTo>
                    <a:pt x="3111" y="0"/>
                  </a:moveTo>
                  <a:lnTo>
                    <a:pt x="2834" y="90"/>
                  </a:lnTo>
                  <a:lnTo>
                    <a:pt x="2590" y="181"/>
                  </a:lnTo>
                  <a:lnTo>
                    <a:pt x="2395" y="284"/>
                  </a:lnTo>
                  <a:lnTo>
                    <a:pt x="2232" y="381"/>
                  </a:lnTo>
                  <a:lnTo>
                    <a:pt x="2101" y="490"/>
                  </a:lnTo>
                  <a:lnTo>
                    <a:pt x="2004" y="600"/>
                  </a:lnTo>
                  <a:lnTo>
                    <a:pt x="1938" y="709"/>
                  </a:lnTo>
                  <a:lnTo>
                    <a:pt x="1922" y="819"/>
                  </a:lnTo>
                  <a:lnTo>
                    <a:pt x="1938" y="883"/>
                  </a:lnTo>
                  <a:lnTo>
                    <a:pt x="1955" y="954"/>
                  </a:lnTo>
                  <a:lnTo>
                    <a:pt x="1987" y="1019"/>
                  </a:lnTo>
                  <a:lnTo>
                    <a:pt x="2036" y="1083"/>
                  </a:lnTo>
                  <a:lnTo>
                    <a:pt x="2085" y="1148"/>
                  </a:lnTo>
                  <a:lnTo>
                    <a:pt x="2167" y="1219"/>
                  </a:lnTo>
                  <a:lnTo>
                    <a:pt x="2248" y="1283"/>
                  </a:lnTo>
                  <a:lnTo>
                    <a:pt x="2346" y="1348"/>
                  </a:lnTo>
                  <a:lnTo>
                    <a:pt x="3356" y="1206"/>
                  </a:lnTo>
                  <a:lnTo>
                    <a:pt x="3453" y="1187"/>
                  </a:lnTo>
                  <a:lnTo>
                    <a:pt x="3518" y="1154"/>
                  </a:lnTo>
                  <a:lnTo>
                    <a:pt x="3567" y="1128"/>
                  </a:lnTo>
                  <a:lnTo>
                    <a:pt x="3584" y="1090"/>
                  </a:lnTo>
                  <a:lnTo>
                    <a:pt x="3584" y="1058"/>
                  </a:lnTo>
                  <a:lnTo>
                    <a:pt x="3535" y="1019"/>
                  </a:lnTo>
                  <a:lnTo>
                    <a:pt x="3404" y="922"/>
                  </a:lnTo>
                  <a:lnTo>
                    <a:pt x="3307" y="832"/>
                  </a:lnTo>
                  <a:lnTo>
                    <a:pt x="3258" y="748"/>
                  </a:lnTo>
                  <a:lnTo>
                    <a:pt x="3242" y="671"/>
                  </a:lnTo>
                  <a:lnTo>
                    <a:pt x="3258" y="606"/>
                  </a:lnTo>
                  <a:lnTo>
                    <a:pt x="3290" y="542"/>
                  </a:lnTo>
                  <a:lnTo>
                    <a:pt x="3339" y="484"/>
                  </a:lnTo>
                  <a:lnTo>
                    <a:pt x="3404" y="432"/>
                  </a:lnTo>
                  <a:lnTo>
                    <a:pt x="3470" y="381"/>
                  </a:lnTo>
                  <a:lnTo>
                    <a:pt x="3535" y="342"/>
                  </a:lnTo>
                  <a:lnTo>
                    <a:pt x="3665" y="277"/>
                  </a:lnTo>
                  <a:lnTo>
                    <a:pt x="3730" y="245"/>
                  </a:lnTo>
                  <a:lnTo>
                    <a:pt x="3747" y="219"/>
                  </a:lnTo>
                  <a:lnTo>
                    <a:pt x="3763" y="200"/>
                  </a:lnTo>
                  <a:lnTo>
                    <a:pt x="3747" y="181"/>
                  </a:lnTo>
                  <a:lnTo>
                    <a:pt x="3730" y="155"/>
                  </a:lnTo>
                  <a:lnTo>
                    <a:pt x="3698" y="136"/>
                  </a:lnTo>
                  <a:lnTo>
                    <a:pt x="3632" y="123"/>
                  </a:lnTo>
                  <a:lnTo>
                    <a:pt x="3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52"/>
            <p:cNvSpPr/>
            <p:nvPr/>
          </p:nvSpPr>
          <p:spPr>
            <a:xfrm rot="10800000">
              <a:off x="-2641700" y="-2004870"/>
              <a:ext cx="364900" cy="329303"/>
            </a:xfrm>
            <a:custGeom>
              <a:avLst/>
              <a:gdLst/>
              <a:ahLst/>
              <a:cxnLst/>
              <a:rect l="l" t="t" r="r" b="b"/>
              <a:pathLst>
                <a:path w="14596" h="5745" extrusionOk="0">
                  <a:moveTo>
                    <a:pt x="7347" y="0"/>
                  </a:moveTo>
                  <a:lnTo>
                    <a:pt x="7070" y="7"/>
                  </a:lnTo>
                  <a:lnTo>
                    <a:pt x="6663" y="7"/>
                  </a:lnTo>
                  <a:lnTo>
                    <a:pt x="6369" y="264"/>
                  </a:lnTo>
                  <a:lnTo>
                    <a:pt x="6044" y="516"/>
                  </a:lnTo>
                  <a:lnTo>
                    <a:pt x="5718" y="767"/>
                  </a:lnTo>
                  <a:lnTo>
                    <a:pt x="5376" y="1019"/>
                  </a:lnTo>
                  <a:lnTo>
                    <a:pt x="5017" y="1270"/>
                  </a:lnTo>
                  <a:lnTo>
                    <a:pt x="4643" y="1515"/>
                  </a:lnTo>
                  <a:lnTo>
                    <a:pt x="4252" y="1760"/>
                  </a:lnTo>
                  <a:lnTo>
                    <a:pt x="3845" y="1999"/>
                  </a:lnTo>
                  <a:lnTo>
                    <a:pt x="3421" y="2237"/>
                  </a:lnTo>
                  <a:lnTo>
                    <a:pt x="2981" y="2476"/>
                  </a:lnTo>
                  <a:lnTo>
                    <a:pt x="2525" y="2708"/>
                  </a:lnTo>
                  <a:lnTo>
                    <a:pt x="2053" y="2940"/>
                  </a:lnTo>
                  <a:lnTo>
                    <a:pt x="1564" y="3166"/>
                  </a:lnTo>
                  <a:lnTo>
                    <a:pt x="1059" y="3391"/>
                  </a:lnTo>
                  <a:lnTo>
                    <a:pt x="538" y="3611"/>
                  </a:lnTo>
                  <a:lnTo>
                    <a:pt x="1" y="3830"/>
                  </a:lnTo>
                  <a:lnTo>
                    <a:pt x="163" y="3998"/>
                  </a:lnTo>
                  <a:lnTo>
                    <a:pt x="375" y="4172"/>
                  </a:lnTo>
                  <a:lnTo>
                    <a:pt x="603" y="4346"/>
                  </a:lnTo>
                  <a:lnTo>
                    <a:pt x="880" y="4513"/>
                  </a:lnTo>
                  <a:lnTo>
                    <a:pt x="1173" y="4681"/>
                  </a:lnTo>
                  <a:lnTo>
                    <a:pt x="1336" y="4758"/>
                  </a:lnTo>
                  <a:lnTo>
                    <a:pt x="1515" y="4836"/>
                  </a:lnTo>
                  <a:lnTo>
                    <a:pt x="1695" y="4913"/>
                  </a:lnTo>
                  <a:lnTo>
                    <a:pt x="1890" y="4990"/>
                  </a:lnTo>
                  <a:lnTo>
                    <a:pt x="2102" y="5061"/>
                  </a:lnTo>
                  <a:lnTo>
                    <a:pt x="2314" y="5132"/>
                  </a:lnTo>
                  <a:lnTo>
                    <a:pt x="2542" y="5197"/>
                  </a:lnTo>
                  <a:lnTo>
                    <a:pt x="2770" y="5261"/>
                  </a:lnTo>
                  <a:lnTo>
                    <a:pt x="3014" y="5326"/>
                  </a:lnTo>
                  <a:lnTo>
                    <a:pt x="3258" y="5384"/>
                  </a:lnTo>
                  <a:lnTo>
                    <a:pt x="3519" y="5435"/>
                  </a:lnTo>
                  <a:lnTo>
                    <a:pt x="3796" y="5487"/>
                  </a:lnTo>
                  <a:lnTo>
                    <a:pt x="4089" y="5532"/>
                  </a:lnTo>
                  <a:lnTo>
                    <a:pt x="4382" y="5577"/>
                  </a:lnTo>
                  <a:lnTo>
                    <a:pt x="4692" y="5616"/>
                  </a:lnTo>
                  <a:lnTo>
                    <a:pt x="5001" y="5648"/>
                  </a:lnTo>
                  <a:lnTo>
                    <a:pt x="5343" y="5680"/>
                  </a:lnTo>
                  <a:lnTo>
                    <a:pt x="5685" y="5700"/>
                  </a:lnTo>
                  <a:lnTo>
                    <a:pt x="6027" y="5719"/>
                  </a:lnTo>
                  <a:lnTo>
                    <a:pt x="6386" y="5738"/>
                  </a:lnTo>
                  <a:lnTo>
                    <a:pt x="6777" y="5745"/>
                  </a:lnTo>
                  <a:lnTo>
                    <a:pt x="7510" y="5745"/>
                  </a:lnTo>
                  <a:lnTo>
                    <a:pt x="8047" y="5732"/>
                  </a:lnTo>
                  <a:lnTo>
                    <a:pt x="8552" y="5719"/>
                  </a:lnTo>
                  <a:lnTo>
                    <a:pt x="9041" y="5693"/>
                  </a:lnTo>
                  <a:lnTo>
                    <a:pt x="9497" y="5661"/>
                  </a:lnTo>
                  <a:lnTo>
                    <a:pt x="9920" y="5622"/>
                  </a:lnTo>
                  <a:lnTo>
                    <a:pt x="10311" y="5577"/>
                  </a:lnTo>
                  <a:lnTo>
                    <a:pt x="10702" y="5526"/>
                  </a:lnTo>
                  <a:lnTo>
                    <a:pt x="11044" y="5474"/>
                  </a:lnTo>
                  <a:lnTo>
                    <a:pt x="11386" y="5410"/>
                  </a:lnTo>
                  <a:lnTo>
                    <a:pt x="11696" y="5345"/>
                  </a:lnTo>
                  <a:lnTo>
                    <a:pt x="11973" y="5274"/>
                  </a:lnTo>
                  <a:lnTo>
                    <a:pt x="12250" y="5203"/>
                  </a:lnTo>
                  <a:lnTo>
                    <a:pt x="12494" y="5119"/>
                  </a:lnTo>
                  <a:lnTo>
                    <a:pt x="12722" y="5042"/>
                  </a:lnTo>
                  <a:lnTo>
                    <a:pt x="12934" y="4952"/>
                  </a:lnTo>
                  <a:lnTo>
                    <a:pt x="13129" y="4868"/>
                  </a:lnTo>
                  <a:lnTo>
                    <a:pt x="13308" y="4771"/>
                  </a:lnTo>
                  <a:lnTo>
                    <a:pt x="13471" y="4681"/>
                  </a:lnTo>
                  <a:lnTo>
                    <a:pt x="13618" y="4584"/>
                  </a:lnTo>
                  <a:lnTo>
                    <a:pt x="13748" y="4488"/>
                  </a:lnTo>
                  <a:lnTo>
                    <a:pt x="13862" y="4384"/>
                  </a:lnTo>
                  <a:lnTo>
                    <a:pt x="13976" y="4281"/>
                  </a:lnTo>
                  <a:lnTo>
                    <a:pt x="14074" y="4178"/>
                  </a:lnTo>
                  <a:lnTo>
                    <a:pt x="14155" y="4075"/>
                  </a:lnTo>
                  <a:lnTo>
                    <a:pt x="14302" y="3869"/>
                  </a:lnTo>
                  <a:lnTo>
                    <a:pt x="14400" y="3662"/>
                  </a:lnTo>
                  <a:lnTo>
                    <a:pt x="14497" y="3456"/>
                  </a:lnTo>
                  <a:lnTo>
                    <a:pt x="14546" y="3256"/>
                  </a:lnTo>
                  <a:lnTo>
                    <a:pt x="14595" y="3050"/>
                  </a:lnTo>
                  <a:lnTo>
                    <a:pt x="14595" y="2818"/>
                  </a:lnTo>
                  <a:lnTo>
                    <a:pt x="14579" y="2695"/>
                  </a:lnTo>
                  <a:lnTo>
                    <a:pt x="14563" y="2573"/>
                  </a:lnTo>
                  <a:lnTo>
                    <a:pt x="14530" y="2444"/>
                  </a:lnTo>
                  <a:lnTo>
                    <a:pt x="14481" y="2308"/>
                  </a:lnTo>
                  <a:lnTo>
                    <a:pt x="14416" y="2179"/>
                  </a:lnTo>
                  <a:lnTo>
                    <a:pt x="14351" y="2044"/>
                  </a:lnTo>
                  <a:lnTo>
                    <a:pt x="14253" y="1909"/>
                  </a:lnTo>
                  <a:lnTo>
                    <a:pt x="14155" y="1773"/>
                  </a:lnTo>
                  <a:lnTo>
                    <a:pt x="14025" y="1638"/>
                  </a:lnTo>
                  <a:lnTo>
                    <a:pt x="13895" y="1502"/>
                  </a:lnTo>
                  <a:lnTo>
                    <a:pt x="13732" y="1373"/>
                  </a:lnTo>
                  <a:lnTo>
                    <a:pt x="13553" y="1238"/>
                  </a:lnTo>
                  <a:lnTo>
                    <a:pt x="13357" y="1116"/>
                  </a:lnTo>
                  <a:lnTo>
                    <a:pt x="13129" y="993"/>
                  </a:lnTo>
                  <a:lnTo>
                    <a:pt x="12885" y="871"/>
                  </a:lnTo>
                  <a:lnTo>
                    <a:pt x="12624" y="761"/>
                  </a:lnTo>
                  <a:lnTo>
                    <a:pt x="12331" y="651"/>
                  </a:lnTo>
                  <a:lnTo>
                    <a:pt x="12022" y="548"/>
                  </a:lnTo>
                  <a:lnTo>
                    <a:pt x="11679" y="451"/>
                  </a:lnTo>
                  <a:lnTo>
                    <a:pt x="11321" y="368"/>
                  </a:lnTo>
                  <a:lnTo>
                    <a:pt x="10930" y="284"/>
                  </a:lnTo>
                  <a:lnTo>
                    <a:pt x="10507" y="213"/>
                  </a:lnTo>
                  <a:lnTo>
                    <a:pt x="10051" y="155"/>
                  </a:lnTo>
                  <a:lnTo>
                    <a:pt x="9578" y="97"/>
                  </a:lnTo>
                  <a:lnTo>
                    <a:pt x="9073" y="58"/>
                  </a:lnTo>
                  <a:lnTo>
                    <a:pt x="8519" y="26"/>
                  </a:lnTo>
                  <a:lnTo>
                    <a:pt x="7949" y="7"/>
                  </a:lnTo>
                  <a:lnTo>
                    <a:pt x="7347" y="0"/>
                  </a:lnTo>
                  <a:close/>
                </a:path>
              </a:pathLst>
            </a:custGeom>
            <a:solidFill>
              <a:srgbClr val="9718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52"/>
            <p:cNvSpPr/>
            <p:nvPr/>
          </p:nvSpPr>
          <p:spPr>
            <a:xfrm rot="10800000">
              <a:off x="-2641700" y="-2004870"/>
              <a:ext cx="364900" cy="329303"/>
            </a:xfrm>
            <a:custGeom>
              <a:avLst/>
              <a:gdLst/>
              <a:ahLst/>
              <a:cxnLst/>
              <a:rect l="l" t="t" r="r" b="b"/>
              <a:pathLst>
                <a:path w="14596" h="5745" fill="none" extrusionOk="0">
                  <a:moveTo>
                    <a:pt x="7151" y="5745"/>
                  </a:moveTo>
                  <a:lnTo>
                    <a:pt x="7151" y="5745"/>
                  </a:lnTo>
                  <a:lnTo>
                    <a:pt x="7510" y="5745"/>
                  </a:lnTo>
                  <a:lnTo>
                    <a:pt x="7510" y="5745"/>
                  </a:lnTo>
                  <a:lnTo>
                    <a:pt x="8047" y="5732"/>
                  </a:lnTo>
                  <a:lnTo>
                    <a:pt x="8552" y="5719"/>
                  </a:lnTo>
                  <a:lnTo>
                    <a:pt x="9041" y="5693"/>
                  </a:lnTo>
                  <a:lnTo>
                    <a:pt x="9497" y="5661"/>
                  </a:lnTo>
                  <a:lnTo>
                    <a:pt x="9920" y="5622"/>
                  </a:lnTo>
                  <a:lnTo>
                    <a:pt x="10311" y="5577"/>
                  </a:lnTo>
                  <a:lnTo>
                    <a:pt x="10702" y="5526"/>
                  </a:lnTo>
                  <a:lnTo>
                    <a:pt x="11044" y="5474"/>
                  </a:lnTo>
                  <a:lnTo>
                    <a:pt x="11386" y="5410"/>
                  </a:lnTo>
                  <a:lnTo>
                    <a:pt x="11696" y="5345"/>
                  </a:lnTo>
                  <a:lnTo>
                    <a:pt x="11973" y="5274"/>
                  </a:lnTo>
                  <a:lnTo>
                    <a:pt x="12250" y="5203"/>
                  </a:lnTo>
                  <a:lnTo>
                    <a:pt x="12494" y="5119"/>
                  </a:lnTo>
                  <a:lnTo>
                    <a:pt x="12722" y="5042"/>
                  </a:lnTo>
                  <a:lnTo>
                    <a:pt x="12934" y="4952"/>
                  </a:lnTo>
                  <a:lnTo>
                    <a:pt x="13129" y="4868"/>
                  </a:lnTo>
                  <a:lnTo>
                    <a:pt x="13308" y="4771"/>
                  </a:lnTo>
                  <a:lnTo>
                    <a:pt x="13471" y="4681"/>
                  </a:lnTo>
                  <a:lnTo>
                    <a:pt x="13618" y="4584"/>
                  </a:lnTo>
                  <a:lnTo>
                    <a:pt x="13748" y="4488"/>
                  </a:lnTo>
                  <a:lnTo>
                    <a:pt x="13862" y="4384"/>
                  </a:lnTo>
                  <a:lnTo>
                    <a:pt x="13976" y="4281"/>
                  </a:lnTo>
                  <a:lnTo>
                    <a:pt x="14074" y="4178"/>
                  </a:lnTo>
                  <a:lnTo>
                    <a:pt x="14155" y="4075"/>
                  </a:lnTo>
                  <a:lnTo>
                    <a:pt x="14302" y="3869"/>
                  </a:lnTo>
                  <a:lnTo>
                    <a:pt x="14400" y="3662"/>
                  </a:lnTo>
                  <a:lnTo>
                    <a:pt x="14497" y="3456"/>
                  </a:lnTo>
                  <a:lnTo>
                    <a:pt x="14546" y="3256"/>
                  </a:lnTo>
                  <a:lnTo>
                    <a:pt x="14546" y="3256"/>
                  </a:lnTo>
                  <a:lnTo>
                    <a:pt x="14595" y="3050"/>
                  </a:lnTo>
                  <a:lnTo>
                    <a:pt x="14595" y="2818"/>
                  </a:lnTo>
                  <a:lnTo>
                    <a:pt x="14579" y="2695"/>
                  </a:lnTo>
                  <a:lnTo>
                    <a:pt x="14563" y="2573"/>
                  </a:lnTo>
                  <a:lnTo>
                    <a:pt x="14530" y="2444"/>
                  </a:lnTo>
                  <a:lnTo>
                    <a:pt x="14481" y="2308"/>
                  </a:lnTo>
                  <a:lnTo>
                    <a:pt x="14416" y="2179"/>
                  </a:lnTo>
                  <a:lnTo>
                    <a:pt x="14351" y="2044"/>
                  </a:lnTo>
                  <a:lnTo>
                    <a:pt x="14253" y="1909"/>
                  </a:lnTo>
                  <a:lnTo>
                    <a:pt x="14155" y="1773"/>
                  </a:lnTo>
                  <a:lnTo>
                    <a:pt x="14025" y="1638"/>
                  </a:lnTo>
                  <a:lnTo>
                    <a:pt x="13895" y="1502"/>
                  </a:lnTo>
                  <a:lnTo>
                    <a:pt x="13732" y="1373"/>
                  </a:lnTo>
                  <a:lnTo>
                    <a:pt x="13553" y="1238"/>
                  </a:lnTo>
                  <a:lnTo>
                    <a:pt x="13357" y="1116"/>
                  </a:lnTo>
                  <a:lnTo>
                    <a:pt x="13129" y="993"/>
                  </a:lnTo>
                  <a:lnTo>
                    <a:pt x="12885" y="871"/>
                  </a:lnTo>
                  <a:lnTo>
                    <a:pt x="12624" y="761"/>
                  </a:lnTo>
                  <a:lnTo>
                    <a:pt x="12331" y="651"/>
                  </a:lnTo>
                  <a:lnTo>
                    <a:pt x="12022" y="548"/>
                  </a:lnTo>
                  <a:lnTo>
                    <a:pt x="11679" y="451"/>
                  </a:lnTo>
                  <a:lnTo>
                    <a:pt x="11321" y="368"/>
                  </a:lnTo>
                  <a:lnTo>
                    <a:pt x="10930" y="284"/>
                  </a:lnTo>
                  <a:lnTo>
                    <a:pt x="10507" y="213"/>
                  </a:lnTo>
                  <a:lnTo>
                    <a:pt x="10051" y="155"/>
                  </a:lnTo>
                  <a:lnTo>
                    <a:pt x="9578" y="97"/>
                  </a:lnTo>
                  <a:lnTo>
                    <a:pt x="9073" y="58"/>
                  </a:lnTo>
                  <a:lnTo>
                    <a:pt x="8519" y="26"/>
                  </a:lnTo>
                  <a:lnTo>
                    <a:pt x="7949" y="7"/>
                  </a:lnTo>
                  <a:lnTo>
                    <a:pt x="7347" y="0"/>
                  </a:lnTo>
                  <a:lnTo>
                    <a:pt x="7347" y="0"/>
                  </a:lnTo>
                  <a:lnTo>
                    <a:pt x="7070" y="7"/>
                  </a:lnTo>
                  <a:lnTo>
                    <a:pt x="7070" y="7"/>
                  </a:lnTo>
                  <a:lnTo>
                    <a:pt x="6663" y="7"/>
                  </a:lnTo>
                  <a:lnTo>
                    <a:pt x="6663" y="7"/>
                  </a:lnTo>
                  <a:lnTo>
                    <a:pt x="6369" y="264"/>
                  </a:lnTo>
                  <a:lnTo>
                    <a:pt x="6044" y="516"/>
                  </a:lnTo>
                  <a:lnTo>
                    <a:pt x="5718" y="767"/>
                  </a:lnTo>
                  <a:lnTo>
                    <a:pt x="5376" y="1019"/>
                  </a:lnTo>
                  <a:lnTo>
                    <a:pt x="5017" y="1270"/>
                  </a:lnTo>
                  <a:lnTo>
                    <a:pt x="4643" y="1515"/>
                  </a:lnTo>
                  <a:lnTo>
                    <a:pt x="4252" y="1760"/>
                  </a:lnTo>
                  <a:lnTo>
                    <a:pt x="3845" y="1999"/>
                  </a:lnTo>
                  <a:lnTo>
                    <a:pt x="3421" y="2237"/>
                  </a:lnTo>
                  <a:lnTo>
                    <a:pt x="2981" y="2476"/>
                  </a:lnTo>
                  <a:lnTo>
                    <a:pt x="2525" y="2708"/>
                  </a:lnTo>
                  <a:lnTo>
                    <a:pt x="2053" y="2940"/>
                  </a:lnTo>
                  <a:lnTo>
                    <a:pt x="1564" y="3166"/>
                  </a:lnTo>
                  <a:lnTo>
                    <a:pt x="1059" y="3391"/>
                  </a:lnTo>
                  <a:lnTo>
                    <a:pt x="538" y="3611"/>
                  </a:lnTo>
                  <a:lnTo>
                    <a:pt x="1" y="3830"/>
                  </a:lnTo>
                  <a:lnTo>
                    <a:pt x="1" y="3830"/>
                  </a:lnTo>
                  <a:lnTo>
                    <a:pt x="163" y="3998"/>
                  </a:lnTo>
                  <a:lnTo>
                    <a:pt x="375" y="4172"/>
                  </a:lnTo>
                  <a:lnTo>
                    <a:pt x="603" y="4346"/>
                  </a:lnTo>
                  <a:lnTo>
                    <a:pt x="880" y="4513"/>
                  </a:lnTo>
                  <a:lnTo>
                    <a:pt x="1173" y="4681"/>
                  </a:lnTo>
                  <a:lnTo>
                    <a:pt x="1336" y="4758"/>
                  </a:lnTo>
                  <a:lnTo>
                    <a:pt x="1515" y="4836"/>
                  </a:lnTo>
                  <a:lnTo>
                    <a:pt x="1695" y="4913"/>
                  </a:lnTo>
                  <a:lnTo>
                    <a:pt x="1890" y="4990"/>
                  </a:lnTo>
                  <a:lnTo>
                    <a:pt x="2102" y="5061"/>
                  </a:lnTo>
                  <a:lnTo>
                    <a:pt x="2314" y="5132"/>
                  </a:lnTo>
                  <a:lnTo>
                    <a:pt x="2542" y="5197"/>
                  </a:lnTo>
                  <a:lnTo>
                    <a:pt x="2770" y="5261"/>
                  </a:lnTo>
                  <a:lnTo>
                    <a:pt x="3014" y="5326"/>
                  </a:lnTo>
                  <a:lnTo>
                    <a:pt x="3258" y="5384"/>
                  </a:lnTo>
                  <a:lnTo>
                    <a:pt x="3519" y="5435"/>
                  </a:lnTo>
                  <a:lnTo>
                    <a:pt x="3796" y="5487"/>
                  </a:lnTo>
                  <a:lnTo>
                    <a:pt x="4089" y="5532"/>
                  </a:lnTo>
                  <a:lnTo>
                    <a:pt x="4382" y="5577"/>
                  </a:lnTo>
                  <a:lnTo>
                    <a:pt x="4692" y="5616"/>
                  </a:lnTo>
                  <a:lnTo>
                    <a:pt x="5001" y="5648"/>
                  </a:lnTo>
                  <a:lnTo>
                    <a:pt x="5343" y="5680"/>
                  </a:lnTo>
                  <a:lnTo>
                    <a:pt x="5685" y="5700"/>
                  </a:lnTo>
                  <a:lnTo>
                    <a:pt x="6027" y="5719"/>
                  </a:lnTo>
                  <a:lnTo>
                    <a:pt x="6386" y="5738"/>
                  </a:lnTo>
                  <a:lnTo>
                    <a:pt x="6777" y="5745"/>
                  </a:lnTo>
                  <a:lnTo>
                    <a:pt x="7151" y="574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52"/>
            <p:cNvSpPr/>
            <p:nvPr/>
          </p:nvSpPr>
          <p:spPr>
            <a:xfrm rot="10800000">
              <a:off x="-2443375" y="-1895102"/>
              <a:ext cx="176750" cy="219192"/>
            </a:xfrm>
            <a:custGeom>
              <a:avLst/>
              <a:gdLst/>
              <a:ahLst/>
              <a:cxnLst/>
              <a:rect l="l" t="t" r="r" b="b"/>
              <a:pathLst>
                <a:path w="7070" h="3824" extrusionOk="0">
                  <a:moveTo>
                    <a:pt x="7070" y="1"/>
                  </a:moveTo>
                  <a:lnTo>
                    <a:pt x="6483" y="20"/>
                  </a:lnTo>
                  <a:lnTo>
                    <a:pt x="5913" y="52"/>
                  </a:lnTo>
                  <a:lnTo>
                    <a:pt x="5392" y="84"/>
                  </a:lnTo>
                  <a:lnTo>
                    <a:pt x="4903" y="129"/>
                  </a:lnTo>
                  <a:lnTo>
                    <a:pt x="4431" y="188"/>
                  </a:lnTo>
                  <a:lnTo>
                    <a:pt x="3991" y="252"/>
                  </a:lnTo>
                  <a:lnTo>
                    <a:pt x="3600" y="323"/>
                  </a:lnTo>
                  <a:lnTo>
                    <a:pt x="3209" y="394"/>
                  </a:lnTo>
                  <a:lnTo>
                    <a:pt x="2867" y="478"/>
                  </a:lnTo>
                  <a:lnTo>
                    <a:pt x="2541" y="568"/>
                  </a:lnTo>
                  <a:lnTo>
                    <a:pt x="2248" y="665"/>
                  </a:lnTo>
                  <a:lnTo>
                    <a:pt x="1971" y="761"/>
                  </a:lnTo>
                  <a:lnTo>
                    <a:pt x="1711" y="865"/>
                  </a:lnTo>
                  <a:lnTo>
                    <a:pt x="1483" y="974"/>
                  </a:lnTo>
                  <a:lnTo>
                    <a:pt x="1271" y="1084"/>
                  </a:lnTo>
                  <a:lnTo>
                    <a:pt x="1092" y="1200"/>
                  </a:lnTo>
                  <a:lnTo>
                    <a:pt x="913" y="1316"/>
                  </a:lnTo>
                  <a:lnTo>
                    <a:pt x="766" y="1432"/>
                  </a:lnTo>
                  <a:lnTo>
                    <a:pt x="619" y="1554"/>
                  </a:lnTo>
                  <a:lnTo>
                    <a:pt x="505" y="1670"/>
                  </a:lnTo>
                  <a:lnTo>
                    <a:pt x="408" y="1793"/>
                  </a:lnTo>
                  <a:lnTo>
                    <a:pt x="310" y="1909"/>
                  </a:lnTo>
                  <a:lnTo>
                    <a:pt x="245" y="2032"/>
                  </a:lnTo>
                  <a:lnTo>
                    <a:pt x="180" y="2148"/>
                  </a:lnTo>
                  <a:lnTo>
                    <a:pt x="82" y="2373"/>
                  </a:lnTo>
                  <a:lnTo>
                    <a:pt x="33" y="2592"/>
                  </a:lnTo>
                  <a:lnTo>
                    <a:pt x="0" y="2792"/>
                  </a:lnTo>
                  <a:lnTo>
                    <a:pt x="0" y="2973"/>
                  </a:lnTo>
                  <a:lnTo>
                    <a:pt x="0" y="3070"/>
                  </a:lnTo>
                  <a:lnTo>
                    <a:pt x="33" y="3166"/>
                  </a:lnTo>
                  <a:lnTo>
                    <a:pt x="66" y="3269"/>
                  </a:lnTo>
                  <a:lnTo>
                    <a:pt x="98" y="3373"/>
                  </a:lnTo>
                  <a:lnTo>
                    <a:pt x="163" y="3482"/>
                  </a:lnTo>
                  <a:lnTo>
                    <a:pt x="228" y="3592"/>
                  </a:lnTo>
                  <a:lnTo>
                    <a:pt x="310" y="3708"/>
                  </a:lnTo>
                  <a:lnTo>
                    <a:pt x="408" y="3824"/>
                  </a:lnTo>
                  <a:lnTo>
                    <a:pt x="945" y="3605"/>
                  </a:lnTo>
                  <a:lnTo>
                    <a:pt x="1466" y="3385"/>
                  </a:lnTo>
                  <a:lnTo>
                    <a:pt x="1971" y="3160"/>
                  </a:lnTo>
                  <a:lnTo>
                    <a:pt x="2460" y="2934"/>
                  </a:lnTo>
                  <a:lnTo>
                    <a:pt x="2932" y="2702"/>
                  </a:lnTo>
                  <a:lnTo>
                    <a:pt x="3388" y="2470"/>
                  </a:lnTo>
                  <a:lnTo>
                    <a:pt x="3828" y="2231"/>
                  </a:lnTo>
                  <a:lnTo>
                    <a:pt x="4252" y="1993"/>
                  </a:lnTo>
                  <a:lnTo>
                    <a:pt x="4659" y="1754"/>
                  </a:lnTo>
                  <a:lnTo>
                    <a:pt x="5050" y="1509"/>
                  </a:lnTo>
                  <a:lnTo>
                    <a:pt x="5424" y="1264"/>
                  </a:lnTo>
                  <a:lnTo>
                    <a:pt x="5783" y="1013"/>
                  </a:lnTo>
                  <a:lnTo>
                    <a:pt x="6125" y="761"/>
                  </a:lnTo>
                  <a:lnTo>
                    <a:pt x="6451" y="510"/>
                  </a:lnTo>
                  <a:lnTo>
                    <a:pt x="6776" y="258"/>
                  </a:lnTo>
                  <a:lnTo>
                    <a:pt x="7070" y="1"/>
                  </a:lnTo>
                  <a:close/>
                </a:path>
              </a:pathLst>
            </a:custGeom>
            <a:solidFill>
              <a:srgbClr val="001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52"/>
            <p:cNvSpPr/>
            <p:nvPr/>
          </p:nvSpPr>
          <p:spPr>
            <a:xfrm rot="10800000">
              <a:off x="-2443375" y="-1895102"/>
              <a:ext cx="176750" cy="219192"/>
            </a:xfrm>
            <a:custGeom>
              <a:avLst/>
              <a:gdLst/>
              <a:ahLst/>
              <a:cxnLst/>
              <a:rect l="l" t="t" r="r" b="b"/>
              <a:pathLst>
                <a:path w="7070" h="3824" fill="none" extrusionOk="0">
                  <a:moveTo>
                    <a:pt x="408" y="3824"/>
                  </a:moveTo>
                  <a:lnTo>
                    <a:pt x="408" y="3824"/>
                  </a:lnTo>
                  <a:lnTo>
                    <a:pt x="945" y="3605"/>
                  </a:lnTo>
                  <a:lnTo>
                    <a:pt x="1466" y="3385"/>
                  </a:lnTo>
                  <a:lnTo>
                    <a:pt x="1971" y="3160"/>
                  </a:lnTo>
                  <a:lnTo>
                    <a:pt x="2460" y="2934"/>
                  </a:lnTo>
                  <a:lnTo>
                    <a:pt x="2932" y="2702"/>
                  </a:lnTo>
                  <a:lnTo>
                    <a:pt x="3388" y="2470"/>
                  </a:lnTo>
                  <a:lnTo>
                    <a:pt x="3828" y="2231"/>
                  </a:lnTo>
                  <a:lnTo>
                    <a:pt x="4252" y="1993"/>
                  </a:lnTo>
                  <a:lnTo>
                    <a:pt x="4659" y="1754"/>
                  </a:lnTo>
                  <a:lnTo>
                    <a:pt x="5050" y="1509"/>
                  </a:lnTo>
                  <a:lnTo>
                    <a:pt x="5424" y="1264"/>
                  </a:lnTo>
                  <a:lnTo>
                    <a:pt x="5783" y="1013"/>
                  </a:lnTo>
                  <a:lnTo>
                    <a:pt x="6125" y="761"/>
                  </a:lnTo>
                  <a:lnTo>
                    <a:pt x="6451" y="510"/>
                  </a:lnTo>
                  <a:lnTo>
                    <a:pt x="6776" y="258"/>
                  </a:lnTo>
                  <a:lnTo>
                    <a:pt x="7070" y="1"/>
                  </a:lnTo>
                  <a:lnTo>
                    <a:pt x="7070" y="1"/>
                  </a:lnTo>
                  <a:lnTo>
                    <a:pt x="6483" y="20"/>
                  </a:lnTo>
                  <a:lnTo>
                    <a:pt x="5913" y="52"/>
                  </a:lnTo>
                  <a:lnTo>
                    <a:pt x="5392" y="84"/>
                  </a:lnTo>
                  <a:lnTo>
                    <a:pt x="4903" y="129"/>
                  </a:lnTo>
                  <a:lnTo>
                    <a:pt x="4431" y="188"/>
                  </a:lnTo>
                  <a:lnTo>
                    <a:pt x="3991" y="252"/>
                  </a:lnTo>
                  <a:lnTo>
                    <a:pt x="3600" y="323"/>
                  </a:lnTo>
                  <a:lnTo>
                    <a:pt x="3209" y="394"/>
                  </a:lnTo>
                  <a:lnTo>
                    <a:pt x="2867" y="478"/>
                  </a:lnTo>
                  <a:lnTo>
                    <a:pt x="2541" y="568"/>
                  </a:lnTo>
                  <a:lnTo>
                    <a:pt x="2248" y="665"/>
                  </a:lnTo>
                  <a:lnTo>
                    <a:pt x="1971" y="761"/>
                  </a:lnTo>
                  <a:lnTo>
                    <a:pt x="1711" y="865"/>
                  </a:lnTo>
                  <a:lnTo>
                    <a:pt x="1483" y="974"/>
                  </a:lnTo>
                  <a:lnTo>
                    <a:pt x="1271" y="1084"/>
                  </a:lnTo>
                  <a:lnTo>
                    <a:pt x="1092" y="1200"/>
                  </a:lnTo>
                  <a:lnTo>
                    <a:pt x="913" y="1316"/>
                  </a:lnTo>
                  <a:lnTo>
                    <a:pt x="766" y="1432"/>
                  </a:lnTo>
                  <a:lnTo>
                    <a:pt x="619" y="1554"/>
                  </a:lnTo>
                  <a:lnTo>
                    <a:pt x="505" y="1670"/>
                  </a:lnTo>
                  <a:lnTo>
                    <a:pt x="408" y="1793"/>
                  </a:lnTo>
                  <a:lnTo>
                    <a:pt x="310" y="1909"/>
                  </a:lnTo>
                  <a:lnTo>
                    <a:pt x="245" y="2032"/>
                  </a:lnTo>
                  <a:lnTo>
                    <a:pt x="180" y="2148"/>
                  </a:lnTo>
                  <a:lnTo>
                    <a:pt x="82" y="2373"/>
                  </a:lnTo>
                  <a:lnTo>
                    <a:pt x="33" y="2592"/>
                  </a:lnTo>
                  <a:lnTo>
                    <a:pt x="0" y="2792"/>
                  </a:lnTo>
                  <a:lnTo>
                    <a:pt x="0" y="2973"/>
                  </a:lnTo>
                  <a:lnTo>
                    <a:pt x="0" y="2973"/>
                  </a:lnTo>
                  <a:lnTo>
                    <a:pt x="0" y="3070"/>
                  </a:lnTo>
                  <a:lnTo>
                    <a:pt x="33" y="3166"/>
                  </a:lnTo>
                  <a:lnTo>
                    <a:pt x="66" y="3269"/>
                  </a:lnTo>
                  <a:lnTo>
                    <a:pt x="98" y="3373"/>
                  </a:lnTo>
                  <a:lnTo>
                    <a:pt x="163" y="3482"/>
                  </a:lnTo>
                  <a:lnTo>
                    <a:pt x="228" y="3592"/>
                  </a:lnTo>
                  <a:lnTo>
                    <a:pt x="310" y="3708"/>
                  </a:lnTo>
                  <a:lnTo>
                    <a:pt x="408" y="382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52"/>
            <p:cNvSpPr/>
            <p:nvPr/>
          </p:nvSpPr>
          <p:spPr>
            <a:xfrm rot="10800000">
              <a:off x="-2509350" y="-1878139"/>
              <a:ext cx="94100" cy="77325"/>
            </a:xfrm>
            <a:custGeom>
              <a:avLst/>
              <a:gdLst/>
              <a:ahLst/>
              <a:cxnLst/>
              <a:rect l="l" t="t" r="r" b="b"/>
              <a:pathLst>
                <a:path w="3764" h="1349" extrusionOk="0">
                  <a:moveTo>
                    <a:pt x="1418" y="1"/>
                  </a:moveTo>
                  <a:lnTo>
                    <a:pt x="424" y="143"/>
                  </a:lnTo>
                  <a:lnTo>
                    <a:pt x="326" y="162"/>
                  </a:lnTo>
                  <a:lnTo>
                    <a:pt x="245" y="194"/>
                  </a:lnTo>
                  <a:lnTo>
                    <a:pt x="196" y="226"/>
                  </a:lnTo>
                  <a:lnTo>
                    <a:pt x="180" y="259"/>
                  </a:lnTo>
                  <a:lnTo>
                    <a:pt x="196" y="291"/>
                  </a:lnTo>
                  <a:lnTo>
                    <a:pt x="229" y="330"/>
                  </a:lnTo>
                  <a:lnTo>
                    <a:pt x="359" y="426"/>
                  </a:lnTo>
                  <a:lnTo>
                    <a:pt x="457" y="517"/>
                  </a:lnTo>
                  <a:lnTo>
                    <a:pt x="506" y="600"/>
                  </a:lnTo>
                  <a:lnTo>
                    <a:pt x="522" y="678"/>
                  </a:lnTo>
                  <a:lnTo>
                    <a:pt x="506" y="749"/>
                  </a:lnTo>
                  <a:lnTo>
                    <a:pt x="473" y="807"/>
                  </a:lnTo>
                  <a:lnTo>
                    <a:pt x="424" y="865"/>
                  </a:lnTo>
                  <a:lnTo>
                    <a:pt x="359" y="916"/>
                  </a:lnTo>
                  <a:lnTo>
                    <a:pt x="294" y="968"/>
                  </a:lnTo>
                  <a:lnTo>
                    <a:pt x="229" y="1007"/>
                  </a:lnTo>
                  <a:lnTo>
                    <a:pt x="98" y="1071"/>
                  </a:lnTo>
                  <a:lnTo>
                    <a:pt x="33" y="1103"/>
                  </a:lnTo>
                  <a:lnTo>
                    <a:pt x="17" y="1129"/>
                  </a:lnTo>
                  <a:lnTo>
                    <a:pt x="1" y="1148"/>
                  </a:lnTo>
                  <a:lnTo>
                    <a:pt x="17" y="1168"/>
                  </a:lnTo>
                  <a:lnTo>
                    <a:pt x="33" y="1194"/>
                  </a:lnTo>
                  <a:lnTo>
                    <a:pt x="66" y="1213"/>
                  </a:lnTo>
                  <a:lnTo>
                    <a:pt x="131" y="1226"/>
                  </a:lnTo>
                  <a:lnTo>
                    <a:pt x="652" y="1348"/>
                  </a:lnTo>
                  <a:lnTo>
                    <a:pt x="929" y="1258"/>
                  </a:lnTo>
                  <a:lnTo>
                    <a:pt x="1173" y="1168"/>
                  </a:lnTo>
                  <a:lnTo>
                    <a:pt x="1369" y="1071"/>
                  </a:lnTo>
                  <a:lnTo>
                    <a:pt x="1548" y="968"/>
                  </a:lnTo>
                  <a:lnTo>
                    <a:pt x="1678" y="858"/>
                  </a:lnTo>
                  <a:lnTo>
                    <a:pt x="1760" y="755"/>
                  </a:lnTo>
                  <a:lnTo>
                    <a:pt x="1825" y="639"/>
                  </a:lnTo>
                  <a:lnTo>
                    <a:pt x="1841" y="529"/>
                  </a:lnTo>
                  <a:lnTo>
                    <a:pt x="1841" y="465"/>
                  </a:lnTo>
                  <a:lnTo>
                    <a:pt x="1809" y="394"/>
                  </a:lnTo>
                  <a:lnTo>
                    <a:pt x="1776" y="330"/>
                  </a:lnTo>
                  <a:lnTo>
                    <a:pt x="1744" y="265"/>
                  </a:lnTo>
                  <a:lnTo>
                    <a:pt x="1678" y="201"/>
                  </a:lnTo>
                  <a:lnTo>
                    <a:pt x="1597" y="130"/>
                  </a:lnTo>
                  <a:lnTo>
                    <a:pt x="1516" y="65"/>
                  </a:lnTo>
                  <a:lnTo>
                    <a:pt x="1418" y="1"/>
                  </a:lnTo>
                  <a:close/>
                  <a:moveTo>
                    <a:pt x="3340" y="1"/>
                  </a:moveTo>
                  <a:lnTo>
                    <a:pt x="2346" y="143"/>
                  </a:lnTo>
                  <a:lnTo>
                    <a:pt x="2232" y="162"/>
                  </a:lnTo>
                  <a:lnTo>
                    <a:pt x="2167" y="194"/>
                  </a:lnTo>
                  <a:lnTo>
                    <a:pt x="2118" y="226"/>
                  </a:lnTo>
                  <a:lnTo>
                    <a:pt x="2102" y="259"/>
                  </a:lnTo>
                  <a:lnTo>
                    <a:pt x="2118" y="291"/>
                  </a:lnTo>
                  <a:lnTo>
                    <a:pt x="2151" y="330"/>
                  </a:lnTo>
                  <a:lnTo>
                    <a:pt x="2281" y="426"/>
                  </a:lnTo>
                  <a:lnTo>
                    <a:pt x="2379" y="517"/>
                  </a:lnTo>
                  <a:lnTo>
                    <a:pt x="2428" y="600"/>
                  </a:lnTo>
                  <a:lnTo>
                    <a:pt x="2444" y="678"/>
                  </a:lnTo>
                  <a:lnTo>
                    <a:pt x="2428" y="749"/>
                  </a:lnTo>
                  <a:lnTo>
                    <a:pt x="2395" y="807"/>
                  </a:lnTo>
                  <a:lnTo>
                    <a:pt x="2346" y="865"/>
                  </a:lnTo>
                  <a:lnTo>
                    <a:pt x="2281" y="916"/>
                  </a:lnTo>
                  <a:lnTo>
                    <a:pt x="2216" y="968"/>
                  </a:lnTo>
                  <a:lnTo>
                    <a:pt x="2151" y="1007"/>
                  </a:lnTo>
                  <a:lnTo>
                    <a:pt x="2020" y="1071"/>
                  </a:lnTo>
                  <a:lnTo>
                    <a:pt x="1955" y="1103"/>
                  </a:lnTo>
                  <a:lnTo>
                    <a:pt x="1939" y="1129"/>
                  </a:lnTo>
                  <a:lnTo>
                    <a:pt x="1923" y="1148"/>
                  </a:lnTo>
                  <a:lnTo>
                    <a:pt x="1939" y="1168"/>
                  </a:lnTo>
                  <a:lnTo>
                    <a:pt x="1955" y="1194"/>
                  </a:lnTo>
                  <a:lnTo>
                    <a:pt x="1988" y="1213"/>
                  </a:lnTo>
                  <a:lnTo>
                    <a:pt x="2053" y="1226"/>
                  </a:lnTo>
                  <a:lnTo>
                    <a:pt x="2574" y="1348"/>
                  </a:lnTo>
                  <a:lnTo>
                    <a:pt x="2851" y="1258"/>
                  </a:lnTo>
                  <a:lnTo>
                    <a:pt x="3096" y="1168"/>
                  </a:lnTo>
                  <a:lnTo>
                    <a:pt x="3291" y="1071"/>
                  </a:lnTo>
                  <a:lnTo>
                    <a:pt x="3454" y="968"/>
                  </a:lnTo>
                  <a:lnTo>
                    <a:pt x="3600" y="858"/>
                  </a:lnTo>
                  <a:lnTo>
                    <a:pt x="3682" y="755"/>
                  </a:lnTo>
                  <a:lnTo>
                    <a:pt x="3747" y="639"/>
                  </a:lnTo>
                  <a:lnTo>
                    <a:pt x="3763" y="529"/>
                  </a:lnTo>
                  <a:lnTo>
                    <a:pt x="3763" y="465"/>
                  </a:lnTo>
                  <a:lnTo>
                    <a:pt x="3731" y="394"/>
                  </a:lnTo>
                  <a:lnTo>
                    <a:pt x="3698" y="330"/>
                  </a:lnTo>
                  <a:lnTo>
                    <a:pt x="3649" y="265"/>
                  </a:lnTo>
                  <a:lnTo>
                    <a:pt x="3600" y="201"/>
                  </a:lnTo>
                  <a:lnTo>
                    <a:pt x="3519" y="130"/>
                  </a:lnTo>
                  <a:lnTo>
                    <a:pt x="3438" y="65"/>
                  </a:lnTo>
                  <a:lnTo>
                    <a:pt x="33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5" name="Google Shape;925;p52"/>
          <p:cNvSpPr txBox="1">
            <a:spLocks noGrp="1"/>
          </p:cNvSpPr>
          <p:nvPr>
            <p:ph type="subTitle" idx="5"/>
          </p:nvPr>
        </p:nvSpPr>
        <p:spPr>
          <a:xfrm>
            <a:off x="6564880" y="22860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800"/>
              <a:buFont typeface="Lato Black"/>
              <a:buNone/>
              <a:defRPr sz="800">
                <a:solidFill>
                  <a:srgbClr val="8B2880"/>
                </a:solidFill>
                <a:latin typeface="Lato Black"/>
                <a:ea typeface="Lato Black"/>
                <a:cs typeface="Lato Black"/>
                <a:sym typeface="Lato Black"/>
              </a:defRPr>
            </a:lvl9pPr>
          </a:lstStyle>
          <a:p>
            <a:endParaRPr/>
          </a:p>
        </p:txBody>
      </p:sp>
      <p:sp>
        <p:nvSpPr>
          <p:cNvPr id="926" name="Google Shape;926;p52"/>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52"/>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52"/>
          <p:cNvSpPr txBox="1">
            <a:spLocks noGrp="1"/>
          </p:cNvSpPr>
          <p:nvPr>
            <p:ph type="subTitle" idx="6"/>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929" name="Google Shape;929;p52"/>
          <p:cNvSpPr txBox="1">
            <a:spLocks noGrp="1"/>
          </p:cNvSpPr>
          <p:nvPr>
            <p:ph type="title" idx="7"/>
          </p:nvPr>
        </p:nvSpPr>
        <p:spPr>
          <a:xfrm>
            <a:off x="584638" y="2184662"/>
            <a:ext cx="1665900" cy="14502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000"/>
              <a:buFont typeface="Lato"/>
              <a:buNone/>
              <a:defRPr sz="1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930" name="Google Shape;930;p52"/>
          <p:cNvSpPr txBox="1">
            <a:spLocks noGrp="1"/>
          </p:cNvSpPr>
          <p:nvPr>
            <p:ph type="title" idx="8"/>
          </p:nvPr>
        </p:nvSpPr>
        <p:spPr>
          <a:xfrm>
            <a:off x="584638" y="3825296"/>
            <a:ext cx="1665900" cy="2634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700"/>
              <a:buFont typeface="Lato"/>
              <a:buNone/>
              <a:defRPr sz="700">
                <a:solidFill>
                  <a:schemeClr val="lt1"/>
                </a:solidFill>
                <a:latin typeface="Lato"/>
                <a:ea typeface="Lato"/>
                <a:cs typeface="Lato"/>
                <a:sym typeface="Lato"/>
              </a:defRPr>
            </a:lvl1pPr>
            <a:lvl2pPr lvl="1" rtl="0">
              <a:spcBef>
                <a:spcPts val="0"/>
              </a:spcBef>
              <a:spcAft>
                <a:spcPts val="0"/>
              </a:spcAft>
              <a:buClr>
                <a:schemeClr val="lt1"/>
              </a:buClr>
              <a:buSzPts val="700"/>
              <a:buNone/>
              <a:defRPr sz="700">
                <a:solidFill>
                  <a:schemeClr val="lt1"/>
                </a:solidFill>
                <a:latin typeface="Lato"/>
                <a:ea typeface="Lato"/>
                <a:cs typeface="Lato"/>
                <a:sym typeface="Lato"/>
              </a:defRPr>
            </a:lvl2pPr>
            <a:lvl3pPr lvl="2" rtl="0">
              <a:spcBef>
                <a:spcPts val="0"/>
              </a:spcBef>
              <a:spcAft>
                <a:spcPts val="0"/>
              </a:spcAft>
              <a:buClr>
                <a:schemeClr val="lt1"/>
              </a:buClr>
              <a:buSzPts val="700"/>
              <a:buNone/>
              <a:defRPr sz="700">
                <a:solidFill>
                  <a:schemeClr val="lt1"/>
                </a:solidFill>
                <a:latin typeface="Lato"/>
                <a:ea typeface="Lato"/>
                <a:cs typeface="Lato"/>
                <a:sym typeface="Lato"/>
              </a:defRPr>
            </a:lvl3pPr>
            <a:lvl4pPr lvl="3" rtl="0">
              <a:spcBef>
                <a:spcPts val="0"/>
              </a:spcBef>
              <a:spcAft>
                <a:spcPts val="0"/>
              </a:spcAft>
              <a:buClr>
                <a:schemeClr val="lt1"/>
              </a:buClr>
              <a:buSzPts val="700"/>
              <a:buNone/>
              <a:defRPr sz="700">
                <a:solidFill>
                  <a:schemeClr val="lt1"/>
                </a:solidFill>
                <a:latin typeface="Lato"/>
                <a:ea typeface="Lato"/>
                <a:cs typeface="Lato"/>
                <a:sym typeface="Lato"/>
              </a:defRPr>
            </a:lvl4pPr>
            <a:lvl5pPr lvl="4" rtl="0">
              <a:spcBef>
                <a:spcPts val="0"/>
              </a:spcBef>
              <a:spcAft>
                <a:spcPts val="0"/>
              </a:spcAft>
              <a:buClr>
                <a:schemeClr val="lt1"/>
              </a:buClr>
              <a:buSzPts val="700"/>
              <a:buNone/>
              <a:defRPr sz="700">
                <a:solidFill>
                  <a:schemeClr val="lt1"/>
                </a:solidFill>
                <a:latin typeface="Lato"/>
                <a:ea typeface="Lato"/>
                <a:cs typeface="Lato"/>
                <a:sym typeface="Lato"/>
              </a:defRPr>
            </a:lvl5pPr>
            <a:lvl6pPr lvl="5" rtl="0">
              <a:spcBef>
                <a:spcPts val="0"/>
              </a:spcBef>
              <a:spcAft>
                <a:spcPts val="0"/>
              </a:spcAft>
              <a:buClr>
                <a:schemeClr val="lt1"/>
              </a:buClr>
              <a:buSzPts val="700"/>
              <a:buNone/>
              <a:defRPr sz="700">
                <a:solidFill>
                  <a:schemeClr val="lt1"/>
                </a:solidFill>
                <a:latin typeface="Lato"/>
                <a:ea typeface="Lato"/>
                <a:cs typeface="Lato"/>
                <a:sym typeface="Lato"/>
              </a:defRPr>
            </a:lvl6pPr>
            <a:lvl7pPr lvl="6" rtl="0">
              <a:spcBef>
                <a:spcPts val="0"/>
              </a:spcBef>
              <a:spcAft>
                <a:spcPts val="0"/>
              </a:spcAft>
              <a:buClr>
                <a:schemeClr val="lt1"/>
              </a:buClr>
              <a:buSzPts val="700"/>
              <a:buNone/>
              <a:defRPr sz="700">
                <a:solidFill>
                  <a:schemeClr val="lt1"/>
                </a:solidFill>
                <a:latin typeface="Lato"/>
                <a:ea typeface="Lato"/>
                <a:cs typeface="Lato"/>
                <a:sym typeface="Lato"/>
              </a:defRPr>
            </a:lvl7pPr>
            <a:lvl8pPr lvl="7" rtl="0">
              <a:spcBef>
                <a:spcPts val="0"/>
              </a:spcBef>
              <a:spcAft>
                <a:spcPts val="0"/>
              </a:spcAft>
              <a:buClr>
                <a:schemeClr val="lt1"/>
              </a:buClr>
              <a:buSzPts val="700"/>
              <a:buNone/>
              <a:defRPr sz="700">
                <a:solidFill>
                  <a:schemeClr val="lt1"/>
                </a:solidFill>
                <a:latin typeface="Lato"/>
                <a:ea typeface="Lato"/>
                <a:cs typeface="Lato"/>
                <a:sym typeface="Lato"/>
              </a:defRPr>
            </a:lvl8pPr>
            <a:lvl9pPr lvl="8" rtl="0">
              <a:spcBef>
                <a:spcPts val="0"/>
              </a:spcBef>
              <a:spcAft>
                <a:spcPts val="0"/>
              </a:spcAft>
              <a:buClr>
                <a:schemeClr val="lt1"/>
              </a:buClr>
              <a:buSzPts val="700"/>
              <a:buNone/>
              <a:defRPr sz="700">
                <a:solidFill>
                  <a:schemeClr val="lt1"/>
                </a:solidFill>
                <a:latin typeface="Lato"/>
                <a:ea typeface="Lato"/>
                <a:cs typeface="Lato"/>
                <a:sym typeface="Lato"/>
              </a:defRPr>
            </a:lvl9pPr>
          </a:lstStyle>
          <a:p>
            <a:endParaRPr/>
          </a:p>
        </p:txBody>
      </p:sp>
      <p:sp>
        <p:nvSpPr>
          <p:cNvPr id="931" name="Google Shape;931;p52"/>
          <p:cNvSpPr txBox="1">
            <a:spLocks noGrp="1"/>
          </p:cNvSpPr>
          <p:nvPr>
            <p:ph type="title" idx="9"/>
          </p:nvPr>
        </p:nvSpPr>
        <p:spPr>
          <a:xfrm>
            <a:off x="2331410" y="632431"/>
            <a:ext cx="1349400" cy="11622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000"/>
              <a:buFont typeface="Lato"/>
              <a:buNone/>
              <a:defRPr sz="1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932" name="Google Shape;932;p52"/>
          <p:cNvSpPr txBox="1">
            <a:spLocks noGrp="1"/>
          </p:cNvSpPr>
          <p:nvPr>
            <p:ph type="title" idx="13"/>
          </p:nvPr>
        </p:nvSpPr>
        <p:spPr>
          <a:xfrm>
            <a:off x="2331410" y="1886910"/>
            <a:ext cx="1425300" cy="3348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700"/>
              <a:buFont typeface="Lato"/>
              <a:buNone/>
              <a:defRPr sz="700">
                <a:solidFill>
                  <a:schemeClr val="lt1"/>
                </a:solidFill>
                <a:latin typeface="Lato"/>
                <a:ea typeface="Lato"/>
                <a:cs typeface="Lato"/>
                <a:sym typeface="Lato"/>
              </a:defRPr>
            </a:lvl1pPr>
            <a:lvl2pPr lvl="1" rtl="0">
              <a:spcBef>
                <a:spcPts val="0"/>
              </a:spcBef>
              <a:spcAft>
                <a:spcPts val="0"/>
              </a:spcAft>
              <a:buClr>
                <a:schemeClr val="lt1"/>
              </a:buClr>
              <a:buSzPts val="700"/>
              <a:buNone/>
              <a:defRPr sz="700">
                <a:solidFill>
                  <a:schemeClr val="lt1"/>
                </a:solidFill>
                <a:latin typeface="Lato"/>
                <a:ea typeface="Lato"/>
                <a:cs typeface="Lato"/>
                <a:sym typeface="Lato"/>
              </a:defRPr>
            </a:lvl2pPr>
            <a:lvl3pPr lvl="2" rtl="0">
              <a:spcBef>
                <a:spcPts val="0"/>
              </a:spcBef>
              <a:spcAft>
                <a:spcPts val="0"/>
              </a:spcAft>
              <a:buClr>
                <a:schemeClr val="lt1"/>
              </a:buClr>
              <a:buSzPts val="700"/>
              <a:buNone/>
              <a:defRPr sz="700">
                <a:solidFill>
                  <a:schemeClr val="lt1"/>
                </a:solidFill>
                <a:latin typeface="Lato"/>
                <a:ea typeface="Lato"/>
                <a:cs typeface="Lato"/>
                <a:sym typeface="Lato"/>
              </a:defRPr>
            </a:lvl3pPr>
            <a:lvl4pPr lvl="3" rtl="0">
              <a:spcBef>
                <a:spcPts val="0"/>
              </a:spcBef>
              <a:spcAft>
                <a:spcPts val="0"/>
              </a:spcAft>
              <a:buClr>
                <a:schemeClr val="lt1"/>
              </a:buClr>
              <a:buSzPts val="700"/>
              <a:buNone/>
              <a:defRPr sz="700">
                <a:solidFill>
                  <a:schemeClr val="lt1"/>
                </a:solidFill>
                <a:latin typeface="Lato"/>
                <a:ea typeface="Lato"/>
                <a:cs typeface="Lato"/>
                <a:sym typeface="Lato"/>
              </a:defRPr>
            </a:lvl4pPr>
            <a:lvl5pPr lvl="4" rtl="0">
              <a:spcBef>
                <a:spcPts val="0"/>
              </a:spcBef>
              <a:spcAft>
                <a:spcPts val="0"/>
              </a:spcAft>
              <a:buClr>
                <a:schemeClr val="lt1"/>
              </a:buClr>
              <a:buSzPts val="700"/>
              <a:buNone/>
              <a:defRPr sz="700">
                <a:solidFill>
                  <a:schemeClr val="lt1"/>
                </a:solidFill>
                <a:latin typeface="Lato"/>
                <a:ea typeface="Lato"/>
                <a:cs typeface="Lato"/>
                <a:sym typeface="Lato"/>
              </a:defRPr>
            </a:lvl5pPr>
            <a:lvl6pPr lvl="5" rtl="0">
              <a:spcBef>
                <a:spcPts val="0"/>
              </a:spcBef>
              <a:spcAft>
                <a:spcPts val="0"/>
              </a:spcAft>
              <a:buClr>
                <a:schemeClr val="lt1"/>
              </a:buClr>
              <a:buSzPts val="700"/>
              <a:buNone/>
              <a:defRPr sz="700">
                <a:solidFill>
                  <a:schemeClr val="lt1"/>
                </a:solidFill>
                <a:latin typeface="Lato"/>
                <a:ea typeface="Lato"/>
                <a:cs typeface="Lato"/>
                <a:sym typeface="Lato"/>
              </a:defRPr>
            </a:lvl6pPr>
            <a:lvl7pPr lvl="6" rtl="0">
              <a:spcBef>
                <a:spcPts val="0"/>
              </a:spcBef>
              <a:spcAft>
                <a:spcPts val="0"/>
              </a:spcAft>
              <a:buClr>
                <a:schemeClr val="lt1"/>
              </a:buClr>
              <a:buSzPts val="700"/>
              <a:buNone/>
              <a:defRPr sz="700">
                <a:solidFill>
                  <a:schemeClr val="lt1"/>
                </a:solidFill>
                <a:latin typeface="Lato"/>
                <a:ea typeface="Lato"/>
                <a:cs typeface="Lato"/>
                <a:sym typeface="Lato"/>
              </a:defRPr>
            </a:lvl7pPr>
            <a:lvl8pPr lvl="7" rtl="0">
              <a:spcBef>
                <a:spcPts val="0"/>
              </a:spcBef>
              <a:spcAft>
                <a:spcPts val="0"/>
              </a:spcAft>
              <a:buClr>
                <a:schemeClr val="lt1"/>
              </a:buClr>
              <a:buSzPts val="700"/>
              <a:buNone/>
              <a:defRPr sz="700">
                <a:solidFill>
                  <a:schemeClr val="lt1"/>
                </a:solidFill>
                <a:latin typeface="Lato"/>
                <a:ea typeface="Lato"/>
                <a:cs typeface="Lato"/>
                <a:sym typeface="Lato"/>
              </a:defRPr>
            </a:lvl8pPr>
            <a:lvl9pPr lvl="8" rtl="0">
              <a:spcBef>
                <a:spcPts val="0"/>
              </a:spcBef>
              <a:spcAft>
                <a:spcPts val="0"/>
              </a:spcAft>
              <a:buClr>
                <a:schemeClr val="lt1"/>
              </a:buClr>
              <a:buSzPts val="700"/>
              <a:buNone/>
              <a:defRPr sz="700">
                <a:solidFill>
                  <a:schemeClr val="lt1"/>
                </a:solidFill>
                <a:latin typeface="Lato"/>
                <a:ea typeface="Lato"/>
                <a:cs typeface="Lato"/>
                <a:sym typeface="Lato"/>
              </a:defRPr>
            </a:lvl9pPr>
          </a:lstStyle>
          <a:p>
            <a:endParaRPr/>
          </a:p>
        </p:txBody>
      </p:sp>
      <p:sp>
        <p:nvSpPr>
          <p:cNvPr id="933" name="Google Shape;933;p52"/>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440">
          <p15:clr>
            <a:srgbClr val="FA7B17"/>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Lessons 3">
  <p:cSld name="TITLE_AND_BODY_2_1_1_3_2">
    <p:spTree>
      <p:nvGrpSpPr>
        <p:cNvPr id="1" name="Shape 934"/>
        <p:cNvGrpSpPr/>
        <p:nvPr/>
      </p:nvGrpSpPr>
      <p:grpSpPr>
        <a:xfrm>
          <a:off x="0" y="0"/>
          <a:ext cx="0" cy="0"/>
          <a:chOff x="0" y="0"/>
          <a:chExt cx="0" cy="0"/>
        </a:xfrm>
      </p:grpSpPr>
      <p:sp>
        <p:nvSpPr>
          <p:cNvPr id="935" name="Google Shape;935;p53"/>
          <p:cNvSpPr txBox="1">
            <a:spLocks noGrp="1"/>
          </p:cNvSpPr>
          <p:nvPr>
            <p:ph type="subTitle" idx="1"/>
          </p:nvPr>
        </p:nvSpPr>
        <p:spPr>
          <a:xfrm>
            <a:off x="457200" y="893851"/>
            <a:ext cx="3657600" cy="339300"/>
          </a:xfrm>
          <a:prstGeom prst="rect">
            <a:avLst/>
          </a:prstGeom>
        </p:spPr>
        <p:txBody>
          <a:bodyPr spcFirstLastPara="1" wrap="square" lIns="0" tIns="0" rIns="0" bIns="0" anchor="t" anchorCtr="0">
            <a:noAutofit/>
          </a:bodyPr>
          <a:lstStyle>
            <a:lvl1pPr marL="0" marR="0" lvl="0" indent="-88900" algn="l" rtl="0">
              <a:lnSpc>
                <a:spcPct val="115000"/>
              </a:lnSpc>
              <a:spcBef>
                <a:spcPts val="0"/>
              </a:spcBef>
              <a:spcAft>
                <a:spcPts val="0"/>
              </a:spcAft>
              <a:buClr>
                <a:srgbClr val="FF8771"/>
              </a:buClr>
              <a:buSzPts val="1400"/>
              <a:buNone/>
              <a:defRPr sz="1400" b="1" i="1">
                <a:solidFill>
                  <a:srgbClr val="FF8771"/>
                </a:solidFill>
              </a:defRPr>
            </a:lvl1pPr>
            <a:lvl2pPr lvl="1" rtl="0">
              <a:spcBef>
                <a:spcPts val="1600"/>
              </a:spcBef>
              <a:spcAft>
                <a:spcPts val="0"/>
              </a:spcAft>
              <a:buClr>
                <a:srgbClr val="FF8771"/>
              </a:buClr>
              <a:buSzPts val="800"/>
              <a:buNone/>
              <a:defRPr sz="800">
                <a:solidFill>
                  <a:srgbClr val="FF8771"/>
                </a:solidFill>
              </a:defRPr>
            </a:lvl2pPr>
            <a:lvl3pPr lvl="2" rtl="0">
              <a:spcBef>
                <a:spcPts val="1600"/>
              </a:spcBef>
              <a:spcAft>
                <a:spcPts val="0"/>
              </a:spcAft>
              <a:buClr>
                <a:srgbClr val="FF8771"/>
              </a:buClr>
              <a:buSzPts val="800"/>
              <a:buNone/>
              <a:defRPr sz="800">
                <a:solidFill>
                  <a:srgbClr val="FF8771"/>
                </a:solidFill>
              </a:defRPr>
            </a:lvl3pPr>
            <a:lvl4pPr lvl="3" rtl="0">
              <a:spcBef>
                <a:spcPts val="1600"/>
              </a:spcBef>
              <a:spcAft>
                <a:spcPts val="0"/>
              </a:spcAft>
              <a:buClr>
                <a:srgbClr val="FF8771"/>
              </a:buClr>
              <a:buSzPts val="800"/>
              <a:buNone/>
              <a:defRPr sz="800">
                <a:solidFill>
                  <a:srgbClr val="FF8771"/>
                </a:solidFill>
              </a:defRPr>
            </a:lvl4pPr>
            <a:lvl5pPr lvl="4" rtl="0">
              <a:spcBef>
                <a:spcPts val="1600"/>
              </a:spcBef>
              <a:spcAft>
                <a:spcPts val="0"/>
              </a:spcAft>
              <a:buClr>
                <a:srgbClr val="FF8771"/>
              </a:buClr>
              <a:buSzPts val="800"/>
              <a:buNone/>
              <a:defRPr sz="800">
                <a:solidFill>
                  <a:srgbClr val="FF8771"/>
                </a:solidFill>
              </a:defRPr>
            </a:lvl5pPr>
            <a:lvl6pPr lvl="5" rtl="0">
              <a:spcBef>
                <a:spcPts val="1600"/>
              </a:spcBef>
              <a:spcAft>
                <a:spcPts val="0"/>
              </a:spcAft>
              <a:buClr>
                <a:srgbClr val="FF8771"/>
              </a:buClr>
              <a:buSzPts val="800"/>
              <a:buNone/>
              <a:defRPr sz="800">
                <a:solidFill>
                  <a:srgbClr val="FF8771"/>
                </a:solidFill>
              </a:defRPr>
            </a:lvl6pPr>
            <a:lvl7pPr lvl="6" rtl="0">
              <a:spcBef>
                <a:spcPts val="1600"/>
              </a:spcBef>
              <a:spcAft>
                <a:spcPts val="0"/>
              </a:spcAft>
              <a:buClr>
                <a:srgbClr val="FF8771"/>
              </a:buClr>
              <a:buSzPts val="800"/>
              <a:buNone/>
              <a:defRPr sz="800">
                <a:solidFill>
                  <a:srgbClr val="FF8771"/>
                </a:solidFill>
              </a:defRPr>
            </a:lvl7pPr>
            <a:lvl8pPr lvl="7" rtl="0">
              <a:spcBef>
                <a:spcPts val="1600"/>
              </a:spcBef>
              <a:spcAft>
                <a:spcPts val="0"/>
              </a:spcAft>
              <a:buClr>
                <a:srgbClr val="FF8771"/>
              </a:buClr>
              <a:buSzPts val="800"/>
              <a:buNone/>
              <a:defRPr sz="800">
                <a:solidFill>
                  <a:srgbClr val="FF8771"/>
                </a:solidFill>
              </a:defRPr>
            </a:lvl8pPr>
            <a:lvl9pPr lvl="8" rtl="0">
              <a:spcBef>
                <a:spcPts val="1600"/>
              </a:spcBef>
              <a:spcAft>
                <a:spcPts val="1600"/>
              </a:spcAft>
              <a:buClr>
                <a:srgbClr val="FF8771"/>
              </a:buClr>
              <a:buSzPts val="800"/>
              <a:buNone/>
              <a:defRPr sz="800">
                <a:solidFill>
                  <a:srgbClr val="FF8771"/>
                </a:solidFill>
              </a:defRPr>
            </a:lvl9pPr>
          </a:lstStyle>
          <a:p>
            <a:endParaRPr/>
          </a:p>
        </p:txBody>
      </p:sp>
      <p:sp>
        <p:nvSpPr>
          <p:cNvPr id="936" name="Google Shape;936;p53"/>
          <p:cNvSpPr txBox="1">
            <a:spLocks noGrp="1"/>
          </p:cNvSpPr>
          <p:nvPr>
            <p:ph type="title"/>
          </p:nvPr>
        </p:nvSpPr>
        <p:spPr>
          <a:xfrm>
            <a:off x="457200" y="1563986"/>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937" name="Google Shape;937;p53"/>
          <p:cNvSpPr/>
          <p:nvPr/>
        </p:nvSpPr>
        <p:spPr>
          <a:xfrm rot="10800000">
            <a:off x="4382694" y="1757227"/>
            <a:ext cx="2874262" cy="2803166"/>
          </a:xfrm>
          <a:custGeom>
            <a:avLst/>
            <a:gdLst/>
            <a:ahLst/>
            <a:cxnLst/>
            <a:rect l="l" t="t" r="r" b="b"/>
            <a:pathLst>
              <a:path w="98215" h="42183" extrusionOk="0">
                <a:moveTo>
                  <a:pt x="50742" y="0"/>
                </a:moveTo>
                <a:lnTo>
                  <a:pt x="49858" y="7"/>
                </a:lnTo>
                <a:lnTo>
                  <a:pt x="48958" y="14"/>
                </a:lnTo>
                <a:lnTo>
                  <a:pt x="47369" y="34"/>
                </a:lnTo>
                <a:lnTo>
                  <a:pt x="45824" y="67"/>
                </a:lnTo>
                <a:lnTo>
                  <a:pt x="44310" y="114"/>
                </a:lnTo>
                <a:lnTo>
                  <a:pt x="42825" y="167"/>
                </a:lnTo>
                <a:lnTo>
                  <a:pt x="41371" y="233"/>
                </a:lnTo>
                <a:lnTo>
                  <a:pt x="39961" y="313"/>
                </a:lnTo>
                <a:lnTo>
                  <a:pt x="38582" y="400"/>
                </a:lnTo>
                <a:lnTo>
                  <a:pt x="37217" y="500"/>
                </a:lnTo>
                <a:lnTo>
                  <a:pt x="35898" y="606"/>
                </a:lnTo>
                <a:lnTo>
                  <a:pt x="34608" y="726"/>
                </a:lnTo>
                <a:lnTo>
                  <a:pt x="33349" y="859"/>
                </a:lnTo>
                <a:lnTo>
                  <a:pt x="32134" y="992"/>
                </a:lnTo>
                <a:lnTo>
                  <a:pt x="30935" y="1139"/>
                </a:lnTo>
                <a:lnTo>
                  <a:pt x="29765" y="1299"/>
                </a:lnTo>
                <a:lnTo>
                  <a:pt x="28625" y="1465"/>
                </a:lnTo>
                <a:lnTo>
                  <a:pt x="27516" y="1638"/>
                </a:lnTo>
                <a:lnTo>
                  <a:pt x="27456" y="1865"/>
                </a:lnTo>
                <a:lnTo>
                  <a:pt x="27366" y="2104"/>
                </a:lnTo>
                <a:lnTo>
                  <a:pt x="27306" y="2231"/>
                </a:lnTo>
                <a:lnTo>
                  <a:pt x="27246" y="2351"/>
                </a:lnTo>
                <a:lnTo>
                  <a:pt x="27171" y="2477"/>
                </a:lnTo>
                <a:lnTo>
                  <a:pt x="27081" y="2604"/>
                </a:lnTo>
                <a:lnTo>
                  <a:pt x="26976" y="2730"/>
                </a:lnTo>
                <a:lnTo>
                  <a:pt x="26856" y="2857"/>
                </a:lnTo>
                <a:lnTo>
                  <a:pt x="26721" y="2976"/>
                </a:lnTo>
                <a:lnTo>
                  <a:pt x="26586" y="3103"/>
                </a:lnTo>
                <a:lnTo>
                  <a:pt x="26421" y="3223"/>
                </a:lnTo>
                <a:lnTo>
                  <a:pt x="26256" y="3343"/>
                </a:lnTo>
                <a:lnTo>
                  <a:pt x="26061" y="3456"/>
                </a:lnTo>
                <a:lnTo>
                  <a:pt x="25851" y="3576"/>
                </a:lnTo>
                <a:lnTo>
                  <a:pt x="25627" y="3682"/>
                </a:lnTo>
                <a:lnTo>
                  <a:pt x="25387" y="3789"/>
                </a:lnTo>
                <a:lnTo>
                  <a:pt x="25132" y="3895"/>
                </a:lnTo>
                <a:lnTo>
                  <a:pt x="24847" y="3995"/>
                </a:lnTo>
                <a:lnTo>
                  <a:pt x="24547" y="4088"/>
                </a:lnTo>
                <a:lnTo>
                  <a:pt x="24217" y="4175"/>
                </a:lnTo>
                <a:lnTo>
                  <a:pt x="23872" y="4255"/>
                </a:lnTo>
                <a:lnTo>
                  <a:pt x="23497" y="4328"/>
                </a:lnTo>
                <a:lnTo>
                  <a:pt x="23107" y="4401"/>
                </a:lnTo>
                <a:lnTo>
                  <a:pt x="22688" y="4461"/>
                </a:lnTo>
                <a:lnTo>
                  <a:pt x="22253" y="4514"/>
                </a:lnTo>
                <a:lnTo>
                  <a:pt x="21773" y="4561"/>
                </a:lnTo>
                <a:lnTo>
                  <a:pt x="21278" y="4601"/>
                </a:lnTo>
                <a:lnTo>
                  <a:pt x="20768" y="4634"/>
                </a:lnTo>
                <a:lnTo>
                  <a:pt x="20214" y="4654"/>
                </a:lnTo>
                <a:lnTo>
                  <a:pt x="19644" y="4661"/>
                </a:lnTo>
                <a:lnTo>
                  <a:pt x="19344" y="4667"/>
                </a:lnTo>
                <a:lnTo>
                  <a:pt x="18864" y="4661"/>
                </a:lnTo>
                <a:lnTo>
                  <a:pt x="18399" y="4647"/>
                </a:lnTo>
                <a:lnTo>
                  <a:pt x="17964" y="4627"/>
                </a:lnTo>
                <a:lnTo>
                  <a:pt x="17530" y="4601"/>
                </a:lnTo>
                <a:lnTo>
                  <a:pt x="17125" y="4561"/>
                </a:lnTo>
                <a:lnTo>
                  <a:pt x="16735" y="4521"/>
                </a:lnTo>
                <a:lnTo>
                  <a:pt x="16375" y="4474"/>
                </a:lnTo>
                <a:lnTo>
                  <a:pt x="16015" y="4414"/>
                </a:lnTo>
                <a:lnTo>
                  <a:pt x="15355" y="4654"/>
                </a:lnTo>
                <a:lnTo>
                  <a:pt x="14711" y="4887"/>
                </a:lnTo>
                <a:lnTo>
                  <a:pt x="14081" y="5133"/>
                </a:lnTo>
                <a:lnTo>
                  <a:pt x="13466" y="5380"/>
                </a:lnTo>
                <a:lnTo>
                  <a:pt x="12866" y="5633"/>
                </a:lnTo>
                <a:lnTo>
                  <a:pt x="12296" y="5886"/>
                </a:lnTo>
                <a:lnTo>
                  <a:pt x="11727" y="6145"/>
                </a:lnTo>
                <a:lnTo>
                  <a:pt x="11187" y="6405"/>
                </a:lnTo>
                <a:lnTo>
                  <a:pt x="10662" y="6671"/>
                </a:lnTo>
                <a:lnTo>
                  <a:pt x="10152" y="6938"/>
                </a:lnTo>
                <a:lnTo>
                  <a:pt x="9657" y="7211"/>
                </a:lnTo>
                <a:lnTo>
                  <a:pt x="9178" y="7484"/>
                </a:lnTo>
                <a:lnTo>
                  <a:pt x="8713" y="7763"/>
                </a:lnTo>
                <a:lnTo>
                  <a:pt x="8278" y="8036"/>
                </a:lnTo>
                <a:lnTo>
                  <a:pt x="7843" y="8322"/>
                </a:lnTo>
                <a:lnTo>
                  <a:pt x="7423" y="8602"/>
                </a:lnTo>
                <a:lnTo>
                  <a:pt x="7018" y="8888"/>
                </a:lnTo>
                <a:lnTo>
                  <a:pt x="6629" y="9175"/>
                </a:lnTo>
                <a:lnTo>
                  <a:pt x="6254" y="9467"/>
                </a:lnTo>
                <a:lnTo>
                  <a:pt x="5894" y="9754"/>
                </a:lnTo>
                <a:lnTo>
                  <a:pt x="5549" y="10047"/>
                </a:lnTo>
                <a:lnTo>
                  <a:pt x="5219" y="10340"/>
                </a:lnTo>
                <a:lnTo>
                  <a:pt x="4889" y="10633"/>
                </a:lnTo>
                <a:lnTo>
                  <a:pt x="4589" y="10932"/>
                </a:lnTo>
                <a:lnTo>
                  <a:pt x="4289" y="11225"/>
                </a:lnTo>
                <a:lnTo>
                  <a:pt x="4019" y="11525"/>
                </a:lnTo>
                <a:lnTo>
                  <a:pt x="3750" y="11818"/>
                </a:lnTo>
                <a:lnTo>
                  <a:pt x="3480" y="12117"/>
                </a:lnTo>
                <a:lnTo>
                  <a:pt x="3240" y="12417"/>
                </a:lnTo>
                <a:lnTo>
                  <a:pt x="3000" y="12716"/>
                </a:lnTo>
                <a:lnTo>
                  <a:pt x="2775" y="13016"/>
                </a:lnTo>
                <a:lnTo>
                  <a:pt x="2565" y="13309"/>
                </a:lnTo>
                <a:lnTo>
                  <a:pt x="2370" y="13608"/>
                </a:lnTo>
                <a:lnTo>
                  <a:pt x="2175" y="13908"/>
                </a:lnTo>
                <a:lnTo>
                  <a:pt x="1995" y="14201"/>
                </a:lnTo>
                <a:lnTo>
                  <a:pt x="1815" y="14501"/>
                </a:lnTo>
                <a:lnTo>
                  <a:pt x="1500" y="15086"/>
                </a:lnTo>
                <a:lnTo>
                  <a:pt x="1215" y="15672"/>
                </a:lnTo>
                <a:lnTo>
                  <a:pt x="976" y="16251"/>
                </a:lnTo>
                <a:lnTo>
                  <a:pt x="766" y="16817"/>
                </a:lnTo>
                <a:lnTo>
                  <a:pt x="586" y="17383"/>
                </a:lnTo>
                <a:lnTo>
                  <a:pt x="436" y="17936"/>
                </a:lnTo>
                <a:lnTo>
                  <a:pt x="301" y="18475"/>
                </a:lnTo>
                <a:lnTo>
                  <a:pt x="211" y="19008"/>
                </a:lnTo>
                <a:lnTo>
                  <a:pt x="121" y="19527"/>
                </a:lnTo>
                <a:lnTo>
                  <a:pt x="61" y="20026"/>
                </a:lnTo>
                <a:lnTo>
                  <a:pt x="31" y="20512"/>
                </a:lnTo>
                <a:lnTo>
                  <a:pt x="1" y="20985"/>
                </a:lnTo>
                <a:lnTo>
                  <a:pt x="1" y="21438"/>
                </a:lnTo>
                <a:lnTo>
                  <a:pt x="1" y="21870"/>
                </a:lnTo>
                <a:lnTo>
                  <a:pt x="16" y="22250"/>
                </a:lnTo>
                <a:lnTo>
                  <a:pt x="61" y="22636"/>
                </a:lnTo>
                <a:lnTo>
                  <a:pt x="136" y="23035"/>
                </a:lnTo>
                <a:lnTo>
                  <a:pt x="226" y="23448"/>
                </a:lnTo>
                <a:lnTo>
                  <a:pt x="346" y="23861"/>
                </a:lnTo>
                <a:lnTo>
                  <a:pt x="481" y="24287"/>
                </a:lnTo>
                <a:lnTo>
                  <a:pt x="646" y="24720"/>
                </a:lnTo>
                <a:lnTo>
                  <a:pt x="826" y="25153"/>
                </a:lnTo>
                <a:lnTo>
                  <a:pt x="1650" y="25279"/>
                </a:lnTo>
                <a:lnTo>
                  <a:pt x="2445" y="25406"/>
                </a:lnTo>
                <a:lnTo>
                  <a:pt x="3240" y="25532"/>
                </a:lnTo>
                <a:lnTo>
                  <a:pt x="4004" y="25672"/>
                </a:lnTo>
                <a:lnTo>
                  <a:pt x="4754" y="25818"/>
                </a:lnTo>
                <a:lnTo>
                  <a:pt x="5489" y="25965"/>
                </a:lnTo>
                <a:lnTo>
                  <a:pt x="6224" y="26118"/>
                </a:lnTo>
                <a:lnTo>
                  <a:pt x="6928" y="26284"/>
                </a:lnTo>
                <a:lnTo>
                  <a:pt x="7618" y="26444"/>
                </a:lnTo>
                <a:lnTo>
                  <a:pt x="8293" y="26617"/>
                </a:lnTo>
                <a:lnTo>
                  <a:pt x="8953" y="26790"/>
                </a:lnTo>
                <a:lnTo>
                  <a:pt x="9582" y="26977"/>
                </a:lnTo>
                <a:lnTo>
                  <a:pt x="10212" y="27156"/>
                </a:lnTo>
                <a:lnTo>
                  <a:pt x="10827" y="27350"/>
                </a:lnTo>
                <a:lnTo>
                  <a:pt x="11427" y="27543"/>
                </a:lnTo>
                <a:lnTo>
                  <a:pt x="12012" y="27742"/>
                </a:lnTo>
                <a:lnTo>
                  <a:pt x="12596" y="27942"/>
                </a:lnTo>
                <a:lnTo>
                  <a:pt x="13151" y="28155"/>
                </a:lnTo>
                <a:lnTo>
                  <a:pt x="13691" y="28361"/>
                </a:lnTo>
                <a:lnTo>
                  <a:pt x="14216" y="28575"/>
                </a:lnTo>
                <a:lnTo>
                  <a:pt x="14741" y="28794"/>
                </a:lnTo>
                <a:lnTo>
                  <a:pt x="15235" y="29021"/>
                </a:lnTo>
                <a:lnTo>
                  <a:pt x="15730" y="29247"/>
                </a:lnTo>
                <a:lnTo>
                  <a:pt x="16195" y="29473"/>
                </a:lnTo>
                <a:lnTo>
                  <a:pt x="16660" y="29706"/>
                </a:lnTo>
                <a:lnTo>
                  <a:pt x="17110" y="29939"/>
                </a:lnTo>
                <a:lnTo>
                  <a:pt x="17544" y="30179"/>
                </a:lnTo>
                <a:lnTo>
                  <a:pt x="17964" y="30419"/>
                </a:lnTo>
                <a:lnTo>
                  <a:pt x="18384" y="30665"/>
                </a:lnTo>
                <a:lnTo>
                  <a:pt x="18774" y="30911"/>
                </a:lnTo>
                <a:lnTo>
                  <a:pt x="19164" y="31158"/>
                </a:lnTo>
                <a:lnTo>
                  <a:pt x="19539" y="31411"/>
                </a:lnTo>
                <a:lnTo>
                  <a:pt x="19899" y="31664"/>
                </a:lnTo>
                <a:lnTo>
                  <a:pt x="20258" y="31923"/>
                </a:lnTo>
                <a:lnTo>
                  <a:pt x="20588" y="32183"/>
                </a:lnTo>
                <a:lnTo>
                  <a:pt x="20918" y="32443"/>
                </a:lnTo>
                <a:lnTo>
                  <a:pt x="21233" y="32702"/>
                </a:lnTo>
                <a:lnTo>
                  <a:pt x="21548" y="32962"/>
                </a:lnTo>
                <a:lnTo>
                  <a:pt x="21848" y="33228"/>
                </a:lnTo>
                <a:lnTo>
                  <a:pt x="22118" y="33494"/>
                </a:lnTo>
                <a:lnTo>
                  <a:pt x="22403" y="33761"/>
                </a:lnTo>
                <a:lnTo>
                  <a:pt x="22658" y="34034"/>
                </a:lnTo>
                <a:lnTo>
                  <a:pt x="22913" y="34300"/>
                </a:lnTo>
                <a:lnTo>
                  <a:pt x="23152" y="34573"/>
                </a:lnTo>
                <a:lnTo>
                  <a:pt x="23392" y="34839"/>
                </a:lnTo>
                <a:lnTo>
                  <a:pt x="23602" y="35112"/>
                </a:lnTo>
                <a:lnTo>
                  <a:pt x="23827" y="35385"/>
                </a:lnTo>
                <a:lnTo>
                  <a:pt x="24022" y="35658"/>
                </a:lnTo>
                <a:lnTo>
                  <a:pt x="24217" y="35931"/>
                </a:lnTo>
                <a:lnTo>
                  <a:pt x="24397" y="36204"/>
                </a:lnTo>
                <a:lnTo>
                  <a:pt x="24742" y="36750"/>
                </a:lnTo>
                <a:lnTo>
                  <a:pt x="25057" y="37296"/>
                </a:lnTo>
                <a:lnTo>
                  <a:pt x="25327" y="37835"/>
                </a:lnTo>
                <a:lnTo>
                  <a:pt x="25567" y="38374"/>
                </a:lnTo>
                <a:lnTo>
                  <a:pt x="25761" y="38914"/>
                </a:lnTo>
                <a:lnTo>
                  <a:pt x="25941" y="39440"/>
                </a:lnTo>
                <a:lnTo>
                  <a:pt x="26091" y="39966"/>
                </a:lnTo>
                <a:lnTo>
                  <a:pt x="26691" y="40092"/>
                </a:lnTo>
                <a:lnTo>
                  <a:pt x="27306" y="40218"/>
                </a:lnTo>
                <a:lnTo>
                  <a:pt x="27921" y="40338"/>
                </a:lnTo>
                <a:lnTo>
                  <a:pt x="28550" y="40458"/>
                </a:lnTo>
                <a:lnTo>
                  <a:pt x="29195" y="40571"/>
                </a:lnTo>
                <a:lnTo>
                  <a:pt x="29825" y="40685"/>
                </a:lnTo>
                <a:lnTo>
                  <a:pt x="30485" y="40791"/>
                </a:lnTo>
                <a:lnTo>
                  <a:pt x="31144" y="40891"/>
                </a:lnTo>
                <a:lnTo>
                  <a:pt x="31804" y="40991"/>
                </a:lnTo>
                <a:lnTo>
                  <a:pt x="32479" y="41091"/>
                </a:lnTo>
                <a:lnTo>
                  <a:pt x="33169" y="41184"/>
                </a:lnTo>
                <a:lnTo>
                  <a:pt x="33859" y="41270"/>
                </a:lnTo>
                <a:lnTo>
                  <a:pt x="34563" y="41357"/>
                </a:lnTo>
                <a:lnTo>
                  <a:pt x="35268" y="41437"/>
                </a:lnTo>
                <a:lnTo>
                  <a:pt x="35988" y="41517"/>
                </a:lnTo>
                <a:lnTo>
                  <a:pt x="36722" y="41590"/>
                </a:lnTo>
                <a:lnTo>
                  <a:pt x="37457" y="41663"/>
                </a:lnTo>
                <a:lnTo>
                  <a:pt x="38192" y="41723"/>
                </a:lnTo>
                <a:lnTo>
                  <a:pt x="38942" y="41790"/>
                </a:lnTo>
                <a:lnTo>
                  <a:pt x="39706" y="41843"/>
                </a:lnTo>
                <a:lnTo>
                  <a:pt x="40471" y="41896"/>
                </a:lnTo>
                <a:lnTo>
                  <a:pt x="41251" y="41949"/>
                </a:lnTo>
                <a:lnTo>
                  <a:pt x="42045" y="41989"/>
                </a:lnTo>
                <a:lnTo>
                  <a:pt x="42840" y="42029"/>
                </a:lnTo>
                <a:lnTo>
                  <a:pt x="43635" y="42069"/>
                </a:lnTo>
                <a:lnTo>
                  <a:pt x="44445" y="42096"/>
                </a:lnTo>
                <a:lnTo>
                  <a:pt x="45269" y="42123"/>
                </a:lnTo>
                <a:lnTo>
                  <a:pt x="46094" y="42143"/>
                </a:lnTo>
                <a:lnTo>
                  <a:pt x="46934" y="42162"/>
                </a:lnTo>
                <a:lnTo>
                  <a:pt x="47788" y="42176"/>
                </a:lnTo>
                <a:lnTo>
                  <a:pt x="48643" y="42182"/>
                </a:lnTo>
                <a:lnTo>
                  <a:pt x="50652" y="42182"/>
                </a:lnTo>
                <a:lnTo>
                  <a:pt x="51822" y="42169"/>
                </a:lnTo>
                <a:lnTo>
                  <a:pt x="52767" y="42149"/>
                </a:lnTo>
                <a:lnTo>
                  <a:pt x="53711" y="42129"/>
                </a:lnTo>
                <a:lnTo>
                  <a:pt x="54626" y="42109"/>
                </a:lnTo>
                <a:lnTo>
                  <a:pt x="55541" y="42083"/>
                </a:lnTo>
                <a:lnTo>
                  <a:pt x="56425" y="42049"/>
                </a:lnTo>
                <a:lnTo>
                  <a:pt x="57310" y="42016"/>
                </a:lnTo>
                <a:lnTo>
                  <a:pt x="58180" y="41976"/>
                </a:lnTo>
                <a:lnTo>
                  <a:pt x="59034" y="41936"/>
                </a:lnTo>
                <a:lnTo>
                  <a:pt x="59889" y="41890"/>
                </a:lnTo>
                <a:lnTo>
                  <a:pt x="60714" y="41836"/>
                </a:lnTo>
                <a:lnTo>
                  <a:pt x="61538" y="41790"/>
                </a:lnTo>
                <a:lnTo>
                  <a:pt x="62333" y="41730"/>
                </a:lnTo>
                <a:lnTo>
                  <a:pt x="63128" y="41670"/>
                </a:lnTo>
                <a:lnTo>
                  <a:pt x="63907" y="41610"/>
                </a:lnTo>
                <a:lnTo>
                  <a:pt x="64687" y="41543"/>
                </a:lnTo>
                <a:lnTo>
                  <a:pt x="65437" y="41477"/>
                </a:lnTo>
                <a:lnTo>
                  <a:pt x="65572" y="41270"/>
                </a:lnTo>
                <a:lnTo>
                  <a:pt x="65737" y="41064"/>
                </a:lnTo>
                <a:lnTo>
                  <a:pt x="65932" y="40864"/>
                </a:lnTo>
                <a:lnTo>
                  <a:pt x="66052" y="40764"/>
                </a:lnTo>
                <a:lnTo>
                  <a:pt x="66172" y="40665"/>
                </a:lnTo>
                <a:lnTo>
                  <a:pt x="66307" y="40565"/>
                </a:lnTo>
                <a:lnTo>
                  <a:pt x="66457" y="40471"/>
                </a:lnTo>
                <a:lnTo>
                  <a:pt x="66606" y="40372"/>
                </a:lnTo>
                <a:lnTo>
                  <a:pt x="66771" y="40278"/>
                </a:lnTo>
                <a:lnTo>
                  <a:pt x="66951" y="40192"/>
                </a:lnTo>
                <a:lnTo>
                  <a:pt x="67146" y="40099"/>
                </a:lnTo>
                <a:lnTo>
                  <a:pt x="67341" y="40012"/>
                </a:lnTo>
                <a:lnTo>
                  <a:pt x="67551" y="39932"/>
                </a:lnTo>
                <a:lnTo>
                  <a:pt x="67791" y="39852"/>
                </a:lnTo>
                <a:lnTo>
                  <a:pt x="68031" y="39772"/>
                </a:lnTo>
                <a:lnTo>
                  <a:pt x="68286" y="39699"/>
                </a:lnTo>
                <a:lnTo>
                  <a:pt x="68556" y="39633"/>
                </a:lnTo>
                <a:lnTo>
                  <a:pt x="68841" y="39566"/>
                </a:lnTo>
                <a:lnTo>
                  <a:pt x="69141" y="39506"/>
                </a:lnTo>
                <a:lnTo>
                  <a:pt x="69455" y="39446"/>
                </a:lnTo>
                <a:lnTo>
                  <a:pt x="69785" y="39393"/>
                </a:lnTo>
                <a:lnTo>
                  <a:pt x="70130" y="39346"/>
                </a:lnTo>
                <a:lnTo>
                  <a:pt x="70490" y="39300"/>
                </a:lnTo>
                <a:lnTo>
                  <a:pt x="70880" y="39266"/>
                </a:lnTo>
                <a:lnTo>
                  <a:pt x="71270" y="39233"/>
                </a:lnTo>
                <a:lnTo>
                  <a:pt x="71690" y="39207"/>
                </a:lnTo>
                <a:lnTo>
                  <a:pt x="72124" y="39187"/>
                </a:lnTo>
                <a:lnTo>
                  <a:pt x="72574" y="39167"/>
                </a:lnTo>
                <a:lnTo>
                  <a:pt x="73039" y="39160"/>
                </a:lnTo>
                <a:lnTo>
                  <a:pt x="73669" y="39160"/>
                </a:lnTo>
                <a:lnTo>
                  <a:pt x="73984" y="39167"/>
                </a:lnTo>
                <a:lnTo>
                  <a:pt x="74299" y="39180"/>
                </a:lnTo>
                <a:lnTo>
                  <a:pt x="74614" y="39193"/>
                </a:lnTo>
                <a:lnTo>
                  <a:pt x="74913" y="39207"/>
                </a:lnTo>
                <a:lnTo>
                  <a:pt x="75198" y="39227"/>
                </a:lnTo>
                <a:lnTo>
                  <a:pt x="75468" y="39253"/>
                </a:lnTo>
                <a:lnTo>
                  <a:pt x="75738" y="39280"/>
                </a:lnTo>
                <a:lnTo>
                  <a:pt x="76008" y="39313"/>
                </a:lnTo>
                <a:lnTo>
                  <a:pt x="76263" y="39346"/>
                </a:lnTo>
                <a:lnTo>
                  <a:pt x="76503" y="39380"/>
                </a:lnTo>
                <a:lnTo>
                  <a:pt x="76743" y="39420"/>
                </a:lnTo>
                <a:lnTo>
                  <a:pt x="77193" y="39513"/>
                </a:lnTo>
                <a:lnTo>
                  <a:pt x="77612" y="39606"/>
                </a:lnTo>
                <a:lnTo>
                  <a:pt x="78332" y="39440"/>
                </a:lnTo>
                <a:lnTo>
                  <a:pt x="79037" y="39266"/>
                </a:lnTo>
                <a:lnTo>
                  <a:pt x="79727" y="39087"/>
                </a:lnTo>
                <a:lnTo>
                  <a:pt x="80401" y="38900"/>
                </a:lnTo>
                <a:lnTo>
                  <a:pt x="81061" y="38714"/>
                </a:lnTo>
                <a:lnTo>
                  <a:pt x="81691" y="38527"/>
                </a:lnTo>
                <a:lnTo>
                  <a:pt x="82321" y="38328"/>
                </a:lnTo>
                <a:lnTo>
                  <a:pt x="82920" y="38128"/>
                </a:lnTo>
                <a:lnTo>
                  <a:pt x="83505" y="37928"/>
                </a:lnTo>
                <a:lnTo>
                  <a:pt x="84090" y="37722"/>
                </a:lnTo>
                <a:lnTo>
                  <a:pt x="84645" y="37509"/>
                </a:lnTo>
                <a:lnTo>
                  <a:pt x="85185" y="37296"/>
                </a:lnTo>
                <a:lnTo>
                  <a:pt x="85709" y="37083"/>
                </a:lnTo>
                <a:lnTo>
                  <a:pt x="86219" y="36863"/>
                </a:lnTo>
                <a:lnTo>
                  <a:pt x="86714" y="36637"/>
                </a:lnTo>
                <a:lnTo>
                  <a:pt x="87194" y="36417"/>
                </a:lnTo>
                <a:lnTo>
                  <a:pt x="87674" y="36184"/>
                </a:lnTo>
                <a:lnTo>
                  <a:pt x="88124" y="35951"/>
                </a:lnTo>
                <a:lnTo>
                  <a:pt x="88558" y="35718"/>
                </a:lnTo>
                <a:lnTo>
                  <a:pt x="88993" y="35478"/>
                </a:lnTo>
                <a:lnTo>
                  <a:pt x="89398" y="35239"/>
                </a:lnTo>
                <a:lnTo>
                  <a:pt x="89803" y="34999"/>
                </a:lnTo>
                <a:lnTo>
                  <a:pt x="90193" y="34753"/>
                </a:lnTo>
                <a:lnTo>
                  <a:pt x="90553" y="34506"/>
                </a:lnTo>
                <a:lnTo>
                  <a:pt x="90928" y="34260"/>
                </a:lnTo>
                <a:lnTo>
                  <a:pt x="91272" y="34007"/>
                </a:lnTo>
                <a:lnTo>
                  <a:pt x="91602" y="33754"/>
                </a:lnTo>
                <a:lnTo>
                  <a:pt x="91932" y="33501"/>
                </a:lnTo>
                <a:lnTo>
                  <a:pt x="92247" y="33241"/>
                </a:lnTo>
                <a:lnTo>
                  <a:pt x="92547" y="32988"/>
                </a:lnTo>
                <a:lnTo>
                  <a:pt x="92847" y="32729"/>
                </a:lnTo>
                <a:lnTo>
                  <a:pt x="93132" y="32462"/>
                </a:lnTo>
                <a:lnTo>
                  <a:pt x="93402" y="32203"/>
                </a:lnTo>
                <a:lnTo>
                  <a:pt x="93657" y="31937"/>
                </a:lnTo>
                <a:lnTo>
                  <a:pt x="93911" y="31670"/>
                </a:lnTo>
                <a:lnTo>
                  <a:pt x="94151" y="31404"/>
                </a:lnTo>
                <a:lnTo>
                  <a:pt x="94376" y="31138"/>
                </a:lnTo>
                <a:lnTo>
                  <a:pt x="94601" y="30871"/>
                </a:lnTo>
                <a:lnTo>
                  <a:pt x="95021" y="30332"/>
                </a:lnTo>
                <a:lnTo>
                  <a:pt x="95411" y="29786"/>
                </a:lnTo>
                <a:lnTo>
                  <a:pt x="95756" y="29247"/>
                </a:lnTo>
                <a:lnTo>
                  <a:pt x="96086" y="28701"/>
                </a:lnTo>
                <a:lnTo>
                  <a:pt x="96371" y="28155"/>
                </a:lnTo>
                <a:lnTo>
                  <a:pt x="96640" y="27616"/>
                </a:lnTo>
                <a:lnTo>
                  <a:pt x="96880" y="27070"/>
                </a:lnTo>
                <a:lnTo>
                  <a:pt x="97090" y="26531"/>
                </a:lnTo>
                <a:lnTo>
                  <a:pt x="97285" y="25998"/>
                </a:lnTo>
                <a:lnTo>
                  <a:pt x="97465" y="25459"/>
                </a:lnTo>
                <a:lnTo>
                  <a:pt x="97630" y="24933"/>
                </a:lnTo>
                <a:lnTo>
                  <a:pt x="97780" y="24407"/>
                </a:lnTo>
                <a:lnTo>
                  <a:pt x="97915" y="23894"/>
                </a:lnTo>
                <a:lnTo>
                  <a:pt x="97990" y="23528"/>
                </a:lnTo>
                <a:lnTo>
                  <a:pt x="98065" y="23155"/>
                </a:lnTo>
                <a:lnTo>
                  <a:pt x="98125" y="22769"/>
                </a:lnTo>
                <a:lnTo>
                  <a:pt x="98170" y="22370"/>
                </a:lnTo>
                <a:lnTo>
                  <a:pt x="98200" y="21964"/>
                </a:lnTo>
                <a:lnTo>
                  <a:pt x="98215" y="21544"/>
                </a:lnTo>
                <a:lnTo>
                  <a:pt x="98215" y="21118"/>
                </a:lnTo>
                <a:lnTo>
                  <a:pt x="98215" y="20685"/>
                </a:lnTo>
                <a:lnTo>
                  <a:pt x="98185" y="20239"/>
                </a:lnTo>
                <a:lnTo>
                  <a:pt x="98125" y="19787"/>
                </a:lnTo>
                <a:lnTo>
                  <a:pt x="98065" y="19327"/>
                </a:lnTo>
                <a:lnTo>
                  <a:pt x="97990" y="18868"/>
                </a:lnTo>
                <a:lnTo>
                  <a:pt x="97885" y="18395"/>
                </a:lnTo>
                <a:lnTo>
                  <a:pt x="97765" y="17916"/>
                </a:lnTo>
                <a:lnTo>
                  <a:pt x="97615" y="17436"/>
                </a:lnTo>
                <a:lnTo>
                  <a:pt x="97450" y="16950"/>
                </a:lnTo>
                <a:lnTo>
                  <a:pt x="97270" y="16464"/>
                </a:lnTo>
                <a:lnTo>
                  <a:pt x="97060" y="15972"/>
                </a:lnTo>
                <a:lnTo>
                  <a:pt x="96820" y="15479"/>
                </a:lnTo>
                <a:lnTo>
                  <a:pt x="96565" y="14987"/>
                </a:lnTo>
                <a:lnTo>
                  <a:pt x="96281" y="14487"/>
                </a:lnTo>
                <a:lnTo>
                  <a:pt x="95981" y="13988"/>
                </a:lnTo>
                <a:lnTo>
                  <a:pt x="95651" y="13489"/>
                </a:lnTo>
                <a:lnTo>
                  <a:pt x="95291" y="12996"/>
                </a:lnTo>
                <a:lnTo>
                  <a:pt x="94901" y="12497"/>
                </a:lnTo>
                <a:lnTo>
                  <a:pt x="94481" y="12004"/>
                </a:lnTo>
                <a:lnTo>
                  <a:pt x="94031" y="11511"/>
                </a:lnTo>
                <a:lnTo>
                  <a:pt x="93567" y="11019"/>
                </a:lnTo>
                <a:lnTo>
                  <a:pt x="93057" y="10533"/>
                </a:lnTo>
                <a:lnTo>
                  <a:pt x="92517" y="10047"/>
                </a:lnTo>
                <a:lnTo>
                  <a:pt x="91947" y="9574"/>
                </a:lnTo>
                <a:lnTo>
                  <a:pt x="91347" y="9095"/>
                </a:lnTo>
                <a:lnTo>
                  <a:pt x="90718" y="8629"/>
                </a:lnTo>
                <a:lnTo>
                  <a:pt x="90388" y="8396"/>
                </a:lnTo>
                <a:lnTo>
                  <a:pt x="90043" y="8169"/>
                </a:lnTo>
                <a:lnTo>
                  <a:pt x="89698" y="7936"/>
                </a:lnTo>
                <a:lnTo>
                  <a:pt x="89338" y="7710"/>
                </a:lnTo>
                <a:lnTo>
                  <a:pt x="88978" y="7490"/>
                </a:lnTo>
                <a:lnTo>
                  <a:pt x="88603" y="7264"/>
                </a:lnTo>
                <a:lnTo>
                  <a:pt x="88229" y="7044"/>
                </a:lnTo>
                <a:lnTo>
                  <a:pt x="87824" y="6824"/>
                </a:lnTo>
                <a:lnTo>
                  <a:pt x="87434" y="6605"/>
                </a:lnTo>
                <a:lnTo>
                  <a:pt x="87014" y="6392"/>
                </a:lnTo>
                <a:lnTo>
                  <a:pt x="86594" y="6179"/>
                </a:lnTo>
                <a:lnTo>
                  <a:pt x="86174" y="5972"/>
                </a:lnTo>
                <a:lnTo>
                  <a:pt x="85739" y="5759"/>
                </a:lnTo>
                <a:lnTo>
                  <a:pt x="85290" y="5559"/>
                </a:lnTo>
                <a:lnTo>
                  <a:pt x="84825" y="5353"/>
                </a:lnTo>
                <a:lnTo>
                  <a:pt x="84360" y="5153"/>
                </a:lnTo>
                <a:lnTo>
                  <a:pt x="83880" y="4954"/>
                </a:lnTo>
                <a:lnTo>
                  <a:pt x="83400" y="4761"/>
                </a:lnTo>
                <a:lnTo>
                  <a:pt x="82890" y="4568"/>
                </a:lnTo>
                <a:lnTo>
                  <a:pt x="82396" y="4381"/>
                </a:lnTo>
                <a:lnTo>
                  <a:pt x="81871" y="4195"/>
                </a:lnTo>
                <a:lnTo>
                  <a:pt x="81346" y="4015"/>
                </a:lnTo>
                <a:lnTo>
                  <a:pt x="80806" y="3835"/>
                </a:lnTo>
                <a:lnTo>
                  <a:pt x="80251" y="3655"/>
                </a:lnTo>
                <a:lnTo>
                  <a:pt x="79697" y="3482"/>
                </a:lnTo>
                <a:lnTo>
                  <a:pt x="79127" y="3309"/>
                </a:lnTo>
                <a:lnTo>
                  <a:pt x="78542" y="3143"/>
                </a:lnTo>
                <a:lnTo>
                  <a:pt x="77957" y="2983"/>
                </a:lnTo>
                <a:lnTo>
                  <a:pt x="77343" y="2823"/>
                </a:lnTo>
                <a:lnTo>
                  <a:pt x="76743" y="2663"/>
                </a:lnTo>
                <a:lnTo>
                  <a:pt x="76113" y="2517"/>
                </a:lnTo>
                <a:lnTo>
                  <a:pt x="75468" y="2364"/>
                </a:lnTo>
                <a:lnTo>
                  <a:pt x="74823" y="2217"/>
                </a:lnTo>
                <a:lnTo>
                  <a:pt x="74164" y="2078"/>
                </a:lnTo>
                <a:lnTo>
                  <a:pt x="73504" y="1944"/>
                </a:lnTo>
                <a:lnTo>
                  <a:pt x="72814" y="1811"/>
                </a:lnTo>
                <a:lnTo>
                  <a:pt x="72124" y="1678"/>
                </a:lnTo>
                <a:lnTo>
                  <a:pt x="71420" y="1558"/>
                </a:lnTo>
                <a:lnTo>
                  <a:pt x="70700" y="1432"/>
                </a:lnTo>
                <a:lnTo>
                  <a:pt x="69965" y="1319"/>
                </a:lnTo>
                <a:lnTo>
                  <a:pt x="69231" y="1205"/>
                </a:lnTo>
                <a:lnTo>
                  <a:pt x="68481" y="1099"/>
                </a:lnTo>
                <a:lnTo>
                  <a:pt x="67716" y="999"/>
                </a:lnTo>
                <a:lnTo>
                  <a:pt x="66936" y="899"/>
                </a:lnTo>
                <a:lnTo>
                  <a:pt x="66142" y="806"/>
                </a:lnTo>
                <a:lnTo>
                  <a:pt x="65347" y="719"/>
                </a:lnTo>
                <a:lnTo>
                  <a:pt x="64522" y="633"/>
                </a:lnTo>
                <a:lnTo>
                  <a:pt x="63698" y="553"/>
                </a:lnTo>
                <a:lnTo>
                  <a:pt x="62858" y="480"/>
                </a:lnTo>
                <a:lnTo>
                  <a:pt x="62003" y="413"/>
                </a:lnTo>
                <a:lnTo>
                  <a:pt x="61148" y="347"/>
                </a:lnTo>
                <a:lnTo>
                  <a:pt x="60264" y="287"/>
                </a:lnTo>
                <a:lnTo>
                  <a:pt x="59364" y="233"/>
                </a:lnTo>
                <a:lnTo>
                  <a:pt x="58464" y="187"/>
                </a:lnTo>
                <a:lnTo>
                  <a:pt x="57550" y="147"/>
                </a:lnTo>
                <a:lnTo>
                  <a:pt x="56620" y="107"/>
                </a:lnTo>
                <a:lnTo>
                  <a:pt x="55675" y="74"/>
                </a:lnTo>
                <a:lnTo>
                  <a:pt x="54716" y="47"/>
                </a:lnTo>
                <a:lnTo>
                  <a:pt x="53741" y="27"/>
                </a:lnTo>
                <a:lnTo>
                  <a:pt x="52752" y="14"/>
                </a:lnTo>
                <a:lnTo>
                  <a:pt x="51762" y="7"/>
                </a:lnTo>
                <a:lnTo>
                  <a:pt x="50742" y="0"/>
                </a:lnTo>
                <a:close/>
              </a:path>
            </a:pathLst>
          </a:custGeom>
          <a:solidFill>
            <a:srgbClr val="9718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53"/>
          <p:cNvSpPr/>
          <p:nvPr/>
        </p:nvSpPr>
        <p:spPr>
          <a:xfrm rot="10800000">
            <a:off x="4382694" y="1757227"/>
            <a:ext cx="2874262" cy="2803166"/>
          </a:xfrm>
          <a:custGeom>
            <a:avLst/>
            <a:gdLst/>
            <a:ahLst/>
            <a:cxnLst/>
            <a:rect l="l" t="t" r="r" b="b"/>
            <a:pathLst>
              <a:path w="98215" h="42183" fill="none" extrusionOk="0">
                <a:moveTo>
                  <a:pt x="49513" y="42182"/>
                </a:moveTo>
                <a:lnTo>
                  <a:pt x="49513" y="42182"/>
                </a:lnTo>
                <a:lnTo>
                  <a:pt x="50652" y="42182"/>
                </a:lnTo>
                <a:lnTo>
                  <a:pt x="51822" y="42169"/>
                </a:lnTo>
                <a:lnTo>
                  <a:pt x="51822" y="42169"/>
                </a:lnTo>
                <a:lnTo>
                  <a:pt x="52767" y="42149"/>
                </a:lnTo>
                <a:lnTo>
                  <a:pt x="53711" y="42129"/>
                </a:lnTo>
                <a:lnTo>
                  <a:pt x="54626" y="42109"/>
                </a:lnTo>
                <a:lnTo>
                  <a:pt x="55541" y="42083"/>
                </a:lnTo>
                <a:lnTo>
                  <a:pt x="56425" y="42049"/>
                </a:lnTo>
                <a:lnTo>
                  <a:pt x="57310" y="42016"/>
                </a:lnTo>
                <a:lnTo>
                  <a:pt x="58180" y="41976"/>
                </a:lnTo>
                <a:lnTo>
                  <a:pt x="59034" y="41936"/>
                </a:lnTo>
                <a:lnTo>
                  <a:pt x="59889" y="41890"/>
                </a:lnTo>
                <a:lnTo>
                  <a:pt x="60714" y="41836"/>
                </a:lnTo>
                <a:lnTo>
                  <a:pt x="61538" y="41790"/>
                </a:lnTo>
                <a:lnTo>
                  <a:pt x="62333" y="41730"/>
                </a:lnTo>
                <a:lnTo>
                  <a:pt x="63128" y="41670"/>
                </a:lnTo>
                <a:lnTo>
                  <a:pt x="63907" y="41610"/>
                </a:lnTo>
                <a:lnTo>
                  <a:pt x="64687" y="41543"/>
                </a:lnTo>
                <a:lnTo>
                  <a:pt x="65437" y="41477"/>
                </a:lnTo>
                <a:lnTo>
                  <a:pt x="65437" y="41477"/>
                </a:lnTo>
                <a:lnTo>
                  <a:pt x="65572" y="41270"/>
                </a:lnTo>
                <a:lnTo>
                  <a:pt x="65737" y="41064"/>
                </a:lnTo>
                <a:lnTo>
                  <a:pt x="65932" y="40864"/>
                </a:lnTo>
                <a:lnTo>
                  <a:pt x="66052" y="40764"/>
                </a:lnTo>
                <a:lnTo>
                  <a:pt x="66172" y="40665"/>
                </a:lnTo>
                <a:lnTo>
                  <a:pt x="66307" y="40565"/>
                </a:lnTo>
                <a:lnTo>
                  <a:pt x="66457" y="40471"/>
                </a:lnTo>
                <a:lnTo>
                  <a:pt x="66606" y="40372"/>
                </a:lnTo>
                <a:lnTo>
                  <a:pt x="66771" y="40278"/>
                </a:lnTo>
                <a:lnTo>
                  <a:pt x="66951" y="40192"/>
                </a:lnTo>
                <a:lnTo>
                  <a:pt x="67146" y="40099"/>
                </a:lnTo>
                <a:lnTo>
                  <a:pt x="67341" y="40012"/>
                </a:lnTo>
                <a:lnTo>
                  <a:pt x="67551" y="39932"/>
                </a:lnTo>
                <a:lnTo>
                  <a:pt x="67791" y="39852"/>
                </a:lnTo>
                <a:lnTo>
                  <a:pt x="68031" y="39772"/>
                </a:lnTo>
                <a:lnTo>
                  <a:pt x="68286" y="39699"/>
                </a:lnTo>
                <a:lnTo>
                  <a:pt x="68556" y="39633"/>
                </a:lnTo>
                <a:lnTo>
                  <a:pt x="68841" y="39566"/>
                </a:lnTo>
                <a:lnTo>
                  <a:pt x="69141" y="39506"/>
                </a:lnTo>
                <a:lnTo>
                  <a:pt x="69455" y="39446"/>
                </a:lnTo>
                <a:lnTo>
                  <a:pt x="69785" y="39393"/>
                </a:lnTo>
                <a:lnTo>
                  <a:pt x="70130" y="39346"/>
                </a:lnTo>
                <a:lnTo>
                  <a:pt x="70490" y="39300"/>
                </a:lnTo>
                <a:lnTo>
                  <a:pt x="70880" y="39266"/>
                </a:lnTo>
                <a:lnTo>
                  <a:pt x="71270" y="39233"/>
                </a:lnTo>
                <a:lnTo>
                  <a:pt x="71690" y="39207"/>
                </a:lnTo>
                <a:lnTo>
                  <a:pt x="72124" y="39187"/>
                </a:lnTo>
                <a:lnTo>
                  <a:pt x="72574" y="39167"/>
                </a:lnTo>
                <a:lnTo>
                  <a:pt x="73039" y="39160"/>
                </a:lnTo>
                <a:lnTo>
                  <a:pt x="73039" y="39160"/>
                </a:lnTo>
                <a:lnTo>
                  <a:pt x="73339" y="39160"/>
                </a:lnTo>
                <a:lnTo>
                  <a:pt x="73339" y="39160"/>
                </a:lnTo>
                <a:lnTo>
                  <a:pt x="73669" y="39160"/>
                </a:lnTo>
                <a:lnTo>
                  <a:pt x="73984" y="39167"/>
                </a:lnTo>
                <a:lnTo>
                  <a:pt x="74299" y="39180"/>
                </a:lnTo>
                <a:lnTo>
                  <a:pt x="74614" y="39193"/>
                </a:lnTo>
                <a:lnTo>
                  <a:pt x="74913" y="39207"/>
                </a:lnTo>
                <a:lnTo>
                  <a:pt x="75198" y="39227"/>
                </a:lnTo>
                <a:lnTo>
                  <a:pt x="75468" y="39253"/>
                </a:lnTo>
                <a:lnTo>
                  <a:pt x="75738" y="39280"/>
                </a:lnTo>
                <a:lnTo>
                  <a:pt x="76008" y="39313"/>
                </a:lnTo>
                <a:lnTo>
                  <a:pt x="76263" y="39346"/>
                </a:lnTo>
                <a:lnTo>
                  <a:pt x="76503" y="39380"/>
                </a:lnTo>
                <a:lnTo>
                  <a:pt x="76743" y="39420"/>
                </a:lnTo>
                <a:lnTo>
                  <a:pt x="77193" y="39513"/>
                </a:lnTo>
                <a:lnTo>
                  <a:pt x="77612" y="39606"/>
                </a:lnTo>
                <a:lnTo>
                  <a:pt x="77612" y="39606"/>
                </a:lnTo>
                <a:lnTo>
                  <a:pt x="78332" y="39440"/>
                </a:lnTo>
                <a:lnTo>
                  <a:pt x="79037" y="39266"/>
                </a:lnTo>
                <a:lnTo>
                  <a:pt x="79727" y="39087"/>
                </a:lnTo>
                <a:lnTo>
                  <a:pt x="80401" y="38900"/>
                </a:lnTo>
                <a:lnTo>
                  <a:pt x="81061" y="38714"/>
                </a:lnTo>
                <a:lnTo>
                  <a:pt x="81691" y="38527"/>
                </a:lnTo>
                <a:lnTo>
                  <a:pt x="82321" y="38328"/>
                </a:lnTo>
                <a:lnTo>
                  <a:pt x="82920" y="38128"/>
                </a:lnTo>
                <a:lnTo>
                  <a:pt x="83505" y="37928"/>
                </a:lnTo>
                <a:lnTo>
                  <a:pt x="84090" y="37722"/>
                </a:lnTo>
                <a:lnTo>
                  <a:pt x="84645" y="37509"/>
                </a:lnTo>
                <a:lnTo>
                  <a:pt x="85185" y="37296"/>
                </a:lnTo>
                <a:lnTo>
                  <a:pt x="85709" y="37083"/>
                </a:lnTo>
                <a:lnTo>
                  <a:pt x="86219" y="36863"/>
                </a:lnTo>
                <a:lnTo>
                  <a:pt x="86714" y="36637"/>
                </a:lnTo>
                <a:lnTo>
                  <a:pt x="87194" y="36417"/>
                </a:lnTo>
                <a:lnTo>
                  <a:pt x="87674" y="36184"/>
                </a:lnTo>
                <a:lnTo>
                  <a:pt x="88124" y="35951"/>
                </a:lnTo>
                <a:lnTo>
                  <a:pt x="88558" y="35718"/>
                </a:lnTo>
                <a:lnTo>
                  <a:pt x="88993" y="35478"/>
                </a:lnTo>
                <a:lnTo>
                  <a:pt x="89398" y="35239"/>
                </a:lnTo>
                <a:lnTo>
                  <a:pt x="89803" y="34999"/>
                </a:lnTo>
                <a:lnTo>
                  <a:pt x="90193" y="34753"/>
                </a:lnTo>
                <a:lnTo>
                  <a:pt x="90553" y="34506"/>
                </a:lnTo>
                <a:lnTo>
                  <a:pt x="90928" y="34260"/>
                </a:lnTo>
                <a:lnTo>
                  <a:pt x="91272" y="34007"/>
                </a:lnTo>
                <a:lnTo>
                  <a:pt x="91602" y="33754"/>
                </a:lnTo>
                <a:lnTo>
                  <a:pt x="91932" y="33501"/>
                </a:lnTo>
                <a:lnTo>
                  <a:pt x="92247" y="33241"/>
                </a:lnTo>
                <a:lnTo>
                  <a:pt x="92547" y="32988"/>
                </a:lnTo>
                <a:lnTo>
                  <a:pt x="92847" y="32729"/>
                </a:lnTo>
                <a:lnTo>
                  <a:pt x="93132" y="32462"/>
                </a:lnTo>
                <a:lnTo>
                  <a:pt x="93402" y="32203"/>
                </a:lnTo>
                <a:lnTo>
                  <a:pt x="93657" y="31937"/>
                </a:lnTo>
                <a:lnTo>
                  <a:pt x="93911" y="31670"/>
                </a:lnTo>
                <a:lnTo>
                  <a:pt x="94151" y="31404"/>
                </a:lnTo>
                <a:lnTo>
                  <a:pt x="94376" y="31138"/>
                </a:lnTo>
                <a:lnTo>
                  <a:pt x="94601" y="30871"/>
                </a:lnTo>
                <a:lnTo>
                  <a:pt x="95021" y="30332"/>
                </a:lnTo>
                <a:lnTo>
                  <a:pt x="95411" y="29786"/>
                </a:lnTo>
                <a:lnTo>
                  <a:pt x="95756" y="29247"/>
                </a:lnTo>
                <a:lnTo>
                  <a:pt x="96086" y="28701"/>
                </a:lnTo>
                <a:lnTo>
                  <a:pt x="96371" y="28155"/>
                </a:lnTo>
                <a:lnTo>
                  <a:pt x="96640" y="27616"/>
                </a:lnTo>
                <a:lnTo>
                  <a:pt x="96880" y="27070"/>
                </a:lnTo>
                <a:lnTo>
                  <a:pt x="97090" y="26531"/>
                </a:lnTo>
                <a:lnTo>
                  <a:pt x="97285" y="25998"/>
                </a:lnTo>
                <a:lnTo>
                  <a:pt x="97465" y="25459"/>
                </a:lnTo>
                <a:lnTo>
                  <a:pt x="97630" y="24933"/>
                </a:lnTo>
                <a:lnTo>
                  <a:pt x="97780" y="24407"/>
                </a:lnTo>
                <a:lnTo>
                  <a:pt x="97915" y="23894"/>
                </a:lnTo>
                <a:lnTo>
                  <a:pt x="97915" y="23894"/>
                </a:lnTo>
                <a:lnTo>
                  <a:pt x="97990" y="23528"/>
                </a:lnTo>
                <a:lnTo>
                  <a:pt x="98065" y="23155"/>
                </a:lnTo>
                <a:lnTo>
                  <a:pt x="98125" y="22769"/>
                </a:lnTo>
                <a:lnTo>
                  <a:pt x="98170" y="22370"/>
                </a:lnTo>
                <a:lnTo>
                  <a:pt x="98200" y="21964"/>
                </a:lnTo>
                <a:lnTo>
                  <a:pt x="98215" y="21544"/>
                </a:lnTo>
                <a:lnTo>
                  <a:pt x="98215" y="21118"/>
                </a:lnTo>
                <a:lnTo>
                  <a:pt x="98215" y="20685"/>
                </a:lnTo>
                <a:lnTo>
                  <a:pt x="98185" y="20239"/>
                </a:lnTo>
                <a:lnTo>
                  <a:pt x="98125" y="19787"/>
                </a:lnTo>
                <a:lnTo>
                  <a:pt x="98065" y="19327"/>
                </a:lnTo>
                <a:lnTo>
                  <a:pt x="97990" y="18868"/>
                </a:lnTo>
                <a:lnTo>
                  <a:pt x="97885" y="18395"/>
                </a:lnTo>
                <a:lnTo>
                  <a:pt x="97765" y="17916"/>
                </a:lnTo>
                <a:lnTo>
                  <a:pt x="97615" y="17436"/>
                </a:lnTo>
                <a:lnTo>
                  <a:pt x="97450" y="16950"/>
                </a:lnTo>
                <a:lnTo>
                  <a:pt x="97270" y="16464"/>
                </a:lnTo>
                <a:lnTo>
                  <a:pt x="97060" y="15972"/>
                </a:lnTo>
                <a:lnTo>
                  <a:pt x="96820" y="15479"/>
                </a:lnTo>
                <a:lnTo>
                  <a:pt x="96565" y="14987"/>
                </a:lnTo>
                <a:lnTo>
                  <a:pt x="96281" y="14487"/>
                </a:lnTo>
                <a:lnTo>
                  <a:pt x="95981" y="13988"/>
                </a:lnTo>
                <a:lnTo>
                  <a:pt x="95651" y="13489"/>
                </a:lnTo>
                <a:lnTo>
                  <a:pt x="95291" y="12996"/>
                </a:lnTo>
                <a:lnTo>
                  <a:pt x="94901" y="12497"/>
                </a:lnTo>
                <a:lnTo>
                  <a:pt x="94481" y="12004"/>
                </a:lnTo>
                <a:lnTo>
                  <a:pt x="94031" y="11511"/>
                </a:lnTo>
                <a:lnTo>
                  <a:pt x="93567" y="11019"/>
                </a:lnTo>
                <a:lnTo>
                  <a:pt x="93057" y="10533"/>
                </a:lnTo>
                <a:lnTo>
                  <a:pt x="92517" y="10047"/>
                </a:lnTo>
                <a:lnTo>
                  <a:pt x="91947" y="9574"/>
                </a:lnTo>
                <a:lnTo>
                  <a:pt x="91347" y="9095"/>
                </a:lnTo>
                <a:lnTo>
                  <a:pt x="90718" y="8629"/>
                </a:lnTo>
                <a:lnTo>
                  <a:pt x="90388" y="8396"/>
                </a:lnTo>
                <a:lnTo>
                  <a:pt x="90043" y="8169"/>
                </a:lnTo>
                <a:lnTo>
                  <a:pt x="89698" y="7936"/>
                </a:lnTo>
                <a:lnTo>
                  <a:pt x="89338" y="7710"/>
                </a:lnTo>
                <a:lnTo>
                  <a:pt x="88978" y="7490"/>
                </a:lnTo>
                <a:lnTo>
                  <a:pt x="88603" y="7264"/>
                </a:lnTo>
                <a:lnTo>
                  <a:pt x="88229" y="7044"/>
                </a:lnTo>
                <a:lnTo>
                  <a:pt x="87824" y="6824"/>
                </a:lnTo>
                <a:lnTo>
                  <a:pt x="87434" y="6605"/>
                </a:lnTo>
                <a:lnTo>
                  <a:pt x="87014" y="6392"/>
                </a:lnTo>
                <a:lnTo>
                  <a:pt x="86594" y="6179"/>
                </a:lnTo>
                <a:lnTo>
                  <a:pt x="86174" y="5972"/>
                </a:lnTo>
                <a:lnTo>
                  <a:pt x="85739" y="5759"/>
                </a:lnTo>
                <a:lnTo>
                  <a:pt x="85290" y="5559"/>
                </a:lnTo>
                <a:lnTo>
                  <a:pt x="84825" y="5353"/>
                </a:lnTo>
                <a:lnTo>
                  <a:pt x="84360" y="5153"/>
                </a:lnTo>
                <a:lnTo>
                  <a:pt x="83880" y="4954"/>
                </a:lnTo>
                <a:lnTo>
                  <a:pt x="83400" y="4761"/>
                </a:lnTo>
                <a:lnTo>
                  <a:pt x="82890" y="4568"/>
                </a:lnTo>
                <a:lnTo>
                  <a:pt x="82396" y="4381"/>
                </a:lnTo>
                <a:lnTo>
                  <a:pt x="81871" y="4195"/>
                </a:lnTo>
                <a:lnTo>
                  <a:pt x="81346" y="4015"/>
                </a:lnTo>
                <a:lnTo>
                  <a:pt x="80806" y="3835"/>
                </a:lnTo>
                <a:lnTo>
                  <a:pt x="80251" y="3655"/>
                </a:lnTo>
                <a:lnTo>
                  <a:pt x="79697" y="3482"/>
                </a:lnTo>
                <a:lnTo>
                  <a:pt x="79127" y="3309"/>
                </a:lnTo>
                <a:lnTo>
                  <a:pt x="78542" y="3143"/>
                </a:lnTo>
                <a:lnTo>
                  <a:pt x="77957" y="2983"/>
                </a:lnTo>
                <a:lnTo>
                  <a:pt x="77343" y="2823"/>
                </a:lnTo>
                <a:lnTo>
                  <a:pt x="76743" y="2663"/>
                </a:lnTo>
                <a:lnTo>
                  <a:pt x="76113" y="2517"/>
                </a:lnTo>
                <a:lnTo>
                  <a:pt x="75468" y="2364"/>
                </a:lnTo>
                <a:lnTo>
                  <a:pt x="74823" y="2217"/>
                </a:lnTo>
                <a:lnTo>
                  <a:pt x="74164" y="2078"/>
                </a:lnTo>
                <a:lnTo>
                  <a:pt x="73504" y="1944"/>
                </a:lnTo>
                <a:lnTo>
                  <a:pt x="72814" y="1811"/>
                </a:lnTo>
                <a:lnTo>
                  <a:pt x="72124" y="1678"/>
                </a:lnTo>
                <a:lnTo>
                  <a:pt x="71420" y="1558"/>
                </a:lnTo>
                <a:lnTo>
                  <a:pt x="70700" y="1432"/>
                </a:lnTo>
                <a:lnTo>
                  <a:pt x="69965" y="1319"/>
                </a:lnTo>
                <a:lnTo>
                  <a:pt x="69231" y="1205"/>
                </a:lnTo>
                <a:lnTo>
                  <a:pt x="68481" y="1099"/>
                </a:lnTo>
                <a:lnTo>
                  <a:pt x="67716" y="999"/>
                </a:lnTo>
                <a:lnTo>
                  <a:pt x="66936" y="899"/>
                </a:lnTo>
                <a:lnTo>
                  <a:pt x="66142" y="806"/>
                </a:lnTo>
                <a:lnTo>
                  <a:pt x="65347" y="719"/>
                </a:lnTo>
                <a:lnTo>
                  <a:pt x="64522" y="633"/>
                </a:lnTo>
                <a:lnTo>
                  <a:pt x="63698" y="553"/>
                </a:lnTo>
                <a:lnTo>
                  <a:pt x="62858" y="480"/>
                </a:lnTo>
                <a:lnTo>
                  <a:pt x="62003" y="413"/>
                </a:lnTo>
                <a:lnTo>
                  <a:pt x="61148" y="347"/>
                </a:lnTo>
                <a:lnTo>
                  <a:pt x="60264" y="287"/>
                </a:lnTo>
                <a:lnTo>
                  <a:pt x="59364" y="233"/>
                </a:lnTo>
                <a:lnTo>
                  <a:pt x="58464" y="187"/>
                </a:lnTo>
                <a:lnTo>
                  <a:pt x="57550" y="147"/>
                </a:lnTo>
                <a:lnTo>
                  <a:pt x="56620" y="107"/>
                </a:lnTo>
                <a:lnTo>
                  <a:pt x="55675" y="74"/>
                </a:lnTo>
                <a:lnTo>
                  <a:pt x="54716" y="47"/>
                </a:lnTo>
                <a:lnTo>
                  <a:pt x="53741" y="27"/>
                </a:lnTo>
                <a:lnTo>
                  <a:pt x="52752" y="14"/>
                </a:lnTo>
                <a:lnTo>
                  <a:pt x="51762" y="7"/>
                </a:lnTo>
                <a:lnTo>
                  <a:pt x="50742" y="0"/>
                </a:lnTo>
                <a:lnTo>
                  <a:pt x="50742" y="0"/>
                </a:lnTo>
                <a:lnTo>
                  <a:pt x="49858" y="7"/>
                </a:lnTo>
                <a:lnTo>
                  <a:pt x="48958" y="14"/>
                </a:lnTo>
                <a:lnTo>
                  <a:pt x="48958" y="14"/>
                </a:lnTo>
                <a:lnTo>
                  <a:pt x="47369" y="34"/>
                </a:lnTo>
                <a:lnTo>
                  <a:pt x="45824" y="67"/>
                </a:lnTo>
                <a:lnTo>
                  <a:pt x="44310" y="114"/>
                </a:lnTo>
                <a:lnTo>
                  <a:pt x="42825" y="167"/>
                </a:lnTo>
                <a:lnTo>
                  <a:pt x="41371" y="233"/>
                </a:lnTo>
                <a:lnTo>
                  <a:pt x="39961" y="313"/>
                </a:lnTo>
                <a:lnTo>
                  <a:pt x="38582" y="400"/>
                </a:lnTo>
                <a:lnTo>
                  <a:pt x="37217" y="500"/>
                </a:lnTo>
                <a:lnTo>
                  <a:pt x="35898" y="606"/>
                </a:lnTo>
                <a:lnTo>
                  <a:pt x="34608" y="726"/>
                </a:lnTo>
                <a:lnTo>
                  <a:pt x="33349" y="859"/>
                </a:lnTo>
                <a:lnTo>
                  <a:pt x="32134" y="992"/>
                </a:lnTo>
                <a:lnTo>
                  <a:pt x="30935" y="1139"/>
                </a:lnTo>
                <a:lnTo>
                  <a:pt x="29765" y="1299"/>
                </a:lnTo>
                <a:lnTo>
                  <a:pt x="28625" y="1465"/>
                </a:lnTo>
                <a:lnTo>
                  <a:pt x="27516" y="1638"/>
                </a:lnTo>
                <a:lnTo>
                  <a:pt x="27516" y="1638"/>
                </a:lnTo>
                <a:lnTo>
                  <a:pt x="27456" y="1865"/>
                </a:lnTo>
                <a:lnTo>
                  <a:pt x="27366" y="2104"/>
                </a:lnTo>
                <a:lnTo>
                  <a:pt x="27306" y="2231"/>
                </a:lnTo>
                <a:lnTo>
                  <a:pt x="27246" y="2351"/>
                </a:lnTo>
                <a:lnTo>
                  <a:pt x="27171" y="2477"/>
                </a:lnTo>
                <a:lnTo>
                  <a:pt x="27081" y="2604"/>
                </a:lnTo>
                <a:lnTo>
                  <a:pt x="26976" y="2730"/>
                </a:lnTo>
                <a:lnTo>
                  <a:pt x="26856" y="2857"/>
                </a:lnTo>
                <a:lnTo>
                  <a:pt x="26721" y="2976"/>
                </a:lnTo>
                <a:lnTo>
                  <a:pt x="26586" y="3103"/>
                </a:lnTo>
                <a:lnTo>
                  <a:pt x="26421" y="3223"/>
                </a:lnTo>
                <a:lnTo>
                  <a:pt x="26256" y="3343"/>
                </a:lnTo>
                <a:lnTo>
                  <a:pt x="26061" y="3456"/>
                </a:lnTo>
                <a:lnTo>
                  <a:pt x="25851" y="3576"/>
                </a:lnTo>
                <a:lnTo>
                  <a:pt x="25627" y="3682"/>
                </a:lnTo>
                <a:lnTo>
                  <a:pt x="25387" y="3789"/>
                </a:lnTo>
                <a:lnTo>
                  <a:pt x="25132" y="3895"/>
                </a:lnTo>
                <a:lnTo>
                  <a:pt x="24847" y="3995"/>
                </a:lnTo>
                <a:lnTo>
                  <a:pt x="24547" y="4088"/>
                </a:lnTo>
                <a:lnTo>
                  <a:pt x="24217" y="4175"/>
                </a:lnTo>
                <a:lnTo>
                  <a:pt x="23872" y="4255"/>
                </a:lnTo>
                <a:lnTo>
                  <a:pt x="23497" y="4328"/>
                </a:lnTo>
                <a:lnTo>
                  <a:pt x="23107" y="4401"/>
                </a:lnTo>
                <a:lnTo>
                  <a:pt x="22688" y="4461"/>
                </a:lnTo>
                <a:lnTo>
                  <a:pt x="22253" y="4514"/>
                </a:lnTo>
                <a:lnTo>
                  <a:pt x="21773" y="4561"/>
                </a:lnTo>
                <a:lnTo>
                  <a:pt x="21278" y="4601"/>
                </a:lnTo>
                <a:lnTo>
                  <a:pt x="20768" y="4634"/>
                </a:lnTo>
                <a:lnTo>
                  <a:pt x="20214" y="4654"/>
                </a:lnTo>
                <a:lnTo>
                  <a:pt x="19644" y="4661"/>
                </a:lnTo>
                <a:lnTo>
                  <a:pt x="19644" y="4661"/>
                </a:lnTo>
                <a:lnTo>
                  <a:pt x="19344" y="4667"/>
                </a:lnTo>
                <a:lnTo>
                  <a:pt x="19344" y="4667"/>
                </a:lnTo>
                <a:lnTo>
                  <a:pt x="18864" y="4661"/>
                </a:lnTo>
                <a:lnTo>
                  <a:pt x="18399" y="4647"/>
                </a:lnTo>
                <a:lnTo>
                  <a:pt x="17964" y="4627"/>
                </a:lnTo>
                <a:lnTo>
                  <a:pt x="17530" y="4601"/>
                </a:lnTo>
                <a:lnTo>
                  <a:pt x="17125" y="4561"/>
                </a:lnTo>
                <a:lnTo>
                  <a:pt x="16735" y="4521"/>
                </a:lnTo>
                <a:lnTo>
                  <a:pt x="16375" y="4474"/>
                </a:lnTo>
                <a:lnTo>
                  <a:pt x="16015" y="4414"/>
                </a:lnTo>
                <a:lnTo>
                  <a:pt x="16015" y="4414"/>
                </a:lnTo>
                <a:lnTo>
                  <a:pt x="15355" y="4654"/>
                </a:lnTo>
                <a:lnTo>
                  <a:pt x="14711" y="4887"/>
                </a:lnTo>
                <a:lnTo>
                  <a:pt x="14081" y="5133"/>
                </a:lnTo>
                <a:lnTo>
                  <a:pt x="13466" y="5380"/>
                </a:lnTo>
                <a:lnTo>
                  <a:pt x="12866" y="5633"/>
                </a:lnTo>
                <a:lnTo>
                  <a:pt x="12296" y="5886"/>
                </a:lnTo>
                <a:lnTo>
                  <a:pt x="11727" y="6145"/>
                </a:lnTo>
                <a:lnTo>
                  <a:pt x="11187" y="6405"/>
                </a:lnTo>
                <a:lnTo>
                  <a:pt x="10662" y="6671"/>
                </a:lnTo>
                <a:lnTo>
                  <a:pt x="10152" y="6938"/>
                </a:lnTo>
                <a:lnTo>
                  <a:pt x="9657" y="7211"/>
                </a:lnTo>
                <a:lnTo>
                  <a:pt x="9178" y="7484"/>
                </a:lnTo>
                <a:lnTo>
                  <a:pt x="8713" y="7763"/>
                </a:lnTo>
                <a:lnTo>
                  <a:pt x="8278" y="8036"/>
                </a:lnTo>
                <a:lnTo>
                  <a:pt x="7843" y="8322"/>
                </a:lnTo>
                <a:lnTo>
                  <a:pt x="7423" y="8602"/>
                </a:lnTo>
                <a:lnTo>
                  <a:pt x="7018" y="8888"/>
                </a:lnTo>
                <a:lnTo>
                  <a:pt x="6629" y="9175"/>
                </a:lnTo>
                <a:lnTo>
                  <a:pt x="6254" y="9467"/>
                </a:lnTo>
                <a:lnTo>
                  <a:pt x="5894" y="9754"/>
                </a:lnTo>
                <a:lnTo>
                  <a:pt x="5549" y="10047"/>
                </a:lnTo>
                <a:lnTo>
                  <a:pt x="5219" y="10340"/>
                </a:lnTo>
                <a:lnTo>
                  <a:pt x="4889" y="10633"/>
                </a:lnTo>
                <a:lnTo>
                  <a:pt x="4589" y="10932"/>
                </a:lnTo>
                <a:lnTo>
                  <a:pt x="4289" y="11225"/>
                </a:lnTo>
                <a:lnTo>
                  <a:pt x="4019" y="11525"/>
                </a:lnTo>
                <a:lnTo>
                  <a:pt x="3750" y="11818"/>
                </a:lnTo>
                <a:lnTo>
                  <a:pt x="3480" y="12117"/>
                </a:lnTo>
                <a:lnTo>
                  <a:pt x="3240" y="12417"/>
                </a:lnTo>
                <a:lnTo>
                  <a:pt x="3000" y="12716"/>
                </a:lnTo>
                <a:lnTo>
                  <a:pt x="2775" y="13016"/>
                </a:lnTo>
                <a:lnTo>
                  <a:pt x="2565" y="13309"/>
                </a:lnTo>
                <a:lnTo>
                  <a:pt x="2370" y="13608"/>
                </a:lnTo>
                <a:lnTo>
                  <a:pt x="2175" y="13908"/>
                </a:lnTo>
                <a:lnTo>
                  <a:pt x="1995" y="14201"/>
                </a:lnTo>
                <a:lnTo>
                  <a:pt x="1815" y="14501"/>
                </a:lnTo>
                <a:lnTo>
                  <a:pt x="1500" y="15086"/>
                </a:lnTo>
                <a:lnTo>
                  <a:pt x="1215" y="15672"/>
                </a:lnTo>
                <a:lnTo>
                  <a:pt x="976" y="16251"/>
                </a:lnTo>
                <a:lnTo>
                  <a:pt x="766" y="16817"/>
                </a:lnTo>
                <a:lnTo>
                  <a:pt x="586" y="17383"/>
                </a:lnTo>
                <a:lnTo>
                  <a:pt x="436" y="17936"/>
                </a:lnTo>
                <a:lnTo>
                  <a:pt x="301" y="18475"/>
                </a:lnTo>
                <a:lnTo>
                  <a:pt x="211" y="19008"/>
                </a:lnTo>
                <a:lnTo>
                  <a:pt x="121" y="19527"/>
                </a:lnTo>
                <a:lnTo>
                  <a:pt x="61" y="20026"/>
                </a:lnTo>
                <a:lnTo>
                  <a:pt x="31" y="20512"/>
                </a:lnTo>
                <a:lnTo>
                  <a:pt x="1" y="20985"/>
                </a:lnTo>
                <a:lnTo>
                  <a:pt x="1" y="21438"/>
                </a:lnTo>
                <a:lnTo>
                  <a:pt x="1" y="21870"/>
                </a:lnTo>
                <a:lnTo>
                  <a:pt x="1" y="21870"/>
                </a:lnTo>
                <a:lnTo>
                  <a:pt x="16" y="22250"/>
                </a:lnTo>
                <a:lnTo>
                  <a:pt x="61" y="22636"/>
                </a:lnTo>
                <a:lnTo>
                  <a:pt x="136" y="23035"/>
                </a:lnTo>
                <a:lnTo>
                  <a:pt x="226" y="23448"/>
                </a:lnTo>
                <a:lnTo>
                  <a:pt x="346" y="23861"/>
                </a:lnTo>
                <a:lnTo>
                  <a:pt x="481" y="24287"/>
                </a:lnTo>
                <a:lnTo>
                  <a:pt x="646" y="24720"/>
                </a:lnTo>
                <a:lnTo>
                  <a:pt x="826" y="25153"/>
                </a:lnTo>
                <a:lnTo>
                  <a:pt x="826" y="25153"/>
                </a:lnTo>
                <a:lnTo>
                  <a:pt x="1650" y="25279"/>
                </a:lnTo>
                <a:lnTo>
                  <a:pt x="2445" y="25406"/>
                </a:lnTo>
                <a:lnTo>
                  <a:pt x="3240" y="25532"/>
                </a:lnTo>
                <a:lnTo>
                  <a:pt x="4004" y="25672"/>
                </a:lnTo>
                <a:lnTo>
                  <a:pt x="4754" y="25818"/>
                </a:lnTo>
                <a:lnTo>
                  <a:pt x="5489" y="25965"/>
                </a:lnTo>
                <a:lnTo>
                  <a:pt x="6224" y="26118"/>
                </a:lnTo>
                <a:lnTo>
                  <a:pt x="6928" y="26284"/>
                </a:lnTo>
                <a:lnTo>
                  <a:pt x="7618" y="26444"/>
                </a:lnTo>
                <a:lnTo>
                  <a:pt x="8293" y="26617"/>
                </a:lnTo>
                <a:lnTo>
                  <a:pt x="8953" y="26790"/>
                </a:lnTo>
                <a:lnTo>
                  <a:pt x="9582" y="26977"/>
                </a:lnTo>
                <a:lnTo>
                  <a:pt x="10212" y="27156"/>
                </a:lnTo>
                <a:lnTo>
                  <a:pt x="10827" y="27350"/>
                </a:lnTo>
                <a:lnTo>
                  <a:pt x="11427" y="27543"/>
                </a:lnTo>
                <a:lnTo>
                  <a:pt x="12012" y="27742"/>
                </a:lnTo>
                <a:lnTo>
                  <a:pt x="12596" y="27942"/>
                </a:lnTo>
                <a:lnTo>
                  <a:pt x="13151" y="28155"/>
                </a:lnTo>
                <a:lnTo>
                  <a:pt x="13691" y="28361"/>
                </a:lnTo>
                <a:lnTo>
                  <a:pt x="14216" y="28575"/>
                </a:lnTo>
                <a:lnTo>
                  <a:pt x="14741" y="28794"/>
                </a:lnTo>
                <a:lnTo>
                  <a:pt x="15235" y="29021"/>
                </a:lnTo>
                <a:lnTo>
                  <a:pt x="15730" y="29247"/>
                </a:lnTo>
                <a:lnTo>
                  <a:pt x="16195" y="29473"/>
                </a:lnTo>
                <a:lnTo>
                  <a:pt x="16660" y="29706"/>
                </a:lnTo>
                <a:lnTo>
                  <a:pt x="17110" y="29939"/>
                </a:lnTo>
                <a:lnTo>
                  <a:pt x="17544" y="30179"/>
                </a:lnTo>
                <a:lnTo>
                  <a:pt x="17964" y="30419"/>
                </a:lnTo>
                <a:lnTo>
                  <a:pt x="18384" y="30665"/>
                </a:lnTo>
                <a:lnTo>
                  <a:pt x="18774" y="30911"/>
                </a:lnTo>
                <a:lnTo>
                  <a:pt x="19164" y="31158"/>
                </a:lnTo>
                <a:lnTo>
                  <a:pt x="19539" y="31411"/>
                </a:lnTo>
                <a:lnTo>
                  <a:pt x="19899" y="31664"/>
                </a:lnTo>
                <a:lnTo>
                  <a:pt x="20258" y="31923"/>
                </a:lnTo>
                <a:lnTo>
                  <a:pt x="20588" y="32183"/>
                </a:lnTo>
                <a:lnTo>
                  <a:pt x="20918" y="32443"/>
                </a:lnTo>
                <a:lnTo>
                  <a:pt x="21233" y="32702"/>
                </a:lnTo>
                <a:lnTo>
                  <a:pt x="21548" y="32962"/>
                </a:lnTo>
                <a:lnTo>
                  <a:pt x="21848" y="33228"/>
                </a:lnTo>
                <a:lnTo>
                  <a:pt x="22118" y="33494"/>
                </a:lnTo>
                <a:lnTo>
                  <a:pt x="22403" y="33761"/>
                </a:lnTo>
                <a:lnTo>
                  <a:pt x="22658" y="34034"/>
                </a:lnTo>
                <a:lnTo>
                  <a:pt x="22913" y="34300"/>
                </a:lnTo>
                <a:lnTo>
                  <a:pt x="23152" y="34573"/>
                </a:lnTo>
                <a:lnTo>
                  <a:pt x="23392" y="34839"/>
                </a:lnTo>
                <a:lnTo>
                  <a:pt x="23602" y="35112"/>
                </a:lnTo>
                <a:lnTo>
                  <a:pt x="23827" y="35385"/>
                </a:lnTo>
                <a:lnTo>
                  <a:pt x="24022" y="35658"/>
                </a:lnTo>
                <a:lnTo>
                  <a:pt x="24217" y="35931"/>
                </a:lnTo>
                <a:lnTo>
                  <a:pt x="24397" y="36204"/>
                </a:lnTo>
                <a:lnTo>
                  <a:pt x="24742" y="36750"/>
                </a:lnTo>
                <a:lnTo>
                  <a:pt x="25057" y="37296"/>
                </a:lnTo>
                <a:lnTo>
                  <a:pt x="25327" y="37835"/>
                </a:lnTo>
                <a:lnTo>
                  <a:pt x="25567" y="38374"/>
                </a:lnTo>
                <a:lnTo>
                  <a:pt x="25761" y="38914"/>
                </a:lnTo>
                <a:lnTo>
                  <a:pt x="25941" y="39440"/>
                </a:lnTo>
                <a:lnTo>
                  <a:pt x="26091" y="39966"/>
                </a:lnTo>
                <a:lnTo>
                  <a:pt x="26091" y="39966"/>
                </a:lnTo>
                <a:lnTo>
                  <a:pt x="26691" y="40092"/>
                </a:lnTo>
                <a:lnTo>
                  <a:pt x="27306" y="40218"/>
                </a:lnTo>
                <a:lnTo>
                  <a:pt x="27921" y="40338"/>
                </a:lnTo>
                <a:lnTo>
                  <a:pt x="28550" y="40458"/>
                </a:lnTo>
                <a:lnTo>
                  <a:pt x="29195" y="40571"/>
                </a:lnTo>
                <a:lnTo>
                  <a:pt x="29825" y="40685"/>
                </a:lnTo>
                <a:lnTo>
                  <a:pt x="30485" y="40791"/>
                </a:lnTo>
                <a:lnTo>
                  <a:pt x="31144" y="40891"/>
                </a:lnTo>
                <a:lnTo>
                  <a:pt x="31804" y="40991"/>
                </a:lnTo>
                <a:lnTo>
                  <a:pt x="32479" y="41091"/>
                </a:lnTo>
                <a:lnTo>
                  <a:pt x="33169" y="41184"/>
                </a:lnTo>
                <a:lnTo>
                  <a:pt x="33859" y="41270"/>
                </a:lnTo>
                <a:lnTo>
                  <a:pt x="34563" y="41357"/>
                </a:lnTo>
                <a:lnTo>
                  <a:pt x="35268" y="41437"/>
                </a:lnTo>
                <a:lnTo>
                  <a:pt x="35988" y="41517"/>
                </a:lnTo>
                <a:lnTo>
                  <a:pt x="36722" y="41590"/>
                </a:lnTo>
                <a:lnTo>
                  <a:pt x="37457" y="41663"/>
                </a:lnTo>
                <a:lnTo>
                  <a:pt x="38192" y="41723"/>
                </a:lnTo>
                <a:lnTo>
                  <a:pt x="38942" y="41790"/>
                </a:lnTo>
                <a:lnTo>
                  <a:pt x="39706" y="41843"/>
                </a:lnTo>
                <a:lnTo>
                  <a:pt x="40471" y="41896"/>
                </a:lnTo>
                <a:lnTo>
                  <a:pt x="41251" y="41949"/>
                </a:lnTo>
                <a:lnTo>
                  <a:pt x="42045" y="41989"/>
                </a:lnTo>
                <a:lnTo>
                  <a:pt x="42840" y="42029"/>
                </a:lnTo>
                <a:lnTo>
                  <a:pt x="43635" y="42069"/>
                </a:lnTo>
                <a:lnTo>
                  <a:pt x="44445" y="42096"/>
                </a:lnTo>
                <a:lnTo>
                  <a:pt x="45269" y="42123"/>
                </a:lnTo>
                <a:lnTo>
                  <a:pt x="46094" y="42143"/>
                </a:lnTo>
                <a:lnTo>
                  <a:pt x="46934" y="42162"/>
                </a:lnTo>
                <a:lnTo>
                  <a:pt x="47788" y="42176"/>
                </a:lnTo>
                <a:lnTo>
                  <a:pt x="48643" y="42182"/>
                </a:lnTo>
                <a:lnTo>
                  <a:pt x="49513" y="4218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53"/>
          <p:cNvSpPr/>
          <p:nvPr/>
        </p:nvSpPr>
        <p:spPr>
          <a:xfrm rot="10800000">
            <a:off x="6450379" y="4267012"/>
            <a:ext cx="465167" cy="436726"/>
          </a:xfrm>
          <a:custGeom>
            <a:avLst/>
            <a:gdLst/>
            <a:ahLst/>
            <a:cxnLst/>
            <a:rect l="l" t="t" r="r" b="b"/>
            <a:pathLst>
              <a:path w="15895" h="6572" extrusionOk="0">
                <a:moveTo>
                  <a:pt x="7888" y="0"/>
                </a:moveTo>
                <a:lnTo>
                  <a:pt x="7513" y="7"/>
                </a:lnTo>
                <a:lnTo>
                  <a:pt x="6943" y="20"/>
                </a:lnTo>
                <a:lnTo>
                  <a:pt x="6403" y="40"/>
                </a:lnTo>
                <a:lnTo>
                  <a:pt x="5893" y="67"/>
                </a:lnTo>
                <a:lnTo>
                  <a:pt x="5414" y="107"/>
                </a:lnTo>
                <a:lnTo>
                  <a:pt x="4964" y="154"/>
                </a:lnTo>
                <a:lnTo>
                  <a:pt x="4544" y="207"/>
                </a:lnTo>
                <a:lnTo>
                  <a:pt x="4139" y="267"/>
                </a:lnTo>
                <a:lnTo>
                  <a:pt x="3764" y="327"/>
                </a:lnTo>
                <a:lnTo>
                  <a:pt x="3419" y="400"/>
                </a:lnTo>
                <a:lnTo>
                  <a:pt x="3090" y="480"/>
                </a:lnTo>
                <a:lnTo>
                  <a:pt x="2775" y="560"/>
                </a:lnTo>
                <a:lnTo>
                  <a:pt x="2505" y="653"/>
                </a:lnTo>
                <a:lnTo>
                  <a:pt x="2235" y="746"/>
                </a:lnTo>
                <a:lnTo>
                  <a:pt x="1995" y="839"/>
                </a:lnTo>
                <a:lnTo>
                  <a:pt x="1770" y="946"/>
                </a:lnTo>
                <a:lnTo>
                  <a:pt x="1560" y="1046"/>
                </a:lnTo>
                <a:lnTo>
                  <a:pt x="1380" y="1159"/>
                </a:lnTo>
                <a:lnTo>
                  <a:pt x="1200" y="1272"/>
                </a:lnTo>
                <a:lnTo>
                  <a:pt x="1050" y="1385"/>
                </a:lnTo>
                <a:lnTo>
                  <a:pt x="915" y="1498"/>
                </a:lnTo>
                <a:lnTo>
                  <a:pt x="780" y="1618"/>
                </a:lnTo>
                <a:lnTo>
                  <a:pt x="675" y="1738"/>
                </a:lnTo>
                <a:lnTo>
                  <a:pt x="570" y="1865"/>
                </a:lnTo>
                <a:lnTo>
                  <a:pt x="480" y="1984"/>
                </a:lnTo>
                <a:lnTo>
                  <a:pt x="391" y="2111"/>
                </a:lnTo>
                <a:lnTo>
                  <a:pt x="331" y="2231"/>
                </a:lnTo>
                <a:lnTo>
                  <a:pt x="211" y="2477"/>
                </a:lnTo>
                <a:lnTo>
                  <a:pt x="121" y="2723"/>
                </a:lnTo>
                <a:lnTo>
                  <a:pt x="61" y="2956"/>
                </a:lnTo>
                <a:lnTo>
                  <a:pt x="16" y="3156"/>
                </a:lnTo>
                <a:lnTo>
                  <a:pt x="1" y="3376"/>
                </a:lnTo>
                <a:lnTo>
                  <a:pt x="16" y="3602"/>
                </a:lnTo>
                <a:lnTo>
                  <a:pt x="61" y="3848"/>
                </a:lnTo>
                <a:lnTo>
                  <a:pt x="136" y="4101"/>
                </a:lnTo>
                <a:lnTo>
                  <a:pt x="196" y="4228"/>
                </a:lnTo>
                <a:lnTo>
                  <a:pt x="256" y="4361"/>
                </a:lnTo>
                <a:lnTo>
                  <a:pt x="331" y="4494"/>
                </a:lnTo>
                <a:lnTo>
                  <a:pt x="406" y="4621"/>
                </a:lnTo>
                <a:lnTo>
                  <a:pt x="510" y="4754"/>
                </a:lnTo>
                <a:lnTo>
                  <a:pt x="615" y="4880"/>
                </a:lnTo>
                <a:lnTo>
                  <a:pt x="735" y="5014"/>
                </a:lnTo>
                <a:lnTo>
                  <a:pt x="870" y="5140"/>
                </a:lnTo>
                <a:lnTo>
                  <a:pt x="1005" y="5267"/>
                </a:lnTo>
                <a:lnTo>
                  <a:pt x="1170" y="5393"/>
                </a:lnTo>
                <a:lnTo>
                  <a:pt x="1350" y="5513"/>
                </a:lnTo>
                <a:lnTo>
                  <a:pt x="1530" y="5633"/>
                </a:lnTo>
                <a:lnTo>
                  <a:pt x="1740" y="5746"/>
                </a:lnTo>
                <a:lnTo>
                  <a:pt x="1965" y="5859"/>
                </a:lnTo>
                <a:lnTo>
                  <a:pt x="2205" y="5966"/>
                </a:lnTo>
                <a:lnTo>
                  <a:pt x="2445" y="6072"/>
                </a:lnTo>
                <a:lnTo>
                  <a:pt x="2715" y="6172"/>
                </a:lnTo>
                <a:lnTo>
                  <a:pt x="3015" y="6258"/>
                </a:lnTo>
                <a:lnTo>
                  <a:pt x="3314" y="6352"/>
                </a:lnTo>
                <a:lnTo>
                  <a:pt x="3644" y="6432"/>
                </a:lnTo>
                <a:lnTo>
                  <a:pt x="3989" y="6505"/>
                </a:lnTo>
                <a:lnTo>
                  <a:pt x="4349" y="6571"/>
                </a:lnTo>
                <a:lnTo>
                  <a:pt x="4949" y="6372"/>
                </a:lnTo>
                <a:lnTo>
                  <a:pt x="5579" y="6172"/>
                </a:lnTo>
                <a:lnTo>
                  <a:pt x="6208" y="5972"/>
                </a:lnTo>
                <a:lnTo>
                  <a:pt x="6853" y="5779"/>
                </a:lnTo>
                <a:lnTo>
                  <a:pt x="7513" y="5593"/>
                </a:lnTo>
                <a:lnTo>
                  <a:pt x="8188" y="5406"/>
                </a:lnTo>
                <a:lnTo>
                  <a:pt x="8892" y="5227"/>
                </a:lnTo>
                <a:lnTo>
                  <a:pt x="9597" y="5047"/>
                </a:lnTo>
                <a:lnTo>
                  <a:pt x="10317" y="4874"/>
                </a:lnTo>
                <a:lnTo>
                  <a:pt x="11052" y="4707"/>
                </a:lnTo>
                <a:lnTo>
                  <a:pt x="11816" y="4541"/>
                </a:lnTo>
                <a:lnTo>
                  <a:pt x="12596" y="4381"/>
                </a:lnTo>
                <a:lnTo>
                  <a:pt x="13376" y="4228"/>
                </a:lnTo>
                <a:lnTo>
                  <a:pt x="14185" y="4081"/>
                </a:lnTo>
                <a:lnTo>
                  <a:pt x="15010" y="3935"/>
                </a:lnTo>
                <a:lnTo>
                  <a:pt x="15850" y="3795"/>
                </a:lnTo>
                <a:lnTo>
                  <a:pt x="15880" y="3529"/>
                </a:lnTo>
                <a:lnTo>
                  <a:pt x="15895" y="3283"/>
                </a:lnTo>
                <a:lnTo>
                  <a:pt x="15880" y="3176"/>
                </a:lnTo>
                <a:lnTo>
                  <a:pt x="15865" y="3056"/>
                </a:lnTo>
                <a:lnTo>
                  <a:pt x="15820" y="2936"/>
                </a:lnTo>
                <a:lnTo>
                  <a:pt x="15775" y="2810"/>
                </a:lnTo>
                <a:lnTo>
                  <a:pt x="15715" y="2683"/>
                </a:lnTo>
                <a:lnTo>
                  <a:pt x="15640" y="2550"/>
                </a:lnTo>
                <a:lnTo>
                  <a:pt x="15565" y="2417"/>
                </a:lnTo>
                <a:lnTo>
                  <a:pt x="15460" y="2284"/>
                </a:lnTo>
                <a:lnTo>
                  <a:pt x="15340" y="2151"/>
                </a:lnTo>
                <a:lnTo>
                  <a:pt x="15220" y="2011"/>
                </a:lnTo>
                <a:lnTo>
                  <a:pt x="15070" y="1878"/>
                </a:lnTo>
                <a:lnTo>
                  <a:pt x="14905" y="1738"/>
                </a:lnTo>
                <a:lnTo>
                  <a:pt x="14725" y="1605"/>
                </a:lnTo>
                <a:lnTo>
                  <a:pt x="14530" y="1472"/>
                </a:lnTo>
                <a:lnTo>
                  <a:pt x="14320" y="1339"/>
                </a:lnTo>
                <a:lnTo>
                  <a:pt x="14095" y="1212"/>
                </a:lnTo>
                <a:lnTo>
                  <a:pt x="13856" y="1086"/>
                </a:lnTo>
                <a:lnTo>
                  <a:pt x="13601" y="966"/>
                </a:lnTo>
                <a:lnTo>
                  <a:pt x="13316" y="846"/>
                </a:lnTo>
                <a:lnTo>
                  <a:pt x="13016" y="733"/>
                </a:lnTo>
                <a:lnTo>
                  <a:pt x="12701" y="633"/>
                </a:lnTo>
                <a:lnTo>
                  <a:pt x="12356" y="533"/>
                </a:lnTo>
                <a:lnTo>
                  <a:pt x="12011" y="440"/>
                </a:lnTo>
                <a:lnTo>
                  <a:pt x="11636" y="353"/>
                </a:lnTo>
                <a:lnTo>
                  <a:pt x="11232" y="273"/>
                </a:lnTo>
                <a:lnTo>
                  <a:pt x="10827" y="207"/>
                </a:lnTo>
                <a:lnTo>
                  <a:pt x="10392" y="147"/>
                </a:lnTo>
                <a:lnTo>
                  <a:pt x="9927" y="94"/>
                </a:lnTo>
                <a:lnTo>
                  <a:pt x="9447" y="54"/>
                </a:lnTo>
                <a:lnTo>
                  <a:pt x="8952" y="27"/>
                </a:lnTo>
                <a:lnTo>
                  <a:pt x="8428" y="7"/>
                </a:lnTo>
                <a:lnTo>
                  <a:pt x="7888" y="0"/>
                </a:lnTo>
                <a:close/>
              </a:path>
            </a:pathLst>
          </a:custGeom>
          <a:solidFill>
            <a:srgbClr val="9768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53"/>
          <p:cNvSpPr/>
          <p:nvPr/>
        </p:nvSpPr>
        <p:spPr>
          <a:xfrm rot="10800000">
            <a:off x="6450379" y="4267012"/>
            <a:ext cx="465167" cy="436726"/>
          </a:xfrm>
          <a:custGeom>
            <a:avLst/>
            <a:gdLst/>
            <a:ahLst/>
            <a:cxnLst/>
            <a:rect l="l" t="t" r="r" b="b"/>
            <a:pathLst>
              <a:path w="15895" h="6572" fill="none" extrusionOk="0">
                <a:moveTo>
                  <a:pt x="4349" y="6571"/>
                </a:moveTo>
                <a:lnTo>
                  <a:pt x="4349" y="6571"/>
                </a:lnTo>
                <a:lnTo>
                  <a:pt x="4949" y="6372"/>
                </a:lnTo>
                <a:lnTo>
                  <a:pt x="5579" y="6172"/>
                </a:lnTo>
                <a:lnTo>
                  <a:pt x="6208" y="5972"/>
                </a:lnTo>
                <a:lnTo>
                  <a:pt x="6853" y="5779"/>
                </a:lnTo>
                <a:lnTo>
                  <a:pt x="7513" y="5593"/>
                </a:lnTo>
                <a:lnTo>
                  <a:pt x="8188" y="5406"/>
                </a:lnTo>
                <a:lnTo>
                  <a:pt x="8892" y="5227"/>
                </a:lnTo>
                <a:lnTo>
                  <a:pt x="9597" y="5047"/>
                </a:lnTo>
                <a:lnTo>
                  <a:pt x="10317" y="4874"/>
                </a:lnTo>
                <a:lnTo>
                  <a:pt x="11052" y="4707"/>
                </a:lnTo>
                <a:lnTo>
                  <a:pt x="11816" y="4541"/>
                </a:lnTo>
                <a:lnTo>
                  <a:pt x="12596" y="4381"/>
                </a:lnTo>
                <a:lnTo>
                  <a:pt x="13376" y="4228"/>
                </a:lnTo>
                <a:lnTo>
                  <a:pt x="14185" y="4081"/>
                </a:lnTo>
                <a:lnTo>
                  <a:pt x="15010" y="3935"/>
                </a:lnTo>
                <a:lnTo>
                  <a:pt x="15850" y="3795"/>
                </a:lnTo>
                <a:lnTo>
                  <a:pt x="15850" y="3795"/>
                </a:lnTo>
                <a:lnTo>
                  <a:pt x="15880" y="3529"/>
                </a:lnTo>
                <a:lnTo>
                  <a:pt x="15895" y="3283"/>
                </a:lnTo>
                <a:lnTo>
                  <a:pt x="15895" y="3283"/>
                </a:lnTo>
                <a:lnTo>
                  <a:pt x="15880" y="3176"/>
                </a:lnTo>
                <a:lnTo>
                  <a:pt x="15865" y="3056"/>
                </a:lnTo>
                <a:lnTo>
                  <a:pt x="15820" y="2936"/>
                </a:lnTo>
                <a:lnTo>
                  <a:pt x="15775" y="2810"/>
                </a:lnTo>
                <a:lnTo>
                  <a:pt x="15715" y="2683"/>
                </a:lnTo>
                <a:lnTo>
                  <a:pt x="15640" y="2550"/>
                </a:lnTo>
                <a:lnTo>
                  <a:pt x="15565" y="2417"/>
                </a:lnTo>
                <a:lnTo>
                  <a:pt x="15460" y="2284"/>
                </a:lnTo>
                <a:lnTo>
                  <a:pt x="15340" y="2151"/>
                </a:lnTo>
                <a:lnTo>
                  <a:pt x="15220" y="2011"/>
                </a:lnTo>
                <a:lnTo>
                  <a:pt x="15070" y="1878"/>
                </a:lnTo>
                <a:lnTo>
                  <a:pt x="14905" y="1738"/>
                </a:lnTo>
                <a:lnTo>
                  <a:pt x="14725" y="1605"/>
                </a:lnTo>
                <a:lnTo>
                  <a:pt x="14530" y="1472"/>
                </a:lnTo>
                <a:lnTo>
                  <a:pt x="14320" y="1339"/>
                </a:lnTo>
                <a:lnTo>
                  <a:pt x="14095" y="1212"/>
                </a:lnTo>
                <a:lnTo>
                  <a:pt x="13856" y="1086"/>
                </a:lnTo>
                <a:lnTo>
                  <a:pt x="13601" y="966"/>
                </a:lnTo>
                <a:lnTo>
                  <a:pt x="13316" y="846"/>
                </a:lnTo>
                <a:lnTo>
                  <a:pt x="13016" y="733"/>
                </a:lnTo>
                <a:lnTo>
                  <a:pt x="12701" y="633"/>
                </a:lnTo>
                <a:lnTo>
                  <a:pt x="12356" y="533"/>
                </a:lnTo>
                <a:lnTo>
                  <a:pt x="12011" y="440"/>
                </a:lnTo>
                <a:lnTo>
                  <a:pt x="11636" y="353"/>
                </a:lnTo>
                <a:lnTo>
                  <a:pt x="11232" y="273"/>
                </a:lnTo>
                <a:lnTo>
                  <a:pt x="10827" y="207"/>
                </a:lnTo>
                <a:lnTo>
                  <a:pt x="10392" y="147"/>
                </a:lnTo>
                <a:lnTo>
                  <a:pt x="9927" y="94"/>
                </a:lnTo>
                <a:lnTo>
                  <a:pt x="9447" y="54"/>
                </a:lnTo>
                <a:lnTo>
                  <a:pt x="8952" y="27"/>
                </a:lnTo>
                <a:lnTo>
                  <a:pt x="8428" y="7"/>
                </a:lnTo>
                <a:lnTo>
                  <a:pt x="7888" y="0"/>
                </a:lnTo>
                <a:lnTo>
                  <a:pt x="7888" y="0"/>
                </a:lnTo>
                <a:lnTo>
                  <a:pt x="7513" y="7"/>
                </a:lnTo>
                <a:lnTo>
                  <a:pt x="7513" y="7"/>
                </a:lnTo>
                <a:lnTo>
                  <a:pt x="6943" y="20"/>
                </a:lnTo>
                <a:lnTo>
                  <a:pt x="6403" y="40"/>
                </a:lnTo>
                <a:lnTo>
                  <a:pt x="5893" y="67"/>
                </a:lnTo>
                <a:lnTo>
                  <a:pt x="5414" y="107"/>
                </a:lnTo>
                <a:lnTo>
                  <a:pt x="4964" y="154"/>
                </a:lnTo>
                <a:lnTo>
                  <a:pt x="4544" y="207"/>
                </a:lnTo>
                <a:lnTo>
                  <a:pt x="4139" y="267"/>
                </a:lnTo>
                <a:lnTo>
                  <a:pt x="3764" y="327"/>
                </a:lnTo>
                <a:lnTo>
                  <a:pt x="3419" y="400"/>
                </a:lnTo>
                <a:lnTo>
                  <a:pt x="3090" y="480"/>
                </a:lnTo>
                <a:lnTo>
                  <a:pt x="2775" y="560"/>
                </a:lnTo>
                <a:lnTo>
                  <a:pt x="2505" y="653"/>
                </a:lnTo>
                <a:lnTo>
                  <a:pt x="2235" y="746"/>
                </a:lnTo>
                <a:lnTo>
                  <a:pt x="1995" y="839"/>
                </a:lnTo>
                <a:lnTo>
                  <a:pt x="1770" y="946"/>
                </a:lnTo>
                <a:lnTo>
                  <a:pt x="1560" y="1046"/>
                </a:lnTo>
                <a:lnTo>
                  <a:pt x="1380" y="1159"/>
                </a:lnTo>
                <a:lnTo>
                  <a:pt x="1200" y="1272"/>
                </a:lnTo>
                <a:lnTo>
                  <a:pt x="1050" y="1385"/>
                </a:lnTo>
                <a:lnTo>
                  <a:pt x="915" y="1498"/>
                </a:lnTo>
                <a:lnTo>
                  <a:pt x="780" y="1618"/>
                </a:lnTo>
                <a:lnTo>
                  <a:pt x="675" y="1738"/>
                </a:lnTo>
                <a:lnTo>
                  <a:pt x="570" y="1865"/>
                </a:lnTo>
                <a:lnTo>
                  <a:pt x="480" y="1984"/>
                </a:lnTo>
                <a:lnTo>
                  <a:pt x="391" y="2111"/>
                </a:lnTo>
                <a:lnTo>
                  <a:pt x="331" y="2231"/>
                </a:lnTo>
                <a:lnTo>
                  <a:pt x="211" y="2477"/>
                </a:lnTo>
                <a:lnTo>
                  <a:pt x="121" y="2723"/>
                </a:lnTo>
                <a:lnTo>
                  <a:pt x="61" y="2956"/>
                </a:lnTo>
                <a:lnTo>
                  <a:pt x="61" y="2956"/>
                </a:lnTo>
                <a:lnTo>
                  <a:pt x="16" y="3156"/>
                </a:lnTo>
                <a:lnTo>
                  <a:pt x="1" y="3376"/>
                </a:lnTo>
                <a:lnTo>
                  <a:pt x="16" y="3602"/>
                </a:lnTo>
                <a:lnTo>
                  <a:pt x="61" y="3848"/>
                </a:lnTo>
                <a:lnTo>
                  <a:pt x="136" y="4101"/>
                </a:lnTo>
                <a:lnTo>
                  <a:pt x="196" y="4228"/>
                </a:lnTo>
                <a:lnTo>
                  <a:pt x="256" y="4361"/>
                </a:lnTo>
                <a:lnTo>
                  <a:pt x="331" y="4494"/>
                </a:lnTo>
                <a:lnTo>
                  <a:pt x="406" y="4621"/>
                </a:lnTo>
                <a:lnTo>
                  <a:pt x="510" y="4754"/>
                </a:lnTo>
                <a:lnTo>
                  <a:pt x="615" y="4880"/>
                </a:lnTo>
                <a:lnTo>
                  <a:pt x="735" y="5014"/>
                </a:lnTo>
                <a:lnTo>
                  <a:pt x="870" y="5140"/>
                </a:lnTo>
                <a:lnTo>
                  <a:pt x="1005" y="5267"/>
                </a:lnTo>
                <a:lnTo>
                  <a:pt x="1170" y="5393"/>
                </a:lnTo>
                <a:lnTo>
                  <a:pt x="1350" y="5513"/>
                </a:lnTo>
                <a:lnTo>
                  <a:pt x="1530" y="5633"/>
                </a:lnTo>
                <a:lnTo>
                  <a:pt x="1740" y="5746"/>
                </a:lnTo>
                <a:lnTo>
                  <a:pt x="1965" y="5859"/>
                </a:lnTo>
                <a:lnTo>
                  <a:pt x="2205" y="5966"/>
                </a:lnTo>
                <a:lnTo>
                  <a:pt x="2445" y="6072"/>
                </a:lnTo>
                <a:lnTo>
                  <a:pt x="2715" y="6172"/>
                </a:lnTo>
                <a:lnTo>
                  <a:pt x="3015" y="6258"/>
                </a:lnTo>
                <a:lnTo>
                  <a:pt x="3314" y="6352"/>
                </a:lnTo>
                <a:lnTo>
                  <a:pt x="3644" y="6432"/>
                </a:lnTo>
                <a:lnTo>
                  <a:pt x="3989" y="6505"/>
                </a:lnTo>
                <a:lnTo>
                  <a:pt x="4349" y="657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53"/>
          <p:cNvSpPr/>
          <p:nvPr/>
        </p:nvSpPr>
        <p:spPr>
          <a:xfrm rot="10800000">
            <a:off x="6451694" y="4250187"/>
            <a:ext cx="336577" cy="201351"/>
          </a:xfrm>
          <a:custGeom>
            <a:avLst/>
            <a:gdLst/>
            <a:ahLst/>
            <a:cxnLst/>
            <a:rect l="l" t="t" r="r" b="b"/>
            <a:pathLst>
              <a:path w="11501" h="3030" extrusionOk="0">
                <a:moveTo>
                  <a:pt x="11501" y="0"/>
                </a:moveTo>
                <a:lnTo>
                  <a:pt x="10661" y="140"/>
                </a:lnTo>
                <a:lnTo>
                  <a:pt x="9836" y="286"/>
                </a:lnTo>
                <a:lnTo>
                  <a:pt x="9027" y="433"/>
                </a:lnTo>
                <a:lnTo>
                  <a:pt x="8247" y="586"/>
                </a:lnTo>
                <a:lnTo>
                  <a:pt x="7467" y="746"/>
                </a:lnTo>
                <a:lnTo>
                  <a:pt x="6703" y="912"/>
                </a:lnTo>
                <a:lnTo>
                  <a:pt x="5968" y="1079"/>
                </a:lnTo>
                <a:lnTo>
                  <a:pt x="5248" y="1252"/>
                </a:lnTo>
                <a:lnTo>
                  <a:pt x="4543" y="1432"/>
                </a:lnTo>
                <a:lnTo>
                  <a:pt x="3839" y="1611"/>
                </a:lnTo>
                <a:lnTo>
                  <a:pt x="3164" y="1798"/>
                </a:lnTo>
                <a:lnTo>
                  <a:pt x="2504" y="1984"/>
                </a:lnTo>
                <a:lnTo>
                  <a:pt x="1859" y="2177"/>
                </a:lnTo>
                <a:lnTo>
                  <a:pt x="1230" y="2377"/>
                </a:lnTo>
                <a:lnTo>
                  <a:pt x="600" y="2577"/>
                </a:lnTo>
                <a:lnTo>
                  <a:pt x="0" y="2776"/>
                </a:lnTo>
                <a:lnTo>
                  <a:pt x="360" y="2836"/>
                </a:lnTo>
                <a:lnTo>
                  <a:pt x="720" y="2883"/>
                </a:lnTo>
                <a:lnTo>
                  <a:pt x="1110" y="2923"/>
                </a:lnTo>
                <a:lnTo>
                  <a:pt x="1515" y="2963"/>
                </a:lnTo>
                <a:lnTo>
                  <a:pt x="1949" y="2989"/>
                </a:lnTo>
                <a:lnTo>
                  <a:pt x="2384" y="3009"/>
                </a:lnTo>
                <a:lnTo>
                  <a:pt x="2849" y="3023"/>
                </a:lnTo>
                <a:lnTo>
                  <a:pt x="3329" y="3029"/>
                </a:lnTo>
                <a:lnTo>
                  <a:pt x="3629" y="3023"/>
                </a:lnTo>
                <a:lnTo>
                  <a:pt x="4199" y="3016"/>
                </a:lnTo>
                <a:lnTo>
                  <a:pt x="4753" y="2996"/>
                </a:lnTo>
                <a:lnTo>
                  <a:pt x="5263" y="2963"/>
                </a:lnTo>
                <a:lnTo>
                  <a:pt x="5758" y="2923"/>
                </a:lnTo>
                <a:lnTo>
                  <a:pt x="6238" y="2876"/>
                </a:lnTo>
                <a:lnTo>
                  <a:pt x="6673" y="2823"/>
                </a:lnTo>
                <a:lnTo>
                  <a:pt x="7092" y="2763"/>
                </a:lnTo>
                <a:lnTo>
                  <a:pt x="7482" y="2690"/>
                </a:lnTo>
                <a:lnTo>
                  <a:pt x="7857" y="2617"/>
                </a:lnTo>
                <a:lnTo>
                  <a:pt x="8202" y="2537"/>
                </a:lnTo>
                <a:lnTo>
                  <a:pt x="8532" y="2450"/>
                </a:lnTo>
                <a:lnTo>
                  <a:pt x="8832" y="2357"/>
                </a:lnTo>
                <a:lnTo>
                  <a:pt x="9117" y="2257"/>
                </a:lnTo>
                <a:lnTo>
                  <a:pt x="9372" y="2151"/>
                </a:lnTo>
                <a:lnTo>
                  <a:pt x="9612" y="2044"/>
                </a:lnTo>
                <a:lnTo>
                  <a:pt x="9836" y="1938"/>
                </a:lnTo>
                <a:lnTo>
                  <a:pt x="10046" y="1818"/>
                </a:lnTo>
                <a:lnTo>
                  <a:pt x="10241" y="1705"/>
                </a:lnTo>
                <a:lnTo>
                  <a:pt x="10406" y="1585"/>
                </a:lnTo>
                <a:lnTo>
                  <a:pt x="10571" y="1465"/>
                </a:lnTo>
                <a:lnTo>
                  <a:pt x="10706" y="1338"/>
                </a:lnTo>
                <a:lnTo>
                  <a:pt x="10841" y="1219"/>
                </a:lnTo>
                <a:lnTo>
                  <a:pt x="10961" y="1092"/>
                </a:lnTo>
                <a:lnTo>
                  <a:pt x="11066" y="966"/>
                </a:lnTo>
                <a:lnTo>
                  <a:pt x="11156" y="839"/>
                </a:lnTo>
                <a:lnTo>
                  <a:pt x="11231" y="713"/>
                </a:lnTo>
                <a:lnTo>
                  <a:pt x="11291" y="593"/>
                </a:lnTo>
                <a:lnTo>
                  <a:pt x="11351" y="466"/>
                </a:lnTo>
                <a:lnTo>
                  <a:pt x="11441" y="227"/>
                </a:lnTo>
                <a:lnTo>
                  <a:pt x="11501" y="0"/>
                </a:lnTo>
                <a:close/>
              </a:path>
            </a:pathLst>
          </a:custGeom>
          <a:solidFill>
            <a:srgbClr val="590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53"/>
          <p:cNvSpPr/>
          <p:nvPr/>
        </p:nvSpPr>
        <p:spPr>
          <a:xfrm rot="10800000">
            <a:off x="6634659" y="4422303"/>
            <a:ext cx="116767" cy="107121"/>
          </a:xfrm>
          <a:custGeom>
            <a:avLst/>
            <a:gdLst/>
            <a:ahLst/>
            <a:cxnLst/>
            <a:rect l="l" t="t" r="r" b="b"/>
            <a:pathLst>
              <a:path w="3990" h="1612" extrusionOk="0">
                <a:moveTo>
                  <a:pt x="1260" y="0"/>
                </a:moveTo>
                <a:lnTo>
                  <a:pt x="975" y="114"/>
                </a:lnTo>
                <a:lnTo>
                  <a:pt x="720" y="220"/>
                </a:lnTo>
                <a:lnTo>
                  <a:pt x="600" y="280"/>
                </a:lnTo>
                <a:lnTo>
                  <a:pt x="495" y="340"/>
                </a:lnTo>
                <a:lnTo>
                  <a:pt x="405" y="400"/>
                </a:lnTo>
                <a:lnTo>
                  <a:pt x="330" y="460"/>
                </a:lnTo>
                <a:lnTo>
                  <a:pt x="256" y="526"/>
                </a:lnTo>
                <a:lnTo>
                  <a:pt x="181" y="586"/>
                </a:lnTo>
                <a:lnTo>
                  <a:pt x="136" y="653"/>
                </a:lnTo>
                <a:lnTo>
                  <a:pt x="91" y="713"/>
                </a:lnTo>
                <a:lnTo>
                  <a:pt x="46" y="779"/>
                </a:lnTo>
                <a:lnTo>
                  <a:pt x="31" y="846"/>
                </a:lnTo>
                <a:lnTo>
                  <a:pt x="16" y="913"/>
                </a:lnTo>
                <a:lnTo>
                  <a:pt x="1" y="979"/>
                </a:lnTo>
                <a:lnTo>
                  <a:pt x="16" y="1059"/>
                </a:lnTo>
                <a:lnTo>
                  <a:pt x="31" y="1139"/>
                </a:lnTo>
                <a:lnTo>
                  <a:pt x="76" y="1212"/>
                </a:lnTo>
                <a:lnTo>
                  <a:pt x="121" y="1292"/>
                </a:lnTo>
                <a:lnTo>
                  <a:pt x="181" y="1372"/>
                </a:lnTo>
                <a:lnTo>
                  <a:pt x="256" y="1452"/>
                </a:lnTo>
                <a:lnTo>
                  <a:pt x="345" y="1532"/>
                </a:lnTo>
                <a:lnTo>
                  <a:pt x="450" y="1612"/>
                </a:lnTo>
                <a:lnTo>
                  <a:pt x="1515" y="1439"/>
                </a:lnTo>
                <a:lnTo>
                  <a:pt x="1620" y="1412"/>
                </a:lnTo>
                <a:lnTo>
                  <a:pt x="1695" y="1379"/>
                </a:lnTo>
                <a:lnTo>
                  <a:pt x="1755" y="1345"/>
                </a:lnTo>
                <a:lnTo>
                  <a:pt x="1770" y="1299"/>
                </a:lnTo>
                <a:lnTo>
                  <a:pt x="1755" y="1259"/>
                </a:lnTo>
                <a:lnTo>
                  <a:pt x="1710" y="1219"/>
                </a:lnTo>
                <a:lnTo>
                  <a:pt x="1575" y="1106"/>
                </a:lnTo>
                <a:lnTo>
                  <a:pt x="1515" y="1052"/>
                </a:lnTo>
                <a:lnTo>
                  <a:pt x="1470" y="999"/>
                </a:lnTo>
                <a:lnTo>
                  <a:pt x="1425" y="899"/>
                </a:lnTo>
                <a:lnTo>
                  <a:pt x="1410" y="806"/>
                </a:lnTo>
                <a:lnTo>
                  <a:pt x="1410" y="720"/>
                </a:lnTo>
                <a:lnTo>
                  <a:pt x="1455" y="646"/>
                </a:lnTo>
                <a:lnTo>
                  <a:pt x="1500" y="580"/>
                </a:lnTo>
                <a:lnTo>
                  <a:pt x="1575" y="520"/>
                </a:lnTo>
                <a:lnTo>
                  <a:pt x="1635" y="460"/>
                </a:lnTo>
                <a:lnTo>
                  <a:pt x="1710" y="413"/>
                </a:lnTo>
                <a:lnTo>
                  <a:pt x="1860" y="340"/>
                </a:lnTo>
                <a:lnTo>
                  <a:pt x="1890" y="320"/>
                </a:lnTo>
                <a:lnTo>
                  <a:pt x="1920" y="293"/>
                </a:lnTo>
                <a:lnTo>
                  <a:pt x="1935" y="273"/>
                </a:lnTo>
                <a:lnTo>
                  <a:pt x="1950" y="240"/>
                </a:lnTo>
                <a:lnTo>
                  <a:pt x="1935" y="220"/>
                </a:lnTo>
                <a:lnTo>
                  <a:pt x="1920" y="194"/>
                </a:lnTo>
                <a:lnTo>
                  <a:pt x="1875" y="174"/>
                </a:lnTo>
                <a:lnTo>
                  <a:pt x="1815" y="147"/>
                </a:lnTo>
                <a:lnTo>
                  <a:pt x="1260" y="0"/>
                </a:lnTo>
                <a:close/>
                <a:moveTo>
                  <a:pt x="3299" y="0"/>
                </a:moveTo>
                <a:lnTo>
                  <a:pt x="2999" y="114"/>
                </a:lnTo>
                <a:lnTo>
                  <a:pt x="2745" y="220"/>
                </a:lnTo>
                <a:lnTo>
                  <a:pt x="2640" y="280"/>
                </a:lnTo>
                <a:lnTo>
                  <a:pt x="2535" y="340"/>
                </a:lnTo>
                <a:lnTo>
                  <a:pt x="2445" y="400"/>
                </a:lnTo>
                <a:lnTo>
                  <a:pt x="2355" y="460"/>
                </a:lnTo>
                <a:lnTo>
                  <a:pt x="2280" y="526"/>
                </a:lnTo>
                <a:lnTo>
                  <a:pt x="2220" y="586"/>
                </a:lnTo>
                <a:lnTo>
                  <a:pt x="2160" y="653"/>
                </a:lnTo>
                <a:lnTo>
                  <a:pt x="2115" y="713"/>
                </a:lnTo>
                <a:lnTo>
                  <a:pt x="2085" y="779"/>
                </a:lnTo>
                <a:lnTo>
                  <a:pt x="2055" y="846"/>
                </a:lnTo>
                <a:lnTo>
                  <a:pt x="2040" y="913"/>
                </a:lnTo>
                <a:lnTo>
                  <a:pt x="2040" y="979"/>
                </a:lnTo>
                <a:lnTo>
                  <a:pt x="2040" y="1059"/>
                </a:lnTo>
                <a:lnTo>
                  <a:pt x="2070" y="1139"/>
                </a:lnTo>
                <a:lnTo>
                  <a:pt x="2100" y="1212"/>
                </a:lnTo>
                <a:lnTo>
                  <a:pt x="2145" y="1292"/>
                </a:lnTo>
                <a:lnTo>
                  <a:pt x="2220" y="1372"/>
                </a:lnTo>
                <a:lnTo>
                  <a:pt x="2295" y="1452"/>
                </a:lnTo>
                <a:lnTo>
                  <a:pt x="2385" y="1532"/>
                </a:lnTo>
                <a:lnTo>
                  <a:pt x="2490" y="1612"/>
                </a:lnTo>
                <a:lnTo>
                  <a:pt x="3539" y="1439"/>
                </a:lnTo>
                <a:lnTo>
                  <a:pt x="3644" y="1412"/>
                </a:lnTo>
                <a:lnTo>
                  <a:pt x="3734" y="1379"/>
                </a:lnTo>
                <a:lnTo>
                  <a:pt x="3779" y="1345"/>
                </a:lnTo>
                <a:lnTo>
                  <a:pt x="3794" y="1299"/>
                </a:lnTo>
                <a:lnTo>
                  <a:pt x="3779" y="1259"/>
                </a:lnTo>
                <a:lnTo>
                  <a:pt x="3749" y="1219"/>
                </a:lnTo>
                <a:lnTo>
                  <a:pt x="3599" y="1106"/>
                </a:lnTo>
                <a:lnTo>
                  <a:pt x="3554" y="1052"/>
                </a:lnTo>
                <a:lnTo>
                  <a:pt x="3509" y="999"/>
                </a:lnTo>
                <a:lnTo>
                  <a:pt x="3449" y="899"/>
                </a:lnTo>
                <a:lnTo>
                  <a:pt x="3434" y="806"/>
                </a:lnTo>
                <a:lnTo>
                  <a:pt x="3449" y="720"/>
                </a:lnTo>
                <a:lnTo>
                  <a:pt x="3479" y="646"/>
                </a:lnTo>
                <a:lnTo>
                  <a:pt x="3539" y="580"/>
                </a:lnTo>
                <a:lnTo>
                  <a:pt x="3599" y="520"/>
                </a:lnTo>
                <a:lnTo>
                  <a:pt x="3674" y="460"/>
                </a:lnTo>
                <a:lnTo>
                  <a:pt x="3749" y="413"/>
                </a:lnTo>
                <a:lnTo>
                  <a:pt x="3884" y="340"/>
                </a:lnTo>
                <a:lnTo>
                  <a:pt x="3929" y="320"/>
                </a:lnTo>
                <a:lnTo>
                  <a:pt x="3959" y="293"/>
                </a:lnTo>
                <a:lnTo>
                  <a:pt x="3974" y="273"/>
                </a:lnTo>
                <a:lnTo>
                  <a:pt x="3989" y="240"/>
                </a:lnTo>
                <a:lnTo>
                  <a:pt x="3974" y="220"/>
                </a:lnTo>
                <a:lnTo>
                  <a:pt x="3944" y="194"/>
                </a:lnTo>
                <a:lnTo>
                  <a:pt x="3914" y="174"/>
                </a:lnTo>
                <a:lnTo>
                  <a:pt x="3854" y="147"/>
                </a:lnTo>
                <a:lnTo>
                  <a:pt x="3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53"/>
          <p:cNvSpPr/>
          <p:nvPr/>
        </p:nvSpPr>
        <p:spPr>
          <a:xfrm rot="10800000">
            <a:off x="4885971" y="1504903"/>
            <a:ext cx="464728" cy="423435"/>
          </a:xfrm>
          <a:custGeom>
            <a:avLst/>
            <a:gdLst/>
            <a:ahLst/>
            <a:cxnLst/>
            <a:rect l="l" t="t" r="r" b="b"/>
            <a:pathLst>
              <a:path w="15880" h="6372" extrusionOk="0">
                <a:moveTo>
                  <a:pt x="12475" y="0"/>
                </a:moveTo>
                <a:lnTo>
                  <a:pt x="11816" y="146"/>
                </a:lnTo>
                <a:lnTo>
                  <a:pt x="11156" y="293"/>
                </a:lnTo>
                <a:lnTo>
                  <a:pt x="10481" y="426"/>
                </a:lnTo>
                <a:lnTo>
                  <a:pt x="9791" y="559"/>
                </a:lnTo>
                <a:lnTo>
                  <a:pt x="9087" y="692"/>
                </a:lnTo>
                <a:lnTo>
                  <a:pt x="8367" y="819"/>
                </a:lnTo>
                <a:lnTo>
                  <a:pt x="7632" y="945"/>
                </a:lnTo>
                <a:lnTo>
                  <a:pt x="6867" y="1065"/>
                </a:lnTo>
                <a:lnTo>
                  <a:pt x="6103" y="1178"/>
                </a:lnTo>
                <a:lnTo>
                  <a:pt x="5323" y="1292"/>
                </a:lnTo>
                <a:lnTo>
                  <a:pt x="4528" y="1398"/>
                </a:lnTo>
                <a:lnTo>
                  <a:pt x="3719" y="1498"/>
                </a:lnTo>
                <a:lnTo>
                  <a:pt x="2894" y="1598"/>
                </a:lnTo>
                <a:lnTo>
                  <a:pt x="2039" y="1691"/>
                </a:lnTo>
                <a:lnTo>
                  <a:pt x="1185" y="1784"/>
                </a:lnTo>
                <a:lnTo>
                  <a:pt x="300" y="1871"/>
                </a:lnTo>
                <a:lnTo>
                  <a:pt x="210" y="2037"/>
                </a:lnTo>
                <a:lnTo>
                  <a:pt x="135" y="2204"/>
                </a:lnTo>
                <a:lnTo>
                  <a:pt x="90" y="2370"/>
                </a:lnTo>
                <a:lnTo>
                  <a:pt x="45" y="2530"/>
                </a:lnTo>
                <a:lnTo>
                  <a:pt x="15" y="2683"/>
                </a:lnTo>
                <a:lnTo>
                  <a:pt x="0" y="2823"/>
                </a:lnTo>
                <a:lnTo>
                  <a:pt x="0" y="3089"/>
                </a:lnTo>
                <a:lnTo>
                  <a:pt x="0" y="3202"/>
                </a:lnTo>
                <a:lnTo>
                  <a:pt x="30" y="3315"/>
                </a:lnTo>
                <a:lnTo>
                  <a:pt x="60" y="3435"/>
                </a:lnTo>
                <a:lnTo>
                  <a:pt x="105" y="3562"/>
                </a:lnTo>
                <a:lnTo>
                  <a:pt x="165" y="3688"/>
                </a:lnTo>
                <a:lnTo>
                  <a:pt x="240" y="3821"/>
                </a:lnTo>
                <a:lnTo>
                  <a:pt x="315" y="3955"/>
                </a:lnTo>
                <a:lnTo>
                  <a:pt x="420" y="4094"/>
                </a:lnTo>
                <a:lnTo>
                  <a:pt x="540" y="4228"/>
                </a:lnTo>
                <a:lnTo>
                  <a:pt x="675" y="4367"/>
                </a:lnTo>
                <a:lnTo>
                  <a:pt x="810" y="4500"/>
                </a:lnTo>
                <a:lnTo>
                  <a:pt x="975" y="4640"/>
                </a:lnTo>
                <a:lnTo>
                  <a:pt x="1155" y="4773"/>
                </a:lnTo>
                <a:lnTo>
                  <a:pt x="1350" y="4907"/>
                </a:lnTo>
                <a:lnTo>
                  <a:pt x="1559" y="5040"/>
                </a:lnTo>
                <a:lnTo>
                  <a:pt x="1784" y="5166"/>
                </a:lnTo>
                <a:lnTo>
                  <a:pt x="2024" y="5293"/>
                </a:lnTo>
                <a:lnTo>
                  <a:pt x="2294" y="5413"/>
                </a:lnTo>
                <a:lnTo>
                  <a:pt x="2564" y="5526"/>
                </a:lnTo>
                <a:lnTo>
                  <a:pt x="2864" y="5639"/>
                </a:lnTo>
                <a:lnTo>
                  <a:pt x="3179" y="5745"/>
                </a:lnTo>
                <a:lnTo>
                  <a:pt x="3524" y="5845"/>
                </a:lnTo>
                <a:lnTo>
                  <a:pt x="3869" y="5939"/>
                </a:lnTo>
                <a:lnTo>
                  <a:pt x="4243" y="6025"/>
                </a:lnTo>
                <a:lnTo>
                  <a:pt x="4648" y="6098"/>
                </a:lnTo>
                <a:lnTo>
                  <a:pt x="5053" y="6172"/>
                </a:lnTo>
                <a:lnTo>
                  <a:pt x="5488" y="6231"/>
                </a:lnTo>
                <a:lnTo>
                  <a:pt x="5953" y="6278"/>
                </a:lnTo>
                <a:lnTo>
                  <a:pt x="6433" y="6318"/>
                </a:lnTo>
                <a:lnTo>
                  <a:pt x="6927" y="6351"/>
                </a:lnTo>
                <a:lnTo>
                  <a:pt x="7452" y="6371"/>
                </a:lnTo>
                <a:lnTo>
                  <a:pt x="8367" y="6371"/>
                </a:lnTo>
                <a:lnTo>
                  <a:pt x="8937" y="6358"/>
                </a:lnTo>
                <a:lnTo>
                  <a:pt x="9477" y="6338"/>
                </a:lnTo>
                <a:lnTo>
                  <a:pt x="9986" y="6305"/>
                </a:lnTo>
                <a:lnTo>
                  <a:pt x="10466" y="6271"/>
                </a:lnTo>
                <a:lnTo>
                  <a:pt x="10916" y="6225"/>
                </a:lnTo>
                <a:lnTo>
                  <a:pt x="11351" y="6172"/>
                </a:lnTo>
                <a:lnTo>
                  <a:pt x="11741" y="6112"/>
                </a:lnTo>
                <a:lnTo>
                  <a:pt x="12116" y="6045"/>
                </a:lnTo>
                <a:lnTo>
                  <a:pt x="12475" y="5972"/>
                </a:lnTo>
                <a:lnTo>
                  <a:pt x="12790" y="5899"/>
                </a:lnTo>
                <a:lnTo>
                  <a:pt x="13105" y="5812"/>
                </a:lnTo>
                <a:lnTo>
                  <a:pt x="13390" y="5725"/>
                </a:lnTo>
                <a:lnTo>
                  <a:pt x="13645" y="5632"/>
                </a:lnTo>
                <a:lnTo>
                  <a:pt x="13885" y="5532"/>
                </a:lnTo>
                <a:lnTo>
                  <a:pt x="14110" y="5433"/>
                </a:lnTo>
                <a:lnTo>
                  <a:pt x="14320" y="5326"/>
                </a:lnTo>
                <a:lnTo>
                  <a:pt x="14500" y="5219"/>
                </a:lnTo>
                <a:lnTo>
                  <a:pt x="14680" y="5106"/>
                </a:lnTo>
                <a:lnTo>
                  <a:pt x="14830" y="4993"/>
                </a:lnTo>
                <a:lnTo>
                  <a:pt x="14965" y="4873"/>
                </a:lnTo>
                <a:lnTo>
                  <a:pt x="15099" y="4753"/>
                </a:lnTo>
                <a:lnTo>
                  <a:pt x="15219" y="4634"/>
                </a:lnTo>
                <a:lnTo>
                  <a:pt x="15309" y="4514"/>
                </a:lnTo>
                <a:lnTo>
                  <a:pt x="15399" y="4394"/>
                </a:lnTo>
                <a:lnTo>
                  <a:pt x="15489" y="4267"/>
                </a:lnTo>
                <a:lnTo>
                  <a:pt x="15549" y="4141"/>
                </a:lnTo>
                <a:lnTo>
                  <a:pt x="15669" y="3895"/>
                </a:lnTo>
                <a:lnTo>
                  <a:pt x="15759" y="3655"/>
                </a:lnTo>
                <a:lnTo>
                  <a:pt x="15819" y="3415"/>
                </a:lnTo>
                <a:lnTo>
                  <a:pt x="15864" y="3236"/>
                </a:lnTo>
                <a:lnTo>
                  <a:pt x="15879" y="3042"/>
                </a:lnTo>
                <a:lnTo>
                  <a:pt x="15864" y="2829"/>
                </a:lnTo>
                <a:lnTo>
                  <a:pt x="15834" y="2610"/>
                </a:lnTo>
                <a:lnTo>
                  <a:pt x="15774" y="2383"/>
                </a:lnTo>
                <a:lnTo>
                  <a:pt x="15684" y="2150"/>
                </a:lnTo>
                <a:lnTo>
                  <a:pt x="15564" y="1911"/>
                </a:lnTo>
                <a:lnTo>
                  <a:pt x="15489" y="1791"/>
                </a:lnTo>
                <a:lnTo>
                  <a:pt x="15414" y="1671"/>
                </a:lnTo>
                <a:lnTo>
                  <a:pt x="15309" y="1551"/>
                </a:lnTo>
                <a:lnTo>
                  <a:pt x="15219" y="1431"/>
                </a:lnTo>
                <a:lnTo>
                  <a:pt x="15099" y="1312"/>
                </a:lnTo>
                <a:lnTo>
                  <a:pt x="14980" y="1198"/>
                </a:lnTo>
                <a:lnTo>
                  <a:pt x="14830" y="1079"/>
                </a:lnTo>
                <a:lnTo>
                  <a:pt x="14680" y="965"/>
                </a:lnTo>
                <a:lnTo>
                  <a:pt x="14530" y="859"/>
                </a:lnTo>
                <a:lnTo>
                  <a:pt x="14350" y="746"/>
                </a:lnTo>
                <a:lnTo>
                  <a:pt x="14170" y="639"/>
                </a:lnTo>
                <a:lnTo>
                  <a:pt x="13960" y="539"/>
                </a:lnTo>
                <a:lnTo>
                  <a:pt x="13750" y="439"/>
                </a:lnTo>
                <a:lnTo>
                  <a:pt x="13525" y="346"/>
                </a:lnTo>
                <a:lnTo>
                  <a:pt x="13285" y="253"/>
                </a:lnTo>
                <a:lnTo>
                  <a:pt x="13030" y="166"/>
                </a:lnTo>
                <a:lnTo>
                  <a:pt x="12760" y="80"/>
                </a:lnTo>
                <a:lnTo>
                  <a:pt x="12475" y="0"/>
                </a:lnTo>
                <a:close/>
              </a:path>
            </a:pathLst>
          </a:custGeom>
          <a:solidFill>
            <a:srgbClr val="6891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53"/>
          <p:cNvSpPr/>
          <p:nvPr/>
        </p:nvSpPr>
        <p:spPr>
          <a:xfrm rot="10800000">
            <a:off x="4885971" y="1504903"/>
            <a:ext cx="464728" cy="423435"/>
          </a:xfrm>
          <a:custGeom>
            <a:avLst/>
            <a:gdLst/>
            <a:ahLst/>
            <a:cxnLst/>
            <a:rect l="l" t="t" r="r" b="b"/>
            <a:pathLst>
              <a:path w="15880" h="6372" fill="none" extrusionOk="0">
                <a:moveTo>
                  <a:pt x="7992" y="6371"/>
                </a:moveTo>
                <a:lnTo>
                  <a:pt x="7992" y="6371"/>
                </a:lnTo>
                <a:lnTo>
                  <a:pt x="8367" y="6371"/>
                </a:lnTo>
                <a:lnTo>
                  <a:pt x="8367" y="6371"/>
                </a:lnTo>
                <a:lnTo>
                  <a:pt x="8937" y="6358"/>
                </a:lnTo>
                <a:lnTo>
                  <a:pt x="9477" y="6338"/>
                </a:lnTo>
                <a:lnTo>
                  <a:pt x="9986" y="6305"/>
                </a:lnTo>
                <a:lnTo>
                  <a:pt x="10466" y="6271"/>
                </a:lnTo>
                <a:lnTo>
                  <a:pt x="10916" y="6225"/>
                </a:lnTo>
                <a:lnTo>
                  <a:pt x="11351" y="6172"/>
                </a:lnTo>
                <a:lnTo>
                  <a:pt x="11741" y="6112"/>
                </a:lnTo>
                <a:lnTo>
                  <a:pt x="12116" y="6045"/>
                </a:lnTo>
                <a:lnTo>
                  <a:pt x="12475" y="5972"/>
                </a:lnTo>
                <a:lnTo>
                  <a:pt x="12790" y="5899"/>
                </a:lnTo>
                <a:lnTo>
                  <a:pt x="13105" y="5812"/>
                </a:lnTo>
                <a:lnTo>
                  <a:pt x="13390" y="5725"/>
                </a:lnTo>
                <a:lnTo>
                  <a:pt x="13645" y="5632"/>
                </a:lnTo>
                <a:lnTo>
                  <a:pt x="13885" y="5532"/>
                </a:lnTo>
                <a:lnTo>
                  <a:pt x="14110" y="5433"/>
                </a:lnTo>
                <a:lnTo>
                  <a:pt x="14320" y="5326"/>
                </a:lnTo>
                <a:lnTo>
                  <a:pt x="14500" y="5219"/>
                </a:lnTo>
                <a:lnTo>
                  <a:pt x="14680" y="5106"/>
                </a:lnTo>
                <a:lnTo>
                  <a:pt x="14830" y="4993"/>
                </a:lnTo>
                <a:lnTo>
                  <a:pt x="14965" y="4873"/>
                </a:lnTo>
                <a:lnTo>
                  <a:pt x="15099" y="4753"/>
                </a:lnTo>
                <a:lnTo>
                  <a:pt x="15219" y="4634"/>
                </a:lnTo>
                <a:lnTo>
                  <a:pt x="15309" y="4514"/>
                </a:lnTo>
                <a:lnTo>
                  <a:pt x="15399" y="4394"/>
                </a:lnTo>
                <a:lnTo>
                  <a:pt x="15489" y="4267"/>
                </a:lnTo>
                <a:lnTo>
                  <a:pt x="15549" y="4141"/>
                </a:lnTo>
                <a:lnTo>
                  <a:pt x="15669" y="3895"/>
                </a:lnTo>
                <a:lnTo>
                  <a:pt x="15759" y="3655"/>
                </a:lnTo>
                <a:lnTo>
                  <a:pt x="15819" y="3415"/>
                </a:lnTo>
                <a:lnTo>
                  <a:pt x="15819" y="3415"/>
                </a:lnTo>
                <a:lnTo>
                  <a:pt x="15864" y="3236"/>
                </a:lnTo>
                <a:lnTo>
                  <a:pt x="15879" y="3042"/>
                </a:lnTo>
                <a:lnTo>
                  <a:pt x="15864" y="2829"/>
                </a:lnTo>
                <a:lnTo>
                  <a:pt x="15834" y="2610"/>
                </a:lnTo>
                <a:lnTo>
                  <a:pt x="15774" y="2383"/>
                </a:lnTo>
                <a:lnTo>
                  <a:pt x="15684" y="2150"/>
                </a:lnTo>
                <a:lnTo>
                  <a:pt x="15564" y="1911"/>
                </a:lnTo>
                <a:lnTo>
                  <a:pt x="15489" y="1791"/>
                </a:lnTo>
                <a:lnTo>
                  <a:pt x="15414" y="1671"/>
                </a:lnTo>
                <a:lnTo>
                  <a:pt x="15309" y="1551"/>
                </a:lnTo>
                <a:lnTo>
                  <a:pt x="15219" y="1431"/>
                </a:lnTo>
                <a:lnTo>
                  <a:pt x="15099" y="1312"/>
                </a:lnTo>
                <a:lnTo>
                  <a:pt x="14980" y="1198"/>
                </a:lnTo>
                <a:lnTo>
                  <a:pt x="14830" y="1079"/>
                </a:lnTo>
                <a:lnTo>
                  <a:pt x="14680" y="965"/>
                </a:lnTo>
                <a:lnTo>
                  <a:pt x="14530" y="859"/>
                </a:lnTo>
                <a:lnTo>
                  <a:pt x="14350" y="746"/>
                </a:lnTo>
                <a:lnTo>
                  <a:pt x="14170" y="639"/>
                </a:lnTo>
                <a:lnTo>
                  <a:pt x="13960" y="539"/>
                </a:lnTo>
                <a:lnTo>
                  <a:pt x="13750" y="439"/>
                </a:lnTo>
                <a:lnTo>
                  <a:pt x="13525" y="346"/>
                </a:lnTo>
                <a:lnTo>
                  <a:pt x="13285" y="253"/>
                </a:lnTo>
                <a:lnTo>
                  <a:pt x="13030" y="166"/>
                </a:lnTo>
                <a:lnTo>
                  <a:pt x="12760" y="80"/>
                </a:lnTo>
                <a:lnTo>
                  <a:pt x="12475" y="0"/>
                </a:lnTo>
                <a:lnTo>
                  <a:pt x="12475" y="0"/>
                </a:lnTo>
                <a:lnTo>
                  <a:pt x="11816" y="146"/>
                </a:lnTo>
                <a:lnTo>
                  <a:pt x="11156" y="293"/>
                </a:lnTo>
                <a:lnTo>
                  <a:pt x="10481" y="426"/>
                </a:lnTo>
                <a:lnTo>
                  <a:pt x="9791" y="559"/>
                </a:lnTo>
                <a:lnTo>
                  <a:pt x="9087" y="692"/>
                </a:lnTo>
                <a:lnTo>
                  <a:pt x="8367" y="819"/>
                </a:lnTo>
                <a:lnTo>
                  <a:pt x="7632" y="945"/>
                </a:lnTo>
                <a:lnTo>
                  <a:pt x="6867" y="1065"/>
                </a:lnTo>
                <a:lnTo>
                  <a:pt x="6103" y="1178"/>
                </a:lnTo>
                <a:lnTo>
                  <a:pt x="5323" y="1292"/>
                </a:lnTo>
                <a:lnTo>
                  <a:pt x="4528" y="1398"/>
                </a:lnTo>
                <a:lnTo>
                  <a:pt x="3719" y="1498"/>
                </a:lnTo>
                <a:lnTo>
                  <a:pt x="2894" y="1598"/>
                </a:lnTo>
                <a:lnTo>
                  <a:pt x="2039" y="1691"/>
                </a:lnTo>
                <a:lnTo>
                  <a:pt x="1185" y="1784"/>
                </a:lnTo>
                <a:lnTo>
                  <a:pt x="300" y="1871"/>
                </a:lnTo>
                <a:lnTo>
                  <a:pt x="300" y="1871"/>
                </a:lnTo>
                <a:lnTo>
                  <a:pt x="210" y="2037"/>
                </a:lnTo>
                <a:lnTo>
                  <a:pt x="135" y="2204"/>
                </a:lnTo>
                <a:lnTo>
                  <a:pt x="90" y="2370"/>
                </a:lnTo>
                <a:lnTo>
                  <a:pt x="45" y="2530"/>
                </a:lnTo>
                <a:lnTo>
                  <a:pt x="15" y="2683"/>
                </a:lnTo>
                <a:lnTo>
                  <a:pt x="0" y="2823"/>
                </a:lnTo>
                <a:lnTo>
                  <a:pt x="0" y="3089"/>
                </a:lnTo>
                <a:lnTo>
                  <a:pt x="0" y="3089"/>
                </a:lnTo>
                <a:lnTo>
                  <a:pt x="0" y="3202"/>
                </a:lnTo>
                <a:lnTo>
                  <a:pt x="30" y="3315"/>
                </a:lnTo>
                <a:lnTo>
                  <a:pt x="60" y="3435"/>
                </a:lnTo>
                <a:lnTo>
                  <a:pt x="105" y="3562"/>
                </a:lnTo>
                <a:lnTo>
                  <a:pt x="165" y="3688"/>
                </a:lnTo>
                <a:lnTo>
                  <a:pt x="240" y="3821"/>
                </a:lnTo>
                <a:lnTo>
                  <a:pt x="315" y="3955"/>
                </a:lnTo>
                <a:lnTo>
                  <a:pt x="420" y="4094"/>
                </a:lnTo>
                <a:lnTo>
                  <a:pt x="540" y="4228"/>
                </a:lnTo>
                <a:lnTo>
                  <a:pt x="675" y="4367"/>
                </a:lnTo>
                <a:lnTo>
                  <a:pt x="810" y="4500"/>
                </a:lnTo>
                <a:lnTo>
                  <a:pt x="975" y="4640"/>
                </a:lnTo>
                <a:lnTo>
                  <a:pt x="1155" y="4773"/>
                </a:lnTo>
                <a:lnTo>
                  <a:pt x="1350" y="4907"/>
                </a:lnTo>
                <a:lnTo>
                  <a:pt x="1559" y="5040"/>
                </a:lnTo>
                <a:lnTo>
                  <a:pt x="1784" y="5166"/>
                </a:lnTo>
                <a:lnTo>
                  <a:pt x="2024" y="5293"/>
                </a:lnTo>
                <a:lnTo>
                  <a:pt x="2294" y="5413"/>
                </a:lnTo>
                <a:lnTo>
                  <a:pt x="2564" y="5526"/>
                </a:lnTo>
                <a:lnTo>
                  <a:pt x="2864" y="5639"/>
                </a:lnTo>
                <a:lnTo>
                  <a:pt x="3179" y="5745"/>
                </a:lnTo>
                <a:lnTo>
                  <a:pt x="3524" y="5845"/>
                </a:lnTo>
                <a:lnTo>
                  <a:pt x="3869" y="5939"/>
                </a:lnTo>
                <a:lnTo>
                  <a:pt x="4243" y="6025"/>
                </a:lnTo>
                <a:lnTo>
                  <a:pt x="4648" y="6098"/>
                </a:lnTo>
                <a:lnTo>
                  <a:pt x="5053" y="6172"/>
                </a:lnTo>
                <a:lnTo>
                  <a:pt x="5488" y="6231"/>
                </a:lnTo>
                <a:lnTo>
                  <a:pt x="5953" y="6278"/>
                </a:lnTo>
                <a:lnTo>
                  <a:pt x="6433" y="6318"/>
                </a:lnTo>
                <a:lnTo>
                  <a:pt x="6927" y="6351"/>
                </a:lnTo>
                <a:lnTo>
                  <a:pt x="7452" y="6371"/>
                </a:lnTo>
                <a:lnTo>
                  <a:pt x="7992" y="637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53"/>
          <p:cNvSpPr/>
          <p:nvPr/>
        </p:nvSpPr>
        <p:spPr>
          <a:xfrm rot="10800000">
            <a:off x="4985589" y="1804007"/>
            <a:ext cx="356360" cy="154037"/>
          </a:xfrm>
          <a:custGeom>
            <a:avLst/>
            <a:gdLst/>
            <a:ahLst/>
            <a:cxnLst/>
            <a:rect l="l" t="t" r="r" b="b"/>
            <a:pathLst>
              <a:path w="12177" h="2318" extrusionOk="0">
                <a:moveTo>
                  <a:pt x="7603" y="1"/>
                </a:moveTo>
                <a:lnTo>
                  <a:pt x="7138" y="8"/>
                </a:lnTo>
                <a:lnTo>
                  <a:pt x="6688" y="28"/>
                </a:lnTo>
                <a:lnTo>
                  <a:pt x="6254" y="48"/>
                </a:lnTo>
                <a:lnTo>
                  <a:pt x="5834" y="74"/>
                </a:lnTo>
                <a:lnTo>
                  <a:pt x="5444" y="107"/>
                </a:lnTo>
                <a:lnTo>
                  <a:pt x="5054" y="141"/>
                </a:lnTo>
                <a:lnTo>
                  <a:pt x="4694" y="187"/>
                </a:lnTo>
                <a:lnTo>
                  <a:pt x="4349" y="234"/>
                </a:lnTo>
                <a:lnTo>
                  <a:pt x="4019" y="287"/>
                </a:lnTo>
                <a:lnTo>
                  <a:pt x="3705" y="347"/>
                </a:lnTo>
                <a:lnTo>
                  <a:pt x="3405" y="407"/>
                </a:lnTo>
                <a:lnTo>
                  <a:pt x="3120" y="474"/>
                </a:lnTo>
                <a:lnTo>
                  <a:pt x="2850" y="540"/>
                </a:lnTo>
                <a:lnTo>
                  <a:pt x="2595" y="613"/>
                </a:lnTo>
                <a:lnTo>
                  <a:pt x="2355" y="693"/>
                </a:lnTo>
                <a:lnTo>
                  <a:pt x="2115" y="773"/>
                </a:lnTo>
                <a:lnTo>
                  <a:pt x="1905" y="853"/>
                </a:lnTo>
                <a:lnTo>
                  <a:pt x="1710" y="940"/>
                </a:lnTo>
                <a:lnTo>
                  <a:pt x="1515" y="1033"/>
                </a:lnTo>
                <a:lnTo>
                  <a:pt x="1335" y="1119"/>
                </a:lnTo>
                <a:lnTo>
                  <a:pt x="1170" y="1213"/>
                </a:lnTo>
                <a:lnTo>
                  <a:pt x="1021" y="1312"/>
                </a:lnTo>
                <a:lnTo>
                  <a:pt x="871" y="1406"/>
                </a:lnTo>
                <a:lnTo>
                  <a:pt x="736" y="1506"/>
                </a:lnTo>
                <a:lnTo>
                  <a:pt x="616" y="1605"/>
                </a:lnTo>
                <a:lnTo>
                  <a:pt x="496" y="1705"/>
                </a:lnTo>
                <a:lnTo>
                  <a:pt x="301" y="1905"/>
                </a:lnTo>
                <a:lnTo>
                  <a:pt x="136" y="2111"/>
                </a:lnTo>
                <a:lnTo>
                  <a:pt x="1" y="2318"/>
                </a:lnTo>
                <a:lnTo>
                  <a:pt x="886" y="2231"/>
                </a:lnTo>
                <a:lnTo>
                  <a:pt x="1740" y="2138"/>
                </a:lnTo>
                <a:lnTo>
                  <a:pt x="2595" y="2045"/>
                </a:lnTo>
                <a:lnTo>
                  <a:pt x="3420" y="1945"/>
                </a:lnTo>
                <a:lnTo>
                  <a:pt x="4229" y="1845"/>
                </a:lnTo>
                <a:lnTo>
                  <a:pt x="5024" y="1739"/>
                </a:lnTo>
                <a:lnTo>
                  <a:pt x="5804" y="1625"/>
                </a:lnTo>
                <a:lnTo>
                  <a:pt x="6568" y="1512"/>
                </a:lnTo>
                <a:lnTo>
                  <a:pt x="7333" y="1392"/>
                </a:lnTo>
                <a:lnTo>
                  <a:pt x="8068" y="1266"/>
                </a:lnTo>
                <a:lnTo>
                  <a:pt x="8788" y="1139"/>
                </a:lnTo>
                <a:lnTo>
                  <a:pt x="9492" y="1006"/>
                </a:lnTo>
                <a:lnTo>
                  <a:pt x="10182" y="873"/>
                </a:lnTo>
                <a:lnTo>
                  <a:pt x="10857" y="740"/>
                </a:lnTo>
                <a:lnTo>
                  <a:pt x="11517" y="593"/>
                </a:lnTo>
                <a:lnTo>
                  <a:pt x="12176" y="447"/>
                </a:lnTo>
                <a:lnTo>
                  <a:pt x="11757" y="354"/>
                </a:lnTo>
                <a:lnTo>
                  <a:pt x="11307" y="261"/>
                </a:lnTo>
                <a:lnTo>
                  <a:pt x="11067" y="221"/>
                </a:lnTo>
                <a:lnTo>
                  <a:pt x="10827" y="187"/>
                </a:lnTo>
                <a:lnTo>
                  <a:pt x="10572" y="154"/>
                </a:lnTo>
                <a:lnTo>
                  <a:pt x="10302" y="121"/>
                </a:lnTo>
                <a:lnTo>
                  <a:pt x="10032" y="94"/>
                </a:lnTo>
                <a:lnTo>
                  <a:pt x="9762" y="68"/>
                </a:lnTo>
                <a:lnTo>
                  <a:pt x="9477" y="48"/>
                </a:lnTo>
                <a:lnTo>
                  <a:pt x="9178" y="34"/>
                </a:lnTo>
                <a:lnTo>
                  <a:pt x="8863" y="21"/>
                </a:lnTo>
                <a:lnTo>
                  <a:pt x="8548" y="8"/>
                </a:lnTo>
                <a:lnTo>
                  <a:pt x="8233" y="1"/>
                </a:lnTo>
                <a:close/>
              </a:path>
            </a:pathLst>
          </a:custGeom>
          <a:solidFill>
            <a:srgbClr val="3E0E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53"/>
          <p:cNvSpPr/>
          <p:nvPr/>
        </p:nvSpPr>
        <p:spPr>
          <a:xfrm rot="10800000">
            <a:off x="5050087" y="1679201"/>
            <a:ext cx="116328" cy="106723"/>
          </a:xfrm>
          <a:custGeom>
            <a:avLst/>
            <a:gdLst/>
            <a:ahLst/>
            <a:cxnLst/>
            <a:rect l="l" t="t" r="r" b="b"/>
            <a:pathLst>
              <a:path w="3975" h="1606" extrusionOk="0">
                <a:moveTo>
                  <a:pt x="1485" y="1"/>
                </a:moveTo>
                <a:lnTo>
                  <a:pt x="436" y="174"/>
                </a:lnTo>
                <a:lnTo>
                  <a:pt x="331" y="200"/>
                </a:lnTo>
                <a:lnTo>
                  <a:pt x="241" y="227"/>
                </a:lnTo>
                <a:lnTo>
                  <a:pt x="196" y="267"/>
                </a:lnTo>
                <a:lnTo>
                  <a:pt x="181" y="307"/>
                </a:lnTo>
                <a:lnTo>
                  <a:pt x="196" y="354"/>
                </a:lnTo>
                <a:lnTo>
                  <a:pt x="226" y="394"/>
                </a:lnTo>
                <a:lnTo>
                  <a:pt x="376" y="507"/>
                </a:lnTo>
                <a:lnTo>
                  <a:pt x="421" y="560"/>
                </a:lnTo>
                <a:lnTo>
                  <a:pt x="466" y="613"/>
                </a:lnTo>
                <a:lnTo>
                  <a:pt x="526" y="713"/>
                </a:lnTo>
                <a:lnTo>
                  <a:pt x="540" y="806"/>
                </a:lnTo>
                <a:lnTo>
                  <a:pt x="526" y="886"/>
                </a:lnTo>
                <a:lnTo>
                  <a:pt x="496" y="959"/>
                </a:lnTo>
                <a:lnTo>
                  <a:pt x="436" y="1033"/>
                </a:lnTo>
                <a:lnTo>
                  <a:pt x="376" y="1093"/>
                </a:lnTo>
                <a:lnTo>
                  <a:pt x="301" y="1146"/>
                </a:lnTo>
                <a:lnTo>
                  <a:pt x="226" y="1199"/>
                </a:lnTo>
                <a:lnTo>
                  <a:pt x="91" y="1272"/>
                </a:lnTo>
                <a:lnTo>
                  <a:pt x="61" y="1292"/>
                </a:lnTo>
                <a:lnTo>
                  <a:pt x="16" y="1312"/>
                </a:lnTo>
                <a:lnTo>
                  <a:pt x="1" y="1339"/>
                </a:lnTo>
                <a:lnTo>
                  <a:pt x="1" y="1366"/>
                </a:lnTo>
                <a:lnTo>
                  <a:pt x="1" y="1392"/>
                </a:lnTo>
                <a:lnTo>
                  <a:pt x="31" y="1419"/>
                </a:lnTo>
                <a:lnTo>
                  <a:pt x="61" y="1439"/>
                </a:lnTo>
                <a:lnTo>
                  <a:pt x="121" y="1459"/>
                </a:lnTo>
                <a:lnTo>
                  <a:pt x="675" y="1605"/>
                </a:lnTo>
                <a:lnTo>
                  <a:pt x="975" y="1499"/>
                </a:lnTo>
                <a:lnTo>
                  <a:pt x="1230" y="1385"/>
                </a:lnTo>
                <a:lnTo>
                  <a:pt x="1335" y="1332"/>
                </a:lnTo>
                <a:lnTo>
                  <a:pt x="1440" y="1272"/>
                </a:lnTo>
                <a:lnTo>
                  <a:pt x="1530" y="1212"/>
                </a:lnTo>
                <a:lnTo>
                  <a:pt x="1620" y="1146"/>
                </a:lnTo>
                <a:lnTo>
                  <a:pt x="1695" y="1086"/>
                </a:lnTo>
                <a:lnTo>
                  <a:pt x="1755" y="1026"/>
                </a:lnTo>
                <a:lnTo>
                  <a:pt x="1815" y="959"/>
                </a:lnTo>
                <a:lnTo>
                  <a:pt x="1860" y="893"/>
                </a:lnTo>
                <a:lnTo>
                  <a:pt x="1890" y="833"/>
                </a:lnTo>
                <a:lnTo>
                  <a:pt x="1920" y="766"/>
                </a:lnTo>
                <a:lnTo>
                  <a:pt x="1935" y="700"/>
                </a:lnTo>
                <a:lnTo>
                  <a:pt x="1935" y="633"/>
                </a:lnTo>
                <a:lnTo>
                  <a:pt x="1935" y="553"/>
                </a:lnTo>
                <a:lnTo>
                  <a:pt x="1905" y="473"/>
                </a:lnTo>
                <a:lnTo>
                  <a:pt x="1875" y="394"/>
                </a:lnTo>
                <a:lnTo>
                  <a:pt x="1830" y="314"/>
                </a:lnTo>
                <a:lnTo>
                  <a:pt x="1770" y="240"/>
                </a:lnTo>
                <a:lnTo>
                  <a:pt x="1680" y="161"/>
                </a:lnTo>
                <a:lnTo>
                  <a:pt x="1590" y="81"/>
                </a:lnTo>
                <a:lnTo>
                  <a:pt x="1485" y="1"/>
                </a:lnTo>
                <a:close/>
                <a:moveTo>
                  <a:pt x="3524" y="1"/>
                </a:moveTo>
                <a:lnTo>
                  <a:pt x="2460" y="174"/>
                </a:lnTo>
                <a:lnTo>
                  <a:pt x="2355" y="200"/>
                </a:lnTo>
                <a:lnTo>
                  <a:pt x="2280" y="227"/>
                </a:lnTo>
                <a:lnTo>
                  <a:pt x="2220" y="267"/>
                </a:lnTo>
                <a:lnTo>
                  <a:pt x="2205" y="307"/>
                </a:lnTo>
                <a:lnTo>
                  <a:pt x="2220" y="354"/>
                </a:lnTo>
                <a:lnTo>
                  <a:pt x="2265" y="394"/>
                </a:lnTo>
                <a:lnTo>
                  <a:pt x="2400" y="507"/>
                </a:lnTo>
                <a:lnTo>
                  <a:pt x="2460" y="560"/>
                </a:lnTo>
                <a:lnTo>
                  <a:pt x="2505" y="613"/>
                </a:lnTo>
                <a:lnTo>
                  <a:pt x="2550" y="713"/>
                </a:lnTo>
                <a:lnTo>
                  <a:pt x="2565" y="806"/>
                </a:lnTo>
                <a:lnTo>
                  <a:pt x="2565" y="886"/>
                </a:lnTo>
                <a:lnTo>
                  <a:pt x="2520" y="959"/>
                </a:lnTo>
                <a:lnTo>
                  <a:pt x="2475" y="1033"/>
                </a:lnTo>
                <a:lnTo>
                  <a:pt x="2400" y="1093"/>
                </a:lnTo>
                <a:lnTo>
                  <a:pt x="2340" y="1146"/>
                </a:lnTo>
                <a:lnTo>
                  <a:pt x="2265" y="1199"/>
                </a:lnTo>
                <a:lnTo>
                  <a:pt x="2130" y="1272"/>
                </a:lnTo>
                <a:lnTo>
                  <a:pt x="2085" y="1292"/>
                </a:lnTo>
                <a:lnTo>
                  <a:pt x="2055" y="1312"/>
                </a:lnTo>
                <a:lnTo>
                  <a:pt x="2040" y="1339"/>
                </a:lnTo>
                <a:lnTo>
                  <a:pt x="2025" y="1366"/>
                </a:lnTo>
                <a:lnTo>
                  <a:pt x="2040" y="1392"/>
                </a:lnTo>
                <a:lnTo>
                  <a:pt x="2055" y="1419"/>
                </a:lnTo>
                <a:lnTo>
                  <a:pt x="2100" y="1439"/>
                </a:lnTo>
                <a:lnTo>
                  <a:pt x="2160" y="1459"/>
                </a:lnTo>
                <a:lnTo>
                  <a:pt x="2715" y="1605"/>
                </a:lnTo>
                <a:lnTo>
                  <a:pt x="3000" y="1499"/>
                </a:lnTo>
                <a:lnTo>
                  <a:pt x="3254" y="1385"/>
                </a:lnTo>
                <a:lnTo>
                  <a:pt x="3374" y="1332"/>
                </a:lnTo>
                <a:lnTo>
                  <a:pt x="3479" y="1272"/>
                </a:lnTo>
                <a:lnTo>
                  <a:pt x="3569" y="1212"/>
                </a:lnTo>
                <a:lnTo>
                  <a:pt x="3644" y="1146"/>
                </a:lnTo>
                <a:lnTo>
                  <a:pt x="3719" y="1086"/>
                </a:lnTo>
                <a:lnTo>
                  <a:pt x="3794" y="1026"/>
                </a:lnTo>
                <a:lnTo>
                  <a:pt x="3839" y="959"/>
                </a:lnTo>
                <a:lnTo>
                  <a:pt x="3884" y="893"/>
                </a:lnTo>
                <a:lnTo>
                  <a:pt x="3929" y="833"/>
                </a:lnTo>
                <a:lnTo>
                  <a:pt x="3944" y="766"/>
                </a:lnTo>
                <a:lnTo>
                  <a:pt x="3959" y="700"/>
                </a:lnTo>
                <a:lnTo>
                  <a:pt x="3974" y="633"/>
                </a:lnTo>
                <a:lnTo>
                  <a:pt x="3959" y="553"/>
                </a:lnTo>
                <a:lnTo>
                  <a:pt x="3944" y="473"/>
                </a:lnTo>
                <a:lnTo>
                  <a:pt x="3899" y="394"/>
                </a:lnTo>
                <a:lnTo>
                  <a:pt x="3854" y="314"/>
                </a:lnTo>
                <a:lnTo>
                  <a:pt x="3794" y="240"/>
                </a:lnTo>
                <a:lnTo>
                  <a:pt x="3719" y="161"/>
                </a:lnTo>
                <a:lnTo>
                  <a:pt x="3629" y="81"/>
                </a:lnTo>
                <a:lnTo>
                  <a:pt x="35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53"/>
          <p:cNvSpPr/>
          <p:nvPr/>
        </p:nvSpPr>
        <p:spPr>
          <a:xfrm rot="10800000">
            <a:off x="6483297" y="516210"/>
            <a:ext cx="2500402" cy="2438607"/>
          </a:xfrm>
          <a:custGeom>
            <a:avLst/>
            <a:gdLst/>
            <a:ahLst/>
            <a:cxnLst/>
            <a:rect l="l" t="t" r="r" b="b"/>
            <a:pathLst>
              <a:path w="85440" h="36697" extrusionOk="0">
                <a:moveTo>
                  <a:pt x="44144" y="1"/>
                </a:moveTo>
                <a:lnTo>
                  <a:pt x="42585" y="14"/>
                </a:lnTo>
                <a:lnTo>
                  <a:pt x="41310" y="27"/>
                </a:lnTo>
                <a:lnTo>
                  <a:pt x="40051" y="54"/>
                </a:lnTo>
                <a:lnTo>
                  <a:pt x="38821" y="87"/>
                </a:lnTo>
                <a:lnTo>
                  <a:pt x="37622" y="134"/>
                </a:lnTo>
                <a:lnTo>
                  <a:pt x="36452" y="180"/>
                </a:lnTo>
                <a:lnTo>
                  <a:pt x="35298" y="240"/>
                </a:lnTo>
                <a:lnTo>
                  <a:pt x="34173" y="307"/>
                </a:lnTo>
                <a:lnTo>
                  <a:pt x="33063" y="387"/>
                </a:lnTo>
                <a:lnTo>
                  <a:pt x="31984" y="467"/>
                </a:lnTo>
                <a:lnTo>
                  <a:pt x="30919" y="560"/>
                </a:lnTo>
                <a:lnTo>
                  <a:pt x="29885" y="653"/>
                </a:lnTo>
                <a:lnTo>
                  <a:pt x="28880" y="760"/>
                </a:lnTo>
                <a:lnTo>
                  <a:pt x="27890" y="873"/>
                </a:lnTo>
                <a:lnTo>
                  <a:pt x="26931" y="993"/>
                </a:lnTo>
                <a:lnTo>
                  <a:pt x="25986" y="1119"/>
                </a:lnTo>
                <a:lnTo>
                  <a:pt x="25056" y="1252"/>
                </a:lnTo>
                <a:lnTo>
                  <a:pt x="24157" y="1385"/>
                </a:lnTo>
                <a:lnTo>
                  <a:pt x="23287" y="1532"/>
                </a:lnTo>
                <a:lnTo>
                  <a:pt x="22432" y="1685"/>
                </a:lnTo>
                <a:lnTo>
                  <a:pt x="21593" y="1845"/>
                </a:lnTo>
                <a:lnTo>
                  <a:pt x="20768" y="2004"/>
                </a:lnTo>
                <a:lnTo>
                  <a:pt x="19973" y="2171"/>
                </a:lnTo>
                <a:lnTo>
                  <a:pt x="19209" y="2351"/>
                </a:lnTo>
                <a:lnTo>
                  <a:pt x="18444" y="2530"/>
                </a:lnTo>
                <a:lnTo>
                  <a:pt x="17709" y="2710"/>
                </a:lnTo>
                <a:lnTo>
                  <a:pt x="17004" y="2903"/>
                </a:lnTo>
                <a:lnTo>
                  <a:pt x="16300" y="3096"/>
                </a:lnTo>
                <a:lnTo>
                  <a:pt x="15625" y="3296"/>
                </a:lnTo>
                <a:lnTo>
                  <a:pt x="14965" y="3502"/>
                </a:lnTo>
                <a:lnTo>
                  <a:pt x="14320" y="3709"/>
                </a:lnTo>
                <a:lnTo>
                  <a:pt x="13706" y="3922"/>
                </a:lnTo>
                <a:lnTo>
                  <a:pt x="13106" y="4142"/>
                </a:lnTo>
                <a:lnTo>
                  <a:pt x="13211" y="4268"/>
                </a:lnTo>
                <a:lnTo>
                  <a:pt x="13301" y="4395"/>
                </a:lnTo>
                <a:lnTo>
                  <a:pt x="13376" y="4521"/>
                </a:lnTo>
                <a:lnTo>
                  <a:pt x="13436" y="4648"/>
                </a:lnTo>
                <a:lnTo>
                  <a:pt x="13481" y="4767"/>
                </a:lnTo>
                <a:lnTo>
                  <a:pt x="13511" y="4881"/>
                </a:lnTo>
                <a:lnTo>
                  <a:pt x="13541" y="4994"/>
                </a:lnTo>
                <a:lnTo>
                  <a:pt x="13541" y="5100"/>
                </a:lnTo>
                <a:lnTo>
                  <a:pt x="13541" y="5287"/>
                </a:lnTo>
                <a:lnTo>
                  <a:pt x="13511" y="5500"/>
                </a:lnTo>
                <a:lnTo>
                  <a:pt x="13466" y="5733"/>
                </a:lnTo>
                <a:lnTo>
                  <a:pt x="13421" y="5853"/>
                </a:lnTo>
                <a:lnTo>
                  <a:pt x="13376" y="5972"/>
                </a:lnTo>
                <a:lnTo>
                  <a:pt x="13316" y="6099"/>
                </a:lnTo>
                <a:lnTo>
                  <a:pt x="13241" y="6225"/>
                </a:lnTo>
                <a:lnTo>
                  <a:pt x="13151" y="6345"/>
                </a:lnTo>
                <a:lnTo>
                  <a:pt x="13046" y="6472"/>
                </a:lnTo>
                <a:lnTo>
                  <a:pt x="12941" y="6598"/>
                </a:lnTo>
                <a:lnTo>
                  <a:pt x="12806" y="6725"/>
                </a:lnTo>
                <a:lnTo>
                  <a:pt x="12656" y="6851"/>
                </a:lnTo>
                <a:lnTo>
                  <a:pt x="12491" y="6971"/>
                </a:lnTo>
                <a:lnTo>
                  <a:pt x="12311" y="7091"/>
                </a:lnTo>
                <a:lnTo>
                  <a:pt x="12101" y="7204"/>
                </a:lnTo>
                <a:lnTo>
                  <a:pt x="11876" y="7317"/>
                </a:lnTo>
                <a:lnTo>
                  <a:pt x="11636" y="7424"/>
                </a:lnTo>
                <a:lnTo>
                  <a:pt x="11366" y="7524"/>
                </a:lnTo>
                <a:lnTo>
                  <a:pt x="11067" y="7623"/>
                </a:lnTo>
                <a:lnTo>
                  <a:pt x="10752" y="7717"/>
                </a:lnTo>
                <a:lnTo>
                  <a:pt x="10422" y="7797"/>
                </a:lnTo>
                <a:lnTo>
                  <a:pt x="10047" y="7876"/>
                </a:lnTo>
                <a:lnTo>
                  <a:pt x="9657" y="7950"/>
                </a:lnTo>
                <a:lnTo>
                  <a:pt x="9237" y="8010"/>
                </a:lnTo>
                <a:lnTo>
                  <a:pt x="8772" y="8063"/>
                </a:lnTo>
                <a:lnTo>
                  <a:pt x="8293" y="8103"/>
                </a:lnTo>
                <a:lnTo>
                  <a:pt x="7783" y="8136"/>
                </a:lnTo>
                <a:lnTo>
                  <a:pt x="7243" y="8163"/>
                </a:lnTo>
                <a:lnTo>
                  <a:pt x="6658" y="8169"/>
                </a:lnTo>
                <a:lnTo>
                  <a:pt x="6403" y="8176"/>
                </a:lnTo>
                <a:lnTo>
                  <a:pt x="5968" y="8169"/>
                </a:lnTo>
                <a:lnTo>
                  <a:pt x="5534" y="8156"/>
                </a:lnTo>
                <a:lnTo>
                  <a:pt x="5099" y="8516"/>
                </a:lnTo>
                <a:lnTo>
                  <a:pt x="4679" y="8875"/>
                </a:lnTo>
                <a:lnTo>
                  <a:pt x="4274" y="9235"/>
                </a:lnTo>
                <a:lnTo>
                  <a:pt x="3899" y="9601"/>
                </a:lnTo>
                <a:lnTo>
                  <a:pt x="3539" y="9967"/>
                </a:lnTo>
                <a:lnTo>
                  <a:pt x="3209" y="10333"/>
                </a:lnTo>
                <a:lnTo>
                  <a:pt x="2895" y="10699"/>
                </a:lnTo>
                <a:lnTo>
                  <a:pt x="2610" y="11065"/>
                </a:lnTo>
                <a:lnTo>
                  <a:pt x="2340" y="11432"/>
                </a:lnTo>
                <a:lnTo>
                  <a:pt x="2085" y="11798"/>
                </a:lnTo>
                <a:lnTo>
                  <a:pt x="1845" y="12164"/>
                </a:lnTo>
                <a:lnTo>
                  <a:pt x="1620" y="12530"/>
                </a:lnTo>
                <a:lnTo>
                  <a:pt x="1425" y="12896"/>
                </a:lnTo>
                <a:lnTo>
                  <a:pt x="1245" y="13256"/>
                </a:lnTo>
                <a:lnTo>
                  <a:pt x="1065" y="13615"/>
                </a:lnTo>
                <a:lnTo>
                  <a:pt x="915" y="13975"/>
                </a:lnTo>
                <a:lnTo>
                  <a:pt x="780" y="14328"/>
                </a:lnTo>
                <a:lnTo>
                  <a:pt x="645" y="14674"/>
                </a:lnTo>
                <a:lnTo>
                  <a:pt x="540" y="15020"/>
                </a:lnTo>
                <a:lnTo>
                  <a:pt x="435" y="15366"/>
                </a:lnTo>
                <a:lnTo>
                  <a:pt x="345" y="15706"/>
                </a:lnTo>
                <a:lnTo>
                  <a:pt x="271" y="16039"/>
                </a:lnTo>
                <a:lnTo>
                  <a:pt x="211" y="16365"/>
                </a:lnTo>
                <a:lnTo>
                  <a:pt x="151" y="16684"/>
                </a:lnTo>
                <a:lnTo>
                  <a:pt x="76" y="17317"/>
                </a:lnTo>
                <a:lnTo>
                  <a:pt x="16" y="17916"/>
                </a:lnTo>
                <a:lnTo>
                  <a:pt x="1" y="18488"/>
                </a:lnTo>
                <a:lnTo>
                  <a:pt x="1" y="19028"/>
                </a:lnTo>
                <a:lnTo>
                  <a:pt x="16" y="19321"/>
                </a:lnTo>
                <a:lnTo>
                  <a:pt x="46" y="19627"/>
                </a:lnTo>
                <a:lnTo>
                  <a:pt x="91" y="19933"/>
                </a:lnTo>
                <a:lnTo>
                  <a:pt x="166" y="20253"/>
                </a:lnTo>
                <a:lnTo>
                  <a:pt x="241" y="20572"/>
                </a:lnTo>
                <a:lnTo>
                  <a:pt x="345" y="20899"/>
                </a:lnTo>
                <a:lnTo>
                  <a:pt x="450" y="21231"/>
                </a:lnTo>
                <a:lnTo>
                  <a:pt x="585" y="21571"/>
                </a:lnTo>
                <a:lnTo>
                  <a:pt x="735" y="21917"/>
                </a:lnTo>
                <a:lnTo>
                  <a:pt x="900" y="22263"/>
                </a:lnTo>
                <a:lnTo>
                  <a:pt x="1095" y="22616"/>
                </a:lnTo>
                <a:lnTo>
                  <a:pt x="1305" y="22969"/>
                </a:lnTo>
                <a:lnTo>
                  <a:pt x="1515" y="23322"/>
                </a:lnTo>
                <a:lnTo>
                  <a:pt x="1770" y="23688"/>
                </a:lnTo>
                <a:lnTo>
                  <a:pt x="2025" y="24048"/>
                </a:lnTo>
                <a:lnTo>
                  <a:pt x="2310" y="24414"/>
                </a:lnTo>
                <a:lnTo>
                  <a:pt x="2610" y="24780"/>
                </a:lnTo>
                <a:lnTo>
                  <a:pt x="2925" y="25146"/>
                </a:lnTo>
                <a:lnTo>
                  <a:pt x="3269" y="25512"/>
                </a:lnTo>
                <a:lnTo>
                  <a:pt x="3629" y="25885"/>
                </a:lnTo>
                <a:lnTo>
                  <a:pt x="4004" y="26251"/>
                </a:lnTo>
                <a:lnTo>
                  <a:pt x="4409" y="26617"/>
                </a:lnTo>
                <a:lnTo>
                  <a:pt x="4829" y="26983"/>
                </a:lnTo>
                <a:lnTo>
                  <a:pt x="5279" y="27350"/>
                </a:lnTo>
                <a:lnTo>
                  <a:pt x="5744" y="27716"/>
                </a:lnTo>
                <a:lnTo>
                  <a:pt x="6238" y="28082"/>
                </a:lnTo>
                <a:lnTo>
                  <a:pt x="6748" y="28441"/>
                </a:lnTo>
                <a:lnTo>
                  <a:pt x="7273" y="28794"/>
                </a:lnTo>
                <a:lnTo>
                  <a:pt x="7828" y="29154"/>
                </a:lnTo>
                <a:lnTo>
                  <a:pt x="8398" y="29500"/>
                </a:lnTo>
                <a:lnTo>
                  <a:pt x="8997" y="29853"/>
                </a:lnTo>
                <a:lnTo>
                  <a:pt x="9627" y="30192"/>
                </a:lnTo>
                <a:lnTo>
                  <a:pt x="10272" y="30532"/>
                </a:lnTo>
                <a:lnTo>
                  <a:pt x="10932" y="30865"/>
                </a:lnTo>
                <a:lnTo>
                  <a:pt x="11636" y="31198"/>
                </a:lnTo>
                <a:lnTo>
                  <a:pt x="12341" y="31517"/>
                </a:lnTo>
                <a:lnTo>
                  <a:pt x="13091" y="31837"/>
                </a:lnTo>
                <a:lnTo>
                  <a:pt x="13856" y="32143"/>
                </a:lnTo>
                <a:lnTo>
                  <a:pt x="14635" y="32449"/>
                </a:lnTo>
                <a:lnTo>
                  <a:pt x="15460" y="32742"/>
                </a:lnTo>
                <a:lnTo>
                  <a:pt x="16300" y="33035"/>
                </a:lnTo>
                <a:lnTo>
                  <a:pt x="17154" y="33315"/>
                </a:lnTo>
                <a:lnTo>
                  <a:pt x="18054" y="33588"/>
                </a:lnTo>
                <a:lnTo>
                  <a:pt x="18969" y="33847"/>
                </a:lnTo>
                <a:lnTo>
                  <a:pt x="19913" y="34107"/>
                </a:lnTo>
                <a:lnTo>
                  <a:pt x="20873" y="34347"/>
                </a:lnTo>
                <a:lnTo>
                  <a:pt x="21878" y="34586"/>
                </a:lnTo>
                <a:lnTo>
                  <a:pt x="22897" y="34813"/>
                </a:lnTo>
                <a:lnTo>
                  <a:pt x="23947" y="35026"/>
                </a:lnTo>
                <a:lnTo>
                  <a:pt x="25026" y="35225"/>
                </a:lnTo>
                <a:lnTo>
                  <a:pt x="26121" y="35419"/>
                </a:lnTo>
                <a:lnTo>
                  <a:pt x="27261" y="35598"/>
                </a:lnTo>
                <a:lnTo>
                  <a:pt x="28415" y="35765"/>
                </a:lnTo>
                <a:lnTo>
                  <a:pt x="29600" y="35918"/>
                </a:lnTo>
                <a:lnTo>
                  <a:pt x="30200" y="35991"/>
                </a:lnTo>
                <a:lnTo>
                  <a:pt x="30814" y="36064"/>
                </a:lnTo>
                <a:lnTo>
                  <a:pt x="31429" y="36131"/>
                </a:lnTo>
                <a:lnTo>
                  <a:pt x="32059" y="36191"/>
                </a:lnTo>
                <a:lnTo>
                  <a:pt x="32689" y="36251"/>
                </a:lnTo>
                <a:lnTo>
                  <a:pt x="33333" y="36304"/>
                </a:lnTo>
                <a:lnTo>
                  <a:pt x="33978" y="36357"/>
                </a:lnTo>
                <a:lnTo>
                  <a:pt x="34638" y="36404"/>
                </a:lnTo>
                <a:lnTo>
                  <a:pt x="35298" y="36450"/>
                </a:lnTo>
                <a:lnTo>
                  <a:pt x="35957" y="36490"/>
                </a:lnTo>
                <a:lnTo>
                  <a:pt x="36647" y="36530"/>
                </a:lnTo>
                <a:lnTo>
                  <a:pt x="37322" y="36564"/>
                </a:lnTo>
                <a:lnTo>
                  <a:pt x="38012" y="36597"/>
                </a:lnTo>
                <a:lnTo>
                  <a:pt x="38716" y="36624"/>
                </a:lnTo>
                <a:lnTo>
                  <a:pt x="39421" y="36644"/>
                </a:lnTo>
                <a:lnTo>
                  <a:pt x="40141" y="36664"/>
                </a:lnTo>
                <a:lnTo>
                  <a:pt x="40861" y="36677"/>
                </a:lnTo>
                <a:lnTo>
                  <a:pt x="41580" y="36690"/>
                </a:lnTo>
                <a:lnTo>
                  <a:pt x="42315" y="36690"/>
                </a:lnTo>
                <a:lnTo>
                  <a:pt x="43065" y="36697"/>
                </a:lnTo>
                <a:lnTo>
                  <a:pt x="44069" y="36690"/>
                </a:lnTo>
                <a:lnTo>
                  <a:pt x="45089" y="36683"/>
                </a:lnTo>
                <a:lnTo>
                  <a:pt x="46454" y="36657"/>
                </a:lnTo>
                <a:lnTo>
                  <a:pt x="47803" y="36624"/>
                </a:lnTo>
                <a:lnTo>
                  <a:pt x="49108" y="36577"/>
                </a:lnTo>
                <a:lnTo>
                  <a:pt x="50382" y="36524"/>
                </a:lnTo>
                <a:lnTo>
                  <a:pt x="51642" y="36464"/>
                </a:lnTo>
                <a:lnTo>
                  <a:pt x="52856" y="36391"/>
                </a:lnTo>
                <a:lnTo>
                  <a:pt x="54041" y="36317"/>
                </a:lnTo>
                <a:lnTo>
                  <a:pt x="55195" y="36231"/>
                </a:lnTo>
                <a:lnTo>
                  <a:pt x="56320" y="36131"/>
                </a:lnTo>
                <a:lnTo>
                  <a:pt x="57415" y="36031"/>
                </a:lnTo>
                <a:lnTo>
                  <a:pt x="58494" y="35918"/>
                </a:lnTo>
                <a:lnTo>
                  <a:pt x="59529" y="35798"/>
                </a:lnTo>
                <a:lnTo>
                  <a:pt x="60548" y="35672"/>
                </a:lnTo>
                <a:lnTo>
                  <a:pt x="61523" y="35538"/>
                </a:lnTo>
                <a:lnTo>
                  <a:pt x="62483" y="35399"/>
                </a:lnTo>
                <a:lnTo>
                  <a:pt x="63412" y="35252"/>
                </a:lnTo>
                <a:lnTo>
                  <a:pt x="64312" y="35099"/>
                </a:lnTo>
                <a:lnTo>
                  <a:pt x="65197" y="34939"/>
                </a:lnTo>
                <a:lnTo>
                  <a:pt x="66051" y="34773"/>
                </a:lnTo>
                <a:lnTo>
                  <a:pt x="66876" y="34600"/>
                </a:lnTo>
                <a:lnTo>
                  <a:pt x="67686" y="34420"/>
                </a:lnTo>
                <a:lnTo>
                  <a:pt x="68450" y="34234"/>
                </a:lnTo>
                <a:lnTo>
                  <a:pt x="69215" y="34040"/>
                </a:lnTo>
                <a:lnTo>
                  <a:pt x="69935" y="33841"/>
                </a:lnTo>
                <a:lnTo>
                  <a:pt x="70655" y="33634"/>
                </a:lnTo>
                <a:lnTo>
                  <a:pt x="71329" y="33428"/>
                </a:lnTo>
                <a:lnTo>
                  <a:pt x="72004" y="33215"/>
                </a:lnTo>
                <a:lnTo>
                  <a:pt x="72634" y="32995"/>
                </a:lnTo>
                <a:lnTo>
                  <a:pt x="73249" y="32776"/>
                </a:lnTo>
                <a:lnTo>
                  <a:pt x="73848" y="32543"/>
                </a:lnTo>
                <a:lnTo>
                  <a:pt x="74433" y="32309"/>
                </a:lnTo>
                <a:lnTo>
                  <a:pt x="74988" y="32076"/>
                </a:lnTo>
                <a:lnTo>
                  <a:pt x="74898" y="31957"/>
                </a:lnTo>
                <a:lnTo>
                  <a:pt x="74823" y="31837"/>
                </a:lnTo>
                <a:lnTo>
                  <a:pt x="74763" y="31724"/>
                </a:lnTo>
                <a:lnTo>
                  <a:pt x="74703" y="31610"/>
                </a:lnTo>
                <a:lnTo>
                  <a:pt x="74673" y="31504"/>
                </a:lnTo>
                <a:lnTo>
                  <a:pt x="74643" y="31397"/>
                </a:lnTo>
                <a:lnTo>
                  <a:pt x="74613" y="31298"/>
                </a:lnTo>
                <a:lnTo>
                  <a:pt x="74613" y="31198"/>
                </a:lnTo>
                <a:lnTo>
                  <a:pt x="74613" y="31011"/>
                </a:lnTo>
                <a:lnTo>
                  <a:pt x="74643" y="30805"/>
                </a:lnTo>
                <a:lnTo>
                  <a:pt x="74688" y="30579"/>
                </a:lnTo>
                <a:lnTo>
                  <a:pt x="74778" y="30346"/>
                </a:lnTo>
                <a:lnTo>
                  <a:pt x="74838" y="30226"/>
                </a:lnTo>
                <a:lnTo>
                  <a:pt x="74898" y="30099"/>
                </a:lnTo>
                <a:lnTo>
                  <a:pt x="74988" y="29979"/>
                </a:lnTo>
                <a:lnTo>
                  <a:pt x="75078" y="29853"/>
                </a:lnTo>
                <a:lnTo>
                  <a:pt x="75183" y="29726"/>
                </a:lnTo>
                <a:lnTo>
                  <a:pt x="75318" y="29607"/>
                </a:lnTo>
                <a:lnTo>
                  <a:pt x="75453" y="29487"/>
                </a:lnTo>
                <a:lnTo>
                  <a:pt x="75603" y="29367"/>
                </a:lnTo>
                <a:lnTo>
                  <a:pt x="75783" y="29247"/>
                </a:lnTo>
                <a:lnTo>
                  <a:pt x="75978" y="29134"/>
                </a:lnTo>
                <a:lnTo>
                  <a:pt x="76188" y="29021"/>
                </a:lnTo>
                <a:lnTo>
                  <a:pt x="76428" y="28914"/>
                </a:lnTo>
                <a:lnTo>
                  <a:pt x="76667" y="28814"/>
                </a:lnTo>
                <a:lnTo>
                  <a:pt x="76952" y="28714"/>
                </a:lnTo>
                <a:lnTo>
                  <a:pt x="77252" y="28621"/>
                </a:lnTo>
                <a:lnTo>
                  <a:pt x="77567" y="28535"/>
                </a:lnTo>
                <a:lnTo>
                  <a:pt x="77912" y="28455"/>
                </a:lnTo>
                <a:lnTo>
                  <a:pt x="78287" y="28388"/>
                </a:lnTo>
                <a:lnTo>
                  <a:pt x="78692" y="28322"/>
                </a:lnTo>
                <a:lnTo>
                  <a:pt x="79127" y="28262"/>
                </a:lnTo>
                <a:lnTo>
                  <a:pt x="79576" y="28215"/>
                </a:lnTo>
                <a:lnTo>
                  <a:pt x="80056" y="28175"/>
                </a:lnTo>
                <a:lnTo>
                  <a:pt x="80581" y="28149"/>
                </a:lnTo>
                <a:lnTo>
                  <a:pt x="81121" y="28129"/>
                </a:lnTo>
                <a:lnTo>
                  <a:pt x="81571" y="27676"/>
                </a:lnTo>
                <a:lnTo>
                  <a:pt x="81990" y="27223"/>
                </a:lnTo>
                <a:lnTo>
                  <a:pt x="82365" y="26764"/>
                </a:lnTo>
                <a:lnTo>
                  <a:pt x="82725" y="26298"/>
                </a:lnTo>
                <a:lnTo>
                  <a:pt x="83040" y="25838"/>
                </a:lnTo>
                <a:lnTo>
                  <a:pt x="83340" y="25372"/>
                </a:lnTo>
                <a:lnTo>
                  <a:pt x="83610" y="24906"/>
                </a:lnTo>
                <a:lnTo>
                  <a:pt x="83865" y="24440"/>
                </a:lnTo>
                <a:lnTo>
                  <a:pt x="84090" y="23974"/>
                </a:lnTo>
                <a:lnTo>
                  <a:pt x="84285" y="23508"/>
                </a:lnTo>
                <a:lnTo>
                  <a:pt x="84480" y="23042"/>
                </a:lnTo>
                <a:lnTo>
                  <a:pt x="84645" y="22583"/>
                </a:lnTo>
                <a:lnTo>
                  <a:pt x="84794" y="22130"/>
                </a:lnTo>
                <a:lnTo>
                  <a:pt x="84929" y="21677"/>
                </a:lnTo>
                <a:lnTo>
                  <a:pt x="85049" y="21225"/>
                </a:lnTo>
                <a:lnTo>
                  <a:pt x="85169" y="20785"/>
                </a:lnTo>
                <a:lnTo>
                  <a:pt x="85289" y="20246"/>
                </a:lnTo>
                <a:lnTo>
                  <a:pt x="85364" y="19680"/>
                </a:lnTo>
                <a:lnTo>
                  <a:pt x="85394" y="19387"/>
                </a:lnTo>
                <a:lnTo>
                  <a:pt x="85424" y="19088"/>
                </a:lnTo>
                <a:lnTo>
                  <a:pt x="85439" y="18781"/>
                </a:lnTo>
                <a:lnTo>
                  <a:pt x="85439" y="18469"/>
                </a:lnTo>
                <a:lnTo>
                  <a:pt x="85439" y="18156"/>
                </a:lnTo>
                <a:lnTo>
                  <a:pt x="85424" y="17829"/>
                </a:lnTo>
                <a:lnTo>
                  <a:pt x="85394" y="17503"/>
                </a:lnTo>
                <a:lnTo>
                  <a:pt x="85349" y="17177"/>
                </a:lnTo>
                <a:lnTo>
                  <a:pt x="85304" y="16837"/>
                </a:lnTo>
                <a:lnTo>
                  <a:pt x="85244" y="16498"/>
                </a:lnTo>
                <a:lnTo>
                  <a:pt x="85184" y="16152"/>
                </a:lnTo>
                <a:lnTo>
                  <a:pt x="85094" y="15806"/>
                </a:lnTo>
                <a:lnTo>
                  <a:pt x="84375" y="15652"/>
                </a:lnTo>
                <a:lnTo>
                  <a:pt x="83685" y="15486"/>
                </a:lnTo>
                <a:lnTo>
                  <a:pt x="82980" y="15326"/>
                </a:lnTo>
                <a:lnTo>
                  <a:pt x="82305" y="15153"/>
                </a:lnTo>
                <a:lnTo>
                  <a:pt x="81631" y="14980"/>
                </a:lnTo>
                <a:lnTo>
                  <a:pt x="80986" y="14800"/>
                </a:lnTo>
                <a:lnTo>
                  <a:pt x="80326" y="14620"/>
                </a:lnTo>
                <a:lnTo>
                  <a:pt x="79696" y="14434"/>
                </a:lnTo>
                <a:lnTo>
                  <a:pt x="79067" y="14248"/>
                </a:lnTo>
                <a:lnTo>
                  <a:pt x="78452" y="14055"/>
                </a:lnTo>
                <a:lnTo>
                  <a:pt x="77852" y="13855"/>
                </a:lnTo>
                <a:lnTo>
                  <a:pt x="77267" y="13655"/>
                </a:lnTo>
                <a:lnTo>
                  <a:pt x="76682" y="13449"/>
                </a:lnTo>
                <a:lnTo>
                  <a:pt x="76113" y="13242"/>
                </a:lnTo>
                <a:lnTo>
                  <a:pt x="75558" y="13036"/>
                </a:lnTo>
                <a:lnTo>
                  <a:pt x="75003" y="12823"/>
                </a:lnTo>
                <a:lnTo>
                  <a:pt x="74463" y="12610"/>
                </a:lnTo>
                <a:lnTo>
                  <a:pt x="73938" y="12390"/>
                </a:lnTo>
                <a:lnTo>
                  <a:pt x="73414" y="12171"/>
                </a:lnTo>
                <a:lnTo>
                  <a:pt x="72904" y="11944"/>
                </a:lnTo>
                <a:lnTo>
                  <a:pt x="72409" y="11718"/>
                </a:lnTo>
                <a:lnTo>
                  <a:pt x="71914" y="11491"/>
                </a:lnTo>
                <a:lnTo>
                  <a:pt x="71449" y="11258"/>
                </a:lnTo>
                <a:lnTo>
                  <a:pt x="70970" y="11025"/>
                </a:lnTo>
                <a:lnTo>
                  <a:pt x="70520" y="10792"/>
                </a:lnTo>
                <a:lnTo>
                  <a:pt x="70070" y="10553"/>
                </a:lnTo>
                <a:lnTo>
                  <a:pt x="69635" y="10313"/>
                </a:lnTo>
                <a:lnTo>
                  <a:pt x="69200" y="10073"/>
                </a:lnTo>
                <a:lnTo>
                  <a:pt x="68780" y="9827"/>
                </a:lnTo>
                <a:lnTo>
                  <a:pt x="68375" y="9587"/>
                </a:lnTo>
                <a:lnTo>
                  <a:pt x="67971" y="9341"/>
                </a:lnTo>
                <a:lnTo>
                  <a:pt x="67581" y="9088"/>
                </a:lnTo>
                <a:lnTo>
                  <a:pt x="67206" y="8842"/>
                </a:lnTo>
                <a:lnTo>
                  <a:pt x="66831" y="8589"/>
                </a:lnTo>
                <a:lnTo>
                  <a:pt x="66471" y="8342"/>
                </a:lnTo>
                <a:lnTo>
                  <a:pt x="66126" y="8089"/>
                </a:lnTo>
                <a:lnTo>
                  <a:pt x="65452" y="7583"/>
                </a:lnTo>
                <a:lnTo>
                  <a:pt x="64807" y="7071"/>
                </a:lnTo>
                <a:lnTo>
                  <a:pt x="64207" y="6558"/>
                </a:lnTo>
                <a:lnTo>
                  <a:pt x="63637" y="6046"/>
                </a:lnTo>
                <a:lnTo>
                  <a:pt x="63112" y="5526"/>
                </a:lnTo>
                <a:lnTo>
                  <a:pt x="62618" y="5014"/>
                </a:lnTo>
                <a:lnTo>
                  <a:pt x="62153" y="4501"/>
                </a:lnTo>
                <a:lnTo>
                  <a:pt x="61718" y="3988"/>
                </a:lnTo>
                <a:lnTo>
                  <a:pt x="61328" y="3476"/>
                </a:lnTo>
                <a:lnTo>
                  <a:pt x="60968" y="2970"/>
                </a:lnTo>
                <a:lnTo>
                  <a:pt x="60638" y="2471"/>
                </a:lnTo>
                <a:lnTo>
                  <a:pt x="60338" y="1971"/>
                </a:lnTo>
                <a:lnTo>
                  <a:pt x="60069" y="1479"/>
                </a:lnTo>
                <a:lnTo>
                  <a:pt x="59829" y="993"/>
                </a:lnTo>
                <a:lnTo>
                  <a:pt x="58989" y="879"/>
                </a:lnTo>
                <a:lnTo>
                  <a:pt x="58119" y="773"/>
                </a:lnTo>
                <a:lnTo>
                  <a:pt x="57250" y="666"/>
                </a:lnTo>
                <a:lnTo>
                  <a:pt x="56350" y="573"/>
                </a:lnTo>
                <a:lnTo>
                  <a:pt x="55435" y="487"/>
                </a:lnTo>
                <a:lnTo>
                  <a:pt x="54506" y="407"/>
                </a:lnTo>
                <a:lnTo>
                  <a:pt x="53546" y="327"/>
                </a:lnTo>
                <a:lnTo>
                  <a:pt x="52571" y="260"/>
                </a:lnTo>
                <a:lnTo>
                  <a:pt x="51582" y="200"/>
                </a:lnTo>
                <a:lnTo>
                  <a:pt x="50577" y="154"/>
                </a:lnTo>
                <a:lnTo>
                  <a:pt x="49557" y="107"/>
                </a:lnTo>
                <a:lnTo>
                  <a:pt x="48508" y="67"/>
                </a:lnTo>
                <a:lnTo>
                  <a:pt x="47443" y="41"/>
                </a:lnTo>
                <a:lnTo>
                  <a:pt x="46364" y="21"/>
                </a:lnTo>
                <a:lnTo>
                  <a:pt x="45269" y="7"/>
                </a:lnTo>
                <a:lnTo>
                  <a:pt x="44144" y="1"/>
                </a:lnTo>
                <a:close/>
              </a:path>
            </a:pathLst>
          </a:custGeom>
          <a:solidFill>
            <a:srgbClr val="FF7F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53"/>
          <p:cNvSpPr/>
          <p:nvPr/>
        </p:nvSpPr>
        <p:spPr>
          <a:xfrm rot="10800000">
            <a:off x="6483297" y="516210"/>
            <a:ext cx="2500402" cy="2438607"/>
          </a:xfrm>
          <a:custGeom>
            <a:avLst/>
            <a:gdLst/>
            <a:ahLst/>
            <a:cxnLst/>
            <a:rect l="l" t="t" r="r" b="b"/>
            <a:pathLst>
              <a:path w="85440" h="36697" fill="none" extrusionOk="0">
                <a:moveTo>
                  <a:pt x="43065" y="36697"/>
                </a:moveTo>
                <a:lnTo>
                  <a:pt x="43065" y="36697"/>
                </a:lnTo>
                <a:lnTo>
                  <a:pt x="44069" y="36690"/>
                </a:lnTo>
                <a:lnTo>
                  <a:pt x="45089" y="36683"/>
                </a:lnTo>
                <a:lnTo>
                  <a:pt x="45089" y="36683"/>
                </a:lnTo>
                <a:lnTo>
                  <a:pt x="46454" y="36657"/>
                </a:lnTo>
                <a:lnTo>
                  <a:pt x="47803" y="36624"/>
                </a:lnTo>
                <a:lnTo>
                  <a:pt x="49108" y="36577"/>
                </a:lnTo>
                <a:lnTo>
                  <a:pt x="50382" y="36524"/>
                </a:lnTo>
                <a:lnTo>
                  <a:pt x="51642" y="36464"/>
                </a:lnTo>
                <a:lnTo>
                  <a:pt x="52856" y="36391"/>
                </a:lnTo>
                <a:lnTo>
                  <a:pt x="54041" y="36317"/>
                </a:lnTo>
                <a:lnTo>
                  <a:pt x="55195" y="36231"/>
                </a:lnTo>
                <a:lnTo>
                  <a:pt x="56320" y="36131"/>
                </a:lnTo>
                <a:lnTo>
                  <a:pt x="57415" y="36031"/>
                </a:lnTo>
                <a:lnTo>
                  <a:pt x="58494" y="35918"/>
                </a:lnTo>
                <a:lnTo>
                  <a:pt x="59529" y="35798"/>
                </a:lnTo>
                <a:lnTo>
                  <a:pt x="60548" y="35672"/>
                </a:lnTo>
                <a:lnTo>
                  <a:pt x="61523" y="35538"/>
                </a:lnTo>
                <a:lnTo>
                  <a:pt x="62483" y="35399"/>
                </a:lnTo>
                <a:lnTo>
                  <a:pt x="63412" y="35252"/>
                </a:lnTo>
                <a:lnTo>
                  <a:pt x="64312" y="35099"/>
                </a:lnTo>
                <a:lnTo>
                  <a:pt x="65197" y="34939"/>
                </a:lnTo>
                <a:lnTo>
                  <a:pt x="66051" y="34773"/>
                </a:lnTo>
                <a:lnTo>
                  <a:pt x="66876" y="34600"/>
                </a:lnTo>
                <a:lnTo>
                  <a:pt x="67686" y="34420"/>
                </a:lnTo>
                <a:lnTo>
                  <a:pt x="68450" y="34234"/>
                </a:lnTo>
                <a:lnTo>
                  <a:pt x="69215" y="34040"/>
                </a:lnTo>
                <a:lnTo>
                  <a:pt x="69935" y="33841"/>
                </a:lnTo>
                <a:lnTo>
                  <a:pt x="70655" y="33634"/>
                </a:lnTo>
                <a:lnTo>
                  <a:pt x="71329" y="33428"/>
                </a:lnTo>
                <a:lnTo>
                  <a:pt x="72004" y="33215"/>
                </a:lnTo>
                <a:lnTo>
                  <a:pt x="72634" y="32995"/>
                </a:lnTo>
                <a:lnTo>
                  <a:pt x="73249" y="32776"/>
                </a:lnTo>
                <a:lnTo>
                  <a:pt x="73848" y="32543"/>
                </a:lnTo>
                <a:lnTo>
                  <a:pt x="74433" y="32309"/>
                </a:lnTo>
                <a:lnTo>
                  <a:pt x="74988" y="32076"/>
                </a:lnTo>
                <a:lnTo>
                  <a:pt x="74988" y="32076"/>
                </a:lnTo>
                <a:lnTo>
                  <a:pt x="74898" y="31957"/>
                </a:lnTo>
                <a:lnTo>
                  <a:pt x="74823" y="31837"/>
                </a:lnTo>
                <a:lnTo>
                  <a:pt x="74763" y="31724"/>
                </a:lnTo>
                <a:lnTo>
                  <a:pt x="74703" y="31610"/>
                </a:lnTo>
                <a:lnTo>
                  <a:pt x="74673" y="31504"/>
                </a:lnTo>
                <a:lnTo>
                  <a:pt x="74643" y="31397"/>
                </a:lnTo>
                <a:lnTo>
                  <a:pt x="74613" y="31298"/>
                </a:lnTo>
                <a:lnTo>
                  <a:pt x="74613" y="31198"/>
                </a:lnTo>
                <a:lnTo>
                  <a:pt x="74613" y="31198"/>
                </a:lnTo>
                <a:lnTo>
                  <a:pt x="74613" y="31011"/>
                </a:lnTo>
                <a:lnTo>
                  <a:pt x="74643" y="30805"/>
                </a:lnTo>
                <a:lnTo>
                  <a:pt x="74688" y="30579"/>
                </a:lnTo>
                <a:lnTo>
                  <a:pt x="74778" y="30346"/>
                </a:lnTo>
                <a:lnTo>
                  <a:pt x="74838" y="30226"/>
                </a:lnTo>
                <a:lnTo>
                  <a:pt x="74898" y="30099"/>
                </a:lnTo>
                <a:lnTo>
                  <a:pt x="74988" y="29979"/>
                </a:lnTo>
                <a:lnTo>
                  <a:pt x="75078" y="29853"/>
                </a:lnTo>
                <a:lnTo>
                  <a:pt x="75183" y="29726"/>
                </a:lnTo>
                <a:lnTo>
                  <a:pt x="75318" y="29607"/>
                </a:lnTo>
                <a:lnTo>
                  <a:pt x="75453" y="29487"/>
                </a:lnTo>
                <a:lnTo>
                  <a:pt x="75603" y="29367"/>
                </a:lnTo>
                <a:lnTo>
                  <a:pt x="75783" y="29247"/>
                </a:lnTo>
                <a:lnTo>
                  <a:pt x="75978" y="29134"/>
                </a:lnTo>
                <a:lnTo>
                  <a:pt x="76188" y="29021"/>
                </a:lnTo>
                <a:lnTo>
                  <a:pt x="76428" y="28914"/>
                </a:lnTo>
                <a:lnTo>
                  <a:pt x="76667" y="28814"/>
                </a:lnTo>
                <a:lnTo>
                  <a:pt x="76952" y="28714"/>
                </a:lnTo>
                <a:lnTo>
                  <a:pt x="77252" y="28621"/>
                </a:lnTo>
                <a:lnTo>
                  <a:pt x="77567" y="28535"/>
                </a:lnTo>
                <a:lnTo>
                  <a:pt x="77912" y="28455"/>
                </a:lnTo>
                <a:lnTo>
                  <a:pt x="78287" y="28388"/>
                </a:lnTo>
                <a:lnTo>
                  <a:pt x="78692" y="28322"/>
                </a:lnTo>
                <a:lnTo>
                  <a:pt x="79127" y="28262"/>
                </a:lnTo>
                <a:lnTo>
                  <a:pt x="79576" y="28215"/>
                </a:lnTo>
                <a:lnTo>
                  <a:pt x="80056" y="28175"/>
                </a:lnTo>
                <a:lnTo>
                  <a:pt x="80581" y="28149"/>
                </a:lnTo>
                <a:lnTo>
                  <a:pt x="81121" y="28129"/>
                </a:lnTo>
                <a:lnTo>
                  <a:pt x="81121" y="28129"/>
                </a:lnTo>
                <a:lnTo>
                  <a:pt x="81571" y="27676"/>
                </a:lnTo>
                <a:lnTo>
                  <a:pt x="81990" y="27223"/>
                </a:lnTo>
                <a:lnTo>
                  <a:pt x="82365" y="26764"/>
                </a:lnTo>
                <a:lnTo>
                  <a:pt x="82725" y="26298"/>
                </a:lnTo>
                <a:lnTo>
                  <a:pt x="83040" y="25838"/>
                </a:lnTo>
                <a:lnTo>
                  <a:pt x="83340" y="25372"/>
                </a:lnTo>
                <a:lnTo>
                  <a:pt x="83610" y="24906"/>
                </a:lnTo>
                <a:lnTo>
                  <a:pt x="83865" y="24440"/>
                </a:lnTo>
                <a:lnTo>
                  <a:pt x="84090" y="23974"/>
                </a:lnTo>
                <a:lnTo>
                  <a:pt x="84285" y="23508"/>
                </a:lnTo>
                <a:lnTo>
                  <a:pt x="84480" y="23042"/>
                </a:lnTo>
                <a:lnTo>
                  <a:pt x="84645" y="22583"/>
                </a:lnTo>
                <a:lnTo>
                  <a:pt x="84794" y="22130"/>
                </a:lnTo>
                <a:lnTo>
                  <a:pt x="84929" y="21677"/>
                </a:lnTo>
                <a:lnTo>
                  <a:pt x="85049" y="21225"/>
                </a:lnTo>
                <a:lnTo>
                  <a:pt x="85169" y="20785"/>
                </a:lnTo>
                <a:lnTo>
                  <a:pt x="85169" y="20785"/>
                </a:lnTo>
                <a:lnTo>
                  <a:pt x="85289" y="20246"/>
                </a:lnTo>
                <a:lnTo>
                  <a:pt x="85364" y="19680"/>
                </a:lnTo>
                <a:lnTo>
                  <a:pt x="85394" y="19387"/>
                </a:lnTo>
                <a:lnTo>
                  <a:pt x="85424" y="19088"/>
                </a:lnTo>
                <a:lnTo>
                  <a:pt x="85439" y="18781"/>
                </a:lnTo>
                <a:lnTo>
                  <a:pt x="85439" y="18469"/>
                </a:lnTo>
                <a:lnTo>
                  <a:pt x="85439" y="18156"/>
                </a:lnTo>
                <a:lnTo>
                  <a:pt x="85424" y="17829"/>
                </a:lnTo>
                <a:lnTo>
                  <a:pt x="85394" y="17503"/>
                </a:lnTo>
                <a:lnTo>
                  <a:pt x="85349" y="17177"/>
                </a:lnTo>
                <a:lnTo>
                  <a:pt x="85304" y="16837"/>
                </a:lnTo>
                <a:lnTo>
                  <a:pt x="85244" y="16498"/>
                </a:lnTo>
                <a:lnTo>
                  <a:pt x="85184" y="16152"/>
                </a:lnTo>
                <a:lnTo>
                  <a:pt x="85094" y="15806"/>
                </a:lnTo>
                <a:lnTo>
                  <a:pt x="85094" y="15806"/>
                </a:lnTo>
                <a:lnTo>
                  <a:pt x="84375" y="15652"/>
                </a:lnTo>
                <a:lnTo>
                  <a:pt x="83685" y="15486"/>
                </a:lnTo>
                <a:lnTo>
                  <a:pt x="82980" y="15326"/>
                </a:lnTo>
                <a:lnTo>
                  <a:pt x="82305" y="15153"/>
                </a:lnTo>
                <a:lnTo>
                  <a:pt x="81631" y="14980"/>
                </a:lnTo>
                <a:lnTo>
                  <a:pt x="80986" y="14800"/>
                </a:lnTo>
                <a:lnTo>
                  <a:pt x="80326" y="14620"/>
                </a:lnTo>
                <a:lnTo>
                  <a:pt x="79696" y="14434"/>
                </a:lnTo>
                <a:lnTo>
                  <a:pt x="79067" y="14248"/>
                </a:lnTo>
                <a:lnTo>
                  <a:pt x="78452" y="14055"/>
                </a:lnTo>
                <a:lnTo>
                  <a:pt x="77852" y="13855"/>
                </a:lnTo>
                <a:lnTo>
                  <a:pt x="77267" y="13655"/>
                </a:lnTo>
                <a:lnTo>
                  <a:pt x="76682" y="13449"/>
                </a:lnTo>
                <a:lnTo>
                  <a:pt x="76113" y="13242"/>
                </a:lnTo>
                <a:lnTo>
                  <a:pt x="75558" y="13036"/>
                </a:lnTo>
                <a:lnTo>
                  <a:pt x="75003" y="12823"/>
                </a:lnTo>
                <a:lnTo>
                  <a:pt x="74463" y="12610"/>
                </a:lnTo>
                <a:lnTo>
                  <a:pt x="73938" y="12390"/>
                </a:lnTo>
                <a:lnTo>
                  <a:pt x="73414" y="12171"/>
                </a:lnTo>
                <a:lnTo>
                  <a:pt x="72904" y="11944"/>
                </a:lnTo>
                <a:lnTo>
                  <a:pt x="72409" y="11718"/>
                </a:lnTo>
                <a:lnTo>
                  <a:pt x="71914" y="11491"/>
                </a:lnTo>
                <a:lnTo>
                  <a:pt x="71449" y="11258"/>
                </a:lnTo>
                <a:lnTo>
                  <a:pt x="70970" y="11025"/>
                </a:lnTo>
                <a:lnTo>
                  <a:pt x="70520" y="10792"/>
                </a:lnTo>
                <a:lnTo>
                  <a:pt x="70070" y="10553"/>
                </a:lnTo>
                <a:lnTo>
                  <a:pt x="69635" y="10313"/>
                </a:lnTo>
                <a:lnTo>
                  <a:pt x="69200" y="10073"/>
                </a:lnTo>
                <a:lnTo>
                  <a:pt x="68780" y="9827"/>
                </a:lnTo>
                <a:lnTo>
                  <a:pt x="68375" y="9587"/>
                </a:lnTo>
                <a:lnTo>
                  <a:pt x="67971" y="9341"/>
                </a:lnTo>
                <a:lnTo>
                  <a:pt x="67581" y="9088"/>
                </a:lnTo>
                <a:lnTo>
                  <a:pt x="67206" y="8842"/>
                </a:lnTo>
                <a:lnTo>
                  <a:pt x="66831" y="8589"/>
                </a:lnTo>
                <a:lnTo>
                  <a:pt x="66471" y="8342"/>
                </a:lnTo>
                <a:lnTo>
                  <a:pt x="66126" y="8089"/>
                </a:lnTo>
                <a:lnTo>
                  <a:pt x="65452" y="7583"/>
                </a:lnTo>
                <a:lnTo>
                  <a:pt x="64807" y="7071"/>
                </a:lnTo>
                <a:lnTo>
                  <a:pt x="64207" y="6558"/>
                </a:lnTo>
                <a:lnTo>
                  <a:pt x="63637" y="6046"/>
                </a:lnTo>
                <a:lnTo>
                  <a:pt x="63112" y="5526"/>
                </a:lnTo>
                <a:lnTo>
                  <a:pt x="62618" y="5014"/>
                </a:lnTo>
                <a:lnTo>
                  <a:pt x="62153" y="4501"/>
                </a:lnTo>
                <a:lnTo>
                  <a:pt x="61718" y="3988"/>
                </a:lnTo>
                <a:lnTo>
                  <a:pt x="61328" y="3476"/>
                </a:lnTo>
                <a:lnTo>
                  <a:pt x="60968" y="2970"/>
                </a:lnTo>
                <a:lnTo>
                  <a:pt x="60638" y="2471"/>
                </a:lnTo>
                <a:lnTo>
                  <a:pt x="60338" y="1971"/>
                </a:lnTo>
                <a:lnTo>
                  <a:pt x="60069" y="1479"/>
                </a:lnTo>
                <a:lnTo>
                  <a:pt x="59829" y="993"/>
                </a:lnTo>
                <a:lnTo>
                  <a:pt x="59829" y="993"/>
                </a:lnTo>
                <a:lnTo>
                  <a:pt x="58989" y="879"/>
                </a:lnTo>
                <a:lnTo>
                  <a:pt x="58119" y="773"/>
                </a:lnTo>
                <a:lnTo>
                  <a:pt x="57250" y="666"/>
                </a:lnTo>
                <a:lnTo>
                  <a:pt x="56350" y="573"/>
                </a:lnTo>
                <a:lnTo>
                  <a:pt x="55435" y="487"/>
                </a:lnTo>
                <a:lnTo>
                  <a:pt x="54506" y="407"/>
                </a:lnTo>
                <a:lnTo>
                  <a:pt x="53546" y="327"/>
                </a:lnTo>
                <a:lnTo>
                  <a:pt x="52571" y="260"/>
                </a:lnTo>
                <a:lnTo>
                  <a:pt x="51582" y="200"/>
                </a:lnTo>
                <a:lnTo>
                  <a:pt x="50577" y="154"/>
                </a:lnTo>
                <a:lnTo>
                  <a:pt x="49557" y="107"/>
                </a:lnTo>
                <a:lnTo>
                  <a:pt x="48508" y="67"/>
                </a:lnTo>
                <a:lnTo>
                  <a:pt x="47443" y="41"/>
                </a:lnTo>
                <a:lnTo>
                  <a:pt x="46364" y="21"/>
                </a:lnTo>
                <a:lnTo>
                  <a:pt x="45269" y="7"/>
                </a:lnTo>
                <a:lnTo>
                  <a:pt x="44144" y="1"/>
                </a:lnTo>
                <a:lnTo>
                  <a:pt x="44144" y="1"/>
                </a:lnTo>
                <a:lnTo>
                  <a:pt x="42585" y="14"/>
                </a:lnTo>
                <a:lnTo>
                  <a:pt x="42585" y="14"/>
                </a:lnTo>
                <a:lnTo>
                  <a:pt x="41310" y="27"/>
                </a:lnTo>
                <a:lnTo>
                  <a:pt x="40051" y="54"/>
                </a:lnTo>
                <a:lnTo>
                  <a:pt x="38821" y="87"/>
                </a:lnTo>
                <a:lnTo>
                  <a:pt x="37622" y="134"/>
                </a:lnTo>
                <a:lnTo>
                  <a:pt x="36452" y="180"/>
                </a:lnTo>
                <a:lnTo>
                  <a:pt x="35298" y="240"/>
                </a:lnTo>
                <a:lnTo>
                  <a:pt x="34173" y="307"/>
                </a:lnTo>
                <a:lnTo>
                  <a:pt x="33063" y="387"/>
                </a:lnTo>
                <a:lnTo>
                  <a:pt x="31984" y="467"/>
                </a:lnTo>
                <a:lnTo>
                  <a:pt x="30919" y="560"/>
                </a:lnTo>
                <a:lnTo>
                  <a:pt x="29885" y="653"/>
                </a:lnTo>
                <a:lnTo>
                  <a:pt x="28880" y="760"/>
                </a:lnTo>
                <a:lnTo>
                  <a:pt x="27890" y="873"/>
                </a:lnTo>
                <a:lnTo>
                  <a:pt x="26931" y="993"/>
                </a:lnTo>
                <a:lnTo>
                  <a:pt x="25986" y="1119"/>
                </a:lnTo>
                <a:lnTo>
                  <a:pt x="25056" y="1252"/>
                </a:lnTo>
                <a:lnTo>
                  <a:pt x="24157" y="1385"/>
                </a:lnTo>
                <a:lnTo>
                  <a:pt x="23287" y="1532"/>
                </a:lnTo>
                <a:lnTo>
                  <a:pt x="22432" y="1685"/>
                </a:lnTo>
                <a:lnTo>
                  <a:pt x="21593" y="1845"/>
                </a:lnTo>
                <a:lnTo>
                  <a:pt x="20768" y="2004"/>
                </a:lnTo>
                <a:lnTo>
                  <a:pt x="19973" y="2171"/>
                </a:lnTo>
                <a:lnTo>
                  <a:pt x="19209" y="2351"/>
                </a:lnTo>
                <a:lnTo>
                  <a:pt x="18444" y="2530"/>
                </a:lnTo>
                <a:lnTo>
                  <a:pt x="17709" y="2710"/>
                </a:lnTo>
                <a:lnTo>
                  <a:pt x="17004" y="2903"/>
                </a:lnTo>
                <a:lnTo>
                  <a:pt x="16300" y="3096"/>
                </a:lnTo>
                <a:lnTo>
                  <a:pt x="15625" y="3296"/>
                </a:lnTo>
                <a:lnTo>
                  <a:pt x="14965" y="3502"/>
                </a:lnTo>
                <a:lnTo>
                  <a:pt x="14320" y="3709"/>
                </a:lnTo>
                <a:lnTo>
                  <a:pt x="13706" y="3922"/>
                </a:lnTo>
                <a:lnTo>
                  <a:pt x="13106" y="4142"/>
                </a:lnTo>
                <a:lnTo>
                  <a:pt x="13106" y="4142"/>
                </a:lnTo>
                <a:lnTo>
                  <a:pt x="13211" y="4268"/>
                </a:lnTo>
                <a:lnTo>
                  <a:pt x="13301" y="4395"/>
                </a:lnTo>
                <a:lnTo>
                  <a:pt x="13376" y="4521"/>
                </a:lnTo>
                <a:lnTo>
                  <a:pt x="13436" y="4648"/>
                </a:lnTo>
                <a:lnTo>
                  <a:pt x="13481" y="4767"/>
                </a:lnTo>
                <a:lnTo>
                  <a:pt x="13511" y="4881"/>
                </a:lnTo>
                <a:lnTo>
                  <a:pt x="13541" y="4994"/>
                </a:lnTo>
                <a:lnTo>
                  <a:pt x="13541" y="5100"/>
                </a:lnTo>
                <a:lnTo>
                  <a:pt x="13541" y="5100"/>
                </a:lnTo>
                <a:lnTo>
                  <a:pt x="13541" y="5287"/>
                </a:lnTo>
                <a:lnTo>
                  <a:pt x="13511" y="5500"/>
                </a:lnTo>
                <a:lnTo>
                  <a:pt x="13466" y="5733"/>
                </a:lnTo>
                <a:lnTo>
                  <a:pt x="13421" y="5853"/>
                </a:lnTo>
                <a:lnTo>
                  <a:pt x="13376" y="5972"/>
                </a:lnTo>
                <a:lnTo>
                  <a:pt x="13316" y="6099"/>
                </a:lnTo>
                <a:lnTo>
                  <a:pt x="13241" y="6225"/>
                </a:lnTo>
                <a:lnTo>
                  <a:pt x="13151" y="6345"/>
                </a:lnTo>
                <a:lnTo>
                  <a:pt x="13046" y="6472"/>
                </a:lnTo>
                <a:lnTo>
                  <a:pt x="12941" y="6598"/>
                </a:lnTo>
                <a:lnTo>
                  <a:pt x="12806" y="6725"/>
                </a:lnTo>
                <a:lnTo>
                  <a:pt x="12656" y="6851"/>
                </a:lnTo>
                <a:lnTo>
                  <a:pt x="12491" y="6971"/>
                </a:lnTo>
                <a:lnTo>
                  <a:pt x="12311" y="7091"/>
                </a:lnTo>
                <a:lnTo>
                  <a:pt x="12101" y="7204"/>
                </a:lnTo>
                <a:lnTo>
                  <a:pt x="11876" y="7317"/>
                </a:lnTo>
                <a:lnTo>
                  <a:pt x="11636" y="7424"/>
                </a:lnTo>
                <a:lnTo>
                  <a:pt x="11366" y="7524"/>
                </a:lnTo>
                <a:lnTo>
                  <a:pt x="11067" y="7623"/>
                </a:lnTo>
                <a:lnTo>
                  <a:pt x="10752" y="7717"/>
                </a:lnTo>
                <a:lnTo>
                  <a:pt x="10422" y="7797"/>
                </a:lnTo>
                <a:lnTo>
                  <a:pt x="10047" y="7876"/>
                </a:lnTo>
                <a:lnTo>
                  <a:pt x="9657" y="7950"/>
                </a:lnTo>
                <a:lnTo>
                  <a:pt x="9237" y="8010"/>
                </a:lnTo>
                <a:lnTo>
                  <a:pt x="8772" y="8063"/>
                </a:lnTo>
                <a:lnTo>
                  <a:pt x="8293" y="8103"/>
                </a:lnTo>
                <a:lnTo>
                  <a:pt x="7783" y="8136"/>
                </a:lnTo>
                <a:lnTo>
                  <a:pt x="7243" y="8163"/>
                </a:lnTo>
                <a:lnTo>
                  <a:pt x="6658" y="8169"/>
                </a:lnTo>
                <a:lnTo>
                  <a:pt x="6658" y="8169"/>
                </a:lnTo>
                <a:lnTo>
                  <a:pt x="6403" y="8176"/>
                </a:lnTo>
                <a:lnTo>
                  <a:pt x="6403" y="8176"/>
                </a:lnTo>
                <a:lnTo>
                  <a:pt x="5968" y="8169"/>
                </a:lnTo>
                <a:lnTo>
                  <a:pt x="5534" y="8156"/>
                </a:lnTo>
                <a:lnTo>
                  <a:pt x="5534" y="8156"/>
                </a:lnTo>
                <a:lnTo>
                  <a:pt x="5099" y="8516"/>
                </a:lnTo>
                <a:lnTo>
                  <a:pt x="4679" y="8875"/>
                </a:lnTo>
                <a:lnTo>
                  <a:pt x="4274" y="9235"/>
                </a:lnTo>
                <a:lnTo>
                  <a:pt x="3899" y="9601"/>
                </a:lnTo>
                <a:lnTo>
                  <a:pt x="3539" y="9967"/>
                </a:lnTo>
                <a:lnTo>
                  <a:pt x="3209" y="10333"/>
                </a:lnTo>
                <a:lnTo>
                  <a:pt x="2895" y="10699"/>
                </a:lnTo>
                <a:lnTo>
                  <a:pt x="2610" y="11065"/>
                </a:lnTo>
                <a:lnTo>
                  <a:pt x="2340" y="11432"/>
                </a:lnTo>
                <a:lnTo>
                  <a:pt x="2085" y="11798"/>
                </a:lnTo>
                <a:lnTo>
                  <a:pt x="1845" y="12164"/>
                </a:lnTo>
                <a:lnTo>
                  <a:pt x="1620" y="12530"/>
                </a:lnTo>
                <a:lnTo>
                  <a:pt x="1425" y="12896"/>
                </a:lnTo>
                <a:lnTo>
                  <a:pt x="1245" y="13256"/>
                </a:lnTo>
                <a:lnTo>
                  <a:pt x="1065" y="13615"/>
                </a:lnTo>
                <a:lnTo>
                  <a:pt x="915" y="13975"/>
                </a:lnTo>
                <a:lnTo>
                  <a:pt x="780" y="14328"/>
                </a:lnTo>
                <a:lnTo>
                  <a:pt x="645" y="14674"/>
                </a:lnTo>
                <a:lnTo>
                  <a:pt x="540" y="15020"/>
                </a:lnTo>
                <a:lnTo>
                  <a:pt x="435" y="15366"/>
                </a:lnTo>
                <a:lnTo>
                  <a:pt x="345" y="15706"/>
                </a:lnTo>
                <a:lnTo>
                  <a:pt x="271" y="16039"/>
                </a:lnTo>
                <a:lnTo>
                  <a:pt x="211" y="16365"/>
                </a:lnTo>
                <a:lnTo>
                  <a:pt x="151" y="16684"/>
                </a:lnTo>
                <a:lnTo>
                  <a:pt x="76" y="17317"/>
                </a:lnTo>
                <a:lnTo>
                  <a:pt x="16" y="17916"/>
                </a:lnTo>
                <a:lnTo>
                  <a:pt x="1" y="18488"/>
                </a:lnTo>
                <a:lnTo>
                  <a:pt x="1" y="19028"/>
                </a:lnTo>
                <a:lnTo>
                  <a:pt x="1" y="19028"/>
                </a:lnTo>
                <a:lnTo>
                  <a:pt x="16" y="19321"/>
                </a:lnTo>
                <a:lnTo>
                  <a:pt x="46" y="19627"/>
                </a:lnTo>
                <a:lnTo>
                  <a:pt x="91" y="19933"/>
                </a:lnTo>
                <a:lnTo>
                  <a:pt x="166" y="20253"/>
                </a:lnTo>
                <a:lnTo>
                  <a:pt x="241" y="20572"/>
                </a:lnTo>
                <a:lnTo>
                  <a:pt x="345" y="20899"/>
                </a:lnTo>
                <a:lnTo>
                  <a:pt x="450" y="21231"/>
                </a:lnTo>
                <a:lnTo>
                  <a:pt x="585" y="21571"/>
                </a:lnTo>
                <a:lnTo>
                  <a:pt x="735" y="21917"/>
                </a:lnTo>
                <a:lnTo>
                  <a:pt x="900" y="22263"/>
                </a:lnTo>
                <a:lnTo>
                  <a:pt x="1095" y="22616"/>
                </a:lnTo>
                <a:lnTo>
                  <a:pt x="1305" y="22969"/>
                </a:lnTo>
                <a:lnTo>
                  <a:pt x="1515" y="23322"/>
                </a:lnTo>
                <a:lnTo>
                  <a:pt x="1770" y="23688"/>
                </a:lnTo>
                <a:lnTo>
                  <a:pt x="2025" y="24048"/>
                </a:lnTo>
                <a:lnTo>
                  <a:pt x="2310" y="24414"/>
                </a:lnTo>
                <a:lnTo>
                  <a:pt x="2610" y="24780"/>
                </a:lnTo>
                <a:lnTo>
                  <a:pt x="2925" y="25146"/>
                </a:lnTo>
                <a:lnTo>
                  <a:pt x="3269" y="25512"/>
                </a:lnTo>
                <a:lnTo>
                  <a:pt x="3629" y="25885"/>
                </a:lnTo>
                <a:lnTo>
                  <a:pt x="4004" y="26251"/>
                </a:lnTo>
                <a:lnTo>
                  <a:pt x="4409" y="26617"/>
                </a:lnTo>
                <a:lnTo>
                  <a:pt x="4829" y="26983"/>
                </a:lnTo>
                <a:lnTo>
                  <a:pt x="5279" y="27350"/>
                </a:lnTo>
                <a:lnTo>
                  <a:pt x="5744" y="27716"/>
                </a:lnTo>
                <a:lnTo>
                  <a:pt x="6238" y="28082"/>
                </a:lnTo>
                <a:lnTo>
                  <a:pt x="6748" y="28441"/>
                </a:lnTo>
                <a:lnTo>
                  <a:pt x="7273" y="28794"/>
                </a:lnTo>
                <a:lnTo>
                  <a:pt x="7828" y="29154"/>
                </a:lnTo>
                <a:lnTo>
                  <a:pt x="8398" y="29500"/>
                </a:lnTo>
                <a:lnTo>
                  <a:pt x="8997" y="29853"/>
                </a:lnTo>
                <a:lnTo>
                  <a:pt x="9627" y="30192"/>
                </a:lnTo>
                <a:lnTo>
                  <a:pt x="10272" y="30532"/>
                </a:lnTo>
                <a:lnTo>
                  <a:pt x="10932" y="30865"/>
                </a:lnTo>
                <a:lnTo>
                  <a:pt x="11636" y="31198"/>
                </a:lnTo>
                <a:lnTo>
                  <a:pt x="12341" y="31517"/>
                </a:lnTo>
                <a:lnTo>
                  <a:pt x="13091" y="31837"/>
                </a:lnTo>
                <a:lnTo>
                  <a:pt x="13856" y="32143"/>
                </a:lnTo>
                <a:lnTo>
                  <a:pt x="14635" y="32449"/>
                </a:lnTo>
                <a:lnTo>
                  <a:pt x="15460" y="32742"/>
                </a:lnTo>
                <a:lnTo>
                  <a:pt x="16300" y="33035"/>
                </a:lnTo>
                <a:lnTo>
                  <a:pt x="17154" y="33315"/>
                </a:lnTo>
                <a:lnTo>
                  <a:pt x="18054" y="33588"/>
                </a:lnTo>
                <a:lnTo>
                  <a:pt x="18969" y="33847"/>
                </a:lnTo>
                <a:lnTo>
                  <a:pt x="19913" y="34107"/>
                </a:lnTo>
                <a:lnTo>
                  <a:pt x="20873" y="34347"/>
                </a:lnTo>
                <a:lnTo>
                  <a:pt x="21878" y="34586"/>
                </a:lnTo>
                <a:lnTo>
                  <a:pt x="22897" y="34813"/>
                </a:lnTo>
                <a:lnTo>
                  <a:pt x="23947" y="35026"/>
                </a:lnTo>
                <a:lnTo>
                  <a:pt x="25026" y="35225"/>
                </a:lnTo>
                <a:lnTo>
                  <a:pt x="26121" y="35419"/>
                </a:lnTo>
                <a:lnTo>
                  <a:pt x="27261" y="35598"/>
                </a:lnTo>
                <a:lnTo>
                  <a:pt x="28415" y="35765"/>
                </a:lnTo>
                <a:lnTo>
                  <a:pt x="29600" y="35918"/>
                </a:lnTo>
                <a:lnTo>
                  <a:pt x="30200" y="35991"/>
                </a:lnTo>
                <a:lnTo>
                  <a:pt x="30814" y="36064"/>
                </a:lnTo>
                <a:lnTo>
                  <a:pt x="31429" y="36131"/>
                </a:lnTo>
                <a:lnTo>
                  <a:pt x="32059" y="36191"/>
                </a:lnTo>
                <a:lnTo>
                  <a:pt x="32689" y="36251"/>
                </a:lnTo>
                <a:lnTo>
                  <a:pt x="33333" y="36304"/>
                </a:lnTo>
                <a:lnTo>
                  <a:pt x="33978" y="36357"/>
                </a:lnTo>
                <a:lnTo>
                  <a:pt x="34638" y="36404"/>
                </a:lnTo>
                <a:lnTo>
                  <a:pt x="35298" y="36450"/>
                </a:lnTo>
                <a:lnTo>
                  <a:pt x="35957" y="36490"/>
                </a:lnTo>
                <a:lnTo>
                  <a:pt x="36647" y="36530"/>
                </a:lnTo>
                <a:lnTo>
                  <a:pt x="37322" y="36564"/>
                </a:lnTo>
                <a:lnTo>
                  <a:pt x="38012" y="36597"/>
                </a:lnTo>
                <a:lnTo>
                  <a:pt x="38716" y="36624"/>
                </a:lnTo>
                <a:lnTo>
                  <a:pt x="39421" y="36644"/>
                </a:lnTo>
                <a:lnTo>
                  <a:pt x="40141" y="36664"/>
                </a:lnTo>
                <a:lnTo>
                  <a:pt x="40861" y="36677"/>
                </a:lnTo>
                <a:lnTo>
                  <a:pt x="41580" y="36690"/>
                </a:lnTo>
                <a:lnTo>
                  <a:pt x="42315" y="36690"/>
                </a:lnTo>
                <a:lnTo>
                  <a:pt x="43065" y="3669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53"/>
          <p:cNvSpPr/>
          <p:nvPr/>
        </p:nvSpPr>
        <p:spPr>
          <a:xfrm rot="10800000">
            <a:off x="6493373" y="1904465"/>
            <a:ext cx="739439" cy="984427"/>
          </a:xfrm>
          <a:custGeom>
            <a:avLst/>
            <a:gdLst/>
            <a:ahLst/>
            <a:cxnLst/>
            <a:rect l="l" t="t" r="r" b="b"/>
            <a:pathLst>
              <a:path w="25267" h="14814" extrusionOk="0">
                <a:moveTo>
                  <a:pt x="1" y="1"/>
                </a:moveTo>
                <a:lnTo>
                  <a:pt x="241" y="487"/>
                </a:lnTo>
                <a:lnTo>
                  <a:pt x="510" y="979"/>
                </a:lnTo>
                <a:lnTo>
                  <a:pt x="810" y="1479"/>
                </a:lnTo>
                <a:lnTo>
                  <a:pt x="1140" y="1978"/>
                </a:lnTo>
                <a:lnTo>
                  <a:pt x="1500" y="2484"/>
                </a:lnTo>
                <a:lnTo>
                  <a:pt x="1890" y="2996"/>
                </a:lnTo>
                <a:lnTo>
                  <a:pt x="2325" y="3509"/>
                </a:lnTo>
                <a:lnTo>
                  <a:pt x="2790" y="4022"/>
                </a:lnTo>
                <a:lnTo>
                  <a:pt x="3284" y="4534"/>
                </a:lnTo>
                <a:lnTo>
                  <a:pt x="3809" y="5054"/>
                </a:lnTo>
                <a:lnTo>
                  <a:pt x="4379" y="5566"/>
                </a:lnTo>
                <a:lnTo>
                  <a:pt x="4979" y="6079"/>
                </a:lnTo>
                <a:lnTo>
                  <a:pt x="5624" y="6591"/>
                </a:lnTo>
                <a:lnTo>
                  <a:pt x="6298" y="7097"/>
                </a:lnTo>
                <a:lnTo>
                  <a:pt x="6643" y="7350"/>
                </a:lnTo>
                <a:lnTo>
                  <a:pt x="7003" y="7597"/>
                </a:lnTo>
                <a:lnTo>
                  <a:pt x="7378" y="7850"/>
                </a:lnTo>
                <a:lnTo>
                  <a:pt x="7753" y="8096"/>
                </a:lnTo>
                <a:lnTo>
                  <a:pt x="8143" y="8349"/>
                </a:lnTo>
                <a:lnTo>
                  <a:pt x="8547" y="8595"/>
                </a:lnTo>
                <a:lnTo>
                  <a:pt x="8952" y="8835"/>
                </a:lnTo>
                <a:lnTo>
                  <a:pt x="9372" y="9081"/>
                </a:lnTo>
                <a:lnTo>
                  <a:pt x="9807" y="9321"/>
                </a:lnTo>
                <a:lnTo>
                  <a:pt x="10242" y="9561"/>
                </a:lnTo>
                <a:lnTo>
                  <a:pt x="10692" y="9800"/>
                </a:lnTo>
                <a:lnTo>
                  <a:pt x="11142" y="10033"/>
                </a:lnTo>
                <a:lnTo>
                  <a:pt x="11621" y="10266"/>
                </a:lnTo>
                <a:lnTo>
                  <a:pt x="12086" y="10499"/>
                </a:lnTo>
                <a:lnTo>
                  <a:pt x="12581" y="10726"/>
                </a:lnTo>
                <a:lnTo>
                  <a:pt x="13076" y="10952"/>
                </a:lnTo>
                <a:lnTo>
                  <a:pt x="13586" y="11179"/>
                </a:lnTo>
                <a:lnTo>
                  <a:pt x="14110" y="11398"/>
                </a:lnTo>
                <a:lnTo>
                  <a:pt x="14635" y="11618"/>
                </a:lnTo>
                <a:lnTo>
                  <a:pt x="15175" y="11831"/>
                </a:lnTo>
                <a:lnTo>
                  <a:pt x="15730" y="12044"/>
                </a:lnTo>
                <a:lnTo>
                  <a:pt x="16285" y="12250"/>
                </a:lnTo>
                <a:lnTo>
                  <a:pt x="16854" y="12457"/>
                </a:lnTo>
                <a:lnTo>
                  <a:pt x="17439" y="12663"/>
                </a:lnTo>
                <a:lnTo>
                  <a:pt x="18024" y="12863"/>
                </a:lnTo>
                <a:lnTo>
                  <a:pt x="18624" y="13063"/>
                </a:lnTo>
                <a:lnTo>
                  <a:pt x="19239" y="13256"/>
                </a:lnTo>
                <a:lnTo>
                  <a:pt x="19868" y="13442"/>
                </a:lnTo>
                <a:lnTo>
                  <a:pt x="20498" y="13628"/>
                </a:lnTo>
                <a:lnTo>
                  <a:pt x="21158" y="13808"/>
                </a:lnTo>
                <a:lnTo>
                  <a:pt x="21803" y="13988"/>
                </a:lnTo>
                <a:lnTo>
                  <a:pt x="22477" y="14161"/>
                </a:lnTo>
                <a:lnTo>
                  <a:pt x="23152" y="14334"/>
                </a:lnTo>
                <a:lnTo>
                  <a:pt x="23857" y="14494"/>
                </a:lnTo>
                <a:lnTo>
                  <a:pt x="24547" y="14660"/>
                </a:lnTo>
                <a:lnTo>
                  <a:pt x="25266" y="14814"/>
                </a:lnTo>
                <a:lnTo>
                  <a:pt x="25116" y="14288"/>
                </a:lnTo>
                <a:lnTo>
                  <a:pt x="24936" y="13762"/>
                </a:lnTo>
                <a:lnTo>
                  <a:pt x="24742" y="13222"/>
                </a:lnTo>
                <a:lnTo>
                  <a:pt x="24502" y="12683"/>
                </a:lnTo>
                <a:lnTo>
                  <a:pt x="24232" y="12144"/>
                </a:lnTo>
                <a:lnTo>
                  <a:pt x="23917" y="11598"/>
                </a:lnTo>
                <a:lnTo>
                  <a:pt x="23572" y="11052"/>
                </a:lnTo>
                <a:lnTo>
                  <a:pt x="23392" y="10779"/>
                </a:lnTo>
                <a:lnTo>
                  <a:pt x="23197" y="10506"/>
                </a:lnTo>
                <a:lnTo>
                  <a:pt x="23002" y="10233"/>
                </a:lnTo>
                <a:lnTo>
                  <a:pt x="22777" y="9960"/>
                </a:lnTo>
                <a:lnTo>
                  <a:pt x="22567" y="9687"/>
                </a:lnTo>
                <a:lnTo>
                  <a:pt x="22327" y="9421"/>
                </a:lnTo>
                <a:lnTo>
                  <a:pt x="22088" y="9148"/>
                </a:lnTo>
                <a:lnTo>
                  <a:pt x="21833" y="8882"/>
                </a:lnTo>
                <a:lnTo>
                  <a:pt x="21578" y="8609"/>
                </a:lnTo>
                <a:lnTo>
                  <a:pt x="21293" y="8342"/>
                </a:lnTo>
                <a:lnTo>
                  <a:pt x="21023" y="8076"/>
                </a:lnTo>
                <a:lnTo>
                  <a:pt x="20723" y="7810"/>
                </a:lnTo>
                <a:lnTo>
                  <a:pt x="20408" y="7550"/>
                </a:lnTo>
                <a:lnTo>
                  <a:pt x="20093" y="7291"/>
                </a:lnTo>
                <a:lnTo>
                  <a:pt x="19763" y="7031"/>
                </a:lnTo>
                <a:lnTo>
                  <a:pt x="19433" y="6771"/>
                </a:lnTo>
                <a:lnTo>
                  <a:pt x="19074" y="6512"/>
                </a:lnTo>
                <a:lnTo>
                  <a:pt x="18714" y="6259"/>
                </a:lnTo>
                <a:lnTo>
                  <a:pt x="18339" y="6006"/>
                </a:lnTo>
                <a:lnTo>
                  <a:pt x="17949" y="5759"/>
                </a:lnTo>
                <a:lnTo>
                  <a:pt x="17559" y="5513"/>
                </a:lnTo>
                <a:lnTo>
                  <a:pt x="17139" y="5267"/>
                </a:lnTo>
                <a:lnTo>
                  <a:pt x="16719" y="5027"/>
                </a:lnTo>
                <a:lnTo>
                  <a:pt x="16285" y="4787"/>
                </a:lnTo>
                <a:lnTo>
                  <a:pt x="15835" y="4554"/>
                </a:lnTo>
                <a:lnTo>
                  <a:pt x="15370" y="4321"/>
                </a:lnTo>
                <a:lnTo>
                  <a:pt x="14905" y="4095"/>
                </a:lnTo>
                <a:lnTo>
                  <a:pt x="14410" y="3869"/>
                </a:lnTo>
                <a:lnTo>
                  <a:pt x="13916" y="3642"/>
                </a:lnTo>
                <a:lnTo>
                  <a:pt x="13391" y="3423"/>
                </a:lnTo>
                <a:lnTo>
                  <a:pt x="12866" y="3209"/>
                </a:lnTo>
                <a:lnTo>
                  <a:pt x="12326" y="3003"/>
                </a:lnTo>
                <a:lnTo>
                  <a:pt x="11771" y="2790"/>
                </a:lnTo>
                <a:lnTo>
                  <a:pt x="11187" y="2590"/>
                </a:lnTo>
                <a:lnTo>
                  <a:pt x="10602" y="2391"/>
                </a:lnTo>
                <a:lnTo>
                  <a:pt x="10002" y="2198"/>
                </a:lnTo>
                <a:lnTo>
                  <a:pt x="9387" y="2004"/>
                </a:lnTo>
                <a:lnTo>
                  <a:pt x="8757" y="1825"/>
                </a:lnTo>
                <a:lnTo>
                  <a:pt x="8128" y="1638"/>
                </a:lnTo>
                <a:lnTo>
                  <a:pt x="7468" y="1465"/>
                </a:lnTo>
                <a:lnTo>
                  <a:pt x="6793" y="1292"/>
                </a:lnTo>
                <a:lnTo>
                  <a:pt x="6103" y="1132"/>
                </a:lnTo>
                <a:lnTo>
                  <a:pt x="5399" y="966"/>
                </a:lnTo>
                <a:lnTo>
                  <a:pt x="4664" y="813"/>
                </a:lnTo>
                <a:lnTo>
                  <a:pt x="3929" y="666"/>
                </a:lnTo>
                <a:lnTo>
                  <a:pt x="3179" y="520"/>
                </a:lnTo>
                <a:lnTo>
                  <a:pt x="2415" y="380"/>
                </a:lnTo>
                <a:lnTo>
                  <a:pt x="1620" y="254"/>
                </a:lnTo>
                <a:lnTo>
                  <a:pt x="825" y="127"/>
                </a:lnTo>
                <a:lnTo>
                  <a:pt x="1" y="1"/>
                </a:lnTo>
                <a:close/>
              </a:path>
            </a:pathLst>
          </a:custGeom>
          <a:solidFill>
            <a:srgbClr val="970C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53"/>
          <p:cNvSpPr/>
          <p:nvPr/>
        </p:nvSpPr>
        <p:spPr>
          <a:xfrm rot="10800000">
            <a:off x="6493373" y="1904465"/>
            <a:ext cx="739439" cy="984427"/>
          </a:xfrm>
          <a:custGeom>
            <a:avLst/>
            <a:gdLst/>
            <a:ahLst/>
            <a:cxnLst/>
            <a:rect l="l" t="t" r="r" b="b"/>
            <a:pathLst>
              <a:path w="25267" h="14814" fill="none" extrusionOk="0">
                <a:moveTo>
                  <a:pt x="25266" y="14814"/>
                </a:moveTo>
                <a:lnTo>
                  <a:pt x="25266" y="14814"/>
                </a:lnTo>
                <a:lnTo>
                  <a:pt x="25116" y="14288"/>
                </a:lnTo>
                <a:lnTo>
                  <a:pt x="24936" y="13762"/>
                </a:lnTo>
                <a:lnTo>
                  <a:pt x="24742" y="13222"/>
                </a:lnTo>
                <a:lnTo>
                  <a:pt x="24502" y="12683"/>
                </a:lnTo>
                <a:lnTo>
                  <a:pt x="24232" y="12144"/>
                </a:lnTo>
                <a:lnTo>
                  <a:pt x="23917" y="11598"/>
                </a:lnTo>
                <a:lnTo>
                  <a:pt x="23572" y="11052"/>
                </a:lnTo>
                <a:lnTo>
                  <a:pt x="23392" y="10779"/>
                </a:lnTo>
                <a:lnTo>
                  <a:pt x="23197" y="10506"/>
                </a:lnTo>
                <a:lnTo>
                  <a:pt x="23002" y="10233"/>
                </a:lnTo>
                <a:lnTo>
                  <a:pt x="22777" y="9960"/>
                </a:lnTo>
                <a:lnTo>
                  <a:pt x="22567" y="9687"/>
                </a:lnTo>
                <a:lnTo>
                  <a:pt x="22327" y="9421"/>
                </a:lnTo>
                <a:lnTo>
                  <a:pt x="22088" y="9148"/>
                </a:lnTo>
                <a:lnTo>
                  <a:pt x="21833" y="8882"/>
                </a:lnTo>
                <a:lnTo>
                  <a:pt x="21578" y="8609"/>
                </a:lnTo>
                <a:lnTo>
                  <a:pt x="21293" y="8342"/>
                </a:lnTo>
                <a:lnTo>
                  <a:pt x="21023" y="8076"/>
                </a:lnTo>
                <a:lnTo>
                  <a:pt x="20723" y="7810"/>
                </a:lnTo>
                <a:lnTo>
                  <a:pt x="20408" y="7550"/>
                </a:lnTo>
                <a:lnTo>
                  <a:pt x="20093" y="7291"/>
                </a:lnTo>
                <a:lnTo>
                  <a:pt x="19763" y="7031"/>
                </a:lnTo>
                <a:lnTo>
                  <a:pt x="19433" y="6771"/>
                </a:lnTo>
                <a:lnTo>
                  <a:pt x="19074" y="6512"/>
                </a:lnTo>
                <a:lnTo>
                  <a:pt x="18714" y="6259"/>
                </a:lnTo>
                <a:lnTo>
                  <a:pt x="18339" y="6006"/>
                </a:lnTo>
                <a:lnTo>
                  <a:pt x="17949" y="5759"/>
                </a:lnTo>
                <a:lnTo>
                  <a:pt x="17559" y="5513"/>
                </a:lnTo>
                <a:lnTo>
                  <a:pt x="17139" y="5267"/>
                </a:lnTo>
                <a:lnTo>
                  <a:pt x="16719" y="5027"/>
                </a:lnTo>
                <a:lnTo>
                  <a:pt x="16285" y="4787"/>
                </a:lnTo>
                <a:lnTo>
                  <a:pt x="15835" y="4554"/>
                </a:lnTo>
                <a:lnTo>
                  <a:pt x="15370" y="4321"/>
                </a:lnTo>
                <a:lnTo>
                  <a:pt x="14905" y="4095"/>
                </a:lnTo>
                <a:lnTo>
                  <a:pt x="14410" y="3869"/>
                </a:lnTo>
                <a:lnTo>
                  <a:pt x="13916" y="3642"/>
                </a:lnTo>
                <a:lnTo>
                  <a:pt x="13391" y="3423"/>
                </a:lnTo>
                <a:lnTo>
                  <a:pt x="12866" y="3209"/>
                </a:lnTo>
                <a:lnTo>
                  <a:pt x="12326" y="3003"/>
                </a:lnTo>
                <a:lnTo>
                  <a:pt x="11771" y="2790"/>
                </a:lnTo>
                <a:lnTo>
                  <a:pt x="11187" y="2590"/>
                </a:lnTo>
                <a:lnTo>
                  <a:pt x="10602" y="2391"/>
                </a:lnTo>
                <a:lnTo>
                  <a:pt x="10002" y="2198"/>
                </a:lnTo>
                <a:lnTo>
                  <a:pt x="9387" y="2004"/>
                </a:lnTo>
                <a:lnTo>
                  <a:pt x="8757" y="1825"/>
                </a:lnTo>
                <a:lnTo>
                  <a:pt x="8128" y="1638"/>
                </a:lnTo>
                <a:lnTo>
                  <a:pt x="7468" y="1465"/>
                </a:lnTo>
                <a:lnTo>
                  <a:pt x="6793" y="1292"/>
                </a:lnTo>
                <a:lnTo>
                  <a:pt x="6103" y="1132"/>
                </a:lnTo>
                <a:lnTo>
                  <a:pt x="5399" y="966"/>
                </a:lnTo>
                <a:lnTo>
                  <a:pt x="4664" y="813"/>
                </a:lnTo>
                <a:lnTo>
                  <a:pt x="3929" y="666"/>
                </a:lnTo>
                <a:lnTo>
                  <a:pt x="3179" y="520"/>
                </a:lnTo>
                <a:lnTo>
                  <a:pt x="2415" y="380"/>
                </a:lnTo>
                <a:lnTo>
                  <a:pt x="1620" y="254"/>
                </a:lnTo>
                <a:lnTo>
                  <a:pt x="825" y="127"/>
                </a:lnTo>
                <a:lnTo>
                  <a:pt x="1" y="1"/>
                </a:lnTo>
                <a:lnTo>
                  <a:pt x="1" y="1"/>
                </a:lnTo>
                <a:lnTo>
                  <a:pt x="241" y="487"/>
                </a:lnTo>
                <a:lnTo>
                  <a:pt x="510" y="979"/>
                </a:lnTo>
                <a:lnTo>
                  <a:pt x="810" y="1479"/>
                </a:lnTo>
                <a:lnTo>
                  <a:pt x="1140" y="1978"/>
                </a:lnTo>
                <a:lnTo>
                  <a:pt x="1500" y="2484"/>
                </a:lnTo>
                <a:lnTo>
                  <a:pt x="1890" y="2996"/>
                </a:lnTo>
                <a:lnTo>
                  <a:pt x="2325" y="3509"/>
                </a:lnTo>
                <a:lnTo>
                  <a:pt x="2790" y="4022"/>
                </a:lnTo>
                <a:lnTo>
                  <a:pt x="3284" y="4534"/>
                </a:lnTo>
                <a:lnTo>
                  <a:pt x="3809" y="5054"/>
                </a:lnTo>
                <a:lnTo>
                  <a:pt x="4379" y="5566"/>
                </a:lnTo>
                <a:lnTo>
                  <a:pt x="4979" y="6079"/>
                </a:lnTo>
                <a:lnTo>
                  <a:pt x="5624" y="6591"/>
                </a:lnTo>
                <a:lnTo>
                  <a:pt x="6298" y="7097"/>
                </a:lnTo>
                <a:lnTo>
                  <a:pt x="6643" y="7350"/>
                </a:lnTo>
                <a:lnTo>
                  <a:pt x="7003" y="7597"/>
                </a:lnTo>
                <a:lnTo>
                  <a:pt x="7378" y="7850"/>
                </a:lnTo>
                <a:lnTo>
                  <a:pt x="7753" y="8096"/>
                </a:lnTo>
                <a:lnTo>
                  <a:pt x="8143" y="8349"/>
                </a:lnTo>
                <a:lnTo>
                  <a:pt x="8547" y="8595"/>
                </a:lnTo>
                <a:lnTo>
                  <a:pt x="8952" y="8835"/>
                </a:lnTo>
                <a:lnTo>
                  <a:pt x="9372" y="9081"/>
                </a:lnTo>
                <a:lnTo>
                  <a:pt x="9807" y="9321"/>
                </a:lnTo>
                <a:lnTo>
                  <a:pt x="10242" y="9561"/>
                </a:lnTo>
                <a:lnTo>
                  <a:pt x="10692" y="9800"/>
                </a:lnTo>
                <a:lnTo>
                  <a:pt x="11142" y="10033"/>
                </a:lnTo>
                <a:lnTo>
                  <a:pt x="11621" y="10266"/>
                </a:lnTo>
                <a:lnTo>
                  <a:pt x="12086" y="10499"/>
                </a:lnTo>
                <a:lnTo>
                  <a:pt x="12581" y="10726"/>
                </a:lnTo>
                <a:lnTo>
                  <a:pt x="13076" y="10952"/>
                </a:lnTo>
                <a:lnTo>
                  <a:pt x="13586" y="11179"/>
                </a:lnTo>
                <a:lnTo>
                  <a:pt x="14110" y="11398"/>
                </a:lnTo>
                <a:lnTo>
                  <a:pt x="14635" y="11618"/>
                </a:lnTo>
                <a:lnTo>
                  <a:pt x="15175" y="11831"/>
                </a:lnTo>
                <a:lnTo>
                  <a:pt x="15730" y="12044"/>
                </a:lnTo>
                <a:lnTo>
                  <a:pt x="16285" y="12250"/>
                </a:lnTo>
                <a:lnTo>
                  <a:pt x="16854" y="12457"/>
                </a:lnTo>
                <a:lnTo>
                  <a:pt x="17439" y="12663"/>
                </a:lnTo>
                <a:lnTo>
                  <a:pt x="18024" y="12863"/>
                </a:lnTo>
                <a:lnTo>
                  <a:pt x="18624" y="13063"/>
                </a:lnTo>
                <a:lnTo>
                  <a:pt x="19239" y="13256"/>
                </a:lnTo>
                <a:lnTo>
                  <a:pt x="19868" y="13442"/>
                </a:lnTo>
                <a:lnTo>
                  <a:pt x="20498" y="13628"/>
                </a:lnTo>
                <a:lnTo>
                  <a:pt x="21158" y="13808"/>
                </a:lnTo>
                <a:lnTo>
                  <a:pt x="21803" y="13988"/>
                </a:lnTo>
                <a:lnTo>
                  <a:pt x="22477" y="14161"/>
                </a:lnTo>
                <a:lnTo>
                  <a:pt x="23152" y="14334"/>
                </a:lnTo>
                <a:lnTo>
                  <a:pt x="23857" y="14494"/>
                </a:lnTo>
                <a:lnTo>
                  <a:pt x="24547" y="14660"/>
                </a:lnTo>
                <a:lnTo>
                  <a:pt x="25266" y="1481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53"/>
          <p:cNvSpPr/>
          <p:nvPr/>
        </p:nvSpPr>
        <p:spPr>
          <a:xfrm rot="10800000">
            <a:off x="8600151" y="2412756"/>
            <a:ext cx="391449" cy="392934"/>
          </a:xfrm>
          <a:custGeom>
            <a:avLst/>
            <a:gdLst/>
            <a:ahLst/>
            <a:cxnLst/>
            <a:rect l="l" t="t" r="r" b="b"/>
            <a:pathLst>
              <a:path w="13376" h="5913" extrusionOk="0">
                <a:moveTo>
                  <a:pt x="6523" y="0"/>
                </a:moveTo>
                <a:lnTo>
                  <a:pt x="6029" y="13"/>
                </a:lnTo>
                <a:lnTo>
                  <a:pt x="5564" y="27"/>
                </a:lnTo>
                <a:lnTo>
                  <a:pt x="5114" y="53"/>
                </a:lnTo>
                <a:lnTo>
                  <a:pt x="4709" y="87"/>
                </a:lnTo>
                <a:lnTo>
                  <a:pt x="4304" y="127"/>
                </a:lnTo>
                <a:lnTo>
                  <a:pt x="3944" y="173"/>
                </a:lnTo>
                <a:lnTo>
                  <a:pt x="3584" y="227"/>
                </a:lnTo>
                <a:lnTo>
                  <a:pt x="3270" y="280"/>
                </a:lnTo>
                <a:lnTo>
                  <a:pt x="2955" y="346"/>
                </a:lnTo>
                <a:lnTo>
                  <a:pt x="2670" y="413"/>
                </a:lnTo>
                <a:lnTo>
                  <a:pt x="2415" y="486"/>
                </a:lnTo>
                <a:lnTo>
                  <a:pt x="2160" y="559"/>
                </a:lnTo>
                <a:lnTo>
                  <a:pt x="1935" y="646"/>
                </a:lnTo>
                <a:lnTo>
                  <a:pt x="1725" y="726"/>
                </a:lnTo>
                <a:lnTo>
                  <a:pt x="1530" y="819"/>
                </a:lnTo>
                <a:lnTo>
                  <a:pt x="1350" y="906"/>
                </a:lnTo>
                <a:lnTo>
                  <a:pt x="1185" y="1005"/>
                </a:lnTo>
                <a:lnTo>
                  <a:pt x="1035" y="1099"/>
                </a:lnTo>
                <a:lnTo>
                  <a:pt x="900" y="1199"/>
                </a:lnTo>
                <a:lnTo>
                  <a:pt x="780" y="1298"/>
                </a:lnTo>
                <a:lnTo>
                  <a:pt x="675" y="1405"/>
                </a:lnTo>
                <a:lnTo>
                  <a:pt x="571" y="1511"/>
                </a:lnTo>
                <a:lnTo>
                  <a:pt x="481" y="1618"/>
                </a:lnTo>
                <a:lnTo>
                  <a:pt x="406" y="1724"/>
                </a:lnTo>
                <a:lnTo>
                  <a:pt x="271" y="1937"/>
                </a:lnTo>
                <a:lnTo>
                  <a:pt x="181" y="2151"/>
                </a:lnTo>
                <a:lnTo>
                  <a:pt x="106" y="2364"/>
                </a:lnTo>
                <a:lnTo>
                  <a:pt x="46" y="2570"/>
                </a:lnTo>
                <a:lnTo>
                  <a:pt x="1" y="2770"/>
                </a:lnTo>
                <a:lnTo>
                  <a:pt x="1" y="2996"/>
                </a:lnTo>
                <a:lnTo>
                  <a:pt x="31" y="3236"/>
                </a:lnTo>
                <a:lnTo>
                  <a:pt x="46" y="3362"/>
                </a:lnTo>
                <a:lnTo>
                  <a:pt x="91" y="3489"/>
                </a:lnTo>
                <a:lnTo>
                  <a:pt x="136" y="3622"/>
                </a:lnTo>
                <a:lnTo>
                  <a:pt x="196" y="3755"/>
                </a:lnTo>
                <a:lnTo>
                  <a:pt x="271" y="3888"/>
                </a:lnTo>
                <a:lnTo>
                  <a:pt x="346" y="4021"/>
                </a:lnTo>
                <a:lnTo>
                  <a:pt x="451" y="4154"/>
                </a:lnTo>
                <a:lnTo>
                  <a:pt x="556" y="4288"/>
                </a:lnTo>
                <a:lnTo>
                  <a:pt x="690" y="4414"/>
                </a:lnTo>
                <a:lnTo>
                  <a:pt x="840" y="4547"/>
                </a:lnTo>
                <a:lnTo>
                  <a:pt x="990" y="4674"/>
                </a:lnTo>
                <a:lnTo>
                  <a:pt x="1170" y="4794"/>
                </a:lnTo>
                <a:lnTo>
                  <a:pt x="1365" y="4913"/>
                </a:lnTo>
                <a:lnTo>
                  <a:pt x="1575" y="5033"/>
                </a:lnTo>
                <a:lnTo>
                  <a:pt x="1815" y="5146"/>
                </a:lnTo>
                <a:lnTo>
                  <a:pt x="2055" y="5253"/>
                </a:lnTo>
                <a:lnTo>
                  <a:pt x="2340" y="5353"/>
                </a:lnTo>
                <a:lnTo>
                  <a:pt x="2625" y="5446"/>
                </a:lnTo>
                <a:lnTo>
                  <a:pt x="2940" y="5533"/>
                </a:lnTo>
                <a:lnTo>
                  <a:pt x="3285" y="5612"/>
                </a:lnTo>
                <a:lnTo>
                  <a:pt x="3644" y="5686"/>
                </a:lnTo>
                <a:lnTo>
                  <a:pt x="4019" y="5752"/>
                </a:lnTo>
                <a:lnTo>
                  <a:pt x="4424" y="5806"/>
                </a:lnTo>
                <a:lnTo>
                  <a:pt x="4859" y="5852"/>
                </a:lnTo>
                <a:lnTo>
                  <a:pt x="5324" y="5885"/>
                </a:lnTo>
                <a:lnTo>
                  <a:pt x="5804" y="5912"/>
                </a:lnTo>
                <a:lnTo>
                  <a:pt x="6163" y="5646"/>
                </a:lnTo>
                <a:lnTo>
                  <a:pt x="6538" y="5373"/>
                </a:lnTo>
                <a:lnTo>
                  <a:pt x="6913" y="5106"/>
                </a:lnTo>
                <a:lnTo>
                  <a:pt x="7318" y="4847"/>
                </a:lnTo>
                <a:lnTo>
                  <a:pt x="7738" y="4581"/>
                </a:lnTo>
                <a:lnTo>
                  <a:pt x="8158" y="4321"/>
                </a:lnTo>
                <a:lnTo>
                  <a:pt x="8608" y="4068"/>
                </a:lnTo>
                <a:lnTo>
                  <a:pt x="9072" y="3808"/>
                </a:lnTo>
                <a:lnTo>
                  <a:pt x="9552" y="3562"/>
                </a:lnTo>
                <a:lnTo>
                  <a:pt x="10047" y="3309"/>
                </a:lnTo>
                <a:lnTo>
                  <a:pt x="10557" y="3069"/>
                </a:lnTo>
                <a:lnTo>
                  <a:pt x="11082" y="2823"/>
                </a:lnTo>
                <a:lnTo>
                  <a:pt x="11621" y="2590"/>
                </a:lnTo>
                <a:lnTo>
                  <a:pt x="12191" y="2350"/>
                </a:lnTo>
                <a:lnTo>
                  <a:pt x="12776" y="2124"/>
                </a:lnTo>
                <a:lnTo>
                  <a:pt x="13376" y="1898"/>
                </a:lnTo>
                <a:lnTo>
                  <a:pt x="13211" y="1724"/>
                </a:lnTo>
                <a:lnTo>
                  <a:pt x="13016" y="1551"/>
                </a:lnTo>
                <a:lnTo>
                  <a:pt x="12791" y="1378"/>
                </a:lnTo>
                <a:lnTo>
                  <a:pt x="12536" y="1212"/>
                </a:lnTo>
                <a:lnTo>
                  <a:pt x="12251" y="1045"/>
                </a:lnTo>
                <a:lnTo>
                  <a:pt x="11936" y="892"/>
                </a:lnTo>
                <a:lnTo>
                  <a:pt x="11771" y="812"/>
                </a:lnTo>
                <a:lnTo>
                  <a:pt x="11591" y="739"/>
                </a:lnTo>
                <a:lnTo>
                  <a:pt x="11412" y="673"/>
                </a:lnTo>
                <a:lnTo>
                  <a:pt x="11217" y="599"/>
                </a:lnTo>
                <a:lnTo>
                  <a:pt x="11007" y="533"/>
                </a:lnTo>
                <a:lnTo>
                  <a:pt x="10797" y="473"/>
                </a:lnTo>
                <a:lnTo>
                  <a:pt x="10587" y="413"/>
                </a:lnTo>
                <a:lnTo>
                  <a:pt x="10347" y="353"/>
                </a:lnTo>
                <a:lnTo>
                  <a:pt x="10107" y="300"/>
                </a:lnTo>
                <a:lnTo>
                  <a:pt x="9867" y="253"/>
                </a:lnTo>
                <a:lnTo>
                  <a:pt x="9612" y="207"/>
                </a:lnTo>
                <a:lnTo>
                  <a:pt x="9342" y="167"/>
                </a:lnTo>
                <a:lnTo>
                  <a:pt x="9057" y="127"/>
                </a:lnTo>
                <a:lnTo>
                  <a:pt x="8772" y="93"/>
                </a:lnTo>
                <a:lnTo>
                  <a:pt x="8488" y="67"/>
                </a:lnTo>
                <a:lnTo>
                  <a:pt x="8173" y="40"/>
                </a:lnTo>
                <a:lnTo>
                  <a:pt x="7858" y="20"/>
                </a:lnTo>
                <a:lnTo>
                  <a:pt x="7528" y="7"/>
                </a:lnTo>
                <a:lnTo>
                  <a:pt x="7198" y="0"/>
                </a:lnTo>
                <a:close/>
              </a:path>
            </a:pathLst>
          </a:custGeom>
          <a:solidFill>
            <a:srgbClr val="9768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53"/>
          <p:cNvSpPr/>
          <p:nvPr/>
        </p:nvSpPr>
        <p:spPr>
          <a:xfrm rot="10800000">
            <a:off x="8600151" y="2412756"/>
            <a:ext cx="391449" cy="392934"/>
          </a:xfrm>
          <a:custGeom>
            <a:avLst/>
            <a:gdLst/>
            <a:ahLst/>
            <a:cxnLst/>
            <a:rect l="l" t="t" r="r" b="b"/>
            <a:pathLst>
              <a:path w="13376" h="5913" fill="none" extrusionOk="0">
                <a:moveTo>
                  <a:pt x="5804" y="5912"/>
                </a:moveTo>
                <a:lnTo>
                  <a:pt x="5804" y="5912"/>
                </a:lnTo>
                <a:lnTo>
                  <a:pt x="6163" y="5646"/>
                </a:lnTo>
                <a:lnTo>
                  <a:pt x="6538" y="5373"/>
                </a:lnTo>
                <a:lnTo>
                  <a:pt x="6913" y="5106"/>
                </a:lnTo>
                <a:lnTo>
                  <a:pt x="7318" y="4847"/>
                </a:lnTo>
                <a:lnTo>
                  <a:pt x="7738" y="4581"/>
                </a:lnTo>
                <a:lnTo>
                  <a:pt x="8158" y="4321"/>
                </a:lnTo>
                <a:lnTo>
                  <a:pt x="8608" y="4068"/>
                </a:lnTo>
                <a:lnTo>
                  <a:pt x="9072" y="3808"/>
                </a:lnTo>
                <a:lnTo>
                  <a:pt x="9552" y="3562"/>
                </a:lnTo>
                <a:lnTo>
                  <a:pt x="10047" y="3309"/>
                </a:lnTo>
                <a:lnTo>
                  <a:pt x="10557" y="3069"/>
                </a:lnTo>
                <a:lnTo>
                  <a:pt x="11082" y="2823"/>
                </a:lnTo>
                <a:lnTo>
                  <a:pt x="11621" y="2590"/>
                </a:lnTo>
                <a:lnTo>
                  <a:pt x="12191" y="2350"/>
                </a:lnTo>
                <a:lnTo>
                  <a:pt x="12776" y="2124"/>
                </a:lnTo>
                <a:lnTo>
                  <a:pt x="13376" y="1898"/>
                </a:lnTo>
                <a:lnTo>
                  <a:pt x="13376" y="1898"/>
                </a:lnTo>
                <a:lnTo>
                  <a:pt x="13211" y="1724"/>
                </a:lnTo>
                <a:lnTo>
                  <a:pt x="13016" y="1551"/>
                </a:lnTo>
                <a:lnTo>
                  <a:pt x="12791" y="1378"/>
                </a:lnTo>
                <a:lnTo>
                  <a:pt x="12536" y="1212"/>
                </a:lnTo>
                <a:lnTo>
                  <a:pt x="12251" y="1045"/>
                </a:lnTo>
                <a:lnTo>
                  <a:pt x="11936" y="892"/>
                </a:lnTo>
                <a:lnTo>
                  <a:pt x="11771" y="812"/>
                </a:lnTo>
                <a:lnTo>
                  <a:pt x="11591" y="739"/>
                </a:lnTo>
                <a:lnTo>
                  <a:pt x="11412" y="673"/>
                </a:lnTo>
                <a:lnTo>
                  <a:pt x="11217" y="599"/>
                </a:lnTo>
                <a:lnTo>
                  <a:pt x="11007" y="533"/>
                </a:lnTo>
                <a:lnTo>
                  <a:pt x="10797" y="473"/>
                </a:lnTo>
                <a:lnTo>
                  <a:pt x="10587" y="413"/>
                </a:lnTo>
                <a:lnTo>
                  <a:pt x="10347" y="353"/>
                </a:lnTo>
                <a:lnTo>
                  <a:pt x="10107" y="300"/>
                </a:lnTo>
                <a:lnTo>
                  <a:pt x="9867" y="253"/>
                </a:lnTo>
                <a:lnTo>
                  <a:pt x="9612" y="207"/>
                </a:lnTo>
                <a:lnTo>
                  <a:pt x="9342" y="167"/>
                </a:lnTo>
                <a:lnTo>
                  <a:pt x="9057" y="127"/>
                </a:lnTo>
                <a:lnTo>
                  <a:pt x="8772" y="93"/>
                </a:lnTo>
                <a:lnTo>
                  <a:pt x="8488" y="67"/>
                </a:lnTo>
                <a:lnTo>
                  <a:pt x="8173" y="40"/>
                </a:lnTo>
                <a:lnTo>
                  <a:pt x="7858" y="20"/>
                </a:lnTo>
                <a:lnTo>
                  <a:pt x="7528" y="7"/>
                </a:lnTo>
                <a:lnTo>
                  <a:pt x="7198" y="0"/>
                </a:lnTo>
                <a:lnTo>
                  <a:pt x="6853" y="0"/>
                </a:lnTo>
                <a:lnTo>
                  <a:pt x="6853" y="0"/>
                </a:lnTo>
                <a:lnTo>
                  <a:pt x="6523" y="0"/>
                </a:lnTo>
                <a:lnTo>
                  <a:pt x="6523" y="0"/>
                </a:lnTo>
                <a:lnTo>
                  <a:pt x="6029" y="13"/>
                </a:lnTo>
                <a:lnTo>
                  <a:pt x="5564" y="27"/>
                </a:lnTo>
                <a:lnTo>
                  <a:pt x="5114" y="53"/>
                </a:lnTo>
                <a:lnTo>
                  <a:pt x="4709" y="87"/>
                </a:lnTo>
                <a:lnTo>
                  <a:pt x="4304" y="127"/>
                </a:lnTo>
                <a:lnTo>
                  <a:pt x="3944" y="173"/>
                </a:lnTo>
                <a:lnTo>
                  <a:pt x="3584" y="227"/>
                </a:lnTo>
                <a:lnTo>
                  <a:pt x="3270" y="280"/>
                </a:lnTo>
                <a:lnTo>
                  <a:pt x="2955" y="346"/>
                </a:lnTo>
                <a:lnTo>
                  <a:pt x="2670" y="413"/>
                </a:lnTo>
                <a:lnTo>
                  <a:pt x="2415" y="486"/>
                </a:lnTo>
                <a:lnTo>
                  <a:pt x="2160" y="559"/>
                </a:lnTo>
                <a:lnTo>
                  <a:pt x="1935" y="646"/>
                </a:lnTo>
                <a:lnTo>
                  <a:pt x="1725" y="726"/>
                </a:lnTo>
                <a:lnTo>
                  <a:pt x="1530" y="819"/>
                </a:lnTo>
                <a:lnTo>
                  <a:pt x="1350" y="906"/>
                </a:lnTo>
                <a:lnTo>
                  <a:pt x="1185" y="1005"/>
                </a:lnTo>
                <a:lnTo>
                  <a:pt x="1035" y="1099"/>
                </a:lnTo>
                <a:lnTo>
                  <a:pt x="900" y="1199"/>
                </a:lnTo>
                <a:lnTo>
                  <a:pt x="780" y="1298"/>
                </a:lnTo>
                <a:lnTo>
                  <a:pt x="675" y="1405"/>
                </a:lnTo>
                <a:lnTo>
                  <a:pt x="571" y="1511"/>
                </a:lnTo>
                <a:lnTo>
                  <a:pt x="481" y="1618"/>
                </a:lnTo>
                <a:lnTo>
                  <a:pt x="406" y="1724"/>
                </a:lnTo>
                <a:lnTo>
                  <a:pt x="271" y="1937"/>
                </a:lnTo>
                <a:lnTo>
                  <a:pt x="181" y="2151"/>
                </a:lnTo>
                <a:lnTo>
                  <a:pt x="106" y="2364"/>
                </a:lnTo>
                <a:lnTo>
                  <a:pt x="46" y="2570"/>
                </a:lnTo>
                <a:lnTo>
                  <a:pt x="46" y="2570"/>
                </a:lnTo>
                <a:lnTo>
                  <a:pt x="1" y="2770"/>
                </a:lnTo>
                <a:lnTo>
                  <a:pt x="1" y="2996"/>
                </a:lnTo>
                <a:lnTo>
                  <a:pt x="31" y="3236"/>
                </a:lnTo>
                <a:lnTo>
                  <a:pt x="46" y="3362"/>
                </a:lnTo>
                <a:lnTo>
                  <a:pt x="91" y="3489"/>
                </a:lnTo>
                <a:lnTo>
                  <a:pt x="136" y="3622"/>
                </a:lnTo>
                <a:lnTo>
                  <a:pt x="196" y="3755"/>
                </a:lnTo>
                <a:lnTo>
                  <a:pt x="271" y="3888"/>
                </a:lnTo>
                <a:lnTo>
                  <a:pt x="346" y="4021"/>
                </a:lnTo>
                <a:lnTo>
                  <a:pt x="451" y="4154"/>
                </a:lnTo>
                <a:lnTo>
                  <a:pt x="556" y="4288"/>
                </a:lnTo>
                <a:lnTo>
                  <a:pt x="690" y="4414"/>
                </a:lnTo>
                <a:lnTo>
                  <a:pt x="840" y="4547"/>
                </a:lnTo>
                <a:lnTo>
                  <a:pt x="990" y="4674"/>
                </a:lnTo>
                <a:lnTo>
                  <a:pt x="1170" y="4794"/>
                </a:lnTo>
                <a:lnTo>
                  <a:pt x="1365" y="4913"/>
                </a:lnTo>
                <a:lnTo>
                  <a:pt x="1575" y="5033"/>
                </a:lnTo>
                <a:lnTo>
                  <a:pt x="1815" y="5146"/>
                </a:lnTo>
                <a:lnTo>
                  <a:pt x="2055" y="5253"/>
                </a:lnTo>
                <a:lnTo>
                  <a:pt x="2340" y="5353"/>
                </a:lnTo>
                <a:lnTo>
                  <a:pt x="2625" y="5446"/>
                </a:lnTo>
                <a:lnTo>
                  <a:pt x="2940" y="5533"/>
                </a:lnTo>
                <a:lnTo>
                  <a:pt x="3285" y="5612"/>
                </a:lnTo>
                <a:lnTo>
                  <a:pt x="3644" y="5686"/>
                </a:lnTo>
                <a:lnTo>
                  <a:pt x="4019" y="5752"/>
                </a:lnTo>
                <a:lnTo>
                  <a:pt x="4424" y="5806"/>
                </a:lnTo>
                <a:lnTo>
                  <a:pt x="4859" y="5852"/>
                </a:lnTo>
                <a:lnTo>
                  <a:pt x="5324" y="5885"/>
                </a:lnTo>
                <a:lnTo>
                  <a:pt x="5804" y="591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53"/>
          <p:cNvSpPr/>
          <p:nvPr/>
        </p:nvSpPr>
        <p:spPr>
          <a:xfrm rot="10800000">
            <a:off x="8587419" y="2411487"/>
            <a:ext cx="234354" cy="268136"/>
          </a:xfrm>
          <a:custGeom>
            <a:avLst/>
            <a:gdLst/>
            <a:ahLst/>
            <a:cxnLst/>
            <a:rect l="l" t="t" r="r" b="b"/>
            <a:pathLst>
              <a:path w="8008" h="4035" extrusionOk="0">
                <a:moveTo>
                  <a:pt x="7573" y="1"/>
                </a:moveTo>
                <a:lnTo>
                  <a:pt x="6973" y="227"/>
                </a:lnTo>
                <a:lnTo>
                  <a:pt x="6388" y="453"/>
                </a:lnTo>
                <a:lnTo>
                  <a:pt x="5818" y="693"/>
                </a:lnTo>
                <a:lnTo>
                  <a:pt x="5279" y="926"/>
                </a:lnTo>
                <a:lnTo>
                  <a:pt x="4754" y="1172"/>
                </a:lnTo>
                <a:lnTo>
                  <a:pt x="4244" y="1412"/>
                </a:lnTo>
                <a:lnTo>
                  <a:pt x="3749" y="1665"/>
                </a:lnTo>
                <a:lnTo>
                  <a:pt x="3269" y="1911"/>
                </a:lnTo>
                <a:lnTo>
                  <a:pt x="2805" y="2171"/>
                </a:lnTo>
                <a:lnTo>
                  <a:pt x="2355" y="2424"/>
                </a:lnTo>
                <a:lnTo>
                  <a:pt x="1935" y="2684"/>
                </a:lnTo>
                <a:lnTo>
                  <a:pt x="1515" y="2950"/>
                </a:lnTo>
                <a:lnTo>
                  <a:pt x="1110" y="3209"/>
                </a:lnTo>
                <a:lnTo>
                  <a:pt x="735" y="3476"/>
                </a:lnTo>
                <a:lnTo>
                  <a:pt x="360" y="3749"/>
                </a:lnTo>
                <a:lnTo>
                  <a:pt x="1" y="4015"/>
                </a:lnTo>
                <a:lnTo>
                  <a:pt x="435" y="4028"/>
                </a:lnTo>
                <a:lnTo>
                  <a:pt x="870" y="4035"/>
                </a:lnTo>
                <a:lnTo>
                  <a:pt x="1125" y="4028"/>
                </a:lnTo>
                <a:lnTo>
                  <a:pt x="1710" y="4022"/>
                </a:lnTo>
                <a:lnTo>
                  <a:pt x="2250" y="3995"/>
                </a:lnTo>
                <a:lnTo>
                  <a:pt x="2760" y="3962"/>
                </a:lnTo>
                <a:lnTo>
                  <a:pt x="3239" y="3922"/>
                </a:lnTo>
                <a:lnTo>
                  <a:pt x="3704" y="3869"/>
                </a:lnTo>
                <a:lnTo>
                  <a:pt x="4124" y="3809"/>
                </a:lnTo>
                <a:lnTo>
                  <a:pt x="4514" y="3735"/>
                </a:lnTo>
                <a:lnTo>
                  <a:pt x="4889" y="3656"/>
                </a:lnTo>
                <a:lnTo>
                  <a:pt x="5219" y="3576"/>
                </a:lnTo>
                <a:lnTo>
                  <a:pt x="5534" y="3482"/>
                </a:lnTo>
                <a:lnTo>
                  <a:pt x="5833" y="3383"/>
                </a:lnTo>
                <a:lnTo>
                  <a:pt x="6103" y="3283"/>
                </a:lnTo>
                <a:lnTo>
                  <a:pt x="6343" y="3176"/>
                </a:lnTo>
                <a:lnTo>
                  <a:pt x="6568" y="3063"/>
                </a:lnTo>
                <a:lnTo>
                  <a:pt x="6778" y="2950"/>
                </a:lnTo>
                <a:lnTo>
                  <a:pt x="6958" y="2830"/>
                </a:lnTo>
                <a:lnTo>
                  <a:pt x="7123" y="2710"/>
                </a:lnTo>
                <a:lnTo>
                  <a:pt x="7273" y="2584"/>
                </a:lnTo>
                <a:lnTo>
                  <a:pt x="7408" y="2457"/>
                </a:lnTo>
                <a:lnTo>
                  <a:pt x="7513" y="2331"/>
                </a:lnTo>
                <a:lnTo>
                  <a:pt x="7618" y="2204"/>
                </a:lnTo>
                <a:lnTo>
                  <a:pt x="7708" y="2084"/>
                </a:lnTo>
                <a:lnTo>
                  <a:pt x="7783" y="1958"/>
                </a:lnTo>
                <a:lnTo>
                  <a:pt x="7843" y="1831"/>
                </a:lnTo>
                <a:lnTo>
                  <a:pt x="7888" y="1712"/>
                </a:lnTo>
                <a:lnTo>
                  <a:pt x="7933" y="1592"/>
                </a:lnTo>
                <a:lnTo>
                  <a:pt x="7978" y="1359"/>
                </a:lnTo>
                <a:lnTo>
                  <a:pt x="8008" y="1146"/>
                </a:lnTo>
                <a:lnTo>
                  <a:pt x="8008" y="959"/>
                </a:lnTo>
                <a:lnTo>
                  <a:pt x="8008" y="853"/>
                </a:lnTo>
                <a:lnTo>
                  <a:pt x="7978" y="740"/>
                </a:lnTo>
                <a:lnTo>
                  <a:pt x="7948" y="626"/>
                </a:lnTo>
                <a:lnTo>
                  <a:pt x="7903" y="507"/>
                </a:lnTo>
                <a:lnTo>
                  <a:pt x="7843" y="380"/>
                </a:lnTo>
                <a:lnTo>
                  <a:pt x="7768" y="254"/>
                </a:lnTo>
                <a:lnTo>
                  <a:pt x="7678" y="127"/>
                </a:lnTo>
                <a:lnTo>
                  <a:pt x="7573" y="1"/>
                </a:lnTo>
                <a:close/>
              </a:path>
            </a:pathLst>
          </a:custGeom>
          <a:solidFill>
            <a:srgbClr val="9734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53"/>
          <p:cNvSpPr/>
          <p:nvPr/>
        </p:nvSpPr>
        <p:spPr>
          <a:xfrm rot="10800000">
            <a:off x="8747587" y="2561403"/>
            <a:ext cx="101403" cy="92568"/>
          </a:xfrm>
          <a:custGeom>
            <a:avLst/>
            <a:gdLst/>
            <a:ahLst/>
            <a:cxnLst/>
            <a:rect l="l" t="t" r="r" b="b"/>
            <a:pathLst>
              <a:path w="3465" h="1393" extrusionOk="0">
                <a:moveTo>
                  <a:pt x="1096" y="1"/>
                </a:moveTo>
                <a:lnTo>
                  <a:pt x="841" y="94"/>
                </a:lnTo>
                <a:lnTo>
                  <a:pt x="616" y="187"/>
                </a:lnTo>
                <a:lnTo>
                  <a:pt x="436" y="287"/>
                </a:lnTo>
                <a:lnTo>
                  <a:pt x="286" y="393"/>
                </a:lnTo>
                <a:lnTo>
                  <a:pt x="166" y="507"/>
                </a:lnTo>
                <a:lnTo>
                  <a:pt x="76" y="613"/>
                </a:lnTo>
                <a:lnTo>
                  <a:pt x="16" y="733"/>
                </a:lnTo>
                <a:lnTo>
                  <a:pt x="1" y="846"/>
                </a:lnTo>
                <a:lnTo>
                  <a:pt x="16" y="913"/>
                </a:lnTo>
                <a:lnTo>
                  <a:pt x="31" y="986"/>
                </a:lnTo>
                <a:lnTo>
                  <a:pt x="61" y="1053"/>
                </a:lnTo>
                <a:lnTo>
                  <a:pt x="106" y="1119"/>
                </a:lnTo>
                <a:lnTo>
                  <a:pt x="151" y="1186"/>
                </a:lnTo>
                <a:lnTo>
                  <a:pt x="226" y="1259"/>
                </a:lnTo>
                <a:lnTo>
                  <a:pt x="301" y="1326"/>
                </a:lnTo>
                <a:lnTo>
                  <a:pt x="391" y="1392"/>
                </a:lnTo>
                <a:lnTo>
                  <a:pt x="1305" y="1246"/>
                </a:lnTo>
                <a:lnTo>
                  <a:pt x="1410" y="1226"/>
                </a:lnTo>
                <a:lnTo>
                  <a:pt x="1470" y="1192"/>
                </a:lnTo>
                <a:lnTo>
                  <a:pt x="1515" y="1159"/>
                </a:lnTo>
                <a:lnTo>
                  <a:pt x="1530" y="1126"/>
                </a:lnTo>
                <a:lnTo>
                  <a:pt x="1530" y="1093"/>
                </a:lnTo>
                <a:lnTo>
                  <a:pt x="1485" y="1053"/>
                </a:lnTo>
                <a:lnTo>
                  <a:pt x="1365" y="953"/>
                </a:lnTo>
                <a:lnTo>
                  <a:pt x="1275" y="860"/>
                </a:lnTo>
                <a:lnTo>
                  <a:pt x="1230" y="773"/>
                </a:lnTo>
                <a:lnTo>
                  <a:pt x="1215" y="693"/>
                </a:lnTo>
                <a:lnTo>
                  <a:pt x="1230" y="620"/>
                </a:lnTo>
                <a:lnTo>
                  <a:pt x="1260" y="560"/>
                </a:lnTo>
                <a:lnTo>
                  <a:pt x="1305" y="500"/>
                </a:lnTo>
                <a:lnTo>
                  <a:pt x="1365" y="447"/>
                </a:lnTo>
                <a:lnTo>
                  <a:pt x="1425" y="393"/>
                </a:lnTo>
                <a:lnTo>
                  <a:pt x="1485" y="354"/>
                </a:lnTo>
                <a:lnTo>
                  <a:pt x="1605" y="287"/>
                </a:lnTo>
                <a:lnTo>
                  <a:pt x="1665" y="254"/>
                </a:lnTo>
                <a:lnTo>
                  <a:pt x="1680" y="227"/>
                </a:lnTo>
                <a:lnTo>
                  <a:pt x="1695" y="207"/>
                </a:lnTo>
                <a:lnTo>
                  <a:pt x="1680" y="187"/>
                </a:lnTo>
                <a:lnTo>
                  <a:pt x="1665" y="160"/>
                </a:lnTo>
                <a:lnTo>
                  <a:pt x="1635" y="140"/>
                </a:lnTo>
                <a:lnTo>
                  <a:pt x="1575" y="127"/>
                </a:lnTo>
                <a:lnTo>
                  <a:pt x="1096" y="1"/>
                </a:lnTo>
                <a:close/>
                <a:moveTo>
                  <a:pt x="2865" y="1"/>
                </a:moveTo>
                <a:lnTo>
                  <a:pt x="2610" y="94"/>
                </a:lnTo>
                <a:lnTo>
                  <a:pt x="2385" y="187"/>
                </a:lnTo>
                <a:lnTo>
                  <a:pt x="2205" y="287"/>
                </a:lnTo>
                <a:lnTo>
                  <a:pt x="2055" y="393"/>
                </a:lnTo>
                <a:lnTo>
                  <a:pt x="1935" y="507"/>
                </a:lnTo>
                <a:lnTo>
                  <a:pt x="1845" y="613"/>
                </a:lnTo>
                <a:lnTo>
                  <a:pt x="1785" y="733"/>
                </a:lnTo>
                <a:lnTo>
                  <a:pt x="1770" y="846"/>
                </a:lnTo>
                <a:lnTo>
                  <a:pt x="1785" y="913"/>
                </a:lnTo>
                <a:lnTo>
                  <a:pt x="1800" y="986"/>
                </a:lnTo>
                <a:lnTo>
                  <a:pt x="1830" y="1053"/>
                </a:lnTo>
                <a:lnTo>
                  <a:pt x="1875" y="1119"/>
                </a:lnTo>
                <a:lnTo>
                  <a:pt x="1920" y="1186"/>
                </a:lnTo>
                <a:lnTo>
                  <a:pt x="1995" y="1259"/>
                </a:lnTo>
                <a:lnTo>
                  <a:pt x="2070" y="1326"/>
                </a:lnTo>
                <a:lnTo>
                  <a:pt x="2160" y="1392"/>
                </a:lnTo>
                <a:lnTo>
                  <a:pt x="3075" y="1246"/>
                </a:lnTo>
                <a:lnTo>
                  <a:pt x="3180" y="1226"/>
                </a:lnTo>
                <a:lnTo>
                  <a:pt x="3240" y="1192"/>
                </a:lnTo>
                <a:lnTo>
                  <a:pt x="3285" y="1159"/>
                </a:lnTo>
                <a:lnTo>
                  <a:pt x="3300" y="1126"/>
                </a:lnTo>
                <a:lnTo>
                  <a:pt x="3285" y="1093"/>
                </a:lnTo>
                <a:lnTo>
                  <a:pt x="3255" y="1053"/>
                </a:lnTo>
                <a:lnTo>
                  <a:pt x="3135" y="953"/>
                </a:lnTo>
                <a:lnTo>
                  <a:pt x="3045" y="860"/>
                </a:lnTo>
                <a:lnTo>
                  <a:pt x="3000" y="773"/>
                </a:lnTo>
                <a:lnTo>
                  <a:pt x="2985" y="693"/>
                </a:lnTo>
                <a:lnTo>
                  <a:pt x="3000" y="620"/>
                </a:lnTo>
                <a:lnTo>
                  <a:pt x="3030" y="560"/>
                </a:lnTo>
                <a:lnTo>
                  <a:pt x="3075" y="500"/>
                </a:lnTo>
                <a:lnTo>
                  <a:pt x="3135" y="447"/>
                </a:lnTo>
                <a:lnTo>
                  <a:pt x="3195" y="393"/>
                </a:lnTo>
                <a:lnTo>
                  <a:pt x="3255" y="354"/>
                </a:lnTo>
                <a:lnTo>
                  <a:pt x="3375" y="287"/>
                </a:lnTo>
                <a:lnTo>
                  <a:pt x="3435" y="254"/>
                </a:lnTo>
                <a:lnTo>
                  <a:pt x="3450" y="227"/>
                </a:lnTo>
                <a:lnTo>
                  <a:pt x="3465" y="207"/>
                </a:lnTo>
                <a:lnTo>
                  <a:pt x="3450" y="187"/>
                </a:lnTo>
                <a:lnTo>
                  <a:pt x="3435" y="160"/>
                </a:lnTo>
                <a:lnTo>
                  <a:pt x="3405" y="140"/>
                </a:lnTo>
                <a:lnTo>
                  <a:pt x="3345" y="127"/>
                </a:lnTo>
                <a:lnTo>
                  <a:pt x="28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53"/>
          <p:cNvSpPr/>
          <p:nvPr/>
        </p:nvSpPr>
        <p:spPr>
          <a:xfrm rot="10800000">
            <a:off x="6395945" y="691747"/>
            <a:ext cx="393205" cy="394263"/>
          </a:xfrm>
          <a:custGeom>
            <a:avLst/>
            <a:gdLst/>
            <a:ahLst/>
            <a:cxnLst/>
            <a:rect l="l" t="t" r="r" b="b"/>
            <a:pathLst>
              <a:path w="13436" h="5933" extrusionOk="0">
                <a:moveTo>
                  <a:pt x="6508" y="1"/>
                </a:moveTo>
                <a:lnTo>
                  <a:pt x="6133" y="8"/>
                </a:lnTo>
                <a:lnTo>
                  <a:pt x="5863" y="274"/>
                </a:lnTo>
                <a:lnTo>
                  <a:pt x="5563" y="534"/>
                </a:lnTo>
                <a:lnTo>
                  <a:pt x="5263" y="793"/>
                </a:lnTo>
                <a:lnTo>
                  <a:pt x="4948" y="1053"/>
                </a:lnTo>
                <a:lnTo>
                  <a:pt x="4618" y="1312"/>
                </a:lnTo>
                <a:lnTo>
                  <a:pt x="4273" y="1565"/>
                </a:lnTo>
                <a:lnTo>
                  <a:pt x="3914" y="1818"/>
                </a:lnTo>
                <a:lnTo>
                  <a:pt x="3539" y="2065"/>
                </a:lnTo>
                <a:lnTo>
                  <a:pt x="3149" y="2311"/>
                </a:lnTo>
                <a:lnTo>
                  <a:pt x="2744" y="2557"/>
                </a:lnTo>
                <a:lnTo>
                  <a:pt x="2324" y="2797"/>
                </a:lnTo>
                <a:lnTo>
                  <a:pt x="1889" y="3037"/>
                </a:lnTo>
                <a:lnTo>
                  <a:pt x="1440" y="3270"/>
                </a:lnTo>
                <a:lnTo>
                  <a:pt x="975" y="3503"/>
                </a:lnTo>
                <a:lnTo>
                  <a:pt x="495" y="3729"/>
                </a:lnTo>
                <a:lnTo>
                  <a:pt x="0" y="3955"/>
                </a:lnTo>
                <a:lnTo>
                  <a:pt x="150" y="4129"/>
                </a:lnTo>
                <a:lnTo>
                  <a:pt x="345" y="4308"/>
                </a:lnTo>
                <a:lnTo>
                  <a:pt x="555" y="4488"/>
                </a:lnTo>
                <a:lnTo>
                  <a:pt x="810" y="4661"/>
                </a:lnTo>
                <a:lnTo>
                  <a:pt x="1080" y="4828"/>
                </a:lnTo>
                <a:lnTo>
                  <a:pt x="1230" y="4914"/>
                </a:lnTo>
                <a:lnTo>
                  <a:pt x="1395" y="4994"/>
                </a:lnTo>
                <a:lnTo>
                  <a:pt x="1559" y="5074"/>
                </a:lnTo>
                <a:lnTo>
                  <a:pt x="1739" y="5154"/>
                </a:lnTo>
                <a:lnTo>
                  <a:pt x="1934" y="5227"/>
                </a:lnTo>
                <a:lnTo>
                  <a:pt x="2129" y="5300"/>
                </a:lnTo>
                <a:lnTo>
                  <a:pt x="2324" y="5367"/>
                </a:lnTo>
                <a:lnTo>
                  <a:pt x="2549" y="5433"/>
                </a:lnTo>
                <a:lnTo>
                  <a:pt x="2774" y="5500"/>
                </a:lnTo>
                <a:lnTo>
                  <a:pt x="2999" y="5560"/>
                </a:lnTo>
                <a:lnTo>
                  <a:pt x="3239" y="5613"/>
                </a:lnTo>
                <a:lnTo>
                  <a:pt x="3494" y="5666"/>
                </a:lnTo>
                <a:lnTo>
                  <a:pt x="3764" y="5713"/>
                </a:lnTo>
                <a:lnTo>
                  <a:pt x="4034" y="5760"/>
                </a:lnTo>
                <a:lnTo>
                  <a:pt x="4318" y="5800"/>
                </a:lnTo>
                <a:lnTo>
                  <a:pt x="4603" y="5833"/>
                </a:lnTo>
                <a:lnTo>
                  <a:pt x="4903" y="5866"/>
                </a:lnTo>
                <a:lnTo>
                  <a:pt x="5218" y="5886"/>
                </a:lnTo>
                <a:lnTo>
                  <a:pt x="5548" y="5906"/>
                </a:lnTo>
                <a:lnTo>
                  <a:pt x="5878" y="5926"/>
                </a:lnTo>
                <a:lnTo>
                  <a:pt x="6223" y="5933"/>
                </a:lnTo>
                <a:lnTo>
                  <a:pt x="6913" y="5933"/>
                </a:lnTo>
                <a:lnTo>
                  <a:pt x="7407" y="5919"/>
                </a:lnTo>
                <a:lnTo>
                  <a:pt x="7872" y="5899"/>
                </a:lnTo>
                <a:lnTo>
                  <a:pt x="8322" y="5879"/>
                </a:lnTo>
                <a:lnTo>
                  <a:pt x="8727" y="5846"/>
                </a:lnTo>
                <a:lnTo>
                  <a:pt x="9132" y="5806"/>
                </a:lnTo>
                <a:lnTo>
                  <a:pt x="9492" y="5760"/>
                </a:lnTo>
                <a:lnTo>
                  <a:pt x="9851" y="5706"/>
                </a:lnTo>
                <a:lnTo>
                  <a:pt x="10166" y="5653"/>
                </a:lnTo>
                <a:lnTo>
                  <a:pt x="10481" y="5587"/>
                </a:lnTo>
                <a:lnTo>
                  <a:pt x="10766" y="5520"/>
                </a:lnTo>
                <a:lnTo>
                  <a:pt x="11021" y="5447"/>
                </a:lnTo>
                <a:lnTo>
                  <a:pt x="11276" y="5374"/>
                </a:lnTo>
                <a:lnTo>
                  <a:pt x="11501" y="5287"/>
                </a:lnTo>
                <a:lnTo>
                  <a:pt x="11711" y="5207"/>
                </a:lnTo>
                <a:lnTo>
                  <a:pt x="11906" y="5114"/>
                </a:lnTo>
                <a:lnTo>
                  <a:pt x="12086" y="5027"/>
                </a:lnTo>
                <a:lnTo>
                  <a:pt x="12251" y="4927"/>
                </a:lnTo>
                <a:lnTo>
                  <a:pt x="12401" y="4834"/>
                </a:lnTo>
                <a:lnTo>
                  <a:pt x="12535" y="4734"/>
                </a:lnTo>
                <a:lnTo>
                  <a:pt x="12655" y="4628"/>
                </a:lnTo>
                <a:lnTo>
                  <a:pt x="12760" y="4528"/>
                </a:lnTo>
                <a:lnTo>
                  <a:pt x="12865" y="4422"/>
                </a:lnTo>
                <a:lnTo>
                  <a:pt x="12955" y="4315"/>
                </a:lnTo>
                <a:lnTo>
                  <a:pt x="13030" y="4208"/>
                </a:lnTo>
                <a:lnTo>
                  <a:pt x="13165" y="3995"/>
                </a:lnTo>
                <a:lnTo>
                  <a:pt x="13255" y="3782"/>
                </a:lnTo>
                <a:lnTo>
                  <a:pt x="13330" y="3569"/>
                </a:lnTo>
                <a:lnTo>
                  <a:pt x="13390" y="3363"/>
                </a:lnTo>
                <a:lnTo>
                  <a:pt x="13435" y="3150"/>
                </a:lnTo>
                <a:lnTo>
                  <a:pt x="13435" y="2910"/>
                </a:lnTo>
                <a:lnTo>
                  <a:pt x="13420" y="2784"/>
                </a:lnTo>
                <a:lnTo>
                  <a:pt x="13405" y="2657"/>
                </a:lnTo>
                <a:lnTo>
                  <a:pt x="13375" y="2524"/>
                </a:lnTo>
                <a:lnTo>
                  <a:pt x="13330" y="2384"/>
                </a:lnTo>
                <a:lnTo>
                  <a:pt x="13270" y="2251"/>
                </a:lnTo>
                <a:lnTo>
                  <a:pt x="13210" y="2111"/>
                </a:lnTo>
                <a:lnTo>
                  <a:pt x="13120" y="1972"/>
                </a:lnTo>
                <a:lnTo>
                  <a:pt x="13030" y="1832"/>
                </a:lnTo>
                <a:lnTo>
                  <a:pt x="12910" y="1692"/>
                </a:lnTo>
                <a:lnTo>
                  <a:pt x="12775" y="1552"/>
                </a:lnTo>
                <a:lnTo>
                  <a:pt x="12640" y="1412"/>
                </a:lnTo>
                <a:lnTo>
                  <a:pt x="12475" y="1279"/>
                </a:lnTo>
                <a:lnTo>
                  <a:pt x="12281" y="1153"/>
                </a:lnTo>
                <a:lnTo>
                  <a:pt x="12086" y="1026"/>
                </a:lnTo>
                <a:lnTo>
                  <a:pt x="11861" y="900"/>
                </a:lnTo>
                <a:lnTo>
                  <a:pt x="11621" y="786"/>
                </a:lnTo>
                <a:lnTo>
                  <a:pt x="11351" y="673"/>
                </a:lnTo>
                <a:lnTo>
                  <a:pt x="11066" y="567"/>
                </a:lnTo>
                <a:lnTo>
                  <a:pt x="10751" y="467"/>
                </a:lnTo>
                <a:lnTo>
                  <a:pt x="10421" y="380"/>
                </a:lnTo>
                <a:lnTo>
                  <a:pt x="10061" y="294"/>
                </a:lnTo>
                <a:lnTo>
                  <a:pt x="9672" y="221"/>
                </a:lnTo>
                <a:lnTo>
                  <a:pt x="9252" y="154"/>
                </a:lnTo>
                <a:lnTo>
                  <a:pt x="8817" y="101"/>
                </a:lnTo>
                <a:lnTo>
                  <a:pt x="8337" y="61"/>
                </a:lnTo>
                <a:lnTo>
                  <a:pt x="7842" y="28"/>
                </a:lnTo>
                <a:lnTo>
                  <a:pt x="7317" y="8"/>
                </a:lnTo>
                <a:lnTo>
                  <a:pt x="6763" y="1"/>
                </a:lnTo>
                <a:close/>
              </a:path>
            </a:pathLst>
          </a:custGeom>
          <a:solidFill>
            <a:srgbClr val="9718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53"/>
          <p:cNvSpPr/>
          <p:nvPr/>
        </p:nvSpPr>
        <p:spPr>
          <a:xfrm rot="10800000">
            <a:off x="6395945" y="691747"/>
            <a:ext cx="393205" cy="394263"/>
          </a:xfrm>
          <a:custGeom>
            <a:avLst/>
            <a:gdLst/>
            <a:ahLst/>
            <a:cxnLst/>
            <a:rect l="l" t="t" r="r" b="b"/>
            <a:pathLst>
              <a:path w="13436" h="5933" fill="none" extrusionOk="0">
                <a:moveTo>
                  <a:pt x="6583" y="5933"/>
                </a:moveTo>
                <a:lnTo>
                  <a:pt x="6583" y="5933"/>
                </a:lnTo>
                <a:lnTo>
                  <a:pt x="6913" y="5933"/>
                </a:lnTo>
                <a:lnTo>
                  <a:pt x="6913" y="5933"/>
                </a:lnTo>
                <a:lnTo>
                  <a:pt x="7407" y="5919"/>
                </a:lnTo>
                <a:lnTo>
                  <a:pt x="7872" y="5899"/>
                </a:lnTo>
                <a:lnTo>
                  <a:pt x="8322" y="5879"/>
                </a:lnTo>
                <a:lnTo>
                  <a:pt x="8727" y="5846"/>
                </a:lnTo>
                <a:lnTo>
                  <a:pt x="9132" y="5806"/>
                </a:lnTo>
                <a:lnTo>
                  <a:pt x="9492" y="5760"/>
                </a:lnTo>
                <a:lnTo>
                  <a:pt x="9851" y="5706"/>
                </a:lnTo>
                <a:lnTo>
                  <a:pt x="10166" y="5653"/>
                </a:lnTo>
                <a:lnTo>
                  <a:pt x="10481" y="5587"/>
                </a:lnTo>
                <a:lnTo>
                  <a:pt x="10766" y="5520"/>
                </a:lnTo>
                <a:lnTo>
                  <a:pt x="11021" y="5447"/>
                </a:lnTo>
                <a:lnTo>
                  <a:pt x="11276" y="5374"/>
                </a:lnTo>
                <a:lnTo>
                  <a:pt x="11501" y="5287"/>
                </a:lnTo>
                <a:lnTo>
                  <a:pt x="11711" y="5207"/>
                </a:lnTo>
                <a:lnTo>
                  <a:pt x="11906" y="5114"/>
                </a:lnTo>
                <a:lnTo>
                  <a:pt x="12086" y="5027"/>
                </a:lnTo>
                <a:lnTo>
                  <a:pt x="12251" y="4927"/>
                </a:lnTo>
                <a:lnTo>
                  <a:pt x="12401" y="4834"/>
                </a:lnTo>
                <a:lnTo>
                  <a:pt x="12535" y="4734"/>
                </a:lnTo>
                <a:lnTo>
                  <a:pt x="12655" y="4628"/>
                </a:lnTo>
                <a:lnTo>
                  <a:pt x="12760" y="4528"/>
                </a:lnTo>
                <a:lnTo>
                  <a:pt x="12865" y="4422"/>
                </a:lnTo>
                <a:lnTo>
                  <a:pt x="12955" y="4315"/>
                </a:lnTo>
                <a:lnTo>
                  <a:pt x="13030" y="4208"/>
                </a:lnTo>
                <a:lnTo>
                  <a:pt x="13165" y="3995"/>
                </a:lnTo>
                <a:lnTo>
                  <a:pt x="13255" y="3782"/>
                </a:lnTo>
                <a:lnTo>
                  <a:pt x="13330" y="3569"/>
                </a:lnTo>
                <a:lnTo>
                  <a:pt x="13390" y="3363"/>
                </a:lnTo>
                <a:lnTo>
                  <a:pt x="13390" y="3363"/>
                </a:lnTo>
                <a:lnTo>
                  <a:pt x="13435" y="3150"/>
                </a:lnTo>
                <a:lnTo>
                  <a:pt x="13435" y="2910"/>
                </a:lnTo>
                <a:lnTo>
                  <a:pt x="13420" y="2784"/>
                </a:lnTo>
                <a:lnTo>
                  <a:pt x="13405" y="2657"/>
                </a:lnTo>
                <a:lnTo>
                  <a:pt x="13375" y="2524"/>
                </a:lnTo>
                <a:lnTo>
                  <a:pt x="13330" y="2384"/>
                </a:lnTo>
                <a:lnTo>
                  <a:pt x="13270" y="2251"/>
                </a:lnTo>
                <a:lnTo>
                  <a:pt x="13210" y="2111"/>
                </a:lnTo>
                <a:lnTo>
                  <a:pt x="13120" y="1972"/>
                </a:lnTo>
                <a:lnTo>
                  <a:pt x="13030" y="1832"/>
                </a:lnTo>
                <a:lnTo>
                  <a:pt x="12910" y="1692"/>
                </a:lnTo>
                <a:lnTo>
                  <a:pt x="12775" y="1552"/>
                </a:lnTo>
                <a:lnTo>
                  <a:pt x="12640" y="1412"/>
                </a:lnTo>
                <a:lnTo>
                  <a:pt x="12475" y="1279"/>
                </a:lnTo>
                <a:lnTo>
                  <a:pt x="12281" y="1153"/>
                </a:lnTo>
                <a:lnTo>
                  <a:pt x="12086" y="1026"/>
                </a:lnTo>
                <a:lnTo>
                  <a:pt x="11861" y="900"/>
                </a:lnTo>
                <a:lnTo>
                  <a:pt x="11621" y="786"/>
                </a:lnTo>
                <a:lnTo>
                  <a:pt x="11351" y="673"/>
                </a:lnTo>
                <a:lnTo>
                  <a:pt x="11066" y="567"/>
                </a:lnTo>
                <a:lnTo>
                  <a:pt x="10751" y="467"/>
                </a:lnTo>
                <a:lnTo>
                  <a:pt x="10421" y="380"/>
                </a:lnTo>
                <a:lnTo>
                  <a:pt x="10061" y="294"/>
                </a:lnTo>
                <a:lnTo>
                  <a:pt x="9672" y="221"/>
                </a:lnTo>
                <a:lnTo>
                  <a:pt x="9252" y="154"/>
                </a:lnTo>
                <a:lnTo>
                  <a:pt x="8817" y="101"/>
                </a:lnTo>
                <a:lnTo>
                  <a:pt x="8337" y="61"/>
                </a:lnTo>
                <a:lnTo>
                  <a:pt x="7842" y="28"/>
                </a:lnTo>
                <a:lnTo>
                  <a:pt x="7317" y="8"/>
                </a:lnTo>
                <a:lnTo>
                  <a:pt x="6763" y="1"/>
                </a:lnTo>
                <a:lnTo>
                  <a:pt x="6763" y="1"/>
                </a:lnTo>
                <a:lnTo>
                  <a:pt x="6508" y="1"/>
                </a:lnTo>
                <a:lnTo>
                  <a:pt x="6508" y="1"/>
                </a:lnTo>
                <a:lnTo>
                  <a:pt x="6133" y="8"/>
                </a:lnTo>
                <a:lnTo>
                  <a:pt x="6133" y="8"/>
                </a:lnTo>
                <a:lnTo>
                  <a:pt x="5863" y="274"/>
                </a:lnTo>
                <a:lnTo>
                  <a:pt x="5563" y="534"/>
                </a:lnTo>
                <a:lnTo>
                  <a:pt x="5263" y="793"/>
                </a:lnTo>
                <a:lnTo>
                  <a:pt x="4948" y="1053"/>
                </a:lnTo>
                <a:lnTo>
                  <a:pt x="4618" y="1312"/>
                </a:lnTo>
                <a:lnTo>
                  <a:pt x="4273" y="1565"/>
                </a:lnTo>
                <a:lnTo>
                  <a:pt x="3914" y="1818"/>
                </a:lnTo>
                <a:lnTo>
                  <a:pt x="3539" y="2065"/>
                </a:lnTo>
                <a:lnTo>
                  <a:pt x="3149" y="2311"/>
                </a:lnTo>
                <a:lnTo>
                  <a:pt x="2744" y="2557"/>
                </a:lnTo>
                <a:lnTo>
                  <a:pt x="2324" y="2797"/>
                </a:lnTo>
                <a:lnTo>
                  <a:pt x="1889" y="3037"/>
                </a:lnTo>
                <a:lnTo>
                  <a:pt x="1440" y="3270"/>
                </a:lnTo>
                <a:lnTo>
                  <a:pt x="975" y="3503"/>
                </a:lnTo>
                <a:lnTo>
                  <a:pt x="495" y="3729"/>
                </a:lnTo>
                <a:lnTo>
                  <a:pt x="0" y="3955"/>
                </a:lnTo>
                <a:lnTo>
                  <a:pt x="0" y="3955"/>
                </a:lnTo>
                <a:lnTo>
                  <a:pt x="150" y="4129"/>
                </a:lnTo>
                <a:lnTo>
                  <a:pt x="345" y="4308"/>
                </a:lnTo>
                <a:lnTo>
                  <a:pt x="555" y="4488"/>
                </a:lnTo>
                <a:lnTo>
                  <a:pt x="810" y="4661"/>
                </a:lnTo>
                <a:lnTo>
                  <a:pt x="1080" y="4828"/>
                </a:lnTo>
                <a:lnTo>
                  <a:pt x="1230" y="4914"/>
                </a:lnTo>
                <a:lnTo>
                  <a:pt x="1395" y="4994"/>
                </a:lnTo>
                <a:lnTo>
                  <a:pt x="1559" y="5074"/>
                </a:lnTo>
                <a:lnTo>
                  <a:pt x="1739" y="5154"/>
                </a:lnTo>
                <a:lnTo>
                  <a:pt x="1934" y="5227"/>
                </a:lnTo>
                <a:lnTo>
                  <a:pt x="2129" y="5300"/>
                </a:lnTo>
                <a:lnTo>
                  <a:pt x="2324" y="5367"/>
                </a:lnTo>
                <a:lnTo>
                  <a:pt x="2549" y="5433"/>
                </a:lnTo>
                <a:lnTo>
                  <a:pt x="2774" y="5500"/>
                </a:lnTo>
                <a:lnTo>
                  <a:pt x="2999" y="5560"/>
                </a:lnTo>
                <a:lnTo>
                  <a:pt x="3239" y="5613"/>
                </a:lnTo>
                <a:lnTo>
                  <a:pt x="3494" y="5666"/>
                </a:lnTo>
                <a:lnTo>
                  <a:pt x="3764" y="5713"/>
                </a:lnTo>
                <a:lnTo>
                  <a:pt x="4034" y="5760"/>
                </a:lnTo>
                <a:lnTo>
                  <a:pt x="4318" y="5800"/>
                </a:lnTo>
                <a:lnTo>
                  <a:pt x="4603" y="5833"/>
                </a:lnTo>
                <a:lnTo>
                  <a:pt x="4903" y="5866"/>
                </a:lnTo>
                <a:lnTo>
                  <a:pt x="5218" y="5886"/>
                </a:lnTo>
                <a:lnTo>
                  <a:pt x="5548" y="5906"/>
                </a:lnTo>
                <a:lnTo>
                  <a:pt x="5878" y="5926"/>
                </a:lnTo>
                <a:lnTo>
                  <a:pt x="6223" y="5933"/>
                </a:lnTo>
                <a:lnTo>
                  <a:pt x="6583" y="593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53"/>
          <p:cNvSpPr/>
          <p:nvPr/>
        </p:nvSpPr>
        <p:spPr>
          <a:xfrm rot="10800000">
            <a:off x="6609667" y="823123"/>
            <a:ext cx="190457" cy="262421"/>
          </a:xfrm>
          <a:custGeom>
            <a:avLst/>
            <a:gdLst/>
            <a:ahLst/>
            <a:cxnLst/>
            <a:rect l="l" t="t" r="r" b="b"/>
            <a:pathLst>
              <a:path w="6508" h="3949" extrusionOk="0">
                <a:moveTo>
                  <a:pt x="6508" y="1"/>
                </a:moveTo>
                <a:lnTo>
                  <a:pt x="5968" y="21"/>
                </a:lnTo>
                <a:lnTo>
                  <a:pt x="5443" y="47"/>
                </a:lnTo>
                <a:lnTo>
                  <a:pt x="4963" y="87"/>
                </a:lnTo>
                <a:lnTo>
                  <a:pt x="4514" y="134"/>
                </a:lnTo>
                <a:lnTo>
                  <a:pt x="4079" y="194"/>
                </a:lnTo>
                <a:lnTo>
                  <a:pt x="3674" y="260"/>
                </a:lnTo>
                <a:lnTo>
                  <a:pt x="3299" y="327"/>
                </a:lnTo>
                <a:lnTo>
                  <a:pt x="2954" y="407"/>
                </a:lnTo>
                <a:lnTo>
                  <a:pt x="2639" y="493"/>
                </a:lnTo>
                <a:lnTo>
                  <a:pt x="2339" y="586"/>
                </a:lnTo>
                <a:lnTo>
                  <a:pt x="2054" y="686"/>
                </a:lnTo>
                <a:lnTo>
                  <a:pt x="1815" y="786"/>
                </a:lnTo>
                <a:lnTo>
                  <a:pt x="1575" y="893"/>
                </a:lnTo>
                <a:lnTo>
                  <a:pt x="1365" y="1006"/>
                </a:lnTo>
                <a:lnTo>
                  <a:pt x="1170" y="1119"/>
                </a:lnTo>
                <a:lnTo>
                  <a:pt x="990" y="1239"/>
                </a:lnTo>
                <a:lnTo>
                  <a:pt x="840" y="1359"/>
                </a:lnTo>
                <a:lnTo>
                  <a:pt x="705" y="1479"/>
                </a:lnTo>
                <a:lnTo>
                  <a:pt x="570" y="1598"/>
                </a:lnTo>
                <a:lnTo>
                  <a:pt x="465" y="1725"/>
                </a:lnTo>
                <a:lnTo>
                  <a:pt x="375" y="1851"/>
                </a:lnTo>
                <a:lnTo>
                  <a:pt x="285" y="1971"/>
                </a:lnTo>
                <a:lnTo>
                  <a:pt x="225" y="2098"/>
                </a:lnTo>
                <a:lnTo>
                  <a:pt x="165" y="2218"/>
                </a:lnTo>
                <a:lnTo>
                  <a:pt x="75" y="2451"/>
                </a:lnTo>
                <a:lnTo>
                  <a:pt x="30" y="2677"/>
                </a:lnTo>
                <a:lnTo>
                  <a:pt x="0" y="2883"/>
                </a:lnTo>
                <a:lnTo>
                  <a:pt x="0" y="3070"/>
                </a:lnTo>
                <a:lnTo>
                  <a:pt x="0" y="3170"/>
                </a:lnTo>
                <a:lnTo>
                  <a:pt x="30" y="3269"/>
                </a:lnTo>
                <a:lnTo>
                  <a:pt x="60" y="3376"/>
                </a:lnTo>
                <a:lnTo>
                  <a:pt x="90" y="3482"/>
                </a:lnTo>
                <a:lnTo>
                  <a:pt x="150" y="3596"/>
                </a:lnTo>
                <a:lnTo>
                  <a:pt x="210" y="3709"/>
                </a:lnTo>
                <a:lnTo>
                  <a:pt x="285" y="3829"/>
                </a:lnTo>
                <a:lnTo>
                  <a:pt x="375" y="3948"/>
                </a:lnTo>
                <a:lnTo>
                  <a:pt x="870" y="3722"/>
                </a:lnTo>
                <a:lnTo>
                  <a:pt x="1350" y="3496"/>
                </a:lnTo>
                <a:lnTo>
                  <a:pt x="1815" y="3263"/>
                </a:lnTo>
                <a:lnTo>
                  <a:pt x="2264" y="3030"/>
                </a:lnTo>
                <a:lnTo>
                  <a:pt x="2699" y="2790"/>
                </a:lnTo>
                <a:lnTo>
                  <a:pt x="3119" y="2550"/>
                </a:lnTo>
                <a:lnTo>
                  <a:pt x="3524" y="2304"/>
                </a:lnTo>
                <a:lnTo>
                  <a:pt x="3914" y="2058"/>
                </a:lnTo>
                <a:lnTo>
                  <a:pt x="4289" y="1811"/>
                </a:lnTo>
                <a:lnTo>
                  <a:pt x="4648" y="1558"/>
                </a:lnTo>
                <a:lnTo>
                  <a:pt x="4993" y="1305"/>
                </a:lnTo>
                <a:lnTo>
                  <a:pt x="5323" y="1046"/>
                </a:lnTo>
                <a:lnTo>
                  <a:pt x="5638" y="786"/>
                </a:lnTo>
                <a:lnTo>
                  <a:pt x="5938" y="527"/>
                </a:lnTo>
                <a:lnTo>
                  <a:pt x="6238" y="267"/>
                </a:lnTo>
                <a:lnTo>
                  <a:pt x="6508" y="1"/>
                </a:lnTo>
                <a:close/>
              </a:path>
            </a:pathLst>
          </a:custGeom>
          <a:solidFill>
            <a:srgbClr val="970C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53"/>
          <p:cNvSpPr/>
          <p:nvPr/>
        </p:nvSpPr>
        <p:spPr>
          <a:xfrm rot="10800000">
            <a:off x="6538580" y="843450"/>
            <a:ext cx="101374" cy="92568"/>
          </a:xfrm>
          <a:custGeom>
            <a:avLst/>
            <a:gdLst/>
            <a:ahLst/>
            <a:cxnLst/>
            <a:rect l="l" t="t" r="r" b="b"/>
            <a:pathLst>
              <a:path w="3464" h="1393" extrusionOk="0">
                <a:moveTo>
                  <a:pt x="1305" y="1"/>
                </a:moveTo>
                <a:lnTo>
                  <a:pt x="390" y="147"/>
                </a:lnTo>
                <a:lnTo>
                  <a:pt x="285" y="167"/>
                </a:lnTo>
                <a:lnTo>
                  <a:pt x="225" y="194"/>
                </a:lnTo>
                <a:lnTo>
                  <a:pt x="180" y="227"/>
                </a:lnTo>
                <a:lnTo>
                  <a:pt x="165" y="267"/>
                </a:lnTo>
                <a:lnTo>
                  <a:pt x="180" y="300"/>
                </a:lnTo>
                <a:lnTo>
                  <a:pt x="210" y="340"/>
                </a:lnTo>
                <a:lnTo>
                  <a:pt x="330" y="440"/>
                </a:lnTo>
                <a:lnTo>
                  <a:pt x="420" y="533"/>
                </a:lnTo>
                <a:lnTo>
                  <a:pt x="465" y="620"/>
                </a:lnTo>
                <a:lnTo>
                  <a:pt x="480" y="700"/>
                </a:lnTo>
                <a:lnTo>
                  <a:pt x="465" y="766"/>
                </a:lnTo>
                <a:lnTo>
                  <a:pt x="435" y="833"/>
                </a:lnTo>
                <a:lnTo>
                  <a:pt x="390" y="893"/>
                </a:lnTo>
                <a:lnTo>
                  <a:pt x="330" y="946"/>
                </a:lnTo>
                <a:lnTo>
                  <a:pt x="270" y="999"/>
                </a:lnTo>
                <a:lnTo>
                  <a:pt x="210" y="1039"/>
                </a:lnTo>
                <a:lnTo>
                  <a:pt x="90" y="1106"/>
                </a:lnTo>
                <a:lnTo>
                  <a:pt x="30" y="1139"/>
                </a:lnTo>
                <a:lnTo>
                  <a:pt x="15" y="1166"/>
                </a:lnTo>
                <a:lnTo>
                  <a:pt x="0" y="1186"/>
                </a:lnTo>
                <a:lnTo>
                  <a:pt x="15" y="1206"/>
                </a:lnTo>
                <a:lnTo>
                  <a:pt x="30" y="1226"/>
                </a:lnTo>
                <a:lnTo>
                  <a:pt x="60" y="1246"/>
                </a:lnTo>
                <a:lnTo>
                  <a:pt x="120" y="1266"/>
                </a:lnTo>
                <a:lnTo>
                  <a:pt x="600" y="1392"/>
                </a:lnTo>
                <a:lnTo>
                  <a:pt x="855" y="1299"/>
                </a:lnTo>
                <a:lnTo>
                  <a:pt x="1080" y="1206"/>
                </a:lnTo>
                <a:lnTo>
                  <a:pt x="1260" y="1099"/>
                </a:lnTo>
                <a:lnTo>
                  <a:pt x="1410" y="999"/>
                </a:lnTo>
                <a:lnTo>
                  <a:pt x="1545" y="886"/>
                </a:lnTo>
                <a:lnTo>
                  <a:pt x="1620" y="773"/>
                </a:lnTo>
                <a:lnTo>
                  <a:pt x="1680" y="660"/>
                </a:lnTo>
                <a:lnTo>
                  <a:pt x="1695" y="547"/>
                </a:lnTo>
                <a:lnTo>
                  <a:pt x="1680" y="480"/>
                </a:lnTo>
                <a:lnTo>
                  <a:pt x="1665" y="407"/>
                </a:lnTo>
                <a:lnTo>
                  <a:pt x="1635" y="340"/>
                </a:lnTo>
                <a:lnTo>
                  <a:pt x="1590" y="274"/>
                </a:lnTo>
                <a:lnTo>
                  <a:pt x="1545" y="207"/>
                </a:lnTo>
                <a:lnTo>
                  <a:pt x="1470" y="134"/>
                </a:lnTo>
                <a:lnTo>
                  <a:pt x="1395" y="67"/>
                </a:lnTo>
                <a:lnTo>
                  <a:pt x="1305" y="1"/>
                </a:lnTo>
                <a:close/>
                <a:moveTo>
                  <a:pt x="3074" y="1"/>
                </a:moveTo>
                <a:lnTo>
                  <a:pt x="2159" y="147"/>
                </a:lnTo>
                <a:lnTo>
                  <a:pt x="2054" y="167"/>
                </a:lnTo>
                <a:lnTo>
                  <a:pt x="1994" y="194"/>
                </a:lnTo>
                <a:lnTo>
                  <a:pt x="1949" y="227"/>
                </a:lnTo>
                <a:lnTo>
                  <a:pt x="1934" y="267"/>
                </a:lnTo>
                <a:lnTo>
                  <a:pt x="1949" y="300"/>
                </a:lnTo>
                <a:lnTo>
                  <a:pt x="1979" y="340"/>
                </a:lnTo>
                <a:lnTo>
                  <a:pt x="2099" y="440"/>
                </a:lnTo>
                <a:lnTo>
                  <a:pt x="2189" y="533"/>
                </a:lnTo>
                <a:lnTo>
                  <a:pt x="2234" y="620"/>
                </a:lnTo>
                <a:lnTo>
                  <a:pt x="2249" y="700"/>
                </a:lnTo>
                <a:lnTo>
                  <a:pt x="2234" y="766"/>
                </a:lnTo>
                <a:lnTo>
                  <a:pt x="2204" y="833"/>
                </a:lnTo>
                <a:lnTo>
                  <a:pt x="2159" y="893"/>
                </a:lnTo>
                <a:lnTo>
                  <a:pt x="2099" y="946"/>
                </a:lnTo>
                <a:lnTo>
                  <a:pt x="2039" y="999"/>
                </a:lnTo>
                <a:lnTo>
                  <a:pt x="1979" y="1039"/>
                </a:lnTo>
                <a:lnTo>
                  <a:pt x="1860" y="1106"/>
                </a:lnTo>
                <a:lnTo>
                  <a:pt x="1800" y="1139"/>
                </a:lnTo>
                <a:lnTo>
                  <a:pt x="1785" y="1166"/>
                </a:lnTo>
                <a:lnTo>
                  <a:pt x="1770" y="1186"/>
                </a:lnTo>
                <a:lnTo>
                  <a:pt x="1785" y="1206"/>
                </a:lnTo>
                <a:lnTo>
                  <a:pt x="1800" y="1226"/>
                </a:lnTo>
                <a:lnTo>
                  <a:pt x="1830" y="1246"/>
                </a:lnTo>
                <a:lnTo>
                  <a:pt x="1890" y="1266"/>
                </a:lnTo>
                <a:lnTo>
                  <a:pt x="2369" y="1392"/>
                </a:lnTo>
                <a:lnTo>
                  <a:pt x="2624" y="1299"/>
                </a:lnTo>
                <a:lnTo>
                  <a:pt x="2849" y="1206"/>
                </a:lnTo>
                <a:lnTo>
                  <a:pt x="3029" y="1099"/>
                </a:lnTo>
                <a:lnTo>
                  <a:pt x="3179" y="999"/>
                </a:lnTo>
                <a:lnTo>
                  <a:pt x="3299" y="886"/>
                </a:lnTo>
                <a:lnTo>
                  <a:pt x="3389" y="773"/>
                </a:lnTo>
                <a:lnTo>
                  <a:pt x="3449" y="660"/>
                </a:lnTo>
                <a:lnTo>
                  <a:pt x="3464" y="547"/>
                </a:lnTo>
                <a:lnTo>
                  <a:pt x="3449" y="480"/>
                </a:lnTo>
                <a:lnTo>
                  <a:pt x="3434" y="407"/>
                </a:lnTo>
                <a:lnTo>
                  <a:pt x="3404" y="340"/>
                </a:lnTo>
                <a:lnTo>
                  <a:pt x="3359" y="274"/>
                </a:lnTo>
                <a:lnTo>
                  <a:pt x="3314" y="207"/>
                </a:lnTo>
                <a:lnTo>
                  <a:pt x="3239" y="134"/>
                </a:lnTo>
                <a:lnTo>
                  <a:pt x="3164" y="67"/>
                </a:lnTo>
                <a:lnTo>
                  <a:pt x="30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53"/>
          <p:cNvSpPr txBox="1">
            <a:spLocks noGrp="1"/>
          </p:cNvSpPr>
          <p:nvPr>
            <p:ph type="subTitle" idx="2"/>
          </p:nvPr>
        </p:nvSpPr>
        <p:spPr>
          <a:xfrm>
            <a:off x="457200" y="25377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960" name="Google Shape;960;p53"/>
          <p:cNvSpPr txBox="1">
            <a:spLocks noGrp="1"/>
          </p:cNvSpPr>
          <p:nvPr>
            <p:ph type="subTitle" idx="3"/>
          </p:nvPr>
        </p:nvSpPr>
        <p:spPr>
          <a:xfrm>
            <a:off x="2450080" y="25377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961" name="Google Shape;961;p53"/>
          <p:cNvSpPr txBox="1">
            <a:spLocks noGrp="1"/>
          </p:cNvSpPr>
          <p:nvPr>
            <p:ph type="subTitle" idx="4"/>
          </p:nvPr>
        </p:nvSpPr>
        <p:spPr>
          <a:xfrm>
            <a:off x="457200" y="22860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800"/>
              <a:buFont typeface="Lato Black"/>
              <a:buNone/>
              <a:defRPr sz="800">
                <a:solidFill>
                  <a:srgbClr val="8B2880"/>
                </a:solidFill>
                <a:latin typeface="Lato Black"/>
                <a:ea typeface="Lato Black"/>
                <a:cs typeface="Lato Black"/>
                <a:sym typeface="Lato Black"/>
              </a:defRPr>
            </a:lvl9pPr>
          </a:lstStyle>
          <a:p>
            <a:endParaRPr/>
          </a:p>
        </p:txBody>
      </p:sp>
      <p:sp>
        <p:nvSpPr>
          <p:cNvPr id="962" name="Google Shape;962;p53"/>
          <p:cNvSpPr txBox="1">
            <a:spLocks noGrp="1"/>
          </p:cNvSpPr>
          <p:nvPr>
            <p:ph type="subTitle" idx="5"/>
          </p:nvPr>
        </p:nvSpPr>
        <p:spPr>
          <a:xfrm>
            <a:off x="2450080" y="22860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800"/>
              <a:buFont typeface="Lato Black"/>
              <a:buNone/>
              <a:defRPr sz="800">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800"/>
              <a:buFont typeface="Lato Black"/>
              <a:buNone/>
              <a:defRPr sz="800">
                <a:solidFill>
                  <a:srgbClr val="8B2880"/>
                </a:solidFill>
                <a:latin typeface="Lato Black"/>
                <a:ea typeface="Lato Black"/>
                <a:cs typeface="Lato Black"/>
                <a:sym typeface="Lato Black"/>
              </a:defRPr>
            </a:lvl9pPr>
          </a:lstStyle>
          <a:p>
            <a:endParaRPr/>
          </a:p>
        </p:txBody>
      </p:sp>
      <p:sp>
        <p:nvSpPr>
          <p:cNvPr id="963" name="Google Shape;963;p53"/>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53"/>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53"/>
          <p:cNvSpPr txBox="1">
            <a:spLocks noGrp="1"/>
          </p:cNvSpPr>
          <p:nvPr>
            <p:ph type="subTitle" idx="6"/>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966" name="Google Shape;966;p53"/>
          <p:cNvSpPr txBox="1">
            <a:spLocks noGrp="1"/>
          </p:cNvSpPr>
          <p:nvPr>
            <p:ph type="title" idx="7"/>
          </p:nvPr>
        </p:nvSpPr>
        <p:spPr>
          <a:xfrm>
            <a:off x="4988475" y="2071475"/>
            <a:ext cx="1773300" cy="15441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000"/>
              <a:buFont typeface="Lato"/>
              <a:buNone/>
              <a:defRPr sz="1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967" name="Google Shape;967;p53"/>
          <p:cNvSpPr txBox="1">
            <a:spLocks noGrp="1"/>
          </p:cNvSpPr>
          <p:nvPr>
            <p:ph type="title" idx="8"/>
          </p:nvPr>
        </p:nvSpPr>
        <p:spPr>
          <a:xfrm>
            <a:off x="4988475" y="3818100"/>
            <a:ext cx="1773300" cy="2805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700"/>
              <a:buFont typeface="Lato"/>
              <a:buNone/>
              <a:defRPr sz="700">
                <a:solidFill>
                  <a:schemeClr val="lt1"/>
                </a:solidFill>
                <a:latin typeface="Lato"/>
                <a:ea typeface="Lato"/>
                <a:cs typeface="Lato"/>
                <a:sym typeface="Lato"/>
              </a:defRPr>
            </a:lvl1pPr>
            <a:lvl2pPr lvl="1" rtl="0">
              <a:spcBef>
                <a:spcPts val="0"/>
              </a:spcBef>
              <a:spcAft>
                <a:spcPts val="0"/>
              </a:spcAft>
              <a:buClr>
                <a:schemeClr val="lt1"/>
              </a:buClr>
              <a:buSzPts val="700"/>
              <a:buNone/>
              <a:defRPr sz="700">
                <a:solidFill>
                  <a:schemeClr val="lt1"/>
                </a:solidFill>
                <a:latin typeface="Lato"/>
                <a:ea typeface="Lato"/>
                <a:cs typeface="Lato"/>
                <a:sym typeface="Lato"/>
              </a:defRPr>
            </a:lvl2pPr>
            <a:lvl3pPr lvl="2" rtl="0">
              <a:spcBef>
                <a:spcPts val="0"/>
              </a:spcBef>
              <a:spcAft>
                <a:spcPts val="0"/>
              </a:spcAft>
              <a:buClr>
                <a:schemeClr val="lt1"/>
              </a:buClr>
              <a:buSzPts val="700"/>
              <a:buNone/>
              <a:defRPr sz="700">
                <a:solidFill>
                  <a:schemeClr val="lt1"/>
                </a:solidFill>
                <a:latin typeface="Lato"/>
                <a:ea typeface="Lato"/>
                <a:cs typeface="Lato"/>
                <a:sym typeface="Lato"/>
              </a:defRPr>
            </a:lvl3pPr>
            <a:lvl4pPr lvl="3" rtl="0">
              <a:spcBef>
                <a:spcPts val="0"/>
              </a:spcBef>
              <a:spcAft>
                <a:spcPts val="0"/>
              </a:spcAft>
              <a:buClr>
                <a:schemeClr val="lt1"/>
              </a:buClr>
              <a:buSzPts val="700"/>
              <a:buNone/>
              <a:defRPr sz="700">
                <a:solidFill>
                  <a:schemeClr val="lt1"/>
                </a:solidFill>
                <a:latin typeface="Lato"/>
                <a:ea typeface="Lato"/>
                <a:cs typeface="Lato"/>
                <a:sym typeface="Lato"/>
              </a:defRPr>
            </a:lvl4pPr>
            <a:lvl5pPr lvl="4" rtl="0">
              <a:spcBef>
                <a:spcPts val="0"/>
              </a:spcBef>
              <a:spcAft>
                <a:spcPts val="0"/>
              </a:spcAft>
              <a:buClr>
                <a:schemeClr val="lt1"/>
              </a:buClr>
              <a:buSzPts val="700"/>
              <a:buNone/>
              <a:defRPr sz="700">
                <a:solidFill>
                  <a:schemeClr val="lt1"/>
                </a:solidFill>
                <a:latin typeface="Lato"/>
                <a:ea typeface="Lato"/>
                <a:cs typeface="Lato"/>
                <a:sym typeface="Lato"/>
              </a:defRPr>
            </a:lvl5pPr>
            <a:lvl6pPr lvl="5" rtl="0">
              <a:spcBef>
                <a:spcPts val="0"/>
              </a:spcBef>
              <a:spcAft>
                <a:spcPts val="0"/>
              </a:spcAft>
              <a:buClr>
                <a:schemeClr val="lt1"/>
              </a:buClr>
              <a:buSzPts val="700"/>
              <a:buNone/>
              <a:defRPr sz="700">
                <a:solidFill>
                  <a:schemeClr val="lt1"/>
                </a:solidFill>
                <a:latin typeface="Lato"/>
                <a:ea typeface="Lato"/>
                <a:cs typeface="Lato"/>
                <a:sym typeface="Lato"/>
              </a:defRPr>
            </a:lvl6pPr>
            <a:lvl7pPr lvl="6" rtl="0">
              <a:spcBef>
                <a:spcPts val="0"/>
              </a:spcBef>
              <a:spcAft>
                <a:spcPts val="0"/>
              </a:spcAft>
              <a:buClr>
                <a:schemeClr val="lt1"/>
              </a:buClr>
              <a:buSzPts val="700"/>
              <a:buNone/>
              <a:defRPr sz="700">
                <a:solidFill>
                  <a:schemeClr val="lt1"/>
                </a:solidFill>
                <a:latin typeface="Lato"/>
                <a:ea typeface="Lato"/>
                <a:cs typeface="Lato"/>
                <a:sym typeface="Lato"/>
              </a:defRPr>
            </a:lvl7pPr>
            <a:lvl8pPr lvl="7" rtl="0">
              <a:spcBef>
                <a:spcPts val="0"/>
              </a:spcBef>
              <a:spcAft>
                <a:spcPts val="0"/>
              </a:spcAft>
              <a:buClr>
                <a:schemeClr val="lt1"/>
              </a:buClr>
              <a:buSzPts val="700"/>
              <a:buNone/>
              <a:defRPr sz="700">
                <a:solidFill>
                  <a:schemeClr val="lt1"/>
                </a:solidFill>
                <a:latin typeface="Lato"/>
                <a:ea typeface="Lato"/>
                <a:cs typeface="Lato"/>
                <a:sym typeface="Lato"/>
              </a:defRPr>
            </a:lvl8pPr>
            <a:lvl9pPr lvl="8" rtl="0">
              <a:spcBef>
                <a:spcPts val="0"/>
              </a:spcBef>
              <a:spcAft>
                <a:spcPts val="0"/>
              </a:spcAft>
              <a:buClr>
                <a:schemeClr val="lt1"/>
              </a:buClr>
              <a:buSzPts val="700"/>
              <a:buNone/>
              <a:defRPr sz="700">
                <a:solidFill>
                  <a:schemeClr val="lt1"/>
                </a:solidFill>
                <a:latin typeface="Lato"/>
                <a:ea typeface="Lato"/>
                <a:cs typeface="Lato"/>
                <a:sym typeface="Lato"/>
              </a:defRPr>
            </a:lvl9pPr>
          </a:lstStyle>
          <a:p>
            <a:endParaRPr/>
          </a:p>
        </p:txBody>
      </p:sp>
      <p:sp>
        <p:nvSpPr>
          <p:cNvPr id="968" name="Google Shape;968;p53"/>
          <p:cNvSpPr txBox="1">
            <a:spLocks noGrp="1"/>
          </p:cNvSpPr>
          <p:nvPr>
            <p:ph type="title" idx="9"/>
          </p:nvPr>
        </p:nvSpPr>
        <p:spPr>
          <a:xfrm>
            <a:off x="7091453" y="905701"/>
            <a:ext cx="1436700" cy="12375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000"/>
              <a:buFont typeface="Lato"/>
              <a:buNone/>
              <a:defRPr sz="1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969" name="Google Shape;969;p53"/>
          <p:cNvSpPr txBox="1">
            <a:spLocks noGrp="1"/>
          </p:cNvSpPr>
          <p:nvPr>
            <p:ph type="title" idx="13"/>
          </p:nvPr>
        </p:nvSpPr>
        <p:spPr>
          <a:xfrm>
            <a:off x="7091453" y="2241225"/>
            <a:ext cx="1517400" cy="3564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700"/>
              <a:buFont typeface="Lato"/>
              <a:buNone/>
              <a:defRPr sz="700">
                <a:solidFill>
                  <a:schemeClr val="lt1"/>
                </a:solidFill>
                <a:latin typeface="Lato"/>
                <a:ea typeface="Lato"/>
                <a:cs typeface="Lato"/>
                <a:sym typeface="Lato"/>
              </a:defRPr>
            </a:lvl1pPr>
            <a:lvl2pPr lvl="1" rtl="0">
              <a:spcBef>
                <a:spcPts val="0"/>
              </a:spcBef>
              <a:spcAft>
                <a:spcPts val="0"/>
              </a:spcAft>
              <a:buClr>
                <a:schemeClr val="lt1"/>
              </a:buClr>
              <a:buSzPts val="700"/>
              <a:buNone/>
              <a:defRPr sz="700">
                <a:solidFill>
                  <a:schemeClr val="lt1"/>
                </a:solidFill>
                <a:latin typeface="Lato"/>
                <a:ea typeface="Lato"/>
                <a:cs typeface="Lato"/>
                <a:sym typeface="Lato"/>
              </a:defRPr>
            </a:lvl2pPr>
            <a:lvl3pPr lvl="2" rtl="0">
              <a:spcBef>
                <a:spcPts val="0"/>
              </a:spcBef>
              <a:spcAft>
                <a:spcPts val="0"/>
              </a:spcAft>
              <a:buClr>
                <a:schemeClr val="lt1"/>
              </a:buClr>
              <a:buSzPts val="700"/>
              <a:buNone/>
              <a:defRPr sz="700">
                <a:solidFill>
                  <a:schemeClr val="lt1"/>
                </a:solidFill>
                <a:latin typeface="Lato"/>
                <a:ea typeface="Lato"/>
                <a:cs typeface="Lato"/>
                <a:sym typeface="Lato"/>
              </a:defRPr>
            </a:lvl3pPr>
            <a:lvl4pPr lvl="3" rtl="0">
              <a:spcBef>
                <a:spcPts val="0"/>
              </a:spcBef>
              <a:spcAft>
                <a:spcPts val="0"/>
              </a:spcAft>
              <a:buClr>
                <a:schemeClr val="lt1"/>
              </a:buClr>
              <a:buSzPts val="700"/>
              <a:buNone/>
              <a:defRPr sz="700">
                <a:solidFill>
                  <a:schemeClr val="lt1"/>
                </a:solidFill>
                <a:latin typeface="Lato"/>
                <a:ea typeface="Lato"/>
                <a:cs typeface="Lato"/>
                <a:sym typeface="Lato"/>
              </a:defRPr>
            </a:lvl4pPr>
            <a:lvl5pPr lvl="4" rtl="0">
              <a:spcBef>
                <a:spcPts val="0"/>
              </a:spcBef>
              <a:spcAft>
                <a:spcPts val="0"/>
              </a:spcAft>
              <a:buClr>
                <a:schemeClr val="lt1"/>
              </a:buClr>
              <a:buSzPts val="700"/>
              <a:buNone/>
              <a:defRPr sz="700">
                <a:solidFill>
                  <a:schemeClr val="lt1"/>
                </a:solidFill>
                <a:latin typeface="Lato"/>
                <a:ea typeface="Lato"/>
                <a:cs typeface="Lato"/>
                <a:sym typeface="Lato"/>
              </a:defRPr>
            </a:lvl5pPr>
            <a:lvl6pPr lvl="5" rtl="0">
              <a:spcBef>
                <a:spcPts val="0"/>
              </a:spcBef>
              <a:spcAft>
                <a:spcPts val="0"/>
              </a:spcAft>
              <a:buClr>
                <a:schemeClr val="lt1"/>
              </a:buClr>
              <a:buSzPts val="700"/>
              <a:buNone/>
              <a:defRPr sz="700">
                <a:solidFill>
                  <a:schemeClr val="lt1"/>
                </a:solidFill>
                <a:latin typeface="Lato"/>
                <a:ea typeface="Lato"/>
                <a:cs typeface="Lato"/>
                <a:sym typeface="Lato"/>
              </a:defRPr>
            </a:lvl6pPr>
            <a:lvl7pPr lvl="6" rtl="0">
              <a:spcBef>
                <a:spcPts val="0"/>
              </a:spcBef>
              <a:spcAft>
                <a:spcPts val="0"/>
              </a:spcAft>
              <a:buClr>
                <a:schemeClr val="lt1"/>
              </a:buClr>
              <a:buSzPts val="700"/>
              <a:buNone/>
              <a:defRPr sz="700">
                <a:solidFill>
                  <a:schemeClr val="lt1"/>
                </a:solidFill>
                <a:latin typeface="Lato"/>
                <a:ea typeface="Lato"/>
                <a:cs typeface="Lato"/>
                <a:sym typeface="Lato"/>
              </a:defRPr>
            </a:lvl7pPr>
            <a:lvl8pPr lvl="7" rtl="0">
              <a:spcBef>
                <a:spcPts val="0"/>
              </a:spcBef>
              <a:spcAft>
                <a:spcPts val="0"/>
              </a:spcAft>
              <a:buClr>
                <a:schemeClr val="lt1"/>
              </a:buClr>
              <a:buSzPts val="700"/>
              <a:buNone/>
              <a:defRPr sz="700">
                <a:solidFill>
                  <a:schemeClr val="lt1"/>
                </a:solidFill>
                <a:latin typeface="Lato"/>
                <a:ea typeface="Lato"/>
                <a:cs typeface="Lato"/>
                <a:sym typeface="Lato"/>
              </a:defRPr>
            </a:lvl8pPr>
            <a:lvl9pPr lvl="8" rtl="0">
              <a:spcBef>
                <a:spcPts val="0"/>
              </a:spcBef>
              <a:spcAft>
                <a:spcPts val="0"/>
              </a:spcAft>
              <a:buClr>
                <a:schemeClr val="lt1"/>
              </a:buClr>
              <a:buSzPts val="700"/>
              <a:buNone/>
              <a:defRPr sz="700">
                <a:solidFill>
                  <a:schemeClr val="lt1"/>
                </a:solidFill>
                <a:latin typeface="Lato"/>
                <a:ea typeface="Lato"/>
                <a:cs typeface="Lato"/>
                <a:sym typeface="Lato"/>
              </a:defRPr>
            </a:lvl9pPr>
          </a:lstStyle>
          <a:p>
            <a:endParaRPr/>
          </a:p>
        </p:txBody>
      </p:sp>
      <p:sp>
        <p:nvSpPr>
          <p:cNvPr id="970" name="Google Shape;970;p53"/>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440">
          <p15:clr>
            <a:srgbClr val="FA7B17"/>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Purple - Photo + Quote Right 1">
  <p:cSld name="TITLE_AND_BODY_2_1_1_2">
    <p:spTree>
      <p:nvGrpSpPr>
        <p:cNvPr id="1" name="Shape 971"/>
        <p:cNvGrpSpPr/>
        <p:nvPr/>
      </p:nvGrpSpPr>
      <p:grpSpPr>
        <a:xfrm>
          <a:off x="0" y="0"/>
          <a:ext cx="0" cy="0"/>
          <a:chOff x="0" y="0"/>
          <a:chExt cx="0" cy="0"/>
        </a:xfrm>
      </p:grpSpPr>
      <p:sp>
        <p:nvSpPr>
          <p:cNvPr id="972" name="Google Shape;972;p54"/>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973" name="Google Shape;973;p54"/>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974" name="Google Shape;974;p54"/>
          <p:cNvSpPr txBox="1">
            <a:spLocks noGrp="1"/>
          </p:cNvSpPr>
          <p:nvPr>
            <p:ph type="subTitle" idx="2"/>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975" name="Google Shape;975;p54"/>
          <p:cNvSpPr txBox="1">
            <a:spLocks noGrp="1"/>
          </p:cNvSpPr>
          <p:nvPr>
            <p:ph type="subTitle" idx="3"/>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976" name="Google Shape;976;p54"/>
          <p:cNvSpPr txBox="1">
            <a:spLocks noGrp="1"/>
          </p:cNvSpPr>
          <p:nvPr>
            <p:ph type="subTitle" idx="4"/>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900"/>
              <a:buFont typeface="Lato Black"/>
              <a:buNone/>
              <a:defRPr>
                <a:solidFill>
                  <a:srgbClr val="8B2880"/>
                </a:solidFill>
                <a:latin typeface="Lato Black"/>
                <a:ea typeface="Lato Black"/>
                <a:cs typeface="Lato Black"/>
                <a:sym typeface="Lato Black"/>
              </a:defRPr>
            </a:lvl9pPr>
          </a:lstStyle>
          <a:p>
            <a:endParaRPr/>
          </a:p>
        </p:txBody>
      </p:sp>
      <p:sp>
        <p:nvSpPr>
          <p:cNvPr id="977" name="Google Shape;977;p54"/>
          <p:cNvSpPr txBox="1">
            <a:spLocks noGrp="1"/>
          </p:cNvSpPr>
          <p:nvPr>
            <p:ph type="subTitle" idx="5"/>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900"/>
              <a:buFont typeface="Lato Black"/>
              <a:buNone/>
              <a:defRPr>
                <a:solidFill>
                  <a:srgbClr val="8B2880"/>
                </a:solidFill>
                <a:latin typeface="Lato Black"/>
                <a:ea typeface="Lato Black"/>
                <a:cs typeface="Lato Black"/>
                <a:sym typeface="Lato Black"/>
              </a:defRPr>
            </a:lvl9pPr>
          </a:lstStyle>
          <a:p>
            <a:endParaRPr/>
          </a:p>
        </p:txBody>
      </p:sp>
      <p:sp>
        <p:nvSpPr>
          <p:cNvPr id="978" name="Google Shape;978;p54"/>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54"/>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54"/>
          <p:cNvSpPr txBox="1">
            <a:spLocks noGrp="1"/>
          </p:cNvSpPr>
          <p:nvPr>
            <p:ph type="subTitle" idx="6"/>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981" name="Google Shape;981;p54"/>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Purple - Photo Right">
  <p:cSld name="TITLE_AND_BODY_1_1">
    <p:spTree>
      <p:nvGrpSpPr>
        <p:cNvPr id="1" name="Shape 982"/>
        <p:cNvGrpSpPr/>
        <p:nvPr/>
      </p:nvGrpSpPr>
      <p:grpSpPr>
        <a:xfrm>
          <a:off x="0" y="0"/>
          <a:ext cx="0" cy="0"/>
          <a:chOff x="0" y="0"/>
          <a:chExt cx="0" cy="0"/>
        </a:xfrm>
      </p:grpSpPr>
      <p:sp>
        <p:nvSpPr>
          <p:cNvPr id="983" name="Google Shape;983;p55"/>
          <p:cNvSpPr>
            <a:spLocks noGrp="1"/>
          </p:cNvSpPr>
          <p:nvPr>
            <p:ph type="pic" idx="2"/>
          </p:nvPr>
        </p:nvSpPr>
        <p:spPr>
          <a:xfrm>
            <a:off x="4762806" y="1534487"/>
            <a:ext cx="3150600" cy="1609200"/>
          </a:xfrm>
          <a:prstGeom prst="rect">
            <a:avLst/>
          </a:prstGeom>
          <a:noFill/>
          <a:ln>
            <a:noFill/>
          </a:ln>
        </p:spPr>
      </p:sp>
      <p:sp>
        <p:nvSpPr>
          <p:cNvPr id="984" name="Google Shape;984;p55"/>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985" name="Google Shape;985;p55"/>
          <p:cNvSpPr/>
          <p:nvPr/>
        </p:nvSpPr>
        <p:spPr>
          <a:xfrm rot="10800000">
            <a:off x="4278980" y="612648"/>
            <a:ext cx="6220545" cy="3416907"/>
          </a:xfrm>
          <a:custGeom>
            <a:avLst/>
            <a:gdLst/>
            <a:ahLst/>
            <a:cxnLst/>
            <a:rect l="l" t="t" r="r" b="b"/>
            <a:pathLst>
              <a:path w="65507" h="8007" fill="none" extrusionOk="0">
                <a:moveTo>
                  <a:pt x="65507" y="8006"/>
                </a:moveTo>
                <a:lnTo>
                  <a:pt x="65507" y="0"/>
                </a:lnTo>
                <a:lnTo>
                  <a:pt x="1" y="0"/>
                </a:lnTo>
                <a:lnTo>
                  <a:pt x="1" y="8006"/>
                </a:lnTo>
                <a:lnTo>
                  <a:pt x="65507" y="800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55"/>
          <p:cNvSpPr/>
          <p:nvPr/>
        </p:nvSpPr>
        <p:spPr>
          <a:xfrm rot="10800000">
            <a:off x="4592727" y="942522"/>
            <a:ext cx="5658666" cy="2720468"/>
          </a:xfrm>
          <a:custGeom>
            <a:avLst/>
            <a:gdLst/>
            <a:ahLst/>
            <a:cxnLst/>
            <a:rect l="l" t="t" r="r" b="b"/>
            <a:pathLst>
              <a:path w="59590" h="6375" fill="none" extrusionOk="0">
                <a:moveTo>
                  <a:pt x="1443" y="608"/>
                </a:moveTo>
                <a:lnTo>
                  <a:pt x="1443" y="608"/>
                </a:lnTo>
                <a:lnTo>
                  <a:pt x="1683" y="522"/>
                </a:lnTo>
                <a:lnTo>
                  <a:pt x="1953" y="443"/>
                </a:lnTo>
                <a:lnTo>
                  <a:pt x="2254" y="370"/>
                </a:lnTo>
                <a:lnTo>
                  <a:pt x="2584" y="304"/>
                </a:lnTo>
                <a:lnTo>
                  <a:pt x="2944" y="245"/>
                </a:lnTo>
                <a:lnTo>
                  <a:pt x="3305" y="192"/>
                </a:lnTo>
                <a:lnTo>
                  <a:pt x="3725" y="145"/>
                </a:lnTo>
                <a:lnTo>
                  <a:pt x="4116" y="106"/>
                </a:lnTo>
                <a:lnTo>
                  <a:pt x="4566" y="73"/>
                </a:lnTo>
                <a:lnTo>
                  <a:pt x="4987" y="46"/>
                </a:lnTo>
                <a:lnTo>
                  <a:pt x="5467" y="27"/>
                </a:lnTo>
                <a:lnTo>
                  <a:pt x="5918" y="13"/>
                </a:lnTo>
                <a:lnTo>
                  <a:pt x="6398" y="0"/>
                </a:lnTo>
                <a:lnTo>
                  <a:pt x="6849" y="0"/>
                </a:lnTo>
                <a:lnTo>
                  <a:pt x="7329" y="0"/>
                </a:lnTo>
                <a:lnTo>
                  <a:pt x="7810" y="7"/>
                </a:lnTo>
                <a:lnTo>
                  <a:pt x="35232" y="7"/>
                </a:lnTo>
                <a:lnTo>
                  <a:pt x="35232" y="7"/>
                </a:lnTo>
                <a:lnTo>
                  <a:pt x="35742" y="0"/>
                </a:lnTo>
                <a:lnTo>
                  <a:pt x="36253" y="0"/>
                </a:lnTo>
                <a:lnTo>
                  <a:pt x="36763" y="0"/>
                </a:lnTo>
                <a:lnTo>
                  <a:pt x="37274" y="13"/>
                </a:lnTo>
                <a:lnTo>
                  <a:pt x="37755" y="27"/>
                </a:lnTo>
                <a:lnTo>
                  <a:pt x="38265" y="53"/>
                </a:lnTo>
                <a:lnTo>
                  <a:pt x="38716" y="73"/>
                </a:lnTo>
                <a:lnTo>
                  <a:pt x="39196" y="106"/>
                </a:lnTo>
                <a:lnTo>
                  <a:pt x="39647" y="139"/>
                </a:lnTo>
                <a:lnTo>
                  <a:pt x="40067" y="178"/>
                </a:lnTo>
                <a:lnTo>
                  <a:pt x="40458" y="218"/>
                </a:lnTo>
                <a:lnTo>
                  <a:pt x="40818" y="258"/>
                </a:lnTo>
                <a:lnTo>
                  <a:pt x="41179" y="311"/>
                </a:lnTo>
                <a:lnTo>
                  <a:pt x="41479" y="357"/>
                </a:lnTo>
                <a:lnTo>
                  <a:pt x="41779" y="410"/>
                </a:lnTo>
                <a:lnTo>
                  <a:pt x="42020" y="462"/>
                </a:lnTo>
                <a:lnTo>
                  <a:pt x="42020" y="462"/>
                </a:lnTo>
                <a:lnTo>
                  <a:pt x="42230" y="515"/>
                </a:lnTo>
                <a:lnTo>
                  <a:pt x="42440" y="575"/>
                </a:lnTo>
                <a:lnTo>
                  <a:pt x="42800" y="694"/>
                </a:lnTo>
                <a:lnTo>
                  <a:pt x="43101" y="819"/>
                </a:lnTo>
                <a:lnTo>
                  <a:pt x="43341" y="951"/>
                </a:lnTo>
                <a:lnTo>
                  <a:pt x="43521" y="1083"/>
                </a:lnTo>
                <a:lnTo>
                  <a:pt x="43641" y="1222"/>
                </a:lnTo>
                <a:lnTo>
                  <a:pt x="43701" y="1361"/>
                </a:lnTo>
                <a:lnTo>
                  <a:pt x="43701" y="1500"/>
                </a:lnTo>
                <a:lnTo>
                  <a:pt x="47936" y="1500"/>
                </a:lnTo>
                <a:lnTo>
                  <a:pt x="47936" y="1500"/>
                </a:lnTo>
                <a:lnTo>
                  <a:pt x="49018" y="1500"/>
                </a:lnTo>
                <a:lnTo>
                  <a:pt x="49528" y="1506"/>
                </a:lnTo>
                <a:lnTo>
                  <a:pt x="50009" y="1519"/>
                </a:lnTo>
                <a:lnTo>
                  <a:pt x="50459" y="1533"/>
                </a:lnTo>
                <a:lnTo>
                  <a:pt x="50910" y="1552"/>
                </a:lnTo>
                <a:lnTo>
                  <a:pt x="51330" y="1572"/>
                </a:lnTo>
                <a:lnTo>
                  <a:pt x="51751" y="1599"/>
                </a:lnTo>
                <a:lnTo>
                  <a:pt x="51751" y="1599"/>
                </a:lnTo>
                <a:lnTo>
                  <a:pt x="52321" y="1592"/>
                </a:lnTo>
                <a:lnTo>
                  <a:pt x="52862" y="1592"/>
                </a:lnTo>
                <a:lnTo>
                  <a:pt x="52862" y="1592"/>
                </a:lnTo>
                <a:lnTo>
                  <a:pt x="53313" y="1599"/>
                </a:lnTo>
                <a:lnTo>
                  <a:pt x="53853" y="1612"/>
                </a:lnTo>
                <a:lnTo>
                  <a:pt x="54394" y="1638"/>
                </a:lnTo>
                <a:lnTo>
                  <a:pt x="54934" y="1678"/>
                </a:lnTo>
                <a:lnTo>
                  <a:pt x="55505" y="1731"/>
                </a:lnTo>
                <a:lnTo>
                  <a:pt x="56106" y="1797"/>
                </a:lnTo>
                <a:lnTo>
                  <a:pt x="56646" y="1876"/>
                </a:lnTo>
                <a:lnTo>
                  <a:pt x="57187" y="1962"/>
                </a:lnTo>
                <a:lnTo>
                  <a:pt x="57457" y="2015"/>
                </a:lnTo>
                <a:lnTo>
                  <a:pt x="57698" y="2074"/>
                </a:lnTo>
                <a:lnTo>
                  <a:pt x="57938" y="2127"/>
                </a:lnTo>
                <a:lnTo>
                  <a:pt x="58178" y="2193"/>
                </a:lnTo>
                <a:lnTo>
                  <a:pt x="58388" y="2259"/>
                </a:lnTo>
                <a:lnTo>
                  <a:pt x="58599" y="2332"/>
                </a:lnTo>
                <a:lnTo>
                  <a:pt x="58779" y="2404"/>
                </a:lnTo>
                <a:lnTo>
                  <a:pt x="58959" y="2484"/>
                </a:lnTo>
                <a:lnTo>
                  <a:pt x="59109" y="2563"/>
                </a:lnTo>
                <a:lnTo>
                  <a:pt x="59229" y="2649"/>
                </a:lnTo>
                <a:lnTo>
                  <a:pt x="59350" y="2741"/>
                </a:lnTo>
                <a:lnTo>
                  <a:pt x="59440" y="2840"/>
                </a:lnTo>
                <a:lnTo>
                  <a:pt x="59500" y="2939"/>
                </a:lnTo>
                <a:lnTo>
                  <a:pt x="59560" y="3045"/>
                </a:lnTo>
                <a:lnTo>
                  <a:pt x="59590" y="3157"/>
                </a:lnTo>
                <a:lnTo>
                  <a:pt x="59590" y="3270"/>
                </a:lnTo>
                <a:lnTo>
                  <a:pt x="59590" y="3270"/>
                </a:lnTo>
                <a:lnTo>
                  <a:pt x="59530" y="3428"/>
                </a:lnTo>
                <a:lnTo>
                  <a:pt x="59470" y="3574"/>
                </a:lnTo>
                <a:lnTo>
                  <a:pt x="59350" y="3712"/>
                </a:lnTo>
                <a:lnTo>
                  <a:pt x="59199" y="3838"/>
                </a:lnTo>
                <a:lnTo>
                  <a:pt x="59049" y="3950"/>
                </a:lnTo>
                <a:lnTo>
                  <a:pt x="58839" y="4056"/>
                </a:lnTo>
                <a:lnTo>
                  <a:pt x="58629" y="4148"/>
                </a:lnTo>
                <a:lnTo>
                  <a:pt x="58358" y="4234"/>
                </a:lnTo>
                <a:lnTo>
                  <a:pt x="58118" y="4313"/>
                </a:lnTo>
                <a:lnTo>
                  <a:pt x="57818" y="4379"/>
                </a:lnTo>
                <a:lnTo>
                  <a:pt x="57517" y="4445"/>
                </a:lnTo>
                <a:lnTo>
                  <a:pt x="57217" y="4498"/>
                </a:lnTo>
                <a:lnTo>
                  <a:pt x="56887" y="4545"/>
                </a:lnTo>
                <a:lnTo>
                  <a:pt x="56556" y="4584"/>
                </a:lnTo>
                <a:lnTo>
                  <a:pt x="56196" y="4624"/>
                </a:lnTo>
                <a:lnTo>
                  <a:pt x="55835" y="4650"/>
                </a:lnTo>
                <a:lnTo>
                  <a:pt x="55835" y="4650"/>
                </a:lnTo>
                <a:lnTo>
                  <a:pt x="55835" y="4743"/>
                </a:lnTo>
                <a:lnTo>
                  <a:pt x="55805" y="4829"/>
                </a:lnTo>
                <a:lnTo>
                  <a:pt x="55745" y="4921"/>
                </a:lnTo>
                <a:lnTo>
                  <a:pt x="55685" y="5007"/>
                </a:lnTo>
                <a:lnTo>
                  <a:pt x="55475" y="5185"/>
                </a:lnTo>
                <a:lnTo>
                  <a:pt x="55235" y="5357"/>
                </a:lnTo>
                <a:lnTo>
                  <a:pt x="54904" y="5522"/>
                </a:lnTo>
                <a:lnTo>
                  <a:pt x="54514" y="5674"/>
                </a:lnTo>
                <a:lnTo>
                  <a:pt x="54093" y="5819"/>
                </a:lnTo>
                <a:lnTo>
                  <a:pt x="53613" y="5958"/>
                </a:lnTo>
                <a:lnTo>
                  <a:pt x="53613" y="5958"/>
                </a:lnTo>
                <a:lnTo>
                  <a:pt x="53373" y="6011"/>
                </a:lnTo>
                <a:lnTo>
                  <a:pt x="53132" y="6064"/>
                </a:lnTo>
                <a:lnTo>
                  <a:pt x="52832" y="6110"/>
                </a:lnTo>
                <a:lnTo>
                  <a:pt x="52532" y="6150"/>
                </a:lnTo>
                <a:lnTo>
                  <a:pt x="52231" y="6189"/>
                </a:lnTo>
                <a:lnTo>
                  <a:pt x="51901" y="6222"/>
                </a:lnTo>
                <a:lnTo>
                  <a:pt x="51571" y="6255"/>
                </a:lnTo>
                <a:lnTo>
                  <a:pt x="51210" y="6282"/>
                </a:lnTo>
                <a:lnTo>
                  <a:pt x="50459" y="6321"/>
                </a:lnTo>
                <a:lnTo>
                  <a:pt x="49678" y="6354"/>
                </a:lnTo>
                <a:lnTo>
                  <a:pt x="48867" y="6368"/>
                </a:lnTo>
                <a:lnTo>
                  <a:pt x="48087" y="6374"/>
                </a:lnTo>
                <a:lnTo>
                  <a:pt x="20154" y="6374"/>
                </a:lnTo>
                <a:lnTo>
                  <a:pt x="20154" y="6374"/>
                </a:lnTo>
                <a:lnTo>
                  <a:pt x="19283" y="6368"/>
                </a:lnTo>
                <a:lnTo>
                  <a:pt x="18412" y="6348"/>
                </a:lnTo>
                <a:lnTo>
                  <a:pt x="17601" y="6321"/>
                </a:lnTo>
                <a:lnTo>
                  <a:pt x="16790" y="6282"/>
                </a:lnTo>
                <a:lnTo>
                  <a:pt x="16070" y="6229"/>
                </a:lnTo>
                <a:lnTo>
                  <a:pt x="15409" y="6169"/>
                </a:lnTo>
                <a:lnTo>
                  <a:pt x="15108" y="6136"/>
                </a:lnTo>
                <a:lnTo>
                  <a:pt x="14838" y="6097"/>
                </a:lnTo>
                <a:lnTo>
                  <a:pt x="14598" y="6064"/>
                </a:lnTo>
                <a:lnTo>
                  <a:pt x="14388" y="6024"/>
                </a:lnTo>
                <a:lnTo>
                  <a:pt x="14388" y="6024"/>
                </a:lnTo>
                <a:lnTo>
                  <a:pt x="13937" y="5925"/>
                </a:lnTo>
                <a:lnTo>
                  <a:pt x="13547" y="5819"/>
                </a:lnTo>
                <a:lnTo>
                  <a:pt x="13186" y="5707"/>
                </a:lnTo>
                <a:lnTo>
                  <a:pt x="12886" y="5588"/>
                </a:lnTo>
                <a:lnTo>
                  <a:pt x="12616" y="5463"/>
                </a:lnTo>
                <a:lnTo>
                  <a:pt x="12405" y="5337"/>
                </a:lnTo>
                <a:lnTo>
                  <a:pt x="12255" y="5199"/>
                </a:lnTo>
                <a:lnTo>
                  <a:pt x="12165" y="5060"/>
                </a:lnTo>
                <a:lnTo>
                  <a:pt x="12135" y="4914"/>
                </a:lnTo>
                <a:lnTo>
                  <a:pt x="12165" y="4769"/>
                </a:lnTo>
                <a:lnTo>
                  <a:pt x="12225" y="4617"/>
                </a:lnTo>
                <a:lnTo>
                  <a:pt x="12375" y="4459"/>
                </a:lnTo>
                <a:lnTo>
                  <a:pt x="12586" y="4294"/>
                </a:lnTo>
                <a:lnTo>
                  <a:pt x="12856" y="4135"/>
                </a:lnTo>
                <a:lnTo>
                  <a:pt x="13186" y="3963"/>
                </a:lnTo>
                <a:lnTo>
                  <a:pt x="13577" y="3798"/>
                </a:lnTo>
                <a:lnTo>
                  <a:pt x="13577" y="3798"/>
                </a:lnTo>
                <a:lnTo>
                  <a:pt x="13757" y="3726"/>
                </a:lnTo>
                <a:lnTo>
                  <a:pt x="13967" y="3666"/>
                </a:lnTo>
                <a:lnTo>
                  <a:pt x="14177" y="3607"/>
                </a:lnTo>
                <a:lnTo>
                  <a:pt x="14418" y="3554"/>
                </a:lnTo>
                <a:lnTo>
                  <a:pt x="14658" y="3501"/>
                </a:lnTo>
                <a:lnTo>
                  <a:pt x="14928" y="3455"/>
                </a:lnTo>
                <a:lnTo>
                  <a:pt x="15229" y="3408"/>
                </a:lnTo>
                <a:lnTo>
                  <a:pt x="15499" y="3369"/>
                </a:lnTo>
                <a:lnTo>
                  <a:pt x="15799" y="3336"/>
                </a:lnTo>
                <a:lnTo>
                  <a:pt x="16130" y="3303"/>
                </a:lnTo>
                <a:lnTo>
                  <a:pt x="16460" y="3276"/>
                </a:lnTo>
                <a:lnTo>
                  <a:pt x="16790" y="3250"/>
                </a:lnTo>
                <a:lnTo>
                  <a:pt x="17481" y="3217"/>
                </a:lnTo>
                <a:lnTo>
                  <a:pt x="18172" y="3190"/>
                </a:lnTo>
                <a:lnTo>
                  <a:pt x="8020" y="3190"/>
                </a:lnTo>
                <a:lnTo>
                  <a:pt x="8020" y="3190"/>
                </a:lnTo>
                <a:lnTo>
                  <a:pt x="7149" y="3184"/>
                </a:lnTo>
                <a:lnTo>
                  <a:pt x="6278" y="3164"/>
                </a:lnTo>
                <a:lnTo>
                  <a:pt x="5467" y="3138"/>
                </a:lnTo>
                <a:lnTo>
                  <a:pt x="4656" y="3091"/>
                </a:lnTo>
                <a:lnTo>
                  <a:pt x="3936" y="3045"/>
                </a:lnTo>
                <a:lnTo>
                  <a:pt x="3275" y="2986"/>
                </a:lnTo>
                <a:lnTo>
                  <a:pt x="2974" y="2953"/>
                </a:lnTo>
                <a:lnTo>
                  <a:pt x="2704" y="2913"/>
                </a:lnTo>
                <a:lnTo>
                  <a:pt x="2464" y="2880"/>
                </a:lnTo>
                <a:lnTo>
                  <a:pt x="2254" y="2840"/>
                </a:lnTo>
                <a:lnTo>
                  <a:pt x="2254" y="2840"/>
                </a:lnTo>
                <a:lnTo>
                  <a:pt x="1803" y="2741"/>
                </a:lnTo>
                <a:lnTo>
                  <a:pt x="1413" y="2636"/>
                </a:lnTo>
                <a:lnTo>
                  <a:pt x="1052" y="2523"/>
                </a:lnTo>
                <a:lnTo>
                  <a:pt x="722" y="2404"/>
                </a:lnTo>
                <a:lnTo>
                  <a:pt x="482" y="2279"/>
                </a:lnTo>
                <a:lnTo>
                  <a:pt x="271" y="2153"/>
                </a:lnTo>
                <a:lnTo>
                  <a:pt x="121" y="2015"/>
                </a:lnTo>
                <a:lnTo>
                  <a:pt x="31" y="1876"/>
                </a:lnTo>
                <a:lnTo>
                  <a:pt x="1" y="1731"/>
                </a:lnTo>
                <a:lnTo>
                  <a:pt x="1" y="1585"/>
                </a:lnTo>
                <a:lnTo>
                  <a:pt x="91" y="1433"/>
                </a:lnTo>
                <a:lnTo>
                  <a:pt x="241" y="1275"/>
                </a:lnTo>
                <a:lnTo>
                  <a:pt x="452" y="1110"/>
                </a:lnTo>
                <a:lnTo>
                  <a:pt x="722" y="951"/>
                </a:lnTo>
                <a:lnTo>
                  <a:pt x="1052" y="780"/>
                </a:lnTo>
                <a:lnTo>
                  <a:pt x="1443" y="60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55"/>
          <p:cNvSpPr/>
          <p:nvPr/>
        </p:nvSpPr>
        <p:spPr>
          <a:xfrm rot="10800000">
            <a:off x="4949200" y="942536"/>
            <a:ext cx="4149942" cy="1359167"/>
          </a:xfrm>
          <a:custGeom>
            <a:avLst/>
            <a:gdLst/>
            <a:ahLst/>
            <a:cxnLst/>
            <a:rect l="l" t="t" r="r" b="b"/>
            <a:pathLst>
              <a:path w="43702" h="3185" fill="none" extrusionOk="0">
                <a:moveTo>
                  <a:pt x="37755" y="1487"/>
                </a:moveTo>
                <a:lnTo>
                  <a:pt x="37755" y="1487"/>
                </a:lnTo>
                <a:lnTo>
                  <a:pt x="37244" y="1506"/>
                </a:lnTo>
                <a:lnTo>
                  <a:pt x="36673" y="1520"/>
                </a:lnTo>
                <a:lnTo>
                  <a:pt x="36133" y="1526"/>
                </a:lnTo>
                <a:lnTo>
                  <a:pt x="35592" y="1526"/>
                </a:lnTo>
                <a:lnTo>
                  <a:pt x="22437" y="1526"/>
                </a:lnTo>
                <a:lnTo>
                  <a:pt x="22437" y="1526"/>
                </a:lnTo>
                <a:lnTo>
                  <a:pt x="21626" y="1520"/>
                </a:lnTo>
                <a:lnTo>
                  <a:pt x="20815" y="1506"/>
                </a:lnTo>
                <a:lnTo>
                  <a:pt x="20034" y="1473"/>
                </a:lnTo>
                <a:lnTo>
                  <a:pt x="19644" y="1454"/>
                </a:lnTo>
                <a:lnTo>
                  <a:pt x="19283" y="1427"/>
                </a:lnTo>
                <a:lnTo>
                  <a:pt x="18923" y="1401"/>
                </a:lnTo>
                <a:lnTo>
                  <a:pt x="18562" y="1368"/>
                </a:lnTo>
                <a:lnTo>
                  <a:pt x="18232" y="1335"/>
                </a:lnTo>
                <a:lnTo>
                  <a:pt x="17902" y="1295"/>
                </a:lnTo>
                <a:lnTo>
                  <a:pt x="17601" y="1249"/>
                </a:lnTo>
                <a:lnTo>
                  <a:pt x="17331" y="1203"/>
                </a:lnTo>
                <a:lnTo>
                  <a:pt x="17061" y="1150"/>
                </a:lnTo>
                <a:lnTo>
                  <a:pt x="16820" y="1097"/>
                </a:lnTo>
                <a:lnTo>
                  <a:pt x="16820" y="1097"/>
                </a:lnTo>
                <a:lnTo>
                  <a:pt x="16430" y="978"/>
                </a:lnTo>
                <a:lnTo>
                  <a:pt x="16040" y="859"/>
                </a:lnTo>
                <a:lnTo>
                  <a:pt x="15709" y="727"/>
                </a:lnTo>
                <a:lnTo>
                  <a:pt x="15409" y="588"/>
                </a:lnTo>
                <a:lnTo>
                  <a:pt x="15138" y="450"/>
                </a:lnTo>
                <a:lnTo>
                  <a:pt x="14928" y="304"/>
                </a:lnTo>
                <a:lnTo>
                  <a:pt x="14748" y="152"/>
                </a:lnTo>
                <a:lnTo>
                  <a:pt x="14628" y="0"/>
                </a:lnTo>
                <a:lnTo>
                  <a:pt x="7810" y="0"/>
                </a:lnTo>
                <a:lnTo>
                  <a:pt x="6038" y="0"/>
                </a:lnTo>
                <a:lnTo>
                  <a:pt x="6038" y="0"/>
                </a:lnTo>
                <a:lnTo>
                  <a:pt x="5347" y="27"/>
                </a:lnTo>
                <a:lnTo>
                  <a:pt x="4656" y="60"/>
                </a:lnTo>
                <a:lnTo>
                  <a:pt x="4326" y="86"/>
                </a:lnTo>
                <a:lnTo>
                  <a:pt x="3996" y="113"/>
                </a:lnTo>
                <a:lnTo>
                  <a:pt x="3665" y="146"/>
                </a:lnTo>
                <a:lnTo>
                  <a:pt x="3365" y="179"/>
                </a:lnTo>
                <a:lnTo>
                  <a:pt x="3095" y="218"/>
                </a:lnTo>
                <a:lnTo>
                  <a:pt x="2794" y="265"/>
                </a:lnTo>
                <a:lnTo>
                  <a:pt x="2524" y="311"/>
                </a:lnTo>
                <a:lnTo>
                  <a:pt x="2284" y="364"/>
                </a:lnTo>
                <a:lnTo>
                  <a:pt x="2043" y="417"/>
                </a:lnTo>
                <a:lnTo>
                  <a:pt x="1833" y="476"/>
                </a:lnTo>
                <a:lnTo>
                  <a:pt x="1623" y="536"/>
                </a:lnTo>
                <a:lnTo>
                  <a:pt x="1443" y="608"/>
                </a:lnTo>
                <a:lnTo>
                  <a:pt x="1443" y="608"/>
                </a:lnTo>
                <a:lnTo>
                  <a:pt x="1052" y="773"/>
                </a:lnTo>
                <a:lnTo>
                  <a:pt x="722" y="945"/>
                </a:lnTo>
                <a:lnTo>
                  <a:pt x="452" y="1104"/>
                </a:lnTo>
                <a:lnTo>
                  <a:pt x="241" y="1269"/>
                </a:lnTo>
                <a:lnTo>
                  <a:pt x="91" y="1427"/>
                </a:lnTo>
                <a:lnTo>
                  <a:pt x="31" y="1579"/>
                </a:lnTo>
                <a:lnTo>
                  <a:pt x="1" y="1724"/>
                </a:lnTo>
                <a:lnTo>
                  <a:pt x="31" y="1870"/>
                </a:lnTo>
                <a:lnTo>
                  <a:pt x="121" y="2009"/>
                </a:lnTo>
                <a:lnTo>
                  <a:pt x="271" y="2147"/>
                </a:lnTo>
                <a:lnTo>
                  <a:pt x="482" y="2273"/>
                </a:lnTo>
                <a:lnTo>
                  <a:pt x="752" y="2398"/>
                </a:lnTo>
                <a:lnTo>
                  <a:pt x="1052" y="2517"/>
                </a:lnTo>
                <a:lnTo>
                  <a:pt x="1413" y="2629"/>
                </a:lnTo>
                <a:lnTo>
                  <a:pt x="1803" y="2735"/>
                </a:lnTo>
                <a:lnTo>
                  <a:pt x="2254" y="2834"/>
                </a:lnTo>
                <a:lnTo>
                  <a:pt x="2254" y="2834"/>
                </a:lnTo>
                <a:lnTo>
                  <a:pt x="2464" y="2874"/>
                </a:lnTo>
                <a:lnTo>
                  <a:pt x="2704" y="2907"/>
                </a:lnTo>
                <a:lnTo>
                  <a:pt x="2974" y="2946"/>
                </a:lnTo>
                <a:lnTo>
                  <a:pt x="3275" y="2979"/>
                </a:lnTo>
                <a:lnTo>
                  <a:pt x="3936" y="3039"/>
                </a:lnTo>
                <a:lnTo>
                  <a:pt x="4656" y="3092"/>
                </a:lnTo>
                <a:lnTo>
                  <a:pt x="5467" y="3131"/>
                </a:lnTo>
                <a:lnTo>
                  <a:pt x="6278" y="3158"/>
                </a:lnTo>
                <a:lnTo>
                  <a:pt x="7149" y="3178"/>
                </a:lnTo>
                <a:lnTo>
                  <a:pt x="8020" y="3184"/>
                </a:lnTo>
                <a:lnTo>
                  <a:pt x="35953" y="3184"/>
                </a:lnTo>
                <a:lnTo>
                  <a:pt x="35953" y="3184"/>
                </a:lnTo>
                <a:lnTo>
                  <a:pt x="36733" y="3178"/>
                </a:lnTo>
                <a:lnTo>
                  <a:pt x="37544" y="3164"/>
                </a:lnTo>
                <a:lnTo>
                  <a:pt x="38325" y="3131"/>
                </a:lnTo>
                <a:lnTo>
                  <a:pt x="39076" y="3092"/>
                </a:lnTo>
                <a:lnTo>
                  <a:pt x="39437" y="3065"/>
                </a:lnTo>
                <a:lnTo>
                  <a:pt x="39767" y="3032"/>
                </a:lnTo>
                <a:lnTo>
                  <a:pt x="40097" y="2999"/>
                </a:lnTo>
                <a:lnTo>
                  <a:pt x="40398" y="2960"/>
                </a:lnTo>
                <a:lnTo>
                  <a:pt x="40698" y="2920"/>
                </a:lnTo>
                <a:lnTo>
                  <a:pt x="40998" y="2874"/>
                </a:lnTo>
                <a:lnTo>
                  <a:pt x="41239" y="2821"/>
                </a:lnTo>
                <a:lnTo>
                  <a:pt x="41479" y="2768"/>
                </a:lnTo>
                <a:lnTo>
                  <a:pt x="41479" y="2768"/>
                </a:lnTo>
                <a:lnTo>
                  <a:pt x="41959" y="2629"/>
                </a:lnTo>
                <a:lnTo>
                  <a:pt x="42380" y="2484"/>
                </a:lnTo>
                <a:lnTo>
                  <a:pt x="42770" y="2332"/>
                </a:lnTo>
                <a:lnTo>
                  <a:pt x="43101" y="2167"/>
                </a:lnTo>
                <a:lnTo>
                  <a:pt x="43341" y="1995"/>
                </a:lnTo>
                <a:lnTo>
                  <a:pt x="43551" y="1817"/>
                </a:lnTo>
                <a:lnTo>
                  <a:pt x="43611" y="1731"/>
                </a:lnTo>
                <a:lnTo>
                  <a:pt x="43671" y="1639"/>
                </a:lnTo>
                <a:lnTo>
                  <a:pt x="43701" y="1553"/>
                </a:lnTo>
                <a:lnTo>
                  <a:pt x="43701" y="1460"/>
                </a:lnTo>
                <a:lnTo>
                  <a:pt x="43701" y="1460"/>
                </a:lnTo>
                <a:lnTo>
                  <a:pt x="43131" y="1506"/>
                </a:lnTo>
                <a:lnTo>
                  <a:pt x="42530" y="1533"/>
                </a:lnTo>
                <a:lnTo>
                  <a:pt x="41959" y="1553"/>
                </a:lnTo>
                <a:lnTo>
                  <a:pt x="41389" y="1573"/>
                </a:lnTo>
                <a:lnTo>
                  <a:pt x="41389" y="1573"/>
                </a:lnTo>
                <a:lnTo>
                  <a:pt x="40998" y="1579"/>
                </a:lnTo>
                <a:lnTo>
                  <a:pt x="40608" y="1579"/>
                </a:lnTo>
                <a:lnTo>
                  <a:pt x="40157" y="1579"/>
                </a:lnTo>
                <a:lnTo>
                  <a:pt x="39707" y="1573"/>
                </a:lnTo>
                <a:lnTo>
                  <a:pt x="39256" y="1559"/>
                </a:lnTo>
                <a:lnTo>
                  <a:pt x="38746" y="1546"/>
                </a:lnTo>
                <a:lnTo>
                  <a:pt x="38265" y="1520"/>
                </a:lnTo>
                <a:lnTo>
                  <a:pt x="37755" y="148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55"/>
          <p:cNvSpPr/>
          <p:nvPr/>
        </p:nvSpPr>
        <p:spPr>
          <a:xfrm rot="10800000">
            <a:off x="4949200" y="942536"/>
            <a:ext cx="4149942" cy="1359167"/>
          </a:xfrm>
          <a:custGeom>
            <a:avLst/>
            <a:gdLst/>
            <a:ahLst/>
            <a:cxnLst/>
            <a:rect l="l" t="t" r="r" b="b"/>
            <a:pathLst>
              <a:path w="43702" h="3185" fill="none" extrusionOk="0">
                <a:moveTo>
                  <a:pt x="8020" y="3184"/>
                </a:moveTo>
                <a:lnTo>
                  <a:pt x="35953" y="3184"/>
                </a:lnTo>
                <a:lnTo>
                  <a:pt x="35953" y="3184"/>
                </a:lnTo>
                <a:lnTo>
                  <a:pt x="36733" y="3178"/>
                </a:lnTo>
                <a:lnTo>
                  <a:pt x="37544" y="3164"/>
                </a:lnTo>
                <a:lnTo>
                  <a:pt x="38325" y="3131"/>
                </a:lnTo>
                <a:lnTo>
                  <a:pt x="39076" y="3092"/>
                </a:lnTo>
                <a:lnTo>
                  <a:pt x="39437" y="3065"/>
                </a:lnTo>
                <a:lnTo>
                  <a:pt x="39767" y="3032"/>
                </a:lnTo>
                <a:lnTo>
                  <a:pt x="40097" y="2999"/>
                </a:lnTo>
                <a:lnTo>
                  <a:pt x="40398" y="2960"/>
                </a:lnTo>
                <a:lnTo>
                  <a:pt x="40698" y="2920"/>
                </a:lnTo>
                <a:lnTo>
                  <a:pt x="40998" y="2874"/>
                </a:lnTo>
                <a:lnTo>
                  <a:pt x="41239" y="2821"/>
                </a:lnTo>
                <a:lnTo>
                  <a:pt x="41479" y="2768"/>
                </a:lnTo>
                <a:lnTo>
                  <a:pt x="41479" y="2768"/>
                </a:lnTo>
                <a:lnTo>
                  <a:pt x="41959" y="2629"/>
                </a:lnTo>
                <a:lnTo>
                  <a:pt x="42380" y="2484"/>
                </a:lnTo>
                <a:lnTo>
                  <a:pt x="42770" y="2332"/>
                </a:lnTo>
                <a:lnTo>
                  <a:pt x="43101" y="2167"/>
                </a:lnTo>
                <a:lnTo>
                  <a:pt x="43341" y="1995"/>
                </a:lnTo>
                <a:lnTo>
                  <a:pt x="43551" y="1817"/>
                </a:lnTo>
                <a:lnTo>
                  <a:pt x="43611" y="1731"/>
                </a:lnTo>
                <a:lnTo>
                  <a:pt x="43671" y="1639"/>
                </a:lnTo>
                <a:lnTo>
                  <a:pt x="43701" y="1553"/>
                </a:lnTo>
                <a:lnTo>
                  <a:pt x="43701" y="1460"/>
                </a:lnTo>
                <a:lnTo>
                  <a:pt x="43701" y="1460"/>
                </a:lnTo>
                <a:lnTo>
                  <a:pt x="43131" y="1506"/>
                </a:lnTo>
                <a:lnTo>
                  <a:pt x="42530" y="1533"/>
                </a:lnTo>
                <a:lnTo>
                  <a:pt x="41959" y="1553"/>
                </a:lnTo>
                <a:lnTo>
                  <a:pt x="41389" y="1573"/>
                </a:lnTo>
                <a:lnTo>
                  <a:pt x="41389" y="1573"/>
                </a:lnTo>
                <a:lnTo>
                  <a:pt x="41329" y="1573"/>
                </a:lnTo>
                <a:lnTo>
                  <a:pt x="41329" y="1573"/>
                </a:lnTo>
                <a:lnTo>
                  <a:pt x="41209" y="1573"/>
                </a:lnTo>
                <a:lnTo>
                  <a:pt x="41209" y="1573"/>
                </a:lnTo>
                <a:lnTo>
                  <a:pt x="40518" y="1579"/>
                </a:lnTo>
                <a:lnTo>
                  <a:pt x="40518" y="1579"/>
                </a:lnTo>
                <a:lnTo>
                  <a:pt x="40518" y="1579"/>
                </a:lnTo>
                <a:lnTo>
                  <a:pt x="40518" y="1579"/>
                </a:lnTo>
                <a:lnTo>
                  <a:pt x="40518" y="1579"/>
                </a:lnTo>
                <a:lnTo>
                  <a:pt x="40518" y="1579"/>
                </a:lnTo>
                <a:lnTo>
                  <a:pt x="40518" y="1579"/>
                </a:lnTo>
                <a:lnTo>
                  <a:pt x="40518" y="1579"/>
                </a:lnTo>
                <a:lnTo>
                  <a:pt x="39887" y="1579"/>
                </a:lnTo>
                <a:lnTo>
                  <a:pt x="39256" y="1559"/>
                </a:lnTo>
                <a:lnTo>
                  <a:pt x="38596" y="1533"/>
                </a:lnTo>
                <a:lnTo>
                  <a:pt x="37905" y="1493"/>
                </a:lnTo>
                <a:lnTo>
                  <a:pt x="37905" y="1493"/>
                </a:lnTo>
                <a:lnTo>
                  <a:pt x="37905" y="1493"/>
                </a:lnTo>
                <a:lnTo>
                  <a:pt x="37905" y="1493"/>
                </a:lnTo>
                <a:lnTo>
                  <a:pt x="37845" y="1493"/>
                </a:lnTo>
                <a:lnTo>
                  <a:pt x="37845" y="1493"/>
                </a:lnTo>
                <a:lnTo>
                  <a:pt x="37815" y="1487"/>
                </a:lnTo>
                <a:lnTo>
                  <a:pt x="37815" y="1487"/>
                </a:lnTo>
                <a:lnTo>
                  <a:pt x="37755" y="1487"/>
                </a:lnTo>
                <a:lnTo>
                  <a:pt x="37755" y="1487"/>
                </a:lnTo>
                <a:lnTo>
                  <a:pt x="37755" y="1487"/>
                </a:lnTo>
                <a:lnTo>
                  <a:pt x="37755" y="1487"/>
                </a:lnTo>
                <a:lnTo>
                  <a:pt x="37755" y="1487"/>
                </a:lnTo>
                <a:lnTo>
                  <a:pt x="37755" y="1487"/>
                </a:lnTo>
                <a:lnTo>
                  <a:pt x="37755" y="1487"/>
                </a:lnTo>
                <a:lnTo>
                  <a:pt x="37755" y="1487"/>
                </a:lnTo>
                <a:lnTo>
                  <a:pt x="37755" y="1487"/>
                </a:lnTo>
                <a:lnTo>
                  <a:pt x="37755" y="1487"/>
                </a:lnTo>
                <a:lnTo>
                  <a:pt x="37755" y="1487"/>
                </a:lnTo>
                <a:lnTo>
                  <a:pt x="37244" y="1506"/>
                </a:lnTo>
                <a:lnTo>
                  <a:pt x="36673" y="1520"/>
                </a:lnTo>
                <a:lnTo>
                  <a:pt x="36133" y="1526"/>
                </a:lnTo>
                <a:lnTo>
                  <a:pt x="35592" y="1526"/>
                </a:lnTo>
                <a:lnTo>
                  <a:pt x="22437" y="1526"/>
                </a:lnTo>
                <a:lnTo>
                  <a:pt x="22437" y="1526"/>
                </a:lnTo>
                <a:lnTo>
                  <a:pt x="21626" y="1520"/>
                </a:lnTo>
                <a:lnTo>
                  <a:pt x="20815" y="1506"/>
                </a:lnTo>
                <a:lnTo>
                  <a:pt x="20034" y="1473"/>
                </a:lnTo>
                <a:lnTo>
                  <a:pt x="19644" y="1454"/>
                </a:lnTo>
                <a:lnTo>
                  <a:pt x="19283" y="1427"/>
                </a:lnTo>
                <a:lnTo>
                  <a:pt x="18923" y="1401"/>
                </a:lnTo>
                <a:lnTo>
                  <a:pt x="18562" y="1368"/>
                </a:lnTo>
                <a:lnTo>
                  <a:pt x="18232" y="1335"/>
                </a:lnTo>
                <a:lnTo>
                  <a:pt x="17902" y="1295"/>
                </a:lnTo>
                <a:lnTo>
                  <a:pt x="17601" y="1249"/>
                </a:lnTo>
                <a:lnTo>
                  <a:pt x="17331" y="1203"/>
                </a:lnTo>
                <a:lnTo>
                  <a:pt x="17061" y="1150"/>
                </a:lnTo>
                <a:lnTo>
                  <a:pt x="16820" y="1097"/>
                </a:lnTo>
                <a:lnTo>
                  <a:pt x="16820" y="1097"/>
                </a:lnTo>
                <a:lnTo>
                  <a:pt x="16430" y="978"/>
                </a:lnTo>
                <a:lnTo>
                  <a:pt x="16040" y="859"/>
                </a:lnTo>
                <a:lnTo>
                  <a:pt x="15709" y="727"/>
                </a:lnTo>
                <a:lnTo>
                  <a:pt x="15409" y="588"/>
                </a:lnTo>
                <a:lnTo>
                  <a:pt x="15138" y="450"/>
                </a:lnTo>
                <a:lnTo>
                  <a:pt x="14928" y="304"/>
                </a:lnTo>
                <a:lnTo>
                  <a:pt x="14748" y="152"/>
                </a:lnTo>
                <a:lnTo>
                  <a:pt x="14628" y="0"/>
                </a:lnTo>
                <a:lnTo>
                  <a:pt x="14628" y="0"/>
                </a:lnTo>
                <a:lnTo>
                  <a:pt x="14628" y="0"/>
                </a:lnTo>
                <a:lnTo>
                  <a:pt x="14628" y="0"/>
                </a:lnTo>
                <a:lnTo>
                  <a:pt x="7810" y="0"/>
                </a:lnTo>
                <a:lnTo>
                  <a:pt x="7810" y="0"/>
                </a:lnTo>
                <a:lnTo>
                  <a:pt x="7810" y="0"/>
                </a:lnTo>
                <a:lnTo>
                  <a:pt x="7810" y="0"/>
                </a:lnTo>
                <a:lnTo>
                  <a:pt x="7810" y="0"/>
                </a:lnTo>
                <a:lnTo>
                  <a:pt x="6038" y="0"/>
                </a:lnTo>
                <a:lnTo>
                  <a:pt x="6038" y="0"/>
                </a:lnTo>
                <a:lnTo>
                  <a:pt x="6038" y="0"/>
                </a:lnTo>
                <a:lnTo>
                  <a:pt x="6038" y="0"/>
                </a:lnTo>
                <a:lnTo>
                  <a:pt x="6038" y="0"/>
                </a:lnTo>
                <a:lnTo>
                  <a:pt x="6038" y="0"/>
                </a:lnTo>
                <a:lnTo>
                  <a:pt x="6038" y="0"/>
                </a:lnTo>
                <a:lnTo>
                  <a:pt x="6038" y="0"/>
                </a:lnTo>
                <a:lnTo>
                  <a:pt x="6038" y="0"/>
                </a:lnTo>
                <a:lnTo>
                  <a:pt x="5347" y="27"/>
                </a:lnTo>
                <a:lnTo>
                  <a:pt x="4656" y="60"/>
                </a:lnTo>
                <a:lnTo>
                  <a:pt x="4326" y="86"/>
                </a:lnTo>
                <a:lnTo>
                  <a:pt x="3996" y="113"/>
                </a:lnTo>
                <a:lnTo>
                  <a:pt x="3665" y="146"/>
                </a:lnTo>
                <a:lnTo>
                  <a:pt x="3365" y="179"/>
                </a:lnTo>
                <a:lnTo>
                  <a:pt x="3095" y="218"/>
                </a:lnTo>
                <a:lnTo>
                  <a:pt x="2794" y="265"/>
                </a:lnTo>
                <a:lnTo>
                  <a:pt x="2524" y="311"/>
                </a:lnTo>
                <a:lnTo>
                  <a:pt x="2284" y="364"/>
                </a:lnTo>
                <a:lnTo>
                  <a:pt x="2043" y="417"/>
                </a:lnTo>
                <a:lnTo>
                  <a:pt x="1833" y="476"/>
                </a:lnTo>
                <a:lnTo>
                  <a:pt x="1623" y="536"/>
                </a:lnTo>
                <a:lnTo>
                  <a:pt x="1443" y="608"/>
                </a:lnTo>
                <a:lnTo>
                  <a:pt x="1443" y="608"/>
                </a:lnTo>
                <a:lnTo>
                  <a:pt x="1082" y="753"/>
                </a:lnTo>
                <a:lnTo>
                  <a:pt x="812" y="892"/>
                </a:lnTo>
                <a:lnTo>
                  <a:pt x="542" y="1038"/>
                </a:lnTo>
                <a:lnTo>
                  <a:pt x="361" y="1176"/>
                </a:lnTo>
                <a:lnTo>
                  <a:pt x="181" y="1308"/>
                </a:lnTo>
                <a:lnTo>
                  <a:pt x="91" y="1447"/>
                </a:lnTo>
                <a:lnTo>
                  <a:pt x="31" y="1579"/>
                </a:lnTo>
                <a:lnTo>
                  <a:pt x="1" y="1705"/>
                </a:lnTo>
                <a:lnTo>
                  <a:pt x="1" y="1705"/>
                </a:lnTo>
                <a:lnTo>
                  <a:pt x="1" y="1791"/>
                </a:lnTo>
                <a:lnTo>
                  <a:pt x="31" y="1870"/>
                </a:lnTo>
                <a:lnTo>
                  <a:pt x="91" y="1949"/>
                </a:lnTo>
                <a:lnTo>
                  <a:pt x="151" y="2028"/>
                </a:lnTo>
                <a:lnTo>
                  <a:pt x="241" y="2108"/>
                </a:lnTo>
                <a:lnTo>
                  <a:pt x="331" y="2180"/>
                </a:lnTo>
                <a:lnTo>
                  <a:pt x="452" y="2260"/>
                </a:lnTo>
                <a:lnTo>
                  <a:pt x="572" y="2326"/>
                </a:lnTo>
                <a:lnTo>
                  <a:pt x="722" y="2398"/>
                </a:lnTo>
                <a:lnTo>
                  <a:pt x="902" y="2464"/>
                </a:lnTo>
                <a:lnTo>
                  <a:pt x="1082" y="2530"/>
                </a:lnTo>
                <a:lnTo>
                  <a:pt x="1292" y="2596"/>
                </a:lnTo>
                <a:lnTo>
                  <a:pt x="1503" y="2662"/>
                </a:lnTo>
                <a:lnTo>
                  <a:pt x="1743" y="2722"/>
                </a:lnTo>
                <a:lnTo>
                  <a:pt x="2254" y="2834"/>
                </a:lnTo>
                <a:lnTo>
                  <a:pt x="2254" y="2834"/>
                </a:lnTo>
                <a:lnTo>
                  <a:pt x="2464" y="2874"/>
                </a:lnTo>
                <a:lnTo>
                  <a:pt x="2704" y="2907"/>
                </a:lnTo>
                <a:lnTo>
                  <a:pt x="2974" y="2946"/>
                </a:lnTo>
                <a:lnTo>
                  <a:pt x="3275" y="2979"/>
                </a:lnTo>
                <a:lnTo>
                  <a:pt x="3936" y="3039"/>
                </a:lnTo>
                <a:lnTo>
                  <a:pt x="4656" y="3092"/>
                </a:lnTo>
                <a:lnTo>
                  <a:pt x="5467" y="3131"/>
                </a:lnTo>
                <a:lnTo>
                  <a:pt x="6278" y="3158"/>
                </a:lnTo>
                <a:lnTo>
                  <a:pt x="7149" y="3178"/>
                </a:lnTo>
                <a:lnTo>
                  <a:pt x="8020" y="318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55"/>
          <p:cNvSpPr/>
          <p:nvPr/>
        </p:nvSpPr>
        <p:spPr>
          <a:xfrm rot="10800000">
            <a:off x="6101451" y="2301262"/>
            <a:ext cx="4149942" cy="1361727"/>
          </a:xfrm>
          <a:custGeom>
            <a:avLst/>
            <a:gdLst/>
            <a:ahLst/>
            <a:cxnLst/>
            <a:rect l="l" t="t" r="r" b="b"/>
            <a:pathLst>
              <a:path w="43702" h="3191" fill="none" extrusionOk="0">
                <a:moveTo>
                  <a:pt x="2254" y="2840"/>
                </a:moveTo>
                <a:lnTo>
                  <a:pt x="2254" y="2840"/>
                </a:lnTo>
                <a:lnTo>
                  <a:pt x="2464" y="2880"/>
                </a:lnTo>
                <a:lnTo>
                  <a:pt x="2704" y="2913"/>
                </a:lnTo>
                <a:lnTo>
                  <a:pt x="2974" y="2953"/>
                </a:lnTo>
                <a:lnTo>
                  <a:pt x="3275" y="2986"/>
                </a:lnTo>
                <a:lnTo>
                  <a:pt x="3936" y="3045"/>
                </a:lnTo>
                <a:lnTo>
                  <a:pt x="4656" y="3091"/>
                </a:lnTo>
                <a:lnTo>
                  <a:pt x="5467" y="3138"/>
                </a:lnTo>
                <a:lnTo>
                  <a:pt x="6278" y="3164"/>
                </a:lnTo>
                <a:lnTo>
                  <a:pt x="7149" y="3184"/>
                </a:lnTo>
                <a:lnTo>
                  <a:pt x="8020" y="3190"/>
                </a:lnTo>
                <a:lnTo>
                  <a:pt x="18172" y="3190"/>
                </a:lnTo>
                <a:lnTo>
                  <a:pt x="18172" y="3190"/>
                </a:lnTo>
                <a:lnTo>
                  <a:pt x="18622" y="3184"/>
                </a:lnTo>
                <a:lnTo>
                  <a:pt x="19073" y="3184"/>
                </a:lnTo>
                <a:lnTo>
                  <a:pt x="19493" y="3184"/>
                </a:lnTo>
                <a:lnTo>
                  <a:pt x="19944" y="3190"/>
                </a:lnTo>
                <a:lnTo>
                  <a:pt x="26762" y="3190"/>
                </a:lnTo>
                <a:lnTo>
                  <a:pt x="26762" y="3190"/>
                </a:lnTo>
                <a:lnTo>
                  <a:pt x="26702" y="3025"/>
                </a:lnTo>
                <a:lnTo>
                  <a:pt x="26702" y="2854"/>
                </a:lnTo>
                <a:lnTo>
                  <a:pt x="26732" y="2774"/>
                </a:lnTo>
                <a:lnTo>
                  <a:pt x="26792" y="2688"/>
                </a:lnTo>
                <a:lnTo>
                  <a:pt x="26852" y="2609"/>
                </a:lnTo>
                <a:lnTo>
                  <a:pt x="26942" y="2530"/>
                </a:lnTo>
                <a:lnTo>
                  <a:pt x="27062" y="2451"/>
                </a:lnTo>
                <a:lnTo>
                  <a:pt x="27182" y="2371"/>
                </a:lnTo>
                <a:lnTo>
                  <a:pt x="27333" y="2292"/>
                </a:lnTo>
                <a:lnTo>
                  <a:pt x="27513" y="2219"/>
                </a:lnTo>
                <a:lnTo>
                  <a:pt x="27693" y="2147"/>
                </a:lnTo>
                <a:lnTo>
                  <a:pt x="27903" y="2074"/>
                </a:lnTo>
                <a:lnTo>
                  <a:pt x="28143" y="2002"/>
                </a:lnTo>
                <a:lnTo>
                  <a:pt x="28414" y="1935"/>
                </a:lnTo>
                <a:lnTo>
                  <a:pt x="28414" y="1935"/>
                </a:lnTo>
                <a:lnTo>
                  <a:pt x="28654" y="1883"/>
                </a:lnTo>
                <a:lnTo>
                  <a:pt x="28924" y="1836"/>
                </a:lnTo>
                <a:lnTo>
                  <a:pt x="29255" y="1790"/>
                </a:lnTo>
                <a:lnTo>
                  <a:pt x="29585" y="1744"/>
                </a:lnTo>
                <a:lnTo>
                  <a:pt x="29946" y="1704"/>
                </a:lnTo>
                <a:lnTo>
                  <a:pt x="30306" y="1665"/>
                </a:lnTo>
                <a:lnTo>
                  <a:pt x="30726" y="1632"/>
                </a:lnTo>
                <a:lnTo>
                  <a:pt x="31147" y="1605"/>
                </a:lnTo>
                <a:lnTo>
                  <a:pt x="31597" y="1579"/>
                </a:lnTo>
                <a:lnTo>
                  <a:pt x="32078" y="1552"/>
                </a:lnTo>
                <a:lnTo>
                  <a:pt x="32559" y="1533"/>
                </a:lnTo>
                <a:lnTo>
                  <a:pt x="33069" y="1519"/>
                </a:lnTo>
                <a:lnTo>
                  <a:pt x="33610" y="1506"/>
                </a:lnTo>
                <a:lnTo>
                  <a:pt x="34150" y="1500"/>
                </a:lnTo>
                <a:lnTo>
                  <a:pt x="34691" y="1500"/>
                </a:lnTo>
                <a:lnTo>
                  <a:pt x="35262" y="1500"/>
                </a:lnTo>
                <a:lnTo>
                  <a:pt x="43701" y="1500"/>
                </a:lnTo>
                <a:lnTo>
                  <a:pt x="43701" y="1500"/>
                </a:lnTo>
                <a:lnTo>
                  <a:pt x="43701" y="1361"/>
                </a:lnTo>
                <a:lnTo>
                  <a:pt x="43641" y="1222"/>
                </a:lnTo>
                <a:lnTo>
                  <a:pt x="43521" y="1083"/>
                </a:lnTo>
                <a:lnTo>
                  <a:pt x="43341" y="951"/>
                </a:lnTo>
                <a:lnTo>
                  <a:pt x="43101" y="819"/>
                </a:lnTo>
                <a:lnTo>
                  <a:pt x="42800" y="694"/>
                </a:lnTo>
                <a:lnTo>
                  <a:pt x="42440" y="575"/>
                </a:lnTo>
                <a:lnTo>
                  <a:pt x="42230" y="515"/>
                </a:lnTo>
                <a:lnTo>
                  <a:pt x="42020" y="462"/>
                </a:lnTo>
                <a:lnTo>
                  <a:pt x="42020" y="462"/>
                </a:lnTo>
                <a:lnTo>
                  <a:pt x="41779" y="410"/>
                </a:lnTo>
                <a:lnTo>
                  <a:pt x="41479" y="357"/>
                </a:lnTo>
                <a:lnTo>
                  <a:pt x="41179" y="311"/>
                </a:lnTo>
                <a:lnTo>
                  <a:pt x="40818" y="258"/>
                </a:lnTo>
                <a:lnTo>
                  <a:pt x="40458" y="218"/>
                </a:lnTo>
                <a:lnTo>
                  <a:pt x="40067" y="178"/>
                </a:lnTo>
                <a:lnTo>
                  <a:pt x="39647" y="139"/>
                </a:lnTo>
                <a:lnTo>
                  <a:pt x="39196" y="106"/>
                </a:lnTo>
                <a:lnTo>
                  <a:pt x="38716" y="73"/>
                </a:lnTo>
                <a:lnTo>
                  <a:pt x="38265" y="53"/>
                </a:lnTo>
                <a:lnTo>
                  <a:pt x="37755" y="27"/>
                </a:lnTo>
                <a:lnTo>
                  <a:pt x="37274" y="13"/>
                </a:lnTo>
                <a:lnTo>
                  <a:pt x="36763" y="0"/>
                </a:lnTo>
                <a:lnTo>
                  <a:pt x="36253" y="0"/>
                </a:lnTo>
                <a:lnTo>
                  <a:pt x="35742" y="0"/>
                </a:lnTo>
                <a:lnTo>
                  <a:pt x="35232" y="7"/>
                </a:lnTo>
                <a:lnTo>
                  <a:pt x="7810" y="7"/>
                </a:lnTo>
                <a:lnTo>
                  <a:pt x="7810" y="7"/>
                </a:lnTo>
                <a:lnTo>
                  <a:pt x="7329" y="0"/>
                </a:lnTo>
                <a:lnTo>
                  <a:pt x="6849" y="0"/>
                </a:lnTo>
                <a:lnTo>
                  <a:pt x="6398" y="0"/>
                </a:lnTo>
                <a:lnTo>
                  <a:pt x="5918" y="13"/>
                </a:lnTo>
                <a:lnTo>
                  <a:pt x="5467" y="27"/>
                </a:lnTo>
                <a:lnTo>
                  <a:pt x="4987" y="46"/>
                </a:lnTo>
                <a:lnTo>
                  <a:pt x="4566" y="73"/>
                </a:lnTo>
                <a:lnTo>
                  <a:pt x="4116" y="106"/>
                </a:lnTo>
                <a:lnTo>
                  <a:pt x="3725" y="145"/>
                </a:lnTo>
                <a:lnTo>
                  <a:pt x="3305" y="192"/>
                </a:lnTo>
                <a:lnTo>
                  <a:pt x="2944" y="245"/>
                </a:lnTo>
                <a:lnTo>
                  <a:pt x="2584" y="304"/>
                </a:lnTo>
                <a:lnTo>
                  <a:pt x="2254" y="370"/>
                </a:lnTo>
                <a:lnTo>
                  <a:pt x="1953" y="443"/>
                </a:lnTo>
                <a:lnTo>
                  <a:pt x="1683" y="522"/>
                </a:lnTo>
                <a:lnTo>
                  <a:pt x="1443" y="608"/>
                </a:lnTo>
                <a:lnTo>
                  <a:pt x="1443" y="608"/>
                </a:lnTo>
                <a:lnTo>
                  <a:pt x="1052" y="780"/>
                </a:lnTo>
                <a:lnTo>
                  <a:pt x="722" y="951"/>
                </a:lnTo>
                <a:lnTo>
                  <a:pt x="452" y="1110"/>
                </a:lnTo>
                <a:lnTo>
                  <a:pt x="241" y="1275"/>
                </a:lnTo>
                <a:lnTo>
                  <a:pt x="91" y="1433"/>
                </a:lnTo>
                <a:lnTo>
                  <a:pt x="1" y="1585"/>
                </a:lnTo>
                <a:lnTo>
                  <a:pt x="1" y="1731"/>
                </a:lnTo>
                <a:lnTo>
                  <a:pt x="31" y="1876"/>
                </a:lnTo>
                <a:lnTo>
                  <a:pt x="121" y="2015"/>
                </a:lnTo>
                <a:lnTo>
                  <a:pt x="271" y="2153"/>
                </a:lnTo>
                <a:lnTo>
                  <a:pt x="482" y="2279"/>
                </a:lnTo>
                <a:lnTo>
                  <a:pt x="722" y="2404"/>
                </a:lnTo>
                <a:lnTo>
                  <a:pt x="1052" y="2523"/>
                </a:lnTo>
                <a:lnTo>
                  <a:pt x="1413" y="2636"/>
                </a:lnTo>
                <a:lnTo>
                  <a:pt x="1803" y="2741"/>
                </a:lnTo>
                <a:lnTo>
                  <a:pt x="2254" y="284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55"/>
          <p:cNvSpPr/>
          <p:nvPr/>
        </p:nvSpPr>
        <p:spPr>
          <a:xfrm rot="10800000">
            <a:off x="6101451" y="2301262"/>
            <a:ext cx="4149942" cy="1361727"/>
          </a:xfrm>
          <a:custGeom>
            <a:avLst/>
            <a:gdLst/>
            <a:ahLst/>
            <a:cxnLst/>
            <a:rect l="l" t="t" r="r" b="b"/>
            <a:pathLst>
              <a:path w="43702" h="3191" fill="none" extrusionOk="0">
                <a:moveTo>
                  <a:pt x="8020" y="3190"/>
                </a:moveTo>
                <a:lnTo>
                  <a:pt x="18172" y="3190"/>
                </a:lnTo>
                <a:lnTo>
                  <a:pt x="18172" y="3190"/>
                </a:lnTo>
                <a:lnTo>
                  <a:pt x="18172" y="3190"/>
                </a:lnTo>
                <a:lnTo>
                  <a:pt x="18172" y="3190"/>
                </a:lnTo>
                <a:lnTo>
                  <a:pt x="18622" y="3184"/>
                </a:lnTo>
                <a:lnTo>
                  <a:pt x="19073" y="3184"/>
                </a:lnTo>
                <a:lnTo>
                  <a:pt x="19073" y="3184"/>
                </a:lnTo>
                <a:lnTo>
                  <a:pt x="19073" y="3184"/>
                </a:lnTo>
                <a:lnTo>
                  <a:pt x="19073" y="3184"/>
                </a:lnTo>
                <a:lnTo>
                  <a:pt x="19073" y="3184"/>
                </a:lnTo>
                <a:lnTo>
                  <a:pt x="19073" y="3184"/>
                </a:lnTo>
                <a:lnTo>
                  <a:pt x="19073" y="3184"/>
                </a:lnTo>
                <a:lnTo>
                  <a:pt x="19794" y="3190"/>
                </a:lnTo>
                <a:lnTo>
                  <a:pt x="19794" y="3190"/>
                </a:lnTo>
                <a:lnTo>
                  <a:pt x="19794" y="3190"/>
                </a:lnTo>
                <a:lnTo>
                  <a:pt x="19794" y="3190"/>
                </a:lnTo>
                <a:lnTo>
                  <a:pt x="19944" y="3190"/>
                </a:lnTo>
                <a:lnTo>
                  <a:pt x="26762" y="3190"/>
                </a:lnTo>
                <a:lnTo>
                  <a:pt x="26762" y="3190"/>
                </a:lnTo>
                <a:lnTo>
                  <a:pt x="26732" y="3072"/>
                </a:lnTo>
                <a:lnTo>
                  <a:pt x="26702" y="2953"/>
                </a:lnTo>
                <a:lnTo>
                  <a:pt x="26702" y="2953"/>
                </a:lnTo>
                <a:lnTo>
                  <a:pt x="26732" y="2814"/>
                </a:lnTo>
                <a:lnTo>
                  <a:pt x="26792" y="2675"/>
                </a:lnTo>
                <a:lnTo>
                  <a:pt x="26912" y="2543"/>
                </a:lnTo>
                <a:lnTo>
                  <a:pt x="27092" y="2411"/>
                </a:lnTo>
                <a:lnTo>
                  <a:pt x="27333" y="2286"/>
                </a:lnTo>
                <a:lnTo>
                  <a:pt x="27633" y="2167"/>
                </a:lnTo>
                <a:lnTo>
                  <a:pt x="27993" y="2048"/>
                </a:lnTo>
                <a:lnTo>
                  <a:pt x="28414" y="1935"/>
                </a:lnTo>
                <a:lnTo>
                  <a:pt x="28414" y="1935"/>
                </a:lnTo>
                <a:lnTo>
                  <a:pt x="28654" y="1883"/>
                </a:lnTo>
                <a:lnTo>
                  <a:pt x="28924" y="1836"/>
                </a:lnTo>
                <a:lnTo>
                  <a:pt x="29195" y="1790"/>
                </a:lnTo>
                <a:lnTo>
                  <a:pt x="29525" y="1751"/>
                </a:lnTo>
                <a:lnTo>
                  <a:pt x="29855" y="1711"/>
                </a:lnTo>
                <a:lnTo>
                  <a:pt x="30216" y="1678"/>
                </a:lnTo>
                <a:lnTo>
                  <a:pt x="30606" y="1645"/>
                </a:lnTo>
                <a:lnTo>
                  <a:pt x="30997" y="1612"/>
                </a:lnTo>
                <a:lnTo>
                  <a:pt x="31417" y="1585"/>
                </a:lnTo>
                <a:lnTo>
                  <a:pt x="31868" y="1566"/>
                </a:lnTo>
                <a:lnTo>
                  <a:pt x="32348" y="1546"/>
                </a:lnTo>
                <a:lnTo>
                  <a:pt x="32829" y="1526"/>
                </a:lnTo>
                <a:lnTo>
                  <a:pt x="33820" y="1506"/>
                </a:lnTo>
                <a:lnTo>
                  <a:pt x="34871" y="1500"/>
                </a:lnTo>
                <a:lnTo>
                  <a:pt x="34871" y="1500"/>
                </a:lnTo>
                <a:lnTo>
                  <a:pt x="35262" y="1500"/>
                </a:lnTo>
                <a:lnTo>
                  <a:pt x="43701" y="1500"/>
                </a:lnTo>
                <a:lnTo>
                  <a:pt x="43701" y="1500"/>
                </a:lnTo>
                <a:lnTo>
                  <a:pt x="43701" y="1460"/>
                </a:lnTo>
                <a:lnTo>
                  <a:pt x="43701" y="1460"/>
                </a:lnTo>
                <a:lnTo>
                  <a:pt x="43701" y="1321"/>
                </a:lnTo>
                <a:lnTo>
                  <a:pt x="43611" y="1189"/>
                </a:lnTo>
                <a:lnTo>
                  <a:pt x="43491" y="1057"/>
                </a:lnTo>
                <a:lnTo>
                  <a:pt x="43311" y="931"/>
                </a:lnTo>
                <a:lnTo>
                  <a:pt x="43071" y="806"/>
                </a:lnTo>
                <a:lnTo>
                  <a:pt x="42800" y="687"/>
                </a:lnTo>
                <a:lnTo>
                  <a:pt x="42440" y="568"/>
                </a:lnTo>
                <a:lnTo>
                  <a:pt x="42020" y="462"/>
                </a:lnTo>
                <a:lnTo>
                  <a:pt x="42020" y="462"/>
                </a:lnTo>
                <a:lnTo>
                  <a:pt x="41809" y="416"/>
                </a:lnTo>
                <a:lnTo>
                  <a:pt x="41539" y="370"/>
                </a:lnTo>
                <a:lnTo>
                  <a:pt x="41269" y="324"/>
                </a:lnTo>
                <a:lnTo>
                  <a:pt x="40968" y="278"/>
                </a:lnTo>
                <a:lnTo>
                  <a:pt x="40668" y="238"/>
                </a:lnTo>
                <a:lnTo>
                  <a:pt x="40308" y="205"/>
                </a:lnTo>
                <a:lnTo>
                  <a:pt x="39947" y="165"/>
                </a:lnTo>
                <a:lnTo>
                  <a:pt x="39557" y="132"/>
                </a:lnTo>
                <a:lnTo>
                  <a:pt x="39166" y="106"/>
                </a:lnTo>
                <a:lnTo>
                  <a:pt x="38746" y="79"/>
                </a:lnTo>
                <a:lnTo>
                  <a:pt x="38325" y="53"/>
                </a:lnTo>
                <a:lnTo>
                  <a:pt x="37905" y="33"/>
                </a:lnTo>
                <a:lnTo>
                  <a:pt x="37454" y="20"/>
                </a:lnTo>
                <a:lnTo>
                  <a:pt x="37004" y="7"/>
                </a:lnTo>
                <a:lnTo>
                  <a:pt x="36553" y="0"/>
                </a:lnTo>
                <a:lnTo>
                  <a:pt x="36103" y="0"/>
                </a:lnTo>
                <a:lnTo>
                  <a:pt x="36103" y="0"/>
                </a:lnTo>
                <a:lnTo>
                  <a:pt x="35682" y="0"/>
                </a:lnTo>
                <a:lnTo>
                  <a:pt x="35232" y="7"/>
                </a:lnTo>
                <a:lnTo>
                  <a:pt x="7810" y="7"/>
                </a:lnTo>
                <a:lnTo>
                  <a:pt x="7810" y="7"/>
                </a:lnTo>
                <a:lnTo>
                  <a:pt x="7359" y="0"/>
                </a:lnTo>
                <a:lnTo>
                  <a:pt x="6909" y="0"/>
                </a:lnTo>
                <a:lnTo>
                  <a:pt x="6909" y="0"/>
                </a:lnTo>
                <a:lnTo>
                  <a:pt x="6488" y="0"/>
                </a:lnTo>
                <a:lnTo>
                  <a:pt x="6098" y="7"/>
                </a:lnTo>
                <a:lnTo>
                  <a:pt x="5678" y="20"/>
                </a:lnTo>
                <a:lnTo>
                  <a:pt x="5257" y="33"/>
                </a:lnTo>
                <a:lnTo>
                  <a:pt x="4867" y="53"/>
                </a:lnTo>
                <a:lnTo>
                  <a:pt x="4476" y="79"/>
                </a:lnTo>
                <a:lnTo>
                  <a:pt x="4116" y="112"/>
                </a:lnTo>
                <a:lnTo>
                  <a:pt x="3725" y="145"/>
                </a:lnTo>
                <a:lnTo>
                  <a:pt x="3395" y="185"/>
                </a:lnTo>
                <a:lnTo>
                  <a:pt x="3034" y="231"/>
                </a:lnTo>
                <a:lnTo>
                  <a:pt x="2734" y="284"/>
                </a:lnTo>
                <a:lnTo>
                  <a:pt x="2434" y="337"/>
                </a:lnTo>
                <a:lnTo>
                  <a:pt x="2133" y="396"/>
                </a:lnTo>
                <a:lnTo>
                  <a:pt x="1893" y="462"/>
                </a:lnTo>
                <a:lnTo>
                  <a:pt x="1653" y="535"/>
                </a:lnTo>
                <a:lnTo>
                  <a:pt x="1443" y="608"/>
                </a:lnTo>
                <a:lnTo>
                  <a:pt x="1443" y="608"/>
                </a:lnTo>
                <a:lnTo>
                  <a:pt x="1082" y="760"/>
                </a:lnTo>
                <a:lnTo>
                  <a:pt x="782" y="898"/>
                </a:lnTo>
                <a:lnTo>
                  <a:pt x="542" y="1044"/>
                </a:lnTo>
                <a:lnTo>
                  <a:pt x="361" y="1182"/>
                </a:lnTo>
                <a:lnTo>
                  <a:pt x="181" y="1315"/>
                </a:lnTo>
                <a:lnTo>
                  <a:pt x="91" y="1453"/>
                </a:lnTo>
                <a:lnTo>
                  <a:pt x="31" y="1579"/>
                </a:lnTo>
                <a:lnTo>
                  <a:pt x="1" y="1711"/>
                </a:lnTo>
                <a:lnTo>
                  <a:pt x="1" y="1711"/>
                </a:lnTo>
                <a:lnTo>
                  <a:pt x="1" y="1797"/>
                </a:lnTo>
                <a:lnTo>
                  <a:pt x="31" y="1876"/>
                </a:lnTo>
                <a:lnTo>
                  <a:pt x="91" y="1955"/>
                </a:lnTo>
                <a:lnTo>
                  <a:pt x="151" y="2035"/>
                </a:lnTo>
                <a:lnTo>
                  <a:pt x="241" y="2114"/>
                </a:lnTo>
                <a:lnTo>
                  <a:pt x="331" y="2186"/>
                </a:lnTo>
                <a:lnTo>
                  <a:pt x="452" y="2259"/>
                </a:lnTo>
                <a:lnTo>
                  <a:pt x="572" y="2332"/>
                </a:lnTo>
                <a:lnTo>
                  <a:pt x="722" y="2404"/>
                </a:lnTo>
                <a:lnTo>
                  <a:pt x="902" y="2470"/>
                </a:lnTo>
                <a:lnTo>
                  <a:pt x="1082" y="2537"/>
                </a:lnTo>
                <a:lnTo>
                  <a:pt x="1292" y="2603"/>
                </a:lnTo>
                <a:lnTo>
                  <a:pt x="1503" y="2669"/>
                </a:lnTo>
                <a:lnTo>
                  <a:pt x="1743" y="2728"/>
                </a:lnTo>
                <a:lnTo>
                  <a:pt x="2254" y="2840"/>
                </a:lnTo>
                <a:lnTo>
                  <a:pt x="2254" y="2840"/>
                </a:lnTo>
                <a:lnTo>
                  <a:pt x="2464" y="2880"/>
                </a:lnTo>
                <a:lnTo>
                  <a:pt x="2704" y="2913"/>
                </a:lnTo>
                <a:lnTo>
                  <a:pt x="2974" y="2953"/>
                </a:lnTo>
                <a:lnTo>
                  <a:pt x="3275" y="2986"/>
                </a:lnTo>
                <a:lnTo>
                  <a:pt x="3936" y="3045"/>
                </a:lnTo>
                <a:lnTo>
                  <a:pt x="4656" y="3091"/>
                </a:lnTo>
                <a:lnTo>
                  <a:pt x="5467" y="3138"/>
                </a:lnTo>
                <a:lnTo>
                  <a:pt x="6278" y="3164"/>
                </a:lnTo>
                <a:lnTo>
                  <a:pt x="7149" y="3184"/>
                </a:lnTo>
                <a:lnTo>
                  <a:pt x="8020" y="319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55"/>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55"/>
          <p:cNvSpPr/>
          <p:nvPr/>
        </p:nvSpPr>
        <p:spPr>
          <a:xfrm rot="10800000">
            <a:off x="8508368" y="2423333"/>
            <a:ext cx="162495" cy="3295"/>
          </a:xfrm>
          <a:custGeom>
            <a:avLst/>
            <a:gdLst/>
            <a:ahLst/>
            <a:cxnLst/>
            <a:rect l="l" t="t" r="r" b="b"/>
            <a:pathLst>
              <a:path w="1773" h="8" fill="none" extrusionOk="0">
                <a:moveTo>
                  <a:pt x="1" y="7"/>
                </a:moveTo>
                <a:lnTo>
                  <a:pt x="1773" y="7"/>
                </a:lnTo>
                <a:lnTo>
                  <a:pt x="1773" y="7"/>
                </a:lnTo>
                <a:lnTo>
                  <a:pt x="132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55"/>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55"/>
          <p:cNvSpPr/>
          <p:nvPr/>
        </p:nvSpPr>
        <p:spPr>
          <a:xfrm rot="10800000">
            <a:off x="8508368" y="2423333"/>
            <a:ext cx="162495" cy="3295"/>
          </a:xfrm>
          <a:custGeom>
            <a:avLst/>
            <a:gdLst/>
            <a:ahLst/>
            <a:cxnLst/>
            <a:rect l="l" t="t" r="r" b="b"/>
            <a:pathLst>
              <a:path w="1773" h="8" fill="none" extrusionOk="0">
                <a:moveTo>
                  <a:pt x="1" y="7"/>
                </a:moveTo>
                <a:lnTo>
                  <a:pt x="1773" y="7"/>
                </a:lnTo>
                <a:lnTo>
                  <a:pt x="1773" y="7"/>
                </a:lnTo>
                <a:lnTo>
                  <a:pt x="1322" y="1"/>
                </a:lnTo>
                <a:lnTo>
                  <a:pt x="90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55"/>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55"/>
          <p:cNvSpPr/>
          <p:nvPr/>
        </p:nvSpPr>
        <p:spPr>
          <a:xfrm rot="10800000">
            <a:off x="4592699" y="1678228"/>
            <a:ext cx="744486" cy="1305824"/>
          </a:xfrm>
          <a:custGeom>
            <a:avLst/>
            <a:gdLst/>
            <a:ahLst/>
            <a:cxnLst/>
            <a:rect l="l" t="t" r="r" b="b"/>
            <a:pathLst>
              <a:path w="7840" h="3060" fill="none" extrusionOk="0">
                <a:moveTo>
                  <a:pt x="4085" y="3059"/>
                </a:move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606"/>
                </a:lnTo>
                <a:lnTo>
                  <a:pt x="7840" y="1606"/>
                </a:lnTo>
                <a:lnTo>
                  <a:pt x="7810" y="1494"/>
                </a:lnTo>
                <a:lnTo>
                  <a:pt x="7780" y="1395"/>
                </a:lnTo>
                <a:lnTo>
                  <a:pt x="7720" y="1289"/>
                </a:lnTo>
                <a:lnTo>
                  <a:pt x="7630" y="1197"/>
                </a:lnTo>
                <a:lnTo>
                  <a:pt x="7539" y="1104"/>
                </a:lnTo>
                <a:lnTo>
                  <a:pt x="7419" y="1018"/>
                </a:lnTo>
                <a:lnTo>
                  <a:pt x="7269" y="932"/>
                </a:lnTo>
                <a:lnTo>
                  <a:pt x="7119" y="853"/>
                </a:lnTo>
                <a:lnTo>
                  <a:pt x="6939" y="780"/>
                </a:lnTo>
                <a:lnTo>
                  <a:pt x="6759" y="708"/>
                </a:lnTo>
                <a:lnTo>
                  <a:pt x="6548" y="642"/>
                </a:lnTo>
                <a:lnTo>
                  <a:pt x="6338" y="576"/>
                </a:lnTo>
                <a:lnTo>
                  <a:pt x="6098" y="516"/>
                </a:lnTo>
                <a:lnTo>
                  <a:pt x="5858" y="463"/>
                </a:lnTo>
                <a:lnTo>
                  <a:pt x="5347" y="358"/>
                </a:lnTo>
                <a:lnTo>
                  <a:pt x="4836" y="272"/>
                </a:lnTo>
                <a:lnTo>
                  <a:pt x="4266" y="199"/>
                </a:lnTo>
                <a:lnTo>
                  <a:pt x="3725" y="133"/>
                </a:lnTo>
                <a:lnTo>
                  <a:pt x="3154" y="87"/>
                </a:lnTo>
                <a:lnTo>
                  <a:pt x="2614" y="47"/>
                </a:lnTo>
                <a:lnTo>
                  <a:pt x="2073" y="21"/>
                </a:lnTo>
                <a:lnTo>
                  <a:pt x="1563" y="8"/>
                </a:lnTo>
                <a:lnTo>
                  <a:pt x="1112" y="1"/>
                </a:lnTo>
                <a:lnTo>
                  <a:pt x="1112" y="1"/>
                </a:lnTo>
                <a:lnTo>
                  <a:pt x="962" y="1"/>
                </a:lnTo>
                <a:lnTo>
                  <a:pt x="962" y="1"/>
                </a:lnTo>
                <a:lnTo>
                  <a:pt x="511" y="1"/>
                </a:lnTo>
                <a:lnTo>
                  <a:pt x="1" y="8"/>
                </a:lnTo>
                <a:lnTo>
                  <a:pt x="1" y="8"/>
                </a:lnTo>
                <a:lnTo>
                  <a:pt x="421" y="47"/>
                </a:lnTo>
                <a:lnTo>
                  <a:pt x="782" y="87"/>
                </a:lnTo>
                <a:lnTo>
                  <a:pt x="1142" y="133"/>
                </a:lnTo>
                <a:lnTo>
                  <a:pt x="1502" y="193"/>
                </a:lnTo>
                <a:lnTo>
                  <a:pt x="1803" y="259"/>
                </a:lnTo>
                <a:lnTo>
                  <a:pt x="2103" y="331"/>
                </a:lnTo>
                <a:lnTo>
                  <a:pt x="2373" y="411"/>
                </a:lnTo>
                <a:lnTo>
                  <a:pt x="2614" y="496"/>
                </a:lnTo>
                <a:lnTo>
                  <a:pt x="2614" y="496"/>
                </a:lnTo>
                <a:lnTo>
                  <a:pt x="2974" y="648"/>
                </a:lnTo>
                <a:lnTo>
                  <a:pt x="3275" y="794"/>
                </a:lnTo>
                <a:lnTo>
                  <a:pt x="3515" y="932"/>
                </a:lnTo>
                <a:lnTo>
                  <a:pt x="3725" y="1078"/>
                </a:lnTo>
                <a:lnTo>
                  <a:pt x="3875" y="1216"/>
                </a:lnTo>
                <a:lnTo>
                  <a:pt x="3995" y="1348"/>
                </a:lnTo>
                <a:lnTo>
                  <a:pt x="4055" y="1481"/>
                </a:lnTo>
                <a:lnTo>
                  <a:pt x="4085" y="1613"/>
                </a:lnTo>
                <a:lnTo>
                  <a:pt x="4085" y="1613"/>
                </a:lnTo>
                <a:lnTo>
                  <a:pt x="4085" y="1712"/>
                </a:lnTo>
                <a:lnTo>
                  <a:pt x="4025" y="1804"/>
                </a:lnTo>
                <a:lnTo>
                  <a:pt x="3965" y="1897"/>
                </a:lnTo>
                <a:lnTo>
                  <a:pt x="3875" y="1989"/>
                </a:lnTo>
                <a:lnTo>
                  <a:pt x="3785" y="2082"/>
                </a:lnTo>
                <a:lnTo>
                  <a:pt x="3635" y="2168"/>
                </a:lnTo>
                <a:lnTo>
                  <a:pt x="3485" y="2247"/>
                </a:lnTo>
                <a:lnTo>
                  <a:pt x="3305" y="2333"/>
                </a:lnTo>
                <a:lnTo>
                  <a:pt x="3305" y="2333"/>
                </a:lnTo>
                <a:lnTo>
                  <a:pt x="3485" y="2419"/>
                </a:lnTo>
                <a:lnTo>
                  <a:pt x="3665" y="2504"/>
                </a:lnTo>
                <a:lnTo>
                  <a:pt x="3785" y="2590"/>
                </a:lnTo>
                <a:lnTo>
                  <a:pt x="3905" y="2683"/>
                </a:lnTo>
                <a:lnTo>
                  <a:pt x="3995" y="2769"/>
                </a:lnTo>
                <a:lnTo>
                  <a:pt x="4055" y="2861"/>
                </a:lnTo>
                <a:lnTo>
                  <a:pt x="4085" y="2954"/>
                </a:lnTo>
                <a:lnTo>
                  <a:pt x="4085" y="3053"/>
                </a:lnTo>
                <a:lnTo>
                  <a:pt x="4085" y="3053"/>
                </a:lnTo>
                <a:lnTo>
                  <a:pt x="4085" y="3053"/>
                </a:lnTo>
                <a:lnTo>
                  <a:pt x="4085" y="3053"/>
                </a:lnTo>
                <a:lnTo>
                  <a:pt x="4085" y="3053"/>
                </a:lnTo>
                <a:lnTo>
                  <a:pt x="4085" y="305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55"/>
          <p:cNvSpPr txBox="1">
            <a:spLocks noGrp="1"/>
          </p:cNvSpPr>
          <p:nvPr>
            <p:ph type="subTitle" idx="3"/>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998" name="Google Shape;998;p55"/>
          <p:cNvSpPr txBox="1">
            <a:spLocks noGrp="1"/>
          </p:cNvSpPr>
          <p:nvPr>
            <p:ph type="subTitle" idx="4"/>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999" name="Google Shape;999;p55"/>
          <p:cNvSpPr txBox="1">
            <a:spLocks noGrp="1"/>
          </p:cNvSpPr>
          <p:nvPr>
            <p:ph type="subTitle" idx="5"/>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900"/>
              <a:buFont typeface="Lato Black"/>
              <a:buNone/>
              <a:defRPr>
                <a:solidFill>
                  <a:srgbClr val="8B2880"/>
                </a:solidFill>
                <a:latin typeface="Lato Black"/>
                <a:ea typeface="Lato Black"/>
                <a:cs typeface="Lato Black"/>
                <a:sym typeface="Lato Black"/>
              </a:defRPr>
            </a:lvl9pPr>
          </a:lstStyle>
          <a:p>
            <a:endParaRPr/>
          </a:p>
        </p:txBody>
      </p:sp>
      <p:sp>
        <p:nvSpPr>
          <p:cNvPr id="1000" name="Google Shape;1000;p55"/>
          <p:cNvSpPr txBox="1">
            <a:spLocks noGrp="1"/>
          </p:cNvSpPr>
          <p:nvPr>
            <p:ph type="subTitle" idx="6"/>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900"/>
              <a:buFont typeface="Lato Black"/>
              <a:buNone/>
              <a:defRPr>
                <a:solidFill>
                  <a:srgbClr val="8B2880"/>
                </a:solidFill>
                <a:latin typeface="Lato Black"/>
                <a:ea typeface="Lato Black"/>
                <a:cs typeface="Lato Black"/>
                <a:sym typeface="Lato Black"/>
              </a:defRPr>
            </a:lvl9pPr>
          </a:lstStyle>
          <a:p>
            <a:endParaRPr/>
          </a:p>
        </p:txBody>
      </p:sp>
      <p:sp>
        <p:nvSpPr>
          <p:cNvPr id="1001" name="Google Shape;1001;p55"/>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55"/>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55"/>
          <p:cNvSpPr txBox="1">
            <a:spLocks noGrp="1"/>
          </p:cNvSpPr>
          <p:nvPr>
            <p:ph type="subTitle" idx="7"/>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grpSp>
        <p:nvGrpSpPr>
          <p:cNvPr id="1004" name="Google Shape;1004;p55"/>
          <p:cNvGrpSpPr/>
          <p:nvPr/>
        </p:nvGrpSpPr>
        <p:grpSpPr>
          <a:xfrm>
            <a:off x="4279060" y="615811"/>
            <a:ext cx="6220673" cy="3413825"/>
            <a:chOff x="4311859" y="632225"/>
            <a:chExt cx="6226277" cy="3416900"/>
          </a:xfrm>
        </p:grpSpPr>
        <p:sp>
          <p:nvSpPr>
            <p:cNvPr id="1005" name="Google Shape;1005;p55"/>
            <p:cNvSpPr/>
            <p:nvPr/>
          </p:nvSpPr>
          <p:spPr>
            <a:xfrm rot="10800000">
              <a:off x="4311859" y="632225"/>
              <a:ext cx="6226277" cy="3416900"/>
            </a:xfrm>
            <a:custGeom>
              <a:avLst/>
              <a:gdLst/>
              <a:ahLst/>
              <a:cxnLst/>
              <a:rect l="l" t="t" r="r" b="b"/>
              <a:pathLst>
                <a:path w="65507" h="8000" extrusionOk="0">
                  <a:moveTo>
                    <a:pt x="38866" y="852"/>
                  </a:moveTo>
                  <a:lnTo>
                    <a:pt x="39376" y="859"/>
                  </a:lnTo>
                  <a:lnTo>
                    <a:pt x="39887" y="866"/>
                  </a:lnTo>
                  <a:lnTo>
                    <a:pt x="40368" y="885"/>
                  </a:lnTo>
                  <a:lnTo>
                    <a:pt x="40878" y="905"/>
                  </a:lnTo>
                  <a:lnTo>
                    <a:pt x="41329" y="932"/>
                  </a:lnTo>
                  <a:lnTo>
                    <a:pt x="41809" y="958"/>
                  </a:lnTo>
                  <a:lnTo>
                    <a:pt x="42260" y="991"/>
                  </a:lnTo>
                  <a:lnTo>
                    <a:pt x="42680" y="1031"/>
                  </a:lnTo>
                  <a:lnTo>
                    <a:pt x="43071" y="1070"/>
                  </a:lnTo>
                  <a:lnTo>
                    <a:pt x="43431" y="1117"/>
                  </a:lnTo>
                  <a:lnTo>
                    <a:pt x="43792" y="1163"/>
                  </a:lnTo>
                  <a:lnTo>
                    <a:pt x="44092" y="1209"/>
                  </a:lnTo>
                  <a:lnTo>
                    <a:pt x="44392" y="1262"/>
                  </a:lnTo>
                  <a:lnTo>
                    <a:pt x="44633" y="1315"/>
                  </a:lnTo>
                  <a:lnTo>
                    <a:pt x="44843" y="1368"/>
                  </a:lnTo>
                  <a:lnTo>
                    <a:pt x="45053" y="1427"/>
                  </a:lnTo>
                  <a:lnTo>
                    <a:pt x="45413" y="1546"/>
                  </a:lnTo>
                  <a:lnTo>
                    <a:pt x="45714" y="1671"/>
                  </a:lnTo>
                  <a:lnTo>
                    <a:pt x="45954" y="1804"/>
                  </a:lnTo>
                  <a:lnTo>
                    <a:pt x="46134" y="1936"/>
                  </a:lnTo>
                  <a:lnTo>
                    <a:pt x="46254" y="2074"/>
                  </a:lnTo>
                  <a:lnTo>
                    <a:pt x="46314" y="2213"/>
                  </a:lnTo>
                  <a:lnTo>
                    <a:pt x="46314" y="2352"/>
                  </a:lnTo>
                  <a:lnTo>
                    <a:pt x="51631" y="2352"/>
                  </a:lnTo>
                  <a:lnTo>
                    <a:pt x="52141" y="2358"/>
                  </a:lnTo>
                  <a:lnTo>
                    <a:pt x="52622" y="2372"/>
                  </a:lnTo>
                  <a:lnTo>
                    <a:pt x="53072" y="2385"/>
                  </a:lnTo>
                  <a:lnTo>
                    <a:pt x="53523" y="2405"/>
                  </a:lnTo>
                  <a:lnTo>
                    <a:pt x="53943" y="2424"/>
                  </a:lnTo>
                  <a:lnTo>
                    <a:pt x="54364" y="2451"/>
                  </a:lnTo>
                  <a:lnTo>
                    <a:pt x="54934" y="2444"/>
                  </a:lnTo>
                  <a:lnTo>
                    <a:pt x="55475" y="2444"/>
                  </a:lnTo>
                  <a:lnTo>
                    <a:pt x="55926" y="2451"/>
                  </a:lnTo>
                  <a:lnTo>
                    <a:pt x="56466" y="2464"/>
                  </a:lnTo>
                  <a:lnTo>
                    <a:pt x="57007" y="2497"/>
                  </a:lnTo>
                  <a:lnTo>
                    <a:pt x="57547" y="2537"/>
                  </a:lnTo>
                  <a:lnTo>
                    <a:pt x="58118" y="2583"/>
                  </a:lnTo>
                  <a:lnTo>
                    <a:pt x="58719" y="2649"/>
                  </a:lnTo>
                  <a:lnTo>
                    <a:pt x="59259" y="2728"/>
                  </a:lnTo>
                  <a:lnTo>
                    <a:pt x="59800" y="2821"/>
                  </a:lnTo>
                  <a:lnTo>
                    <a:pt x="60070" y="2867"/>
                  </a:lnTo>
                  <a:lnTo>
                    <a:pt x="60311" y="2926"/>
                  </a:lnTo>
                  <a:lnTo>
                    <a:pt x="60551" y="2986"/>
                  </a:lnTo>
                  <a:lnTo>
                    <a:pt x="60791" y="3045"/>
                  </a:lnTo>
                  <a:lnTo>
                    <a:pt x="61001" y="3111"/>
                  </a:lnTo>
                  <a:lnTo>
                    <a:pt x="61212" y="3184"/>
                  </a:lnTo>
                  <a:lnTo>
                    <a:pt x="61392" y="3257"/>
                  </a:lnTo>
                  <a:lnTo>
                    <a:pt x="61572" y="3336"/>
                  </a:lnTo>
                  <a:lnTo>
                    <a:pt x="61722" y="3415"/>
                  </a:lnTo>
                  <a:lnTo>
                    <a:pt x="61842" y="3508"/>
                  </a:lnTo>
                  <a:lnTo>
                    <a:pt x="61963" y="3594"/>
                  </a:lnTo>
                  <a:lnTo>
                    <a:pt x="62053" y="3693"/>
                  </a:lnTo>
                  <a:lnTo>
                    <a:pt x="62113" y="3792"/>
                  </a:lnTo>
                  <a:lnTo>
                    <a:pt x="62173" y="3897"/>
                  </a:lnTo>
                  <a:lnTo>
                    <a:pt x="62203" y="4010"/>
                  </a:lnTo>
                  <a:lnTo>
                    <a:pt x="62203" y="4122"/>
                  </a:lnTo>
                  <a:lnTo>
                    <a:pt x="62143" y="4281"/>
                  </a:lnTo>
                  <a:lnTo>
                    <a:pt x="62083" y="4426"/>
                  </a:lnTo>
                  <a:lnTo>
                    <a:pt x="61963" y="4565"/>
                  </a:lnTo>
                  <a:lnTo>
                    <a:pt x="61812" y="4690"/>
                  </a:lnTo>
                  <a:lnTo>
                    <a:pt x="61662" y="4802"/>
                  </a:lnTo>
                  <a:lnTo>
                    <a:pt x="61452" y="4908"/>
                  </a:lnTo>
                  <a:lnTo>
                    <a:pt x="61242" y="5001"/>
                  </a:lnTo>
                  <a:lnTo>
                    <a:pt x="60971" y="5086"/>
                  </a:lnTo>
                  <a:lnTo>
                    <a:pt x="60731" y="5166"/>
                  </a:lnTo>
                  <a:lnTo>
                    <a:pt x="60431" y="5232"/>
                  </a:lnTo>
                  <a:lnTo>
                    <a:pt x="60130" y="5298"/>
                  </a:lnTo>
                  <a:lnTo>
                    <a:pt x="59830" y="5351"/>
                  </a:lnTo>
                  <a:lnTo>
                    <a:pt x="59500" y="5397"/>
                  </a:lnTo>
                  <a:lnTo>
                    <a:pt x="59169" y="5436"/>
                  </a:lnTo>
                  <a:lnTo>
                    <a:pt x="58809" y="5476"/>
                  </a:lnTo>
                  <a:lnTo>
                    <a:pt x="58448" y="5509"/>
                  </a:lnTo>
                  <a:lnTo>
                    <a:pt x="58448" y="5595"/>
                  </a:lnTo>
                  <a:lnTo>
                    <a:pt x="58418" y="5687"/>
                  </a:lnTo>
                  <a:lnTo>
                    <a:pt x="58358" y="5773"/>
                  </a:lnTo>
                  <a:lnTo>
                    <a:pt x="58298" y="5859"/>
                  </a:lnTo>
                  <a:lnTo>
                    <a:pt x="58088" y="6038"/>
                  </a:lnTo>
                  <a:lnTo>
                    <a:pt x="57848" y="6209"/>
                  </a:lnTo>
                  <a:lnTo>
                    <a:pt x="57517" y="6374"/>
                  </a:lnTo>
                  <a:lnTo>
                    <a:pt x="57127" y="6526"/>
                  </a:lnTo>
                  <a:lnTo>
                    <a:pt x="56706" y="6672"/>
                  </a:lnTo>
                  <a:lnTo>
                    <a:pt x="56226" y="6810"/>
                  </a:lnTo>
                  <a:lnTo>
                    <a:pt x="55986" y="6863"/>
                  </a:lnTo>
                  <a:lnTo>
                    <a:pt x="55745" y="6916"/>
                  </a:lnTo>
                  <a:lnTo>
                    <a:pt x="55445" y="6962"/>
                  </a:lnTo>
                  <a:lnTo>
                    <a:pt x="55145" y="7002"/>
                  </a:lnTo>
                  <a:lnTo>
                    <a:pt x="54844" y="7042"/>
                  </a:lnTo>
                  <a:lnTo>
                    <a:pt x="54514" y="7075"/>
                  </a:lnTo>
                  <a:lnTo>
                    <a:pt x="54184" y="7108"/>
                  </a:lnTo>
                  <a:lnTo>
                    <a:pt x="53823" y="7134"/>
                  </a:lnTo>
                  <a:lnTo>
                    <a:pt x="53072" y="7180"/>
                  </a:lnTo>
                  <a:lnTo>
                    <a:pt x="52291" y="7207"/>
                  </a:lnTo>
                  <a:lnTo>
                    <a:pt x="51480" y="7227"/>
                  </a:lnTo>
                  <a:lnTo>
                    <a:pt x="22767" y="7227"/>
                  </a:lnTo>
                  <a:lnTo>
                    <a:pt x="21896" y="7220"/>
                  </a:lnTo>
                  <a:lnTo>
                    <a:pt x="21025" y="7200"/>
                  </a:lnTo>
                  <a:lnTo>
                    <a:pt x="20214" y="7174"/>
                  </a:lnTo>
                  <a:lnTo>
                    <a:pt x="19403" y="7134"/>
                  </a:lnTo>
                  <a:lnTo>
                    <a:pt x="18683" y="7081"/>
                  </a:lnTo>
                  <a:lnTo>
                    <a:pt x="18022" y="7022"/>
                  </a:lnTo>
                  <a:lnTo>
                    <a:pt x="17721" y="6989"/>
                  </a:lnTo>
                  <a:lnTo>
                    <a:pt x="17451" y="6949"/>
                  </a:lnTo>
                  <a:lnTo>
                    <a:pt x="17211" y="6916"/>
                  </a:lnTo>
                  <a:lnTo>
                    <a:pt x="17001" y="6876"/>
                  </a:lnTo>
                  <a:lnTo>
                    <a:pt x="16550" y="6777"/>
                  </a:lnTo>
                  <a:lnTo>
                    <a:pt x="16160" y="6672"/>
                  </a:lnTo>
                  <a:lnTo>
                    <a:pt x="15799" y="6559"/>
                  </a:lnTo>
                  <a:lnTo>
                    <a:pt x="15499" y="6441"/>
                  </a:lnTo>
                  <a:lnTo>
                    <a:pt x="15229" y="6322"/>
                  </a:lnTo>
                  <a:lnTo>
                    <a:pt x="15018" y="6190"/>
                  </a:lnTo>
                  <a:lnTo>
                    <a:pt x="14868" y="6057"/>
                  </a:lnTo>
                  <a:lnTo>
                    <a:pt x="14778" y="5912"/>
                  </a:lnTo>
                  <a:lnTo>
                    <a:pt x="14748" y="5773"/>
                  </a:lnTo>
                  <a:lnTo>
                    <a:pt x="14778" y="5621"/>
                  </a:lnTo>
                  <a:lnTo>
                    <a:pt x="14838" y="5470"/>
                  </a:lnTo>
                  <a:lnTo>
                    <a:pt x="14988" y="5311"/>
                  </a:lnTo>
                  <a:lnTo>
                    <a:pt x="15199" y="5152"/>
                  </a:lnTo>
                  <a:lnTo>
                    <a:pt x="15469" y="4987"/>
                  </a:lnTo>
                  <a:lnTo>
                    <a:pt x="15799" y="4816"/>
                  </a:lnTo>
                  <a:lnTo>
                    <a:pt x="16190" y="4650"/>
                  </a:lnTo>
                  <a:lnTo>
                    <a:pt x="16370" y="4584"/>
                  </a:lnTo>
                  <a:lnTo>
                    <a:pt x="16580" y="4518"/>
                  </a:lnTo>
                  <a:lnTo>
                    <a:pt x="16790" y="4459"/>
                  </a:lnTo>
                  <a:lnTo>
                    <a:pt x="17031" y="4406"/>
                  </a:lnTo>
                  <a:lnTo>
                    <a:pt x="17271" y="4353"/>
                  </a:lnTo>
                  <a:lnTo>
                    <a:pt x="17541" y="4307"/>
                  </a:lnTo>
                  <a:lnTo>
                    <a:pt x="17842" y="4267"/>
                  </a:lnTo>
                  <a:lnTo>
                    <a:pt x="18112" y="4228"/>
                  </a:lnTo>
                  <a:lnTo>
                    <a:pt x="18412" y="4188"/>
                  </a:lnTo>
                  <a:lnTo>
                    <a:pt x="18743" y="4155"/>
                  </a:lnTo>
                  <a:lnTo>
                    <a:pt x="19073" y="4129"/>
                  </a:lnTo>
                  <a:lnTo>
                    <a:pt x="19403" y="4109"/>
                  </a:lnTo>
                  <a:lnTo>
                    <a:pt x="20094" y="4069"/>
                  </a:lnTo>
                  <a:lnTo>
                    <a:pt x="20785" y="4043"/>
                  </a:lnTo>
                  <a:lnTo>
                    <a:pt x="10633" y="4043"/>
                  </a:lnTo>
                  <a:lnTo>
                    <a:pt x="9762" y="4036"/>
                  </a:lnTo>
                  <a:lnTo>
                    <a:pt x="8891" y="4016"/>
                  </a:lnTo>
                  <a:lnTo>
                    <a:pt x="8080" y="3990"/>
                  </a:lnTo>
                  <a:lnTo>
                    <a:pt x="7269" y="3950"/>
                  </a:lnTo>
                  <a:lnTo>
                    <a:pt x="6549" y="3897"/>
                  </a:lnTo>
                  <a:lnTo>
                    <a:pt x="5888" y="3838"/>
                  </a:lnTo>
                  <a:lnTo>
                    <a:pt x="5587" y="3805"/>
                  </a:lnTo>
                  <a:lnTo>
                    <a:pt x="5317" y="3765"/>
                  </a:lnTo>
                  <a:lnTo>
                    <a:pt x="5077" y="3732"/>
                  </a:lnTo>
                  <a:lnTo>
                    <a:pt x="4867" y="3693"/>
                  </a:lnTo>
                  <a:lnTo>
                    <a:pt x="4416" y="3594"/>
                  </a:lnTo>
                  <a:lnTo>
                    <a:pt x="4026" y="3488"/>
                  </a:lnTo>
                  <a:lnTo>
                    <a:pt x="3665" y="3376"/>
                  </a:lnTo>
                  <a:lnTo>
                    <a:pt x="3335" y="3257"/>
                  </a:lnTo>
                  <a:lnTo>
                    <a:pt x="3095" y="3138"/>
                  </a:lnTo>
                  <a:lnTo>
                    <a:pt x="2884" y="3006"/>
                  </a:lnTo>
                  <a:lnTo>
                    <a:pt x="2734" y="2874"/>
                  </a:lnTo>
                  <a:lnTo>
                    <a:pt x="2644" y="2728"/>
                  </a:lnTo>
                  <a:lnTo>
                    <a:pt x="2614" y="2583"/>
                  </a:lnTo>
                  <a:lnTo>
                    <a:pt x="2614" y="2438"/>
                  </a:lnTo>
                  <a:lnTo>
                    <a:pt x="2704" y="2286"/>
                  </a:lnTo>
                  <a:lnTo>
                    <a:pt x="2854" y="2127"/>
                  </a:lnTo>
                  <a:lnTo>
                    <a:pt x="3065" y="1969"/>
                  </a:lnTo>
                  <a:lnTo>
                    <a:pt x="3335" y="1804"/>
                  </a:lnTo>
                  <a:lnTo>
                    <a:pt x="3665" y="1632"/>
                  </a:lnTo>
                  <a:lnTo>
                    <a:pt x="4056" y="1467"/>
                  </a:lnTo>
                  <a:lnTo>
                    <a:pt x="4296" y="1381"/>
                  </a:lnTo>
                  <a:lnTo>
                    <a:pt x="4566" y="1302"/>
                  </a:lnTo>
                  <a:lnTo>
                    <a:pt x="4867" y="1229"/>
                  </a:lnTo>
                  <a:lnTo>
                    <a:pt x="5197" y="1163"/>
                  </a:lnTo>
                  <a:lnTo>
                    <a:pt x="5557" y="1103"/>
                  </a:lnTo>
                  <a:lnTo>
                    <a:pt x="5918" y="1051"/>
                  </a:lnTo>
                  <a:lnTo>
                    <a:pt x="6338" y="1004"/>
                  </a:lnTo>
                  <a:lnTo>
                    <a:pt x="6729" y="965"/>
                  </a:lnTo>
                  <a:lnTo>
                    <a:pt x="7179" y="925"/>
                  </a:lnTo>
                  <a:lnTo>
                    <a:pt x="7600" y="899"/>
                  </a:lnTo>
                  <a:lnTo>
                    <a:pt x="8080" y="879"/>
                  </a:lnTo>
                  <a:lnTo>
                    <a:pt x="8531" y="866"/>
                  </a:lnTo>
                  <a:lnTo>
                    <a:pt x="9011" y="852"/>
                  </a:lnTo>
                  <a:lnTo>
                    <a:pt x="9942" y="852"/>
                  </a:lnTo>
                  <a:lnTo>
                    <a:pt x="10423" y="859"/>
                  </a:lnTo>
                  <a:lnTo>
                    <a:pt x="37845" y="859"/>
                  </a:lnTo>
                  <a:lnTo>
                    <a:pt x="38355" y="852"/>
                  </a:lnTo>
                  <a:close/>
                  <a:moveTo>
                    <a:pt x="1" y="0"/>
                  </a:moveTo>
                  <a:lnTo>
                    <a:pt x="1" y="7999"/>
                  </a:lnTo>
                  <a:lnTo>
                    <a:pt x="65507" y="7999"/>
                  </a:lnTo>
                  <a:lnTo>
                    <a:pt x="655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55"/>
            <p:cNvSpPr/>
            <p:nvPr/>
          </p:nvSpPr>
          <p:spPr>
            <a:xfrm rot="10800000">
              <a:off x="4311859" y="632225"/>
              <a:ext cx="6226277" cy="3416900"/>
            </a:xfrm>
            <a:custGeom>
              <a:avLst/>
              <a:gdLst/>
              <a:ahLst/>
              <a:cxnLst/>
              <a:rect l="l" t="t" r="r" b="b"/>
              <a:pathLst>
                <a:path w="65507" h="8000" fill="none" extrusionOk="0">
                  <a:moveTo>
                    <a:pt x="65507" y="7999"/>
                  </a:moveTo>
                  <a:lnTo>
                    <a:pt x="65507" y="0"/>
                  </a:lnTo>
                  <a:lnTo>
                    <a:pt x="1" y="0"/>
                  </a:lnTo>
                  <a:lnTo>
                    <a:pt x="1" y="7999"/>
                  </a:lnTo>
                  <a:lnTo>
                    <a:pt x="65507" y="799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55"/>
            <p:cNvSpPr/>
            <p:nvPr/>
          </p:nvSpPr>
          <p:spPr>
            <a:xfrm rot="10800000">
              <a:off x="4625900" y="962384"/>
              <a:ext cx="5663881" cy="2722842"/>
            </a:xfrm>
            <a:custGeom>
              <a:avLst/>
              <a:gdLst/>
              <a:ahLst/>
              <a:cxnLst/>
              <a:rect l="l" t="t" r="r" b="b"/>
              <a:pathLst>
                <a:path w="59590" h="6375" fill="none" extrusionOk="0">
                  <a:moveTo>
                    <a:pt x="1443" y="615"/>
                  </a:moveTo>
                  <a:lnTo>
                    <a:pt x="1443" y="615"/>
                  </a:lnTo>
                  <a:lnTo>
                    <a:pt x="1683" y="529"/>
                  </a:lnTo>
                  <a:lnTo>
                    <a:pt x="1953" y="450"/>
                  </a:lnTo>
                  <a:lnTo>
                    <a:pt x="2254" y="377"/>
                  </a:lnTo>
                  <a:lnTo>
                    <a:pt x="2584" y="311"/>
                  </a:lnTo>
                  <a:lnTo>
                    <a:pt x="2944" y="251"/>
                  </a:lnTo>
                  <a:lnTo>
                    <a:pt x="3305" y="199"/>
                  </a:lnTo>
                  <a:lnTo>
                    <a:pt x="3725" y="152"/>
                  </a:lnTo>
                  <a:lnTo>
                    <a:pt x="4116" y="113"/>
                  </a:lnTo>
                  <a:lnTo>
                    <a:pt x="4566" y="73"/>
                  </a:lnTo>
                  <a:lnTo>
                    <a:pt x="4987" y="47"/>
                  </a:lnTo>
                  <a:lnTo>
                    <a:pt x="5467" y="27"/>
                  </a:lnTo>
                  <a:lnTo>
                    <a:pt x="5918" y="14"/>
                  </a:lnTo>
                  <a:lnTo>
                    <a:pt x="6398" y="0"/>
                  </a:lnTo>
                  <a:lnTo>
                    <a:pt x="6849" y="0"/>
                  </a:lnTo>
                  <a:lnTo>
                    <a:pt x="7329" y="0"/>
                  </a:lnTo>
                  <a:lnTo>
                    <a:pt x="7810" y="7"/>
                  </a:lnTo>
                  <a:lnTo>
                    <a:pt x="35232" y="7"/>
                  </a:lnTo>
                  <a:lnTo>
                    <a:pt x="35232" y="7"/>
                  </a:lnTo>
                  <a:lnTo>
                    <a:pt x="35742" y="0"/>
                  </a:lnTo>
                  <a:lnTo>
                    <a:pt x="36253" y="0"/>
                  </a:lnTo>
                  <a:lnTo>
                    <a:pt x="36763" y="7"/>
                  </a:lnTo>
                  <a:lnTo>
                    <a:pt x="37274" y="14"/>
                  </a:lnTo>
                  <a:lnTo>
                    <a:pt x="37755" y="33"/>
                  </a:lnTo>
                  <a:lnTo>
                    <a:pt x="38265" y="53"/>
                  </a:lnTo>
                  <a:lnTo>
                    <a:pt x="38716" y="80"/>
                  </a:lnTo>
                  <a:lnTo>
                    <a:pt x="39196" y="106"/>
                  </a:lnTo>
                  <a:lnTo>
                    <a:pt x="39647" y="139"/>
                  </a:lnTo>
                  <a:lnTo>
                    <a:pt x="40067" y="179"/>
                  </a:lnTo>
                  <a:lnTo>
                    <a:pt x="40458" y="218"/>
                  </a:lnTo>
                  <a:lnTo>
                    <a:pt x="40818" y="265"/>
                  </a:lnTo>
                  <a:lnTo>
                    <a:pt x="41179" y="311"/>
                  </a:lnTo>
                  <a:lnTo>
                    <a:pt x="41479" y="357"/>
                  </a:lnTo>
                  <a:lnTo>
                    <a:pt x="41779" y="410"/>
                  </a:lnTo>
                  <a:lnTo>
                    <a:pt x="42020" y="463"/>
                  </a:lnTo>
                  <a:lnTo>
                    <a:pt x="42020" y="463"/>
                  </a:lnTo>
                  <a:lnTo>
                    <a:pt x="42230" y="516"/>
                  </a:lnTo>
                  <a:lnTo>
                    <a:pt x="42440" y="575"/>
                  </a:lnTo>
                  <a:lnTo>
                    <a:pt x="42800" y="694"/>
                  </a:lnTo>
                  <a:lnTo>
                    <a:pt x="43101" y="819"/>
                  </a:lnTo>
                  <a:lnTo>
                    <a:pt x="43341" y="952"/>
                  </a:lnTo>
                  <a:lnTo>
                    <a:pt x="43521" y="1084"/>
                  </a:lnTo>
                  <a:lnTo>
                    <a:pt x="43641" y="1222"/>
                  </a:lnTo>
                  <a:lnTo>
                    <a:pt x="43701" y="1361"/>
                  </a:lnTo>
                  <a:lnTo>
                    <a:pt x="43701" y="1500"/>
                  </a:lnTo>
                  <a:lnTo>
                    <a:pt x="47936" y="1500"/>
                  </a:lnTo>
                  <a:lnTo>
                    <a:pt x="47936" y="1500"/>
                  </a:lnTo>
                  <a:lnTo>
                    <a:pt x="49018" y="1500"/>
                  </a:lnTo>
                  <a:lnTo>
                    <a:pt x="49528" y="1506"/>
                  </a:lnTo>
                  <a:lnTo>
                    <a:pt x="50009" y="1520"/>
                  </a:lnTo>
                  <a:lnTo>
                    <a:pt x="50459" y="1533"/>
                  </a:lnTo>
                  <a:lnTo>
                    <a:pt x="50910" y="1553"/>
                  </a:lnTo>
                  <a:lnTo>
                    <a:pt x="51330" y="1572"/>
                  </a:lnTo>
                  <a:lnTo>
                    <a:pt x="51751" y="1599"/>
                  </a:lnTo>
                  <a:lnTo>
                    <a:pt x="51751" y="1599"/>
                  </a:lnTo>
                  <a:lnTo>
                    <a:pt x="52321" y="1592"/>
                  </a:lnTo>
                  <a:lnTo>
                    <a:pt x="52862" y="1592"/>
                  </a:lnTo>
                  <a:lnTo>
                    <a:pt x="52862" y="1592"/>
                  </a:lnTo>
                  <a:lnTo>
                    <a:pt x="53313" y="1599"/>
                  </a:lnTo>
                  <a:lnTo>
                    <a:pt x="53853" y="1612"/>
                  </a:lnTo>
                  <a:lnTo>
                    <a:pt x="54394" y="1645"/>
                  </a:lnTo>
                  <a:lnTo>
                    <a:pt x="54934" y="1685"/>
                  </a:lnTo>
                  <a:lnTo>
                    <a:pt x="55505" y="1731"/>
                  </a:lnTo>
                  <a:lnTo>
                    <a:pt x="56106" y="1797"/>
                  </a:lnTo>
                  <a:lnTo>
                    <a:pt x="56646" y="1876"/>
                  </a:lnTo>
                  <a:lnTo>
                    <a:pt x="57187" y="1969"/>
                  </a:lnTo>
                  <a:lnTo>
                    <a:pt x="57457" y="2015"/>
                  </a:lnTo>
                  <a:lnTo>
                    <a:pt x="57698" y="2074"/>
                  </a:lnTo>
                  <a:lnTo>
                    <a:pt x="57938" y="2134"/>
                  </a:lnTo>
                  <a:lnTo>
                    <a:pt x="58178" y="2193"/>
                  </a:lnTo>
                  <a:lnTo>
                    <a:pt x="58388" y="2259"/>
                  </a:lnTo>
                  <a:lnTo>
                    <a:pt x="58599" y="2332"/>
                  </a:lnTo>
                  <a:lnTo>
                    <a:pt x="58779" y="2405"/>
                  </a:lnTo>
                  <a:lnTo>
                    <a:pt x="58959" y="2484"/>
                  </a:lnTo>
                  <a:lnTo>
                    <a:pt x="59109" y="2563"/>
                  </a:lnTo>
                  <a:lnTo>
                    <a:pt x="59229" y="2656"/>
                  </a:lnTo>
                  <a:lnTo>
                    <a:pt x="59350" y="2742"/>
                  </a:lnTo>
                  <a:lnTo>
                    <a:pt x="59440" y="2841"/>
                  </a:lnTo>
                  <a:lnTo>
                    <a:pt x="59500" y="2940"/>
                  </a:lnTo>
                  <a:lnTo>
                    <a:pt x="59560" y="3045"/>
                  </a:lnTo>
                  <a:lnTo>
                    <a:pt x="59590" y="3158"/>
                  </a:lnTo>
                  <a:lnTo>
                    <a:pt x="59590" y="3270"/>
                  </a:lnTo>
                  <a:lnTo>
                    <a:pt x="59590" y="3270"/>
                  </a:lnTo>
                  <a:lnTo>
                    <a:pt x="59530" y="3429"/>
                  </a:lnTo>
                  <a:lnTo>
                    <a:pt x="59470" y="3574"/>
                  </a:lnTo>
                  <a:lnTo>
                    <a:pt x="59350" y="3713"/>
                  </a:lnTo>
                  <a:lnTo>
                    <a:pt x="59199" y="3838"/>
                  </a:lnTo>
                  <a:lnTo>
                    <a:pt x="59049" y="3950"/>
                  </a:lnTo>
                  <a:lnTo>
                    <a:pt x="58839" y="4056"/>
                  </a:lnTo>
                  <a:lnTo>
                    <a:pt x="58629" y="4149"/>
                  </a:lnTo>
                  <a:lnTo>
                    <a:pt x="58358" y="4234"/>
                  </a:lnTo>
                  <a:lnTo>
                    <a:pt x="58118" y="4314"/>
                  </a:lnTo>
                  <a:lnTo>
                    <a:pt x="57818" y="4380"/>
                  </a:lnTo>
                  <a:lnTo>
                    <a:pt x="57517" y="4446"/>
                  </a:lnTo>
                  <a:lnTo>
                    <a:pt x="57217" y="4499"/>
                  </a:lnTo>
                  <a:lnTo>
                    <a:pt x="56887" y="4545"/>
                  </a:lnTo>
                  <a:lnTo>
                    <a:pt x="56556" y="4584"/>
                  </a:lnTo>
                  <a:lnTo>
                    <a:pt x="56196" y="4624"/>
                  </a:lnTo>
                  <a:lnTo>
                    <a:pt x="55835" y="4657"/>
                  </a:lnTo>
                  <a:lnTo>
                    <a:pt x="55835" y="4657"/>
                  </a:lnTo>
                  <a:lnTo>
                    <a:pt x="55835" y="4743"/>
                  </a:lnTo>
                  <a:lnTo>
                    <a:pt x="55805" y="4835"/>
                  </a:lnTo>
                  <a:lnTo>
                    <a:pt x="55745" y="4921"/>
                  </a:lnTo>
                  <a:lnTo>
                    <a:pt x="55685" y="5007"/>
                  </a:lnTo>
                  <a:lnTo>
                    <a:pt x="55475" y="5186"/>
                  </a:lnTo>
                  <a:lnTo>
                    <a:pt x="55235" y="5357"/>
                  </a:lnTo>
                  <a:lnTo>
                    <a:pt x="54904" y="5522"/>
                  </a:lnTo>
                  <a:lnTo>
                    <a:pt x="54514" y="5674"/>
                  </a:lnTo>
                  <a:lnTo>
                    <a:pt x="54093" y="5820"/>
                  </a:lnTo>
                  <a:lnTo>
                    <a:pt x="53613" y="5958"/>
                  </a:lnTo>
                  <a:lnTo>
                    <a:pt x="53613" y="5958"/>
                  </a:lnTo>
                  <a:lnTo>
                    <a:pt x="53373" y="6011"/>
                  </a:lnTo>
                  <a:lnTo>
                    <a:pt x="53132" y="6064"/>
                  </a:lnTo>
                  <a:lnTo>
                    <a:pt x="52832" y="6110"/>
                  </a:lnTo>
                  <a:lnTo>
                    <a:pt x="52532" y="6150"/>
                  </a:lnTo>
                  <a:lnTo>
                    <a:pt x="52231" y="6190"/>
                  </a:lnTo>
                  <a:lnTo>
                    <a:pt x="51901" y="6223"/>
                  </a:lnTo>
                  <a:lnTo>
                    <a:pt x="51571" y="6256"/>
                  </a:lnTo>
                  <a:lnTo>
                    <a:pt x="51210" y="6282"/>
                  </a:lnTo>
                  <a:lnTo>
                    <a:pt x="50459" y="6328"/>
                  </a:lnTo>
                  <a:lnTo>
                    <a:pt x="49678" y="6355"/>
                  </a:lnTo>
                  <a:lnTo>
                    <a:pt x="48867" y="6375"/>
                  </a:lnTo>
                  <a:lnTo>
                    <a:pt x="48087" y="6375"/>
                  </a:lnTo>
                  <a:lnTo>
                    <a:pt x="20154" y="6375"/>
                  </a:lnTo>
                  <a:lnTo>
                    <a:pt x="20154" y="6375"/>
                  </a:lnTo>
                  <a:lnTo>
                    <a:pt x="19283" y="6368"/>
                  </a:lnTo>
                  <a:lnTo>
                    <a:pt x="18412" y="6348"/>
                  </a:lnTo>
                  <a:lnTo>
                    <a:pt x="17601" y="6322"/>
                  </a:lnTo>
                  <a:lnTo>
                    <a:pt x="16790" y="6282"/>
                  </a:lnTo>
                  <a:lnTo>
                    <a:pt x="16070" y="6229"/>
                  </a:lnTo>
                  <a:lnTo>
                    <a:pt x="15409" y="6170"/>
                  </a:lnTo>
                  <a:lnTo>
                    <a:pt x="15108" y="6137"/>
                  </a:lnTo>
                  <a:lnTo>
                    <a:pt x="14838" y="6097"/>
                  </a:lnTo>
                  <a:lnTo>
                    <a:pt x="14598" y="6064"/>
                  </a:lnTo>
                  <a:lnTo>
                    <a:pt x="14388" y="6024"/>
                  </a:lnTo>
                  <a:lnTo>
                    <a:pt x="14388" y="6024"/>
                  </a:lnTo>
                  <a:lnTo>
                    <a:pt x="13937" y="5925"/>
                  </a:lnTo>
                  <a:lnTo>
                    <a:pt x="13547" y="5820"/>
                  </a:lnTo>
                  <a:lnTo>
                    <a:pt x="13186" y="5707"/>
                  </a:lnTo>
                  <a:lnTo>
                    <a:pt x="12886" y="5589"/>
                  </a:lnTo>
                  <a:lnTo>
                    <a:pt x="12616" y="5470"/>
                  </a:lnTo>
                  <a:lnTo>
                    <a:pt x="12405" y="5338"/>
                  </a:lnTo>
                  <a:lnTo>
                    <a:pt x="12255" y="5205"/>
                  </a:lnTo>
                  <a:lnTo>
                    <a:pt x="12165" y="5060"/>
                  </a:lnTo>
                  <a:lnTo>
                    <a:pt x="12135" y="4921"/>
                  </a:lnTo>
                  <a:lnTo>
                    <a:pt x="12165" y="4769"/>
                  </a:lnTo>
                  <a:lnTo>
                    <a:pt x="12225" y="4618"/>
                  </a:lnTo>
                  <a:lnTo>
                    <a:pt x="12375" y="4459"/>
                  </a:lnTo>
                  <a:lnTo>
                    <a:pt x="12586" y="4300"/>
                  </a:lnTo>
                  <a:lnTo>
                    <a:pt x="12856" y="4135"/>
                  </a:lnTo>
                  <a:lnTo>
                    <a:pt x="13186" y="3964"/>
                  </a:lnTo>
                  <a:lnTo>
                    <a:pt x="13577" y="3798"/>
                  </a:lnTo>
                  <a:lnTo>
                    <a:pt x="13577" y="3798"/>
                  </a:lnTo>
                  <a:lnTo>
                    <a:pt x="13757" y="3732"/>
                  </a:lnTo>
                  <a:lnTo>
                    <a:pt x="13967" y="3666"/>
                  </a:lnTo>
                  <a:lnTo>
                    <a:pt x="14177" y="3607"/>
                  </a:lnTo>
                  <a:lnTo>
                    <a:pt x="14418" y="3554"/>
                  </a:lnTo>
                  <a:lnTo>
                    <a:pt x="14658" y="3501"/>
                  </a:lnTo>
                  <a:lnTo>
                    <a:pt x="14928" y="3455"/>
                  </a:lnTo>
                  <a:lnTo>
                    <a:pt x="15229" y="3415"/>
                  </a:lnTo>
                  <a:lnTo>
                    <a:pt x="15499" y="3376"/>
                  </a:lnTo>
                  <a:lnTo>
                    <a:pt x="15799" y="3336"/>
                  </a:lnTo>
                  <a:lnTo>
                    <a:pt x="16130" y="3303"/>
                  </a:lnTo>
                  <a:lnTo>
                    <a:pt x="16460" y="3277"/>
                  </a:lnTo>
                  <a:lnTo>
                    <a:pt x="16790" y="3257"/>
                  </a:lnTo>
                  <a:lnTo>
                    <a:pt x="17481" y="3217"/>
                  </a:lnTo>
                  <a:lnTo>
                    <a:pt x="18172" y="3191"/>
                  </a:lnTo>
                  <a:lnTo>
                    <a:pt x="8020" y="3191"/>
                  </a:lnTo>
                  <a:lnTo>
                    <a:pt x="8020" y="3191"/>
                  </a:lnTo>
                  <a:lnTo>
                    <a:pt x="7149" y="3184"/>
                  </a:lnTo>
                  <a:lnTo>
                    <a:pt x="6278" y="3164"/>
                  </a:lnTo>
                  <a:lnTo>
                    <a:pt x="5467" y="3138"/>
                  </a:lnTo>
                  <a:lnTo>
                    <a:pt x="4656" y="3098"/>
                  </a:lnTo>
                  <a:lnTo>
                    <a:pt x="3936" y="3045"/>
                  </a:lnTo>
                  <a:lnTo>
                    <a:pt x="3275" y="2986"/>
                  </a:lnTo>
                  <a:lnTo>
                    <a:pt x="2974" y="2953"/>
                  </a:lnTo>
                  <a:lnTo>
                    <a:pt x="2704" y="2913"/>
                  </a:lnTo>
                  <a:lnTo>
                    <a:pt x="2464" y="2880"/>
                  </a:lnTo>
                  <a:lnTo>
                    <a:pt x="2254" y="2841"/>
                  </a:lnTo>
                  <a:lnTo>
                    <a:pt x="2254" y="2841"/>
                  </a:lnTo>
                  <a:lnTo>
                    <a:pt x="1803" y="2742"/>
                  </a:lnTo>
                  <a:lnTo>
                    <a:pt x="1413" y="2636"/>
                  </a:lnTo>
                  <a:lnTo>
                    <a:pt x="1052" y="2524"/>
                  </a:lnTo>
                  <a:lnTo>
                    <a:pt x="722" y="2405"/>
                  </a:lnTo>
                  <a:lnTo>
                    <a:pt x="482" y="2286"/>
                  </a:lnTo>
                  <a:lnTo>
                    <a:pt x="271" y="2154"/>
                  </a:lnTo>
                  <a:lnTo>
                    <a:pt x="121" y="2022"/>
                  </a:lnTo>
                  <a:lnTo>
                    <a:pt x="31" y="1876"/>
                  </a:lnTo>
                  <a:lnTo>
                    <a:pt x="1" y="1731"/>
                  </a:lnTo>
                  <a:lnTo>
                    <a:pt x="1" y="1586"/>
                  </a:lnTo>
                  <a:lnTo>
                    <a:pt x="91" y="1434"/>
                  </a:lnTo>
                  <a:lnTo>
                    <a:pt x="241" y="1275"/>
                  </a:lnTo>
                  <a:lnTo>
                    <a:pt x="452" y="1117"/>
                  </a:lnTo>
                  <a:lnTo>
                    <a:pt x="722" y="952"/>
                  </a:lnTo>
                  <a:lnTo>
                    <a:pt x="1052" y="780"/>
                  </a:lnTo>
                  <a:lnTo>
                    <a:pt x="1443" y="61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55"/>
            <p:cNvSpPr/>
            <p:nvPr/>
          </p:nvSpPr>
          <p:spPr>
            <a:xfrm rot="10800000">
              <a:off x="4982728" y="962387"/>
              <a:ext cx="4153766" cy="1360353"/>
            </a:xfrm>
            <a:custGeom>
              <a:avLst/>
              <a:gdLst/>
              <a:ahLst/>
              <a:cxnLst/>
              <a:rect l="l" t="t" r="r" b="b"/>
              <a:pathLst>
                <a:path w="43702" h="3185" extrusionOk="0">
                  <a:moveTo>
                    <a:pt x="6038" y="1"/>
                  </a:moveTo>
                  <a:lnTo>
                    <a:pt x="5347" y="27"/>
                  </a:lnTo>
                  <a:lnTo>
                    <a:pt x="4656" y="67"/>
                  </a:lnTo>
                  <a:lnTo>
                    <a:pt x="4326" y="87"/>
                  </a:lnTo>
                  <a:lnTo>
                    <a:pt x="3996" y="113"/>
                  </a:lnTo>
                  <a:lnTo>
                    <a:pt x="3665" y="146"/>
                  </a:lnTo>
                  <a:lnTo>
                    <a:pt x="3365" y="186"/>
                  </a:lnTo>
                  <a:lnTo>
                    <a:pt x="3095" y="225"/>
                  </a:lnTo>
                  <a:lnTo>
                    <a:pt x="2794" y="265"/>
                  </a:lnTo>
                  <a:lnTo>
                    <a:pt x="2524" y="311"/>
                  </a:lnTo>
                  <a:lnTo>
                    <a:pt x="2284" y="364"/>
                  </a:lnTo>
                  <a:lnTo>
                    <a:pt x="2043" y="417"/>
                  </a:lnTo>
                  <a:lnTo>
                    <a:pt x="1833" y="476"/>
                  </a:lnTo>
                  <a:lnTo>
                    <a:pt x="1623" y="542"/>
                  </a:lnTo>
                  <a:lnTo>
                    <a:pt x="1443" y="608"/>
                  </a:lnTo>
                  <a:lnTo>
                    <a:pt x="1052" y="774"/>
                  </a:lnTo>
                  <a:lnTo>
                    <a:pt x="722" y="945"/>
                  </a:lnTo>
                  <a:lnTo>
                    <a:pt x="452" y="1110"/>
                  </a:lnTo>
                  <a:lnTo>
                    <a:pt x="241" y="1269"/>
                  </a:lnTo>
                  <a:lnTo>
                    <a:pt x="91" y="1428"/>
                  </a:lnTo>
                  <a:lnTo>
                    <a:pt x="31" y="1579"/>
                  </a:lnTo>
                  <a:lnTo>
                    <a:pt x="1" y="1731"/>
                  </a:lnTo>
                  <a:lnTo>
                    <a:pt x="31" y="1870"/>
                  </a:lnTo>
                  <a:lnTo>
                    <a:pt x="121" y="2015"/>
                  </a:lnTo>
                  <a:lnTo>
                    <a:pt x="271" y="2148"/>
                  </a:lnTo>
                  <a:lnTo>
                    <a:pt x="482" y="2280"/>
                  </a:lnTo>
                  <a:lnTo>
                    <a:pt x="752" y="2399"/>
                  </a:lnTo>
                  <a:lnTo>
                    <a:pt x="1052" y="2517"/>
                  </a:lnTo>
                  <a:lnTo>
                    <a:pt x="1413" y="2630"/>
                  </a:lnTo>
                  <a:lnTo>
                    <a:pt x="1803" y="2735"/>
                  </a:lnTo>
                  <a:lnTo>
                    <a:pt x="2254" y="2834"/>
                  </a:lnTo>
                  <a:lnTo>
                    <a:pt x="2464" y="2874"/>
                  </a:lnTo>
                  <a:lnTo>
                    <a:pt x="2704" y="2907"/>
                  </a:lnTo>
                  <a:lnTo>
                    <a:pt x="2974" y="2947"/>
                  </a:lnTo>
                  <a:lnTo>
                    <a:pt x="3275" y="2980"/>
                  </a:lnTo>
                  <a:lnTo>
                    <a:pt x="3936" y="3039"/>
                  </a:lnTo>
                  <a:lnTo>
                    <a:pt x="4656" y="3092"/>
                  </a:lnTo>
                  <a:lnTo>
                    <a:pt x="5467" y="3132"/>
                  </a:lnTo>
                  <a:lnTo>
                    <a:pt x="6278" y="3158"/>
                  </a:lnTo>
                  <a:lnTo>
                    <a:pt x="7149" y="3178"/>
                  </a:lnTo>
                  <a:lnTo>
                    <a:pt x="8020" y="3185"/>
                  </a:lnTo>
                  <a:lnTo>
                    <a:pt x="36733" y="3185"/>
                  </a:lnTo>
                  <a:lnTo>
                    <a:pt x="37544" y="3165"/>
                  </a:lnTo>
                  <a:lnTo>
                    <a:pt x="38325" y="3138"/>
                  </a:lnTo>
                  <a:lnTo>
                    <a:pt x="39076" y="3092"/>
                  </a:lnTo>
                  <a:lnTo>
                    <a:pt x="39437" y="3066"/>
                  </a:lnTo>
                  <a:lnTo>
                    <a:pt x="39767" y="3033"/>
                  </a:lnTo>
                  <a:lnTo>
                    <a:pt x="40097" y="3000"/>
                  </a:lnTo>
                  <a:lnTo>
                    <a:pt x="40398" y="2960"/>
                  </a:lnTo>
                  <a:lnTo>
                    <a:pt x="40698" y="2920"/>
                  </a:lnTo>
                  <a:lnTo>
                    <a:pt x="40998" y="2874"/>
                  </a:lnTo>
                  <a:lnTo>
                    <a:pt x="41239" y="2821"/>
                  </a:lnTo>
                  <a:lnTo>
                    <a:pt x="41479" y="2768"/>
                  </a:lnTo>
                  <a:lnTo>
                    <a:pt x="41959" y="2630"/>
                  </a:lnTo>
                  <a:lnTo>
                    <a:pt x="42380" y="2484"/>
                  </a:lnTo>
                  <a:lnTo>
                    <a:pt x="42770" y="2332"/>
                  </a:lnTo>
                  <a:lnTo>
                    <a:pt x="43101" y="2167"/>
                  </a:lnTo>
                  <a:lnTo>
                    <a:pt x="43341" y="1996"/>
                  </a:lnTo>
                  <a:lnTo>
                    <a:pt x="43551" y="1817"/>
                  </a:lnTo>
                  <a:lnTo>
                    <a:pt x="43611" y="1731"/>
                  </a:lnTo>
                  <a:lnTo>
                    <a:pt x="43671" y="1645"/>
                  </a:lnTo>
                  <a:lnTo>
                    <a:pt x="43701" y="1553"/>
                  </a:lnTo>
                  <a:lnTo>
                    <a:pt x="43701" y="1467"/>
                  </a:lnTo>
                  <a:lnTo>
                    <a:pt x="43131" y="1507"/>
                  </a:lnTo>
                  <a:lnTo>
                    <a:pt x="42530" y="1533"/>
                  </a:lnTo>
                  <a:lnTo>
                    <a:pt x="41959" y="1560"/>
                  </a:lnTo>
                  <a:lnTo>
                    <a:pt x="41389" y="1573"/>
                  </a:lnTo>
                  <a:lnTo>
                    <a:pt x="40998" y="1579"/>
                  </a:lnTo>
                  <a:lnTo>
                    <a:pt x="40157" y="1579"/>
                  </a:lnTo>
                  <a:lnTo>
                    <a:pt x="39707" y="1573"/>
                  </a:lnTo>
                  <a:lnTo>
                    <a:pt x="39256" y="1566"/>
                  </a:lnTo>
                  <a:lnTo>
                    <a:pt x="38746" y="1546"/>
                  </a:lnTo>
                  <a:lnTo>
                    <a:pt x="38265" y="1520"/>
                  </a:lnTo>
                  <a:lnTo>
                    <a:pt x="37755" y="1487"/>
                  </a:lnTo>
                  <a:lnTo>
                    <a:pt x="37244" y="1507"/>
                  </a:lnTo>
                  <a:lnTo>
                    <a:pt x="36673" y="1520"/>
                  </a:lnTo>
                  <a:lnTo>
                    <a:pt x="36133" y="1527"/>
                  </a:lnTo>
                  <a:lnTo>
                    <a:pt x="21626" y="1527"/>
                  </a:lnTo>
                  <a:lnTo>
                    <a:pt x="20815" y="1507"/>
                  </a:lnTo>
                  <a:lnTo>
                    <a:pt x="20034" y="1474"/>
                  </a:lnTo>
                  <a:lnTo>
                    <a:pt x="19644" y="1454"/>
                  </a:lnTo>
                  <a:lnTo>
                    <a:pt x="19283" y="1428"/>
                  </a:lnTo>
                  <a:lnTo>
                    <a:pt x="18923" y="1401"/>
                  </a:lnTo>
                  <a:lnTo>
                    <a:pt x="18562" y="1368"/>
                  </a:lnTo>
                  <a:lnTo>
                    <a:pt x="18232" y="1335"/>
                  </a:lnTo>
                  <a:lnTo>
                    <a:pt x="17902" y="1295"/>
                  </a:lnTo>
                  <a:lnTo>
                    <a:pt x="17601" y="1249"/>
                  </a:lnTo>
                  <a:lnTo>
                    <a:pt x="17331" y="1203"/>
                  </a:lnTo>
                  <a:lnTo>
                    <a:pt x="17061" y="1150"/>
                  </a:lnTo>
                  <a:lnTo>
                    <a:pt x="16820" y="1097"/>
                  </a:lnTo>
                  <a:lnTo>
                    <a:pt x="16430" y="978"/>
                  </a:lnTo>
                  <a:lnTo>
                    <a:pt x="16040" y="859"/>
                  </a:lnTo>
                  <a:lnTo>
                    <a:pt x="15709" y="727"/>
                  </a:lnTo>
                  <a:lnTo>
                    <a:pt x="15409" y="595"/>
                  </a:lnTo>
                  <a:lnTo>
                    <a:pt x="15138" y="450"/>
                  </a:lnTo>
                  <a:lnTo>
                    <a:pt x="14928" y="305"/>
                  </a:lnTo>
                  <a:lnTo>
                    <a:pt x="14748" y="153"/>
                  </a:lnTo>
                  <a:lnTo>
                    <a:pt x="1462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55"/>
            <p:cNvSpPr/>
            <p:nvPr/>
          </p:nvSpPr>
          <p:spPr>
            <a:xfrm rot="10800000">
              <a:off x="4982728" y="962387"/>
              <a:ext cx="4153766" cy="1360353"/>
            </a:xfrm>
            <a:custGeom>
              <a:avLst/>
              <a:gdLst/>
              <a:ahLst/>
              <a:cxnLst/>
              <a:rect l="l" t="t" r="r" b="b"/>
              <a:pathLst>
                <a:path w="43702" h="3185" fill="none" extrusionOk="0">
                  <a:moveTo>
                    <a:pt x="37755" y="1487"/>
                  </a:moveTo>
                  <a:lnTo>
                    <a:pt x="37755" y="1487"/>
                  </a:lnTo>
                  <a:lnTo>
                    <a:pt x="37244" y="1507"/>
                  </a:lnTo>
                  <a:lnTo>
                    <a:pt x="36673" y="1520"/>
                  </a:lnTo>
                  <a:lnTo>
                    <a:pt x="36133" y="1527"/>
                  </a:lnTo>
                  <a:lnTo>
                    <a:pt x="35592" y="1527"/>
                  </a:lnTo>
                  <a:lnTo>
                    <a:pt x="22437" y="1527"/>
                  </a:lnTo>
                  <a:lnTo>
                    <a:pt x="22437" y="1527"/>
                  </a:lnTo>
                  <a:lnTo>
                    <a:pt x="21626" y="1527"/>
                  </a:lnTo>
                  <a:lnTo>
                    <a:pt x="20815" y="1507"/>
                  </a:lnTo>
                  <a:lnTo>
                    <a:pt x="20034" y="1474"/>
                  </a:lnTo>
                  <a:lnTo>
                    <a:pt x="19644" y="1454"/>
                  </a:lnTo>
                  <a:lnTo>
                    <a:pt x="19283" y="1428"/>
                  </a:lnTo>
                  <a:lnTo>
                    <a:pt x="18923" y="1401"/>
                  </a:lnTo>
                  <a:lnTo>
                    <a:pt x="18562" y="1368"/>
                  </a:lnTo>
                  <a:lnTo>
                    <a:pt x="18232" y="1335"/>
                  </a:lnTo>
                  <a:lnTo>
                    <a:pt x="17902" y="1295"/>
                  </a:lnTo>
                  <a:lnTo>
                    <a:pt x="17601" y="1249"/>
                  </a:lnTo>
                  <a:lnTo>
                    <a:pt x="17331" y="1203"/>
                  </a:lnTo>
                  <a:lnTo>
                    <a:pt x="17061" y="1150"/>
                  </a:lnTo>
                  <a:lnTo>
                    <a:pt x="16820" y="1097"/>
                  </a:lnTo>
                  <a:lnTo>
                    <a:pt x="16820" y="1097"/>
                  </a:lnTo>
                  <a:lnTo>
                    <a:pt x="16430" y="978"/>
                  </a:lnTo>
                  <a:lnTo>
                    <a:pt x="16040" y="859"/>
                  </a:lnTo>
                  <a:lnTo>
                    <a:pt x="15709" y="727"/>
                  </a:lnTo>
                  <a:lnTo>
                    <a:pt x="15409" y="595"/>
                  </a:lnTo>
                  <a:lnTo>
                    <a:pt x="15138" y="450"/>
                  </a:lnTo>
                  <a:lnTo>
                    <a:pt x="14928" y="305"/>
                  </a:lnTo>
                  <a:lnTo>
                    <a:pt x="14748" y="153"/>
                  </a:lnTo>
                  <a:lnTo>
                    <a:pt x="14628" y="1"/>
                  </a:lnTo>
                  <a:lnTo>
                    <a:pt x="7810" y="1"/>
                  </a:lnTo>
                  <a:lnTo>
                    <a:pt x="6038" y="1"/>
                  </a:lnTo>
                  <a:lnTo>
                    <a:pt x="6038" y="1"/>
                  </a:lnTo>
                  <a:lnTo>
                    <a:pt x="5347" y="27"/>
                  </a:lnTo>
                  <a:lnTo>
                    <a:pt x="4656" y="67"/>
                  </a:lnTo>
                  <a:lnTo>
                    <a:pt x="4326" y="87"/>
                  </a:lnTo>
                  <a:lnTo>
                    <a:pt x="3996" y="113"/>
                  </a:lnTo>
                  <a:lnTo>
                    <a:pt x="3665" y="146"/>
                  </a:lnTo>
                  <a:lnTo>
                    <a:pt x="3365" y="186"/>
                  </a:lnTo>
                  <a:lnTo>
                    <a:pt x="3095" y="225"/>
                  </a:lnTo>
                  <a:lnTo>
                    <a:pt x="2794" y="265"/>
                  </a:lnTo>
                  <a:lnTo>
                    <a:pt x="2524" y="311"/>
                  </a:lnTo>
                  <a:lnTo>
                    <a:pt x="2284" y="364"/>
                  </a:lnTo>
                  <a:lnTo>
                    <a:pt x="2043" y="417"/>
                  </a:lnTo>
                  <a:lnTo>
                    <a:pt x="1833" y="476"/>
                  </a:lnTo>
                  <a:lnTo>
                    <a:pt x="1623" y="542"/>
                  </a:lnTo>
                  <a:lnTo>
                    <a:pt x="1443" y="608"/>
                  </a:lnTo>
                  <a:lnTo>
                    <a:pt x="1443" y="608"/>
                  </a:lnTo>
                  <a:lnTo>
                    <a:pt x="1052" y="774"/>
                  </a:lnTo>
                  <a:lnTo>
                    <a:pt x="722" y="945"/>
                  </a:lnTo>
                  <a:lnTo>
                    <a:pt x="452" y="1110"/>
                  </a:lnTo>
                  <a:lnTo>
                    <a:pt x="241" y="1269"/>
                  </a:lnTo>
                  <a:lnTo>
                    <a:pt x="91" y="1428"/>
                  </a:lnTo>
                  <a:lnTo>
                    <a:pt x="31" y="1579"/>
                  </a:lnTo>
                  <a:lnTo>
                    <a:pt x="1" y="1731"/>
                  </a:lnTo>
                  <a:lnTo>
                    <a:pt x="31" y="1870"/>
                  </a:lnTo>
                  <a:lnTo>
                    <a:pt x="121" y="2015"/>
                  </a:lnTo>
                  <a:lnTo>
                    <a:pt x="271" y="2148"/>
                  </a:lnTo>
                  <a:lnTo>
                    <a:pt x="482" y="2280"/>
                  </a:lnTo>
                  <a:lnTo>
                    <a:pt x="752" y="2399"/>
                  </a:lnTo>
                  <a:lnTo>
                    <a:pt x="1052" y="2517"/>
                  </a:lnTo>
                  <a:lnTo>
                    <a:pt x="1413" y="2630"/>
                  </a:lnTo>
                  <a:lnTo>
                    <a:pt x="1803" y="2735"/>
                  </a:lnTo>
                  <a:lnTo>
                    <a:pt x="2254" y="2834"/>
                  </a:lnTo>
                  <a:lnTo>
                    <a:pt x="2254" y="2834"/>
                  </a:lnTo>
                  <a:lnTo>
                    <a:pt x="2464" y="2874"/>
                  </a:lnTo>
                  <a:lnTo>
                    <a:pt x="2704" y="2907"/>
                  </a:lnTo>
                  <a:lnTo>
                    <a:pt x="2974" y="2947"/>
                  </a:lnTo>
                  <a:lnTo>
                    <a:pt x="3275" y="2980"/>
                  </a:lnTo>
                  <a:lnTo>
                    <a:pt x="3936" y="3039"/>
                  </a:lnTo>
                  <a:lnTo>
                    <a:pt x="4656" y="3092"/>
                  </a:lnTo>
                  <a:lnTo>
                    <a:pt x="5467" y="3132"/>
                  </a:lnTo>
                  <a:lnTo>
                    <a:pt x="6278" y="3158"/>
                  </a:lnTo>
                  <a:lnTo>
                    <a:pt x="7149" y="3178"/>
                  </a:lnTo>
                  <a:lnTo>
                    <a:pt x="8020" y="3185"/>
                  </a:lnTo>
                  <a:lnTo>
                    <a:pt x="35953" y="3185"/>
                  </a:lnTo>
                  <a:lnTo>
                    <a:pt x="35953" y="3185"/>
                  </a:lnTo>
                  <a:lnTo>
                    <a:pt x="36733" y="3185"/>
                  </a:lnTo>
                  <a:lnTo>
                    <a:pt x="37544" y="3165"/>
                  </a:lnTo>
                  <a:lnTo>
                    <a:pt x="38325" y="3138"/>
                  </a:lnTo>
                  <a:lnTo>
                    <a:pt x="39076" y="3092"/>
                  </a:lnTo>
                  <a:lnTo>
                    <a:pt x="39437" y="3066"/>
                  </a:lnTo>
                  <a:lnTo>
                    <a:pt x="39767" y="3033"/>
                  </a:lnTo>
                  <a:lnTo>
                    <a:pt x="40097" y="3000"/>
                  </a:lnTo>
                  <a:lnTo>
                    <a:pt x="40398" y="2960"/>
                  </a:lnTo>
                  <a:lnTo>
                    <a:pt x="40698" y="2920"/>
                  </a:lnTo>
                  <a:lnTo>
                    <a:pt x="40998" y="2874"/>
                  </a:lnTo>
                  <a:lnTo>
                    <a:pt x="41239" y="2821"/>
                  </a:lnTo>
                  <a:lnTo>
                    <a:pt x="41479" y="2768"/>
                  </a:lnTo>
                  <a:lnTo>
                    <a:pt x="41479" y="2768"/>
                  </a:lnTo>
                  <a:lnTo>
                    <a:pt x="41959" y="2630"/>
                  </a:lnTo>
                  <a:lnTo>
                    <a:pt x="42380" y="2484"/>
                  </a:lnTo>
                  <a:lnTo>
                    <a:pt x="42770" y="2332"/>
                  </a:lnTo>
                  <a:lnTo>
                    <a:pt x="43101" y="2167"/>
                  </a:lnTo>
                  <a:lnTo>
                    <a:pt x="43341" y="1996"/>
                  </a:lnTo>
                  <a:lnTo>
                    <a:pt x="43551" y="1817"/>
                  </a:lnTo>
                  <a:lnTo>
                    <a:pt x="43611" y="1731"/>
                  </a:lnTo>
                  <a:lnTo>
                    <a:pt x="43671" y="1645"/>
                  </a:lnTo>
                  <a:lnTo>
                    <a:pt x="43701" y="1553"/>
                  </a:lnTo>
                  <a:lnTo>
                    <a:pt x="43701" y="1467"/>
                  </a:lnTo>
                  <a:lnTo>
                    <a:pt x="43701" y="1467"/>
                  </a:lnTo>
                  <a:lnTo>
                    <a:pt x="43131" y="1507"/>
                  </a:lnTo>
                  <a:lnTo>
                    <a:pt x="42530" y="1533"/>
                  </a:lnTo>
                  <a:lnTo>
                    <a:pt x="41959" y="1560"/>
                  </a:lnTo>
                  <a:lnTo>
                    <a:pt x="41389" y="1573"/>
                  </a:lnTo>
                  <a:lnTo>
                    <a:pt x="41389" y="1573"/>
                  </a:lnTo>
                  <a:lnTo>
                    <a:pt x="40998" y="1579"/>
                  </a:lnTo>
                  <a:lnTo>
                    <a:pt x="40608" y="1579"/>
                  </a:lnTo>
                  <a:lnTo>
                    <a:pt x="40157" y="1579"/>
                  </a:lnTo>
                  <a:lnTo>
                    <a:pt x="39707" y="1573"/>
                  </a:lnTo>
                  <a:lnTo>
                    <a:pt x="39256" y="1566"/>
                  </a:lnTo>
                  <a:lnTo>
                    <a:pt x="38746" y="1546"/>
                  </a:lnTo>
                  <a:lnTo>
                    <a:pt x="38265" y="1520"/>
                  </a:lnTo>
                  <a:lnTo>
                    <a:pt x="37755" y="148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55"/>
            <p:cNvSpPr/>
            <p:nvPr/>
          </p:nvSpPr>
          <p:spPr>
            <a:xfrm rot="10800000">
              <a:off x="4982728" y="962387"/>
              <a:ext cx="4153766" cy="1360353"/>
            </a:xfrm>
            <a:custGeom>
              <a:avLst/>
              <a:gdLst/>
              <a:ahLst/>
              <a:cxnLst/>
              <a:rect l="l" t="t" r="r" b="b"/>
              <a:pathLst>
                <a:path w="43702" h="3185" extrusionOk="0">
                  <a:moveTo>
                    <a:pt x="6038" y="1"/>
                  </a:moveTo>
                  <a:lnTo>
                    <a:pt x="5347" y="27"/>
                  </a:lnTo>
                  <a:lnTo>
                    <a:pt x="4656" y="67"/>
                  </a:lnTo>
                  <a:lnTo>
                    <a:pt x="4326" y="87"/>
                  </a:lnTo>
                  <a:lnTo>
                    <a:pt x="3996" y="113"/>
                  </a:lnTo>
                  <a:lnTo>
                    <a:pt x="3665" y="146"/>
                  </a:lnTo>
                  <a:lnTo>
                    <a:pt x="3365" y="186"/>
                  </a:lnTo>
                  <a:lnTo>
                    <a:pt x="3095" y="225"/>
                  </a:lnTo>
                  <a:lnTo>
                    <a:pt x="2794" y="265"/>
                  </a:lnTo>
                  <a:lnTo>
                    <a:pt x="2524" y="311"/>
                  </a:lnTo>
                  <a:lnTo>
                    <a:pt x="2284" y="364"/>
                  </a:lnTo>
                  <a:lnTo>
                    <a:pt x="2043" y="417"/>
                  </a:lnTo>
                  <a:lnTo>
                    <a:pt x="1833" y="476"/>
                  </a:lnTo>
                  <a:lnTo>
                    <a:pt x="1623" y="542"/>
                  </a:lnTo>
                  <a:lnTo>
                    <a:pt x="1443" y="608"/>
                  </a:lnTo>
                  <a:lnTo>
                    <a:pt x="1082" y="754"/>
                  </a:lnTo>
                  <a:lnTo>
                    <a:pt x="812" y="899"/>
                  </a:lnTo>
                  <a:lnTo>
                    <a:pt x="542" y="1038"/>
                  </a:lnTo>
                  <a:lnTo>
                    <a:pt x="361" y="1177"/>
                  </a:lnTo>
                  <a:lnTo>
                    <a:pt x="181" y="1315"/>
                  </a:lnTo>
                  <a:lnTo>
                    <a:pt x="91" y="1447"/>
                  </a:lnTo>
                  <a:lnTo>
                    <a:pt x="31" y="1579"/>
                  </a:lnTo>
                  <a:lnTo>
                    <a:pt x="1" y="1705"/>
                  </a:lnTo>
                  <a:lnTo>
                    <a:pt x="1" y="1791"/>
                  </a:lnTo>
                  <a:lnTo>
                    <a:pt x="31" y="1870"/>
                  </a:lnTo>
                  <a:lnTo>
                    <a:pt x="91" y="1949"/>
                  </a:lnTo>
                  <a:lnTo>
                    <a:pt x="151" y="2029"/>
                  </a:lnTo>
                  <a:lnTo>
                    <a:pt x="241" y="2108"/>
                  </a:lnTo>
                  <a:lnTo>
                    <a:pt x="331" y="2187"/>
                  </a:lnTo>
                  <a:lnTo>
                    <a:pt x="452" y="2260"/>
                  </a:lnTo>
                  <a:lnTo>
                    <a:pt x="572" y="2332"/>
                  </a:lnTo>
                  <a:lnTo>
                    <a:pt x="722" y="2399"/>
                  </a:lnTo>
                  <a:lnTo>
                    <a:pt x="902" y="2471"/>
                  </a:lnTo>
                  <a:lnTo>
                    <a:pt x="1082" y="2537"/>
                  </a:lnTo>
                  <a:lnTo>
                    <a:pt x="1292" y="2597"/>
                  </a:lnTo>
                  <a:lnTo>
                    <a:pt x="1503" y="2663"/>
                  </a:lnTo>
                  <a:lnTo>
                    <a:pt x="1743" y="2722"/>
                  </a:lnTo>
                  <a:lnTo>
                    <a:pt x="2254" y="2834"/>
                  </a:lnTo>
                  <a:lnTo>
                    <a:pt x="2464" y="2874"/>
                  </a:lnTo>
                  <a:lnTo>
                    <a:pt x="2704" y="2907"/>
                  </a:lnTo>
                  <a:lnTo>
                    <a:pt x="2974" y="2947"/>
                  </a:lnTo>
                  <a:lnTo>
                    <a:pt x="3275" y="2980"/>
                  </a:lnTo>
                  <a:lnTo>
                    <a:pt x="3936" y="3039"/>
                  </a:lnTo>
                  <a:lnTo>
                    <a:pt x="4656" y="3092"/>
                  </a:lnTo>
                  <a:lnTo>
                    <a:pt x="5467" y="3132"/>
                  </a:lnTo>
                  <a:lnTo>
                    <a:pt x="6278" y="3158"/>
                  </a:lnTo>
                  <a:lnTo>
                    <a:pt x="7149" y="3178"/>
                  </a:lnTo>
                  <a:lnTo>
                    <a:pt x="8020" y="3185"/>
                  </a:lnTo>
                  <a:lnTo>
                    <a:pt x="36733" y="3185"/>
                  </a:lnTo>
                  <a:lnTo>
                    <a:pt x="37544" y="3165"/>
                  </a:lnTo>
                  <a:lnTo>
                    <a:pt x="38325" y="3138"/>
                  </a:lnTo>
                  <a:lnTo>
                    <a:pt x="39076" y="3092"/>
                  </a:lnTo>
                  <a:lnTo>
                    <a:pt x="39437" y="3066"/>
                  </a:lnTo>
                  <a:lnTo>
                    <a:pt x="39767" y="3033"/>
                  </a:lnTo>
                  <a:lnTo>
                    <a:pt x="40097" y="3000"/>
                  </a:lnTo>
                  <a:lnTo>
                    <a:pt x="40398" y="2960"/>
                  </a:lnTo>
                  <a:lnTo>
                    <a:pt x="40698" y="2920"/>
                  </a:lnTo>
                  <a:lnTo>
                    <a:pt x="40998" y="2874"/>
                  </a:lnTo>
                  <a:lnTo>
                    <a:pt x="41239" y="2821"/>
                  </a:lnTo>
                  <a:lnTo>
                    <a:pt x="41479" y="2768"/>
                  </a:lnTo>
                  <a:lnTo>
                    <a:pt x="41959" y="2630"/>
                  </a:lnTo>
                  <a:lnTo>
                    <a:pt x="42380" y="2484"/>
                  </a:lnTo>
                  <a:lnTo>
                    <a:pt x="42770" y="2332"/>
                  </a:lnTo>
                  <a:lnTo>
                    <a:pt x="43101" y="2167"/>
                  </a:lnTo>
                  <a:lnTo>
                    <a:pt x="43341" y="1996"/>
                  </a:lnTo>
                  <a:lnTo>
                    <a:pt x="43551" y="1817"/>
                  </a:lnTo>
                  <a:lnTo>
                    <a:pt x="43611" y="1731"/>
                  </a:lnTo>
                  <a:lnTo>
                    <a:pt x="43671" y="1645"/>
                  </a:lnTo>
                  <a:lnTo>
                    <a:pt x="43701" y="1553"/>
                  </a:lnTo>
                  <a:lnTo>
                    <a:pt x="43701" y="1467"/>
                  </a:lnTo>
                  <a:lnTo>
                    <a:pt x="43131" y="1507"/>
                  </a:lnTo>
                  <a:lnTo>
                    <a:pt x="42530" y="1533"/>
                  </a:lnTo>
                  <a:lnTo>
                    <a:pt x="41959" y="1560"/>
                  </a:lnTo>
                  <a:lnTo>
                    <a:pt x="41389" y="1573"/>
                  </a:lnTo>
                  <a:lnTo>
                    <a:pt x="40968" y="1579"/>
                  </a:lnTo>
                  <a:lnTo>
                    <a:pt x="39857" y="1579"/>
                  </a:lnTo>
                  <a:lnTo>
                    <a:pt x="39196" y="1560"/>
                  </a:lnTo>
                  <a:lnTo>
                    <a:pt x="38475" y="1533"/>
                  </a:lnTo>
                  <a:lnTo>
                    <a:pt x="37755" y="1487"/>
                  </a:lnTo>
                  <a:lnTo>
                    <a:pt x="37244" y="1507"/>
                  </a:lnTo>
                  <a:lnTo>
                    <a:pt x="36673" y="1520"/>
                  </a:lnTo>
                  <a:lnTo>
                    <a:pt x="36133" y="1527"/>
                  </a:lnTo>
                  <a:lnTo>
                    <a:pt x="21626" y="1527"/>
                  </a:lnTo>
                  <a:lnTo>
                    <a:pt x="20815" y="1507"/>
                  </a:lnTo>
                  <a:lnTo>
                    <a:pt x="20034" y="1474"/>
                  </a:lnTo>
                  <a:lnTo>
                    <a:pt x="19644" y="1454"/>
                  </a:lnTo>
                  <a:lnTo>
                    <a:pt x="19283" y="1428"/>
                  </a:lnTo>
                  <a:lnTo>
                    <a:pt x="18923" y="1401"/>
                  </a:lnTo>
                  <a:lnTo>
                    <a:pt x="18562" y="1368"/>
                  </a:lnTo>
                  <a:lnTo>
                    <a:pt x="18232" y="1335"/>
                  </a:lnTo>
                  <a:lnTo>
                    <a:pt x="17902" y="1295"/>
                  </a:lnTo>
                  <a:lnTo>
                    <a:pt x="17601" y="1249"/>
                  </a:lnTo>
                  <a:lnTo>
                    <a:pt x="17331" y="1203"/>
                  </a:lnTo>
                  <a:lnTo>
                    <a:pt x="17061" y="1150"/>
                  </a:lnTo>
                  <a:lnTo>
                    <a:pt x="16820" y="1097"/>
                  </a:lnTo>
                  <a:lnTo>
                    <a:pt x="16430" y="978"/>
                  </a:lnTo>
                  <a:lnTo>
                    <a:pt x="16040" y="859"/>
                  </a:lnTo>
                  <a:lnTo>
                    <a:pt x="15709" y="727"/>
                  </a:lnTo>
                  <a:lnTo>
                    <a:pt x="15409" y="595"/>
                  </a:lnTo>
                  <a:lnTo>
                    <a:pt x="15138" y="450"/>
                  </a:lnTo>
                  <a:lnTo>
                    <a:pt x="14928" y="305"/>
                  </a:lnTo>
                  <a:lnTo>
                    <a:pt x="14748" y="153"/>
                  </a:lnTo>
                  <a:lnTo>
                    <a:pt x="14628" y="1"/>
                  </a:lnTo>
                  <a:close/>
                </a:path>
              </a:pathLst>
            </a:custGeom>
            <a:solidFill>
              <a:srgbClr val="7091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55"/>
            <p:cNvSpPr/>
            <p:nvPr/>
          </p:nvSpPr>
          <p:spPr>
            <a:xfrm rot="10800000">
              <a:off x="4982728" y="962387"/>
              <a:ext cx="4153766" cy="1360353"/>
            </a:xfrm>
            <a:custGeom>
              <a:avLst/>
              <a:gdLst/>
              <a:ahLst/>
              <a:cxnLst/>
              <a:rect l="l" t="t" r="r" b="b"/>
              <a:pathLst>
                <a:path w="43702" h="3185" fill="none" extrusionOk="0">
                  <a:moveTo>
                    <a:pt x="8020" y="3185"/>
                  </a:moveTo>
                  <a:lnTo>
                    <a:pt x="35953" y="3185"/>
                  </a:lnTo>
                  <a:lnTo>
                    <a:pt x="35953" y="3185"/>
                  </a:lnTo>
                  <a:lnTo>
                    <a:pt x="36733" y="3185"/>
                  </a:lnTo>
                  <a:lnTo>
                    <a:pt x="37544" y="3165"/>
                  </a:lnTo>
                  <a:lnTo>
                    <a:pt x="38325" y="3138"/>
                  </a:lnTo>
                  <a:lnTo>
                    <a:pt x="39076" y="3092"/>
                  </a:lnTo>
                  <a:lnTo>
                    <a:pt x="39437" y="3066"/>
                  </a:lnTo>
                  <a:lnTo>
                    <a:pt x="39767" y="3033"/>
                  </a:lnTo>
                  <a:lnTo>
                    <a:pt x="40097" y="3000"/>
                  </a:lnTo>
                  <a:lnTo>
                    <a:pt x="40398" y="2960"/>
                  </a:lnTo>
                  <a:lnTo>
                    <a:pt x="40698" y="2920"/>
                  </a:lnTo>
                  <a:lnTo>
                    <a:pt x="40998" y="2874"/>
                  </a:lnTo>
                  <a:lnTo>
                    <a:pt x="41239" y="2821"/>
                  </a:lnTo>
                  <a:lnTo>
                    <a:pt x="41479" y="2768"/>
                  </a:lnTo>
                  <a:lnTo>
                    <a:pt x="41479" y="2768"/>
                  </a:lnTo>
                  <a:lnTo>
                    <a:pt x="41959" y="2630"/>
                  </a:lnTo>
                  <a:lnTo>
                    <a:pt x="42380" y="2484"/>
                  </a:lnTo>
                  <a:lnTo>
                    <a:pt x="42770" y="2332"/>
                  </a:lnTo>
                  <a:lnTo>
                    <a:pt x="43101" y="2167"/>
                  </a:lnTo>
                  <a:lnTo>
                    <a:pt x="43341" y="1996"/>
                  </a:lnTo>
                  <a:lnTo>
                    <a:pt x="43551" y="1817"/>
                  </a:lnTo>
                  <a:lnTo>
                    <a:pt x="43611" y="1731"/>
                  </a:lnTo>
                  <a:lnTo>
                    <a:pt x="43671" y="1645"/>
                  </a:lnTo>
                  <a:lnTo>
                    <a:pt x="43701" y="1553"/>
                  </a:lnTo>
                  <a:lnTo>
                    <a:pt x="43701" y="1467"/>
                  </a:lnTo>
                  <a:lnTo>
                    <a:pt x="43701" y="1467"/>
                  </a:lnTo>
                  <a:lnTo>
                    <a:pt x="43131" y="1507"/>
                  </a:lnTo>
                  <a:lnTo>
                    <a:pt x="42530" y="1533"/>
                  </a:lnTo>
                  <a:lnTo>
                    <a:pt x="41959" y="1560"/>
                  </a:lnTo>
                  <a:lnTo>
                    <a:pt x="41389" y="1573"/>
                  </a:lnTo>
                  <a:lnTo>
                    <a:pt x="41389" y="1573"/>
                  </a:lnTo>
                  <a:lnTo>
                    <a:pt x="40968" y="1579"/>
                  </a:lnTo>
                  <a:lnTo>
                    <a:pt x="40518" y="1579"/>
                  </a:lnTo>
                  <a:lnTo>
                    <a:pt x="40518" y="1579"/>
                  </a:lnTo>
                  <a:lnTo>
                    <a:pt x="40518" y="1579"/>
                  </a:lnTo>
                  <a:lnTo>
                    <a:pt x="40518" y="1579"/>
                  </a:lnTo>
                  <a:lnTo>
                    <a:pt x="40518" y="1579"/>
                  </a:lnTo>
                  <a:lnTo>
                    <a:pt x="40518" y="1579"/>
                  </a:lnTo>
                  <a:lnTo>
                    <a:pt x="40518" y="1579"/>
                  </a:lnTo>
                  <a:lnTo>
                    <a:pt x="40518" y="1579"/>
                  </a:lnTo>
                  <a:lnTo>
                    <a:pt x="39857" y="1579"/>
                  </a:lnTo>
                  <a:lnTo>
                    <a:pt x="39196" y="1560"/>
                  </a:lnTo>
                  <a:lnTo>
                    <a:pt x="38475" y="1533"/>
                  </a:lnTo>
                  <a:lnTo>
                    <a:pt x="37755" y="1487"/>
                  </a:lnTo>
                  <a:lnTo>
                    <a:pt x="37755" y="1487"/>
                  </a:lnTo>
                  <a:lnTo>
                    <a:pt x="37755" y="1487"/>
                  </a:lnTo>
                  <a:lnTo>
                    <a:pt x="37755" y="1487"/>
                  </a:lnTo>
                  <a:lnTo>
                    <a:pt x="37755" y="1487"/>
                  </a:lnTo>
                  <a:lnTo>
                    <a:pt x="37755" y="1487"/>
                  </a:lnTo>
                  <a:lnTo>
                    <a:pt x="37755" y="1487"/>
                  </a:lnTo>
                  <a:lnTo>
                    <a:pt x="37755" y="1487"/>
                  </a:lnTo>
                  <a:lnTo>
                    <a:pt x="37755" y="1487"/>
                  </a:lnTo>
                  <a:lnTo>
                    <a:pt x="37755" y="1487"/>
                  </a:lnTo>
                  <a:lnTo>
                    <a:pt x="37755" y="1487"/>
                  </a:lnTo>
                  <a:lnTo>
                    <a:pt x="37244" y="1507"/>
                  </a:lnTo>
                  <a:lnTo>
                    <a:pt x="36673" y="1520"/>
                  </a:lnTo>
                  <a:lnTo>
                    <a:pt x="36133" y="1527"/>
                  </a:lnTo>
                  <a:lnTo>
                    <a:pt x="35592" y="1527"/>
                  </a:lnTo>
                  <a:lnTo>
                    <a:pt x="22437" y="1527"/>
                  </a:lnTo>
                  <a:lnTo>
                    <a:pt x="22437" y="1527"/>
                  </a:lnTo>
                  <a:lnTo>
                    <a:pt x="21626" y="1527"/>
                  </a:lnTo>
                  <a:lnTo>
                    <a:pt x="20815" y="1507"/>
                  </a:lnTo>
                  <a:lnTo>
                    <a:pt x="20034" y="1474"/>
                  </a:lnTo>
                  <a:lnTo>
                    <a:pt x="19644" y="1454"/>
                  </a:lnTo>
                  <a:lnTo>
                    <a:pt x="19283" y="1428"/>
                  </a:lnTo>
                  <a:lnTo>
                    <a:pt x="18923" y="1401"/>
                  </a:lnTo>
                  <a:lnTo>
                    <a:pt x="18562" y="1368"/>
                  </a:lnTo>
                  <a:lnTo>
                    <a:pt x="18232" y="1335"/>
                  </a:lnTo>
                  <a:lnTo>
                    <a:pt x="17902" y="1295"/>
                  </a:lnTo>
                  <a:lnTo>
                    <a:pt x="17601" y="1249"/>
                  </a:lnTo>
                  <a:lnTo>
                    <a:pt x="17331" y="1203"/>
                  </a:lnTo>
                  <a:lnTo>
                    <a:pt x="17061" y="1150"/>
                  </a:lnTo>
                  <a:lnTo>
                    <a:pt x="16820" y="1097"/>
                  </a:lnTo>
                  <a:lnTo>
                    <a:pt x="16820" y="1097"/>
                  </a:lnTo>
                  <a:lnTo>
                    <a:pt x="16430" y="978"/>
                  </a:lnTo>
                  <a:lnTo>
                    <a:pt x="16040" y="859"/>
                  </a:lnTo>
                  <a:lnTo>
                    <a:pt x="15709" y="727"/>
                  </a:lnTo>
                  <a:lnTo>
                    <a:pt x="15409" y="595"/>
                  </a:lnTo>
                  <a:lnTo>
                    <a:pt x="15138" y="450"/>
                  </a:lnTo>
                  <a:lnTo>
                    <a:pt x="14928" y="305"/>
                  </a:lnTo>
                  <a:lnTo>
                    <a:pt x="14748" y="153"/>
                  </a:lnTo>
                  <a:lnTo>
                    <a:pt x="14628" y="1"/>
                  </a:lnTo>
                  <a:lnTo>
                    <a:pt x="14628" y="1"/>
                  </a:lnTo>
                  <a:lnTo>
                    <a:pt x="14628" y="1"/>
                  </a:lnTo>
                  <a:lnTo>
                    <a:pt x="14628" y="1"/>
                  </a:lnTo>
                  <a:lnTo>
                    <a:pt x="7810" y="1"/>
                  </a:lnTo>
                  <a:lnTo>
                    <a:pt x="7810" y="1"/>
                  </a:lnTo>
                  <a:lnTo>
                    <a:pt x="7810" y="1"/>
                  </a:lnTo>
                  <a:lnTo>
                    <a:pt x="7810" y="1"/>
                  </a:lnTo>
                  <a:lnTo>
                    <a:pt x="7810" y="1"/>
                  </a:lnTo>
                  <a:lnTo>
                    <a:pt x="6038" y="1"/>
                  </a:lnTo>
                  <a:lnTo>
                    <a:pt x="6038" y="1"/>
                  </a:lnTo>
                  <a:lnTo>
                    <a:pt x="6038" y="1"/>
                  </a:lnTo>
                  <a:lnTo>
                    <a:pt x="6038" y="1"/>
                  </a:lnTo>
                  <a:lnTo>
                    <a:pt x="6038" y="1"/>
                  </a:lnTo>
                  <a:lnTo>
                    <a:pt x="6038" y="1"/>
                  </a:lnTo>
                  <a:lnTo>
                    <a:pt x="6038" y="1"/>
                  </a:lnTo>
                  <a:lnTo>
                    <a:pt x="6038" y="1"/>
                  </a:lnTo>
                  <a:lnTo>
                    <a:pt x="6038" y="1"/>
                  </a:lnTo>
                  <a:lnTo>
                    <a:pt x="5347" y="27"/>
                  </a:lnTo>
                  <a:lnTo>
                    <a:pt x="4656" y="67"/>
                  </a:lnTo>
                  <a:lnTo>
                    <a:pt x="4326" y="87"/>
                  </a:lnTo>
                  <a:lnTo>
                    <a:pt x="3996" y="113"/>
                  </a:lnTo>
                  <a:lnTo>
                    <a:pt x="3665" y="146"/>
                  </a:lnTo>
                  <a:lnTo>
                    <a:pt x="3365" y="186"/>
                  </a:lnTo>
                  <a:lnTo>
                    <a:pt x="3095" y="225"/>
                  </a:lnTo>
                  <a:lnTo>
                    <a:pt x="2794" y="265"/>
                  </a:lnTo>
                  <a:lnTo>
                    <a:pt x="2524" y="311"/>
                  </a:lnTo>
                  <a:lnTo>
                    <a:pt x="2284" y="364"/>
                  </a:lnTo>
                  <a:lnTo>
                    <a:pt x="2043" y="417"/>
                  </a:lnTo>
                  <a:lnTo>
                    <a:pt x="1833" y="476"/>
                  </a:lnTo>
                  <a:lnTo>
                    <a:pt x="1623" y="542"/>
                  </a:lnTo>
                  <a:lnTo>
                    <a:pt x="1443" y="608"/>
                  </a:lnTo>
                  <a:lnTo>
                    <a:pt x="1443" y="608"/>
                  </a:lnTo>
                  <a:lnTo>
                    <a:pt x="1082" y="754"/>
                  </a:lnTo>
                  <a:lnTo>
                    <a:pt x="812" y="899"/>
                  </a:lnTo>
                  <a:lnTo>
                    <a:pt x="542" y="1038"/>
                  </a:lnTo>
                  <a:lnTo>
                    <a:pt x="361" y="1177"/>
                  </a:lnTo>
                  <a:lnTo>
                    <a:pt x="181" y="1315"/>
                  </a:lnTo>
                  <a:lnTo>
                    <a:pt x="91" y="1447"/>
                  </a:lnTo>
                  <a:lnTo>
                    <a:pt x="31" y="1579"/>
                  </a:lnTo>
                  <a:lnTo>
                    <a:pt x="1" y="1705"/>
                  </a:lnTo>
                  <a:lnTo>
                    <a:pt x="1" y="1705"/>
                  </a:lnTo>
                  <a:lnTo>
                    <a:pt x="1" y="1791"/>
                  </a:lnTo>
                  <a:lnTo>
                    <a:pt x="31" y="1870"/>
                  </a:lnTo>
                  <a:lnTo>
                    <a:pt x="91" y="1949"/>
                  </a:lnTo>
                  <a:lnTo>
                    <a:pt x="151" y="2029"/>
                  </a:lnTo>
                  <a:lnTo>
                    <a:pt x="241" y="2108"/>
                  </a:lnTo>
                  <a:lnTo>
                    <a:pt x="331" y="2187"/>
                  </a:lnTo>
                  <a:lnTo>
                    <a:pt x="452" y="2260"/>
                  </a:lnTo>
                  <a:lnTo>
                    <a:pt x="572" y="2332"/>
                  </a:lnTo>
                  <a:lnTo>
                    <a:pt x="722" y="2399"/>
                  </a:lnTo>
                  <a:lnTo>
                    <a:pt x="902" y="2471"/>
                  </a:lnTo>
                  <a:lnTo>
                    <a:pt x="1082" y="2537"/>
                  </a:lnTo>
                  <a:lnTo>
                    <a:pt x="1292" y="2597"/>
                  </a:lnTo>
                  <a:lnTo>
                    <a:pt x="1503" y="2663"/>
                  </a:lnTo>
                  <a:lnTo>
                    <a:pt x="1743" y="2722"/>
                  </a:lnTo>
                  <a:lnTo>
                    <a:pt x="2254" y="2834"/>
                  </a:lnTo>
                  <a:lnTo>
                    <a:pt x="2254" y="2834"/>
                  </a:lnTo>
                  <a:lnTo>
                    <a:pt x="2464" y="2874"/>
                  </a:lnTo>
                  <a:lnTo>
                    <a:pt x="2704" y="2907"/>
                  </a:lnTo>
                  <a:lnTo>
                    <a:pt x="2974" y="2947"/>
                  </a:lnTo>
                  <a:lnTo>
                    <a:pt x="3275" y="2980"/>
                  </a:lnTo>
                  <a:lnTo>
                    <a:pt x="3936" y="3039"/>
                  </a:lnTo>
                  <a:lnTo>
                    <a:pt x="4656" y="3092"/>
                  </a:lnTo>
                  <a:lnTo>
                    <a:pt x="5467" y="3132"/>
                  </a:lnTo>
                  <a:lnTo>
                    <a:pt x="6278" y="3158"/>
                  </a:lnTo>
                  <a:lnTo>
                    <a:pt x="7149" y="3178"/>
                  </a:lnTo>
                  <a:lnTo>
                    <a:pt x="8020" y="318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55"/>
            <p:cNvSpPr/>
            <p:nvPr/>
          </p:nvSpPr>
          <p:spPr>
            <a:xfrm rot="10800000">
              <a:off x="6136015" y="2322310"/>
              <a:ext cx="4153766" cy="1362916"/>
            </a:xfrm>
            <a:custGeom>
              <a:avLst/>
              <a:gdLst/>
              <a:ahLst/>
              <a:cxnLst/>
              <a:rect l="l" t="t" r="r" b="b"/>
              <a:pathLst>
                <a:path w="43702" h="3191" extrusionOk="0">
                  <a:moveTo>
                    <a:pt x="6398" y="0"/>
                  </a:moveTo>
                  <a:lnTo>
                    <a:pt x="5918" y="14"/>
                  </a:lnTo>
                  <a:lnTo>
                    <a:pt x="5467" y="27"/>
                  </a:lnTo>
                  <a:lnTo>
                    <a:pt x="4987" y="47"/>
                  </a:lnTo>
                  <a:lnTo>
                    <a:pt x="4566" y="73"/>
                  </a:lnTo>
                  <a:lnTo>
                    <a:pt x="4116" y="113"/>
                  </a:lnTo>
                  <a:lnTo>
                    <a:pt x="3725" y="152"/>
                  </a:lnTo>
                  <a:lnTo>
                    <a:pt x="3305" y="199"/>
                  </a:lnTo>
                  <a:lnTo>
                    <a:pt x="2944" y="251"/>
                  </a:lnTo>
                  <a:lnTo>
                    <a:pt x="2584" y="311"/>
                  </a:lnTo>
                  <a:lnTo>
                    <a:pt x="2254" y="377"/>
                  </a:lnTo>
                  <a:lnTo>
                    <a:pt x="1953" y="450"/>
                  </a:lnTo>
                  <a:lnTo>
                    <a:pt x="1683" y="529"/>
                  </a:lnTo>
                  <a:lnTo>
                    <a:pt x="1443" y="615"/>
                  </a:lnTo>
                  <a:lnTo>
                    <a:pt x="1052" y="780"/>
                  </a:lnTo>
                  <a:lnTo>
                    <a:pt x="722" y="952"/>
                  </a:lnTo>
                  <a:lnTo>
                    <a:pt x="452" y="1117"/>
                  </a:lnTo>
                  <a:lnTo>
                    <a:pt x="241" y="1275"/>
                  </a:lnTo>
                  <a:lnTo>
                    <a:pt x="91" y="1434"/>
                  </a:lnTo>
                  <a:lnTo>
                    <a:pt x="1" y="1586"/>
                  </a:lnTo>
                  <a:lnTo>
                    <a:pt x="1" y="1731"/>
                  </a:lnTo>
                  <a:lnTo>
                    <a:pt x="31" y="1876"/>
                  </a:lnTo>
                  <a:lnTo>
                    <a:pt x="121" y="2022"/>
                  </a:lnTo>
                  <a:lnTo>
                    <a:pt x="271" y="2154"/>
                  </a:lnTo>
                  <a:lnTo>
                    <a:pt x="482" y="2286"/>
                  </a:lnTo>
                  <a:lnTo>
                    <a:pt x="722" y="2405"/>
                  </a:lnTo>
                  <a:lnTo>
                    <a:pt x="1052" y="2524"/>
                  </a:lnTo>
                  <a:lnTo>
                    <a:pt x="1413" y="2636"/>
                  </a:lnTo>
                  <a:lnTo>
                    <a:pt x="1803" y="2742"/>
                  </a:lnTo>
                  <a:lnTo>
                    <a:pt x="2254" y="2841"/>
                  </a:lnTo>
                  <a:lnTo>
                    <a:pt x="2464" y="2880"/>
                  </a:lnTo>
                  <a:lnTo>
                    <a:pt x="2704" y="2913"/>
                  </a:lnTo>
                  <a:lnTo>
                    <a:pt x="2974" y="2953"/>
                  </a:lnTo>
                  <a:lnTo>
                    <a:pt x="3275" y="2986"/>
                  </a:lnTo>
                  <a:lnTo>
                    <a:pt x="3936" y="3045"/>
                  </a:lnTo>
                  <a:lnTo>
                    <a:pt x="4656" y="3098"/>
                  </a:lnTo>
                  <a:lnTo>
                    <a:pt x="5467" y="3138"/>
                  </a:lnTo>
                  <a:lnTo>
                    <a:pt x="6278" y="3164"/>
                  </a:lnTo>
                  <a:lnTo>
                    <a:pt x="7149" y="3184"/>
                  </a:lnTo>
                  <a:lnTo>
                    <a:pt x="8020" y="3191"/>
                  </a:lnTo>
                  <a:lnTo>
                    <a:pt x="18172" y="3191"/>
                  </a:lnTo>
                  <a:lnTo>
                    <a:pt x="18622" y="3184"/>
                  </a:lnTo>
                  <a:lnTo>
                    <a:pt x="19493" y="3184"/>
                  </a:lnTo>
                  <a:lnTo>
                    <a:pt x="19944" y="3191"/>
                  </a:lnTo>
                  <a:lnTo>
                    <a:pt x="26762" y="3191"/>
                  </a:lnTo>
                  <a:lnTo>
                    <a:pt x="26702" y="3026"/>
                  </a:lnTo>
                  <a:lnTo>
                    <a:pt x="26702" y="2861"/>
                  </a:lnTo>
                  <a:lnTo>
                    <a:pt x="26732" y="2775"/>
                  </a:lnTo>
                  <a:lnTo>
                    <a:pt x="26792" y="2689"/>
                  </a:lnTo>
                  <a:lnTo>
                    <a:pt x="26852" y="2609"/>
                  </a:lnTo>
                  <a:lnTo>
                    <a:pt x="26942" y="2530"/>
                  </a:lnTo>
                  <a:lnTo>
                    <a:pt x="27062" y="2451"/>
                  </a:lnTo>
                  <a:lnTo>
                    <a:pt x="27182" y="2372"/>
                  </a:lnTo>
                  <a:lnTo>
                    <a:pt x="27333" y="2292"/>
                  </a:lnTo>
                  <a:lnTo>
                    <a:pt x="27513" y="2220"/>
                  </a:lnTo>
                  <a:lnTo>
                    <a:pt x="27693" y="2147"/>
                  </a:lnTo>
                  <a:lnTo>
                    <a:pt x="27903" y="2074"/>
                  </a:lnTo>
                  <a:lnTo>
                    <a:pt x="28143" y="2002"/>
                  </a:lnTo>
                  <a:lnTo>
                    <a:pt x="28414" y="1936"/>
                  </a:lnTo>
                  <a:lnTo>
                    <a:pt x="28654" y="1883"/>
                  </a:lnTo>
                  <a:lnTo>
                    <a:pt x="28924" y="1837"/>
                  </a:lnTo>
                  <a:lnTo>
                    <a:pt x="29255" y="1790"/>
                  </a:lnTo>
                  <a:lnTo>
                    <a:pt x="29585" y="1744"/>
                  </a:lnTo>
                  <a:lnTo>
                    <a:pt x="29946" y="1705"/>
                  </a:lnTo>
                  <a:lnTo>
                    <a:pt x="30306" y="1665"/>
                  </a:lnTo>
                  <a:lnTo>
                    <a:pt x="30726" y="1632"/>
                  </a:lnTo>
                  <a:lnTo>
                    <a:pt x="31147" y="1605"/>
                  </a:lnTo>
                  <a:lnTo>
                    <a:pt x="31597" y="1579"/>
                  </a:lnTo>
                  <a:lnTo>
                    <a:pt x="32078" y="1553"/>
                  </a:lnTo>
                  <a:lnTo>
                    <a:pt x="32559" y="1533"/>
                  </a:lnTo>
                  <a:lnTo>
                    <a:pt x="33069" y="1520"/>
                  </a:lnTo>
                  <a:lnTo>
                    <a:pt x="33610" y="1506"/>
                  </a:lnTo>
                  <a:lnTo>
                    <a:pt x="34150" y="1500"/>
                  </a:lnTo>
                  <a:lnTo>
                    <a:pt x="43701" y="1500"/>
                  </a:lnTo>
                  <a:lnTo>
                    <a:pt x="43701" y="1361"/>
                  </a:lnTo>
                  <a:lnTo>
                    <a:pt x="43641" y="1222"/>
                  </a:lnTo>
                  <a:lnTo>
                    <a:pt x="43521" y="1084"/>
                  </a:lnTo>
                  <a:lnTo>
                    <a:pt x="43341" y="952"/>
                  </a:lnTo>
                  <a:lnTo>
                    <a:pt x="43101" y="819"/>
                  </a:lnTo>
                  <a:lnTo>
                    <a:pt x="42800" y="694"/>
                  </a:lnTo>
                  <a:lnTo>
                    <a:pt x="42440" y="575"/>
                  </a:lnTo>
                  <a:lnTo>
                    <a:pt x="42230" y="516"/>
                  </a:lnTo>
                  <a:lnTo>
                    <a:pt x="42020" y="463"/>
                  </a:lnTo>
                  <a:lnTo>
                    <a:pt x="41779" y="410"/>
                  </a:lnTo>
                  <a:lnTo>
                    <a:pt x="41479" y="357"/>
                  </a:lnTo>
                  <a:lnTo>
                    <a:pt x="41179" y="311"/>
                  </a:lnTo>
                  <a:lnTo>
                    <a:pt x="40818" y="265"/>
                  </a:lnTo>
                  <a:lnTo>
                    <a:pt x="40458" y="218"/>
                  </a:lnTo>
                  <a:lnTo>
                    <a:pt x="40067" y="179"/>
                  </a:lnTo>
                  <a:lnTo>
                    <a:pt x="39647" y="139"/>
                  </a:lnTo>
                  <a:lnTo>
                    <a:pt x="39196" y="106"/>
                  </a:lnTo>
                  <a:lnTo>
                    <a:pt x="38716" y="80"/>
                  </a:lnTo>
                  <a:lnTo>
                    <a:pt x="38265" y="53"/>
                  </a:lnTo>
                  <a:lnTo>
                    <a:pt x="37755" y="33"/>
                  </a:lnTo>
                  <a:lnTo>
                    <a:pt x="37274" y="14"/>
                  </a:lnTo>
                  <a:lnTo>
                    <a:pt x="36763" y="7"/>
                  </a:lnTo>
                  <a:lnTo>
                    <a:pt x="36253" y="0"/>
                  </a:lnTo>
                  <a:lnTo>
                    <a:pt x="35742" y="0"/>
                  </a:lnTo>
                  <a:lnTo>
                    <a:pt x="35232" y="7"/>
                  </a:lnTo>
                  <a:lnTo>
                    <a:pt x="7810" y="7"/>
                  </a:lnTo>
                  <a:lnTo>
                    <a:pt x="732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55"/>
            <p:cNvSpPr/>
            <p:nvPr/>
          </p:nvSpPr>
          <p:spPr>
            <a:xfrm rot="10800000">
              <a:off x="6136015" y="2322310"/>
              <a:ext cx="4153766" cy="1362916"/>
            </a:xfrm>
            <a:custGeom>
              <a:avLst/>
              <a:gdLst/>
              <a:ahLst/>
              <a:cxnLst/>
              <a:rect l="l" t="t" r="r" b="b"/>
              <a:pathLst>
                <a:path w="43702" h="3191" fill="none" extrusionOk="0">
                  <a:moveTo>
                    <a:pt x="2254" y="2841"/>
                  </a:moveTo>
                  <a:lnTo>
                    <a:pt x="2254" y="2841"/>
                  </a:lnTo>
                  <a:lnTo>
                    <a:pt x="2464" y="2880"/>
                  </a:lnTo>
                  <a:lnTo>
                    <a:pt x="2704" y="2913"/>
                  </a:lnTo>
                  <a:lnTo>
                    <a:pt x="2974" y="2953"/>
                  </a:lnTo>
                  <a:lnTo>
                    <a:pt x="3275" y="2986"/>
                  </a:lnTo>
                  <a:lnTo>
                    <a:pt x="3936" y="3045"/>
                  </a:lnTo>
                  <a:lnTo>
                    <a:pt x="4656" y="3098"/>
                  </a:lnTo>
                  <a:lnTo>
                    <a:pt x="5467" y="3138"/>
                  </a:lnTo>
                  <a:lnTo>
                    <a:pt x="6278" y="3164"/>
                  </a:lnTo>
                  <a:lnTo>
                    <a:pt x="7149" y="3184"/>
                  </a:lnTo>
                  <a:lnTo>
                    <a:pt x="8020" y="3191"/>
                  </a:lnTo>
                  <a:lnTo>
                    <a:pt x="18172" y="3191"/>
                  </a:lnTo>
                  <a:lnTo>
                    <a:pt x="18172" y="3191"/>
                  </a:lnTo>
                  <a:lnTo>
                    <a:pt x="18622" y="3184"/>
                  </a:lnTo>
                  <a:lnTo>
                    <a:pt x="19073" y="3184"/>
                  </a:lnTo>
                  <a:lnTo>
                    <a:pt x="19493" y="3184"/>
                  </a:lnTo>
                  <a:lnTo>
                    <a:pt x="19944" y="3191"/>
                  </a:lnTo>
                  <a:lnTo>
                    <a:pt x="26762" y="3191"/>
                  </a:lnTo>
                  <a:lnTo>
                    <a:pt x="26762" y="3191"/>
                  </a:lnTo>
                  <a:lnTo>
                    <a:pt x="26702" y="3026"/>
                  </a:lnTo>
                  <a:lnTo>
                    <a:pt x="26702" y="2861"/>
                  </a:lnTo>
                  <a:lnTo>
                    <a:pt x="26732" y="2775"/>
                  </a:lnTo>
                  <a:lnTo>
                    <a:pt x="26792" y="2689"/>
                  </a:lnTo>
                  <a:lnTo>
                    <a:pt x="26852" y="2609"/>
                  </a:lnTo>
                  <a:lnTo>
                    <a:pt x="26942" y="2530"/>
                  </a:lnTo>
                  <a:lnTo>
                    <a:pt x="27062" y="2451"/>
                  </a:lnTo>
                  <a:lnTo>
                    <a:pt x="27182" y="2372"/>
                  </a:lnTo>
                  <a:lnTo>
                    <a:pt x="27333" y="2292"/>
                  </a:lnTo>
                  <a:lnTo>
                    <a:pt x="27513" y="2220"/>
                  </a:lnTo>
                  <a:lnTo>
                    <a:pt x="27693" y="2147"/>
                  </a:lnTo>
                  <a:lnTo>
                    <a:pt x="27903" y="2074"/>
                  </a:lnTo>
                  <a:lnTo>
                    <a:pt x="28143" y="2002"/>
                  </a:lnTo>
                  <a:lnTo>
                    <a:pt x="28414" y="1936"/>
                  </a:lnTo>
                  <a:lnTo>
                    <a:pt x="28414" y="1936"/>
                  </a:lnTo>
                  <a:lnTo>
                    <a:pt x="28654" y="1883"/>
                  </a:lnTo>
                  <a:lnTo>
                    <a:pt x="28924" y="1837"/>
                  </a:lnTo>
                  <a:lnTo>
                    <a:pt x="29255" y="1790"/>
                  </a:lnTo>
                  <a:lnTo>
                    <a:pt x="29585" y="1744"/>
                  </a:lnTo>
                  <a:lnTo>
                    <a:pt x="29946" y="1705"/>
                  </a:lnTo>
                  <a:lnTo>
                    <a:pt x="30306" y="1665"/>
                  </a:lnTo>
                  <a:lnTo>
                    <a:pt x="30726" y="1632"/>
                  </a:lnTo>
                  <a:lnTo>
                    <a:pt x="31147" y="1605"/>
                  </a:lnTo>
                  <a:lnTo>
                    <a:pt x="31597" y="1579"/>
                  </a:lnTo>
                  <a:lnTo>
                    <a:pt x="32078" y="1553"/>
                  </a:lnTo>
                  <a:lnTo>
                    <a:pt x="32559" y="1533"/>
                  </a:lnTo>
                  <a:lnTo>
                    <a:pt x="33069" y="1520"/>
                  </a:lnTo>
                  <a:lnTo>
                    <a:pt x="33610" y="1506"/>
                  </a:lnTo>
                  <a:lnTo>
                    <a:pt x="34150" y="1500"/>
                  </a:lnTo>
                  <a:lnTo>
                    <a:pt x="34691" y="1500"/>
                  </a:lnTo>
                  <a:lnTo>
                    <a:pt x="35262" y="1500"/>
                  </a:lnTo>
                  <a:lnTo>
                    <a:pt x="43701" y="1500"/>
                  </a:lnTo>
                  <a:lnTo>
                    <a:pt x="43701" y="1500"/>
                  </a:lnTo>
                  <a:lnTo>
                    <a:pt x="43701" y="1361"/>
                  </a:lnTo>
                  <a:lnTo>
                    <a:pt x="43641" y="1222"/>
                  </a:lnTo>
                  <a:lnTo>
                    <a:pt x="43521" y="1084"/>
                  </a:lnTo>
                  <a:lnTo>
                    <a:pt x="43341" y="952"/>
                  </a:lnTo>
                  <a:lnTo>
                    <a:pt x="43101" y="819"/>
                  </a:lnTo>
                  <a:lnTo>
                    <a:pt x="42800" y="694"/>
                  </a:lnTo>
                  <a:lnTo>
                    <a:pt x="42440" y="575"/>
                  </a:lnTo>
                  <a:lnTo>
                    <a:pt x="42230" y="516"/>
                  </a:lnTo>
                  <a:lnTo>
                    <a:pt x="42020" y="463"/>
                  </a:lnTo>
                  <a:lnTo>
                    <a:pt x="42020" y="463"/>
                  </a:lnTo>
                  <a:lnTo>
                    <a:pt x="41779" y="410"/>
                  </a:lnTo>
                  <a:lnTo>
                    <a:pt x="41479" y="357"/>
                  </a:lnTo>
                  <a:lnTo>
                    <a:pt x="41179" y="311"/>
                  </a:lnTo>
                  <a:lnTo>
                    <a:pt x="40818" y="265"/>
                  </a:lnTo>
                  <a:lnTo>
                    <a:pt x="40458" y="218"/>
                  </a:lnTo>
                  <a:lnTo>
                    <a:pt x="40067" y="179"/>
                  </a:lnTo>
                  <a:lnTo>
                    <a:pt x="39647" y="139"/>
                  </a:lnTo>
                  <a:lnTo>
                    <a:pt x="39196" y="106"/>
                  </a:lnTo>
                  <a:lnTo>
                    <a:pt x="38716" y="80"/>
                  </a:lnTo>
                  <a:lnTo>
                    <a:pt x="38265" y="53"/>
                  </a:lnTo>
                  <a:lnTo>
                    <a:pt x="37755" y="33"/>
                  </a:lnTo>
                  <a:lnTo>
                    <a:pt x="37274" y="14"/>
                  </a:lnTo>
                  <a:lnTo>
                    <a:pt x="36763" y="7"/>
                  </a:lnTo>
                  <a:lnTo>
                    <a:pt x="36253" y="0"/>
                  </a:lnTo>
                  <a:lnTo>
                    <a:pt x="35742" y="0"/>
                  </a:lnTo>
                  <a:lnTo>
                    <a:pt x="35232" y="7"/>
                  </a:lnTo>
                  <a:lnTo>
                    <a:pt x="7810" y="7"/>
                  </a:lnTo>
                  <a:lnTo>
                    <a:pt x="7810" y="7"/>
                  </a:lnTo>
                  <a:lnTo>
                    <a:pt x="7329" y="0"/>
                  </a:lnTo>
                  <a:lnTo>
                    <a:pt x="6849" y="0"/>
                  </a:lnTo>
                  <a:lnTo>
                    <a:pt x="6398" y="0"/>
                  </a:lnTo>
                  <a:lnTo>
                    <a:pt x="5918" y="14"/>
                  </a:lnTo>
                  <a:lnTo>
                    <a:pt x="5467" y="27"/>
                  </a:lnTo>
                  <a:lnTo>
                    <a:pt x="4987" y="47"/>
                  </a:lnTo>
                  <a:lnTo>
                    <a:pt x="4566" y="73"/>
                  </a:lnTo>
                  <a:lnTo>
                    <a:pt x="4116" y="113"/>
                  </a:lnTo>
                  <a:lnTo>
                    <a:pt x="3725" y="152"/>
                  </a:lnTo>
                  <a:lnTo>
                    <a:pt x="3305" y="199"/>
                  </a:lnTo>
                  <a:lnTo>
                    <a:pt x="2944" y="251"/>
                  </a:lnTo>
                  <a:lnTo>
                    <a:pt x="2584" y="311"/>
                  </a:lnTo>
                  <a:lnTo>
                    <a:pt x="2254" y="377"/>
                  </a:lnTo>
                  <a:lnTo>
                    <a:pt x="1953" y="450"/>
                  </a:lnTo>
                  <a:lnTo>
                    <a:pt x="1683" y="529"/>
                  </a:lnTo>
                  <a:lnTo>
                    <a:pt x="1443" y="615"/>
                  </a:lnTo>
                  <a:lnTo>
                    <a:pt x="1443" y="615"/>
                  </a:lnTo>
                  <a:lnTo>
                    <a:pt x="1052" y="780"/>
                  </a:lnTo>
                  <a:lnTo>
                    <a:pt x="722" y="952"/>
                  </a:lnTo>
                  <a:lnTo>
                    <a:pt x="452" y="1117"/>
                  </a:lnTo>
                  <a:lnTo>
                    <a:pt x="241" y="1275"/>
                  </a:lnTo>
                  <a:lnTo>
                    <a:pt x="91" y="1434"/>
                  </a:lnTo>
                  <a:lnTo>
                    <a:pt x="1" y="1586"/>
                  </a:lnTo>
                  <a:lnTo>
                    <a:pt x="1" y="1731"/>
                  </a:lnTo>
                  <a:lnTo>
                    <a:pt x="31" y="1876"/>
                  </a:lnTo>
                  <a:lnTo>
                    <a:pt x="121" y="2022"/>
                  </a:lnTo>
                  <a:lnTo>
                    <a:pt x="271" y="2154"/>
                  </a:lnTo>
                  <a:lnTo>
                    <a:pt x="482" y="2286"/>
                  </a:lnTo>
                  <a:lnTo>
                    <a:pt x="722" y="2405"/>
                  </a:lnTo>
                  <a:lnTo>
                    <a:pt x="1052" y="2524"/>
                  </a:lnTo>
                  <a:lnTo>
                    <a:pt x="1413" y="2636"/>
                  </a:lnTo>
                  <a:lnTo>
                    <a:pt x="1803" y="2742"/>
                  </a:lnTo>
                  <a:lnTo>
                    <a:pt x="2254" y="284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55"/>
            <p:cNvSpPr/>
            <p:nvPr/>
          </p:nvSpPr>
          <p:spPr>
            <a:xfrm rot="10800000">
              <a:off x="6136015" y="2322310"/>
              <a:ext cx="4153766" cy="1362916"/>
            </a:xfrm>
            <a:custGeom>
              <a:avLst/>
              <a:gdLst/>
              <a:ahLst/>
              <a:cxnLst/>
              <a:rect l="l" t="t" r="r" b="b"/>
              <a:pathLst>
                <a:path w="43702" h="3191" extrusionOk="0">
                  <a:moveTo>
                    <a:pt x="6488" y="0"/>
                  </a:moveTo>
                  <a:lnTo>
                    <a:pt x="6098" y="7"/>
                  </a:lnTo>
                  <a:lnTo>
                    <a:pt x="5678" y="20"/>
                  </a:lnTo>
                  <a:lnTo>
                    <a:pt x="5257" y="33"/>
                  </a:lnTo>
                  <a:lnTo>
                    <a:pt x="4867" y="53"/>
                  </a:lnTo>
                  <a:lnTo>
                    <a:pt x="4476" y="80"/>
                  </a:lnTo>
                  <a:lnTo>
                    <a:pt x="4116" y="113"/>
                  </a:lnTo>
                  <a:lnTo>
                    <a:pt x="3725" y="146"/>
                  </a:lnTo>
                  <a:lnTo>
                    <a:pt x="3395" y="185"/>
                  </a:lnTo>
                  <a:lnTo>
                    <a:pt x="3034" y="232"/>
                  </a:lnTo>
                  <a:lnTo>
                    <a:pt x="2734" y="284"/>
                  </a:lnTo>
                  <a:lnTo>
                    <a:pt x="2434" y="337"/>
                  </a:lnTo>
                  <a:lnTo>
                    <a:pt x="2133" y="397"/>
                  </a:lnTo>
                  <a:lnTo>
                    <a:pt x="1893" y="463"/>
                  </a:lnTo>
                  <a:lnTo>
                    <a:pt x="1653" y="535"/>
                  </a:lnTo>
                  <a:lnTo>
                    <a:pt x="1443" y="615"/>
                  </a:lnTo>
                  <a:lnTo>
                    <a:pt x="1082" y="760"/>
                  </a:lnTo>
                  <a:lnTo>
                    <a:pt x="782" y="899"/>
                  </a:lnTo>
                  <a:lnTo>
                    <a:pt x="542" y="1044"/>
                  </a:lnTo>
                  <a:lnTo>
                    <a:pt x="361" y="1183"/>
                  </a:lnTo>
                  <a:lnTo>
                    <a:pt x="181" y="1321"/>
                  </a:lnTo>
                  <a:lnTo>
                    <a:pt x="91" y="1454"/>
                  </a:lnTo>
                  <a:lnTo>
                    <a:pt x="31" y="1586"/>
                  </a:lnTo>
                  <a:lnTo>
                    <a:pt x="1" y="1711"/>
                  </a:lnTo>
                  <a:lnTo>
                    <a:pt x="1" y="1797"/>
                  </a:lnTo>
                  <a:lnTo>
                    <a:pt x="31" y="1876"/>
                  </a:lnTo>
                  <a:lnTo>
                    <a:pt x="91" y="1956"/>
                  </a:lnTo>
                  <a:lnTo>
                    <a:pt x="151" y="2035"/>
                  </a:lnTo>
                  <a:lnTo>
                    <a:pt x="241" y="2114"/>
                  </a:lnTo>
                  <a:lnTo>
                    <a:pt x="331" y="2187"/>
                  </a:lnTo>
                  <a:lnTo>
                    <a:pt x="452" y="2266"/>
                  </a:lnTo>
                  <a:lnTo>
                    <a:pt x="572" y="2339"/>
                  </a:lnTo>
                  <a:lnTo>
                    <a:pt x="722" y="2405"/>
                  </a:lnTo>
                  <a:lnTo>
                    <a:pt x="902" y="2471"/>
                  </a:lnTo>
                  <a:lnTo>
                    <a:pt x="1082" y="2543"/>
                  </a:lnTo>
                  <a:lnTo>
                    <a:pt x="1292" y="2603"/>
                  </a:lnTo>
                  <a:lnTo>
                    <a:pt x="1503" y="2669"/>
                  </a:lnTo>
                  <a:lnTo>
                    <a:pt x="1743" y="2728"/>
                  </a:lnTo>
                  <a:lnTo>
                    <a:pt x="2254" y="2841"/>
                  </a:lnTo>
                  <a:lnTo>
                    <a:pt x="2464" y="2880"/>
                  </a:lnTo>
                  <a:lnTo>
                    <a:pt x="2704" y="2913"/>
                  </a:lnTo>
                  <a:lnTo>
                    <a:pt x="2974" y="2953"/>
                  </a:lnTo>
                  <a:lnTo>
                    <a:pt x="3275" y="2986"/>
                  </a:lnTo>
                  <a:lnTo>
                    <a:pt x="3936" y="3045"/>
                  </a:lnTo>
                  <a:lnTo>
                    <a:pt x="4656" y="3098"/>
                  </a:lnTo>
                  <a:lnTo>
                    <a:pt x="5467" y="3138"/>
                  </a:lnTo>
                  <a:lnTo>
                    <a:pt x="6278" y="3164"/>
                  </a:lnTo>
                  <a:lnTo>
                    <a:pt x="7149" y="3184"/>
                  </a:lnTo>
                  <a:lnTo>
                    <a:pt x="8020" y="3191"/>
                  </a:lnTo>
                  <a:lnTo>
                    <a:pt x="18172" y="3191"/>
                  </a:lnTo>
                  <a:lnTo>
                    <a:pt x="18622" y="3184"/>
                  </a:lnTo>
                  <a:lnTo>
                    <a:pt x="19073" y="3184"/>
                  </a:lnTo>
                  <a:lnTo>
                    <a:pt x="19794" y="3191"/>
                  </a:lnTo>
                  <a:lnTo>
                    <a:pt x="26762" y="3191"/>
                  </a:lnTo>
                  <a:lnTo>
                    <a:pt x="26732" y="3072"/>
                  </a:lnTo>
                  <a:lnTo>
                    <a:pt x="26702" y="2953"/>
                  </a:lnTo>
                  <a:lnTo>
                    <a:pt x="26732" y="2814"/>
                  </a:lnTo>
                  <a:lnTo>
                    <a:pt x="26792" y="2676"/>
                  </a:lnTo>
                  <a:lnTo>
                    <a:pt x="26912" y="2543"/>
                  </a:lnTo>
                  <a:lnTo>
                    <a:pt x="27092" y="2411"/>
                  </a:lnTo>
                  <a:lnTo>
                    <a:pt x="27333" y="2286"/>
                  </a:lnTo>
                  <a:lnTo>
                    <a:pt x="27633" y="2167"/>
                  </a:lnTo>
                  <a:lnTo>
                    <a:pt x="27993" y="2048"/>
                  </a:lnTo>
                  <a:lnTo>
                    <a:pt x="28414" y="1936"/>
                  </a:lnTo>
                  <a:lnTo>
                    <a:pt x="28654" y="1890"/>
                  </a:lnTo>
                  <a:lnTo>
                    <a:pt x="28924" y="1837"/>
                  </a:lnTo>
                  <a:lnTo>
                    <a:pt x="29195" y="1797"/>
                  </a:lnTo>
                  <a:lnTo>
                    <a:pt x="29525" y="1751"/>
                  </a:lnTo>
                  <a:lnTo>
                    <a:pt x="29855" y="1711"/>
                  </a:lnTo>
                  <a:lnTo>
                    <a:pt x="30216" y="1678"/>
                  </a:lnTo>
                  <a:lnTo>
                    <a:pt x="30606" y="1645"/>
                  </a:lnTo>
                  <a:lnTo>
                    <a:pt x="30997" y="1612"/>
                  </a:lnTo>
                  <a:lnTo>
                    <a:pt x="31417" y="1586"/>
                  </a:lnTo>
                  <a:lnTo>
                    <a:pt x="31868" y="1566"/>
                  </a:lnTo>
                  <a:lnTo>
                    <a:pt x="32348" y="1546"/>
                  </a:lnTo>
                  <a:lnTo>
                    <a:pt x="32829" y="1526"/>
                  </a:lnTo>
                  <a:lnTo>
                    <a:pt x="33820" y="1506"/>
                  </a:lnTo>
                  <a:lnTo>
                    <a:pt x="34871" y="1500"/>
                  </a:lnTo>
                  <a:lnTo>
                    <a:pt x="43701" y="1500"/>
                  </a:lnTo>
                  <a:lnTo>
                    <a:pt x="43701" y="1460"/>
                  </a:lnTo>
                  <a:lnTo>
                    <a:pt x="43701" y="1328"/>
                  </a:lnTo>
                  <a:lnTo>
                    <a:pt x="43611" y="1189"/>
                  </a:lnTo>
                  <a:lnTo>
                    <a:pt x="43491" y="1057"/>
                  </a:lnTo>
                  <a:lnTo>
                    <a:pt x="43311" y="932"/>
                  </a:lnTo>
                  <a:lnTo>
                    <a:pt x="43071" y="806"/>
                  </a:lnTo>
                  <a:lnTo>
                    <a:pt x="42800" y="687"/>
                  </a:lnTo>
                  <a:lnTo>
                    <a:pt x="42440" y="568"/>
                  </a:lnTo>
                  <a:lnTo>
                    <a:pt x="42020" y="463"/>
                  </a:lnTo>
                  <a:lnTo>
                    <a:pt x="41809" y="417"/>
                  </a:lnTo>
                  <a:lnTo>
                    <a:pt x="41539" y="370"/>
                  </a:lnTo>
                  <a:lnTo>
                    <a:pt x="41269" y="324"/>
                  </a:lnTo>
                  <a:lnTo>
                    <a:pt x="40968" y="284"/>
                  </a:lnTo>
                  <a:lnTo>
                    <a:pt x="40668" y="238"/>
                  </a:lnTo>
                  <a:lnTo>
                    <a:pt x="40308" y="205"/>
                  </a:lnTo>
                  <a:lnTo>
                    <a:pt x="39947" y="166"/>
                  </a:lnTo>
                  <a:lnTo>
                    <a:pt x="39557" y="132"/>
                  </a:lnTo>
                  <a:lnTo>
                    <a:pt x="39166" y="106"/>
                  </a:lnTo>
                  <a:lnTo>
                    <a:pt x="38746" y="80"/>
                  </a:lnTo>
                  <a:lnTo>
                    <a:pt x="38325" y="53"/>
                  </a:lnTo>
                  <a:lnTo>
                    <a:pt x="37905" y="33"/>
                  </a:lnTo>
                  <a:lnTo>
                    <a:pt x="37454" y="20"/>
                  </a:lnTo>
                  <a:lnTo>
                    <a:pt x="37004" y="7"/>
                  </a:lnTo>
                  <a:lnTo>
                    <a:pt x="36553" y="0"/>
                  </a:lnTo>
                  <a:lnTo>
                    <a:pt x="35682" y="0"/>
                  </a:lnTo>
                  <a:lnTo>
                    <a:pt x="35232" y="7"/>
                  </a:lnTo>
                  <a:lnTo>
                    <a:pt x="7810" y="7"/>
                  </a:lnTo>
                  <a:lnTo>
                    <a:pt x="7359" y="0"/>
                  </a:lnTo>
                  <a:close/>
                </a:path>
              </a:pathLst>
            </a:custGeom>
            <a:solidFill>
              <a:srgbClr val="906B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55"/>
            <p:cNvSpPr/>
            <p:nvPr/>
          </p:nvSpPr>
          <p:spPr>
            <a:xfrm rot="10800000">
              <a:off x="6136015" y="2322310"/>
              <a:ext cx="4153766" cy="1362916"/>
            </a:xfrm>
            <a:custGeom>
              <a:avLst/>
              <a:gdLst/>
              <a:ahLst/>
              <a:cxnLst/>
              <a:rect l="l" t="t" r="r" b="b"/>
              <a:pathLst>
                <a:path w="43702" h="3191" fill="none" extrusionOk="0">
                  <a:moveTo>
                    <a:pt x="8020" y="3191"/>
                  </a:moveTo>
                  <a:lnTo>
                    <a:pt x="18172" y="3191"/>
                  </a:lnTo>
                  <a:lnTo>
                    <a:pt x="18172" y="3191"/>
                  </a:lnTo>
                  <a:lnTo>
                    <a:pt x="18172" y="3191"/>
                  </a:lnTo>
                  <a:lnTo>
                    <a:pt x="18172" y="3191"/>
                  </a:lnTo>
                  <a:lnTo>
                    <a:pt x="18622" y="3184"/>
                  </a:lnTo>
                  <a:lnTo>
                    <a:pt x="19073" y="3184"/>
                  </a:lnTo>
                  <a:lnTo>
                    <a:pt x="19073" y="3184"/>
                  </a:lnTo>
                  <a:lnTo>
                    <a:pt x="19073" y="3184"/>
                  </a:lnTo>
                  <a:lnTo>
                    <a:pt x="19073" y="3184"/>
                  </a:lnTo>
                  <a:lnTo>
                    <a:pt x="19073" y="3184"/>
                  </a:lnTo>
                  <a:lnTo>
                    <a:pt x="19073" y="3184"/>
                  </a:lnTo>
                  <a:lnTo>
                    <a:pt x="19073" y="3184"/>
                  </a:lnTo>
                  <a:lnTo>
                    <a:pt x="19794" y="3191"/>
                  </a:lnTo>
                  <a:lnTo>
                    <a:pt x="19794" y="3191"/>
                  </a:lnTo>
                  <a:lnTo>
                    <a:pt x="19794" y="3191"/>
                  </a:lnTo>
                  <a:lnTo>
                    <a:pt x="19794" y="3191"/>
                  </a:lnTo>
                  <a:lnTo>
                    <a:pt x="19944" y="3191"/>
                  </a:lnTo>
                  <a:lnTo>
                    <a:pt x="26762" y="3191"/>
                  </a:lnTo>
                  <a:lnTo>
                    <a:pt x="26762" y="3191"/>
                  </a:lnTo>
                  <a:lnTo>
                    <a:pt x="26732" y="3072"/>
                  </a:lnTo>
                  <a:lnTo>
                    <a:pt x="26702" y="2953"/>
                  </a:lnTo>
                  <a:lnTo>
                    <a:pt x="26702" y="2953"/>
                  </a:lnTo>
                  <a:lnTo>
                    <a:pt x="26732" y="2814"/>
                  </a:lnTo>
                  <a:lnTo>
                    <a:pt x="26792" y="2676"/>
                  </a:lnTo>
                  <a:lnTo>
                    <a:pt x="26912" y="2543"/>
                  </a:lnTo>
                  <a:lnTo>
                    <a:pt x="27092" y="2411"/>
                  </a:lnTo>
                  <a:lnTo>
                    <a:pt x="27333" y="2286"/>
                  </a:lnTo>
                  <a:lnTo>
                    <a:pt x="27633" y="2167"/>
                  </a:lnTo>
                  <a:lnTo>
                    <a:pt x="27993" y="2048"/>
                  </a:lnTo>
                  <a:lnTo>
                    <a:pt x="28414" y="1936"/>
                  </a:lnTo>
                  <a:lnTo>
                    <a:pt x="28414" y="1936"/>
                  </a:lnTo>
                  <a:lnTo>
                    <a:pt x="28654" y="1890"/>
                  </a:lnTo>
                  <a:lnTo>
                    <a:pt x="28924" y="1837"/>
                  </a:lnTo>
                  <a:lnTo>
                    <a:pt x="29195" y="1797"/>
                  </a:lnTo>
                  <a:lnTo>
                    <a:pt x="29525" y="1751"/>
                  </a:lnTo>
                  <a:lnTo>
                    <a:pt x="29855" y="1711"/>
                  </a:lnTo>
                  <a:lnTo>
                    <a:pt x="30216" y="1678"/>
                  </a:lnTo>
                  <a:lnTo>
                    <a:pt x="30606" y="1645"/>
                  </a:lnTo>
                  <a:lnTo>
                    <a:pt x="30997" y="1612"/>
                  </a:lnTo>
                  <a:lnTo>
                    <a:pt x="31417" y="1586"/>
                  </a:lnTo>
                  <a:lnTo>
                    <a:pt x="31868" y="1566"/>
                  </a:lnTo>
                  <a:lnTo>
                    <a:pt x="32348" y="1546"/>
                  </a:lnTo>
                  <a:lnTo>
                    <a:pt x="32829" y="1526"/>
                  </a:lnTo>
                  <a:lnTo>
                    <a:pt x="33820" y="1506"/>
                  </a:lnTo>
                  <a:lnTo>
                    <a:pt x="34871" y="1500"/>
                  </a:lnTo>
                  <a:lnTo>
                    <a:pt x="34871" y="1500"/>
                  </a:lnTo>
                  <a:lnTo>
                    <a:pt x="35262" y="1500"/>
                  </a:lnTo>
                  <a:lnTo>
                    <a:pt x="43701" y="1500"/>
                  </a:lnTo>
                  <a:lnTo>
                    <a:pt x="43701" y="1500"/>
                  </a:lnTo>
                  <a:lnTo>
                    <a:pt x="43701" y="1460"/>
                  </a:lnTo>
                  <a:lnTo>
                    <a:pt x="43701" y="1460"/>
                  </a:lnTo>
                  <a:lnTo>
                    <a:pt x="43701" y="1328"/>
                  </a:lnTo>
                  <a:lnTo>
                    <a:pt x="43611" y="1189"/>
                  </a:lnTo>
                  <a:lnTo>
                    <a:pt x="43491" y="1057"/>
                  </a:lnTo>
                  <a:lnTo>
                    <a:pt x="43311" y="932"/>
                  </a:lnTo>
                  <a:lnTo>
                    <a:pt x="43071" y="806"/>
                  </a:lnTo>
                  <a:lnTo>
                    <a:pt x="42800" y="687"/>
                  </a:lnTo>
                  <a:lnTo>
                    <a:pt x="42440" y="568"/>
                  </a:lnTo>
                  <a:lnTo>
                    <a:pt x="42020" y="463"/>
                  </a:lnTo>
                  <a:lnTo>
                    <a:pt x="42020" y="463"/>
                  </a:lnTo>
                  <a:lnTo>
                    <a:pt x="41809" y="417"/>
                  </a:lnTo>
                  <a:lnTo>
                    <a:pt x="41539" y="370"/>
                  </a:lnTo>
                  <a:lnTo>
                    <a:pt x="41269" y="324"/>
                  </a:lnTo>
                  <a:lnTo>
                    <a:pt x="40968" y="284"/>
                  </a:lnTo>
                  <a:lnTo>
                    <a:pt x="40668" y="238"/>
                  </a:lnTo>
                  <a:lnTo>
                    <a:pt x="40308" y="205"/>
                  </a:lnTo>
                  <a:lnTo>
                    <a:pt x="39947" y="166"/>
                  </a:lnTo>
                  <a:lnTo>
                    <a:pt x="39557" y="132"/>
                  </a:lnTo>
                  <a:lnTo>
                    <a:pt x="39166" y="106"/>
                  </a:lnTo>
                  <a:lnTo>
                    <a:pt x="38746" y="80"/>
                  </a:lnTo>
                  <a:lnTo>
                    <a:pt x="38325" y="53"/>
                  </a:lnTo>
                  <a:lnTo>
                    <a:pt x="37905" y="33"/>
                  </a:lnTo>
                  <a:lnTo>
                    <a:pt x="37454" y="20"/>
                  </a:lnTo>
                  <a:lnTo>
                    <a:pt x="37004" y="7"/>
                  </a:lnTo>
                  <a:lnTo>
                    <a:pt x="36553" y="0"/>
                  </a:lnTo>
                  <a:lnTo>
                    <a:pt x="36103" y="0"/>
                  </a:lnTo>
                  <a:lnTo>
                    <a:pt x="36103" y="0"/>
                  </a:lnTo>
                  <a:lnTo>
                    <a:pt x="35682" y="0"/>
                  </a:lnTo>
                  <a:lnTo>
                    <a:pt x="35232" y="7"/>
                  </a:lnTo>
                  <a:lnTo>
                    <a:pt x="7810" y="7"/>
                  </a:lnTo>
                  <a:lnTo>
                    <a:pt x="7810" y="7"/>
                  </a:lnTo>
                  <a:lnTo>
                    <a:pt x="7359" y="0"/>
                  </a:lnTo>
                  <a:lnTo>
                    <a:pt x="6909" y="0"/>
                  </a:lnTo>
                  <a:lnTo>
                    <a:pt x="6909" y="0"/>
                  </a:lnTo>
                  <a:lnTo>
                    <a:pt x="6488" y="0"/>
                  </a:lnTo>
                  <a:lnTo>
                    <a:pt x="6098" y="7"/>
                  </a:lnTo>
                  <a:lnTo>
                    <a:pt x="5678" y="20"/>
                  </a:lnTo>
                  <a:lnTo>
                    <a:pt x="5257" y="33"/>
                  </a:lnTo>
                  <a:lnTo>
                    <a:pt x="4867" y="53"/>
                  </a:lnTo>
                  <a:lnTo>
                    <a:pt x="4476" y="80"/>
                  </a:lnTo>
                  <a:lnTo>
                    <a:pt x="4116" y="113"/>
                  </a:lnTo>
                  <a:lnTo>
                    <a:pt x="3725" y="146"/>
                  </a:lnTo>
                  <a:lnTo>
                    <a:pt x="3395" y="185"/>
                  </a:lnTo>
                  <a:lnTo>
                    <a:pt x="3034" y="232"/>
                  </a:lnTo>
                  <a:lnTo>
                    <a:pt x="2734" y="284"/>
                  </a:lnTo>
                  <a:lnTo>
                    <a:pt x="2434" y="337"/>
                  </a:lnTo>
                  <a:lnTo>
                    <a:pt x="2133" y="397"/>
                  </a:lnTo>
                  <a:lnTo>
                    <a:pt x="1893" y="463"/>
                  </a:lnTo>
                  <a:lnTo>
                    <a:pt x="1653" y="535"/>
                  </a:lnTo>
                  <a:lnTo>
                    <a:pt x="1443" y="615"/>
                  </a:lnTo>
                  <a:lnTo>
                    <a:pt x="1443" y="615"/>
                  </a:lnTo>
                  <a:lnTo>
                    <a:pt x="1082" y="760"/>
                  </a:lnTo>
                  <a:lnTo>
                    <a:pt x="782" y="899"/>
                  </a:lnTo>
                  <a:lnTo>
                    <a:pt x="542" y="1044"/>
                  </a:lnTo>
                  <a:lnTo>
                    <a:pt x="361" y="1183"/>
                  </a:lnTo>
                  <a:lnTo>
                    <a:pt x="181" y="1321"/>
                  </a:lnTo>
                  <a:lnTo>
                    <a:pt x="91" y="1454"/>
                  </a:lnTo>
                  <a:lnTo>
                    <a:pt x="31" y="1586"/>
                  </a:lnTo>
                  <a:lnTo>
                    <a:pt x="1" y="1711"/>
                  </a:lnTo>
                  <a:lnTo>
                    <a:pt x="1" y="1711"/>
                  </a:lnTo>
                  <a:lnTo>
                    <a:pt x="1" y="1797"/>
                  </a:lnTo>
                  <a:lnTo>
                    <a:pt x="31" y="1876"/>
                  </a:lnTo>
                  <a:lnTo>
                    <a:pt x="91" y="1956"/>
                  </a:lnTo>
                  <a:lnTo>
                    <a:pt x="151" y="2035"/>
                  </a:lnTo>
                  <a:lnTo>
                    <a:pt x="241" y="2114"/>
                  </a:lnTo>
                  <a:lnTo>
                    <a:pt x="331" y="2187"/>
                  </a:lnTo>
                  <a:lnTo>
                    <a:pt x="452" y="2266"/>
                  </a:lnTo>
                  <a:lnTo>
                    <a:pt x="572" y="2339"/>
                  </a:lnTo>
                  <a:lnTo>
                    <a:pt x="722" y="2405"/>
                  </a:lnTo>
                  <a:lnTo>
                    <a:pt x="902" y="2471"/>
                  </a:lnTo>
                  <a:lnTo>
                    <a:pt x="1082" y="2543"/>
                  </a:lnTo>
                  <a:lnTo>
                    <a:pt x="1292" y="2603"/>
                  </a:lnTo>
                  <a:lnTo>
                    <a:pt x="1503" y="2669"/>
                  </a:lnTo>
                  <a:lnTo>
                    <a:pt x="1743" y="2728"/>
                  </a:lnTo>
                  <a:lnTo>
                    <a:pt x="2254" y="2841"/>
                  </a:lnTo>
                  <a:lnTo>
                    <a:pt x="2254" y="2841"/>
                  </a:lnTo>
                  <a:lnTo>
                    <a:pt x="2464" y="2880"/>
                  </a:lnTo>
                  <a:lnTo>
                    <a:pt x="2704" y="2913"/>
                  </a:lnTo>
                  <a:lnTo>
                    <a:pt x="2974" y="2953"/>
                  </a:lnTo>
                  <a:lnTo>
                    <a:pt x="3275" y="2986"/>
                  </a:lnTo>
                  <a:lnTo>
                    <a:pt x="3936" y="3045"/>
                  </a:lnTo>
                  <a:lnTo>
                    <a:pt x="4656" y="3098"/>
                  </a:lnTo>
                  <a:lnTo>
                    <a:pt x="5467" y="3138"/>
                  </a:lnTo>
                  <a:lnTo>
                    <a:pt x="6278" y="3164"/>
                  </a:lnTo>
                  <a:lnTo>
                    <a:pt x="7149" y="3184"/>
                  </a:lnTo>
                  <a:lnTo>
                    <a:pt x="8020" y="319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55"/>
            <p:cNvSpPr/>
            <p:nvPr/>
          </p:nvSpPr>
          <p:spPr>
            <a:xfrm rot="10800000">
              <a:off x="8394182" y="2322313"/>
              <a:ext cx="168519" cy="2990"/>
            </a:xfrm>
            <a:custGeom>
              <a:avLst/>
              <a:gdLst/>
              <a:ahLst/>
              <a:cxnLst/>
              <a:rect l="l" t="t" r="r" b="b"/>
              <a:pathLst>
                <a:path w="1773" h="7" extrusionOk="0">
                  <a:moveTo>
                    <a:pt x="451" y="0"/>
                  </a:moveTo>
                  <a:lnTo>
                    <a:pt x="1" y="7"/>
                  </a:lnTo>
                  <a:lnTo>
                    <a:pt x="1773" y="7"/>
                  </a:lnTo>
                  <a:lnTo>
                    <a:pt x="13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55"/>
            <p:cNvSpPr/>
            <p:nvPr/>
          </p:nvSpPr>
          <p:spPr>
            <a:xfrm rot="10800000">
              <a:off x="8394182" y="2322313"/>
              <a:ext cx="168519" cy="2990"/>
            </a:xfrm>
            <a:custGeom>
              <a:avLst/>
              <a:gdLst/>
              <a:ahLst/>
              <a:cxnLst/>
              <a:rect l="l" t="t" r="r" b="b"/>
              <a:pathLst>
                <a:path w="1773" h="7" fill="none" extrusionOk="0">
                  <a:moveTo>
                    <a:pt x="1" y="7"/>
                  </a:moveTo>
                  <a:lnTo>
                    <a:pt x="1773" y="7"/>
                  </a:lnTo>
                  <a:lnTo>
                    <a:pt x="1773" y="7"/>
                  </a:lnTo>
                  <a:lnTo>
                    <a:pt x="1322" y="0"/>
                  </a:lnTo>
                  <a:lnTo>
                    <a:pt x="902" y="0"/>
                  </a:lnTo>
                  <a:lnTo>
                    <a:pt x="451" y="0"/>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55"/>
            <p:cNvSpPr/>
            <p:nvPr/>
          </p:nvSpPr>
          <p:spPr>
            <a:xfrm rot="10800000">
              <a:off x="8394182" y="2322313"/>
              <a:ext cx="168519" cy="2990"/>
            </a:xfrm>
            <a:custGeom>
              <a:avLst/>
              <a:gdLst/>
              <a:ahLst/>
              <a:cxnLst/>
              <a:rect l="l" t="t" r="r" b="b"/>
              <a:pathLst>
                <a:path w="1773" h="7" extrusionOk="0">
                  <a:moveTo>
                    <a:pt x="451" y="0"/>
                  </a:moveTo>
                  <a:lnTo>
                    <a:pt x="1" y="7"/>
                  </a:lnTo>
                  <a:lnTo>
                    <a:pt x="1773" y="7"/>
                  </a:lnTo>
                  <a:lnTo>
                    <a:pt x="1322" y="0"/>
                  </a:lnTo>
                  <a:close/>
                </a:path>
              </a:pathLst>
            </a:custGeom>
            <a:solidFill>
              <a:srgbClr val="3F3D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55"/>
            <p:cNvSpPr/>
            <p:nvPr/>
          </p:nvSpPr>
          <p:spPr>
            <a:xfrm rot="10800000">
              <a:off x="8394182" y="2322313"/>
              <a:ext cx="168519" cy="2990"/>
            </a:xfrm>
            <a:custGeom>
              <a:avLst/>
              <a:gdLst/>
              <a:ahLst/>
              <a:cxnLst/>
              <a:rect l="l" t="t" r="r" b="b"/>
              <a:pathLst>
                <a:path w="1773" h="7" fill="none" extrusionOk="0">
                  <a:moveTo>
                    <a:pt x="1" y="7"/>
                  </a:moveTo>
                  <a:lnTo>
                    <a:pt x="1773" y="7"/>
                  </a:lnTo>
                  <a:lnTo>
                    <a:pt x="1773" y="7"/>
                  </a:lnTo>
                  <a:lnTo>
                    <a:pt x="1322" y="0"/>
                  </a:lnTo>
                  <a:lnTo>
                    <a:pt x="902" y="0"/>
                  </a:lnTo>
                  <a:lnTo>
                    <a:pt x="902" y="0"/>
                  </a:lnTo>
                  <a:lnTo>
                    <a:pt x="451" y="0"/>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55"/>
            <p:cNvSpPr/>
            <p:nvPr/>
          </p:nvSpPr>
          <p:spPr>
            <a:xfrm rot="10800000">
              <a:off x="4625982" y="1695738"/>
              <a:ext cx="745172" cy="1309527"/>
            </a:xfrm>
            <a:custGeom>
              <a:avLst/>
              <a:gdLst/>
              <a:ahLst/>
              <a:cxnLst/>
              <a:rect l="l" t="t" r="r" b="b"/>
              <a:pathLst>
                <a:path w="7840" h="3066" extrusionOk="0">
                  <a:moveTo>
                    <a:pt x="571" y="0"/>
                  </a:moveTo>
                  <a:lnTo>
                    <a:pt x="1" y="7"/>
                  </a:lnTo>
                  <a:lnTo>
                    <a:pt x="421" y="47"/>
                  </a:lnTo>
                  <a:lnTo>
                    <a:pt x="782" y="86"/>
                  </a:lnTo>
                  <a:lnTo>
                    <a:pt x="1142" y="139"/>
                  </a:lnTo>
                  <a:lnTo>
                    <a:pt x="1502" y="192"/>
                  </a:lnTo>
                  <a:lnTo>
                    <a:pt x="1803" y="258"/>
                  </a:lnTo>
                  <a:lnTo>
                    <a:pt x="2103" y="331"/>
                  </a:lnTo>
                  <a:lnTo>
                    <a:pt x="2373" y="410"/>
                  </a:lnTo>
                  <a:lnTo>
                    <a:pt x="2614" y="496"/>
                  </a:lnTo>
                  <a:lnTo>
                    <a:pt x="2944" y="628"/>
                  </a:lnTo>
                  <a:lnTo>
                    <a:pt x="3214" y="760"/>
                  </a:lnTo>
                  <a:lnTo>
                    <a:pt x="3455" y="885"/>
                  </a:lnTo>
                  <a:lnTo>
                    <a:pt x="3635" y="1011"/>
                  </a:lnTo>
                  <a:lnTo>
                    <a:pt x="3785" y="1136"/>
                  </a:lnTo>
                  <a:lnTo>
                    <a:pt x="3935" y="1255"/>
                  </a:lnTo>
                  <a:lnTo>
                    <a:pt x="4025" y="1374"/>
                  </a:lnTo>
                  <a:lnTo>
                    <a:pt x="4055" y="1493"/>
                  </a:lnTo>
                  <a:lnTo>
                    <a:pt x="4085" y="1605"/>
                  </a:lnTo>
                  <a:lnTo>
                    <a:pt x="4055" y="1718"/>
                  </a:lnTo>
                  <a:lnTo>
                    <a:pt x="4025" y="1830"/>
                  </a:lnTo>
                  <a:lnTo>
                    <a:pt x="3935" y="1936"/>
                  </a:lnTo>
                  <a:lnTo>
                    <a:pt x="3815" y="2041"/>
                  </a:lnTo>
                  <a:lnTo>
                    <a:pt x="3695" y="2140"/>
                  </a:lnTo>
                  <a:lnTo>
                    <a:pt x="3515" y="2239"/>
                  </a:lnTo>
                  <a:lnTo>
                    <a:pt x="3305" y="2332"/>
                  </a:lnTo>
                  <a:lnTo>
                    <a:pt x="3515" y="2418"/>
                  </a:lnTo>
                  <a:lnTo>
                    <a:pt x="3665" y="2504"/>
                  </a:lnTo>
                  <a:lnTo>
                    <a:pt x="3815" y="2596"/>
                  </a:lnTo>
                  <a:lnTo>
                    <a:pt x="3905" y="2689"/>
                  </a:lnTo>
                  <a:lnTo>
                    <a:pt x="3995" y="2781"/>
                  </a:lnTo>
                  <a:lnTo>
                    <a:pt x="4055" y="2874"/>
                  </a:lnTo>
                  <a:lnTo>
                    <a:pt x="4085" y="2966"/>
                  </a:lnTo>
                  <a:lnTo>
                    <a:pt x="4085" y="3065"/>
                  </a:lnTo>
                  <a:lnTo>
                    <a:pt x="4446" y="3032"/>
                  </a:lnTo>
                  <a:lnTo>
                    <a:pt x="4806" y="2992"/>
                  </a:lnTo>
                  <a:lnTo>
                    <a:pt x="5137" y="2953"/>
                  </a:lnTo>
                  <a:lnTo>
                    <a:pt x="5467" y="2907"/>
                  </a:lnTo>
                  <a:lnTo>
                    <a:pt x="5767" y="2854"/>
                  </a:lnTo>
                  <a:lnTo>
                    <a:pt x="6068" y="2788"/>
                  </a:lnTo>
                  <a:lnTo>
                    <a:pt x="6368" y="2722"/>
                  </a:lnTo>
                  <a:lnTo>
                    <a:pt x="6608" y="2642"/>
                  </a:lnTo>
                  <a:lnTo>
                    <a:pt x="6879" y="2557"/>
                  </a:lnTo>
                  <a:lnTo>
                    <a:pt x="7089" y="2464"/>
                  </a:lnTo>
                  <a:lnTo>
                    <a:pt x="7299" y="2358"/>
                  </a:lnTo>
                  <a:lnTo>
                    <a:pt x="7449" y="2246"/>
                  </a:lnTo>
                  <a:lnTo>
                    <a:pt x="7600" y="2121"/>
                  </a:lnTo>
                  <a:lnTo>
                    <a:pt x="7720" y="1982"/>
                  </a:lnTo>
                  <a:lnTo>
                    <a:pt x="7780" y="1837"/>
                  </a:lnTo>
                  <a:lnTo>
                    <a:pt x="7840" y="1678"/>
                  </a:lnTo>
                  <a:lnTo>
                    <a:pt x="7840" y="1566"/>
                  </a:lnTo>
                  <a:lnTo>
                    <a:pt x="7810" y="1453"/>
                  </a:lnTo>
                  <a:lnTo>
                    <a:pt x="7750" y="1348"/>
                  </a:lnTo>
                  <a:lnTo>
                    <a:pt x="7690" y="1249"/>
                  </a:lnTo>
                  <a:lnTo>
                    <a:pt x="7600" y="1150"/>
                  </a:lnTo>
                  <a:lnTo>
                    <a:pt x="7479" y="1064"/>
                  </a:lnTo>
                  <a:lnTo>
                    <a:pt x="7359" y="971"/>
                  </a:lnTo>
                  <a:lnTo>
                    <a:pt x="7209" y="892"/>
                  </a:lnTo>
                  <a:lnTo>
                    <a:pt x="7029" y="813"/>
                  </a:lnTo>
                  <a:lnTo>
                    <a:pt x="6849" y="740"/>
                  </a:lnTo>
                  <a:lnTo>
                    <a:pt x="6638" y="667"/>
                  </a:lnTo>
                  <a:lnTo>
                    <a:pt x="6428" y="601"/>
                  </a:lnTo>
                  <a:lnTo>
                    <a:pt x="6188" y="542"/>
                  </a:lnTo>
                  <a:lnTo>
                    <a:pt x="5948" y="482"/>
                  </a:lnTo>
                  <a:lnTo>
                    <a:pt x="5707" y="423"/>
                  </a:lnTo>
                  <a:lnTo>
                    <a:pt x="5437" y="377"/>
                  </a:lnTo>
                  <a:lnTo>
                    <a:pt x="4896" y="284"/>
                  </a:lnTo>
                  <a:lnTo>
                    <a:pt x="4356" y="205"/>
                  </a:lnTo>
                  <a:lnTo>
                    <a:pt x="3755" y="139"/>
                  </a:lnTo>
                  <a:lnTo>
                    <a:pt x="3184" y="93"/>
                  </a:lnTo>
                  <a:lnTo>
                    <a:pt x="2644" y="53"/>
                  </a:lnTo>
                  <a:lnTo>
                    <a:pt x="2103" y="20"/>
                  </a:lnTo>
                  <a:lnTo>
                    <a:pt x="1563" y="7"/>
                  </a:lnTo>
                  <a:lnTo>
                    <a:pt x="11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55"/>
            <p:cNvSpPr/>
            <p:nvPr/>
          </p:nvSpPr>
          <p:spPr>
            <a:xfrm rot="10800000">
              <a:off x="4625982" y="1695738"/>
              <a:ext cx="745172" cy="1309527"/>
            </a:xfrm>
            <a:custGeom>
              <a:avLst/>
              <a:gdLst/>
              <a:ahLst/>
              <a:cxnLst/>
              <a:rect l="l" t="t" r="r" b="b"/>
              <a:pathLst>
                <a:path w="7840" h="3066" fill="none" extrusionOk="0">
                  <a:moveTo>
                    <a:pt x="2614" y="496"/>
                  </a:moveTo>
                  <a:lnTo>
                    <a:pt x="2614" y="496"/>
                  </a:lnTo>
                  <a:lnTo>
                    <a:pt x="2944" y="628"/>
                  </a:lnTo>
                  <a:lnTo>
                    <a:pt x="3214" y="760"/>
                  </a:lnTo>
                  <a:lnTo>
                    <a:pt x="3455" y="885"/>
                  </a:lnTo>
                  <a:lnTo>
                    <a:pt x="3635" y="1011"/>
                  </a:lnTo>
                  <a:lnTo>
                    <a:pt x="3785" y="1136"/>
                  </a:lnTo>
                  <a:lnTo>
                    <a:pt x="3935" y="1255"/>
                  </a:lnTo>
                  <a:lnTo>
                    <a:pt x="4025" y="1374"/>
                  </a:lnTo>
                  <a:lnTo>
                    <a:pt x="4055" y="1493"/>
                  </a:lnTo>
                  <a:lnTo>
                    <a:pt x="4085" y="1605"/>
                  </a:lnTo>
                  <a:lnTo>
                    <a:pt x="4055" y="1718"/>
                  </a:lnTo>
                  <a:lnTo>
                    <a:pt x="4025" y="1830"/>
                  </a:lnTo>
                  <a:lnTo>
                    <a:pt x="3935" y="1936"/>
                  </a:lnTo>
                  <a:lnTo>
                    <a:pt x="3815" y="2041"/>
                  </a:lnTo>
                  <a:lnTo>
                    <a:pt x="3695" y="2140"/>
                  </a:lnTo>
                  <a:lnTo>
                    <a:pt x="3515" y="2239"/>
                  </a:lnTo>
                  <a:lnTo>
                    <a:pt x="3305" y="2332"/>
                  </a:lnTo>
                  <a:lnTo>
                    <a:pt x="3305" y="2332"/>
                  </a:lnTo>
                  <a:lnTo>
                    <a:pt x="3515" y="2418"/>
                  </a:lnTo>
                  <a:lnTo>
                    <a:pt x="3665" y="2504"/>
                  </a:lnTo>
                  <a:lnTo>
                    <a:pt x="3815" y="2596"/>
                  </a:lnTo>
                  <a:lnTo>
                    <a:pt x="3905" y="2689"/>
                  </a:lnTo>
                  <a:lnTo>
                    <a:pt x="3995" y="2781"/>
                  </a:lnTo>
                  <a:lnTo>
                    <a:pt x="4055" y="2874"/>
                  </a:lnTo>
                  <a:lnTo>
                    <a:pt x="4085" y="2966"/>
                  </a:lnTo>
                  <a:lnTo>
                    <a:pt x="4085" y="3065"/>
                  </a:lnTo>
                  <a:lnTo>
                    <a:pt x="4085" y="3065"/>
                  </a:lnTo>
                  <a:lnTo>
                    <a:pt x="4446" y="3032"/>
                  </a:lnTo>
                  <a:lnTo>
                    <a:pt x="4806" y="2992"/>
                  </a:lnTo>
                  <a:lnTo>
                    <a:pt x="5137" y="2953"/>
                  </a:lnTo>
                  <a:lnTo>
                    <a:pt x="5467" y="2907"/>
                  </a:lnTo>
                  <a:lnTo>
                    <a:pt x="5767" y="2854"/>
                  </a:lnTo>
                  <a:lnTo>
                    <a:pt x="6068" y="2788"/>
                  </a:lnTo>
                  <a:lnTo>
                    <a:pt x="6368" y="2722"/>
                  </a:lnTo>
                  <a:lnTo>
                    <a:pt x="6608" y="2642"/>
                  </a:lnTo>
                  <a:lnTo>
                    <a:pt x="6879" y="2557"/>
                  </a:lnTo>
                  <a:lnTo>
                    <a:pt x="7089" y="2464"/>
                  </a:lnTo>
                  <a:lnTo>
                    <a:pt x="7299" y="2358"/>
                  </a:lnTo>
                  <a:lnTo>
                    <a:pt x="7449" y="2246"/>
                  </a:lnTo>
                  <a:lnTo>
                    <a:pt x="7600" y="2121"/>
                  </a:lnTo>
                  <a:lnTo>
                    <a:pt x="7720" y="1982"/>
                  </a:lnTo>
                  <a:lnTo>
                    <a:pt x="7780" y="1837"/>
                  </a:lnTo>
                  <a:lnTo>
                    <a:pt x="7840" y="1678"/>
                  </a:lnTo>
                  <a:lnTo>
                    <a:pt x="7840" y="1678"/>
                  </a:lnTo>
                  <a:lnTo>
                    <a:pt x="7840" y="1566"/>
                  </a:lnTo>
                  <a:lnTo>
                    <a:pt x="7810" y="1453"/>
                  </a:lnTo>
                  <a:lnTo>
                    <a:pt x="7750" y="1348"/>
                  </a:lnTo>
                  <a:lnTo>
                    <a:pt x="7690" y="1249"/>
                  </a:lnTo>
                  <a:lnTo>
                    <a:pt x="7600" y="1150"/>
                  </a:lnTo>
                  <a:lnTo>
                    <a:pt x="7479" y="1064"/>
                  </a:lnTo>
                  <a:lnTo>
                    <a:pt x="7359" y="971"/>
                  </a:lnTo>
                  <a:lnTo>
                    <a:pt x="7209" y="892"/>
                  </a:lnTo>
                  <a:lnTo>
                    <a:pt x="7029" y="813"/>
                  </a:lnTo>
                  <a:lnTo>
                    <a:pt x="6849" y="740"/>
                  </a:lnTo>
                  <a:lnTo>
                    <a:pt x="6638" y="667"/>
                  </a:lnTo>
                  <a:lnTo>
                    <a:pt x="6428" y="601"/>
                  </a:lnTo>
                  <a:lnTo>
                    <a:pt x="6188" y="542"/>
                  </a:lnTo>
                  <a:lnTo>
                    <a:pt x="5948" y="482"/>
                  </a:lnTo>
                  <a:lnTo>
                    <a:pt x="5707" y="423"/>
                  </a:lnTo>
                  <a:lnTo>
                    <a:pt x="5437" y="377"/>
                  </a:lnTo>
                  <a:lnTo>
                    <a:pt x="4896" y="284"/>
                  </a:lnTo>
                  <a:lnTo>
                    <a:pt x="4356" y="205"/>
                  </a:lnTo>
                  <a:lnTo>
                    <a:pt x="3755" y="139"/>
                  </a:lnTo>
                  <a:lnTo>
                    <a:pt x="3184" y="93"/>
                  </a:lnTo>
                  <a:lnTo>
                    <a:pt x="2644" y="53"/>
                  </a:lnTo>
                  <a:lnTo>
                    <a:pt x="2103" y="20"/>
                  </a:lnTo>
                  <a:lnTo>
                    <a:pt x="1563" y="7"/>
                  </a:lnTo>
                  <a:lnTo>
                    <a:pt x="1112" y="0"/>
                  </a:lnTo>
                  <a:lnTo>
                    <a:pt x="1112" y="0"/>
                  </a:lnTo>
                  <a:lnTo>
                    <a:pt x="571" y="0"/>
                  </a:lnTo>
                  <a:lnTo>
                    <a:pt x="1" y="7"/>
                  </a:lnTo>
                  <a:lnTo>
                    <a:pt x="1" y="7"/>
                  </a:lnTo>
                  <a:lnTo>
                    <a:pt x="421" y="47"/>
                  </a:lnTo>
                  <a:lnTo>
                    <a:pt x="782" y="86"/>
                  </a:lnTo>
                  <a:lnTo>
                    <a:pt x="1142" y="139"/>
                  </a:lnTo>
                  <a:lnTo>
                    <a:pt x="1502" y="192"/>
                  </a:lnTo>
                  <a:lnTo>
                    <a:pt x="1803" y="258"/>
                  </a:lnTo>
                  <a:lnTo>
                    <a:pt x="2103" y="331"/>
                  </a:lnTo>
                  <a:lnTo>
                    <a:pt x="2373" y="410"/>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55"/>
            <p:cNvSpPr/>
            <p:nvPr/>
          </p:nvSpPr>
          <p:spPr>
            <a:xfrm rot="10800000">
              <a:off x="4625982" y="1695738"/>
              <a:ext cx="745172" cy="1309527"/>
            </a:xfrm>
            <a:custGeom>
              <a:avLst/>
              <a:gdLst/>
              <a:ahLst/>
              <a:cxnLst/>
              <a:rect l="l" t="t" r="r" b="b"/>
              <a:pathLst>
                <a:path w="7840" h="3066" extrusionOk="0">
                  <a:moveTo>
                    <a:pt x="511" y="0"/>
                  </a:moveTo>
                  <a:lnTo>
                    <a:pt x="1" y="7"/>
                  </a:lnTo>
                  <a:lnTo>
                    <a:pt x="421" y="47"/>
                  </a:lnTo>
                  <a:lnTo>
                    <a:pt x="782" y="86"/>
                  </a:lnTo>
                  <a:lnTo>
                    <a:pt x="1142" y="139"/>
                  </a:lnTo>
                  <a:lnTo>
                    <a:pt x="1502" y="192"/>
                  </a:lnTo>
                  <a:lnTo>
                    <a:pt x="1803" y="258"/>
                  </a:lnTo>
                  <a:lnTo>
                    <a:pt x="2103" y="331"/>
                  </a:lnTo>
                  <a:lnTo>
                    <a:pt x="2373" y="410"/>
                  </a:lnTo>
                  <a:lnTo>
                    <a:pt x="2614" y="496"/>
                  </a:lnTo>
                  <a:lnTo>
                    <a:pt x="2974" y="648"/>
                  </a:lnTo>
                  <a:lnTo>
                    <a:pt x="3275" y="793"/>
                  </a:lnTo>
                  <a:lnTo>
                    <a:pt x="3515" y="932"/>
                  </a:lnTo>
                  <a:lnTo>
                    <a:pt x="3725" y="1077"/>
                  </a:lnTo>
                  <a:lnTo>
                    <a:pt x="3875" y="1216"/>
                  </a:lnTo>
                  <a:lnTo>
                    <a:pt x="3995" y="1348"/>
                  </a:lnTo>
                  <a:lnTo>
                    <a:pt x="4055" y="1486"/>
                  </a:lnTo>
                  <a:lnTo>
                    <a:pt x="4085" y="1612"/>
                  </a:lnTo>
                  <a:lnTo>
                    <a:pt x="4085" y="1711"/>
                  </a:lnTo>
                  <a:lnTo>
                    <a:pt x="4025" y="1804"/>
                  </a:lnTo>
                  <a:lnTo>
                    <a:pt x="3965" y="1903"/>
                  </a:lnTo>
                  <a:lnTo>
                    <a:pt x="3875" y="1988"/>
                  </a:lnTo>
                  <a:lnTo>
                    <a:pt x="3785" y="2081"/>
                  </a:lnTo>
                  <a:lnTo>
                    <a:pt x="3635" y="2167"/>
                  </a:lnTo>
                  <a:lnTo>
                    <a:pt x="3485" y="2253"/>
                  </a:lnTo>
                  <a:lnTo>
                    <a:pt x="3305" y="2332"/>
                  </a:lnTo>
                  <a:lnTo>
                    <a:pt x="3485" y="2418"/>
                  </a:lnTo>
                  <a:lnTo>
                    <a:pt x="3665" y="2504"/>
                  </a:lnTo>
                  <a:lnTo>
                    <a:pt x="3785" y="2590"/>
                  </a:lnTo>
                  <a:lnTo>
                    <a:pt x="3905" y="2682"/>
                  </a:lnTo>
                  <a:lnTo>
                    <a:pt x="3995" y="2775"/>
                  </a:lnTo>
                  <a:lnTo>
                    <a:pt x="4055" y="2867"/>
                  </a:lnTo>
                  <a:lnTo>
                    <a:pt x="4085" y="2959"/>
                  </a:lnTo>
                  <a:lnTo>
                    <a:pt x="4085" y="3052"/>
                  </a:lnTo>
                  <a:lnTo>
                    <a:pt x="4085" y="3065"/>
                  </a:lnTo>
                  <a:lnTo>
                    <a:pt x="4446" y="3032"/>
                  </a:lnTo>
                  <a:lnTo>
                    <a:pt x="4806" y="2992"/>
                  </a:lnTo>
                  <a:lnTo>
                    <a:pt x="5137" y="2953"/>
                  </a:lnTo>
                  <a:lnTo>
                    <a:pt x="5467" y="2907"/>
                  </a:lnTo>
                  <a:lnTo>
                    <a:pt x="5767" y="2854"/>
                  </a:lnTo>
                  <a:lnTo>
                    <a:pt x="6068" y="2788"/>
                  </a:lnTo>
                  <a:lnTo>
                    <a:pt x="6368" y="2722"/>
                  </a:lnTo>
                  <a:lnTo>
                    <a:pt x="6608" y="2642"/>
                  </a:lnTo>
                  <a:lnTo>
                    <a:pt x="6879" y="2557"/>
                  </a:lnTo>
                  <a:lnTo>
                    <a:pt x="7089" y="2464"/>
                  </a:lnTo>
                  <a:lnTo>
                    <a:pt x="7299" y="2358"/>
                  </a:lnTo>
                  <a:lnTo>
                    <a:pt x="7449" y="2246"/>
                  </a:lnTo>
                  <a:lnTo>
                    <a:pt x="7600" y="2121"/>
                  </a:lnTo>
                  <a:lnTo>
                    <a:pt x="7720" y="1982"/>
                  </a:lnTo>
                  <a:lnTo>
                    <a:pt x="7780" y="1837"/>
                  </a:lnTo>
                  <a:lnTo>
                    <a:pt x="7840" y="1678"/>
                  </a:lnTo>
                  <a:lnTo>
                    <a:pt x="7840" y="1605"/>
                  </a:lnTo>
                  <a:lnTo>
                    <a:pt x="7810" y="1500"/>
                  </a:lnTo>
                  <a:lnTo>
                    <a:pt x="7780" y="1394"/>
                  </a:lnTo>
                  <a:lnTo>
                    <a:pt x="7720" y="1295"/>
                  </a:lnTo>
                  <a:lnTo>
                    <a:pt x="7630" y="1196"/>
                  </a:lnTo>
                  <a:lnTo>
                    <a:pt x="7539" y="1103"/>
                  </a:lnTo>
                  <a:lnTo>
                    <a:pt x="7419" y="1017"/>
                  </a:lnTo>
                  <a:lnTo>
                    <a:pt x="7269" y="932"/>
                  </a:lnTo>
                  <a:lnTo>
                    <a:pt x="7119" y="852"/>
                  </a:lnTo>
                  <a:lnTo>
                    <a:pt x="6939" y="780"/>
                  </a:lnTo>
                  <a:lnTo>
                    <a:pt x="6759" y="707"/>
                  </a:lnTo>
                  <a:lnTo>
                    <a:pt x="6548" y="641"/>
                  </a:lnTo>
                  <a:lnTo>
                    <a:pt x="6338" y="575"/>
                  </a:lnTo>
                  <a:lnTo>
                    <a:pt x="6098" y="515"/>
                  </a:lnTo>
                  <a:lnTo>
                    <a:pt x="5858" y="463"/>
                  </a:lnTo>
                  <a:lnTo>
                    <a:pt x="5347" y="357"/>
                  </a:lnTo>
                  <a:lnTo>
                    <a:pt x="4836" y="271"/>
                  </a:lnTo>
                  <a:lnTo>
                    <a:pt x="4266" y="198"/>
                  </a:lnTo>
                  <a:lnTo>
                    <a:pt x="3725" y="132"/>
                  </a:lnTo>
                  <a:lnTo>
                    <a:pt x="3154" y="86"/>
                  </a:lnTo>
                  <a:lnTo>
                    <a:pt x="2614" y="47"/>
                  </a:lnTo>
                  <a:lnTo>
                    <a:pt x="2073" y="20"/>
                  </a:lnTo>
                  <a:lnTo>
                    <a:pt x="1563" y="7"/>
                  </a:lnTo>
                  <a:lnTo>
                    <a:pt x="1112"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55"/>
            <p:cNvSpPr/>
            <p:nvPr/>
          </p:nvSpPr>
          <p:spPr>
            <a:xfrm rot="10800000">
              <a:off x="4625982" y="1695738"/>
              <a:ext cx="745172" cy="1309527"/>
            </a:xfrm>
            <a:custGeom>
              <a:avLst/>
              <a:gdLst/>
              <a:ahLst/>
              <a:cxnLst/>
              <a:rect l="l" t="t" r="r" b="b"/>
              <a:pathLst>
                <a:path w="7840" h="3066" fill="none" extrusionOk="0">
                  <a:moveTo>
                    <a:pt x="4085" y="3065"/>
                  </a:moveTo>
                  <a:lnTo>
                    <a:pt x="4085" y="3065"/>
                  </a:lnTo>
                  <a:lnTo>
                    <a:pt x="4446" y="3032"/>
                  </a:lnTo>
                  <a:lnTo>
                    <a:pt x="4806" y="2992"/>
                  </a:lnTo>
                  <a:lnTo>
                    <a:pt x="5137" y="2953"/>
                  </a:lnTo>
                  <a:lnTo>
                    <a:pt x="5467" y="2907"/>
                  </a:lnTo>
                  <a:lnTo>
                    <a:pt x="5767" y="2854"/>
                  </a:lnTo>
                  <a:lnTo>
                    <a:pt x="6068" y="2788"/>
                  </a:lnTo>
                  <a:lnTo>
                    <a:pt x="6368" y="2722"/>
                  </a:lnTo>
                  <a:lnTo>
                    <a:pt x="6608" y="2642"/>
                  </a:lnTo>
                  <a:lnTo>
                    <a:pt x="6879" y="2557"/>
                  </a:lnTo>
                  <a:lnTo>
                    <a:pt x="7089" y="2464"/>
                  </a:lnTo>
                  <a:lnTo>
                    <a:pt x="7299" y="2358"/>
                  </a:lnTo>
                  <a:lnTo>
                    <a:pt x="7449" y="2246"/>
                  </a:lnTo>
                  <a:lnTo>
                    <a:pt x="7600" y="2121"/>
                  </a:lnTo>
                  <a:lnTo>
                    <a:pt x="7720" y="1982"/>
                  </a:lnTo>
                  <a:lnTo>
                    <a:pt x="7780" y="1837"/>
                  </a:lnTo>
                  <a:lnTo>
                    <a:pt x="7840" y="1678"/>
                  </a:lnTo>
                  <a:lnTo>
                    <a:pt x="7840" y="1678"/>
                  </a:lnTo>
                  <a:lnTo>
                    <a:pt x="7840" y="1605"/>
                  </a:lnTo>
                  <a:lnTo>
                    <a:pt x="7840" y="1605"/>
                  </a:lnTo>
                  <a:lnTo>
                    <a:pt x="7810" y="1500"/>
                  </a:lnTo>
                  <a:lnTo>
                    <a:pt x="7780" y="1394"/>
                  </a:lnTo>
                  <a:lnTo>
                    <a:pt x="7720" y="1295"/>
                  </a:lnTo>
                  <a:lnTo>
                    <a:pt x="7630" y="1196"/>
                  </a:lnTo>
                  <a:lnTo>
                    <a:pt x="7539" y="1103"/>
                  </a:lnTo>
                  <a:lnTo>
                    <a:pt x="7419" y="1017"/>
                  </a:lnTo>
                  <a:lnTo>
                    <a:pt x="7269" y="932"/>
                  </a:lnTo>
                  <a:lnTo>
                    <a:pt x="7119" y="852"/>
                  </a:lnTo>
                  <a:lnTo>
                    <a:pt x="6939" y="780"/>
                  </a:lnTo>
                  <a:lnTo>
                    <a:pt x="6759" y="707"/>
                  </a:lnTo>
                  <a:lnTo>
                    <a:pt x="6548" y="641"/>
                  </a:lnTo>
                  <a:lnTo>
                    <a:pt x="6338" y="575"/>
                  </a:lnTo>
                  <a:lnTo>
                    <a:pt x="6098" y="515"/>
                  </a:lnTo>
                  <a:lnTo>
                    <a:pt x="5858" y="463"/>
                  </a:lnTo>
                  <a:lnTo>
                    <a:pt x="5347" y="357"/>
                  </a:lnTo>
                  <a:lnTo>
                    <a:pt x="4836" y="271"/>
                  </a:lnTo>
                  <a:lnTo>
                    <a:pt x="4266" y="198"/>
                  </a:lnTo>
                  <a:lnTo>
                    <a:pt x="3725" y="132"/>
                  </a:lnTo>
                  <a:lnTo>
                    <a:pt x="3154" y="86"/>
                  </a:lnTo>
                  <a:lnTo>
                    <a:pt x="2614" y="47"/>
                  </a:lnTo>
                  <a:lnTo>
                    <a:pt x="2073" y="20"/>
                  </a:lnTo>
                  <a:lnTo>
                    <a:pt x="1563" y="7"/>
                  </a:lnTo>
                  <a:lnTo>
                    <a:pt x="1112" y="0"/>
                  </a:lnTo>
                  <a:lnTo>
                    <a:pt x="1112" y="0"/>
                  </a:lnTo>
                  <a:lnTo>
                    <a:pt x="962" y="0"/>
                  </a:lnTo>
                  <a:lnTo>
                    <a:pt x="962" y="0"/>
                  </a:lnTo>
                  <a:lnTo>
                    <a:pt x="511" y="0"/>
                  </a:lnTo>
                  <a:lnTo>
                    <a:pt x="1" y="7"/>
                  </a:lnTo>
                  <a:lnTo>
                    <a:pt x="1" y="7"/>
                  </a:lnTo>
                  <a:lnTo>
                    <a:pt x="421" y="47"/>
                  </a:lnTo>
                  <a:lnTo>
                    <a:pt x="782" y="86"/>
                  </a:lnTo>
                  <a:lnTo>
                    <a:pt x="1142" y="139"/>
                  </a:lnTo>
                  <a:lnTo>
                    <a:pt x="1502" y="192"/>
                  </a:lnTo>
                  <a:lnTo>
                    <a:pt x="1803" y="258"/>
                  </a:lnTo>
                  <a:lnTo>
                    <a:pt x="2103" y="331"/>
                  </a:lnTo>
                  <a:lnTo>
                    <a:pt x="2373" y="410"/>
                  </a:lnTo>
                  <a:lnTo>
                    <a:pt x="2614" y="496"/>
                  </a:lnTo>
                  <a:lnTo>
                    <a:pt x="2614" y="496"/>
                  </a:lnTo>
                  <a:lnTo>
                    <a:pt x="2974" y="648"/>
                  </a:lnTo>
                  <a:lnTo>
                    <a:pt x="3275" y="793"/>
                  </a:lnTo>
                  <a:lnTo>
                    <a:pt x="3515" y="932"/>
                  </a:lnTo>
                  <a:lnTo>
                    <a:pt x="3725" y="1077"/>
                  </a:lnTo>
                  <a:lnTo>
                    <a:pt x="3875" y="1216"/>
                  </a:lnTo>
                  <a:lnTo>
                    <a:pt x="3995" y="1348"/>
                  </a:lnTo>
                  <a:lnTo>
                    <a:pt x="4055" y="1486"/>
                  </a:lnTo>
                  <a:lnTo>
                    <a:pt x="4085" y="1612"/>
                  </a:lnTo>
                  <a:lnTo>
                    <a:pt x="4085" y="1612"/>
                  </a:lnTo>
                  <a:lnTo>
                    <a:pt x="4085" y="1711"/>
                  </a:lnTo>
                  <a:lnTo>
                    <a:pt x="4025" y="1804"/>
                  </a:lnTo>
                  <a:lnTo>
                    <a:pt x="3965" y="1903"/>
                  </a:lnTo>
                  <a:lnTo>
                    <a:pt x="3875" y="1988"/>
                  </a:lnTo>
                  <a:lnTo>
                    <a:pt x="3785" y="2081"/>
                  </a:lnTo>
                  <a:lnTo>
                    <a:pt x="3635" y="2167"/>
                  </a:lnTo>
                  <a:lnTo>
                    <a:pt x="3485" y="2253"/>
                  </a:lnTo>
                  <a:lnTo>
                    <a:pt x="3305" y="2332"/>
                  </a:lnTo>
                  <a:lnTo>
                    <a:pt x="3305" y="2332"/>
                  </a:lnTo>
                  <a:lnTo>
                    <a:pt x="3485" y="2418"/>
                  </a:lnTo>
                  <a:lnTo>
                    <a:pt x="3665" y="2504"/>
                  </a:lnTo>
                  <a:lnTo>
                    <a:pt x="3785" y="2590"/>
                  </a:lnTo>
                  <a:lnTo>
                    <a:pt x="3905" y="2682"/>
                  </a:lnTo>
                  <a:lnTo>
                    <a:pt x="3995" y="2775"/>
                  </a:lnTo>
                  <a:lnTo>
                    <a:pt x="4055" y="2867"/>
                  </a:lnTo>
                  <a:lnTo>
                    <a:pt x="4085" y="2959"/>
                  </a:lnTo>
                  <a:lnTo>
                    <a:pt x="4085" y="3052"/>
                  </a:lnTo>
                  <a:lnTo>
                    <a:pt x="4085" y="3052"/>
                  </a:lnTo>
                  <a:lnTo>
                    <a:pt x="4085" y="3052"/>
                  </a:lnTo>
                  <a:lnTo>
                    <a:pt x="4085" y="3052"/>
                  </a:lnTo>
                  <a:lnTo>
                    <a:pt x="4085" y="3052"/>
                  </a:lnTo>
                  <a:lnTo>
                    <a:pt x="4085" y="30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55"/>
            <p:cNvSpPr/>
            <p:nvPr/>
          </p:nvSpPr>
          <p:spPr>
            <a:xfrm rot="10800000">
              <a:off x="4982787" y="1647903"/>
              <a:ext cx="565343" cy="361764"/>
            </a:xfrm>
            <a:custGeom>
              <a:avLst/>
              <a:gdLst/>
              <a:ahLst/>
              <a:cxnLst/>
              <a:rect l="l" t="t" r="r" b="b"/>
              <a:pathLst>
                <a:path w="5948" h="847" extrusionOk="0">
                  <a:moveTo>
                    <a:pt x="5167" y="1"/>
                  </a:moveTo>
                  <a:lnTo>
                    <a:pt x="4866" y="120"/>
                  </a:lnTo>
                  <a:lnTo>
                    <a:pt x="4506" y="226"/>
                  </a:lnTo>
                  <a:lnTo>
                    <a:pt x="4115" y="331"/>
                  </a:lnTo>
                  <a:lnTo>
                    <a:pt x="3665" y="430"/>
                  </a:lnTo>
                  <a:lnTo>
                    <a:pt x="3364" y="483"/>
                  </a:lnTo>
                  <a:lnTo>
                    <a:pt x="3004" y="536"/>
                  </a:lnTo>
                  <a:lnTo>
                    <a:pt x="2584" y="582"/>
                  </a:lnTo>
                  <a:lnTo>
                    <a:pt x="2133" y="622"/>
                  </a:lnTo>
                  <a:lnTo>
                    <a:pt x="1653" y="661"/>
                  </a:lnTo>
                  <a:lnTo>
                    <a:pt x="1142" y="701"/>
                  </a:lnTo>
                  <a:lnTo>
                    <a:pt x="571" y="728"/>
                  </a:lnTo>
                  <a:lnTo>
                    <a:pt x="1" y="754"/>
                  </a:lnTo>
                  <a:lnTo>
                    <a:pt x="511" y="787"/>
                  </a:lnTo>
                  <a:lnTo>
                    <a:pt x="992" y="813"/>
                  </a:lnTo>
                  <a:lnTo>
                    <a:pt x="1502" y="833"/>
                  </a:lnTo>
                  <a:lnTo>
                    <a:pt x="1953" y="840"/>
                  </a:lnTo>
                  <a:lnTo>
                    <a:pt x="2403" y="846"/>
                  </a:lnTo>
                  <a:lnTo>
                    <a:pt x="3244" y="846"/>
                  </a:lnTo>
                  <a:lnTo>
                    <a:pt x="3635" y="840"/>
                  </a:lnTo>
                  <a:lnTo>
                    <a:pt x="4205" y="827"/>
                  </a:lnTo>
                  <a:lnTo>
                    <a:pt x="4776" y="800"/>
                  </a:lnTo>
                  <a:lnTo>
                    <a:pt x="5377" y="774"/>
                  </a:lnTo>
                  <a:lnTo>
                    <a:pt x="5947" y="734"/>
                  </a:lnTo>
                  <a:lnTo>
                    <a:pt x="5947" y="635"/>
                  </a:lnTo>
                  <a:lnTo>
                    <a:pt x="5917" y="543"/>
                  </a:lnTo>
                  <a:lnTo>
                    <a:pt x="5857" y="450"/>
                  </a:lnTo>
                  <a:lnTo>
                    <a:pt x="5767" y="358"/>
                  </a:lnTo>
                  <a:lnTo>
                    <a:pt x="5677" y="265"/>
                  </a:lnTo>
                  <a:lnTo>
                    <a:pt x="5527" y="173"/>
                  </a:lnTo>
                  <a:lnTo>
                    <a:pt x="5377" y="87"/>
                  </a:lnTo>
                  <a:lnTo>
                    <a:pt x="51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55"/>
            <p:cNvSpPr/>
            <p:nvPr/>
          </p:nvSpPr>
          <p:spPr>
            <a:xfrm rot="10800000">
              <a:off x="4982787" y="1647903"/>
              <a:ext cx="565343" cy="361764"/>
            </a:xfrm>
            <a:custGeom>
              <a:avLst/>
              <a:gdLst/>
              <a:ahLst/>
              <a:cxnLst/>
              <a:rect l="l" t="t" r="r" b="b"/>
              <a:pathLst>
                <a:path w="5948" h="847" fill="none" extrusionOk="0">
                  <a:moveTo>
                    <a:pt x="5167" y="1"/>
                  </a:moveTo>
                  <a:lnTo>
                    <a:pt x="5167" y="1"/>
                  </a:lnTo>
                  <a:lnTo>
                    <a:pt x="4866" y="120"/>
                  </a:lnTo>
                  <a:lnTo>
                    <a:pt x="4506" y="226"/>
                  </a:lnTo>
                  <a:lnTo>
                    <a:pt x="4115" y="331"/>
                  </a:lnTo>
                  <a:lnTo>
                    <a:pt x="3665" y="430"/>
                  </a:lnTo>
                  <a:lnTo>
                    <a:pt x="3665" y="430"/>
                  </a:lnTo>
                  <a:lnTo>
                    <a:pt x="3364" y="483"/>
                  </a:lnTo>
                  <a:lnTo>
                    <a:pt x="3004" y="536"/>
                  </a:lnTo>
                  <a:lnTo>
                    <a:pt x="2584" y="582"/>
                  </a:lnTo>
                  <a:lnTo>
                    <a:pt x="2133" y="622"/>
                  </a:lnTo>
                  <a:lnTo>
                    <a:pt x="1653" y="661"/>
                  </a:lnTo>
                  <a:lnTo>
                    <a:pt x="1142" y="701"/>
                  </a:lnTo>
                  <a:lnTo>
                    <a:pt x="571" y="728"/>
                  </a:lnTo>
                  <a:lnTo>
                    <a:pt x="1" y="754"/>
                  </a:lnTo>
                  <a:lnTo>
                    <a:pt x="1" y="754"/>
                  </a:lnTo>
                  <a:lnTo>
                    <a:pt x="511" y="787"/>
                  </a:lnTo>
                  <a:lnTo>
                    <a:pt x="992" y="813"/>
                  </a:lnTo>
                  <a:lnTo>
                    <a:pt x="1502" y="833"/>
                  </a:lnTo>
                  <a:lnTo>
                    <a:pt x="1953" y="840"/>
                  </a:lnTo>
                  <a:lnTo>
                    <a:pt x="2403" y="846"/>
                  </a:lnTo>
                  <a:lnTo>
                    <a:pt x="2854" y="846"/>
                  </a:lnTo>
                  <a:lnTo>
                    <a:pt x="3244" y="846"/>
                  </a:lnTo>
                  <a:lnTo>
                    <a:pt x="3635" y="840"/>
                  </a:lnTo>
                  <a:lnTo>
                    <a:pt x="3635" y="840"/>
                  </a:lnTo>
                  <a:lnTo>
                    <a:pt x="4205" y="827"/>
                  </a:lnTo>
                  <a:lnTo>
                    <a:pt x="4776" y="800"/>
                  </a:lnTo>
                  <a:lnTo>
                    <a:pt x="5377" y="774"/>
                  </a:lnTo>
                  <a:lnTo>
                    <a:pt x="5947" y="734"/>
                  </a:lnTo>
                  <a:lnTo>
                    <a:pt x="5947" y="734"/>
                  </a:lnTo>
                  <a:lnTo>
                    <a:pt x="5947" y="635"/>
                  </a:lnTo>
                  <a:lnTo>
                    <a:pt x="5917" y="543"/>
                  </a:lnTo>
                  <a:lnTo>
                    <a:pt x="5857" y="450"/>
                  </a:lnTo>
                  <a:lnTo>
                    <a:pt x="5767" y="358"/>
                  </a:lnTo>
                  <a:lnTo>
                    <a:pt x="5677" y="265"/>
                  </a:lnTo>
                  <a:lnTo>
                    <a:pt x="5527" y="173"/>
                  </a:lnTo>
                  <a:lnTo>
                    <a:pt x="5377" y="87"/>
                  </a:lnTo>
                  <a:lnTo>
                    <a:pt x="516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55"/>
            <p:cNvSpPr/>
            <p:nvPr/>
          </p:nvSpPr>
          <p:spPr>
            <a:xfrm rot="10800000">
              <a:off x="4982787" y="1647903"/>
              <a:ext cx="565343" cy="361764"/>
            </a:xfrm>
            <a:custGeom>
              <a:avLst/>
              <a:gdLst/>
              <a:ahLst/>
              <a:cxnLst/>
              <a:rect l="l" t="t" r="r" b="b"/>
              <a:pathLst>
                <a:path w="5948" h="847" extrusionOk="0">
                  <a:moveTo>
                    <a:pt x="5167" y="1"/>
                  </a:moveTo>
                  <a:lnTo>
                    <a:pt x="4866" y="120"/>
                  </a:lnTo>
                  <a:lnTo>
                    <a:pt x="4506" y="226"/>
                  </a:lnTo>
                  <a:lnTo>
                    <a:pt x="4115" y="331"/>
                  </a:lnTo>
                  <a:lnTo>
                    <a:pt x="3665" y="430"/>
                  </a:lnTo>
                  <a:lnTo>
                    <a:pt x="3364" y="483"/>
                  </a:lnTo>
                  <a:lnTo>
                    <a:pt x="3004" y="536"/>
                  </a:lnTo>
                  <a:lnTo>
                    <a:pt x="2584" y="582"/>
                  </a:lnTo>
                  <a:lnTo>
                    <a:pt x="2133" y="622"/>
                  </a:lnTo>
                  <a:lnTo>
                    <a:pt x="1653" y="661"/>
                  </a:lnTo>
                  <a:lnTo>
                    <a:pt x="1142" y="701"/>
                  </a:lnTo>
                  <a:lnTo>
                    <a:pt x="571" y="728"/>
                  </a:lnTo>
                  <a:lnTo>
                    <a:pt x="1" y="754"/>
                  </a:lnTo>
                  <a:lnTo>
                    <a:pt x="721" y="800"/>
                  </a:lnTo>
                  <a:lnTo>
                    <a:pt x="1442" y="827"/>
                  </a:lnTo>
                  <a:lnTo>
                    <a:pt x="2103" y="846"/>
                  </a:lnTo>
                  <a:lnTo>
                    <a:pt x="3214" y="846"/>
                  </a:lnTo>
                  <a:lnTo>
                    <a:pt x="3635" y="840"/>
                  </a:lnTo>
                  <a:lnTo>
                    <a:pt x="4205" y="827"/>
                  </a:lnTo>
                  <a:lnTo>
                    <a:pt x="4776" y="800"/>
                  </a:lnTo>
                  <a:lnTo>
                    <a:pt x="5377" y="774"/>
                  </a:lnTo>
                  <a:lnTo>
                    <a:pt x="5947" y="734"/>
                  </a:lnTo>
                  <a:lnTo>
                    <a:pt x="5947" y="721"/>
                  </a:lnTo>
                  <a:lnTo>
                    <a:pt x="5947" y="628"/>
                  </a:lnTo>
                  <a:lnTo>
                    <a:pt x="5917" y="536"/>
                  </a:lnTo>
                  <a:lnTo>
                    <a:pt x="5857" y="444"/>
                  </a:lnTo>
                  <a:lnTo>
                    <a:pt x="5767" y="351"/>
                  </a:lnTo>
                  <a:lnTo>
                    <a:pt x="5647" y="259"/>
                  </a:lnTo>
                  <a:lnTo>
                    <a:pt x="5527" y="173"/>
                  </a:lnTo>
                  <a:lnTo>
                    <a:pt x="5347" y="87"/>
                  </a:lnTo>
                  <a:lnTo>
                    <a:pt x="5167" y="1"/>
                  </a:lnTo>
                  <a:close/>
                </a:path>
              </a:pathLst>
            </a:custGeom>
            <a:solidFill>
              <a:srgbClr val="3D17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55"/>
            <p:cNvSpPr/>
            <p:nvPr/>
          </p:nvSpPr>
          <p:spPr>
            <a:xfrm rot="10800000">
              <a:off x="4982787" y="1647903"/>
              <a:ext cx="565343" cy="361764"/>
            </a:xfrm>
            <a:custGeom>
              <a:avLst/>
              <a:gdLst/>
              <a:ahLst/>
              <a:cxnLst/>
              <a:rect l="l" t="t" r="r" b="b"/>
              <a:pathLst>
                <a:path w="5948" h="847" fill="none" extrusionOk="0">
                  <a:moveTo>
                    <a:pt x="2764" y="846"/>
                  </a:moveTo>
                  <a:lnTo>
                    <a:pt x="2764" y="846"/>
                  </a:lnTo>
                  <a:lnTo>
                    <a:pt x="2764" y="846"/>
                  </a:lnTo>
                  <a:lnTo>
                    <a:pt x="2764" y="846"/>
                  </a:lnTo>
                  <a:lnTo>
                    <a:pt x="3214" y="846"/>
                  </a:lnTo>
                  <a:lnTo>
                    <a:pt x="3635" y="840"/>
                  </a:lnTo>
                  <a:lnTo>
                    <a:pt x="3635" y="840"/>
                  </a:lnTo>
                  <a:lnTo>
                    <a:pt x="4205" y="827"/>
                  </a:lnTo>
                  <a:lnTo>
                    <a:pt x="4776" y="800"/>
                  </a:lnTo>
                  <a:lnTo>
                    <a:pt x="5377" y="774"/>
                  </a:lnTo>
                  <a:lnTo>
                    <a:pt x="5947" y="734"/>
                  </a:lnTo>
                  <a:lnTo>
                    <a:pt x="5947" y="734"/>
                  </a:lnTo>
                  <a:lnTo>
                    <a:pt x="5947" y="734"/>
                  </a:lnTo>
                  <a:lnTo>
                    <a:pt x="5947" y="721"/>
                  </a:lnTo>
                  <a:lnTo>
                    <a:pt x="5947" y="721"/>
                  </a:lnTo>
                  <a:lnTo>
                    <a:pt x="5947" y="628"/>
                  </a:lnTo>
                  <a:lnTo>
                    <a:pt x="5917" y="536"/>
                  </a:lnTo>
                  <a:lnTo>
                    <a:pt x="5857" y="444"/>
                  </a:lnTo>
                  <a:lnTo>
                    <a:pt x="5767" y="351"/>
                  </a:lnTo>
                  <a:lnTo>
                    <a:pt x="5647" y="259"/>
                  </a:lnTo>
                  <a:lnTo>
                    <a:pt x="5527" y="173"/>
                  </a:lnTo>
                  <a:lnTo>
                    <a:pt x="5347" y="87"/>
                  </a:lnTo>
                  <a:lnTo>
                    <a:pt x="5167" y="1"/>
                  </a:lnTo>
                  <a:lnTo>
                    <a:pt x="5167" y="1"/>
                  </a:lnTo>
                  <a:lnTo>
                    <a:pt x="4866" y="120"/>
                  </a:lnTo>
                  <a:lnTo>
                    <a:pt x="4506" y="226"/>
                  </a:lnTo>
                  <a:lnTo>
                    <a:pt x="4115" y="331"/>
                  </a:lnTo>
                  <a:lnTo>
                    <a:pt x="3665" y="430"/>
                  </a:lnTo>
                  <a:lnTo>
                    <a:pt x="3665" y="430"/>
                  </a:lnTo>
                  <a:lnTo>
                    <a:pt x="3364" y="483"/>
                  </a:lnTo>
                  <a:lnTo>
                    <a:pt x="3004" y="536"/>
                  </a:lnTo>
                  <a:lnTo>
                    <a:pt x="2584" y="582"/>
                  </a:lnTo>
                  <a:lnTo>
                    <a:pt x="2133" y="622"/>
                  </a:lnTo>
                  <a:lnTo>
                    <a:pt x="1653" y="661"/>
                  </a:lnTo>
                  <a:lnTo>
                    <a:pt x="1142" y="701"/>
                  </a:lnTo>
                  <a:lnTo>
                    <a:pt x="571" y="728"/>
                  </a:lnTo>
                  <a:lnTo>
                    <a:pt x="1" y="754"/>
                  </a:lnTo>
                  <a:lnTo>
                    <a:pt x="1" y="754"/>
                  </a:lnTo>
                  <a:lnTo>
                    <a:pt x="721" y="800"/>
                  </a:lnTo>
                  <a:lnTo>
                    <a:pt x="1442" y="827"/>
                  </a:lnTo>
                  <a:lnTo>
                    <a:pt x="2103" y="846"/>
                  </a:lnTo>
                  <a:lnTo>
                    <a:pt x="2764" y="84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8" name="Google Shape;1028;p55"/>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029" name="Google Shape;1029;p55"/>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Purple - Big Quotes">
  <p:cSld name="CUSTOM_1_2">
    <p:spTree>
      <p:nvGrpSpPr>
        <p:cNvPr id="1" name="Shape 1030"/>
        <p:cNvGrpSpPr/>
        <p:nvPr/>
      </p:nvGrpSpPr>
      <p:grpSpPr>
        <a:xfrm>
          <a:off x="0" y="0"/>
          <a:ext cx="0" cy="0"/>
          <a:chOff x="0" y="0"/>
          <a:chExt cx="0" cy="0"/>
        </a:xfrm>
      </p:grpSpPr>
      <p:grpSp>
        <p:nvGrpSpPr>
          <p:cNvPr id="1031" name="Google Shape;1031;p56"/>
          <p:cNvGrpSpPr/>
          <p:nvPr/>
        </p:nvGrpSpPr>
        <p:grpSpPr>
          <a:xfrm>
            <a:off x="2715375" y="144970"/>
            <a:ext cx="6052628" cy="4821667"/>
            <a:chOff x="3150201" y="2183525"/>
            <a:chExt cx="619163" cy="493250"/>
          </a:xfrm>
        </p:grpSpPr>
        <p:sp>
          <p:nvSpPr>
            <p:cNvPr id="1032" name="Google Shape;1032;p56"/>
            <p:cNvSpPr/>
            <p:nvPr/>
          </p:nvSpPr>
          <p:spPr>
            <a:xfrm flipH="1">
              <a:off x="3150201" y="2231600"/>
              <a:ext cx="437314" cy="423500"/>
            </a:xfrm>
            <a:custGeom>
              <a:avLst/>
              <a:gdLst/>
              <a:ahLst/>
              <a:cxnLst/>
              <a:rect l="l" t="t" r="r" b="b"/>
              <a:pathLst>
                <a:path w="103140" h="16940" extrusionOk="0">
                  <a:moveTo>
                    <a:pt x="50399" y="0"/>
                  </a:moveTo>
                  <a:lnTo>
                    <a:pt x="48807" y="11"/>
                  </a:lnTo>
                  <a:lnTo>
                    <a:pt x="47275" y="26"/>
                  </a:lnTo>
                  <a:lnTo>
                    <a:pt x="45743" y="46"/>
                  </a:lnTo>
                  <a:lnTo>
                    <a:pt x="44242" y="72"/>
                  </a:lnTo>
                  <a:lnTo>
                    <a:pt x="42800" y="108"/>
                  </a:lnTo>
                  <a:lnTo>
                    <a:pt x="41358" y="143"/>
                  </a:lnTo>
                  <a:lnTo>
                    <a:pt x="39947" y="189"/>
                  </a:lnTo>
                  <a:lnTo>
                    <a:pt x="38595" y="235"/>
                  </a:lnTo>
                  <a:lnTo>
                    <a:pt x="37244" y="291"/>
                  </a:lnTo>
                  <a:lnTo>
                    <a:pt x="35922" y="347"/>
                  </a:lnTo>
                  <a:lnTo>
                    <a:pt x="34631" y="408"/>
                  </a:lnTo>
                  <a:lnTo>
                    <a:pt x="33369" y="480"/>
                  </a:lnTo>
                  <a:lnTo>
                    <a:pt x="32138" y="551"/>
                  </a:lnTo>
                  <a:lnTo>
                    <a:pt x="30906" y="628"/>
                  </a:lnTo>
                  <a:lnTo>
                    <a:pt x="29735" y="709"/>
                  </a:lnTo>
                  <a:lnTo>
                    <a:pt x="28564" y="796"/>
                  </a:lnTo>
                  <a:lnTo>
                    <a:pt x="27452" y="883"/>
                  </a:lnTo>
                  <a:lnTo>
                    <a:pt x="26341" y="980"/>
                  </a:lnTo>
                  <a:lnTo>
                    <a:pt x="25260" y="1077"/>
                  </a:lnTo>
                  <a:lnTo>
                    <a:pt x="24209" y="1179"/>
                  </a:lnTo>
                  <a:lnTo>
                    <a:pt x="23187" y="1281"/>
                  </a:lnTo>
                  <a:lnTo>
                    <a:pt x="22166" y="1388"/>
                  </a:lnTo>
                  <a:lnTo>
                    <a:pt x="21205" y="1500"/>
                  </a:lnTo>
                  <a:lnTo>
                    <a:pt x="20244" y="1617"/>
                  </a:lnTo>
                  <a:lnTo>
                    <a:pt x="19313" y="1735"/>
                  </a:lnTo>
                  <a:lnTo>
                    <a:pt x="18412" y="1852"/>
                  </a:lnTo>
                  <a:lnTo>
                    <a:pt x="17541" y="1979"/>
                  </a:lnTo>
                  <a:lnTo>
                    <a:pt x="16700" y="2102"/>
                  </a:lnTo>
                  <a:lnTo>
                    <a:pt x="15859" y="2234"/>
                  </a:lnTo>
                  <a:lnTo>
                    <a:pt x="15048" y="2362"/>
                  </a:lnTo>
                  <a:lnTo>
                    <a:pt x="14267" y="2495"/>
                  </a:lnTo>
                  <a:lnTo>
                    <a:pt x="14297" y="2760"/>
                  </a:lnTo>
                  <a:lnTo>
                    <a:pt x="14297" y="2898"/>
                  </a:lnTo>
                  <a:lnTo>
                    <a:pt x="14237" y="3035"/>
                  </a:lnTo>
                  <a:lnTo>
                    <a:pt x="14207" y="3183"/>
                  </a:lnTo>
                  <a:lnTo>
                    <a:pt x="14117" y="3331"/>
                  </a:lnTo>
                  <a:lnTo>
                    <a:pt x="14027" y="3479"/>
                  </a:lnTo>
                  <a:lnTo>
                    <a:pt x="13907" y="3627"/>
                  </a:lnTo>
                  <a:lnTo>
                    <a:pt x="13756" y="3780"/>
                  </a:lnTo>
                  <a:lnTo>
                    <a:pt x="13576" y="3938"/>
                  </a:lnTo>
                  <a:lnTo>
                    <a:pt x="13366" y="4091"/>
                  </a:lnTo>
                  <a:lnTo>
                    <a:pt x="13156" y="4249"/>
                  </a:lnTo>
                  <a:lnTo>
                    <a:pt x="12885" y="4402"/>
                  </a:lnTo>
                  <a:lnTo>
                    <a:pt x="12585" y="4560"/>
                  </a:lnTo>
                  <a:lnTo>
                    <a:pt x="12255" y="4719"/>
                  </a:lnTo>
                  <a:lnTo>
                    <a:pt x="11924" y="4872"/>
                  </a:lnTo>
                  <a:lnTo>
                    <a:pt x="11534" y="5025"/>
                  </a:lnTo>
                  <a:lnTo>
                    <a:pt x="11083" y="5178"/>
                  </a:lnTo>
                  <a:lnTo>
                    <a:pt x="10633" y="5331"/>
                  </a:lnTo>
                  <a:lnTo>
                    <a:pt x="10122" y="5479"/>
                  </a:lnTo>
                  <a:lnTo>
                    <a:pt x="9582" y="5621"/>
                  </a:lnTo>
                  <a:lnTo>
                    <a:pt x="9011" y="5764"/>
                  </a:lnTo>
                  <a:lnTo>
                    <a:pt x="8380" y="5902"/>
                  </a:lnTo>
                  <a:lnTo>
                    <a:pt x="7719" y="6040"/>
                  </a:lnTo>
                  <a:lnTo>
                    <a:pt x="7029" y="6172"/>
                  </a:lnTo>
                  <a:lnTo>
                    <a:pt x="6278" y="6300"/>
                  </a:lnTo>
                  <a:lnTo>
                    <a:pt x="5467" y="6422"/>
                  </a:lnTo>
                  <a:lnTo>
                    <a:pt x="4626" y="6539"/>
                  </a:lnTo>
                  <a:lnTo>
                    <a:pt x="3725" y="6652"/>
                  </a:lnTo>
                  <a:lnTo>
                    <a:pt x="2794" y="6754"/>
                  </a:lnTo>
                  <a:lnTo>
                    <a:pt x="1803" y="6856"/>
                  </a:lnTo>
                  <a:lnTo>
                    <a:pt x="751" y="6947"/>
                  </a:lnTo>
                  <a:lnTo>
                    <a:pt x="571" y="7111"/>
                  </a:lnTo>
                  <a:lnTo>
                    <a:pt x="421" y="7269"/>
                  </a:lnTo>
                  <a:lnTo>
                    <a:pt x="301" y="7422"/>
                  </a:lnTo>
                  <a:lnTo>
                    <a:pt x="211" y="7575"/>
                  </a:lnTo>
                  <a:lnTo>
                    <a:pt x="121" y="7728"/>
                  </a:lnTo>
                  <a:lnTo>
                    <a:pt x="61" y="7876"/>
                  </a:lnTo>
                  <a:lnTo>
                    <a:pt x="31" y="8019"/>
                  </a:lnTo>
                  <a:lnTo>
                    <a:pt x="1" y="8156"/>
                  </a:lnTo>
                  <a:lnTo>
                    <a:pt x="1" y="8488"/>
                  </a:lnTo>
                  <a:lnTo>
                    <a:pt x="61" y="8845"/>
                  </a:lnTo>
                  <a:lnTo>
                    <a:pt x="181" y="9227"/>
                  </a:lnTo>
                  <a:lnTo>
                    <a:pt x="271" y="9426"/>
                  </a:lnTo>
                  <a:lnTo>
                    <a:pt x="391" y="9625"/>
                  </a:lnTo>
                  <a:lnTo>
                    <a:pt x="661" y="9717"/>
                  </a:lnTo>
                  <a:lnTo>
                    <a:pt x="932" y="9809"/>
                  </a:lnTo>
                  <a:lnTo>
                    <a:pt x="1172" y="9906"/>
                  </a:lnTo>
                  <a:lnTo>
                    <a:pt x="1382" y="10003"/>
                  </a:lnTo>
                  <a:lnTo>
                    <a:pt x="1592" y="10095"/>
                  </a:lnTo>
                  <a:lnTo>
                    <a:pt x="1773" y="10192"/>
                  </a:lnTo>
                  <a:lnTo>
                    <a:pt x="2103" y="10385"/>
                  </a:lnTo>
                  <a:lnTo>
                    <a:pt x="2343" y="10579"/>
                  </a:lnTo>
                  <a:lnTo>
                    <a:pt x="2553" y="10773"/>
                  </a:lnTo>
                  <a:lnTo>
                    <a:pt x="2704" y="10962"/>
                  </a:lnTo>
                  <a:lnTo>
                    <a:pt x="2854" y="11145"/>
                  </a:lnTo>
                  <a:lnTo>
                    <a:pt x="2914" y="11283"/>
                  </a:lnTo>
                  <a:lnTo>
                    <a:pt x="2974" y="11426"/>
                  </a:lnTo>
                  <a:lnTo>
                    <a:pt x="2974" y="11574"/>
                  </a:lnTo>
                  <a:lnTo>
                    <a:pt x="2944" y="11737"/>
                  </a:lnTo>
                  <a:lnTo>
                    <a:pt x="3425" y="11967"/>
                  </a:lnTo>
                  <a:lnTo>
                    <a:pt x="3935" y="12196"/>
                  </a:lnTo>
                  <a:lnTo>
                    <a:pt x="4506" y="12426"/>
                  </a:lnTo>
                  <a:lnTo>
                    <a:pt x="5106" y="12655"/>
                  </a:lnTo>
                  <a:lnTo>
                    <a:pt x="5767" y="12885"/>
                  </a:lnTo>
                  <a:lnTo>
                    <a:pt x="6458" y="13109"/>
                  </a:lnTo>
                  <a:lnTo>
                    <a:pt x="7239" y="13334"/>
                  </a:lnTo>
                  <a:lnTo>
                    <a:pt x="8050" y="13553"/>
                  </a:lnTo>
                  <a:lnTo>
                    <a:pt x="8921" y="13772"/>
                  </a:lnTo>
                  <a:lnTo>
                    <a:pt x="9852" y="13986"/>
                  </a:lnTo>
                  <a:lnTo>
                    <a:pt x="10843" y="14196"/>
                  </a:lnTo>
                  <a:lnTo>
                    <a:pt x="11924" y="14400"/>
                  </a:lnTo>
                  <a:lnTo>
                    <a:pt x="13036" y="14598"/>
                  </a:lnTo>
                  <a:lnTo>
                    <a:pt x="14237" y="14797"/>
                  </a:lnTo>
                  <a:lnTo>
                    <a:pt x="14868" y="14889"/>
                  </a:lnTo>
                  <a:lnTo>
                    <a:pt x="15498" y="14986"/>
                  </a:lnTo>
                  <a:lnTo>
                    <a:pt x="16159" y="15078"/>
                  </a:lnTo>
                  <a:lnTo>
                    <a:pt x="16820" y="15170"/>
                  </a:lnTo>
                  <a:lnTo>
                    <a:pt x="17180" y="15144"/>
                  </a:lnTo>
                  <a:lnTo>
                    <a:pt x="17571" y="15129"/>
                  </a:lnTo>
                  <a:lnTo>
                    <a:pt x="17991" y="15109"/>
                  </a:lnTo>
                  <a:lnTo>
                    <a:pt x="18412" y="15093"/>
                  </a:lnTo>
                  <a:lnTo>
                    <a:pt x="18862" y="15083"/>
                  </a:lnTo>
                  <a:lnTo>
                    <a:pt x="19343" y="15078"/>
                  </a:lnTo>
                  <a:lnTo>
                    <a:pt x="19823" y="15073"/>
                  </a:lnTo>
                  <a:lnTo>
                    <a:pt x="20334" y="15068"/>
                  </a:lnTo>
                  <a:lnTo>
                    <a:pt x="20634" y="15068"/>
                  </a:lnTo>
                  <a:lnTo>
                    <a:pt x="21235" y="15073"/>
                  </a:lnTo>
                  <a:lnTo>
                    <a:pt x="21806" y="15083"/>
                  </a:lnTo>
                  <a:lnTo>
                    <a:pt x="22346" y="15093"/>
                  </a:lnTo>
                  <a:lnTo>
                    <a:pt x="22887" y="15109"/>
                  </a:lnTo>
                  <a:lnTo>
                    <a:pt x="23368" y="15129"/>
                  </a:lnTo>
                  <a:lnTo>
                    <a:pt x="23818" y="15149"/>
                  </a:lnTo>
                  <a:lnTo>
                    <a:pt x="24269" y="15175"/>
                  </a:lnTo>
                  <a:lnTo>
                    <a:pt x="24689" y="15205"/>
                  </a:lnTo>
                  <a:lnTo>
                    <a:pt x="25080" y="15236"/>
                  </a:lnTo>
                  <a:lnTo>
                    <a:pt x="25440" y="15267"/>
                  </a:lnTo>
                  <a:lnTo>
                    <a:pt x="25770" y="15302"/>
                  </a:lnTo>
                  <a:lnTo>
                    <a:pt x="26101" y="15338"/>
                  </a:lnTo>
                  <a:lnTo>
                    <a:pt x="26401" y="15379"/>
                  </a:lnTo>
                  <a:lnTo>
                    <a:pt x="26671" y="15420"/>
                  </a:lnTo>
                  <a:lnTo>
                    <a:pt x="26912" y="15466"/>
                  </a:lnTo>
                  <a:lnTo>
                    <a:pt x="27152" y="15506"/>
                  </a:lnTo>
                  <a:lnTo>
                    <a:pt x="27362" y="15552"/>
                  </a:lnTo>
                  <a:lnTo>
                    <a:pt x="27572" y="15598"/>
                  </a:lnTo>
                  <a:lnTo>
                    <a:pt x="27933" y="15695"/>
                  </a:lnTo>
                  <a:lnTo>
                    <a:pt x="28203" y="15797"/>
                  </a:lnTo>
                  <a:lnTo>
                    <a:pt x="28443" y="15899"/>
                  </a:lnTo>
                  <a:lnTo>
                    <a:pt x="28624" y="15996"/>
                  </a:lnTo>
                  <a:lnTo>
                    <a:pt x="28744" y="16098"/>
                  </a:lnTo>
                  <a:lnTo>
                    <a:pt x="28834" y="16195"/>
                  </a:lnTo>
                  <a:lnTo>
                    <a:pt x="28894" y="16287"/>
                  </a:lnTo>
                  <a:lnTo>
                    <a:pt x="30065" y="16353"/>
                  </a:lnTo>
                  <a:lnTo>
                    <a:pt x="31267" y="16419"/>
                  </a:lnTo>
                  <a:lnTo>
                    <a:pt x="32468" y="16486"/>
                  </a:lnTo>
                  <a:lnTo>
                    <a:pt x="33730" y="16542"/>
                  </a:lnTo>
                  <a:lnTo>
                    <a:pt x="35021" y="16598"/>
                  </a:lnTo>
                  <a:lnTo>
                    <a:pt x="36343" y="16649"/>
                  </a:lnTo>
                  <a:lnTo>
                    <a:pt x="37694" y="16700"/>
                  </a:lnTo>
                  <a:lnTo>
                    <a:pt x="39106" y="16741"/>
                  </a:lnTo>
                  <a:lnTo>
                    <a:pt x="40517" y="16782"/>
                  </a:lnTo>
                  <a:lnTo>
                    <a:pt x="41959" y="16817"/>
                  </a:lnTo>
                  <a:lnTo>
                    <a:pt x="43461" y="16848"/>
                  </a:lnTo>
                  <a:lnTo>
                    <a:pt x="44962" y="16873"/>
                  </a:lnTo>
                  <a:lnTo>
                    <a:pt x="46524" y="16899"/>
                  </a:lnTo>
                  <a:lnTo>
                    <a:pt x="48116" y="16914"/>
                  </a:lnTo>
                  <a:lnTo>
                    <a:pt x="49738" y="16929"/>
                  </a:lnTo>
                  <a:lnTo>
                    <a:pt x="51420" y="16940"/>
                  </a:lnTo>
                  <a:lnTo>
                    <a:pt x="55415" y="16940"/>
                  </a:lnTo>
                  <a:lnTo>
                    <a:pt x="57457" y="16924"/>
                  </a:lnTo>
                  <a:lnTo>
                    <a:pt x="59469" y="16899"/>
                  </a:lnTo>
                  <a:lnTo>
                    <a:pt x="61391" y="16868"/>
                  </a:lnTo>
                  <a:lnTo>
                    <a:pt x="63284" y="16827"/>
                  </a:lnTo>
                  <a:lnTo>
                    <a:pt x="65116" y="16776"/>
                  </a:lnTo>
                  <a:lnTo>
                    <a:pt x="66888" y="16720"/>
                  </a:lnTo>
                  <a:lnTo>
                    <a:pt x="68630" y="16654"/>
                  </a:lnTo>
                  <a:lnTo>
                    <a:pt x="70282" y="16583"/>
                  </a:lnTo>
                  <a:lnTo>
                    <a:pt x="71904" y="16501"/>
                  </a:lnTo>
                  <a:lnTo>
                    <a:pt x="73495" y="16414"/>
                  </a:lnTo>
                  <a:lnTo>
                    <a:pt x="74997" y="16317"/>
                  </a:lnTo>
                  <a:lnTo>
                    <a:pt x="76469" y="16215"/>
                  </a:lnTo>
                  <a:lnTo>
                    <a:pt x="77880" y="16108"/>
                  </a:lnTo>
                  <a:lnTo>
                    <a:pt x="79262" y="15991"/>
                  </a:lnTo>
                  <a:lnTo>
                    <a:pt x="80584" y="15874"/>
                  </a:lnTo>
                  <a:lnTo>
                    <a:pt x="81875" y="15746"/>
                  </a:lnTo>
                  <a:lnTo>
                    <a:pt x="83107" y="15614"/>
                  </a:lnTo>
                  <a:lnTo>
                    <a:pt x="84278" y="15476"/>
                  </a:lnTo>
                  <a:lnTo>
                    <a:pt x="85419" y="15333"/>
                  </a:lnTo>
                  <a:lnTo>
                    <a:pt x="86530" y="15185"/>
                  </a:lnTo>
                  <a:lnTo>
                    <a:pt x="87582" y="15032"/>
                  </a:lnTo>
                  <a:lnTo>
                    <a:pt x="88603" y="14874"/>
                  </a:lnTo>
                  <a:lnTo>
                    <a:pt x="89564" y="14711"/>
                  </a:lnTo>
                  <a:lnTo>
                    <a:pt x="90495" y="14542"/>
                  </a:lnTo>
                  <a:lnTo>
                    <a:pt x="91396" y="14374"/>
                  </a:lnTo>
                  <a:lnTo>
                    <a:pt x="92237" y="14201"/>
                  </a:lnTo>
                  <a:lnTo>
                    <a:pt x="93048" y="14027"/>
                  </a:lnTo>
                  <a:lnTo>
                    <a:pt x="93829" y="13844"/>
                  </a:lnTo>
                  <a:lnTo>
                    <a:pt x="94580" y="13660"/>
                  </a:lnTo>
                  <a:lnTo>
                    <a:pt x="95271" y="13476"/>
                  </a:lnTo>
                  <a:lnTo>
                    <a:pt x="95931" y="13288"/>
                  </a:lnTo>
                  <a:lnTo>
                    <a:pt x="96562" y="13099"/>
                  </a:lnTo>
                  <a:lnTo>
                    <a:pt x="97163" y="12905"/>
                  </a:lnTo>
                  <a:lnTo>
                    <a:pt x="97733" y="12711"/>
                  </a:lnTo>
                  <a:lnTo>
                    <a:pt x="98244" y="12517"/>
                  </a:lnTo>
                  <a:lnTo>
                    <a:pt x="98755" y="12318"/>
                  </a:lnTo>
                  <a:lnTo>
                    <a:pt x="99235" y="12120"/>
                  </a:lnTo>
                  <a:lnTo>
                    <a:pt x="99656" y="11921"/>
                  </a:lnTo>
                  <a:lnTo>
                    <a:pt x="100076" y="11722"/>
                  </a:lnTo>
                  <a:lnTo>
                    <a:pt x="100437" y="11523"/>
                  </a:lnTo>
                  <a:lnTo>
                    <a:pt x="100797" y="11324"/>
                  </a:lnTo>
                  <a:lnTo>
                    <a:pt x="101127" y="11125"/>
                  </a:lnTo>
                  <a:lnTo>
                    <a:pt x="101428" y="10926"/>
                  </a:lnTo>
                  <a:lnTo>
                    <a:pt x="101698" y="10727"/>
                  </a:lnTo>
                  <a:lnTo>
                    <a:pt x="101938" y="10528"/>
                  </a:lnTo>
                  <a:lnTo>
                    <a:pt x="102149" y="10329"/>
                  </a:lnTo>
                  <a:lnTo>
                    <a:pt x="102359" y="10130"/>
                  </a:lnTo>
                  <a:lnTo>
                    <a:pt x="102509" y="9936"/>
                  </a:lnTo>
                  <a:lnTo>
                    <a:pt x="102659" y="9743"/>
                  </a:lnTo>
                  <a:lnTo>
                    <a:pt x="102809" y="9554"/>
                  </a:lnTo>
                  <a:lnTo>
                    <a:pt x="102899" y="9365"/>
                  </a:lnTo>
                  <a:lnTo>
                    <a:pt x="102989" y="9176"/>
                  </a:lnTo>
                  <a:lnTo>
                    <a:pt x="103050" y="8993"/>
                  </a:lnTo>
                  <a:lnTo>
                    <a:pt x="103140" y="8636"/>
                  </a:lnTo>
                  <a:lnTo>
                    <a:pt x="103140" y="8289"/>
                  </a:lnTo>
                  <a:lnTo>
                    <a:pt x="103110" y="7957"/>
                  </a:lnTo>
                  <a:lnTo>
                    <a:pt x="102989" y="7641"/>
                  </a:lnTo>
                  <a:lnTo>
                    <a:pt x="102839" y="7345"/>
                  </a:lnTo>
                  <a:lnTo>
                    <a:pt x="102539" y="6927"/>
                  </a:lnTo>
                  <a:lnTo>
                    <a:pt x="102179" y="6499"/>
                  </a:lnTo>
                  <a:lnTo>
                    <a:pt x="101968" y="6284"/>
                  </a:lnTo>
                  <a:lnTo>
                    <a:pt x="101728" y="6070"/>
                  </a:lnTo>
                  <a:lnTo>
                    <a:pt x="101488" y="5851"/>
                  </a:lnTo>
                  <a:lnTo>
                    <a:pt x="101217" y="5632"/>
                  </a:lnTo>
                  <a:lnTo>
                    <a:pt x="100887" y="5412"/>
                  </a:lnTo>
                  <a:lnTo>
                    <a:pt x="100557" y="5193"/>
                  </a:lnTo>
                  <a:lnTo>
                    <a:pt x="100196" y="4979"/>
                  </a:lnTo>
                  <a:lnTo>
                    <a:pt x="99806" y="4759"/>
                  </a:lnTo>
                  <a:lnTo>
                    <a:pt x="99355" y="4545"/>
                  </a:lnTo>
                  <a:lnTo>
                    <a:pt x="98875" y="4326"/>
                  </a:lnTo>
                  <a:lnTo>
                    <a:pt x="98364" y="4112"/>
                  </a:lnTo>
                  <a:lnTo>
                    <a:pt x="97793" y="3902"/>
                  </a:lnTo>
                  <a:lnTo>
                    <a:pt x="97193" y="3693"/>
                  </a:lnTo>
                  <a:lnTo>
                    <a:pt x="96562" y="3484"/>
                  </a:lnTo>
                  <a:lnTo>
                    <a:pt x="95841" y="3280"/>
                  </a:lnTo>
                  <a:lnTo>
                    <a:pt x="95120" y="3081"/>
                  </a:lnTo>
                  <a:lnTo>
                    <a:pt x="94309" y="2882"/>
                  </a:lnTo>
                  <a:lnTo>
                    <a:pt x="93468" y="2688"/>
                  </a:lnTo>
                  <a:lnTo>
                    <a:pt x="92537" y="2500"/>
                  </a:lnTo>
                  <a:lnTo>
                    <a:pt x="91576" y="2316"/>
                  </a:lnTo>
                  <a:lnTo>
                    <a:pt x="90555" y="2138"/>
                  </a:lnTo>
                  <a:lnTo>
                    <a:pt x="89474" y="1959"/>
                  </a:lnTo>
                  <a:lnTo>
                    <a:pt x="88303" y="1791"/>
                  </a:lnTo>
                  <a:lnTo>
                    <a:pt x="87101" y="1628"/>
                  </a:lnTo>
                  <a:lnTo>
                    <a:pt x="85810" y="1469"/>
                  </a:lnTo>
                  <a:lnTo>
                    <a:pt x="84428" y="1316"/>
                  </a:lnTo>
                  <a:lnTo>
                    <a:pt x="83737" y="1240"/>
                  </a:lnTo>
                  <a:lnTo>
                    <a:pt x="83016" y="1168"/>
                  </a:lnTo>
                  <a:lnTo>
                    <a:pt x="82266" y="1102"/>
                  </a:lnTo>
                  <a:lnTo>
                    <a:pt x="81515" y="1031"/>
                  </a:lnTo>
                  <a:lnTo>
                    <a:pt x="81064" y="1072"/>
                  </a:lnTo>
                  <a:lnTo>
                    <a:pt x="80584" y="1107"/>
                  </a:lnTo>
                  <a:lnTo>
                    <a:pt x="80073" y="1138"/>
                  </a:lnTo>
                  <a:lnTo>
                    <a:pt x="79532" y="1163"/>
                  </a:lnTo>
                  <a:lnTo>
                    <a:pt x="78962" y="1184"/>
                  </a:lnTo>
                  <a:lnTo>
                    <a:pt x="78361" y="1199"/>
                  </a:lnTo>
                  <a:lnTo>
                    <a:pt x="77700" y="1209"/>
                  </a:lnTo>
                  <a:lnTo>
                    <a:pt x="77009" y="1214"/>
                  </a:lnTo>
                  <a:lnTo>
                    <a:pt x="76709" y="1214"/>
                  </a:lnTo>
                  <a:lnTo>
                    <a:pt x="75748" y="1204"/>
                  </a:lnTo>
                  <a:lnTo>
                    <a:pt x="74847" y="1184"/>
                  </a:lnTo>
                  <a:lnTo>
                    <a:pt x="74036" y="1153"/>
                  </a:lnTo>
                  <a:lnTo>
                    <a:pt x="73285" y="1117"/>
                  </a:lnTo>
                  <a:lnTo>
                    <a:pt x="72594" y="1077"/>
                  </a:lnTo>
                  <a:lnTo>
                    <a:pt x="71994" y="1026"/>
                  </a:lnTo>
                  <a:lnTo>
                    <a:pt x="71453" y="964"/>
                  </a:lnTo>
                  <a:lnTo>
                    <a:pt x="70942" y="903"/>
                  </a:lnTo>
                  <a:lnTo>
                    <a:pt x="70522" y="832"/>
                  </a:lnTo>
                  <a:lnTo>
                    <a:pt x="70132" y="760"/>
                  </a:lnTo>
                  <a:lnTo>
                    <a:pt x="69801" y="689"/>
                  </a:lnTo>
                  <a:lnTo>
                    <a:pt x="69501" y="607"/>
                  </a:lnTo>
                  <a:lnTo>
                    <a:pt x="69261" y="526"/>
                  </a:lnTo>
                  <a:lnTo>
                    <a:pt x="69050" y="444"/>
                  </a:lnTo>
                  <a:lnTo>
                    <a:pt x="68870" y="363"/>
                  </a:lnTo>
                  <a:lnTo>
                    <a:pt x="68720" y="281"/>
                  </a:lnTo>
                  <a:lnTo>
                    <a:pt x="67128" y="230"/>
                  </a:lnTo>
                  <a:lnTo>
                    <a:pt x="65476" y="179"/>
                  </a:lnTo>
                  <a:lnTo>
                    <a:pt x="63764" y="138"/>
                  </a:lnTo>
                  <a:lnTo>
                    <a:pt x="61992" y="97"/>
                  </a:lnTo>
                  <a:lnTo>
                    <a:pt x="60190" y="67"/>
                  </a:lnTo>
                  <a:lnTo>
                    <a:pt x="58328" y="41"/>
                  </a:lnTo>
                  <a:lnTo>
                    <a:pt x="56406" y="21"/>
                  </a:lnTo>
                  <a:lnTo>
                    <a:pt x="54423" y="6"/>
                  </a:lnTo>
                  <a:lnTo>
                    <a:pt x="53192"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56"/>
            <p:cNvSpPr/>
            <p:nvPr/>
          </p:nvSpPr>
          <p:spPr>
            <a:xfrm flipH="1">
              <a:off x="3150201" y="2231600"/>
              <a:ext cx="437314" cy="423500"/>
            </a:xfrm>
            <a:custGeom>
              <a:avLst/>
              <a:gdLst/>
              <a:ahLst/>
              <a:cxnLst/>
              <a:rect l="l" t="t" r="r" b="b"/>
              <a:pathLst>
                <a:path w="103140" h="16940" fill="none" extrusionOk="0">
                  <a:moveTo>
                    <a:pt x="51991" y="0"/>
                  </a:moveTo>
                  <a:lnTo>
                    <a:pt x="51991" y="0"/>
                  </a:lnTo>
                  <a:lnTo>
                    <a:pt x="53192" y="0"/>
                  </a:lnTo>
                  <a:lnTo>
                    <a:pt x="54423" y="6"/>
                  </a:lnTo>
                  <a:lnTo>
                    <a:pt x="54423" y="6"/>
                  </a:lnTo>
                  <a:lnTo>
                    <a:pt x="56406" y="21"/>
                  </a:lnTo>
                  <a:lnTo>
                    <a:pt x="58328" y="41"/>
                  </a:lnTo>
                  <a:lnTo>
                    <a:pt x="60190" y="67"/>
                  </a:lnTo>
                  <a:lnTo>
                    <a:pt x="61992" y="97"/>
                  </a:lnTo>
                  <a:lnTo>
                    <a:pt x="63764" y="138"/>
                  </a:lnTo>
                  <a:lnTo>
                    <a:pt x="65476" y="179"/>
                  </a:lnTo>
                  <a:lnTo>
                    <a:pt x="67128" y="230"/>
                  </a:lnTo>
                  <a:lnTo>
                    <a:pt x="68720" y="281"/>
                  </a:lnTo>
                  <a:lnTo>
                    <a:pt x="68720" y="281"/>
                  </a:lnTo>
                  <a:lnTo>
                    <a:pt x="68870" y="363"/>
                  </a:lnTo>
                  <a:lnTo>
                    <a:pt x="69050" y="444"/>
                  </a:lnTo>
                  <a:lnTo>
                    <a:pt x="69261" y="526"/>
                  </a:lnTo>
                  <a:lnTo>
                    <a:pt x="69501" y="607"/>
                  </a:lnTo>
                  <a:lnTo>
                    <a:pt x="69801" y="689"/>
                  </a:lnTo>
                  <a:lnTo>
                    <a:pt x="70132" y="760"/>
                  </a:lnTo>
                  <a:lnTo>
                    <a:pt x="70522" y="832"/>
                  </a:lnTo>
                  <a:lnTo>
                    <a:pt x="70942" y="903"/>
                  </a:lnTo>
                  <a:lnTo>
                    <a:pt x="71453" y="964"/>
                  </a:lnTo>
                  <a:lnTo>
                    <a:pt x="71994" y="1026"/>
                  </a:lnTo>
                  <a:lnTo>
                    <a:pt x="72594" y="1077"/>
                  </a:lnTo>
                  <a:lnTo>
                    <a:pt x="73285" y="1117"/>
                  </a:lnTo>
                  <a:lnTo>
                    <a:pt x="74036" y="1153"/>
                  </a:lnTo>
                  <a:lnTo>
                    <a:pt x="74847" y="1184"/>
                  </a:lnTo>
                  <a:lnTo>
                    <a:pt x="75748" y="1204"/>
                  </a:lnTo>
                  <a:lnTo>
                    <a:pt x="76709" y="1214"/>
                  </a:lnTo>
                  <a:lnTo>
                    <a:pt x="76709" y="1214"/>
                  </a:lnTo>
                  <a:lnTo>
                    <a:pt x="77009" y="1214"/>
                  </a:lnTo>
                  <a:lnTo>
                    <a:pt x="77009" y="1214"/>
                  </a:lnTo>
                  <a:lnTo>
                    <a:pt x="77700" y="1209"/>
                  </a:lnTo>
                  <a:lnTo>
                    <a:pt x="78361" y="1199"/>
                  </a:lnTo>
                  <a:lnTo>
                    <a:pt x="78962" y="1184"/>
                  </a:lnTo>
                  <a:lnTo>
                    <a:pt x="79532" y="1163"/>
                  </a:lnTo>
                  <a:lnTo>
                    <a:pt x="80073" y="1138"/>
                  </a:lnTo>
                  <a:lnTo>
                    <a:pt x="80584" y="1107"/>
                  </a:lnTo>
                  <a:lnTo>
                    <a:pt x="81064" y="1072"/>
                  </a:lnTo>
                  <a:lnTo>
                    <a:pt x="81515" y="1031"/>
                  </a:lnTo>
                  <a:lnTo>
                    <a:pt x="81515" y="1031"/>
                  </a:lnTo>
                  <a:lnTo>
                    <a:pt x="82266" y="1102"/>
                  </a:lnTo>
                  <a:lnTo>
                    <a:pt x="83016" y="1168"/>
                  </a:lnTo>
                  <a:lnTo>
                    <a:pt x="83737" y="1240"/>
                  </a:lnTo>
                  <a:lnTo>
                    <a:pt x="84428" y="1316"/>
                  </a:lnTo>
                  <a:lnTo>
                    <a:pt x="85810" y="1469"/>
                  </a:lnTo>
                  <a:lnTo>
                    <a:pt x="87101" y="1628"/>
                  </a:lnTo>
                  <a:lnTo>
                    <a:pt x="88303" y="1791"/>
                  </a:lnTo>
                  <a:lnTo>
                    <a:pt x="89474" y="1959"/>
                  </a:lnTo>
                  <a:lnTo>
                    <a:pt x="90555" y="2138"/>
                  </a:lnTo>
                  <a:lnTo>
                    <a:pt x="91576" y="2316"/>
                  </a:lnTo>
                  <a:lnTo>
                    <a:pt x="92537" y="2500"/>
                  </a:lnTo>
                  <a:lnTo>
                    <a:pt x="93468" y="2688"/>
                  </a:lnTo>
                  <a:lnTo>
                    <a:pt x="94309" y="2882"/>
                  </a:lnTo>
                  <a:lnTo>
                    <a:pt x="95120" y="3081"/>
                  </a:lnTo>
                  <a:lnTo>
                    <a:pt x="95841" y="3280"/>
                  </a:lnTo>
                  <a:lnTo>
                    <a:pt x="96562" y="3484"/>
                  </a:lnTo>
                  <a:lnTo>
                    <a:pt x="97193" y="3693"/>
                  </a:lnTo>
                  <a:lnTo>
                    <a:pt x="97793" y="3902"/>
                  </a:lnTo>
                  <a:lnTo>
                    <a:pt x="98364" y="4112"/>
                  </a:lnTo>
                  <a:lnTo>
                    <a:pt x="98875" y="4326"/>
                  </a:lnTo>
                  <a:lnTo>
                    <a:pt x="99355" y="4545"/>
                  </a:lnTo>
                  <a:lnTo>
                    <a:pt x="99806" y="4759"/>
                  </a:lnTo>
                  <a:lnTo>
                    <a:pt x="100196" y="4979"/>
                  </a:lnTo>
                  <a:lnTo>
                    <a:pt x="100557" y="5193"/>
                  </a:lnTo>
                  <a:lnTo>
                    <a:pt x="100887" y="5412"/>
                  </a:lnTo>
                  <a:lnTo>
                    <a:pt x="101217" y="5632"/>
                  </a:lnTo>
                  <a:lnTo>
                    <a:pt x="101488" y="5851"/>
                  </a:lnTo>
                  <a:lnTo>
                    <a:pt x="101728" y="6070"/>
                  </a:lnTo>
                  <a:lnTo>
                    <a:pt x="101968" y="6284"/>
                  </a:lnTo>
                  <a:lnTo>
                    <a:pt x="102179" y="6499"/>
                  </a:lnTo>
                  <a:lnTo>
                    <a:pt x="102539" y="6927"/>
                  </a:lnTo>
                  <a:lnTo>
                    <a:pt x="102839" y="7345"/>
                  </a:lnTo>
                  <a:lnTo>
                    <a:pt x="102839" y="7345"/>
                  </a:lnTo>
                  <a:lnTo>
                    <a:pt x="102989" y="7641"/>
                  </a:lnTo>
                  <a:lnTo>
                    <a:pt x="103110" y="7957"/>
                  </a:lnTo>
                  <a:lnTo>
                    <a:pt x="103140" y="8289"/>
                  </a:lnTo>
                  <a:lnTo>
                    <a:pt x="103140" y="8636"/>
                  </a:lnTo>
                  <a:lnTo>
                    <a:pt x="103050" y="8993"/>
                  </a:lnTo>
                  <a:lnTo>
                    <a:pt x="102989" y="9176"/>
                  </a:lnTo>
                  <a:lnTo>
                    <a:pt x="102899" y="9365"/>
                  </a:lnTo>
                  <a:lnTo>
                    <a:pt x="102809" y="9554"/>
                  </a:lnTo>
                  <a:lnTo>
                    <a:pt x="102659" y="9743"/>
                  </a:lnTo>
                  <a:lnTo>
                    <a:pt x="102509" y="9936"/>
                  </a:lnTo>
                  <a:lnTo>
                    <a:pt x="102359" y="10130"/>
                  </a:lnTo>
                  <a:lnTo>
                    <a:pt x="102149" y="10329"/>
                  </a:lnTo>
                  <a:lnTo>
                    <a:pt x="101938" y="10528"/>
                  </a:lnTo>
                  <a:lnTo>
                    <a:pt x="101698" y="10727"/>
                  </a:lnTo>
                  <a:lnTo>
                    <a:pt x="101428" y="10926"/>
                  </a:lnTo>
                  <a:lnTo>
                    <a:pt x="101127" y="11125"/>
                  </a:lnTo>
                  <a:lnTo>
                    <a:pt x="100797" y="11324"/>
                  </a:lnTo>
                  <a:lnTo>
                    <a:pt x="100437" y="11523"/>
                  </a:lnTo>
                  <a:lnTo>
                    <a:pt x="100076" y="11722"/>
                  </a:lnTo>
                  <a:lnTo>
                    <a:pt x="99656" y="11921"/>
                  </a:lnTo>
                  <a:lnTo>
                    <a:pt x="99235" y="12120"/>
                  </a:lnTo>
                  <a:lnTo>
                    <a:pt x="98755" y="12318"/>
                  </a:lnTo>
                  <a:lnTo>
                    <a:pt x="98244" y="12517"/>
                  </a:lnTo>
                  <a:lnTo>
                    <a:pt x="97733" y="12711"/>
                  </a:lnTo>
                  <a:lnTo>
                    <a:pt x="97163" y="12905"/>
                  </a:lnTo>
                  <a:lnTo>
                    <a:pt x="96562" y="13099"/>
                  </a:lnTo>
                  <a:lnTo>
                    <a:pt x="95931" y="13288"/>
                  </a:lnTo>
                  <a:lnTo>
                    <a:pt x="95271" y="13476"/>
                  </a:lnTo>
                  <a:lnTo>
                    <a:pt x="94580" y="13660"/>
                  </a:lnTo>
                  <a:lnTo>
                    <a:pt x="93829" y="13844"/>
                  </a:lnTo>
                  <a:lnTo>
                    <a:pt x="93048" y="14027"/>
                  </a:lnTo>
                  <a:lnTo>
                    <a:pt x="92237" y="14201"/>
                  </a:lnTo>
                  <a:lnTo>
                    <a:pt x="91396" y="14374"/>
                  </a:lnTo>
                  <a:lnTo>
                    <a:pt x="90495" y="14542"/>
                  </a:lnTo>
                  <a:lnTo>
                    <a:pt x="89564" y="14711"/>
                  </a:lnTo>
                  <a:lnTo>
                    <a:pt x="88603" y="14874"/>
                  </a:lnTo>
                  <a:lnTo>
                    <a:pt x="87582" y="15032"/>
                  </a:lnTo>
                  <a:lnTo>
                    <a:pt x="86530" y="15185"/>
                  </a:lnTo>
                  <a:lnTo>
                    <a:pt x="85419" y="15333"/>
                  </a:lnTo>
                  <a:lnTo>
                    <a:pt x="84278" y="15476"/>
                  </a:lnTo>
                  <a:lnTo>
                    <a:pt x="83107" y="15614"/>
                  </a:lnTo>
                  <a:lnTo>
                    <a:pt x="81875" y="15746"/>
                  </a:lnTo>
                  <a:lnTo>
                    <a:pt x="80584" y="15874"/>
                  </a:lnTo>
                  <a:lnTo>
                    <a:pt x="79262" y="15991"/>
                  </a:lnTo>
                  <a:lnTo>
                    <a:pt x="77880" y="16108"/>
                  </a:lnTo>
                  <a:lnTo>
                    <a:pt x="76469" y="16215"/>
                  </a:lnTo>
                  <a:lnTo>
                    <a:pt x="74997" y="16317"/>
                  </a:lnTo>
                  <a:lnTo>
                    <a:pt x="73495" y="16414"/>
                  </a:lnTo>
                  <a:lnTo>
                    <a:pt x="71904" y="16501"/>
                  </a:lnTo>
                  <a:lnTo>
                    <a:pt x="70282" y="16583"/>
                  </a:lnTo>
                  <a:lnTo>
                    <a:pt x="68630" y="16654"/>
                  </a:lnTo>
                  <a:lnTo>
                    <a:pt x="66888" y="16720"/>
                  </a:lnTo>
                  <a:lnTo>
                    <a:pt x="65116" y="16776"/>
                  </a:lnTo>
                  <a:lnTo>
                    <a:pt x="63284" y="16827"/>
                  </a:lnTo>
                  <a:lnTo>
                    <a:pt x="61391" y="16868"/>
                  </a:lnTo>
                  <a:lnTo>
                    <a:pt x="59469" y="16899"/>
                  </a:lnTo>
                  <a:lnTo>
                    <a:pt x="57457" y="16924"/>
                  </a:lnTo>
                  <a:lnTo>
                    <a:pt x="55415" y="16940"/>
                  </a:lnTo>
                  <a:lnTo>
                    <a:pt x="53282" y="16940"/>
                  </a:lnTo>
                  <a:lnTo>
                    <a:pt x="53282" y="16940"/>
                  </a:lnTo>
                  <a:lnTo>
                    <a:pt x="51420" y="16940"/>
                  </a:lnTo>
                  <a:lnTo>
                    <a:pt x="51420" y="16940"/>
                  </a:lnTo>
                  <a:lnTo>
                    <a:pt x="49738" y="16929"/>
                  </a:lnTo>
                  <a:lnTo>
                    <a:pt x="48116" y="16914"/>
                  </a:lnTo>
                  <a:lnTo>
                    <a:pt x="46524" y="16899"/>
                  </a:lnTo>
                  <a:lnTo>
                    <a:pt x="44962" y="16873"/>
                  </a:lnTo>
                  <a:lnTo>
                    <a:pt x="43461" y="16848"/>
                  </a:lnTo>
                  <a:lnTo>
                    <a:pt x="41959" y="16817"/>
                  </a:lnTo>
                  <a:lnTo>
                    <a:pt x="40517" y="16782"/>
                  </a:lnTo>
                  <a:lnTo>
                    <a:pt x="39106" y="16741"/>
                  </a:lnTo>
                  <a:lnTo>
                    <a:pt x="37694" y="16700"/>
                  </a:lnTo>
                  <a:lnTo>
                    <a:pt x="36343" y="16649"/>
                  </a:lnTo>
                  <a:lnTo>
                    <a:pt x="35021" y="16598"/>
                  </a:lnTo>
                  <a:lnTo>
                    <a:pt x="33730" y="16542"/>
                  </a:lnTo>
                  <a:lnTo>
                    <a:pt x="32468" y="16486"/>
                  </a:lnTo>
                  <a:lnTo>
                    <a:pt x="31267" y="16419"/>
                  </a:lnTo>
                  <a:lnTo>
                    <a:pt x="30065" y="16353"/>
                  </a:lnTo>
                  <a:lnTo>
                    <a:pt x="28894" y="16287"/>
                  </a:lnTo>
                  <a:lnTo>
                    <a:pt x="28894" y="16287"/>
                  </a:lnTo>
                  <a:lnTo>
                    <a:pt x="28834" y="16195"/>
                  </a:lnTo>
                  <a:lnTo>
                    <a:pt x="28744" y="16098"/>
                  </a:lnTo>
                  <a:lnTo>
                    <a:pt x="28624" y="15996"/>
                  </a:lnTo>
                  <a:lnTo>
                    <a:pt x="28443" y="15899"/>
                  </a:lnTo>
                  <a:lnTo>
                    <a:pt x="28203" y="15797"/>
                  </a:lnTo>
                  <a:lnTo>
                    <a:pt x="27933" y="15695"/>
                  </a:lnTo>
                  <a:lnTo>
                    <a:pt x="27572" y="15598"/>
                  </a:lnTo>
                  <a:lnTo>
                    <a:pt x="27362" y="15552"/>
                  </a:lnTo>
                  <a:lnTo>
                    <a:pt x="27152" y="15506"/>
                  </a:lnTo>
                  <a:lnTo>
                    <a:pt x="26912" y="15466"/>
                  </a:lnTo>
                  <a:lnTo>
                    <a:pt x="26671" y="15420"/>
                  </a:lnTo>
                  <a:lnTo>
                    <a:pt x="26401" y="15379"/>
                  </a:lnTo>
                  <a:lnTo>
                    <a:pt x="26101" y="15338"/>
                  </a:lnTo>
                  <a:lnTo>
                    <a:pt x="25770" y="15302"/>
                  </a:lnTo>
                  <a:lnTo>
                    <a:pt x="25440" y="15267"/>
                  </a:lnTo>
                  <a:lnTo>
                    <a:pt x="25080" y="15236"/>
                  </a:lnTo>
                  <a:lnTo>
                    <a:pt x="24689" y="15205"/>
                  </a:lnTo>
                  <a:lnTo>
                    <a:pt x="24269" y="15175"/>
                  </a:lnTo>
                  <a:lnTo>
                    <a:pt x="23818" y="15149"/>
                  </a:lnTo>
                  <a:lnTo>
                    <a:pt x="23368" y="15129"/>
                  </a:lnTo>
                  <a:lnTo>
                    <a:pt x="22887" y="15109"/>
                  </a:lnTo>
                  <a:lnTo>
                    <a:pt x="22346" y="15093"/>
                  </a:lnTo>
                  <a:lnTo>
                    <a:pt x="21806" y="15083"/>
                  </a:lnTo>
                  <a:lnTo>
                    <a:pt x="21235" y="15073"/>
                  </a:lnTo>
                  <a:lnTo>
                    <a:pt x="20634" y="15068"/>
                  </a:lnTo>
                  <a:lnTo>
                    <a:pt x="20634" y="15068"/>
                  </a:lnTo>
                  <a:lnTo>
                    <a:pt x="20334" y="15068"/>
                  </a:lnTo>
                  <a:lnTo>
                    <a:pt x="20334" y="15068"/>
                  </a:lnTo>
                  <a:lnTo>
                    <a:pt x="19823" y="15073"/>
                  </a:lnTo>
                  <a:lnTo>
                    <a:pt x="19343" y="15078"/>
                  </a:lnTo>
                  <a:lnTo>
                    <a:pt x="18862" y="15083"/>
                  </a:lnTo>
                  <a:lnTo>
                    <a:pt x="18412" y="15093"/>
                  </a:lnTo>
                  <a:lnTo>
                    <a:pt x="17991" y="15109"/>
                  </a:lnTo>
                  <a:lnTo>
                    <a:pt x="17571" y="15129"/>
                  </a:lnTo>
                  <a:lnTo>
                    <a:pt x="17180" y="15144"/>
                  </a:lnTo>
                  <a:lnTo>
                    <a:pt x="16820" y="15170"/>
                  </a:lnTo>
                  <a:lnTo>
                    <a:pt x="16820" y="15170"/>
                  </a:lnTo>
                  <a:lnTo>
                    <a:pt x="16159" y="15078"/>
                  </a:lnTo>
                  <a:lnTo>
                    <a:pt x="15498" y="14986"/>
                  </a:lnTo>
                  <a:lnTo>
                    <a:pt x="14868" y="14889"/>
                  </a:lnTo>
                  <a:lnTo>
                    <a:pt x="14237" y="14797"/>
                  </a:lnTo>
                  <a:lnTo>
                    <a:pt x="13036" y="14598"/>
                  </a:lnTo>
                  <a:lnTo>
                    <a:pt x="11924" y="14400"/>
                  </a:lnTo>
                  <a:lnTo>
                    <a:pt x="10843" y="14196"/>
                  </a:lnTo>
                  <a:lnTo>
                    <a:pt x="9852" y="13986"/>
                  </a:lnTo>
                  <a:lnTo>
                    <a:pt x="8921" y="13772"/>
                  </a:lnTo>
                  <a:lnTo>
                    <a:pt x="8050" y="13553"/>
                  </a:lnTo>
                  <a:lnTo>
                    <a:pt x="7239" y="13334"/>
                  </a:lnTo>
                  <a:lnTo>
                    <a:pt x="6458" y="13109"/>
                  </a:lnTo>
                  <a:lnTo>
                    <a:pt x="5767" y="12885"/>
                  </a:lnTo>
                  <a:lnTo>
                    <a:pt x="5106" y="12655"/>
                  </a:lnTo>
                  <a:lnTo>
                    <a:pt x="4506" y="12426"/>
                  </a:lnTo>
                  <a:lnTo>
                    <a:pt x="3935" y="12196"/>
                  </a:lnTo>
                  <a:lnTo>
                    <a:pt x="3425" y="11967"/>
                  </a:lnTo>
                  <a:lnTo>
                    <a:pt x="2944" y="11737"/>
                  </a:lnTo>
                  <a:lnTo>
                    <a:pt x="2944" y="11737"/>
                  </a:lnTo>
                  <a:lnTo>
                    <a:pt x="2974" y="11574"/>
                  </a:lnTo>
                  <a:lnTo>
                    <a:pt x="2974" y="11426"/>
                  </a:lnTo>
                  <a:lnTo>
                    <a:pt x="2914" y="11283"/>
                  </a:lnTo>
                  <a:lnTo>
                    <a:pt x="2854" y="11145"/>
                  </a:lnTo>
                  <a:lnTo>
                    <a:pt x="2854" y="11145"/>
                  </a:lnTo>
                  <a:lnTo>
                    <a:pt x="2704" y="10962"/>
                  </a:lnTo>
                  <a:lnTo>
                    <a:pt x="2553" y="10773"/>
                  </a:lnTo>
                  <a:lnTo>
                    <a:pt x="2343" y="10579"/>
                  </a:lnTo>
                  <a:lnTo>
                    <a:pt x="2103" y="10385"/>
                  </a:lnTo>
                  <a:lnTo>
                    <a:pt x="1773" y="10192"/>
                  </a:lnTo>
                  <a:lnTo>
                    <a:pt x="1592" y="10095"/>
                  </a:lnTo>
                  <a:lnTo>
                    <a:pt x="1382" y="10003"/>
                  </a:lnTo>
                  <a:lnTo>
                    <a:pt x="1172" y="9906"/>
                  </a:lnTo>
                  <a:lnTo>
                    <a:pt x="932" y="9809"/>
                  </a:lnTo>
                  <a:lnTo>
                    <a:pt x="661" y="9717"/>
                  </a:lnTo>
                  <a:lnTo>
                    <a:pt x="391" y="9625"/>
                  </a:lnTo>
                  <a:lnTo>
                    <a:pt x="391" y="9625"/>
                  </a:lnTo>
                  <a:lnTo>
                    <a:pt x="271" y="9426"/>
                  </a:lnTo>
                  <a:lnTo>
                    <a:pt x="181" y="9227"/>
                  </a:lnTo>
                  <a:lnTo>
                    <a:pt x="61" y="8845"/>
                  </a:lnTo>
                  <a:lnTo>
                    <a:pt x="1" y="8488"/>
                  </a:lnTo>
                  <a:lnTo>
                    <a:pt x="1" y="8156"/>
                  </a:lnTo>
                  <a:lnTo>
                    <a:pt x="1" y="8156"/>
                  </a:lnTo>
                  <a:lnTo>
                    <a:pt x="31" y="8019"/>
                  </a:lnTo>
                  <a:lnTo>
                    <a:pt x="61" y="7876"/>
                  </a:lnTo>
                  <a:lnTo>
                    <a:pt x="121" y="7728"/>
                  </a:lnTo>
                  <a:lnTo>
                    <a:pt x="211" y="7575"/>
                  </a:lnTo>
                  <a:lnTo>
                    <a:pt x="301" y="7422"/>
                  </a:lnTo>
                  <a:lnTo>
                    <a:pt x="421" y="7269"/>
                  </a:lnTo>
                  <a:lnTo>
                    <a:pt x="571" y="7111"/>
                  </a:lnTo>
                  <a:lnTo>
                    <a:pt x="751" y="6947"/>
                  </a:lnTo>
                  <a:lnTo>
                    <a:pt x="751" y="6947"/>
                  </a:lnTo>
                  <a:lnTo>
                    <a:pt x="1803" y="6856"/>
                  </a:lnTo>
                  <a:lnTo>
                    <a:pt x="2794" y="6754"/>
                  </a:lnTo>
                  <a:lnTo>
                    <a:pt x="3725" y="6652"/>
                  </a:lnTo>
                  <a:lnTo>
                    <a:pt x="4626" y="6539"/>
                  </a:lnTo>
                  <a:lnTo>
                    <a:pt x="5467" y="6422"/>
                  </a:lnTo>
                  <a:lnTo>
                    <a:pt x="6278" y="6300"/>
                  </a:lnTo>
                  <a:lnTo>
                    <a:pt x="7029" y="6172"/>
                  </a:lnTo>
                  <a:lnTo>
                    <a:pt x="7719" y="6040"/>
                  </a:lnTo>
                  <a:lnTo>
                    <a:pt x="8380" y="5902"/>
                  </a:lnTo>
                  <a:lnTo>
                    <a:pt x="9011" y="5764"/>
                  </a:lnTo>
                  <a:lnTo>
                    <a:pt x="9582" y="5621"/>
                  </a:lnTo>
                  <a:lnTo>
                    <a:pt x="10122" y="5479"/>
                  </a:lnTo>
                  <a:lnTo>
                    <a:pt x="10633" y="5331"/>
                  </a:lnTo>
                  <a:lnTo>
                    <a:pt x="11083" y="5178"/>
                  </a:lnTo>
                  <a:lnTo>
                    <a:pt x="11534" y="5025"/>
                  </a:lnTo>
                  <a:lnTo>
                    <a:pt x="11924" y="4872"/>
                  </a:lnTo>
                  <a:lnTo>
                    <a:pt x="12255" y="4719"/>
                  </a:lnTo>
                  <a:lnTo>
                    <a:pt x="12585" y="4560"/>
                  </a:lnTo>
                  <a:lnTo>
                    <a:pt x="12885" y="4402"/>
                  </a:lnTo>
                  <a:lnTo>
                    <a:pt x="13156" y="4249"/>
                  </a:lnTo>
                  <a:lnTo>
                    <a:pt x="13366" y="4091"/>
                  </a:lnTo>
                  <a:lnTo>
                    <a:pt x="13576" y="3938"/>
                  </a:lnTo>
                  <a:lnTo>
                    <a:pt x="13756" y="3780"/>
                  </a:lnTo>
                  <a:lnTo>
                    <a:pt x="13907" y="3627"/>
                  </a:lnTo>
                  <a:lnTo>
                    <a:pt x="14027" y="3479"/>
                  </a:lnTo>
                  <a:lnTo>
                    <a:pt x="14117" y="3331"/>
                  </a:lnTo>
                  <a:lnTo>
                    <a:pt x="14207" y="3183"/>
                  </a:lnTo>
                  <a:lnTo>
                    <a:pt x="14237" y="3035"/>
                  </a:lnTo>
                  <a:lnTo>
                    <a:pt x="14297" y="2898"/>
                  </a:lnTo>
                  <a:lnTo>
                    <a:pt x="14297" y="2760"/>
                  </a:lnTo>
                  <a:lnTo>
                    <a:pt x="14267" y="2495"/>
                  </a:lnTo>
                  <a:lnTo>
                    <a:pt x="14267" y="2495"/>
                  </a:lnTo>
                  <a:lnTo>
                    <a:pt x="15048" y="2362"/>
                  </a:lnTo>
                  <a:lnTo>
                    <a:pt x="15859" y="2234"/>
                  </a:lnTo>
                  <a:lnTo>
                    <a:pt x="16700" y="2102"/>
                  </a:lnTo>
                  <a:lnTo>
                    <a:pt x="17541" y="1979"/>
                  </a:lnTo>
                  <a:lnTo>
                    <a:pt x="18412" y="1852"/>
                  </a:lnTo>
                  <a:lnTo>
                    <a:pt x="19313" y="1735"/>
                  </a:lnTo>
                  <a:lnTo>
                    <a:pt x="20244" y="1617"/>
                  </a:lnTo>
                  <a:lnTo>
                    <a:pt x="21205" y="1500"/>
                  </a:lnTo>
                  <a:lnTo>
                    <a:pt x="22166" y="1388"/>
                  </a:lnTo>
                  <a:lnTo>
                    <a:pt x="23187" y="1281"/>
                  </a:lnTo>
                  <a:lnTo>
                    <a:pt x="24209" y="1179"/>
                  </a:lnTo>
                  <a:lnTo>
                    <a:pt x="25260" y="1077"/>
                  </a:lnTo>
                  <a:lnTo>
                    <a:pt x="26341" y="980"/>
                  </a:lnTo>
                  <a:lnTo>
                    <a:pt x="27452" y="883"/>
                  </a:lnTo>
                  <a:lnTo>
                    <a:pt x="28564" y="796"/>
                  </a:lnTo>
                  <a:lnTo>
                    <a:pt x="29735" y="709"/>
                  </a:lnTo>
                  <a:lnTo>
                    <a:pt x="30906" y="628"/>
                  </a:lnTo>
                  <a:lnTo>
                    <a:pt x="32138" y="551"/>
                  </a:lnTo>
                  <a:lnTo>
                    <a:pt x="33369" y="480"/>
                  </a:lnTo>
                  <a:lnTo>
                    <a:pt x="34631" y="408"/>
                  </a:lnTo>
                  <a:lnTo>
                    <a:pt x="35922" y="347"/>
                  </a:lnTo>
                  <a:lnTo>
                    <a:pt x="37244" y="291"/>
                  </a:lnTo>
                  <a:lnTo>
                    <a:pt x="38595" y="235"/>
                  </a:lnTo>
                  <a:lnTo>
                    <a:pt x="39947" y="189"/>
                  </a:lnTo>
                  <a:lnTo>
                    <a:pt x="41358" y="143"/>
                  </a:lnTo>
                  <a:lnTo>
                    <a:pt x="42800" y="108"/>
                  </a:lnTo>
                  <a:lnTo>
                    <a:pt x="44242" y="72"/>
                  </a:lnTo>
                  <a:lnTo>
                    <a:pt x="45743" y="46"/>
                  </a:lnTo>
                  <a:lnTo>
                    <a:pt x="47275" y="26"/>
                  </a:lnTo>
                  <a:lnTo>
                    <a:pt x="48807" y="11"/>
                  </a:lnTo>
                  <a:lnTo>
                    <a:pt x="50399" y="0"/>
                  </a:lnTo>
                  <a:lnTo>
                    <a:pt x="5199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56"/>
            <p:cNvSpPr/>
            <p:nvPr/>
          </p:nvSpPr>
          <p:spPr>
            <a:xfrm flipH="1">
              <a:off x="3464877" y="2610825"/>
              <a:ext cx="70681" cy="65950"/>
            </a:xfrm>
            <a:custGeom>
              <a:avLst/>
              <a:gdLst/>
              <a:ahLst/>
              <a:cxnLst/>
              <a:rect l="l" t="t" r="r" b="b"/>
              <a:pathLst>
                <a:path w="16670" h="2638" extrusionOk="0">
                  <a:moveTo>
                    <a:pt x="4566" y="1"/>
                  </a:moveTo>
                  <a:lnTo>
                    <a:pt x="4176" y="26"/>
                  </a:lnTo>
                  <a:lnTo>
                    <a:pt x="3815" y="57"/>
                  </a:lnTo>
                  <a:lnTo>
                    <a:pt x="3485" y="87"/>
                  </a:lnTo>
                  <a:lnTo>
                    <a:pt x="3154" y="123"/>
                  </a:lnTo>
                  <a:lnTo>
                    <a:pt x="2854" y="164"/>
                  </a:lnTo>
                  <a:lnTo>
                    <a:pt x="2584" y="200"/>
                  </a:lnTo>
                  <a:lnTo>
                    <a:pt x="2313" y="246"/>
                  </a:lnTo>
                  <a:lnTo>
                    <a:pt x="2043" y="286"/>
                  </a:lnTo>
                  <a:lnTo>
                    <a:pt x="1833" y="332"/>
                  </a:lnTo>
                  <a:lnTo>
                    <a:pt x="1623" y="378"/>
                  </a:lnTo>
                  <a:lnTo>
                    <a:pt x="1232" y="475"/>
                  </a:lnTo>
                  <a:lnTo>
                    <a:pt x="902" y="577"/>
                  </a:lnTo>
                  <a:lnTo>
                    <a:pt x="631" y="679"/>
                  </a:lnTo>
                  <a:lnTo>
                    <a:pt x="421" y="781"/>
                  </a:lnTo>
                  <a:lnTo>
                    <a:pt x="271" y="888"/>
                  </a:lnTo>
                  <a:lnTo>
                    <a:pt x="151" y="990"/>
                  </a:lnTo>
                  <a:lnTo>
                    <a:pt x="61" y="1092"/>
                  </a:lnTo>
                  <a:lnTo>
                    <a:pt x="31" y="1194"/>
                  </a:lnTo>
                  <a:lnTo>
                    <a:pt x="1" y="1286"/>
                  </a:lnTo>
                  <a:lnTo>
                    <a:pt x="31" y="1373"/>
                  </a:lnTo>
                  <a:lnTo>
                    <a:pt x="61" y="1449"/>
                  </a:lnTo>
                  <a:lnTo>
                    <a:pt x="121" y="1546"/>
                  </a:lnTo>
                  <a:lnTo>
                    <a:pt x="211" y="1643"/>
                  </a:lnTo>
                  <a:lnTo>
                    <a:pt x="331" y="1745"/>
                  </a:lnTo>
                  <a:lnTo>
                    <a:pt x="511" y="1842"/>
                  </a:lnTo>
                  <a:lnTo>
                    <a:pt x="691" y="1939"/>
                  </a:lnTo>
                  <a:lnTo>
                    <a:pt x="962" y="2036"/>
                  </a:lnTo>
                  <a:lnTo>
                    <a:pt x="1262" y="2133"/>
                  </a:lnTo>
                  <a:lnTo>
                    <a:pt x="1442" y="2174"/>
                  </a:lnTo>
                  <a:lnTo>
                    <a:pt x="1653" y="2220"/>
                  </a:lnTo>
                  <a:lnTo>
                    <a:pt x="1863" y="2260"/>
                  </a:lnTo>
                  <a:lnTo>
                    <a:pt x="2103" y="2301"/>
                  </a:lnTo>
                  <a:lnTo>
                    <a:pt x="2343" y="2342"/>
                  </a:lnTo>
                  <a:lnTo>
                    <a:pt x="2614" y="2378"/>
                  </a:lnTo>
                  <a:lnTo>
                    <a:pt x="2914" y="2413"/>
                  </a:lnTo>
                  <a:lnTo>
                    <a:pt x="3244" y="2449"/>
                  </a:lnTo>
                  <a:lnTo>
                    <a:pt x="3575" y="2480"/>
                  </a:lnTo>
                  <a:lnTo>
                    <a:pt x="3935" y="2510"/>
                  </a:lnTo>
                  <a:lnTo>
                    <a:pt x="4356" y="2536"/>
                  </a:lnTo>
                  <a:lnTo>
                    <a:pt x="4776" y="2556"/>
                  </a:lnTo>
                  <a:lnTo>
                    <a:pt x="5197" y="2582"/>
                  </a:lnTo>
                  <a:lnTo>
                    <a:pt x="5677" y="2597"/>
                  </a:lnTo>
                  <a:lnTo>
                    <a:pt x="6188" y="2612"/>
                  </a:lnTo>
                  <a:lnTo>
                    <a:pt x="6728" y="2622"/>
                  </a:lnTo>
                  <a:lnTo>
                    <a:pt x="7299" y="2633"/>
                  </a:lnTo>
                  <a:lnTo>
                    <a:pt x="7870" y="2638"/>
                  </a:lnTo>
                  <a:lnTo>
                    <a:pt x="8861" y="2638"/>
                  </a:lnTo>
                  <a:lnTo>
                    <a:pt x="9402" y="2628"/>
                  </a:lnTo>
                  <a:lnTo>
                    <a:pt x="9912" y="2617"/>
                  </a:lnTo>
                  <a:lnTo>
                    <a:pt x="10423" y="2602"/>
                  </a:lnTo>
                  <a:lnTo>
                    <a:pt x="10903" y="2582"/>
                  </a:lnTo>
                  <a:lnTo>
                    <a:pt x="11354" y="2556"/>
                  </a:lnTo>
                  <a:lnTo>
                    <a:pt x="11804" y="2531"/>
                  </a:lnTo>
                  <a:lnTo>
                    <a:pt x="12225" y="2500"/>
                  </a:lnTo>
                  <a:lnTo>
                    <a:pt x="12615" y="2464"/>
                  </a:lnTo>
                  <a:lnTo>
                    <a:pt x="12976" y="2429"/>
                  </a:lnTo>
                  <a:lnTo>
                    <a:pt x="13336" y="2388"/>
                  </a:lnTo>
                  <a:lnTo>
                    <a:pt x="13666" y="2347"/>
                  </a:lnTo>
                  <a:lnTo>
                    <a:pt x="13967" y="2301"/>
                  </a:lnTo>
                  <a:lnTo>
                    <a:pt x="14267" y="2255"/>
                  </a:lnTo>
                  <a:lnTo>
                    <a:pt x="14537" y="2204"/>
                  </a:lnTo>
                  <a:lnTo>
                    <a:pt x="14808" y="2153"/>
                  </a:lnTo>
                  <a:lnTo>
                    <a:pt x="15048" y="2102"/>
                  </a:lnTo>
                  <a:lnTo>
                    <a:pt x="15258" y="2051"/>
                  </a:lnTo>
                  <a:lnTo>
                    <a:pt x="15649" y="1944"/>
                  </a:lnTo>
                  <a:lnTo>
                    <a:pt x="15979" y="1832"/>
                  </a:lnTo>
                  <a:lnTo>
                    <a:pt x="16219" y="1725"/>
                  </a:lnTo>
                  <a:lnTo>
                    <a:pt x="16430" y="1613"/>
                  </a:lnTo>
                  <a:lnTo>
                    <a:pt x="16580" y="1511"/>
                  </a:lnTo>
                  <a:lnTo>
                    <a:pt x="16640" y="1414"/>
                  </a:lnTo>
                  <a:lnTo>
                    <a:pt x="16670" y="1322"/>
                  </a:lnTo>
                  <a:lnTo>
                    <a:pt x="16670" y="1225"/>
                  </a:lnTo>
                  <a:lnTo>
                    <a:pt x="16640" y="1118"/>
                  </a:lnTo>
                  <a:lnTo>
                    <a:pt x="14898" y="1000"/>
                  </a:lnTo>
                  <a:lnTo>
                    <a:pt x="13216" y="878"/>
                  </a:lnTo>
                  <a:lnTo>
                    <a:pt x="11624" y="751"/>
                  </a:lnTo>
                  <a:lnTo>
                    <a:pt x="10062" y="613"/>
                  </a:lnTo>
                  <a:lnTo>
                    <a:pt x="8591" y="470"/>
                  </a:lnTo>
                  <a:lnTo>
                    <a:pt x="7209" y="317"/>
                  </a:lnTo>
                  <a:lnTo>
                    <a:pt x="5857" y="164"/>
                  </a:lnTo>
                  <a:lnTo>
                    <a:pt x="4566" y="1"/>
                  </a:lnTo>
                  <a:close/>
                </a:path>
              </a:pathLst>
            </a:custGeom>
            <a:solidFill>
              <a:srgbClr val="906B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56"/>
            <p:cNvSpPr/>
            <p:nvPr/>
          </p:nvSpPr>
          <p:spPr>
            <a:xfrm flipH="1">
              <a:off x="3464877" y="2610825"/>
              <a:ext cx="70681" cy="65950"/>
            </a:xfrm>
            <a:custGeom>
              <a:avLst/>
              <a:gdLst/>
              <a:ahLst/>
              <a:cxnLst/>
              <a:rect l="l" t="t" r="r" b="b"/>
              <a:pathLst>
                <a:path w="16670" h="2638" fill="none" extrusionOk="0">
                  <a:moveTo>
                    <a:pt x="4566" y="1"/>
                  </a:moveTo>
                  <a:lnTo>
                    <a:pt x="4566" y="1"/>
                  </a:lnTo>
                  <a:lnTo>
                    <a:pt x="5857" y="164"/>
                  </a:lnTo>
                  <a:lnTo>
                    <a:pt x="7209" y="317"/>
                  </a:lnTo>
                  <a:lnTo>
                    <a:pt x="8591" y="470"/>
                  </a:lnTo>
                  <a:lnTo>
                    <a:pt x="10062" y="613"/>
                  </a:lnTo>
                  <a:lnTo>
                    <a:pt x="11624" y="751"/>
                  </a:lnTo>
                  <a:lnTo>
                    <a:pt x="13216" y="878"/>
                  </a:lnTo>
                  <a:lnTo>
                    <a:pt x="14898" y="1000"/>
                  </a:lnTo>
                  <a:lnTo>
                    <a:pt x="16640" y="1118"/>
                  </a:lnTo>
                  <a:lnTo>
                    <a:pt x="16640" y="1118"/>
                  </a:lnTo>
                  <a:lnTo>
                    <a:pt x="16670" y="1225"/>
                  </a:lnTo>
                  <a:lnTo>
                    <a:pt x="16670" y="1322"/>
                  </a:lnTo>
                  <a:lnTo>
                    <a:pt x="16670" y="1322"/>
                  </a:lnTo>
                  <a:lnTo>
                    <a:pt x="16640" y="1414"/>
                  </a:lnTo>
                  <a:lnTo>
                    <a:pt x="16580" y="1511"/>
                  </a:lnTo>
                  <a:lnTo>
                    <a:pt x="16430" y="1613"/>
                  </a:lnTo>
                  <a:lnTo>
                    <a:pt x="16219" y="1725"/>
                  </a:lnTo>
                  <a:lnTo>
                    <a:pt x="15979" y="1832"/>
                  </a:lnTo>
                  <a:lnTo>
                    <a:pt x="15649" y="1944"/>
                  </a:lnTo>
                  <a:lnTo>
                    <a:pt x="15258" y="2051"/>
                  </a:lnTo>
                  <a:lnTo>
                    <a:pt x="15048" y="2102"/>
                  </a:lnTo>
                  <a:lnTo>
                    <a:pt x="14808" y="2153"/>
                  </a:lnTo>
                  <a:lnTo>
                    <a:pt x="14537" y="2204"/>
                  </a:lnTo>
                  <a:lnTo>
                    <a:pt x="14267" y="2255"/>
                  </a:lnTo>
                  <a:lnTo>
                    <a:pt x="13967" y="2301"/>
                  </a:lnTo>
                  <a:lnTo>
                    <a:pt x="13666" y="2347"/>
                  </a:lnTo>
                  <a:lnTo>
                    <a:pt x="13336" y="2388"/>
                  </a:lnTo>
                  <a:lnTo>
                    <a:pt x="12976" y="2429"/>
                  </a:lnTo>
                  <a:lnTo>
                    <a:pt x="12615" y="2464"/>
                  </a:lnTo>
                  <a:lnTo>
                    <a:pt x="12225" y="2500"/>
                  </a:lnTo>
                  <a:lnTo>
                    <a:pt x="11804" y="2531"/>
                  </a:lnTo>
                  <a:lnTo>
                    <a:pt x="11354" y="2556"/>
                  </a:lnTo>
                  <a:lnTo>
                    <a:pt x="10903" y="2582"/>
                  </a:lnTo>
                  <a:lnTo>
                    <a:pt x="10423" y="2602"/>
                  </a:lnTo>
                  <a:lnTo>
                    <a:pt x="9912" y="2617"/>
                  </a:lnTo>
                  <a:lnTo>
                    <a:pt x="9402" y="2628"/>
                  </a:lnTo>
                  <a:lnTo>
                    <a:pt x="8861" y="2638"/>
                  </a:lnTo>
                  <a:lnTo>
                    <a:pt x="8290" y="2638"/>
                  </a:lnTo>
                  <a:lnTo>
                    <a:pt x="8290" y="2638"/>
                  </a:lnTo>
                  <a:lnTo>
                    <a:pt x="7870" y="2638"/>
                  </a:lnTo>
                  <a:lnTo>
                    <a:pt x="7870" y="2638"/>
                  </a:lnTo>
                  <a:lnTo>
                    <a:pt x="7299" y="2633"/>
                  </a:lnTo>
                  <a:lnTo>
                    <a:pt x="6728" y="2622"/>
                  </a:lnTo>
                  <a:lnTo>
                    <a:pt x="6188" y="2612"/>
                  </a:lnTo>
                  <a:lnTo>
                    <a:pt x="5677" y="2597"/>
                  </a:lnTo>
                  <a:lnTo>
                    <a:pt x="5197" y="2582"/>
                  </a:lnTo>
                  <a:lnTo>
                    <a:pt x="4776" y="2556"/>
                  </a:lnTo>
                  <a:lnTo>
                    <a:pt x="4356" y="2536"/>
                  </a:lnTo>
                  <a:lnTo>
                    <a:pt x="3935" y="2510"/>
                  </a:lnTo>
                  <a:lnTo>
                    <a:pt x="3575" y="2480"/>
                  </a:lnTo>
                  <a:lnTo>
                    <a:pt x="3244" y="2449"/>
                  </a:lnTo>
                  <a:lnTo>
                    <a:pt x="2914" y="2413"/>
                  </a:lnTo>
                  <a:lnTo>
                    <a:pt x="2614" y="2378"/>
                  </a:lnTo>
                  <a:lnTo>
                    <a:pt x="2343" y="2342"/>
                  </a:lnTo>
                  <a:lnTo>
                    <a:pt x="2103" y="2301"/>
                  </a:lnTo>
                  <a:lnTo>
                    <a:pt x="1863" y="2260"/>
                  </a:lnTo>
                  <a:lnTo>
                    <a:pt x="1653" y="2220"/>
                  </a:lnTo>
                  <a:lnTo>
                    <a:pt x="1442" y="2174"/>
                  </a:lnTo>
                  <a:lnTo>
                    <a:pt x="1262" y="2133"/>
                  </a:lnTo>
                  <a:lnTo>
                    <a:pt x="962" y="2036"/>
                  </a:lnTo>
                  <a:lnTo>
                    <a:pt x="691" y="1939"/>
                  </a:lnTo>
                  <a:lnTo>
                    <a:pt x="511" y="1842"/>
                  </a:lnTo>
                  <a:lnTo>
                    <a:pt x="331" y="1745"/>
                  </a:lnTo>
                  <a:lnTo>
                    <a:pt x="211" y="1643"/>
                  </a:lnTo>
                  <a:lnTo>
                    <a:pt x="121" y="1546"/>
                  </a:lnTo>
                  <a:lnTo>
                    <a:pt x="61" y="1449"/>
                  </a:lnTo>
                  <a:lnTo>
                    <a:pt x="61" y="1449"/>
                  </a:lnTo>
                  <a:lnTo>
                    <a:pt x="31" y="1373"/>
                  </a:lnTo>
                  <a:lnTo>
                    <a:pt x="1" y="1286"/>
                  </a:lnTo>
                  <a:lnTo>
                    <a:pt x="31" y="1194"/>
                  </a:lnTo>
                  <a:lnTo>
                    <a:pt x="61" y="1092"/>
                  </a:lnTo>
                  <a:lnTo>
                    <a:pt x="151" y="990"/>
                  </a:lnTo>
                  <a:lnTo>
                    <a:pt x="271" y="888"/>
                  </a:lnTo>
                  <a:lnTo>
                    <a:pt x="421" y="781"/>
                  </a:lnTo>
                  <a:lnTo>
                    <a:pt x="631" y="679"/>
                  </a:lnTo>
                  <a:lnTo>
                    <a:pt x="902" y="577"/>
                  </a:lnTo>
                  <a:lnTo>
                    <a:pt x="1232" y="475"/>
                  </a:lnTo>
                  <a:lnTo>
                    <a:pt x="1623" y="378"/>
                  </a:lnTo>
                  <a:lnTo>
                    <a:pt x="1833" y="332"/>
                  </a:lnTo>
                  <a:lnTo>
                    <a:pt x="2043" y="286"/>
                  </a:lnTo>
                  <a:lnTo>
                    <a:pt x="2313" y="246"/>
                  </a:lnTo>
                  <a:lnTo>
                    <a:pt x="2584" y="200"/>
                  </a:lnTo>
                  <a:lnTo>
                    <a:pt x="2854" y="164"/>
                  </a:lnTo>
                  <a:lnTo>
                    <a:pt x="3154" y="123"/>
                  </a:lnTo>
                  <a:lnTo>
                    <a:pt x="3485" y="87"/>
                  </a:lnTo>
                  <a:lnTo>
                    <a:pt x="3815" y="57"/>
                  </a:lnTo>
                  <a:lnTo>
                    <a:pt x="4176" y="26"/>
                  </a:lnTo>
                  <a:lnTo>
                    <a:pt x="456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56"/>
            <p:cNvSpPr/>
            <p:nvPr/>
          </p:nvSpPr>
          <p:spPr>
            <a:xfrm flipH="1">
              <a:off x="3465004" y="2608275"/>
              <a:ext cx="51198" cy="30500"/>
            </a:xfrm>
            <a:custGeom>
              <a:avLst/>
              <a:gdLst/>
              <a:ahLst/>
              <a:cxnLst/>
              <a:rect l="l" t="t" r="r" b="b"/>
              <a:pathLst>
                <a:path w="12075" h="1220" extrusionOk="0">
                  <a:moveTo>
                    <a:pt x="3515" y="1"/>
                  </a:moveTo>
                  <a:lnTo>
                    <a:pt x="3004" y="6"/>
                  </a:lnTo>
                  <a:lnTo>
                    <a:pt x="2524" y="11"/>
                  </a:lnTo>
                  <a:lnTo>
                    <a:pt x="2043" y="16"/>
                  </a:lnTo>
                  <a:lnTo>
                    <a:pt x="1593" y="26"/>
                  </a:lnTo>
                  <a:lnTo>
                    <a:pt x="1172" y="42"/>
                  </a:lnTo>
                  <a:lnTo>
                    <a:pt x="752" y="62"/>
                  </a:lnTo>
                  <a:lnTo>
                    <a:pt x="361" y="77"/>
                  </a:lnTo>
                  <a:lnTo>
                    <a:pt x="1" y="103"/>
                  </a:lnTo>
                  <a:lnTo>
                    <a:pt x="1292" y="266"/>
                  </a:lnTo>
                  <a:lnTo>
                    <a:pt x="2644" y="419"/>
                  </a:lnTo>
                  <a:lnTo>
                    <a:pt x="4026" y="572"/>
                  </a:lnTo>
                  <a:lnTo>
                    <a:pt x="5497" y="715"/>
                  </a:lnTo>
                  <a:lnTo>
                    <a:pt x="7059" y="853"/>
                  </a:lnTo>
                  <a:lnTo>
                    <a:pt x="8651" y="980"/>
                  </a:lnTo>
                  <a:lnTo>
                    <a:pt x="10333" y="1102"/>
                  </a:lnTo>
                  <a:lnTo>
                    <a:pt x="12075" y="1220"/>
                  </a:lnTo>
                  <a:lnTo>
                    <a:pt x="12015" y="1128"/>
                  </a:lnTo>
                  <a:lnTo>
                    <a:pt x="11925" y="1031"/>
                  </a:lnTo>
                  <a:lnTo>
                    <a:pt x="11805" y="929"/>
                  </a:lnTo>
                  <a:lnTo>
                    <a:pt x="11624" y="832"/>
                  </a:lnTo>
                  <a:lnTo>
                    <a:pt x="11384" y="730"/>
                  </a:lnTo>
                  <a:lnTo>
                    <a:pt x="11114" y="628"/>
                  </a:lnTo>
                  <a:lnTo>
                    <a:pt x="10753" y="531"/>
                  </a:lnTo>
                  <a:lnTo>
                    <a:pt x="10543" y="485"/>
                  </a:lnTo>
                  <a:lnTo>
                    <a:pt x="10333" y="439"/>
                  </a:lnTo>
                  <a:lnTo>
                    <a:pt x="10093" y="399"/>
                  </a:lnTo>
                  <a:lnTo>
                    <a:pt x="9852" y="353"/>
                  </a:lnTo>
                  <a:lnTo>
                    <a:pt x="9582" y="312"/>
                  </a:lnTo>
                  <a:lnTo>
                    <a:pt x="9282" y="271"/>
                  </a:lnTo>
                  <a:lnTo>
                    <a:pt x="8951" y="235"/>
                  </a:lnTo>
                  <a:lnTo>
                    <a:pt x="8621" y="200"/>
                  </a:lnTo>
                  <a:lnTo>
                    <a:pt x="8261" y="169"/>
                  </a:lnTo>
                  <a:lnTo>
                    <a:pt x="7870" y="138"/>
                  </a:lnTo>
                  <a:lnTo>
                    <a:pt x="7450" y="108"/>
                  </a:lnTo>
                  <a:lnTo>
                    <a:pt x="6999" y="82"/>
                  </a:lnTo>
                  <a:lnTo>
                    <a:pt x="6549" y="62"/>
                  </a:lnTo>
                  <a:lnTo>
                    <a:pt x="6068" y="42"/>
                  </a:lnTo>
                  <a:lnTo>
                    <a:pt x="5527" y="26"/>
                  </a:lnTo>
                  <a:lnTo>
                    <a:pt x="4987" y="16"/>
                  </a:lnTo>
                  <a:lnTo>
                    <a:pt x="4416" y="6"/>
                  </a:lnTo>
                  <a:lnTo>
                    <a:pt x="3815" y="1"/>
                  </a:lnTo>
                  <a:close/>
                </a:path>
              </a:pathLst>
            </a:custGeom>
            <a:solidFill>
              <a:srgbClr val="4E1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56"/>
            <p:cNvSpPr/>
            <p:nvPr/>
          </p:nvSpPr>
          <p:spPr>
            <a:xfrm flipH="1">
              <a:off x="3465004" y="2608275"/>
              <a:ext cx="51198" cy="30500"/>
            </a:xfrm>
            <a:custGeom>
              <a:avLst/>
              <a:gdLst/>
              <a:ahLst/>
              <a:cxnLst/>
              <a:rect l="l" t="t" r="r" b="b"/>
              <a:pathLst>
                <a:path w="12075" h="1220" fill="none" extrusionOk="0">
                  <a:moveTo>
                    <a:pt x="3515" y="1"/>
                  </a:moveTo>
                  <a:lnTo>
                    <a:pt x="3515" y="1"/>
                  </a:lnTo>
                  <a:lnTo>
                    <a:pt x="3815" y="1"/>
                  </a:lnTo>
                  <a:lnTo>
                    <a:pt x="3815" y="1"/>
                  </a:lnTo>
                  <a:lnTo>
                    <a:pt x="4416" y="6"/>
                  </a:lnTo>
                  <a:lnTo>
                    <a:pt x="4987" y="16"/>
                  </a:lnTo>
                  <a:lnTo>
                    <a:pt x="5527" y="26"/>
                  </a:lnTo>
                  <a:lnTo>
                    <a:pt x="6068" y="42"/>
                  </a:lnTo>
                  <a:lnTo>
                    <a:pt x="6549" y="62"/>
                  </a:lnTo>
                  <a:lnTo>
                    <a:pt x="6999" y="82"/>
                  </a:lnTo>
                  <a:lnTo>
                    <a:pt x="7450" y="108"/>
                  </a:lnTo>
                  <a:lnTo>
                    <a:pt x="7870" y="138"/>
                  </a:lnTo>
                  <a:lnTo>
                    <a:pt x="8261" y="169"/>
                  </a:lnTo>
                  <a:lnTo>
                    <a:pt x="8621" y="200"/>
                  </a:lnTo>
                  <a:lnTo>
                    <a:pt x="8951" y="235"/>
                  </a:lnTo>
                  <a:lnTo>
                    <a:pt x="9282" y="271"/>
                  </a:lnTo>
                  <a:lnTo>
                    <a:pt x="9582" y="312"/>
                  </a:lnTo>
                  <a:lnTo>
                    <a:pt x="9852" y="353"/>
                  </a:lnTo>
                  <a:lnTo>
                    <a:pt x="10093" y="399"/>
                  </a:lnTo>
                  <a:lnTo>
                    <a:pt x="10333" y="439"/>
                  </a:lnTo>
                  <a:lnTo>
                    <a:pt x="10543" y="485"/>
                  </a:lnTo>
                  <a:lnTo>
                    <a:pt x="10753" y="531"/>
                  </a:lnTo>
                  <a:lnTo>
                    <a:pt x="11114" y="628"/>
                  </a:lnTo>
                  <a:lnTo>
                    <a:pt x="11384" y="730"/>
                  </a:lnTo>
                  <a:lnTo>
                    <a:pt x="11624" y="832"/>
                  </a:lnTo>
                  <a:lnTo>
                    <a:pt x="11805" y="929"/>
                  </a:lnTo>
                  <a:lnTo>
                    <a:pt x="11925" y="1031"/>
                  </a:lnTo>
                  <a:lnTo>
                    <a:pt x="12015" y="1128"/>
                  </a:lnTo>
                  <a:lnTo>
                    <a:pt x="12075" y="1220"/>
                  </a:lnTo>
                  <a:lnTo>
                    <a:pt x="12075" y="1220"/>
                  </a:lnTo>
                  <a:lnTo>
                    <a:pt x="10333" y="1102"/>
                  </a:lnTo>
                  <a:lnTo>
                    <a:pt x="8651" y="980"/>
                  </a:lnTo>
                  <a:lnTo>
                    <a:pt x="7059" y="853"/>
                  </a:lnTo>
                  <a:lnTo>
                    <a:pt x="5497" y="715"/>
                  </a:lnTo>
                  <a:lnTo>
                    <a:pt x="4026" y="572"/>
                  </a:lnTo>
                  <a:lnTo>
                    <a:pt x="2644" y="419"/>
                  </a:lnTo>
                  <a:lnTo>
                    <a:pt x="1292" y="266"/>
                  </a:lnTo>
                  <a:lnTo>
                    <a:pt x="1" y="103"/>
                  </a:lnTo>
                  <a:lnTo>
                    <a:pt x="1" y="103"/>
                  </a:lnTo>
                  <a:lnTo>
                    <a:pt x="361" y="77"/>
                  </a:lnTo>
                  <a:lnTo>
                    <a:pt x="752" y="62"/>
                  </a:lnTo>
                  <a:lnTo>
                    <a:pt x="1172" y="42"/>
                  </a:lnTo>
                  <a:lnTo>
                    <a:pt x="1593" y="26"/>
                  </a:lnTo>
                  <a:lnTo>
                    <a:pt x="2043" y="16"/>
                  </a:lnTo>
                  <a:lnTo>
                    <a:pt x="2524" y="11"/>
                  </a:lnTo>
                  <a:lnTo>
                    <a:pt x="3004" y="6"/>
                  </a:lnTo>
                  <a:lnTo>
                    <a:pt x="351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56"/>
            <p:cNvSpPr/>
            <p:nvPr/>
          </p:nvSpPr>
          <p:spPr>
            <a:xfrm flipH="1">
              <a:off x="3492891" y="2634300"/>
              <a:ext cx="17706" cy="16225"/>
            </a:xfrm>
            <a:custGeom>
              <a:avLst/>
              <a:gdLst/>
              <a:ahLst/>
              <a:cxnLst/>
              <a:rect l="l" t="t" r="r" b="b"/>
              <a:pathLst>
                <a:path w="4176" h="649" extrusionOk="0">
                  <a:moveTo>
                    <a:pt x="481" y="0"/>
                  </a:moveTo>
                  <a:lnTo>
                    <a:pt x="271" y="67"/>
                  </a:lnTo>
                  <a:lnTo>
                    <a:pt x="121" y="128"/>
                  </a:lnTo>
                  <a:lnTo>
                    <a:pt x="31" y="189"/>
                  </a:lnTo>
                  <a:lnTo>
                    <a:pt x="0" y="255"/>
                  </a:lnTo>
                  <a:lnTo>
                    <a:pt x="31" y="306"/>
                  </a:lnTo>
                  <a:lnTo>
                    <a:pt x="91" y="362"/>
                  </a:lnTo>
                  <a:lnTo>
                    <a:pt x="181" y="413"/>
                  </a:lnTo>
                  <a:lnTo>
                    <a:pt x="331" y="464"/>
                  </a:lnTo>
                  <a:lnTo>
                    <a:pt x="541" y="510"/>
                  </a:lnTo>
                  <a:lnTo>
                    <a:pt x="751" y="556"/>
                  </a:lnTo>
                  <a:lnTo>
                    <a:pt x="1022" y="602"/>
                  </a:lnTo>
                  <a:lnTo>
                    <a:pt x="1322" y="648"/>
                  </a:lnTo>
                  <a:lnTo>
                    <a:pt x="1923" y="587"/>
                  </a:lnTo>
                  <a:lnTo>
                    <a:pt x="2013" y="572"/>
                  </a:lnTo>
                  <a:lnTo>
                    <a:pt x="2043" y="551"/>
                  </a:lnTo>
                  <a:lnTo>
                    <a:pt x="2013" y="531"/>
                  </a:lnTo>
                  <a:lnTo>
                    <a:pt x="1953" y="510"/>
                  </a:lnTo>
                  <a:lnTo>
                    <a:pt x="1803" y="480"/>
                  </a:lnTo>
                  <a:lnTo>
                    <a:pt x="1652" y="439"/>
                  </a:lnTo>
                  <a:lnTo>
                    <a:pt x="1532" y="388"/>
                  </a:lnTo>
                  <a:lnTo>
                    <a:pt x="1502" y="357"/>
                  </a:lnTo>
                  <a:lnTo>
                    <a:pt x="1472" y="327"/>
                  </a:lnTo>
                  <a:lnTo>
                    <a:pt x="1502" y="286"/>
                  </a:lnTo>
                  <a:lnTo>
                    <a:pt x="1562" y="245"/>
                  </a:lnTo>
                  <a:lnTo>
                    <a:pt x="1652" y="204"/>
                  </a:lnTo>
                  <a:lnTo>
                    <a:pt x="1803" y="158"/>
                  </a:lnTo>
                  <a:lnTo>
                    <a:pt x="1833" y="143"/>
                  </a:lnTo>
                  <a:lnTo>
                    <a:pt x="1863" y="128"/>
                  </a:lnTo>
                  <a:lnTo>
                    <a:pt x="1833" y="107"/>
                  </a:lnTo>
                  <a:lnTo>
                    <a:pt x="1773" y="92"/>
                  </a:lnTo>
                  <a:lnTo>
                    <a:pt x="1712" y="82"/>
                  </a:lnTo>
                  <a:lnTo>
                    <a:pt x="1592" y="72"/>
                  </a:lnTo>
                  <a:lnTo>
                    <a:pt x="481" y="0"/>
                  </a:lnTo>
                  <a:close/>
                  <a:moveTo>
                    <a:pt x="2614" y="0"/>
                  </a:moveTo>
                  <a:lnTo>
                    <a:pt x="2403" y="67"/>
                  </a:lnTo>
                  <a:lnTo>
                    <a:pt x="2253" y="128"/>
                  </a:lnTo>
                  <a:lnTo>
                    <a:pt x="2163" y="189"/>
                  </a:lnTo>
                  <a:lnTo>
                    <a:pt x="2133" y="255"/>
                  </a:lnTo>
                  <a:lnTo>
                    <a:pt x="2163" y="306"/>
                  </a:lnTo>
                  <a:lnTo>
                    <a:pt x="2223" y="362"/>
                  </a:lnTo>
                  <a:lnTo>
                    <a:pt x="2343" y="413"/>
                  </a:lnTo>
                  <a:lnTo>
                    <a:pt x="2463" y="464"/>
                  </a:lnTo>
                  <a:lnTo>
                    <a:pt x="2674" y="510"/>
                  </a:lnTo>
                  <a:lnTo>
                    <a:pt x="2884" y="556"/>
                  </a:lnTo>
                  <a:lnTo>
                    <a:pt x="3154" y="602"/>
                  </a:lnTo>
                  <a:lnTo>
                    <a:pt x="3454" y="648"/>
                  </a:lnTo>
                  <a:lnTo>
                    <a:pt x="4055" y="587"/>
                  </a:lnTo>
                  <a:lnTo>
                    <a:pt x="4145" y="572"/>
                  </a:lnTo>
                  <a:lnTo>
                    <a:pt x="4175" y="551"/>
                  </a:lnTo>
                  <a:lnTo>
                    <a:pt x="4145" y="531"/>
                  </a:lnTo>
                  <a:lnTo>
                    <a:pt x="4085" y="510"/>
                  </a:lnTo>
                  <a:lnTo>
                    <a:pt x="3935" y="480"/>
                  </a:lnTo>
                  <a:lnTo>
                    <a:pt x="3785" y="439"/>
                  </a:lnTo>
                  <a:lnTo>
                    <a:pt x="3665" y="388"/>
                  </a:lnTo>
                  <a:lnTo>
                    <a:pt x="3635" y="357"/>
                  </a:lnTo>
                  <a:lnTo>
                    <a:pt x="3605" y="327"/>
                  </a:lnTo>
                  <a:lnTo>
                    <a:pt x="3635" y="286"/>
                  </a:lnTo>
                  <a:lnTo>
                    <a:pt x="3695" y="245"/>
                  </a:lnTo>
                  <a:lnTo>
                    <a:pt x="3785" y="204"/>
                  </a:lnTo>
                  <a:lnTo>
                    <a:pt x="3935" y="158"/>
                  </a:lnTo>
                  <a:lnTo>
                    <a:pt x="3965" y="143"/>
                  </a:lnTo>
                  <a:lnTo>
                    <a:pt x="3995" y="128"/>
                  </a:lnTo>
                  <a:lnTo>
                    <a:pt x="3965" y="107"/>
                  </a:lnTo>
                  <a:lnTo>
                    <a:pt x="3905" y="92"/>
                  </a:lnTo>
                  <a:lnTo>
                    <a:pt x="3845" y="82"/>
                  </a:lnTo>
                  <a:lnTo>
                    <a:pt x="3725" y="72"/>
                  </a:lnTo>
                  <a:lnTo>
                    <a:pt x="26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56"/>
            <p:cNvSpPr/>
            <p:nvPr/>
          </p:nvSpPr>
          <p:spPr>
            <a:xfrm flipH="1">
              <a:off x="3226738" y="2193475"/>
              <a:ext cx="70808" cy="63900"/>
            </a:xfrm>
            <a:custGeom>
              <a:avLst/>
              <a:gdLst/>
              <a:ahLst/>
              <a:cxnLst/>
              <a:rect l="l" t="t" r="r" b="b"/>
              <a:pathLst>
                <a:path w="16700" h="2556" extrusionOk="0">
                  <a:moveTo>
                    <a:pt x="7840" y="0"/>
                  </a:moveTo>
                  <a:lnTo>
                    <a:pt x="7299" y="5"/>
                  </a:lnTo>
                  <a:lnTo>
                    <a:pt x="6758" y="21"/>
                  </a:lnTo>
                  <a:lnTo>
                    <a:pt x="6278" y="36"/>
                  </a:lnTo>
                  <a:lnTo>
                    <a:pt x="5797" y="56"/>
                  </a:lnTo>
                  <a:lnTo>
                    <a:pt x="5317" y="82"/>
                  </a:lnTo>
                  <a:lnTo>
                    <a:pt x="4896" y="107"/>
                  </a:lnTo>
                  <a:lnTo>
                    <a:pt x="4476" y="138"/>
                  </a:lnTo>
                  <a:lnTo>
                    <a:pt x="4085" y="174"/>
                  </a:lnTo>
                  <a:lnTo>
                    <a:pt x="3725" y="209"/>
                  </a:lnTo>
                  <a:lnTo>
                    <a:pt x="3364" y="250"/>
                  </a:lnTo>
                  <a:lnTo>
                    <a:pt x="3034" y="291"/>
                  </a:lnTo>
                  <a:lnTo>
                    <a:pt x="2704" y="337"/>
                  </a:lnTo>
                  <a:lnTo>
                    <a:pt x="2433" y="383"/>
                  </a:lnTo>
                  <a:lnTo>
                    <a:pt x="2133" y="434"/>
                  </a:lnTo>
                  <a:lnTo>
                    <a:pt x="1893" y="485"/>
                  </a:lnTo>
                  <a:lnTo>
                    <a:pt x="1652" y="536"/>
                  </a:lnTo>
                  <a:lnTo>
                    <a:pt x="1442" y="587"/>
                  </a:lnTo>
                  <a:lnTo>
                    <a:pt x="1052" y="694"/>
                  </a:lnTo>
                  <a:lnTo>
                    <a:pt x="721" y="806"/>
                  </a:lnTo>
                  <a:lnTo>
                    <a:pt x="451" y="913"/>
                  </a:lnTo>
                  <a:lnTo>
                    <a:pt x="271" y="1020"/>
                  </a:lnTo>
                  <a:lnTo>
                    <a:pt x="121" y="1128"/>
                  </a:lnTo>
                  <a:lnTo>
                    <a:pt x="31" y="1224"/>
                  </a:lnTo>
                  <a:lnTo>
                    <a:pt x="1" y="1316"/>
                  </a:lnTo>
                  <a:lnTo>
                    <a:pt x="31" y="1423"/>
                  </a:lnTo>
                  <a:lnTo>
                    <a:pt x="61" y="1541"/>
                  </a:lnTo>
                  <a:lnTo>
                    <a:pt x="181" y="1673"/>
                  </a:lnTo>
                  <a:lnTo>
                    <a:pt x="241" y="1740"/>
                  </a:lnTo>
                  <a:lnTo>
                    <a:pt x="331" y="1806"/>
                  </a:lnTo>
                  <a:lnTo>
                    <a:pt x="2163" y="1877"/>
                  </a:lnTo>
                  <a:lnTo>
                    <a:pt x="3935" y="1954"/>
                  </a:lnTo>
                  <a:lnTo>
                    <a:pt x="5617" y="2041"/>
                  </a:lnTo>
                  <a:lnTo>
                    <a:pt x="7239" y="2132"/>
                  </a:lnTo>
                  <a:lnTo>
                    <a:pt x="8801" y="2229"/>
                  </a:lnTo>
                  <a:lnTo>
                    <a:pt x="10302" y="2331"/>
                  </a:lnTo>
                  <a:lnTo>
                    <a:pt x="11744" y="2444"/>
                  </a:lnTo>
                  <a:lnTo>
                    <a:pt x="13126" y="2556"/>
                  </a:lnTo>
                  <a:lnTo>
                    <a:pt x="13426" y="2525"/>
                  </a:lnTo>
                  <a:lnTo>
                    <a:pt x="13696" y="2495"/>
                  </a:lnTo>
                  <a:lnTo>
                    <a:pt x="14237" y="2418"/>
                  </a:lnTo>
                  <a:lnTo>
                    <a:pt x="14687" y="2342"/>
                  </a:lnTo>
                  <a:lnTo>
                    <a:pt x="15078" y="2260"/>
                  </a:lnTo>
                  <a:lnTo>
                    <a:pt x="15438" y="2168"/>
                  </a:lnTo>
                  <a:lnTo>
                    <a:pt x="15739" y="2076"/>
                  </a:lnTo>
                  <a:lnTo>
                    <a:pt x="16009" y="1984"/>
                  </a:lnTo>
                  <a:lnTo>
                    <a:pt x="16189" y="1888"/>
                  </a:lnTo>
                  <a:lnTo>
                    <a:pt x="16369" y="1791"/>
                  </a:lnTo>
                  <a:lnTo>
                    <a:pt x="16490" y="1694"/>
                  </a:lnTo>
                  <a:lnTo>
                    <a:pt x="16580" y="1602"/>
                  </a:lnTo>
                  <a:lnTo>
                    <a:pt x="16640" y="1510"/>
                  </a:lnTo>
                  <a:lnTo>
                    <a:pt x="16670" y="1423"/>
                  </a:lnTo>
                  <a:lnTo>
                    <a:pt x="16700" y="1337"/>
                  </a:lnTo>
                  <a:lnTo>
                    <a:pt x="16670" y="1260"/>
                  </a:lnTo>
                  <a:lnTo>
                    <a:pt x="16640" y="1184"/>
                  </a:lnTo>
                  <a:lnTo>
                    <a:pt x="16580" y="1092"/>
                  </a:lnTo>
                  <a:lnTo>
                    <a:pt x="16490" y="995"/>
                  </a:lnTo>
                  <a:lnTo>
                    <a:pt x="16339" y="893"/>
                  </a:lnTo>
                  <a:lnTo>
                    <a:pt x="16189" y="796"/>
                  </a:lnTo>
                  <a:lnTo>
                    <a:pt x="16009" y="694"/>
                  </a:lnTo>
                  <a:lnTo>
                    <a:pt x="15739" y="602"/>
                  </a:lnTo>
                  <a:lnTo>
                    <a:pt x="15438" y="505"/>
                  </a:lnTo>
                  <a:lnTo>
                    <a:pt x="15258" y="464"/>
                  </a:lnTo>
                  <a:lnTo>
                    <a:pt x="15048" y="419"/>
                  </a:lnTo>
                  <a:lnTo>
                    <a:pt x="14838" y="378"/>
                  </a:lnTo>
                  <a:lnTo>
                    <a:pt x="14597" y="337"/>
                  </a:lnTo>
                  <a:lnTo>
                    <a:pt x="14357" y="296"/>
                  </a:lnTo>
                  <a:lnTo>
                    <a:pt x="14087" y="260"/>
                  </a:lnTo>
                  <a:lnTo>
                    <a:pt x="13786" y="225"/>
                  </a:lnTo>
                  <a:lnTo>
                    <a:pt x="13456" y="189"/>
                  </a:lnTo>
                  <a:lnTo>
                    <a:pt x="13126" y="158"/>
                  </a:lnTo>
                  <a:lnTo>
                    <a:pt x="12735" y="128"/>
                  </a:lnTo>
                  <a:lnTo>
                    <a:pt x="12345" y="102"/>
                  </a:lnTo>
                  <a:lnTo>
                    <a:pt x="11924" y="77"/>
                  </a:lnTo>
                  <a:lnTo>
                    <a:pt x="11474" y="56"/>
                  </a:lnTo>
                  <a:lnTo>
                    <a:pt x="11023" y="41"/>
                  </a:lnTo>
                  <a:lnTo>
                    <a:pt x="10513" y="26"/>
                  </a:lnTo>
                  <a:lnTo>
                    <a:pt x="9972" y="11"/>
                  </a:lnTo>
                  <a:lnTo>
                    <a:pt x="9401" y="5"/>
                  </a:lnTo>
                  <a:lnTo>
                    <a:pt x="8801" y="0"/>
                  </a:lnTo>
                  <a:close/>
                </a:path>
              </a:pathLst>
            </a:custGeom>
            <a:solidFill>
              <a:srgbClr val="7091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56"/>
            <p:cNvSpPr/>
            <p:nvPr/>
          </p:nvSpPr>
          <p:spPr>
            <a:xfrm flipH="1">
              <a:off x="3226738" y="2193475"/>
              <a:ext cx="70808" cy="63900"/>
            </a:xfrm>
            <a:custGeom>
              <a:avLst/>
              <a:gdLst/>
              <a:ahLst/>
              <a:cxnLst/>
              <a:rect l="l" t="t" r="r" b="b"/>
              <a:pathLst>
                <a:path w="16700" h="2556" fill="none" extrusionOk="0">
                  <a:moveTo>
                    <a:pt x="8410" y="0"/>
                  </a:moveTo>
                  <a:lnTo>
                    <a:pt x="8410" y="0"/>
                  </a:lnTo>
                  <a:lnTo>
                    <a:pt x="8801" y="0"/>
                  </a:lnTo>
                  <a:lnTo>
                    <a:pt x="8801" y="0"/>
                  </a:lnTo>
                  <a:lnTo>
                    <a:pt x="9401" y="5"/>
                  </a:lnTo>
                  <a:lnTo>
                    <a:pt x="9972" y="11"/>
                  </a:lnTo>
                  <a:lnTo>
                    <a:pt x="10513" y="26"/>
                  </a:lnTo>
                  <a:lnTo>
                    <a:pt x="11023" y="41"/>
                  </a:lnTo>
                  <a:lnTo>
                    <a:pt x="11474" y="56"/>
                  </a:lnTo>
                  <a:lnTo>
                    <a:pt x="11924" y="77"/>
                  </a:lnTo>
                  <a:lnTo>
                    <a:pt x="12345" y="102"/>
                  </a:lnTo>
                  <a:lnTo>
                    <a:pt x="12735" y="128"/>
                  </a:lnTo>
                  <a:lnTo>
                    <a:pt x="13126" y="158"/>
                  </a:lnTo>
                  <a:lnTo>
                    <a:pt x="13456" y="189"/>
                  </a:lnTo>
                  <a:lnTo>
                    <a:pt x="13786" y="225"/>
                  </a:lnTo>
                  <a:lnTo>
                    <a:pt x="14087" y="260"/>
                  </a:lnTo>
                  <a:lnTo>
                    <a:pt x="14357" y="296"/>
                  </a:lnTo>
                  <a:lnTo>
                    <a:pt x="14597" y="337"/>
                  </a:lnTo>
                  <a:lnTo>
                    <a:pt x="14838" y="378"/>
                  </a:lnTo>
                  <a:lnTo>
                    <a:pt x="15048" y="419"/>
                  </a:lnTo>
                  <a:lnTo>
                    <a:pt x="15258" y="464"/>
                  </a:lnTo>
                  <a:lnTo>
                    <a:pt x="15438" y="505"/>
                  </a:lnTo>
                  <a:lnTo>
                    <a:pt x="15739" y="602"/>
                  </a:lnTo>
                  <a:lnTo>
                    <a:pt x="16009" y="694"/>
                  </a:lnTo>
                  <a:lnTo>
                    <a:pt x="16189" y="796"/>
                  </a:lnTo>
                  <a:lnTo>
                    <a:pt x="16339" y="893"/>
                  </a:lnTo>
                  <a:lnTo>
                    <a:pt x="16490" y="995"/>
                  </a:lnTo>
                  <a:lnTo>
                    <a:pt x="16580" y="1092"/>
                  </a:lnTo>
                  <a:lnTo>
                    <a:pt x="16640" y="1184"/>
                  </a:lnTo>
                  <a:lnTo>
                    <a:pt x="16640" y="1184"/>
                  </a:lnTo>
                  <a:lnTo>
                    <a:pt x="16670" y="1260"/>
                  </a:lnTo>
                  <a:lnTo>
                    <a:pt x="16700" y="1337"/>
                  </a:lnTo>
                  <a:lnTo>
                    <a:pt x="16670" y="1423"/>
                  </a:lnTo>
                  <a:lnTo>
                    <a:pt x="16640" y="1510"/>
                  </a:lnTo>
                  <a:lnTo>
                    <a:pt x="16580" y="1602"/>
                  </a:lnTo>
                  <a:lnTo>
                    <a:pt x="16490" y="1694"/>
                  </a:lnTo>
                  <a:lnTo>
                    <a:pt x="16369" y="1791"/>
                  </a:lnTo>
                  <a:lnTo>
                    <a:pt x="16189" y="1888"/>
                  </a:lnTo>
                  <a:lnTo>
                    <a:pt x="16009" y="1984"/>
                  </a:lnTo>
                  <a:lnTo>
                    <a:pt x="15739" y="2076"/>
                  </a:lnTo>
                  <a:lnTo>
                    <a:pt x="15438" y="2168"/>
                  </a:lnTo>
                  <a:lnTo>
                    <a:pt x="15078" y="2260"/>
                  </a:lnTo>
                  <a:lnTo>
                    <a:pt x="14687" y="2342"/>
                  </a:lnTo>
                  <a:lnTo>
                    <a:pt x="14237" y="2418"/>
                  </a:lnTo>
                  <a:lnTo>
                    <a:pt x="13696" y="2495"/>
                  </a:lnTo>
                  <a:lnTo>
                    <a:pt x="13426" y="2525"/>
                  </a:lnTo>
                  <a:lnTo>
                    <a:pt x="13126" y="2556"/>
                  </a:lnTo>
                  <a:lnTo>
                    <a:pt x="13126" y="2556"/>
                  </a:lnTo>
                  <a:lnTo>
                    <a:pt x="11744" y="2444"/>
                  </a:lnTo>
                  <a:lnTo>
                    <a:pt x="10302" y="2331"/>
                  </a:lnTo>
                  <a:lnTo>
                    <a:pt x="8801" y="2229"/>
                  </a:lnTo>
                  <a:lnTo>
                    <a:pt x="7239" y="2132"/>
                  </a:lnTo>
                  <a:lnTo>
                    <a:pt x="5617" y="2041"/>
                  </a:lnTo>
                  <a:lnTo>
                    <a:pt x="3935" y="1954"/>
                  </a:lnTo>
                  <a:lnTo>
                    <a:pt x="2163" y="1877"/>
                  </a:lnTo>
                  <a:lnTo>
                    <a:pt x="331" y="1806"/>
                  </a:lnTo>
                  <a:lnTo>
                    <a:pt x="331" y="1806"/>
                  </a:lnTo>
                  <a:lnTo>
                    <a:pt x="241" y="1740"/>
                  </a:lnTo>
                  <a:lnTo>
                    <a:pt x="181" y="1673"/>
                  </a:lnTo>
                  <a:lnTo>
                    <a:pt x="61" y="1541"/>
                  </a:lnTo>
                  <a:lnTo>
                    <a:pt x="31" y="1423"/>
                  </a:lnTo>
                  <a:lnTo>
                    <a:pt x="1" y="1316"/>
                  </a:lnTo>
                  <a:lnTo>
                    <a:pt x="1" y="1316"/>
                  </a:lnTo>
                  <a:lnTo>
                    <a:pt x="31" y="1224"/>
                  </a:lnTo>
                  <a:lnTo>
                    <a:pt x="121" y="1128"/>
                  </a:lnTo>
                  <a:lnTo>
                    <a:pt x="271" y="1020"/>
                  </a:lnTo>
                  <a:lnTo>
                    <a:pt x="451" y="913"/>
                  </a:lnTo>
                  <a:lnTo>
                    <a:pt x="721" y="806"/>
                  </a:lnTo>
                  <a:lnTo>
                    <a:pt x="1052" y="694"/>
                  </a:lnTo>
                  <a:lnTo>
                    <a:pt x="1442" y="587"/>
                  </a:lnTo>
                  <a:lnTo>
                    <a:pt x="1652" y="536"/>
                  </a:lnTo>
                  <a:lnTo>
                    <a:pt x="1893" y="485"/>
                  </a:lnTo>
                  <a:lnTo>
                    <a:pt x="2133" y="434"/>
                  </a:lnTo>
                  <a:lnTo>
                    <a:pt x="2433" y="383"/>
                  </a:lnTo>
                  <a:lnTo>
                    <a:pt x="2704" y="337"/>
                  </a:lnTo>
                  <a:lnTo>
                    <a:pt x="3034" y="291"/>
                  </a:lnTo>
                  <a:lnTo>
                    <a:pt x="3364" y="250"/>
                  </a:lnTo>
                  <a:lnTo>
                    <a:pt x="3725" y="209"/>
                  </a:lnTo>
                  <a:lnTo>
                    <a:pt x="4085" y="174"/>
                  </a:lnTo>
                  <a:lnTo>
                    <a:pt x="4476" y="138"/>
                  </a:lnTo>
                  <a:lnTo>
                    <a:pt x="4896" y="107"/>
                  </a:lnTo>
                  <a:lnTo>
                    <a:pt x="5317" y="82"/>
                  </a:lnTo>
                  <a:lnTo>
                    <a:pt x="5797" y="56"/>
                  </a:lnTo>
                  <a:lnTo>
                    <a:pt x="6278" y="36"/>
                  </a:lnTo>
                  <a:lnTo>
                    <a:pt x="6758" y="21"/>
                  </a:lnTo>
                  <a:lnTo>
                    <a:pt x="7299" y="5"/>
                  </a:lnTo>
                  <a:lnTo>
                    <a:pt x="7840" y="0"/>
                  </a:lnTo>
                  <a:lnTo>
                    <a:pt x="841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56"/>
            <p:cNvSpPr/>
            <p:nvPr/>
          </p:nvSpPr>
          <p:spPr>
            <a:xfrm flipH="1">
              <a:off x="3241891" y="2238600"/>
              <a:ext cx="54255" cy="23375"/>
            </a:xfrm>
            <a:custGeom>
              <a:avLst/>
              <a:gdLst/>
              <a:ahLst/>
              <a:cxnLst/>
              <a:rect l="l" t="t" r="r" b="b"/>
              <a:pathLst>
                <a:path w="12796" h="935" extrusionOk="0">
                  <a:moveTo>
                    <a:pt x="1" y="1"/>
                  </a:moveTo>
                  <a:lnTo>
                    <a:pt x="151" y="83"/>
                  </a:lnTo>
                  <a:lnTo>
                    <a:pt x="331" y="164"/>
                  </a:lnTo>
                  <a:lnTo>
                    <a:pt x="542" y="246"/>
                  </a:lnTo>
                  <a:lnTo>
                    <a:pt x="782" y="327"/>
                  </a:lnTo>
                  <a:lnTo>
                    <a:pt x="1082" y="409"/>
                  </a:lnTo>
                  <a:lnTo>
                    <a:pt x="1413" y="480"/>
                  </a:lnTo>
                  <a:lnTo>
                    <a:pt x="1803" y="552"/>
                  </a:lnTo>
                  <a:lnTo>
                    <a:pt x="2223" y="623"/>
                  </a:lnTo>
                  <a:lnTo>
                    <a:pt x="2734" y="684"/>
                  </a:lnTo>
                  <a:lnTo>
                    <a:pt x="3275" y="746"/>
                  </a:lnTo>
                  <a:lnTo>
                    <a:pt x="3875" y="797"/>
                  </a:lnTo>
                  <a:lnTo>
                    <a:pt x="4566" y="837"/>
                  </a:lnTo>
                  <a:lnTo>
                    <a:pt x="5317" y="873"/>
                  </a:lnTo>
                  <a:lnTo>
                    <a:pt x="6128" y="904"/>
                  </a:lnTo>
                  <a:lnTo>
                    <a:pt x="7029" y="924"/>
                  </a:lnTo>
                  <a:lnTo>
                    <a:pt x="7990" y="934"/>
                  </a:lnTo>
                  <a:lnTo>
                    <a:pt x="8290" y="934"/>
                  </a:lnTo>
                  <a:lnTo>
                    <a:pt x="8981" y="929"/>
                  </a:lnTo>
                  <a:lnTo>
                    <a:pt x="9642" y="919"/>
                  </a:lnTo>
                  <a:lnTo>
                    <a:pt x="10243" y="904"/>
                  </a:lnTo>
                  <a:lnTo>
                    <a:pt x="10813" y="883"/>
                  </a:lnTo>
                  <a:lnTo>
                    <a:pt x="11354" y="858"/>
                  </a:lnTo>
                  <a:lnTo>
                    <a:pt x="11865" y="827"/>
                  </a:lnTo>
                  <a:lnTo>
                    <a:pt x="12345" y="792"/>
                  </a:lnTo>
                  <a:lnTo>
                    <a:pt x="12796" y="751"/>
                  </a:lnTo>
                  <a:lnTo>
                    <a:pt x="11414" y="639"/>
                  </a:lnTo>
                  <a:lnTo>
                    <a:pt x="9972" y="526"/>
                  </a:lnTo>
                  <a:lnTo>
                    <a:pt x="8471" y="424"/>
                  </a:lnTo>
                  <a:lnTo>
                    <a:pt x="6909" y="327"/>
                  </a:lnTo>
                  <a:lnTo>
                    <a:pt x="5287" y="236"/>
                  </a:lnTo>
                  <a:lnTo>
                    <a:pt x="3605" y="149"/>
                  </a:lnTo>
                  <a:lnTo>
                    <a:pt x="1833" y="72"/>
                  </a:lnTo>
                  <a:lnTo>
                    <a:pt x="1" y="1"/>
                  </a:lnTo>
                  <a:close/>
                </a:path>
              </a:pathLst>
            </a:custGeom>
            <a:solidFill>
              <a:srgbClr val="3D17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56"/>
            <p:cNvSpPr/>
            <p:nvPr/>
          </p:nvSpPr>
          <p:spPr>
            <a:xfrm flipH="1">
              <a:off x="3241891" y="2238600"/>
              <a:ext cx="54255" cy="23375"/>
            </a:xfrm>
            <a:custGeom>
              <a:avLst/>
              <a:gdLst/>
              <a:ahLst/>
              <a:cxnLst/>
              <a:rect l="l" t="t" r="r" b="b"/>
              <a:pathLst>
                <a:path w="12796" h="935" fill="none" extrusionOk="0">
                  <a:moveTo>
                    <a:pt x="1" y="1"/>
                  </a:moveTo>
                  <a:lnTo>
                    <a:pt x="1" y="1"/>
                  </a:lnTo>
                  <a:lnTo>
                    <a:pt x="1833" y="72"/>
                  </a:lnTo>
                  <a:lnTo>
                    <a:pt x="3605" y="149"/>
                  </a:lnTo>
                  <a:lnTo>
                    <a:pt x="5287" y="236"/>
                  </a:lnTo>
                  <a:lnTo>
                    <a:pt x="6909" y="327"/>
                  </a:lnTo>
                  <a:lnTo>
                    <a:pt x="8471" y="424"/>
                  </a:lnTo>
                  <a:lnTo>
                    <a:pt x="9972" y="526"/>
                  </a:lnTo>
                  <a:lnTo>
                    <a:pt x="11414" y="639"/>
                  </a:lnTo>
                  <a:lnTo>
                    <a:pt x="12796" y="751"/>
                  </a:lnTo>
                  <a:lnTo>
                    <a:pt x="12796" y="751"/>
                  </a:lnTo>
                  <a:lnTo>
                    <a:pt x="12345" y="792"/>
                  </a:lnTo>
                  <a:lnTo>
                    <a:pt x="11865" y="827"/>
                  </a:lnTo>
                  <a:lnTo>
                    <a:pt x="11354" y="858"/>
                  </a:lnTo>
                  <a:lnTo>
                    <a:pt x="10813" y="883"/>
                  </a:lnTo>
                  <a:lnTo>
                    <a:pt x="10243" y="904"/>
                  </a:lnTo>
                  <a:lnTo>
                    <a:pt x="9642" y="919"/>
                  </a:lnTo>
                  <a:lnTo>
                    <a:pt x="8981" y="929"/>
                  </a:lnTo>
                  <a:lnTo>
                    <a:pt x="8290" y="934"/>
                  </a:lnTo>
                  <a:lnTo>
                    <a:pt x="8290" y="934"/>
                  </a:lnTo>
                  <a:lnTo>
                    <a:pt x="7990" y="934"/>
                  </a:lnTo>
                  <a:lnTo>
                    <a:pt x="7990" y="934"/>
                  </a:lnTo>
                  <a:lnTo>
                    <a:pt x="7029" y="924"/>
                  </a:lnTo>
                  <a:lnTo>
                    <a:pt x="6128" y="904"/>
                  </a:lnTo>
                  <a:lnTo>
                    <a:pt x="5317" y="873"/>
                  </a:lnTo>
                  <a:lnTo>
                    <a:pt x="4566" y="837"/>
                  </a:lnTo>
                  <a:lnTo>
                    <a:pt x="3875" y="797"/>
                  </a:lnTo>
                  <a:lnTo>
                    <a:pt x="3275" y="746"/>
                  </a:lnTo>
                  <a:lnTo>
                    <a:pt x="2734" y="684"/>
                  </a:lnTo>
                  <a:lnTo>
                    <a:pt x="2223" y="623"/>
                  </a:lnTo>
                  <a:lnTo>
                    <a:pt x="1803" y="552"/>
                  </a:lnTo>
                  <a:lnTo>
                    <a:pt x="1413" y="480"/>
                  </a:lnTo>
                  <a:lnTo>
                    <a:pt x="1082" y="409"/>
                  </a:lnTo>
                  <a:lnTo>
                    <a:pt x="782" y="327"/>
                  </a:lnTo>
                  <a:lnTo>
                    <a:pt x="542" y="246"/>
                  </a:lnTo>
                  <a:lnTo>
                    <a:pt x="331" y="164"/>
                  </a:lnTo>
                  <a:lnTo>
                    <a:pt x="151" y="83"/>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56"/>
            <p:cNvSpPr/>
            <p:nvPr/>
          </p:nvSpPr>
          <p:spPr>
            <a:xfrm flipH="1">
              <a:off x="3251698" y="2219750"/>
              <a:ext cx="17702" cy="16200"/>
            </a:xfrm>
            <a:custGeom>
              <a:avLst/>
              <a:gdLst/>
              <a:ahLst/>
              <a:cxnLst/>
              <a:rect l="l" t="t" r="r" b="b"/>
              <a:pathLst>
                <a:path w="4175" h="648" extrusionOk="0">
                  <a:moveTo>
                    <a:pt x="721" y="0"/>
                  </a:moveTo>
                  <a:lnTo>
                    <a:pt x="120" y="61"/>
                  </a:lnTo>
                  <a:lnTo>
                    <a:pt x="30" y="77"/>
                  </a:lnTo>
                  <a:lnTo>
                    <a:pt x="0" y="97"/>
                  </a:lnTo>
                  <a:lnTo>
                    <a:pt x="30" y="117"/>
                  </a:lnTo>
                  <a:lnTo>
                    <a:pt x="90" y="138"/>
                  </a:lnTo>
                  <a:lnTo>
                    <a:pt x="240" y="168"/>
                  </a:lnTo>
                  <a:lnTo>
                    <a:pt x="391" y="209"/>
                  </a:lnTo>
                  <a:lnTo>
                    <a:pt x="511" y="260"/>
                  </a:lnTo>
                  <a:lnTo>
                    <a:pt x="541" y="291"/>
                  </a:lnTo>
                  <a:lnTo>
                    <a:pt x="571" y="321"/>
                  </a:lnTo>
                  <a:lnTo>
                    <a:pt x="541" y="362"/>
                  </a:lnTo>
                  <a:lnTo>
                    <a:pt x="481" y="398"/>
                  </a:lnTo>
                  <a:lnTo>
                    <a:pt x="391" y="444"/>
                  </a:lnTo>
                  <a:lnTo>
                    <a:pt x="240" y="490"/>
                  </a:lnTo>
                  <a:lnTo>
                    <a:pt x="180" y="505"/>
                  </a:lnTo>
                  <a:lnTo>
                    <a:pt x="180" y="520"/>
                  </a:lnTo>
                  <a:lnTo>
                    <a:pt x="180" y="541"/>
                  </a:lnTo>
                  <a:lnTo>
                    <a:pt x="240" y="556"/>
                  </a:lnTo>
                  <a:lnTo>
                    <a:pt x="331" y="566"/>
                  </a:lnTo>
                  <a:lnTo>
                    <a:pt x="451" y="576"/>
                  </a:lnTo>
                  <a:lnTo>
                    <a:pt x="1562" y="648"/>
                  </a:lnTo>
                  <a:lnTo>
                    <a:pt x="1772" y="582"/>
                  </a:lnTo>
                  <a:lnTo>
                    <a:pt x="1922" y="520"/>
                  </a:lnTo>
                  <a:lnTo>
                    <a:pt x="1982" y="454"/>
                  </a:lnTo>
                  <a:lnTo>
                    <a:pt x="2013" y="393"/>
                  </a:lnTo>
                  <a:lnTo>
                    <a:pt x="2013" y="342"/>
                  </a:lnTo>
                  <a:lnTo>
                    <a:pt x="1952" y="286"/>
                  </a:lnTo>
                  <a:lnTo>
                    <a:pt x="1832" y="235"/>
                  </a:lnTo>
                  <a:lnTo>
                    <a:pt x="1682" y="184"/>
                  </a:lnTo>
                  <a:lnTo>
                    <a:pt x="1502" y="138"/>
                  </a:lnTo>
                  <a:lnTo>
                    <a:pt x="1292" y="92"/>
                  </a:lnTo>
                  <a:lnTo>
                    <a:pt x="1021" y="46"/>
                  </a:lnTo>
                  <a:lnTo>
                    <a:pt x="721" y="0"/>
                  </a:lnTo>
                  <a:close/>
                  <a:moveTo>
                    <a:pt x="2853" y="0"/>
                  </a:moveTo>
                  <a:lnTo>
                    <a:pt x="2253" y="61"/>
                  </a:lnTo>
                  <a:lnTo>
                    <a:pt x="2163" y="77"/>
                  </a:lnTo>
                  <a:lnTo>
                    <a:pt x="2133" y="97"/>
                  </a:lnTo>
                  <a:lnTo>
                    <a:pt x="2163" y="117"/>
                  </a:lnTo>
                  <a:lnTo>
                    <a:pt x="2223" y="138"/>
                  </a:lnTo>
                  <a:lnTo>
                    <a:pt x="2373" y="168"/>
                  </a:lnTo>
                  <a:lnTo>
                    <a:pt x="2523" y="209"/>
                  </a:lnTo>
                  <a:lnTo>
                    <a:pt x="2643" y="260"/>
                  </a:lnTo>
                  <a:lnTo>
                    <a:pt x="2673" y="291"/>
                  </a:lnTo>
                  <a:lnTo>
                    <a:pt x="2703" y="321"/>
                  </a:lnTo>
                  <a:lnTo>
                    <a:pt x="2673" y="362"/>
                  </a:lnTo>
                  <a:lnTo>
                    <a:pt x="2613" y="398"/>
                  </a:lnTo>
                  <a:lnTo>
                    <a:pt x="2523" y="444"/>
                  </a:lnTo>
                  <a:lnTo>
                    <a:pt x="2373" y="490"/>
                  </a:lnTo>
                  <a:lnTo>
                    <a:pt x="2313" y="505"/>
                  </a:lnTo>
                  <a:lnTo>
                    <a:pt x="2313" y="520"/>
                  </a:lnTo>
                  <a:lnTo>
                    <a:pt x="2343" y="541"/>
                  </a:lnTo>
                  <a:lnTo>
                    <a:pt x="2373" y="556"/>
                  </a:lnTo>
                  <a:lnTo>
                    <a:pt x="2463" y="566"/>
                  </a:lnTo>
                  <a:lnTo>
                    <a:pt x="2583" y="576"/>
                  </a:lnTo>
                  <a:lnTo>
                    <a:pt x="3694" y="648"/>
                  </a:lnTo>
                  <a:lnTo>
                    <a:pt x="3905" y="582"/>
                  </a:lnTo>
                  <a:lnTo>
                    <a:pt x="4055" y="520"/>
                  </a:lnTo>
                  <a:lnTo>
                    <a:pt x="4145" y="454"/>
                  </a:lnTo>
                  <a:lnTo>
                    <a:pt x="4175" y="393"/>
                  </a:lnTo>
                  <a:lnTo>
                    <a:pt x="4145" y="342"/>
                  </a:lnTo>
                  <a:lnTo>
                    <a:pt x="4085" y="286"/>
                  </a:lnTo>
                  <a:lnTo>
                    <a:pt x="3965" y="235"/>
                  </a:lnTo>
                  <a:lnTo>
                    <a:pt x="3815" y="184"/>
                  </a:lnTo>
                  <a:lnTo>
                    <a:pt x="3634" y="138"/>
                  </a:lnTo>
                  <a:lnTo>
                    <a:pt x="3424" y="92"/>
                  </a:lnTo>
                  <a:lnTo>
                    <a:pt x="3154" y="46"/>
                  </a:lnTo>
                  <a:lnTo>
                    <a:pt x="285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56"/>
            <p:cNvSpPr/>
            <p:nvPr/>
          </p:nvSpPr>
          <p:spPr>
            <a:xfrm flipH="1">
              <a:off x="3527023" y="2183525"/>
              <a:ext cx="241578" cy="234150"/>
            </a:xfrm>
            <a:custGeom>
              <a:avLst/>
              <a:gdLst/>
              <a:ahLst/>
              <a:cxnLst/>
              <a:rect l="l" t="t" r="r" b="b"/>
              <a:pathLst>
                <a:path w="56976" h="9366" extrusionOk="0">
                  <a:moveTo>
                    <a:pt x="28743" y="0"/>
                  </a:moveTo>
                  <a:lnTo>
                    <a:pt x="27752" y="6"/>
                  </a:lnTo>
                  <a:lnTo>
                    <a:pt x="26791" y="11"/>
                  </a:lnTo>
                  <a:lnTo>
                    <a:pt x="25830" y="21"/>
                  </a:lnTo>
                  <a:lnTo>
                    <a:pt x="24899" y="36"/>
                  </a:lnTo>
                  <a:lnTo>
                    <a:pt x="23998" y="57"/>
                  </a:lnTo>
                  <a:lnTo>
                    <a:pt x="23097" y="77"/>
                  </a:lnTo>
                  <a:lnTo>
                    <a:pt x="22256" y="102"/>
                  </a:lnTo>
                  <a:lnTo>
                    <a:pt x="21385" y="133"/>
                  </a:lnTo>
                  <a:lnTo>
                    <a:pt x="20574" y="164"/>
                  </a:lnTo>
                  <a:lnTo>
                    <a:pt x="19763" y="199"/>
                  </a:lnTo>
                  <a:lnTo>
                    <a:pt x="18952" y="240"/>
                  </a:lnTo>
                  <a:lnTo>
                    <a:pt x="18201" y="281"/>
                  </a:lnTo>
                  <a:lnTo>
                    <a:pt x="17420" y="327"/>
                  </a:lnTo>
                  <a:lnTo>
                    <a:pt x="16700" y="378"/>
                  </a:lnTo>
                  <a:lnTo>
                    <a:pt x="15979" y="429"/>
                  </a:lnTo>
                  <a:lnTo>
                    <a:pt x="15288" y="485"/>
                  </a:lnTo>
                  <a:lnTo>
                    <a:pt x="14597" y="541"/>
                  </a:lnTo>
                  <a:lnTo>
                    <a:pt x="13936" y="602"/>
                  </a:lnTo>
                  <a:lnTo>
                    <a:pt x="13276" y="664"/>
                  </a:lnTo>
                  <a:lnTo>
                    <a:pt x="12645" y="730"/>
                  </a:lnTo>
                  <a:lnTo>
                    <a:pt x="12044" y="796"/>
                  </a:lnTo>
                  <a:lnTo>
                    <a:pt x="11443" y="868"/>
                  </a:lnTo>
                  <a:lnTo>
                    <a:pt x="10873" y="939"/>
                  </a:lnTo>
                  <a:lnTo>
                    <a:pt x="10302" y="1010"/>
                  </a:lnTo>
                  <a:lnTo>
                    <a:pt x="9761" y="1087"/>
                  </a:lnTo>
                  <a:lnTo>
                    <a:pt x="9251" y="1163"/>
                  </a:lnTo>
                  <a:lnTo>
                    <a:pt x="8740" y="1245"/>
                  </a:lnTo>
                  <a:lnTo>
                    <a:pt x="8230" y="1322"/>
                  </a:lnTo>
                  <a:lnTo>
                    <a:pt x="7299" y="1490"/>
                  </a:lnTo>
                  <a:lnTo>
                    <a:pt x="6428" y="1663"/>
                  </a:lnTo>
                  <a:lnTo>
                    <a:pt x="5617" y="1837"/>
                  </a:lnTo>
                  <a:lnTo>
                    <a:pt x="4866" y="2020"/>
                  </a:lnTo>
                  <a:lnTo>
                    <a:pt x="4175" y="2204"/>
                  </a:lnTo>
                  <a:lnTo>
                    <a:pt x="3514" y="2388"/>
                  </a:lnTo>
                  <a:lnTo>
                    <a:pt x="2944" y="2576"/>
                  </a:lnTo>
                  <a:lnTo>
                    <a:pt x="2433" y="2760"/>
                  </a:lnTo>
                  <a:lnTo>
                    <a:pt x="1952" y="2949"/>
                  </a:lnTo>
                  <a:lnTo>
                    <a:pt x="1532" y="3137"/>
                  </a:lnTo>
                  <a:lnTo>
                    <a:pt x="1172" y="3321"/>
                  </a:lnTo>
                  <a:lnTo>
                    <a:pt x="871" y="3505"/>
                  </a:lnTo>
                  <a:lnTo>
                    <a:pt x="601" y="3688"/>
                  </a:lnTo>
                  <a:lnTo>
                    <a:pt x="391" y="3862"/>
                  </a:lnTo>
                  <a:lnTo>
                    <a:pt x="241" y="4035"/>
                  </a:lnTo>
                  <a:lnTo>
                    <a:pt x="120" y="4198"/>
                  </a:lnTo>
                  <a:lnTo>
                    <a:pt x="30" y="4362"/>
                  </a:lnTo>
                  <a:lnTo>
                    <a:pt x="0" y="4509"/>
                  </a:lnTo>
                  <a:lnTo>
                    <a:pt x="30" y="4795"/>
                  </a:lnTo>
                  <a:lnTo>
                    <a:pt x="60" y="4948"/>
                  </a:lnTo>
                  <a:lnTo>
                    <a:pt x="120" y="5106"/>
                  </a:lnTo>
                  <a:lnTo>
                    <a:pt x="180" y="5275"/>
                  </a:lnTo>
                  <a:lnTo>
                    <a:pt x="301" y="5448"/>
                  </a:lnTo>
                  <a:lnTo>
                    <a:pt x="451" y="5621"/>
                  </a:lnTo>
                  <a:lnTo>
                    <a:pt x="601" y="5800"/>
                  </a:lnTo>
                  <a:lnTo>
                    <a:pt x="841" y="5984"/>
                  </a:lnTo>
                  <a:lnTo>
                    <a:pt x="1081" y="6167"/>
                  </a:lnTo>
                  <a:lnTo>
                    <a:pt x="1382" y="6356"/>
                  </a:lnTo>
                  <a:lnTo>
                    <a:pt x="1742" y="6545"/>
                  </a:lnTo>
                  <a:lnTo>
                    <a:pt x="2133" y="6728"/>
                  </a:lnTo>
                  <a:lnTo>
                    <a:pt x="2613" y="6917"/>
                  </a:lnTo>
                  <a:lnTo>
                    <a:pt x="3124" y="7101"/>
                  </a:lnTo>
                  <a:lnTo>
                    <a:pt x="3694" y="7284"/>
                  </a:lnTo>
                  <a:lnTo>
                    <a:pt x="4265" y="7279"/>
                  </a:lnTo>
                  <a:lnTo>
                    <a:pt x="4445" y="7279"/>
                  </a:lnTo>
                  <a:lnTo>
                    <a:pt x="4836" y="7284"/>
                  </a:lnTo>
                  <a:lnTo>
                    <a:pt x="5196" y="7289"/>
                  </a:lnTo>
                  <a:lnTo>
                    <a:pt x="5527" y="7299"/>
                  </a:lnTo>
                  <a:lnTo>
                    <a:pt x="5857" y="7310"/>
                  </a:lnTo>
                  <a:lnTo>
                    <a:pt x="6157" y="7325"/>
                  </a:lnTo>
                  <a:lnTo>
                    <a:pt x="6458" y="7340"/>
                  </a:lnTo>
                  <a:lnTo>
                    <a:pt x="6698" y="7356"/>
                  </a:lnTo>
                  <a:lnTo>
                    <a:pt x="6938" y="7376"/>
                  </a:lnTo>
                  <a:lnTo>
                    <a:pt x="7389" y="7422"/>
                  </a:lnTo>
                  <a:lnTo>
                    <a:pt x="7779" y="7473"/>
                  </a:lnTo>
                  <a:lnTo>
                    <a:pt x="8080" y="7529"/>
                  </a:lnTo>
                  <a:lnTo>
                    <a:pt x="8350" y="7590"/>
                  </a:lnTo>
                  <a:lnTo>
                    <a:pt x="8560" y="7651"/>
                  </a:lnTo>
                  <a:lnTo>
                    <a:pt x="8710" y="7713"/>
                  </a:lnTo>
                  <a:lnTo>
                    <a:pt x="8830" y="7779"/>
                  </a:lnTo>
                  <a:lnTo>
                    <a:pt x="8921" y="7845"/>
                  </a:lnTo>
                  <a:lnTo>
                    <a:pt x="8981" y="7906"/>
                  </a:lnTo>
                  <a:lnTo>
                    <a:pt x="9011" y="7963"/>
                  </a:lnTo>
                  <a:lnTo>
                    <a:pt x="9041" y="8065"/>
                  </a:lnTo>
                  <a:lnTo>
                    <a:pt x="9011" y="8121"/>
                  </a:lnTo>
                  <a:lnTo>
                    <a:pt x="8951" y="8182"/>
                  </a:lnTo>
                  <a:lnTo>
                    <a:pt x="8860" y="8243"/>
                  </a:lnTo>
                  <a:lnTo>
                    <a:pt x="8740" y="8309"/>
                  </a:lnTo>
                  <a:lnTo>
                    <a:pt x="9551" y="8422"/>
                  </a:lnTo>
                  <a:lnTo>
                    <a:pt x="10422" y="8524"/>
                  </a:lnTo>
                  <a:lnTo>
                    <a:pt x="11353" y="8626"/>
                  </a:lnTo>
                  <a:lnTo>
                    <a:pt x="12314" y="8723"/>
                  </a:lnTo>
                  <a:lnTo>
                    <a:pt x="13336" y="8814"/>
                  </a:lnTo>
                  <a:lnTo>
                    <a:pt x="14417" y="8896"/>
                  </a:lnTo>
                  <a:lnTo>
                    <a:pt x="15528" y="8978"/>
                  </a:lnTo>
                  <a:lnTo>
                    <a:pt x="16730" y="9049"/>
                  </a:lnTo>
                  <a:lnTo>
                    <a:pt x="17961" y="9115"/>
                  </a:lnTo>
                  <a:lnTo>
                    <a:pt x="19282" y="9171"/>
                  </a:lnTo>
                  <a:lnTo>
                    <a:pt x="20634" y="9222"/>
                  </a:lnTo>
                  <a:lnTo>
                    <a:pt x="22076" y="9268"/>
                  </a:lnTo>
                  <a:lnTo>
                    <a:pt x="23547" y="9304"/>
                  </a:lnTo>
                  <a:lnTo>
                    <a:pt x="25109" y="9335"/>
                  </a:lnTo>
                  <a:lnTo>
                    <a:pt x="26731" y="9355"/>
                  </a:lnTo>
                  <a:lnTo>
                    <a:pt x="28413" y="9365"/>
                  </a:lnTo>
                  <a:lnTo>
                    <a:pt x="30515" y="9365"/>
                  </a:lnTo>
                  <a:lnTo>
                    <a:pt x="31537" y="9360"/>
                  </a:lnTo>
                  <a:lnTo>
                    <a:pt x="32558" y="9345"/>
                  </a:lnTo>
                  <a:lnTo>
                    <a:pt x="33549" y="9335"/>
                  </a:lnTo>
                  <a:lnTo>
                    <a:pt x="34510" y="9314"/>
                  </a:lnTo>
                  <a:lnTo>
                    <a:pt x="35441" y="9289"/>
                  </a:lnTo>
                  <a:lnTo>
                    <a:pt x="36342" y="9263"/>
                  </a:lnTo>
                  <a:lnTo>
                    <a:pt x="37213" y="9233"/>
                  </a:lnTo>
                  <a:lnTo>
                    <a:pt x="38084" y="9202"/>
                  </a:lnTo>
                  <a:lnTo>
                    <a:pt x="38925" y="9161"/>
                  </a:lnTo>
                  <a:lnTo>
                    <a:pt x="39736" y="9126"/>
                  </a:lnTo>
                  <a:lnTo>
                    <a:pt x="40517" y="9080"/>
                  </a:lnTo>
                  <a:lnTo>
                    <a:pt x="41298" y="9034"/>
                  </a:lnTo>
                  <a:lnTo>
                    <a:pt x="42049" y="8983"/>
                  </a:lnTo>
                  <a:lnTo>
                    <a:pt x="42770" y="8927"/>
                  </a:lnTo>
                  <a:lnTo>
                    <a:pt x="43460" y="8870"/>
                  </a:lnTo>
                  <a:lnTo>
                    <a:pt x="43791" y="8600"/>
                  </a:lnTo>
                  <a:lnTo>
                    <a:pt x="44181" y="8330"/>
                  </a:lnTo>
                  <a:lnTo>
                    <a:pt x="44632" y="8049"/>
                  </a:lnTo>
                  <a:lnTo>
                    <a:pt x="45142" y="7764"/>
                  </a:lnTo>
                  <a:lnTo>
                    <a:pt x="45743" y="7483"/>
                  </a:lnTo>
                  <a:lnTo>
                    <a:pt x="46374" y="7192"/>
                  </a:lnTo>
                  <a:lnTo>
                    <a:pt x="47125" y="6907"/>
                  </a:lnTo>
                  <a:lnTo>
                    <a:pt x="47906" y="6621"/>
                  </a:lnTo>
                  <a:lnTo>
                    <a:pt x="48777" y="6330"/>
                  </a:lnTo>
                  <a:lnTo>
                    <a:pt x="49708" y="6045"/>
                  </a:lnTo>
                  <a:lnTo>
                    <a:pt x="50218" y="5907"/>
                  </a:lnTo>
                  <a:lnTo>
                    <a:pt x="50729" y="5764"/>
                  </a:lnTo>
                  <a:lnTo>
                    <a:pt x="51269" y="5626"/>
                  </a:lnTo>
                  <a:lnTo>
                    <a:pt x="51810" y="5484"/>
                  </a:lnTo>
                  <a:lnTo>
                    <a:pt x="52411" y="5346"/>
                  </a:lnTo>
                  <a:lnTo>
                    <a:pt x="52981" y="5208"/>
                  </a:lnTo>
                  <a:lnTo>
                    <a:pt x="53612" y="5076"/>
                  </a:lnTo>
                  <a:lnTo>
                    <a:pt x="54243" y="4938"/>
                  </a:lnTo>
                  <a:lnTo>
                    <a:pt x="54904" y="4805"/>
                  </a:lnTo>
                  <a:lnTo>
                    <a:pt x="55564" y="4678"/>
                  </a:lnTo>
                  <a:lnTo>
                    <a:pt x="56255" y="4545"/>
                  </a:lnTo>
                  <a:lnTo>
                    <a:pt x="56976" y="4418"/>
                  </a:lnTo>
                  <a:lnTo>
                    <a:pt x="56916" y="4234"/>
                  </a:lnTo>
                  <a:lnTo>
                    <a:pt x="56826" y="4066"/>
                  </a:lnTo>
                  <a:lnTo>
                    <a:pt x="56676" y="3836"/>
                  </a:lnTo>
                  <a:lnTo>
                    <a:pt x="56465" y="3602"/>
                  </a:lnTo>
                  <a:lnTo>
                    <a:pt x="56225" y="3367"/>
                  </a:lnTo>
                  <a:lnTo>
                    <a:pt x="55955" y="3132"/>
                  </a:lnTo>
                  <a:lnTo>
                    <a:pt x="55594" y="2893"/>
                  </a:lnTo>
                  <a:lnTo>
                    <a:pt x="55414" y="2775"/>
                  </a:lnTo>
                  <a:lnTo>
                    <a:pt x="55204" y="2658"/>
                  </a:lnTo>
                  <a:lnTo>
                    <a:pt x="54964" y="2535"/>
                  </a:lnTo>
                  <a:lnTo>
                    <a:pt x="54693" y="2418"/>
                  </a:lnTo>
                  <a:lnTo>
                    <a:pt x="54423" y="2306"/>
                  </a:lnTo>
                  <a:lnTo>
                    <a:pt x="54123" y="2189"/>
                  </a:lnTo>
                  <a:lnTo>
                    <a:pt x="53432" y="2178"/>
                  </a:lnTo>
                  <a:lnTo>
                    <a:pt x="52801" y="2153"/>
                  </a:lnTo>
                  <a:lnTo>
                    <a:pt x="52231" y="2122"/>
                  </a:lnTo>
                  <a:lnTo>
                    <a:pt x="51750" y="2087"/>
                  </a:lnTo>
                  <a:lnTo>
                    <a:pt x="51330" y="2041"/>
                  </a:lnTo>
                  <a:lnTo>
                    <a:pt x="50999" y="1990"/>
                  </a:lnTo>
                  <a:lnTo>
                    <a:pt x="50699" y="1934"/>
                  </a:lnTo>
                  <a:lnTo>
                    <a:pt x="50458" y="1872"/>
                  </a:lnTo>
                  <a:lnTo>
                    <a:pt x="50248" y="1811"/>
                  </a:lnTo>
                  <a:lnTo>
                    <a:pt x="50098" y="1750"/>
                  </a:lnTo>
                  <a:lnTo>
                    <a:pt x="49978" y="1684"/>
                  </a:lnTo>
                  <a:lnTo>
                    <a:pt x="49888" y="1622"/>
                  </a:lnTo>
                  <a:lnTo>
                    <a:pt x="49828" y="1561"/>
                  </a:lnTo>
                  <a:lnTo>
                    <a:pt x="49798" y="1505"/>
                  </a:lnTo>
                  <a:lnTo>
                    <a:pt x="49798" y="1403"/>
                  </a:lnTo>
                  <a:lnTo>
                    <a:pt x="49798" y="1352"/>
                  </a:lnTo>
                  <a:lnTo>
                    <a:pt x="49858" y="1301"/>
                  </a:lnTo>
                  <a:lnTo>
                    <a:pt x="49918" y="1240"/>
                  </a:lnTo>
                  <a:lnTo>
                    <a:pt x="50038" y="1184"/>
                  </a:lnTo>
                  <a:lnTo>
                    <a:pt x="49287" y="1061"/>
                  </a:lnTo>
                  <a:lnTo>
                    <a:pt x="48476" y="949"/>
                  </a:lnTo>
                  <a:lnTo>
                    <a:pt x="47605" y="837"/>
                  </a:lnTo>
                  <a:lnTo>
                    <a:pt x="46674" y="730"/>
                  </a:lnTo>
                  <a:lnTo>
                    <a:pt x="45683" y="633"/>
                  </a:lnTo>
                  <a:lnTo>
                    <a:pt x="44632" y="536"/>
                  </a:lnTo>
                  <a:lnTo>
                    <a:pt x="43490" y="449"/>
                  </a:lnTo>
                  <a:lnTo>
                    <a:pt x="42319" y="373"/>
                  </a:lnTo>
                  <a:lnTo>
                    <a:pt x="41058" y="296"/>
                  </a:lnTo>
                  <a:lnTo>
                    <a:pt x="39706" y="230"/>
                  </a:lnTo>
                  <a:lnTo>
                    <a:pt x="38324" y="174"/>
                  </a:lnTo>
                  <a:lnTo>
                    <a:pt x="36823" y="123"/>
                  </a:lnTo>
                  <a:lnTo>
                    <a:pt x="35261" y="82"/>
                  </a:lnTo>
                  <a:lnTo>
                    <a:pt x="33609" y="46"/>
                  </a:lnTo>
                  <a:lnTo>
                    <a:pt x="31897" y="21"/>
                  </a:lnTo>
                  <a:lnTo>
                    <a:pt x="30095" y="6"/>
                  </a:lnTo>
                  <a:lnTo>
                    <a:pt x="28743" y="0"/>
                  </a:lnTo>
                  <a:close/>
                </a:path>
              </a:pathLst>
            </a:custGeom>
            <a:solidFill>
              <a:srgbClr val="7091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56"/>
            <p:cNvSpPr/>
            <p:nvPr/>
          </p:nvSpPr>
          <p:spPr>
            <a:xfrm flipH="1">
              <a:off x="3527023" y="2183525"/>
              <a:ext cx="241578" cy="234150"/>
            </a:xfrm>
            <a:custGeom>
              <a:avLst/>
              <a:gdLst/>
              <a:ahLst/>
              <a:cxnLst/>
              <a:rect l="l" t="t" r="r" b="b"/>
              <a:pathLst>
                <a:path w="56976" h="9366" fill="none" extrusionOk="0">
                  <a:moveTo>
                    <a:pt x="28743" y="0"/>
                  </a:moveTo>
                  <a:lnTo>
                    <a:pt x="28743" y="0"/>
                  </a:lnTo>
                  <a:lnTo>
                    <a:pt x="30095" y="6"/>
                  </a:lnTo>
                  <a:lnTo>
                    <a:pt x="30095" y="6"/>
                  </a:lnTo>
                  <a:lnTo>
                    <a:pt x="31897" y="21"/>
                  </a:lnTo>
                  <a:lnTo>
                    <a:pt x="33609" y="46"/>
                  </a:lnTo>
                  <a:lnTo>
                    <a:pt x="35261" y="82"/>
                  </a:lnTo>
                  <a:lnTo>
                    <a:pt x="36823" y="123"/>
                  </a:lnTo>
                  <a:lnTo>
                    <a:pt x="38324" y="174"/>
                  </a:lnTo>
                  <a:lnTo>
                    <a:pt x="39706" y="230"/>
                  </a:lnTo>
                  <a:lnTo>
                    <a:pt x="41058" y="296"/>
                  </a:lnTo>
                  <a:lnTo>
                    <a:pt x="42319" y="373"/>
                  </a:lnTo>
                  <a:lnTo>
                    <a:pt x="43490" y="449"/>
                  </a:lnTo>
                  <a:lnTo>
                    <a:pt x="44632" y="536"/>
                  </a:lnTo>
                  <a:lnTo>
                    <a:pt x="45683" y="633"/>
                  </a:lnTo>
                  <a:lnTo>
                    <a:pt x="46674" y="730"/>
                  </a:lnTo>
                  <a:lnTo>
                    <a:pt x="47605" y="837"/>
                  </a:lnTo>
                  <a:lnTo>
                    <a:pt x="48476" y="949"/>
                  </a:lnTo>
                  <a:lnTo>
                    <a:pt x="49287" y="1061"/>
                  </a:lnTo>
                  <a:lnTo>
                    <a:pt x="50038" y="1184"/>
                  </a:lnTo>
                  <a:lnTo>
                    <a:pt x="50038" y="1184"/>
                  </a:lnTo>
                  <a:lnTo>
                    <a:pt x="49918" y="1240"/>
                  </a:lnTo>
                  <a:lnTo>
                    <a:pt x="49858" y="1301"/>
                  </a:lnTo>
                  <a:lnTo>
                    <a:pt x="49798" y="1352"/>
                  </a:lnTo>
                  <a:lnTo>
                    <a:pt x="49798" y="1403"/>
                  </a:lnTo>
                  <a:lnTo>
                    <a:pt x="49798" y="1403"/>
                  </a:lnTo>
                  <a:lnTo>
                    <a:pt x="49798" y="1505"/>
                  </a:lnTo>
                  <a:lnTo>
                    <a:pt x="49828" y="1561"/>
                  </a:lnTo>
                  <a:lnTo>
                    <a:pt x="49888" y="1622"/>
                  </a:lnTo>
                  <a:lnTo>
                    <a:pt x="49978" y="1684"/>
                  </a:lnTo>
                  <a:lnTo>
                    <a:pt x="50098" y="1750"/>
                  </a:lnTo>
                  <a:lnTo>
                    <a:pt x="50248" y="1811"/>
                  </a:lnTo>
                  <a:lnTo>
                    <a:pt x="50458" y="1872"/>
                  </a:lnTo>
                  <a:lnTo>
                    <a:pt x="50699" y="1934"/>
                  </a:lnTo>
                  <a:lnTo>
                    <a:pt x="50999" y="1990"/>
                  </a:lnTo>
                  <a:lnTo>
                    <a:pt x="51330" y="2041"/>
                  </a:lnTo>
                  <a:lnTo>
                    <a:pt x="51750" y="2087"/>
                  </a:lnTo>
                  <a:lnTo>
                    <a:pt x="52231" y="2122"/>
                  </a:lnTo>
                  <a:lnTo>
                    <a:pt x="52801" y="2153"/>
                  </a:lnTo>
                  <a:lnTo>
                    <a:pt x="53432" y="2178"/>
                  </a:lnTo>
                  <a:lnTo>
                    <a:pt x="54123" y="2189"/>
                  </a:lnTo>
                  <a:lnTo>
                    <a:pt x="54123" y="2189"/>
                  </a:lnTo>
                  <a:lnTo>
                    <a:pt x="54423" y="2306"/>
                  </a:lnTo>
                  <a:lnTo>
                    <a:pt x="54693" y="2418"/>
                  </a:lnTo>
                  <a:lnTo>
                    <a:pt x="54964" y="2535"/>
                  </a:lnTo>
                  <a:lnTo>
                    <a:pt x="55204" y="2658"/>
                  </a:lnTo>
                  <a:lnTo>
                    <a:pt x="55414" y="2775"/>
                  </a:lnTo>
                  <a:lnTo>
                    <a:pt x="55594" y="2893"/>
                  </a:lnTo>
                  <a:lnTo>
                    <a:pt x="55955" y="3132"/>
                  </a:lnTo>
                  <a:lnTo>
                    <a:pt x="56225" y="3367"/>
                  </a:lnTo>
                  <a:lnTo>
                    <a:pt x="56465" y="3602"/>
                  </a:lnTo>
                  <a:lnTo>
                    <a:pt x="56676" y="3836"/>
                  </a:lnTo>
                  <a:lnTo>
                    <a:pt x="56826" y="4066"/>
                  </a:lnTo>
                  <a:lnTo>
                    <a:pt x="56826" y="4066"/>
                  </a:lnTo>
                  <a:lnTo>
                    <a:pt x="56916" y="4234"/>
                  </a:lnTo>
                  <a:lnTo>
                    <a:pt x="56976" y="4418"/>
                  </a:lnTo>
                  <a:lnTo>
                    <a:pt x="56976" y="4418"/>
                  </a:lnTo>
                  <a:lnTo>
                    <a:pt x="56255" y="4545"/>
                  </a:lnTo>
                  <a:lnTo>
                    <a:pt x="55564" y="4678"/>
                  </a:lnTo>
                  <a:lnTo>
                    <a:pt x="54904" y="4805"/>
                  </a:lnTo>
                  <a:lnTo>
                    <a:pt x="54243" y="4938"/>
                  </a:lnTo>
                  <a:lnTo>
                    <a:pt x="53612" y="5076"/>
                  </a:lnTo>
                  <a:lnTo>
                    <a:pt x="52981" y="5208"/>
                  </a:lnTo>
                  <a:lnTo>
                    <a:pt x="52411" y="5346"/>
                  </a:lnTo>
                  <a:lnTo>
                    <a:pt x="51810" y="5484"/>
                  </a:lnTo>
                  <a:lnTo>
                    <a:pt x="51269" y="5626"/>
                  </a:lnTo>
                  <a:lnTo>
                    <a:pt x="50729" y="5764"/>
                  </a:lnTo>
                  <a:lnTo>
                    <a:pt x="50218" y="5907"/>
                  </a:lnTo>
                  <a:lnTo>
                    <a:pt x="49708" y="6045"/>
                  </a:lnTo>
                  <a:lnTo>
                    <a:pt x="48777" y="6330"/>
                  </a:lnTo>
                  <a:lnTo>
                    <a:pt x="47906" y="6621"/>
                  </a:lnTo>
                  <a:lnTo>
                    <a:pt x="47125" y="6907"/>
                  </a:lnTo>
                  <a:lnTo>
                    <a:pt x="46374" y="7192"/>
                  </a:lnTo>
                  <a:lnTo>
                    <a:pt x="45743" y="7483"/>
                  </a:lnTo>
                  <a:lnTo>
                    <a:pt x="45142" y="7764"/>
                  </a:lnTo>
                  <a:lnTo>
                    <a:pt x="44632" y="8049"/>
                  </a:lnTo>
                  <a:lnTo>
                    <a:pt x="44181" y="8330"/>
                  </a:lnTo>
                  <a:lnTo>
                    <a:pt x="43791" y="8600"/>
                  </a:lnTo>
                  <a:lnTo>
                    <a:pt x="43460" y="8870"/>
                  </a:lnTo>
                  <a:lnTo>
                    <a:pt x="43460" y="8870"/>
                  </a:lnTo>
                  <a:lnTo>
                    <a:pt x="42770" y="8927"/>
                  </a:lnTo>
                  <a:lnTo>
                    <a:pt x="42049" y="8983"/>
                  </a:lnTo>
                  <a:lnTo>
                    <a:pt x="41298" y="9034"/>
                  </a:lnTo>
                  <a:lnTo>
                    <a:pt x="40517" y="9080"/>
                  </a:lnTo>
                  <a:lnTo>
                    <a:pt x="39736" y="9126"/>
                  </a:lnTo>
                  <a:lnTo>
                    <a:pt x="38925" y="9161"/>
                  </a:lnTo>
                  <a:lnTo>
                    <a:pt x="38084" y="9202"/>
                  </a:lnTo>
                  <a:lnTo>
                    <a:pt x="37213" y="9233"/>
                  </a:lnTo>
                  <a:lnTo>
                    <a:pt x="36342" y="9263"/>
                  </a:lnTo>
                  <a:lnTo>
                    <a:pt x="35441" y="9289"/>
                  </a:lnTo>
                  <a:lnTo>
                    <a:pt x="34510" y="9314"/>
                  </a:lnTo>
                  <a:lnTo>
                    <a:pt x="33549" y="9335"/>
                  </a:lnTo>
                  <a:lnTo>
                    <a:pt x="32558" y="9345"/>
                  </a:lnTo>
                  <a:lnTo>
                    <a:pt x="31537" y="9360"/>
                  </a:lnTo>
                  <a:lnTo>
                    <a:pt x="30515" y="9365"/>
                  </a:lnTo>
                  <a:lnTo>
                    <a:pt x="29464" y="9365"/>
                  </a:lnTo>
                  <a:lnTo>
                    <a:pt x="29464" y="9365"/>
                  </a:lnTo>
                  <a:lnTo>
                    <a:pt x="28413" y="9365"/>
                  </a:lnTo>
                  <a:lnTo>
                    <a:pt x="28413" y="9365"/>
                  </a:lnTo>
                  <a:lnTo>
                    <a:pt x="26731" y="9355"/>
                  </a:lnTo>
                  <a:lnTo>
                    <a:pt x="25109" y="9335"/>
                  </a:lnTo>
                  <a:lnTo>
                    <a:pt x="23547" y="9304"/>
                  </a:lnTo>
                  <a:lnTo>
                    <a:pt x="22076" y="9268"/>
                  </a:lnTo>
                  <a:lnTo>
                    <a:pt x="20634" y="9222"/>
                  </a:lnTo>
                  <a:lnTo>
                    <a:pt x="19282" y="9171"/>
                  </a:lnTo>
                  <a:lnTo>
                    <a:pt x="17961" y="9115"/>
                  </a:lnTo>
                  <a:lnTo>
                    <a:pt x="16730" y="9049"/>
                  </a:lnTo>
                  <a:lnTo>
                    <a:pt x="15528" y="8978"/>
                  </a:lnTo>
                  <a:lnTo>
                    <a:pt x="14417" y="8896"/>
                  </a:lnTo>
                  <a:lnTo>
                    <a:pt x="13336" y="8814"/>
                  </a:lnTo>
                  <a:lnTo>
                    <a:pt x="12314" y="8723"/>
                  </a:lnTo>
                  <a:lnTo>
                    <a:pt x="11353" y="8626"/>
                  </a:lnTo>
                  <a:lnTo>
                    <a:pt x="10422" y="8524"/>
                  </a:lnTo>
                  <a:lnTo>
                    <a:pt x="9551" y="8422"/>
                  </a:lnTo>
                  <a:lnTo>
                    <a:pt x="8740" y="8309"/>
                  </a:lnTo>
                  <a:lnTo>
                    <a:pt x="8740" y="8309"/>
                  </a:lnTo>
                  <a:lnTo>
                    <a:pt x="8860" y="8243"/>
                  </a:lnTo>
                  <a:lnTo>
                    <a:pt x="8951" y="8182"/>
                  </a:lnTo>
                  <a:lnTo>
                    <a:pt x="9011" y="8121"/>
                  </a:lnTo>
                  <a:lnTo>
                    <a:pt x="9041" y="8065"/>
                  </a:lnTo>
                  <a:lnTo>
                    <a:pt x="9041" y="8065"/>
                  </a:lnTo>
                  <a:lnTo>
                    <a:pt x="9011" y="7963"/>
                  </a:lnTo>
                  <a:lnTo>
                    <a:pt x="8981" y="7906"/>
                  </a:lnTo>
                  <a:lnTo>
                    <a:pt x="8921" y="7845"/>
                  </a:lnTo>
                  <a:lnTo>
                    <a:pt x="8830" y="7779"/>
                  </a:lnTo>
                  <a:lnTo>
                    <a:pt x="8710" y="7713"/>
                  </a:lnTo>
                  <a:lnTo>
                    <a:pt x="8560" y="7651"/>
                  </a:lnTo>
                  <a:lnTo>
                    <a:pt x="8350" y="7590"/>
                  </a:lnTo>
                  <a:lnTo>
                    <a:pt x="8080" y="7529"/>
                  </a:lnTo>
                  <a:lnTo>
                    <a:pt x="7779" y="7473"/>
                  </a:lnTo>
                  <a:lnTo>
                    <a:pt x="7389" y="7422"/>
                  </a:lnTo>
                  <a:lnTo>
                    <a:pt x="6938" y="7376"/>
                  </a:lnTo>
                  <a:lnTo>
                    <a:pt x="6698" y="7356"/>
                  </a:lnTo>
                  <a:lnTo>
                    <a:pt x="6458" y="7340"/>
                  </a:lnTo>
                  <a:lnTo>
                    <a:pt x="6157" y="7325"/>
                  </a:lnTo>
                  <a:lnTo>
                    <a:pt x="5857" y="7310"/>
                  </a:lnTo>
                  <a:lnTo>
                    <a:pt x="5527" y="7299"/>
                  </a:lnTo>
                  <a:lnTo>
                    <a:pt x="5196" y="7289"/>
                  </a:lnTo>
                  <a:lnTo>
                    <a:pt x="4836" y="7284"/>
                  </a:lnTo>
                  <a:lnTo>
                    <a:pt x="4445" y="7279"/>
                  </a:lnTo>
                  <a:lnTo>
                    <a:pt x="4445" y="7279"/>
                  </a:lnTo>
                  <a:lnTo>
                    <a:pt x="4265" y="7279"/>
                  </a:lnTo>
                  <a:lnTo>
                    <a:pt x="4265" y="7279"/>
                  </a:lnTo>
                  <a:lnTo>
                    <a:pt x="3694" y="7284"/>
                  </a:lnTo>
                  <a:lnTo>
                    <a:pt x="3694" y="7284"/>
                  </a:lnTo>
                  <a:lnTo>
                    <a:pt x="3124" y="7101"/>
                  </a:lnTo>
                  <a:lnTo>
                    <a:pt x="2613" y="6917"/>
                  </a:lnTo>
                  <a:lnTo>
                    <a:pt x="2133" y="6728"/>
                  </a:lnTo>
                  <a:lnTo>
                    <a:pt x="1742" y="6545"/>
                  </a:lnTo>
                  <a:lnTo>
                    <a:pt x="1382" y="6356"/>
                  </a:lnTo>
                  <a:lnTo>
                    <a:pt x="1081" y="6167"/>
                  </a:lnTo>
                  <a:lnTo>
                    <a:pt x="841" y="5984"/>
                  </a:lnTo>
                  <a:lnTo>
                    <a:pt x="601" y="5800"/>
                  </a:lnTo>
                  <a:lnTo>
                    <a:pt x="451" y="5621"/>
                  </a:lnTo>
                  <a:lnTo>
                    <a:pt x="301" y="5448"/>
                  </a:lnTo>
                  <a:lnTo>
                    <a:pt x="180" y="5275"/>
                  </a:lnTo>
                  <a:lnTo>
                    <a:pt x="120" y="5106"/>
                  </a:lnTo>
                  <a:lnTo>
                    <a:pt x="60" y="4948"/>
                  </a:lnTo>
                  <a:lnTo>
                    <a:pt x="30" y="4795"/>
                  </a:lnTo>
                  <a:lnTo>
                    <a:pt x="0" y="4509"/>
                  </a:lnTo>
                  <a:lnTo>
                    <a:pt x="0" y="4509"/>
                  </a:lnTo>
                  <a:lnTo>
                    <a:pt x="30" y="4362"/>
                  </a:lnTo>
                  <a:lnTo>
                    <a:pt x="120" y="4198"/>
                  </a:lnTo>
                  <a:lnTo>
                    <a:pt x="241" y="4035"/>
                  </a:lnTo>
                  <a:lnTo>
                    <a:pt x="391" y="3862"/>
                  </a:lnTo>
                  <a:lnTo>
                    <a:pt x="601" y="3688"/>
                  </a:lnTo>
                  <a:lnTo>
                    <a:pt x="871" y="3505"/>
                  </a:lnTo>
                  <a:lnTo>
                    <a:pt x="1172" y="3321"/>
                  </a:lnTo>
                  <a:lnTo>
                    <a:pt x="1532" y="3137"/>
                  </a:lnTo>
                  <a:lnTo>
                    <a:pt x="1952" y="2949"/>
                  </a:lnTo>
                  <a:lnTo>
                    <a:pt x="2433" y="2760"/>
                  </a:lnTo>
                  <a:lnTo>
                    <a:pt x="2944" y="2576"/>
                  </a:lnTo>
                  <a:lnTo>
                    <a:pt x="3514" y="2388"/>
                  </a:lnTo>
                  <a:lnTo>
                    <a:pt x="4175" y="2204"/>
                  </a:lnTo>
                  <a:lnTo>
                    <a:pt x="4866" y="2020"/>
                  </a:lnTo>
                  <a:lnTo>
                    <a:pt x="5617" y="1837"/>
                  </a:lnTo>
                  <a:lnTo>
                    <a:pt x="6428" y="1663"/>
                  </a:lnTo>
                  <a:lnTo>
                    <a:pt x="7299" y="1490"/>
                  </a:lnTo>
                  <a:lnTo>
                    <a:pt x="8230" y="1322"/>
                  </a:lnTo>
                  <a:lnTo>
                    <a:pt x="8740" y="1245"/>
                  </a:lnTo>
                  <a:lnTo>
                    <a:pt x="9251" y="1163"/>
                  </a:lnTo>
                  <a:lnTo>
                    <a:pt x="9761" y="1087"/>
                  </a:lnTo>
                  <a:lnTo>
                    <a:pt x="10302" y="1010"/>
                  </a:lnTo>
                  <a:lnTo>
                    <a:pt x="10873" y="939"/>
                  </a:lnTo>
                  <a:lnTo>
                    <a:pt x="11443" y="868"/>
                  </a:lnTo>
                  <a:lnTo>
                    <a:pt x="12044" y="796"/>
                  </a:lnTo>
                  <a:lnTo>
                    <a:pt x="12645" y="730"/>
                  </a:lnTo>
                  <a:lnTo>
                    <a:pt x="13276" y="664"/>
                  </a:lnTo>
                  <a:lnTo>
                    <a:pt x="13936" y="602"/>
                  </a:lnTo>
                  <a:lnTo>
                    <a:pt x="14597" y="541"/>
                  </a:lnTo>
                  <a:lnTo>
                    <a:pt x="15288" y="485"/>
                  </a:lnTo>
                  <a:lnTo>
                    <a:pt x="15979" y="429"/>
                  </a:lnTo>
                  <a:lnTo>
                    <a:pt x="16700" y="378"/>
                  </a:lnTo>
                  <a:lnTo>
                    <a:pt x="17420" y="327"/>
                  </a:lnTo>
                  <a:lnTo>
                    <a:pt x="18201" y="281"/>
                  </a:lnTo>
                  <a:lnTo>
                    <a:pt x="18952" y="240"/>
                  </a:lnTo>
                  <a:lnTo>
                    <a:pt x="19763" y="199"/>
                  </a:lnTo>
                  <a:lnTo>
                    <a:pt x="20574" y="164"/>
                  </a:lnTo>
                  <a:lnTo>
                    <a:pt x="21385" y="133"/>
                  </a:lnTo>
                  <a:lnTo>
                    <a:pt x="22256" y="102"/>
                  </a:lnTo>
                  <a:lnTo>
                    <a:pt x="23097" y="77"/>
                  </a:lnTo>
                  <a:lnTo>
                    <a:pt x="23998" y="57"/>
                  </a:lnTo>
                  <a:lnTo>
                    <a:pt x="24899" y="36"/>
                  </a:lnTo>
                  <a:lnTo>
                    <a:pt x="25830" y="21"/>
                  </a:lnTo>
                  <a:lnTo>
                    <a:pt x="26791" y="11"/>
                  </a:lnTo>
                  <a:lnTo>
                    <a:pt x="27752" y="6"/>
                  </a:lnTo>
                  <a:lnTo>
                    <a:pt x="2874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56"/>
            <p:cNvSpPr/>
            <p:nvPr/>
          </p:nvSpPr>
          <p:spPr>
            <a:xfrm flipH="1">
              <a:off x="3526896" y="2293950"/>
              <a:ext cx="57435" cy="111350"/>
            </a:xfrm>
            <a:custGeom>
              <a:avLst/>
              <a:gdLst/>
              <a:ahLst/>
              <a:cxnLst/>
              <a:rect l="l" t="t" r="r" b="b"/>
              <a:pathLst>
                <a:path w="13546" h="4454" extrusionOk="0">
                  <a:moveTo>
                    <a:pt x="13516" y="1"/>
                  </a:moveTo>
                  <a:lnTo>
                    <a:pt x="12795" y="128"/>
                  </a:lnTo>
                  <a:lnTo>
                    <a:pt x="12104" y="261"/>
                  </a:lnTo>
                  <a:lnTo>
                    <a:pt x="11444" y="388"/>
                  </a:lnTo>
                  <a:lnTo>
                    <a:pt x="10783" y="521"/>
                  </a:lnTo>
                  <a:lnTo>
                    <a:pt x="10152" y="659"/>
                  </a:lnTo>
                  <a:lnTo>
                    <a:pt x="9521" y="791"/>
                  </a:lnTo>
                  <a:lnTo>
                    <a:pt x="8951" y="929"/>
                  </a:lnTo>
                  <a:lnTo>
                    <a:pt x="8350" y="1067"/>
                  </a:lnTo>
                  <a:lnTo>
                    <a:pt x="7809" y="1209"/>
                  </a:lnTo>
                  <a:lnTo>
                    <a:pt x="7269" y="1347"/>
                  </a:lnTo>
                  <a:lnTo>
                    <a:pt x="6758" y="1490"/>
                  </a:lnTo>
                  <a:lnTo>
                    <a:pt x="6248" y="1628"/>
                  </a:lnTo>
                  <a:lnTo>
                    <a:pt x="5317" y="1913"/>
                  </a:lnTo>
                  <a:lnTo>
                    <a:pt x="4446" y="2204"/>
                  </a:lnTo>
                  <a:lnTo>
                    <a:pt x="3665" y="2490"/>
                  </a:lnTo>
                  <a:lnTo>
                    <a:pt x="2914" y="2775"/>
                  </a:lnTo>
                  <a:lnTo>
                    <a:pt x="2283" y="3066"/>
                  </a:lnTo>
                  <a:lnTo>
                    <a:pt x="1682" y="3347"/>
                  </a:lnTo>
                  <a:lnTo>
                    <a:pt x="1172" y="3632"/>
                  </a:lnTo>
                  <a:lnTo>
                    <a:pt x="721" y="3913"/>
                  </a:lnTo>
                  <a:lnTo>
                    <a:pt x="331" y="4183"/>
                  </a:lnTo>
                  <a:lnTo>
                    <a:pt x="0" y="4453"/>
                  </a:lnTo>
                  <a:lnTo>
                    <a:pt x="1052" y="4362"/>
                  </a:lnTo>
                  <a:lnTo>
                    <a:pt x="2043" y="4260"/>
                  </a:lnTo>
                  <a:lnTo>
                    <a:pt x="2974" y="4158"/>
                  </a:lnTo>
                  <a:lnTo>
                    <a:pt x="3875" y="4045"/>
                  </a:lnTo>
                  <a:lnTo>
                    <a:pt x="4716" y="3928"/>
                  </a:lnTo>
                  <a:lnTo>
                    <a:pt x="5527" y="3806"/>
                  </a:lnTo>
                  <a:lnTo>
                    <a:pt x="6278" y="3678"/>
                  </a:lnTo>
                  <a:lnTo>
                    <a:pt x="6968" y="3546"/>
                  </a:lnTo>
                  <a:lnTo>
                    <a:pt x="7629" y="3408"/>
                  </a:lnTo>
                  <a:lnTo>
                    <a:pt x="8260" y="3270"/>
                  </a:lnTo>
                  <a:lnTo>
                    <a:pt x="8831" y="3127"/>
                  </a:lnTo>
                  <a:lnTo>
                    <a:pt x="9371" y="2985"/>
                  </a:lnTo>
                  <a:lnTo>
                    <a:pt x="9882" y="2837"/>
                  </a:lnTo>
                  <a:lnTo>
                    <a:pt x="10332" y="2684"/>
                  </a:lnTo>
                  <a:lnTo>
                    <a:pt x="10783" y="2531"/>
                  </a:lnTo>
                  <a:lnTo>
                    <a:pt x="11173" y="2378"/>
                  </a:lnTo>
                  <a:lnTo>
                    <a:pt x="11504" y="2225"/>
                  </a:lnTo>
                  <a:lnTo>
                    <a:pt x="11834" y="2066"/>
                  </a:lnTo>
                  <a:lnTo>
                    <a:pt x="12134" y="1908"/>
                  </a:lnTo>
                  <a:lnTo>
                    <a:pt x="12405" y="1755"/>
                  </a:lnTo>
                  <a:lnTo>
                    <a:pt x="12615" y="1597"/>
                  </a:lnTo>
                  <a:lnTo>
                    <a:pt x="12825" y="1444"/>
                  </a:lnTo>
                  <a:lnTo>
                    <a:pt x="13005" y="1286"/>
                  </a:lnTo>
                  <a:lnTo>
                    <a:pt x="13156" y="1133"/>
                  </a:lnTo>
                  <a:lnTo>
                    <a:pt x="13276" y="985"/>
                  </a:lnTo>
                  <a:lnTo>
                    <a:pt x="13366" y="837"/>
                  </a:lnTo>
                  <a:lnTo>
                    <a:pt x="13456" y="689"/>
                  </a:lnTo>
                  <a:lnTo>
                    <a:pt x="13486" y="541"/>
                  </a:lnTo>
                  <a:lnTo>
                    <a:pt x="13546" y="404"/>
                  </a:lnTo>
                  <a:lnTo>
                    <a:pt x="13546" y="266"/>
                  </a:lnTo>
                  <a:lnTo>
                    <a:pt x="13516" y="1"/>
                  </a:lnTo>
                  <a:close/>
                </a:path>
              </a:pathLst>
            </a:custGeom>
            <a:solidFill>
              <a:srgbClr val="3D17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56"/>
            <p:cNvSpPr/>
            <p:nvPr/>
          </p:nvSpPr>
          <p:spPr>
            <a:xfrm flipH="1">
              <a:off x="3526896" y="2293950"/>
              <a:ext cx="57435" cy="111350"/>
            </a:xfrm>
            <a:custGeom>
              <a:avLst/>
              <a:gdLst/>
              <a:ahLst/>
              <a:cxnLst/>
              <a:rect l="l" t="t" r="r" b="b"/>
              <a:pathLst>
                <a:path w="13546" h="4454" fill="none" extrusionOk="0">
                  <a:moveTo>
                    <a:pt x="13516" y="1"/>
                  </a:moveTo>
                  <a:lnTo>
                    <a:pt x="13516" y="1"/>
                  </a:lnTo>
                  <a:lnTo>
                    <a:pt x="13546" y="266"/>
                  </a:lnTo>
                  <a:lnTo>
                    <a:pt x="13546" y="404"/>
                  </a:lnTo>
                  <a:lnTo>
                    <a:pt x="13486" y="541"/>
                  </a:lnTo>
                  <a:lnTo>
                    <a:pt x="13456" y="689"/>
                  </a:lnTo>
                  <a:lnTo>
                    <a:pt x="13366" y="837"/>
                  </a:lnTo>
                  <a:lnTo>
                    <a:pt x="13276" y="985"/>
                  </a:lnTo>
                  <a:lnTo>
                    <a:pt x="13156" y="1133"/>
                  </a:lnTo>
                  <a:lnTo>
                    <a:pt x="13005" y="1286"/>
                  </a:lnTo>
                  <a:lnTo>
                    <a:pt x="12825" y="1444"/>
                  </a:lnTo>
                  <a:lnTo>
                    <a:pt x="12615" y="1597"/>
                  </a:lnTo>
                  <a:lnTo>
                    <a:pt x="12405" y="1755"/>
                  </a:lnTo>
                  <a:lnTo>
                    <a:pt x="12134" y="1908"/>
                  </a:lnTo>
                  <a:lnTo>
                    <a:pt x="11834" y="2066"/>
                  </a:lnTo>
                  <a:lnTo>
                    <a:pt x="11504" y="2225"/>
                  </a:lnTo>
                  <a:lnTo>
                    <a:pt x="11173" y="2378"/>
                  </a:lnTo>
                  <a:lnTo>
                    <a:pt x="10783" y="2531"/>
                  </a:lnTo>
                  <a:lnTo>
                    <a:pt x="10332" y="2684"/>
                  </a:lnTo>
                  <a:lnTo>
                    <a:pt x="9882" y="2837"/>
                  </a:lnTo>
                  <a:lnTo>
                    <a:pt x="9371" y="2985"/>
                  </a:lnTo>
                  <a:lnTo>
                    <a:pt x="8831" y="3127"/>
                  </a:lnTo>
                  <a:lnTo>
                    <a:pt x="8260" y="3270"/>
                  </a:lnTo>
                  <a:lnTo>
                    <a:pt x="7629" y="3408"/>
                  </a:lnTo>
                  <a:lnTo>
                    <a:pt x="6968" y="3546"/>
                  </a:lnTo>
                  <a:lnTo>
                    <a:pt x="6278" y="3678"/>
                  </a:lnTo>
                  <a:lnTo>
                    <a:pt x="5527" y="3806"/>
                  </a:lnTo>
                  <a:lnTo>
                    <a:pt x="4716" y="3928"/>
                  </a:lnTo>
                  <a:lnTo>
                    <a:pt x="3875" y="4045"/>
                  </a:lnTo>
                  <a:lnTo>
                    <a:pt x="2974" y="4158"/>
                  </a:lnTo>
                  <a:lnTo>
                    <a:pt x="2043" y="4260"/>
                  </a:lnTo>
                  <a:lnTo>
                    <a:pt x="1052" y="4362"/>
                  </a:lnTo>
                  <a:lnTo>
                    <a:pt x="0" y="4453"/>
                  </a:lnTo>
                  <a:lnTo>
                    <a:pt x="0" y="4453"/>
                  </a:lnTo>
                  <a:lnTo>
                    <a:pt x="331" y="4183"/>
                  </a:lnTo>
                  <a:lnTo>
                    <a:pt x="721" y="3913"/>
                  </a:lnTo>
                  <a:lnTo>
                    <a:pt x="1172" y="3632"/>
                  </a:lnTo>
                  <a:lnTo>
                    <a:pt x="1682" y="3347"/>
                  </a:lnTo>
                  <a:lnTo>
                    <a:pt x="2283" y="3066"/>
                  </a:lnTo>
                  <a:lnTo>
                    <a:pt x="2914" y="2775"/>
                  </a:lnTo>
                  <a:lnTo>
                    <a:pt x="3665" y="2490"/>
                  </a:lnTo>
                  <a:lnTo>
                    <a:pt x="4446" y="2204"/>
                  </a:lnTo>
                  <a:lnTo>
                    <a:pt x="5317" y="1913"/>
                  </a:lnTo>
                  <a:lnTo>
                    <a:pt x="6248" y="1628"/>
                  </a:lnTo>
                  <a:lnTo>
                    <a:pt x="6758" y="1490"/>
                  </a:lnTo>
                  <a:lnTo>
                    <a:pt x="7269" y="1347"/>
                  </a:lnTo>
                  <a:lnTo>
                    <a:pt x="7809" y="1209"/>
                  </a:lnTo>
                  <a:lnTo>
                    <a:pt x="8350" y="1067"/>
                  </a:lnTo>
                  <a:lnTo>
                    <a:pt x="8951" y="929"/>
                  </a:lnTo>
                  <a:lnTo>
                    <a:pt x="9521" y="791"/>
                  </a:lnTo>
                  <a:lnTo>
                    <a:pt x="10152" y="659"/>
                  </a:lnTo>
                  <a:lnTo>
                    <a:pt x="10783" y="521"/>
                  </a:lnTo>
                  <a:lnTo>
                    <a:pt x="11444" y="388"/>
                  </a:lnTo>
                  <a:lnTo>
                    <a:pt x="12104" y="261"/>
                  </a:lnTo>
                  <a:lnTo>
                    <a:pt x="12795" y="128"/>
                  </a:lnTo>
                  <a:lnTo>
                    <a:pt x="1351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56"/>
            <p:cNvSpPr/>
            <p:nvPr/>
          </p:nvSpPr>
          <p:spPr>
            <a:xfrm flipH="1">
              <a:off x="3731539" y="2365625"/>
              <a:ext cx="37825" cy="37750"/>
            </a:xfrm>
            <a:custGeom>
              <a:avLst/>
              <a:gdLst/>
              <a:ahLst/>
              <a:cxnLst/>
              <a:rect l="l" t="t" r="r" b="b"/>
              <a:pathLst>
                <a:path w="8921" h="1510" extrusionOk="0">
                  <a:moveTo>
                    <a:pt x="3874" y="0"/>
                  </a:moveTo>
                  <a:lnTo>
                    <a:pt x="3544" y="5"/>
                  </a:lnTo>
                  <a:lnTo>
                    <a:pt x="3244" y="15"/>
                  </a:lnTo>
                  <a:lnTo>
                    <a:pt x="2973" y="31"/>
                  </a:lnTo>
                  <a:lnTo>
                    <a:pt x="2673" y="41"/>
                  </a:lnTo>
                  <a:lnTo>
                    <a:pt x="2433" y="61"/>
                  </a:lnTo>
                  <a:lnTo>
                    <a:pt x="2193" y="77"/>
                  </a:lnTo>
                  <a:lnTo>
                    <a:pt x="1742" y="123"/>
                  </a:lnTo>
                  <a:lnTo>
                    <a:pt x="1382" y="169"/>
                  </a:lnTo>
                  <a:lnTo>
                    <a:pt x="1051" y="225"/>
                  </a:lnTo>
                  <a:lnTo>
                    <a:pt x="781" y="286"/>
                  </a:lnTo>
                  <a:lnTo>
                    <a:pt x="571" y="352"/>
                  </a:lnTo>
                  <a:lnTo>
                    <a:pt x="390" y="418"/>
                  </a:lnTo>
                  <a:lnTo>
                    <a:pt x="240" y="485"/>
                  </a:lnTo>
                  <a:lnTo>
                    <a:pt x="120" y="551"/>
                  </a:lnTo>
                  <a:lnTo>
                    <a:pt x="60" y="617"/>
                  </a:lnTo>
                  <a:lnTo>
                    <a:pt x="30" y="684"/>
                  </a:lnTo>
                  <a:lnTo>
                    <a:pt x="0" y="745"/>
                  </a:lnTo>
                  <a:lnTo>
                    <a:pt x="0" y="801"/>
                  </a:lnTo>
                  <a:lnTo>
                    <a:pt x="30" y="857"/>
                  </a:lnTo>
                  <a:lnTo>
                    <a:pt x="120" y="959"/>
                  </a:lnTo>
                  <a:lnTo>
                    <a:pt x="180" y="1015"/>
                  </a:lnTo>
                  <a:lnTo>
                    <a:pt x="270" y="1071"/>
                  </a:lnTo>
                  <a:lnTo>
                    <a:pt x="390" y="1127"/>
                  </a:lnTo>
                  <a:lnTo>
                    <a:pt x="541" y="1178"/>
                  </a:lnTo>
                  <a:lnTo>
                    <a:pt x="691" y="1229"/>
                  </a:lnTo>
                  <a:lnTo>
                    <a:pt x="901" y="1280"/>
                  </a:lnTo>
                  <a:lnTo>
                    <a:pt x="1141" y="1326"/>
                  </a:lnTo>
                  <a:lnTo>
                    <a:pt x="1442" y="1367"/>
                  </a:lnTo>
                  <a:lnTo>
                    <a:pt x="1802" y="1403"/>
                  </a:lnTo>
                  <a:lnTo>
                    <a:pt x="2193" y="1439"/>
                  </a:lnTo>
                  <a:lnTo>
                    <a:pt x="2643" y="1464"/>
                  </a:lnTo>
                  <a:lnTo>
                    <a:pt x="3154" y="1490"/>
                  </a:lnTo>
                  <a:lnTo>
                    <a:pt x="3724" y="1505"/>
                  </a:lnTo>
                  <a:lnTo>
                    <a:pt x="4355" y="1510"/>
                  </a:lnTo>
                  <a:lnTo>
                    <a:pt x="5016" y="1510"/>
                  </a:lnTo>
                  <a:lnTo>
                    <a:pt x="5466" y="1500"/>
                  </a:lnTo>
                  <a:lnTo>
                    <a:pt x="5857" y="1484"/>
                  </a:lnTo>
                  <a:lnTo>
                    <a:pt x="6247" y="1469"/>
                  </a:lnTo>
                  <a:lnTo>
                    <a:pt x="6578" y="1444"/>
                  </a:lnTo>
                  <a:lnTo>
                    <a:pt x="6908" y="1418"/>
                  </a:lnTo>
                  <a:lnTo>
                    <a:pt x="7208" y="1388"/>
                  </a:lnTo>
                  <a:lnTo>
                    <a:pt x="7479" y="1357"/>
                  </a:lnTo>
                  <a:lnTo>
                    <a:pt x="7749" y="1321"/>
                  </a:lnTo>
                  <a:lnTo>
                    <a:pt x="7959" y="1286"/>
                  </a:lnTo>
                  <a:lnTo>
                    <a:pt x="8169" y="1245"/>
                  </a:lnTo>
                  <a:lnTo>
                    <a:pt x="8380" y="1199"/>
                  </a:lnTo>
                  <a:lnTo>
                    <a:pt x="8530" y="1158"/>
                  </a:lnTo>
                  <a:lnTo>
                    <a:pt x="8680" y="1117"/>
                  </a:lnTo>
                  <a:lnTo>
                    <a:pt x="8920" y="1025"/>
                  </a:lnTo>
                  <a:lnTo>
                    <a:pt x="8139" y="908"/>
                  </a:lnTo>
                  <a:lnTo>
                    <a:pt x="7389" y="791"/>
                  </a:lnTo>
                  <a:lnTo>
                    <a:pt x="6698" y="663"/>
                  </a:lnTo>
                  <a:lnTo>
                    <a:pt x="6067" y="536"/>
                  </a:lnTo>
                  <a:lnTo>
                    <a:pt x="5436" y="408"/>
                  </a:lnTo>
                  <a:lnTo>
                    <a:pt x="4896" y="276"/>
                  </a:lnTo>
                  <a:lnTo>
                    <a:pt x="4355" y="138"/>
                  </a:lnTo>
                  <a:lnTo>
                    <a:pt x="3874" y="0"/>
                  </a:lnTo>
                  <a:close/>
                </a:path>
              </a:pathLst>
            </a:custGeom>
            <a:solidFill>
              <a:srgbClr val="906B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56"/>
            <p:cNvSpPr/>
            <p:nvPr/>
          </p:nvSpPr>
          <p:spPr>
            <a:xfrm flipH="1">
              <a:off x="3731539" y="2365625"/>
              <a:ext cx="37825" cy="37750"/>
            </a:xfrm>
            <a:custGeom>
              <a:avLst/>
              <a:gdLst/>
              <a:ahLst/>
              <a:cxnLst/>
              <a:rect l="l" t="t" r="r" b="b"/>
              <a:pathLst>
                <a:path w="8921" h="1510" fill="none" extrusionOk="0">
                  <a:moveTo>
                    <a:pt x="3874" y="0"/>
                  </a:moveTo>
                  <a:lnTo>
                    <a:pt x="3874" y="0"/>
                  </a:lnTo>
                  <a:lnTo>
                    <a:pt x="4355" y="138"/>
                  </a:lnTo>
                  <a:lnTo>
                    <a:pt x="4896" y="276"/>
                  </a:lnTo>
                  <a:lnTo>
                    <a:pt x="5436" y="408"/>
                  </a:lnTo>
                  <a:lnTo>
                    <a:pt x="6067" y="536"/>
                  </a:lnTo>
                  <a:lnTo>
                    <a:pt x="6698" y="663"/>
                  </a:lnTo>
                  <a:lnTo>
                    <a:pt x="7389" y="791"/>
                  </a:lnTo>
                  <a:lnTo>
                    <a:pt x="8139" y="908"/>
                  </a:lnTo>
                  <a:lnTo>
                    <a:pt x="8920" y="1025"/>
                  </a:lnTo>
                  <a:lnTo>
                    <a:pt x="8920" y="1025"/>
                  </a:lnTo>
                  <a:lnTo>
                    <a:pt x="8680" y="1117"/>
                  </a:lnTo>
                  <a:lnTo>
                    <a:pt x="8530" y="1158"/>
                  </a:lnTo>
                  <a:lnTo>
                    <a:pt x="8380" y="1199"/>
                  </a:lnTo>
                  <a:lnTo>
                    <a:pt x="8169" y="1245"/>
                  </a:lnTo>
                  <a:lnTo>
                    <a:pt x="7959" y="1286"/>
                  </a:lnTo>
                  <a:lnTo>
                    <a:pt x="7749" y="1321"/>
                  </a:lnTo>
                  <a:lnTo>
                    <a:pt x="7479" y="1357"/>
                  </a:lnTo>
                  <a:lnTo>
                    <a:pt x="7208" y="1388"/>
                  </a:lnTo>
                  <a:lnTo>
                    <a:pt x="6908" y="1418"/>
                  </a:lnTo>
                  <a:lnTo>
                    <a:pt x="6578" y="1444"/>
                  </a:lnTo>
                  <a:lnTo>
                    <a:pt x="6247" y="1469"/>
                  </a:lnTo>
                  <a:lnTo>
                    <a:pt x="5857" y="1484"/>
                  </a:lnTo>
                  <a:lnTo>
                    <a:pt x="5466" y="1500"/>
                  </a:lnTo>
                  <a:lnTo>
                    <a:pt x="5016" y="1510"/>
                  </a:lnTo>
                  <a:lnTo>
                    <a:pt x="4565" y="1510"/>
                  </a:lnTo>
                  <a:lnTo>
                    <a:pt x="4565" y="1510"/>
                  </a:lnTo>
                  <a:lnTo>
                    <a:pt x="4355" y="1510"/>
                  </a:lnTo>
                  <a:lnTo>
                    <a:pt x="4355" y="1510"/>
                  </a:lnTo>
                  <a:lnTo>
                    <a:pt x="3724" y="1505"/>
                  </a:lnTo>
                  <a:lnTo>
                    <a:pt x="3154" y="1490"/>
                  </a:lnTo>
                  <a:lnTo>
                    <a:pt x="2643" y="1464"/>
                  </a:lnTo>
                  <a:lnTo>
                    <a:pt x="2193" y="1439"/>
                  </a:lnTo>
                  <a:lnTo>
                    <a:pt x="1802" y="1403"/>
                  </a:lnTo>
                  <a:lnTo>
                    <a:pt x="1442" y="1367"/>
                  </a:lnTo>
                  <a:lnTo>
                    <a:pt x="1141" y="1326"/>
                  </a:lnTo>
                  <a:lnTo>
                    <a:pt x="901" y="1280"/>
                  </a:lnTo>
                  <a:lnTo>
                    <a:pt x="691" y="1229"/>
                  </a:lnTo>
                  <a:lnTo>
                    <a:pt x="541" y="1178"/>
                  </a:lnTo>
                  <a:lnTo>
                    <a:pt x="390" y="1127"/>
                  </a:lnTo>
                  <a:lnTo>
                    <a:pt x="270" y="1071"/>
                  </a:lnTo>
                  <a:lnTo>
                    <a:pt x="180" y="1015"/>
                  </a:lnTo>
                  <a:lnTo>
                    <a:pt x="120" y="959"/>
                  </a:lnTo>
                  <a:lnTo>
                    <a:pt x="30" y="857"/>
                  </a:lnTo>
                  <a:lnTo>
                    <a:pt x="30" y="857"/>
                  </a:lnTo>
                  <a:lnTo>
                    <a:pt x="0" y="801"/>
                  </a:lnTo>
                  <a:lnTo>
                    <a:pt x="0" y="745"/>
                  </a:lnTo>
                  <a:lnTo>
                    <a:pt x="30" y="684"/>
                  </a:lnTo>
                  <a:lnTo>
                    <a:pt x="60" y="617"/>
                  </a:lnTo>
                  <a:lnTo>
                    <a:pt x="120" y="551"/>
                  </a:lnTo>
                  <a:lnTo>
                    <a:pt x="240" y="485"/>
                  </a:lnTo>
                  <a:lnTo>
                    <a:pt x="390" y="418"/>
                  </a:lnTo>
                  <a:lnTo>
                    <a:pt x="571" y="352"/>
                  </a:lnTo>
                  <a:lnTo>
                    <a:pt x="781" y="286"/>
                  </a:lnTo>
                  <a:lnTo>
                    <a:pt x="1051" y="225"/>
                  </a:lnTo>
                  <a:lnTo>
                    <a:pt x="1382" y="169"/>
                  </a:lnTo>
                  <a:lnTo>
                    <a:pt x="1742" y="123"/>
                  </a:lnTo>
                  <a:lnTo>
                    <a:pt x="2193" y="77"/>
                  </a:lnTo>
                  <a:lnTo>
                    <a:pt x="2433" y="61"/>
                  </a:lnTo>
                  <a:lnTo>
                    <a:pt x="2673" y="41"/>
                  </a:lnTo>
                  <a:lnTo>
                    <a:pt x="2973" y="31"/>
                  </a:lnTo>
                  <a:lnTo>
                    <a:pt x="3244" y="15"/>
                  </a:lnTo>
                  <a:lnTo>
                    <a:pt x="3544" y="5"/>
                  </a:lnTo>
                  <a:lnTo>
                    <a:pt x="387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56"/>
            <p:cNvSpPr/>
            <p:nvPr/>
          </p:nvSpPr>
          <p:spPr>
            <a:xfrm flipH="1">
              <a:off x="3730267" y="2365500"/>
              <a:ext cx="22671" cy="25775"/>
            </a:xfrm>
            <a:custGeom>
              <a:avLst/>
              <a:gdLst/>
              <a:ahLst/>
              <a:cxnLst/>
              <a:rect l="l" t="t" r="r" b="b"/>
              <a:pathLst>
                <a:path w="5347" h="1031" extrusionOk="0">
                  <a:moveTo>
                    <a:pt x="571" y="0"/>
                  </a:moveTo>
                  <a:lnTo>
                    <a:pt x="0" y="5"/>
                  </a:lnTo>
                  <a:lnTo>
                    <a:pt x="481" y="143"/>
                  </a:lnTo>
                  <a:lnTo>
                    <a:pt x="1022" y="281"/>
                  </a:lnTo>
                  <a:lnTo>
                    <a:pt x="1562" y="413"/>
                  </a:lnTo>
                  <a:lnTo>
                    <a:pt x="2193" y="541"/>
                  </a:lnTo>
                  <a:lnTo>
                    <a:pt x="2824" y="668"/>
                  </a:lnTo>
                  <a:lnTo>
                    <a:pt x="3515" y="796"/>
                  </a:lnTo>
                  <a:lnTo>
                    <a:pt x="4265" y="913"/>
                  </a:lnTo>
                  <a:lnTo>
                    <a:pt x="5046" y="1030"/>
                  </a:lnTo>
                  <a:lnTo>
                    <a:pt x="5166" y="964"/>
                  </a:lnTo>
                  <a:lnTo>
                    <a:pt x="5257" y="903"/>
                  </a:lnTo>
                  <a:lnTo>
                    <a:pt x="5317" y="842"/>
                  </a:lnTo>
                  <a:lnTo>
                    <a:pt x="5347" y="786"/>
                  </a:lnTo>
                  <a:lnTo>
                    <a:pt x="5317" y="684"/>
                  </a:lnTo>
                  <a:lnTo>
                    <a:pt x="5287" y="627"/>
                  </a:lnTo>
                  <a:lnTo>
                    <a:pt x="5227" y="566"/>
                  </a:lnTo>
                  <a:lnTo>
                    <a:pt x="5136" y="500"/>
                  </a:lnTo>
                  <a:lnTo>
                    <a:pt x="5016" y="434"/>
                  </a:lnTo>
                  <a:lnTo>
                    <a:pt x="4866" y="372"/>
                  </a:lnTo>
                  <a:lnTo>
                    <a:pt x="4656" y="311"/>
                  </a:lnTo>
                  <a:lnTo>
                    <a:pt x="4386" y="250"/>
                  </a:lnTo>
                  <a:lnTo>
                    <a:pt x="4085" y="194"/>
                  </a:lnTo>
                  <a:lnTo>
                    <a:pt x="3695" y="143"/>
                  </a:lnTo>
                  <a:lnTo>
                    <a:pt x="3244" y="97"/>
                  </a:lnTo>
                  <a:lnTo>
                    <a:pt x="3004" y="77"/>
                  </a:lnTo>
                  <a:lnTo>
                    <a:pt x="2764" y="61"/>
                  </a:lnTo>
                  <a:lnTo>
                    <a:pt x="2463" y="46"/>
                  </a:lnTo>
                  <a:lnTo>
                    <a:pt x="2163" y="31"/>
                  </a:lnTo>
                  <a:lnTo>
                    <a:pt x="1833" y="20"/>
                  </a:lnTo>
                  <a:lnTo>
                    <a:pt x="1502" y="10"/>
                  </a:lnTo>
                  <a:lnTo>
                    <a:pt x="1142" y="5"/>
                  </a:lnTo>
                  <a:lnTo>
                    <a:pt x="751" y="0"/>
                  </a:lnTo>
                  <a:close/>
                </a:path>
              </a:pathLst>
            </a:custGeom>
            <a:solidFill>
              <a:srgbClr val="3F3D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56"/>
            <p:cNvSpPr/>
            <p:nvPr/>
          </p:nvSpPr>
          <p:spPr>
            <a:xfrm flipH="1">
              <a:off x="3730267" y="2365500"/>
              <a:ext cx="22671" cy="25775"/>
            </a:xfrm>
            <a:custGeom>
              <a:avLst/>
              <a:gdLst/>
              <a:ahLst/>
              <a:cxnLst/>
              <a:rect l="l" t="t" r="r" b="b"/>
              <a:pathLst>
                <a:path w="5347" h="1031" fill="none" extrusionOk="0">
                  <a:moveTo>
                    <a:pt x="571" y="0"/>
                  </a:moveTo>
                  <a:lnTo>
                    <a:pt x="571" y="0"/>
                  </a:lnTo>
                  <a:lnTo>
                    <a:pt x="751" y="0"/>
                  </a:lnTo>
                  <a:lnTo>
                    <a:pt x="751" y="0"/>
                  </a:lnTo>
                  <a:lnTo>
                    <a:pt x="1142" y="5"/>
                  </a:lnTo>
                  <a:lnTo>
                    <a:pt x="1502" y="10"/>
                  </a:lnTo>
                  <a:lnTo>
                    <a:pt x="1833" y="20"/>
                  </a:lnTo>
                  <a:lnTo>
                    <a:pt x="2163" y="31"/>
                  </a:lnTo>
                  <a:lnTo>
                    <a:pt x="2463" y="46"/>
                  </a:lnTo>
                  <a:lnTo>
                    <a:pt x="2764" y="61"/>
                  </a:lnTo>
                  <a:lnTo>
                    <a:pt x="3004" y="77"/>
                  </a:lnTo>
                  <a:lnTo>
                    <a:pt x="3244" y="97"/>
                  </a:lnTo>
                  <a:lnTo>
                    <a:pt x="3695" y="143"/>
                  </a:lnTo>
                  <a:lnTo>
                    <a:pt x="4085" y="194"/>
                  </a:lnTo>
                  <a:lnTo>
                    <a:pt x="4386" y="250"/>
                  </a:lnTo>
                  <a:lnTo>
                    <a:pt x="4656" y="311"/>
                  </a:lnTo>
                  <a:lnTo>
                    <a:pt x="4866" y="372"/>
                  </a:lnTo>
                  <a:lnTo>
                    <a:pt x="5016" y="434"/>
                  </a:lnTo>
                  <a:lnTo>
                    <a:pt x="5136" y="500"/>
                  </a:lnTo>
                  <a:lnTo>
                    <a:pt x="5227" y="566"/>
                  </a:lnTo>
                  <a:lnTo>
                    <a:pt x="5287" y="627"/>
                  </a:lnTo>
                  <a:lnTo>
                    <a:pt x="5317" y="684"/>
                  </a:lnTo>
                  <a:lnTo>
                    <a:pt x="5347" y="786"/>
                  </a:lnTo>
                  <a:lnTo>
                    <a:pt x="5347" y="786"/>
                  </a:lnTo>
                  <a:lnTo>
                    <a:pt x="5317" y="842"/>
                  </a:lnTo>
                  <a:lnTo>
                    <a:pt x="5257" y="903"/>
                  </a:lnTo>
                  <a:lnTo>
                    <a:pt x="5166" y="964"/>
                  </a:lnTo>
                  <a:lnTo>
                    <a:pt x="5046" y="1030"/>
                  </a:lnTo>
                  <a:lnTo>
                    <a:pt x="5046" y="1030"/>
                  </a:lnTo>
                  <a:lnTo>
                    <a:pt x="4265" y="913"/>
                  </a:lnTo>
                  <a:lnTo>
                    <a:pt x="3515" y="796"/>
                  </a:lnTo>
                  <a:lnTo>
                    <a:pt x="2824" y="668"/>
                  </a:lnTo>
                  <a:lnTo>
                    <a:pt x="2193" y="541"/>
                  </a:lnTo>
                  <a:lnTo>
                    <a:pt x="1562" y="413"/>
                  </a:lnTo>
                  <a:lnTo>
                    <a:pt x="1022" y="281"/>
                  </a:lnTo>
                  <a:lnTo>
                    <a:pt x="481" y="143"/>
                  </a:lnTo>
                  <a:lnTo>
                    <a:pt x="0" y="5"/>
                  </a:lnTo>
                  <a:lnTo>
                    <a:pt x="0" y="5"/>
                  </a:lnTo>
                  <a:lnTo>
                    <a:pt x="57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56"/>
            <p:cNvSpPr/>
            <p:nvPr/>
          </p:nvSpPr>
          <p:spPr>
            <a:xfrm flipH="1">
              <a:off x="3745803" y="2379900"/>
              <a:ext cx="9811" cy="8950"/>
            </a:xfrm>
            <a:custGeom>
              <a:avLst/>
              <a:gdLst/>
              <a:ahLst/>
              <a:cxnLst/>
              <a:rect l="l" t="t" r="r" b="b"/>
              <a:pathLst>
                <a:path w="2314" h="358" extrusionOk="0">
                  <a:moveTo>
                    <a:pt x="271" y="0"/>
                  </a:moveTo>
                  <a:lnTo>
                    <a:pt x="151" y="36"/>
                  </a:lnTo>
                  <a:lnTo>
                    <a:pt x="91" y="72"/>
                  </a:lnTo>
                  <a:lnTo>
                    <a:pt x="31" y="108"/>
                  </a:lnTo>
                  <a:lnTo>
                    <a:pt x="1" y="143"/>
                  </a:lnTo>
                  <a:lnTo>
                    <a:pt x="31" y="169"/>
                  </a:lnTo>
                  <a:lnTo>
                    <a:pt x="61" y="199"/>
                  </a:lnTo>
                  <a:lnTo>
                    <a:pt x="121" y="230"/>
                  </a:lnTo>
                  <a:lnTo>
                    <a:pt x="211" y="256"/>
                  </a:lnTo>
                  <a:lnTo>
                    <a:pt x="301" y="281"/>
                  </a:lnTo>
                  <a:lnTo>
                    <a:pt x="421" y="307"/>
                  </a:lnTo>
                  <a:lnTo>
                    <a:pt x="571" y="332"/>
                  </a:lnTo>
                  <a:lnTo>
                    <a:pt x="752" y="358"/>
                  </a:lnTo>
                  <a:lnTo>
                    <a:pt x="1052" y="327"/>
                  </a:lnTo>
                  <a:lnTo>
                    <a:pt x="1112" y="317"/>
                  </a:lnTo>
                  <a:lnTo>
                    <a:pt x="1142" y="307"/>
                  </a:lnTo>
                  <a:lnTo>
                    <a:pt x="1112" y="291"/>
                  </a:lnTo>
                  <a:lnTo>
                    <a:pt x="1082" y="281"/>
                  </a:lnTo>
                  <a:lnTo>
                    <a:pt x="992" y="266"/>
                  </a:lnTo>
                  <a:lnTo>
                    <a:pt x="932" y="245"/>
                  </a:lnTo>
                  <a:lnTo>
                    <a:pt x="842" y="215"/>
                  </a:lnTo>
                  <a:lnTo>
                    <a:pt x="812" y="179"/>
                  </a:lnTo>
                  <a:lnTo>
                    <a:pt x="842" y="159"/>
                  </a:lnTo>
                  <a:lnTo>
                    <a:pt x="872" y="138"/>
                  </a:lnTo>
                  <a:lnTo>
                    <a:pt x="932" y="113"/>
                  </a:lnTo>
                  <a:lnTo>
                    <a:pt x="992" y="87"/>
                  </a:lnTo>
                  <a:lnTo>
                    <a:pt x="1022" y="72"/>
                  </a:lnTo>
                  <a:lnTo>
                    <a:pt x="1022" y="62"/>
                  </a:lnTo>
                  <a:lnTo>
                    <a:pt x="992" y="51"/>
                  </a:lnTo>
                  <a:lnTo>
                    <a:pt x="902" y="41"/>
                  </a:lnTo>
                  <a:lnTo>
                    <a:pt x="271" y="0"/>
                  </a:lnTo>
                  <a:close/>
                  <a:moveTo>
                    <a:pt x="1442" y="0"/>
                  </a:moveTo>
                  <a:lnTo>
                    <a:pt x="1352" y="36"/>
                  </a:lnTo>
                  <a:lnTo>
                    <a:pt x="1262" y="72"/>
                  </a:lnTo>
                  <a:lnTo>
                    <a:pt x="1202" y="108"/>
                  </a:lnTo>
                  <a:lnTo>
                    <a:pt x="1202" y="143"/>
                  </a:lnTo>
                  <a:lnTo>
                    <a:pt x="1202" y="169"/>
                  </a:lnTo>
                  <a:lnTo>
                    <a:pt x="1232" y="199"/>
                  </a:lnTo>
                  <a:lnTo>
                    <a:pt x="1292" y="230"/>
                  </a:lnTo>
                  <a:lnTo>
                    <a:pt x="1382" y="256"/>
                  </a:lnTo>
                  <a:lnTo>
                    <a:pt x="1472" y="281"/>
                  </a:lnTo>
                  <a:lnTo>
                    <a:pt x="1593" y="307"/>
                  </a:lnTo>
                  <a:lnTo>
                    <a:pt x="1743" y="332"/>
                  </a:lnTo>
                  <a:lnTo>
                    <a:pt x="1923" y="358"/>
                  </a:lnTo>
                  <a:lnTo>
                    <a:pt x="2253" y="327"/>
                  </a:lnTo>
                  <a:lnTo>
                    <a:pt x="2313" y="317"/>
                  </a:lnTo>
                  <a:lnTo>
                    <a:pt x="2313" y="307"/>
                  </a:lnTo>
                  <a:lnTo>
                    <a:pt x="2313" y="291"/>
                  </a:lnTo>
                  <a:lnTo>
                    <a:pt x="2253" y="281"/>
                  </a:lnTo>
                  <a:lnTo>
                    <a:pt x="2193" y="266"/>
                  </a:lnTo>
                  <a:lnTo>
                    <a:pt x="2103" y="245"/>
                  </a:lnTo>
                  <a:lnTo>
                    <a:pt x="2043" y="215"/>
                  </a:lnTo>
                  <a:lnTo>
                    <a:pt x="2013" y="179"/>
                  </a:lnTo>
                  <a:lnTo>
                    <a:pt x="2013" y="159"/>
                  </a:lnTo>
                  <a:lnTo>
                    <a:pt x="2043" y="138"/>
                  </a:lnTo>
                  <a:lnTo>
                    <a:pt x="2103" y="113"/>
                  </a:lnTo>
                  <a:lnTo>
                    <a:pt x="2193" y="87"/>
                  </a:lnTo>
                  <a:lnTo>
                    <a:pt x="2223" y="72"/>
                  </a:lnTo>
                  <a:lnTo>
                    <a:pt x="2193" y="62"/>
                  </a:lnTo>
                  <a:lnTo>
                    <a:pt x="2163" y="51"/>
                  </a:lnTo>
                  <a:lnTo>
                    <a:pt x="2073" y="41"/>
                  </a:lnTo>
                  <a:lnTo>
                    <a:pt x="144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56"/>
            <p:cNvSpPr/>
            <p:nvPr/>
          </p:nvSpPr>
          <p:spPr>
            <a:xfrm flipH="1">
              <a:off x="3518488" y="2200350"/>
              <a:ext cx="37952" cy="37900"/>
            </a:xfrm>
            <a:custGeom>
              <a:avLst/>
              <a:gdLst/>
              <a:ahLst/>
              <a:cxnLst/>
              <a:rect l="l" t="t" r="r" b="b"/>
              <a:pathLst>
                <a:path w="8951" h="1516" extrusionOk="0">
                  <a:moveTo>
                    <a:pt x="4385" y="1"/>
                  </a:moveTo>
                  <a:lnTo>
                    <a:pt x="3935" y="6"/>
                  </a:lnTo>
                  <a:lnTo>
                    <a:pt x="3484" y="16"/>
                  </a:lnTo>
                  <a:lnTo>
                    <a:pt x="3064" y="31"/>
                  </a:lnTo>
                  <a:lnTo>
                    <a:pt x="2673" y="47"/>
                  </a:lnTo>
                  <a:lnTo>
                    <a:pt x="2343" y="72"/>
                  </a:lnTo>
                  <a:lnTo>
                    <a:pt x="2012" y="98"/>
                  </a:lnTo>
                  <a:lnTo>
                    <a:pt x="1682" y="133"/>
                  </a:lnTo>
                  <a:lnTo>
                    <a:pt x="1412" y="164"/>
                  </a:lnTo>
                  <a:lnTo>
                    <a:pt x="1171" y="205"/>
                  </a:lnTo>
                  <a:lnTo>
                    <a:pt x="931" y="246"/>
                  </a:lnTo>
                  <a:lnTo>
                    <a:pt x="721" y="286"/>
                  </a:lnTo>
                  <a:lnTo>
                    <a:pt x="541" y="327"/>
                  </a:lnTo>
                  <a:lnTo>
                    <a:pt x="360" y="373"/>
                  </a:lnTo>
                  <a:lnTo>
                    <a:pt x="210" y="419"/>
                  </a:lnTo>
                  <a:lnTo>
                    <a:pt x="90" y="465"/>
                  </a:lnTo>
                  <a:lnTo>
                    <a:pt x="0" y="511"/>
                  </a:lnTo>
                  <a:lnTo>
                    <a:pt x="661" y="623"/>
                  </a:lnTo>
                  <a:lnTo>
                    <a:pt x="1261" y="745"/>
                  </a:lnTo>
                  <a:lnTo>
                    <a:pt x="1832" y="868"/>
                  </a:lnTo>
                  <a:lnTo>
                    <a:pt x="2343" y="990"/>
                  </a:lnTo>
                  <a:lnTo>
                    <a:pt x="2853" y="1118"/>
                  </a:lnTo>
                  <a:lnTo>
                    <a:pt x="3304" y="1250"/>
                  </a:lnTo>
                  <a:lnTo>
                    <a:pt x="3694" y="1383"/>
                  </a:lnTo>
                  <a:lnTo>
                    <a:pt x="4085" y="1516"/>
                  </a:lnTo>
                  <a:lnTo>
                    <a:pt x="4866" y="1516"/>
                  </a:lnTo>
                  <a:lnTo>
                    <a:pt x="5226" y="1511"/>
                  </a:lnTo>
                  <a:lnTo>
                    <a:pt x="5556" y="1500"/>
                  </a:lnTo>
                  <a:lnTo>
                    <a:pt x="5887" y="1490"/>
                  </a:lnTo>
                  <a:lnTo>
                    <a:pt x="6157" y="1480"/>
                  </a:lnTo>
                  <a:lnTo>
                    <a:pt x="6457" y="1460"/>
                  </a:lnTo>
                  <a:lnTo>
                    <a:pt x="6698" y="1444"/>
                  </a:lnTo>
                  <a:lnTo>
                    <a:pt x="6938" y="1424"/>
                  </a:lnTo>
                  <a:lnTo>
                    <a:pt x="7178" y="1398"/>
                  </a:lnTo>
                  <a:lnTo>
                    <a:pt x="7389" y="1373"/>
                  </a:lnTo>
                  <a:lnTo>
                    <a:pt x="7749" y="1317"/>
                  </a:lnTo>
                  <a:lnTo>
                    <a:pt x="8049" y="1256"/>
                  </a:lnTo>
                  <a:lnTo>
                    <a:pt x="8320" y="1189"/>
                  </a:lnTo>
                  <a:lnTo>
                    <a:pt x="8530" y="1123"/>
                  </a:lnTo>
                  <a:lnTo>
                    <a:pt x="8680" y="1051"/>
                  </a:lnTo>
                  <a:lnTo>
                    <a:pt x="8800" y="980"/>
                  </a:lnTo>
                  <a:lnTo>
                    <a:pt x="8890" y="909"/>
                  </a:lnTo>
                  <a:lnTo>
                    <a:pt x="8950" y="842"/>
                  </a:lnTo>
                  <a:lnTo>
                    <a:pt x="8950" y="776"/>
                  </a:lnTo>
                  <a:lnTo>
                    <a:pt x="8950" y="715"/>
                  </a:lnTo>
                  <a:lnTo>
                    <a:pt x="8920" y="659"/>
                  </a:lnTo>
                  <a:lnTo>
                    <a:pt x="8830" y="552"/>
                  </a:lnTo>
                  <a:lnTo>
                    <a:pt x="8770" y="501"/>
                  </a:lnTo>
                  <a:lnTo>
                    <a:pt x="8680" y="445"/>
                  </a:lnTo>
                  <a:lnTo>
                    <a:pt x="8590" y="388"/>
                  </a:lnTo>
                  <a:lnTo>
                    <a:pt x="8440" y="337"/>
                  </a:lnTo>
                  <a:lnTo>
                    <a:pt x="8260" y="286"/>
                  </a:lnTo>
                  <a:lnTo>
                    <a:pt x="8049" y="235"/>
                  </a:lnTo>
                  <a:lnTo>
                    <a:pt x="7809" y="189"/>
                  </a:lnTo>
                  <a:lnTo>
                    <a:pt x="7509" y="149"/>
                  </a:lnTo>
                  <a:lnTo>
                    <a:pt x="7178" y="108"/>
                  </a:lnTo>
                  <a:lnTo>
                    <a:pt x="6788" y="77"/>
                  </a:lnTo>
                  <a:lnTo>
                    <a:pt x="6337" y="47"/>
                  </a:lnTo>
                  <a:lnTo>
                    <a:pt x="5827" y="26"/>
                  </a:lnTo>
                  <a:lnTo>
                    <a:pt x="5256" y="11"/>
                  </a:lnTo>
                  <a:lnTo>
                    <a:pt x="4595" y="6"/>
                  </a:lnTo>
                  <a:lnTo>
                    <a:pt x="4385" y="1"/>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56"/>
            <p:cNvSpPr/>
            <p:nvPr/>
          </p:nvSpPr>
          <p:spPr>
            <a:xfrm flipH="1">
              <a:off x="3518488" y="2200350"/>
              <a:ext cx="37952" cy="37900"/>
            </a:xfrm>
            <a:custGeom>
              <a:avLst/>
              <a:gdLst/>
              <a:ahLst/>
              <a:cxnLst/>
              <a:rect l="l" t="t" r="r" b="b"/>
              <a:pathLst>
                <a:path w="8951" h="1516" fill="none" extrusionOk="0">
                  <a:moveTo>
                    <a:pt x="4385" y="1"/>
                  </a:moveTo>
                  <a:lnTo>
                    <a:pt x="4385" y="1"/>
                  </a:lnTo>
                  <a:lnTo>
                    <a:pt x="4595" y="6"/>
                  </a:lnTo>
                  <a:lnTo>
                    <a:pt x="4595" y="6"/>
                  </a:lnTo>
                  <a:lnTo>
                    <a:pt x="5256" y="11"/>
                  </a:lnTo>
                  <a:lnTo>
                    <a:pt x="5827" y="26"/>
                  </a:lnTo>
                  <a:lnTo>
                    <a:pt x="6337" y="47"/>
                  </a:lnTo>
                  <a:lnTo>
                    <a:pt x="6788" y="77"/>
                  </a:lnTo>
                  <a:lnTo>
                    <a:pt x="7178" y="108"/>
                  </a:lnTo>
                  <a:lnTo>
                    <a:pt x="7509" y="149"/>
                  </a:lnTo>
                  <a:lnTo>
                    <a:pt x="7809" y="189"/>
                  </a:lnTo>
                  <a:lnTo>
                    <a:pt x="8049" y="235"/>
                  </a:lnTo>
                  <a:lnTo>
                    <a:pt x="8260" y="286"/>
                  </a:lnTo>
                  <a:lnTo>
                    <a:pt x="8440" y="337"/>
                  </a:lnTo>
                  <a:lnTo>
                    <a:pt x="8590" y="388"/>
                  </a:lnTo>
                  <a:lnTo>
                    <a:pt x="8680" y="445"/>
                  </a:lnTo>
                  <a:lnTo>
                    <a:pt x="8770" y="501"/>
                  </a:lnTo>
                  <a:lnTo>
                    <a:pt x="8830" y="552"/>
                  </a:lnTo>
                  <a:lnTo>
                    <a:pt x="8920" y="659"/>
                  </a:lnTo>
                  <a:lnTo>
                    <a:pt x="8920" y="659"/>
                  </a:lnTo>
                  <a:lnTo>
                    <a:pt x="8950" y="715"/>
                  </a:lnTo>
                  <a:lnTo>
                    <a:pt x="8950" y="776"/>
                  </a:lnTo>
                  <a:lnTo>
                    <a:pt x="8950" y="842"/>
                  </a:lnTo>
                  <a:lnTo>
                    <a:pt x="8890" y="909"/>
                  </a:lnTo>
                  <a:lnTo>
                    <a:pt x="8800" y="980"/>
                  </a:lnTo>
                  <a:lnTo>
                    <a:pt x="8680" y="1051"/>
                  </a:lnTo>
                  <a:lnTo>
                    <a:pt x="8530" y="1123"/>
                  </a:lnTo>
                  <a:lnTo>
                    <a:pt x="8320" y="1189"/>
                  </a:lnTo>
                  <a:lnTo>
                    <a:pt x="8049" y="1256"/>
                  </a:lnTo>
                  <a:lnTo>
                    <a:pt x="7749" y="1317"/>
                  </a:lnTo>
                  <a:lnTo>
                    <a:pt x="7389" y="1373"/>
                  </a:lnTo>
                  <a:lnTo>
                    <a:pt x="7178" y="1398"/>
                  </a:lnTo>
                  <a:lnTo>
                    <a:pt x="6938" y="1424"/>
                  </a:lnTo>
                  <a:lnTo>
                    <a:pt x="6698" y="1444"/>
                  </a:lnTo>
                  <a:lnTo>
                    <a:pt x="6457" y="1460"/>
                  </a:lnTo>
                  <a:lnTo>
                    <a:pt x="6157" y="1480"/>
                  </a:lnTo>
                  <a:lnTo>
                    <a:pt x="5887" y="1490"/>
                  </a:lnTo>
                  <a:lnTo>
                    <a:pt x="5556" y="1500"/>
                  </a:lnTo>
                  <a:lnTo>
                    <a:pt x="5226" y="1511"/>
                  </a:lnTo>
                  <a:lnTo>
                    <a:pt x="4866" y="1516"/>
                  </a:lnTo>
                  <a:lnTo>
                    <a:pt x="4505" y="1516"/>
                  </a:lnTo>
                  <a:lnTo>
                    <a:pt x="4505" y="1516"/>
                  </a:lnTo>
                  <a:lnTo>
                    <a:pt x="4325" y="1516"/>
                  </a:lnTo>
                  <a:lnTo>
                    <a:pt x="4325" y="1516"/>
                  </a:lnTo>
                  <a:lnTo>
                    <a:pt x="4085" y="1516"/>
                  </a:lnTo>
                  <a:lnTo>
                    <a:pt x="4085" y="1516"/>
                  </a:lnTo>
                  <a:lnTo>
                    <a:pt x="3694" y="1383"/>
                  </a:lnTo>
                  <a:lnTo>
                    <a:pt x="3304" y="1250"/>
                  </a:lnTo>
                  <a:lnTo>
                    <a:pt x="2853" y="1118"/>
                  </a:lnTo>
                  <a:lnTo>
                    <a:pt x="2343" y="990"/>
                  </a:lnTo>
                  <a:lnTo>
                    <a:pt x="1832" y="868"/>
                  </a:lnTo>
                  <a:lnTo>
                    <a:pt x="1261" y="745"/>
                  </a:lnTo>
                  <a:lnTo>
                    <a:pt x="661" y="623"/>
                  </a:lnTo>
                  <a:lnTo>
                    <a:pt x="0" y="511"/>
                  </a:lnTo>
                  <a:lnTo>
                    <a:pt x="0" y="511"/>
                  </a:lnTo>
                  <a:lnTo>
                    <a:pt x="90" y="465"/>
                  </a:lnTo>
                  <a:lnTo>
                    <a:pt x="210" y="419"/>
                  </a:lnTo>
                  <a:lnTo>
                    <a:pt x="360" y="373"/>
                  </a:lnTo>
                  <a:lnTo>
                    <a:pt x="541" y="327"/>
                  </a:lnTo>
                  <a:lnTo>
                    <a:pt x="721" y="286"/>
                  </a:lnTo>
                  <a:lnTo>
                    <a:pt x="931" y="246"/>
                  </a:lnTo>
                  <a:lnTo>
                    <a:pt x="1171" y="205"/>
                  </a:lnTo>
                  <a:lnTo>
                    <a:pt x="1412" y="164"/>
                  </a:lnTo>
                  <a:lnTo>
                    <a:pt x="1682" y="133"/>
                  </a:lnTo>
                  <a:lnTo>
                    <a:pt x="2012" y="98"/>
                  </a:lnTo>
                  <a:lnTo>
                    <a:pt x="2343" y="72"/>
                  </a:lnTo>
                  <a:lnTo>
                    <a:pt x="2673" y="47"/>
                  </a:lnTo>
                  <a:lnTo>
                    <a:pt x="3064" y="31"/>
                  </a:lnTo>
                  <a:lnTo>
                    <a:pt x="3484" y="16"/>
                  </a:lnTo>
                  <a:lnTo>
                    <a:pt x="3935" y="6"/>
                  </a:lnTo>
                  <a:lnTo>
                    <a:pt x="438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56"/>
            <p:cNvSpPr/>
            <p:nvPr/>
          </p:nvSpPr>
          <p:spPr>
            <a:xfrm flipH="1">
              <a:off x="3539120" y="2213100"/>
              <a:ext cx="18342" cy="25150"/>
            </a:xfrm>
            <a:custGeom>
              <a:avLst/>
              <a:gdLst/>
              <a:ahLst/>
              <a:cxnLst/>
              <a:rect l="l" t="t" r="r" b="b"/>
              <a:pathLst>
                <a:path w="4326" h="1006" extrusionOk="0">
                  <a:moveTo>
                    <a:pt x="241" y="1"/>
                  </a:moveTo>
                  <a:lnTo>
                    <a:pt x="121" y="57"/>
                  </a:lnTo>
                  <a:lnTo>
                    <a:pt x="61" y="118"/>
                  </a:lnTo>
                  <a:lnTo>
                    <a:pt x="1" y="169"/>
                  </a:lnTo>
                  <a:lnTo>
                    <a:pt x="1" y="220"/>
                  </a:lnTo>
                  <a:lnTo>
                    <a:pt x="1" y="322"/>
                  </a:lnTo>
                  <a:lnTo>
                    <a:pt x="31" y="378"/>
                  </a:lnTo>
                  <a:lnTo>
                    <a:pt x="91" y="439"/>
                  </a:lnTo>
                  <a:lnTo>
                    <a:pt x="181" y="501"/>
                  </a:lnTo>
                  <a:lnTo>
                    <a:pt x="301" y="567"/>
                  </a:lnTo>
                  <a:lnTo>
                    <a:pt x="451" y="628"/>
                  </a:lnTo>
                  <a:lnTo>
                    <a:pt x="661" y="689"/>
                  </a:lnTo>
                  <a:lnTo>
                    <a:pt x="902" y="751"/>
                  </a:lnTo>
                  <a:lnTo>
                    <a:pt x="1202" y="807"/>
                  </a:lnTo>
                  <a:lnTo>
                    <a:pt x="1533" y="858"/>
                  </a:lnTo>
                  <a:lnTo>
                    <a:pt x="1953" y="904"/>
                  </a:lnTo>
                  <a:lnTo>
                    <a:pt x="2434" y="939"/>
                  </a:lnTo>
                  <a:lnTo>
                    <a:pt x="3004" y="970"/>
                  </a:lnTo>
                  <a:lnTo>
                    <a:pt x="3635" y="995"/>
                  </a:lnTo>
                  <a:lnTo>
                    <a:pt x="4326" y="1006"/>
                  </a:lnTo>
                  <a:lnTo>
                    <a:pt x="3935" y="873"/>
                  </a:lnTo>
                  <a:lnTo>
                    <a:pt x="3545" y="740"/>
                  </a:lnTo>
                  <a:lnTo>
                    <a:pt x="3094" y="608"/>
                  </a:lnTo>
                  <a:lnTo>
                    <a:pt x="2584" y="480"/>
                  </a:lnTo>
                  <a:lnTo>
                    <a:pt x="2073" y="358"/>
                  </a:lnTo>
                  <a:lnTo>
                    <a:pt x="1502" y="235"/>
                  </a:lnTo>
                  <a:lnTo>
                    <a:pt x="902" y="113"/>
                  </a:lnTo>
                  <a:lnTo>
                    <a:pt x="241" y="1"/>
                  </a:lnTo>
                  <a:close/>
                </a:path>
              </a:pathLst>
            </a:custGeom>
            <a:solidFill>
              <a:srgbClr val="3D17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56"/>
            <p:cNvSpPr/>
            <p:nvPr/>
          </p:nvSpPr>
          <p:spPr>
            <a:xfrm flipH="1">
              <a:off x="3539120" y="2213100"/>
              <a:ext cx="18342" cy="25150"/>
            </a:xfrm>
            <a:custGeom>
              <a:avLst/>
              <a:gdLst/>
              <a:ahLst/>
              <a:cxnLst/>
              <a:rect l="l" t="t" r="r" b="b"/>
              <a:pathLst>
                <a:path w="4326" h="1006" fill="none" extrusionOk="0">
                  <a:moveTo>
                    <a:pt x="241" y="1"/>
                  </a:moveTo>
                  <a:lnTo>
                    <a:pt x="241" y="1"/>
                  </a:lnTo>
                  <a:lnTo>
                    <a:pt x="902" y="113"/>
                  </a:lnTo>
                  <a:lnTo>
                    <a:pt x="1502" y="235"/>
                  </a:lnTo>
                  <a:lnTo>
                    <a:pt x="2073" y="358"/>
                  </a:lnTo>
                  <a:lnTo>
                    <a:pt x="2584" y="480"/>
                  </a:lnTo>
                  <a:lnTo>
                    <a:pt x="3094" y="608"/>
                  </a:lnTo>
                  <a:lnTo>
                    <a:pt x="3545" y="740"/>
                  </a:lnTo>
                  <a:lnTo>
                    <a:pt x="3935" y="873"/>
                  </a:lnTo>
                  <a:lnTo>
                    <a:pt x="4326" y="1006"/>
                  </a:lnTo>
                  <a:lnTo>
                    <a:pt x="4326" y="1006"/>
                  </a:lnTo>
                  <a:lnTo>
                    <a:pt x="3635" y="995"/>
                  </a:lnTo>
                  <a:lnTo>
                    <a:pt x="3004" y="970"/>
                  </a:lnTo>
                  <a:lnTo>
                    <a:pt x="2434" y="939"/>
                  </a:lnTo>
                  <a:lnTo>
                    <a:pt x="1953" y="904"/>
                  </a:lnTo>
                  <a:lnTo>
                    <a:pt x="1533" y="858"/>
                  </a:lnTo>
                  <a:lnTo>
                    <a:pt x="1202" y="807"/>
                  </a:lnTo>
                  <a:lnTo>
                    <a:pt x="902" y="751"/>
                  </a:lnTo>
                  <a:lnTo>
                    <a:pt x="661" y="689"/>
                  </a:lnTo>
                  <a:lnTo>
                    <a:pt x="451" y="628"/>
                  </a:lnTo>
                  <a:lnTo>
                    <a:pt x="301" y="567"/>
                  </a:lnTo>
                  <a:lnTo>
                    <a:pt x="181" y="501"/>
                  </a:lnTo>
                  <a:lnTo>
                    <a:pt x="91" y="439"/>
                  </a:lnTo>
                  <a:lnTo>
                    <a:pt x="31" y="378"/>
                  </a:lnTo>
                  <a:lnTo>
                    <a:pt x="1" y="322"/>
                  </a:lnTo>
                  <a:lnTo>
                    <a:pt x="1" y="220"/>
                  </a:lnTo>
                  <a:lnTo>
                    <a:pt x="1" y="220"/>
                  </a:lnTo>
                  <a:lnTo>
                    <a:pt x="1" y="169"/>
                  </a:lnTo>
                  <a:lnTo>
                    <a:pt x="61" y="118"/>
                  </a:lnTo>
                  <a:lnTo>
                    <a:pt x="121" y="57"/>
                  </a:lnTo>
                  <a:lnTo>
                    <a:pt x="24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56"/>
            <p:cNvSpPr/>
            <p:nvPr/>
          </p:nvSpPr>
          <p:spPr>
            <a:xfrm flipH="1">
              <a:off x="3532242" y="2215025"/>
              <a:ext cx="9811" cy="8950"/>
            </a:xfrm>
            <a:custGeom>
              <a:avLst/>
              <a:gdLst/>
              <a:ahLst/>
              <a:cxnLst/>
              <a:rect l="l" t="t" r="r" b="b"/>
              <a:pathLst>
                <a:path w="2314" h="358" extrusionOk="0">
                  <a:moveTo>
                    <a:pt x="391" y="0"/>
                  </a:moveTo>
                  <a:lnTo>
                    <a:pt x="91" y="31"/>
                  </a:lnTo>
                  <a:lnTo>
                    <a:pt x="31" y="41"/>
                  </a:lnTo>
                  <a:lnTo>
                    <a:pt x="1" y="51"/>
                  </a:lnTo>
                  <a:lnTo>
                    <a:pt x="31" y="62"/>
                  </a:lnTo>
                  <a:lnTo>
                    <a:pt x="61" y="72"/>
                  </a:lnTo>
                  <a:lnTo>
                    <a:pt x="151" y="92"/>
                  </a:lnTo>
                  <a:lnTo>
                    <a:pt x="241" y="113"/>
                  </a:lnTo>
                  <a:lnTo>
                    <a:pt x="301" y="143"/>
                  </a:lnTo>
                  <a:lnTo>
                    <a:pt x="331" y="179"/>
                  </a:lnTo>
                  <a:lnTo>
                    <a:pt x="301" y="199"/>
                  </a:lnTo>
                  <a:lnTo>
                    <a:pt x="271" y="220"/>
                  </a:lnTo>
                  <a:lnTo>
                    <a:pt x="241" y="245"/>
                  </a:lnTo>
                  <a:lnTo>
                    <a:pt x="151" y="271"/>
                  </a:lnTo>
                  <a:lnTo>
                    <a:pt x="121" y="286"/>
                  </a:lnTo>
                  <a:lnTo>
                    <a:pt x="121" y="296"/>
                  </a:lnTo>
                  <a:lnTo>
                    <a:pt x="151" y="306"/>
                  </a:lnTo>
                  <a:lnTo>
                    <a:pt x="271" y="317"/>
                  </a:lnTo>
                  <a:lnTo>
                    <a:pt x="872" y="357"/>
                  </a:lnTo>
                  <a:lnTo>
                    <a:pt x="992" y="322"/>
                  </a:lnTo>
                  <a:lnTo>
                    <a:pt x="1082" y="286"/>
                  </a:lnTo>
                  <a:lnTo>
                    <a:pt x="1112" y="250"/>
                  </a:lnTo>
                  <a:lnTo>
                    <a:pt x="1142" y="215"/>
                  </a:lnTo>
                  <a:lnTo>
                    <a:pt x="1112" y="184"/>
                  </a:lnTo>
                  <a:lnTo>
                    <a:pt x="1082" y="158"/>
                  </a:lnTo>
                  <a:lnTo>
                    <a:pt x="1022" y="128"/>
                  </a:lnTo>
                  <a:lnTo>
                    <a:pt x="962" y="102"/>
                  </a:lnTo>
                  <a:lnTo>
                    <a:pt x="842" y="72"/>
                  </a:lnTo>
                  <a:lnTo>
                    <a:pt x="722" y="46"/>
                  </a:lnTo>
                  <a:lnTo>
                    <a:pt x="572" y="21"/>
                  </a:lnTo>
                  <a:lnTo>
                    <a:pt x="391" y="0"/>
                  </a:lnTo>
                  <a:close/>
                  <a:moveTo>
                    <a:pt x="1593" y="0"/>
                  </a:moveTo>
                  <a:lnTo>
                    <a:pt x="1262" y="31"/>
                  </a:lnTo>
                  <a:lnTo>
                    <a:pt x="1202" y="41"/>
                  </a:lnTo>
                  <a:lnTo>
                    <a:pt x="1172" y="51"/>
                  </a:lnTo>
                  <a:lnTo>
                    <a:pt x="1202" y="62"/>
                  </a:lnTo>
                  <a:lnTo>
                    <a:pt x="1232" y="72"/>
                  </a:lnTo>
                  <a:lnTo>
                    <a:pt x="1322" y="92"/>
                  </a:lnTo>
                  <a:lnTo>
                    <a:pt x="1413" y="113"/>
                  </a:lnTo>
                  <a:lnTo>
                    <a:pt x="1473" y="143"/>
                  </a:lnTo>
                  <a:lnTo>
                    <a:pt x="1503" y="179"/>
                  </a:lnTo>
                  <a:lnTo>
                    <a:pt x="1503" y="199"/>
                  </a:lnTo>
                  <a:lnTo>
                    <a:pt x="1473" y="220"/>
                  </a:lnTo>
                  <a:lnTo>
                    <a:pt x="1413" y="245"/>
                  </a:lnTo>
                  <a:lnTo>
                    <a:pt x="1322" y="271"/>
                  </a:lnTo>
                  <a:lnTo>
                    <a:pt x="1292" y="286"/>
                  </a:lnTo>
                  <a:lnTo>
                    <a:pt x="1292" y="296"/>
                  </a:lnTo>
                  <a:lnTo>
                    <a:pt x="1322" y="306"/>
                  </a:lnTo>
                  <a:lnTo>
                    <a:pt x="1443" y="317"/>
                  </a:lnTo>
                  <a:lnTo>
                    <a:pt x="2043" y="357"/>
                  </a:lnTo>
                  <a:lnTo>
                    <a:pt x="2163" y="322"/>
                  </a:lnTo>
                  <a:lnTo>
                    <a:pt x="2254" y="286"/>
                  </a:lnTo>
                  <a:lnTo>
                    <a:pt x="2284" y="250"/>
                  </a:lnTo>
                  <a:lnTo>
                    <a:pt x="2314" y="215"/>
                  </a:lnTo>
                  <a:lnTo>
                    <a:pt x="2314" y="184"/>
                  </a:lnTo>
                  <a:lnTo>
                    <a:pt x="2254" y="158"/>
                  </a:lnTo>
                  <a:lnTo>
                    <a:pt x="2223" y="128"/>
                  </a:lnTo>
                  <a:lnTo>
                    <a:pt x="2133" y="102"/>
                  </a:lnTo>
                  <a:lnTo>
                    <a:pt x="2013" y="72"/>
                  </a:lnTo>
                  <a:lnTo>
                    <a:pt x="1893" y="46"/>
                  </a:lnTo>
                  <a:lnTo>
                    <a:pt x="1743" y="21"/>
                  </a:lnTo>
                  <a:lnTo>
                    <a:pt x="1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6"/>
            <p:cNvSpPr/>
            <p:nvPr/>
          </p:nvSpPr>
          <p:spPr>
            <a:xfrm flipH="1">
              <a:off x="3575032" y="2437675"/>
              <a:ext cx="172814" cy="167450"/>
            </a:xfrm>
            <a:custGeom>
              <a:avLst/>
              <a:gdLst/>
              <a:ahLst/>
              <a:cxnLst/>
              <a:rect l="l" t="t" r="r" b="b"/>
              <a:pathLst>
                <a:path w="40758" h="6698" extrusionOk="0">
                  <a:moveTo>
                    <a:pt x="19854" y="0"/>
                  </a:moveTo>
                  <a:lnTo>
                    <a:pt x="19163" y="5"/>
                  </a:lnTo>
                  <a:lnTo>
                    <a:pt x="17811" y="20"/>
                  </a:lnTo>
                  <a:lnTo>
                    <a:pt x="16550" y="51"/>
                  </a:lnTo>
                  <a:lnTo>
                    <a:pt x="15319" y="92"/>
                  </a:lnTo>
                  <a:lnTo>
                    <a:pt x="14147" y="143"/>
                  </a:lnTo>
                  <a:lnTo>
                    <a:pt x="13006" y="199"/>
                  </a:lnTo>
                  <a:lnTo>
                    <a:pt x="11955" y="265"/>
                  </a:lnTo>
                  <a:lnTo>
                    <a:pt x="10934" y="342"/>
                  </a:lnTo>
                  <a:lnTo>
                    <a:pt x="9972" y="429"/>
                  </a:lnTo>
                  <a:lnTo>
                    <a:pt x="9071" y="520"/>
                  </a:lnTo>
                  <a:lnTo>
                    <a:pt x="8200" y="617"/>
                  </a:lnTo>
                  <a:lnTo>
                    <a:pt x="7389" y="719"/>
                  </a:lnTo>
                  <a:lnTo>
                    <a:pt x="6609" y="831"/>
                  </a:lnTo>
                  <a:lnTo>
                    <a:pt x="5888" y="944"/>
                  </a:lnTo>
                  <a:lnTo>
                    <a:pt x="5227" y="1061"/>
                  </a:lnTo>
                  <a:lnTo>
                    <a:pt x="4596" y="1189"/>
                  </a:lnTo>
                  <a:lnTo>
                    <a:pt x="4026" y="1311"/>
                  </a:lnTo>
                  <a:lnTo>
                    <a:pt x="3485" y="1444"/>
                  </a:lnTo>
                  <a:lnTo>
                    <a:pt x="2974" y="1571"/>
                  </a:lnTo>
                  <a:lnTo>
                    <a:pt x="2524" y="1704"/>
                  </a:lnTo>
                  <a:lnTo>
                    <a:pt x="2103" y="1841"/>
                  </a:lnTo>
                  <a:lnTo>
                    <a:pt x="1743" y="1974"/>
                  </a:lnTo>
                  <a:lnTo>
                    <a:pt x="1413" y="2107"/>
                  </a:lnTo>
                  <a:lnTo>
                    <a:pt x="1112" y="2239"/>
                  </a:lnTo>
                  <a:lnTo>
                    <a:pt x="842" y="2372"/>
                  </a:lnTo>
                  <a:lnTo>
                    <a:pt x="632" y="2504"/>
                  </a:lnTo>
                  <a:lnTo>
                    <a:pt x="451" y="2632"/>
                  </a:lnTo>
                  <a:lnTo>
                    <a:pt x="301" y="2760"/>
                  </a:lnTo>
                  <a:lnTo>
                    <a:pt x="181" y="2882"/>
                  </a:lnTo>
                  <a:lnTo>
                    <a:pt x="91" y="2999"/>
                  </a:lnTo>
                  <a:lnTo>
                    <a:pt x="31" y="3117"/>
                  </a:lnTo>
                  <a:lnTo>
                    <a:pt x="1" y="3224"/>
                  </a:lnTo>
                  <a:lnTo>
                    <a:pt x="31" y="3458"/>
                  </a:lnTo>
                  <a:lnTo>
                    <a:pt x="61" y="3586"/>
                  </a:lnTo>
                  <a:lnTo>
                    <a:pt x="121" y="3724"/>
                  </a:lnTo>
                  <a:lnTo>
                    <a:pt x="211" y="3861"/>
                  </a:lnTo>
                  <a:lnTo>
                    <a:pt x="301" y="4004"/>
                  </a:lnTo>
                  <a:lnTo>
                    <a:pt x="451" y="4152"/>
                  </a:lnTo>
                  <a:lnTo>
                    <a:pt x="632" y="4305"/>
                  </a:lnTo>
                  <a:lnTo>
                    <a:pt x="842" y="4453"/>
                  </a:lnTo>
                  <a:lnTo>
                    <a:pt x="1112" y="4606"/>
                  </a:lnTo>
                  <a:lnTo>
                    <a:pt x="1443" y="4764"/>
                  </a:lnTo>
                  <a:lnTo>
                    <a:pt x="1803" y="4917"/>
                  </a:lnTo>
                  <a:lnTo>
                    <a:pt x="2223" y="5070"/>
                  </a:lnTo>
                  <a:lnTo>
                    <a:pt x="2674" y="5218"/>
                  </a:lnTo>
                  <a:lnTo>
                    <a:pt x="3215" y="5366"/>
                  </a:lnTo>
                  <a:lnTo>
                    <a:pt x="3815" y="5509"/>
                  </a:lnTo>
                  <a:lnTo>
                    <a:pt x="4386" y="5504"/>
                  </a:lnTo>
                  <a:lnTo>
                    <a:pt x="4506" y="5504"/>
                  </a:lnTo>
                  <a:lnTo>
                    <a:pt x="5017" y="5514"/>
                  </a:lnTo>
                  <a:lnTo>
                    <a:pt x="5497" y="5524"/>
                  </a:lnTo>
                  <a:lnTo>
                    <a:pt x="5918" y="5544"/>
                  </a:lnTo>
                  <a:lnTo>
                    <a:pt x="6278" y="5575"/>
                  </a:lnTo>
                  <a:lnTo>
                    <a:pt x="6609" y="5606"/>
                  </a:lnTo>
                  <a:lnTo>
                    <a:pt x="6879" y="5641"/>
                  </a:lnTo>
                  <a:lnTo>
                    <a:pt x="7089" y="5682"/>
                  </a:lnTo>
                  <a:lnTo>
                    <a:pt x="7269" y="5723"/>
                  </a:lnTo>
                  <a:lnTo>
                    <a:pt x="7419" y="5769"/>
                  </a:lnTo>
                  <a:lnTo>
                    <a:pt x="7540" y="5815"/>
                  </a:lnTo>
                  <a:lnTo>
                    <a:pt x="7630" y="5861"/>
                  </a:lnTo>
                  <a:lnTo>
                    <a:pt x="7690" y="5907"/>
                  </a:lnTo>
                  <a:lnTo>
                    <a:pt x="7750" y="5993"/>
                  </a:lnTo>
                  <a:lnTo>
                    <a:pt x="7780" y="6065"/>
                  </a:lnTo>
                  <a:lnTo>
                    <a:pt x="7750" y="6126"/>
                  </a:lnTo>
                  <a:lnTo>
                    <a:pt x="8320" y="6187"/>
                  </a:lnTo>
                  <a:lnTo>
                    <a:pt x="8921" y="6243"/>
                  </a:lnTo>
                  <a:lnTo>
                    <a:pt x="9522" y="6299"/>
                  </a:lnTo>
                  <a:lnTo>
                    <a:pt x="10183" y="6350"/>
                  </a:lnTo>
                  <a:lnTo>
                    <a:pt x="10843" y="6401"/>
                  </a:lnTo>
                  <a:lnTo>
                    <a:pt x="11564" y="6447"/>
                  </a:lnTo>
                  <a:lnTo>
                    <a:pt x="12285" y="6488"/>
                  </a:lnTo>
                  <a:lnTo>
                    <a:pt x="13066" y="6529"/>
                  </a:lnTo>
                  <a:lnTo>
                    <a:pt x="13847" y="6560"/>
                  </a:lnTo>
                  <a:lnTo>
                    <a:pt x="14688" y="6595"/>
                  </a:lnTo>
                  <a:lnTo>
                    <a:pt x="15529" y="6621"/>
                  </a:lnTo>
                  <a:lnTo>
                    <a:pt x="16430" y="6646"/>
                  </a:lnTo>
                  <a:lnTo>
                    <a:pt x="17361" y="6662"/>
                  </a:lnTo>
                  <a:lnTo>
                    <a:pt x="18322" y="6677"/>
                  </a:lnTo>
                  <a:lnTo>
                    <a:pt x="19313" y="6692"/>
                  </a:lnTo>
                  <a:lnTo>
                    <a:pt x="20334" y="6697"/>
                  </a:lnTo>
                  <a:lnTo>
                    <a:pt x="21085" y="6697"/>
                  </a:lnTo>
                  <a:lnTo>
                    <a:pt x="22497" y="6692"/>
                  </a:lnTo>
                  <a:lnTo>
                    <a:pt x="23848" y="6677"/>
                  </a:lnTo>
                  <a:lnTo>
                    <a:pt x="25140" y="6651"/>
                  </a:lnTo>
                  <a:lnTo>
                    <a:pt x="26371" y="6616"/>
                  </a:lnTo>
                  <a:lnTo>
                    <a:pt x="27513" y="6570"/>
                  </a:lnTo>
                  <a:lnTo>
                    <a:pt x="28624" y="6514"/>
                  </a:lnTo>
                  <a:lnTo>
                    <a:pt x="29675" y="6452"/>
                  </a:lnTo>
                  <a:lnTo>
                    <a:pt x="30636" y="6381"/>
                  </a:lnTo>
                  <a:lnTo>
                    <a:pt x="31567" y="6299"/>
                  </a:lnTo>
                  <a:lnTo>
                    <a:pt x="32438" y="6218"/>
                  </a:lnTo>
                  <a:lnTo>
                    <a:pt x="33279" y="6126"/>
                  </a:lnTo>
                  <a:lnTo>
                    <a:pt x="34030" y="6029"/>
                  </a:lnTo>
                  <a:lnTo>
                    <a:pt x="34751" y="5922"/>
                  </a:lnTo>
                  <a:lnTo>
                    <a:pt x="35412" y="5815"/>
                  </a:lnTo>
                  <a:lnTo>
                    <a:pt x="36043" y="5703"/>
                  </a:lnTo>
                  <a:lnTo>
                    <a:pt x="36613" y="5585"/>
                  </a:lnTo>
                  <a:lnTo>
                    <a:pt x="37154" y="5463"/>
                  </a:lnTo>
                  <a:lnTo>
                    <a:pt x="37634" y="5335"/>
                  </a:lnTo>
                  <a:lnTo>
                    <a:pt x="38085" y="5208"/>
                  </a:lnTo>
                  <a:lnTo>
                    <a:pt x="38505" y="5080"/>
                  </a:lnTo>
                  <a:lnTo>
                    <a:pt x="38866" y="4948"/>
                  </a:lnTo>
                  <a:lnTo>
                    <a:pt x="39196" y="4815"/>
                  </a:lnTo>
                  <a:lnTo>
                    <a:pt x="39496" y="4677"/>
                  </a:lnTo>
                  <a:lnTo>
                    <a:pt x="39737" y="4545"/>
                  </a:lnTo>
                  <a:lnTo>
                    <a:pt x="39977" y="4407"/>
                  </a:lnTo>
                  <a:lnTo>
                    <a:pt x="40157" y="4269"/>
                  </a:lnTo>
                  <a:lnTo>
                    <a:pt x="40337" y="4137"/>
                  </a:lnTo>
                  <a:lnTo>
                    <a:pt x="40458" y="4004"/>
                  </a:lnTo>
                  <a:lnTo>
                    <a:pt x="40578" y="3871"/>
                  </a:lnTo>
                  <a:lnTo>
                    <a:pt x="40668" y="3744"/>
                  </a:lnTo>
                  <a:lnTo>
                    <a:pt x="40728" y="3616"/>
                  </a:lnTo>
                  <a:lnTo>
                    <a:pt x="40758" y="3494"/>
                  </a:lnTo>
                  <a:lnTo>
                    <a:pt x="40277" y="3219"/>
                  </a:lnTo>
                  <a:lnTo>
                    <a:pt x="39827" y="2948"/>
                  </a:lnTo>
                  <a:lnTo>
                    <a:pt x="39436" y="2678"/>
                  </a:lnTo>
                  <a:lnTo>
                    <a:pt x="39106" y="2413"/>
                  </a:lnTo>
                  <a:lnTo>
                    <a:pt x="38806" y="2147"/>
                  </a:lnTo>
                  <a:lnTo>
                    <a:pt x="38565" y="1887"/>
                  </a:lnTo>
                  <a:lnTo>
                    <a:pt x="38355" y="1632"/>
                  </a:lnTo>
                  <a:lnTo>
                    <a:pt x="38205" y="1382"/>
                  </a:lnTo>
                  <a:lnTo>
                    <a:pt x="37935" y="1306"/>
                  </a:lnTo>
                  <a:lnTo>
                    <a:pt x="37634" y="1229"/>
                  </a:lnTo>
                  <a:lnTo>
                    <a:pt x="37334" y="1153"/>
                  </a:lnTo>
                  <a:lnTo>
                    <a:pt x="37004" y="1076"/>
                  </a:lnTo>
                  <a:lnTo>
                    <a:pt x="36673" y="1005"/>
                  </a:lnTo>
                  <a:lnTo>
                    <a:pt x="36283" y="928"/>
                  </a:lnTo>
                  <a:lnTo>
                    <a:pt x="35892" y="862"/>
                  </a:lnTo>
                  <a:lnTo>
                    <a:pt x="35502" y="791"/>
                  </a:lnTo>
                  <a:lnTo>
                    <a:pt x="35171" y="811"/>
                  </a:lnTo>
                  <a:lnTo>
                    <a:pt x="34841" y="826"/>
                  </a:lnTo>
                  <a:lnTo>
                    <a:pt x="34451" y="831"/>
                  </a:lnTo>
                  <a:lnTo>
                    <a:pt x="34060" y="837"/>
                  </a:lnTo>
                  <a:lnTo>
                    <a:pt x="33940" y="837"/>
                  </a:lnTo>
                  <a:lnTo>
                    <a:pt x="33399" y="831"/>
                  </a:lnTo>
                  <a:lnTo>
                    <a:pt x="32949" y="816"/>
                  </a:lnTo>
                  <a:lnTo>
                    <a:pt x="32528" y="796"/>
                  </a:lnTo>
                  <a:lnTo>
                    <a:pt x="32168" y="770"/>
                  </a:lnTo>
                  <a:lnTo>
                    <a:pt x="31868" y="740"/>
                  </a:lnTo>
                  <a:lnTo>
                    <a:pt x="31597" y="704"/>
                  </a:lnTo>
                  <a:lnTo>
                    <a:pt x="31357" y="663"/>
                  </a:lnTo>
                  <a:lnTo>
                    <a:pt x="31177" y="622"/>
                  </a:lnTo>
                  <a:lnTo>
                    <a:pt x="31027" y="582"/>
                  </a:lnTo>
                  <a:lnTo>
                    <a:pt x="30907" y="536"/>
                  </a:lnTo>
                  <a:lnTo>
                    <a:pt x="30816" y="490"/>
                  </a:lnTo>
                  <a:lnTo>
                    <a:pt x="30756" y="444"/>
                  </a:lnTo>
                  <a:lnTo>
                    <a:pt x="30666" y="362"/>
                  </a:lnTo>
                  <a:lnTo>
                    <a:pt x="30636" y="286"/>
                  </a:lnTo>
                  <a:lnTo>
                    <a:pt x="29705" y="230"/>
                  </a:lnTo>
                  <a:lnTo>
                    <a:pt x="28744" y="179"/>
                  </a:lnTo>
                  <a:lnTo>
                    <a:pt x="27693" y="133"/>
                  </a:lnTo>
                  <a:lnTo>
                    <a:pt x="26582" y="92"/>
                  </a:lnTo>
                  <a:lnTo>
                    <a:pt x="25410" y="61"/>
                  </a:lnTo>
                  <a:lnTo>
                    <a:pt x="24179" y="31"/>
                  </a:lnTo>
                  <a:lnTo>
                    <a:pt x="22887" y="15"/>
                  </a:lnTo>
                  <a:lnTo>
                    <a:pt x="21536" y="0"/>
                  </a:lnTo>
                  <a:close/>
                </a:path>
              </a:pathLst>
            </a:custGeom>
            <a:solidFill>
              <a:srgbClr val="906B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56"/>
            <p:cNvSpPr/>
            <p:nvPr/>
          </p:nvSpPr>
          <p:spPr>
            <a:xfrm flipH="1">
              <a:off x="3575032" y="2437675"/>
              <a:ext cx="172814" cy="167450"/>
            </a:xfrm>
            <a:custGeom>
              <a:avLst/>
              <a:gdLst/>
              <a:ahLst/>
              <a:cxnLst/>
              <a:rect l="l" t="t" r="r" b="b"/>
              <a:pathLst>
                <a:path w="40758" h="6698" fill="none" extrusionOk="0">
                  <a:moveTo>
                    <a:pt x="20575" y="0"/>
                  </a:moveTo>
                  <a:lnTo>
                    <a:pt x="20575" y="0"/>
                  </a:lnTo>
                  <a:lnTo>
                    <a:pt x="21536" y="0"/>
                  </a:lnTo>
                  <a:lnTo>
                    <a:pt x="21536" y="0"/>
                  </a:lnTo>
                  <a:lnTo>
                    <a:pt x="22887" y="15"/>
                  </a:lnTo>
                  <a:lnTo>
                    <a:pt x="24179" y="31"/>
                  </a:lnTo>
                  <a:lnTo>
                    <a:pt x="25410" y="61"/>
                  </a:lnTo>
                  <a:lnTo>
                    <a:pt x="26582" y="92"/>
                  </a:lnTo>
                  <a:lnTo>
                    <a:pt x="27693" y="133"/>
                  </a:lnTo>
                  <a:lnTo>
                    <a:pt x="28744" y="179"/>
                  </a:lnTo>
                  <a:lnTo>
                    <a:pt x="29705" y="230"/>
                  </a:lnTo>
                  <a:lnTo>
                    <a:pt x="30636" y="286"/>
                  </a:lnTo>
                  <a:lnTo>
                    <a:pt x="30636" y="286"/>
                  </a:lnTo>
                  <a:lnTo>
                    <a:pt x="30666" y="362"/>
                  </a:lnTo>
                  <a:lnTo>
                    <a:pt x="30756" y="444"/>
                  </a:lnTo>
                  <a:lnTo>
                    <a:pt x="30816" y="490"/>
                  </a:lnTo>
                  <a:lnTo>
                    <a:pt x="30907" y="536"/>
                  </a:lnTo>
                  <a:lnTo>
                    <a:pt x="31027" y="582"/>
                  </a:lnTo>
                  <a:lnTo>
                    <a:pt x="31177" y="622"/>
                  </a:lnTo>
                  <a:lnTo>
                    <a:pt x="31357" y="663"/>
                  </a:lnTo>
                  <a:lnTo>
                    <a:pt x="31597" y="704"/>
                  </a:lnTo>
                  <a:lnTo>
                    <a:pt x="31868" y="740"/>
                  </a:lnTo>
                  <a:lnTo>
                    <a:pt x="32168" y="770"/>
                  </a:lnTo>
                  <a:lnTo>
                    <a:pt x="32528" y="796"/>
                  </a:lnTo>
                  <a:lnTo>
                    <a:pt x="32949" y="816"/>
                  </a:lnTo>
                  <a:lnTo>
                    <a:pt x="33399" y="831"/>
                  </a:lnTo>
                  <a:lnTo>
                    <a:pt x="33940" y="837"/>
                  </a:lnTo>
                  <a:lnTo>
                    <a:pt x="33940" y="837"/>
                  </a:lnTo>
                  <a:lnTo>
                    <a:pt x="34060" y="837"/>
                  </a:lnTo>
                  <a:lnTo>
                    <a:pt x="34060" y="837"/>
                  </a:lnTo>
                  <a:lnTo>
                    <a:pt x="34451" y="831"/>
                  </a:lnTo>
                  <a:lnTo>
                    <a:pt x="34841" y="826"/>
                  </a:lnTo>
                  <a:lnTo>
                    <a:pt x="35171" y="811"/>
                  </a:lnTo>
                  <a:lnTo>
                    <a:pt x="35502" y="791"/>
                  </a:lnTo>
                  <a:lnTo>
                    <a:pt x="35502" y="791"/>
                  </a:lnTo>
                  <a:lnTo>
                    <a:pt x="35892" y="862"/>
                  </a:lnTo>
                  <a:lnTo>
                    <a:pt x="36283" y="928"/>
                  </a:lnTo>
                  <a:lnTo>
                    <a:pt x="36673" y="1005"/>
                  </a:lnTo>
                  <a:lnTo>
                    <a:pt x="37004" y="1076"/>
                  </a:lnTo>
                  <a:lnTo>
                    <a:pt x="37334" y="1153"/>
                  </a:lnTo>
                  <a:lnTo>
                    <a:pt x="37634" y="1229"/>
                  </a:lnTo>
                  <a:lnTo>
                    <a:pt x="37935" y="1306"/>
                  </a:lnTo>
                  <a:lnTo>
                    <a:pt x="38205" y="1382"/>
                  </a:lnTo>
                  <a:lnTo>
                    <a:pt x="38205" y="1382"/>
                  </a:lnTo>
                  <a:lnTo>
                    <a:pt x="38355" y="1632"/>
                  </a:lnTo>
                  <a:lnTo>
                    <a:pt x="38565" y="1887"/>
                  </a:lnTo>
                  <a:lnTo>
                    <a:pt x="38806" y="2147"/>
                  </a:lnTo>
                  <a:lnTo>
                    <a:pt x="39106" y="2413"/>
                  </a:lnTo>
                  <a:lnTo>
                    <a:pt x="39436" y="2678"/>
                  </a:lnTo>
                  <a:lnTo>
                    <a:pt x="39827" y="2948"/>
                  </a:lnTo>
                  <a:lnTo>
                    <a:pt x="40277" y="3219"/>
                  </a:lnTo>
                  <a:lnTo>
                    <a:pt x="40758" y="3494"/>
                  </a:lnTo>
                  <a:lnTo>
                    <a:pt x="40758" y="3494"/>
                  </a:lnTo>
                  <a:lnTo>
                    <a:pt x="40728" y="3616"/>
                  </a:lnTo>
                  <a:lnTo>
                    <a:pt x="40668" y="3744"/>
                  </a:lnTo>
                  <a:lnTo>
                    <a:pt x="40578" y="3871"/>
                  </a:lnTo>
                  <a:lnTo>
                    <a:pt x="40458" y="4004"/>
                  </a:lnTo>
                  <a:lnTo>
                    <a:pt x="40337" y="4137"/>
                  </a:lnTo>
                  <a:lnTo>
                    <a:pt x="40157" y="4269"/>
                  </a:lnTo>
                  <a:lnTo>
                    <a:pt x="39977" y="4407"/>
                  </a:lnTo>
                  <a:lnTo>
                    <a:pt x="39737" y="4545"/>
                  </a:lnTo>
                  <a:lnTo>
                    <a:pt x="39496" y="4677"/>
                  </a:lnTo>
                  <a:lnTo>
                    <a:pt x="39196" y="4815"/>
                  </a:lnTo>
                  <a:lnTo>
                    <a:pt x="38866" y="4948"/>
                  </a:lnTo>
                  <a:lnTo>
                    <a:pt x="38505" y="5080"/>
                  </a:lnTo>
                  <a:lnTo>
                    <a:pt x="38085" y="5208"/>
                  </a:lnTo>
                  <a:lnTo>
                    <a:pt x="37634" y="5335"/>
                  </a:lnTo>
                  <a:lnTo>
                    <a:pt x="37154" y="5463"/>
                  </a:lnTo>
                  <a:lnTo>
                    <a:pt x="36613" y="5585"/>
                  </a:lnTo>
                  <a:lnTo>
                    <a:pt x="36043" y="5703"/>
                  </a:lnTo>
                  <a:lnTo>
                    <a:pt x="35412" y="5815"/>
                  </a:lnTo>
                  <a:lnTo>
                    <a:pt x="34751" y="5922"/>
                  </a:lnTo>
                  <a:lnTo>
                    <a:pt x="34030" y="6029"/>
                  </a:lnTo>
                  <a:lnTo>
                    <a:pt x="33279" y="6126"/>
                  </a:lnTo>
                  <a:lnTo>
                    <a:pt x="32438" y="6218"/>
                  </a:lnTo>
                  <a:lnTo>
                    <a:pt x="31567" y="6299"/>
                  </a:lnTo>
                  <a:lnTo>
                    <a:pt x="30636" y="6381"/>
                  </a:lnTo>
                  <a:lnTo>
                    <a:pt x="29675" y="6452"/>
                  </a:lnTo>
                  <a:lnTo>
                    <a:pt x="28624" y="6514"/>
                  </a:lnTo>
                  <a:lnTo>
                    <a:pt x="27513" y="6570"/>
                  </a:lnTo>
                  <a:lnTo>
                    <a:pt x="26371" y="6616"/>
                  </a:lnTo>
                  <a:lnTo>
                    <a:pt x="25140" y="6651"/>
                  </a:lnTo>
                  <a:lnTo>
                    <a:pt x="23848" y="6677"/>
                  </a:lnTo>
                  <a:lnTo>
                    <a:pt x="22497" y="6692"/>
                  </a:lnTo>
                  <a:lnTo>
                    <a:pt x="21085" y="6697"/>
                  </a:lnTo>
                  <a:lnTo>
                    <a:pt x="21085" y="6697"/>
                  </a:lnTo>
                  <a:lnTo>
                    <a:pt x="20334" y="6697"/>
                  </a:lnTo>
                  <a:lnTo>
                    <a:pt x="20334" y="6697"/>
                  </a:lnTo>
                  <a:lnTo>
                    <a:pt x="19313" y="6692"/>
                  </a:lnTo>
                  <a:lnTo>
                    <a:pt x="18322" y="6677"/>
                  </a:lnTo>
                  <a:lnTo>
                    <a:pt x="17361" y="6662"/>
                  </a:lnTo>
                  <a:lnTo>
                    <a:pt x="16430" y="6646"/>
                  </a:lnTo>
                  <a:lnTo>
                    <a:pt x="15529" y="6621"/>
                  </a:lnTo>
                  <a:lnTo>
                    <a:pt x="14688" y="6595"/>
                  </a:lnTo>
                  <a:lnTo>
                    <a:pt x="13847" y="6560"/>
                  </a:lnTo>
                  <a:lnTo>
                    <a:pt x="13066" y="6529"/>
                  </a:lnTo>
                  <a:lnTo>
                    <a:pt x="12285" y="6488"/>
                  </a:lnTo>
                  <a:lnTo>
                    <a:pt x="11564" y="6447"/>
                  </a:lnTo>
                  <a:lnTo>
                    <a:pt x="10843" y="6401"/>
                  </a:lnTo>
                  <a:lnTo>
                    <a:pt x="10183" y="6350"/>
                  </a:lnTo>
                  <a:lnTo>
                    <a:pt x="9522" y="6299"/>
                  </a:lnTo>
                  <a:lnTo>
                    <a:pt x="8921" y="6243"/>
                  </a:lnTo>
                  <a:lnTo>
                    <a:pt x="8320" y="6187"/>
                  </a:lnTo>
                  <a:lnTo>
                    <a:pt x="7750" y="6126"/>
                  </a:lnTo>
                  <a:lnTo>
                    <a:pt x="7750" y="6126"/>
                  </a:lnTo>
                  <a:lnTo>
                    <a:pt x="7780" y="6065"/>
                  </a:lnTo>
                  <a:lnTo>
                    <a:pt x="7780" y="6065"/>
                  </a:lnTo>
                  <a:lnTo>
                    <a:pt x="7750" y="5993"/>
                  </a:lnTo>
                  <a:lnTo>
                    <a:pt x="7690" y="5907"/>
                  </a:lnTo>
                  <a:lnTo>
                    <a:pt x="7630" y="5861"/>
                  </a:lnTo>
                  <a:lnTo>
                    <a:pt x="7540" y="5815"/>
                  </a:lnTo>
                  <a:lnTo>
                    <a:pt x="7419" y="5769"/>
                  </a:lnTo>
                  <a:lnTo>
                    <a:pt x="7269" y="5723"/>
                  </a:lnTo>
                  <a:lnTo>
                    <a:pt x="7089" y="5682"/>
                  </a:lnTo>
                  <a:lnTo>
                    <a:pt x="6879" y="5641"/>
                  </a:lnTo>
                  <a:lnTo>
                    <a:pt x="6609" y="5606"/>
                  </a:lnTo>
                  <a:lnTo>
                    <a:pt x="6278" y="5575"/>
                  </a:lnTo>
                  <a:lnTo>
                    <a:pt x="5918" y="5544"/>
                  </a:lnTo>
                  <a:lnTo>
                    <a:pt x="5497" y="5524"/>
                  </a:lnTo>
                  <a:lnTo>
                    <a:pt x="5017" y="5514"/>
                  </a:lnTo>
                  <a:lnTo>
                    <a:pt x="4506" y="5504"/>
                  </a:lnTo>
                  <a:lnTo>
                    <a:pt x="4506" y="5504"/>
                  </a:lnTo>
                  <a:lnTo>
                    <a:pt x="4386" y="5504"/>
                  </a:lnTo>
                  <a:lnTo>
                    <a:pt x="4386" y="5504"/>
                  </a:lnTo>
                  <a:lnTo>
                    <a:pt x="3815" y="5509"/>
                  </a:lnTo>
                  <a:lnTo>
                    <a:pt x="3815" y="5509"/>
                  </a:lnTo>
                  <a:lnTo>
                    <a:pt x="3215" y="5366"/>
                  </a:lnTo>
                  <a:lnTo>
                    <a:pt x="2674" y="5218"/>
                  </a:lnTo>
                  <a:lnTo>
                    <a:pt x="2223" y="5070"/>
                  </a:lnTo>
                  <a:lnTo>
                    <a:pt x="1803" y="4917"/>
                  </a:lnTo>
                  <a:lnTo>
                    <a:pt x="1443" y="4764"/>
                  </a:lnTo>
                  <a:lnTo>
                    <a:pt x="1112" y="4606"/>
                  </a:lnTo>
                  <a:lnTo>
                    <a:pt x="842" y="4453"/>
                  </a:lnTo>
                  <a:lnTo>
                    <a:pt x="632" y="4305"/>
                  </a:lnTo>
                  <a:lnTo>
                    <a:pt x="451" y="4152"/>
                  </a:lnTo>
                  <a:lnTo>
                    <a:pt x="301" y="4004"/>
                  </a:lnTo>
                  <a:lnTo>
                    <a:pt x="211" y="3861"/>
                  </a:lnTo>
                  <a:lnTo>
                    <a:pt x="121" y="3724"/>
                  </a:lnTo>
                  <a:lnTo>
                    <a:pt x="61" y="3586"/>
                  </a:lnTo>
                  <a:lnTo>
                    <a:pt x="31" y="3458"/>
                  </a:lnTo>
                  <a:lnTo>
                    <a:pt x="1" y="3224"/>
                  </a:lnTo>
                  <a:lnTo>
                    <a:pt x="1" y="3224"/>
                  </a:lnTo>
                  <a:lnTo>
                    <a:pt x="31" y="3117"/>
                  </a:lnTo>
                  <a:lnTo>
                    <a:pt x="91" y="2999"/>
                  </a:lnTo>
                  <a:lnTo>
                    <a:pt x="181" y="2882"/>
                  </a:lnTo>
                  <a:lnTo>
                    <a:pt x="301" y="2760"/>
                  </a:lnTo>
                  <a:lnTo>
                    <a:pt x="451" y="2632"/>
                  </a:lnTo>
                  <a:lnTo>
                    <a:pt x="632" y="2504"/>
                  </a:lnTo>
                  <a:lnTo>
                    <a:pt x="842" y="2372"/>
                  </a:lnTo>
                  <a:lnTo>
                    <a:pt x="1112" y="2239"/>
                  </a:lnTo>
                  <a:lnTo>
                    <a:pt x="1413" y="2107"/>
                  </a:lnTo>
                  <a:lnTo>
                    <a:pt x="1743" y="1974"/>
                  </a:lnTo>
                  <a:lnTo>
                    <a:pt x="2103" y="1841"/>
                  </a:lnTo>
                  <a:lnTo>
                    <a:pt x="2524" y="1704"/>
                  </a:lnTo>
                  <a:lnTo>
                    <a:pt x="2974" y="1571"/>
                  </a:lnTo>
                  <a:lnTo>
                    <a:pt x="3485" y="1444"/>
                  </a:lnTo>
                  <a:lnTo>
                    <a:pt x="4026" y="1311"/>
                  </a:lnTo>
                  <a:lnTo>
                    <a:pt x="4596" y="1189"/>
                  </a:lnTo>
                  <a:lnTo>
                    <a:pt x="5227" y="1061"/>
                  </a:lnTo>
                  <a:lnTo>
                    <a:pt x="5888" y="944"/>
                  </a:lnTo>
                  <a:lnTo>
                    <a:pt x="6609" y="831"/>
                  </a:lnTo>
                  <a:lnTo>
                    <a:pt x="7389" y="719"/>
                  </a:lnTo>
                  <a:lnTo>
                    <a:pt x="8200" y="617"/>
                  </a:lnTo>
                  <a:lnTo>
                    <a:pt x="9071" y="520"/>
                  </a:lnTo>
                  <a:lnTo>
                    <a:pt x="9972" y="429"/>
                  </a:lnTo>
                  <a:lnTo>
                    <a:pt x="10934" y="342"/>
                  </a:lnTo>
                  <a:lnTo>
                    <a:pt x="11955" y="265"/>
                  </a:lnTo>
                  <a:lnTo>
                    <a:pt x="13006" y="199"/>
                  </a:lnTo>
                  <a:lnTo>
                    <a:pt x="14147" y="143"/>
                  </a:lnTo>
                  <a:lnTo>
                    <a:pt x="15319" y="92"/>
                  </a:lnTo>
                  <a:lnTo>
                    <a:pt x="16550" y="51"/>
                  </a:lnTo>
                  <a:lnTo>
                    <a:pt x="17811" y="20"/>
                  </a:lnTo>
                  <a:lnTo>
                    <a:pt x="19163" y="5"/>
                  </a:lnTo>
                  <a:lnTo>
                    <a:pt x="19854" y="0"/>
                  </a:lnTo>
                  <a:lnTo>
                    <a:pt x="2057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56"/>
            <p:cNvSpPr/>
            <p:nvPr/>
          </p:nvSpPr>
          <p:spPr>
            <a:xfrm flipH="1">
              <a:off x="3574905" y="2472225"/>
              <a:ext cx="10956" cy="52825"/>
            </a:xfrm>
            <a:custGeom>
              <a:avLst/>
              <a:gdLst/>
              <a:ahLst/>
              <a:cxnLst/>
              <a:rect l="l" t="t" r="r" b="b"/>
              <a:pathLst>
                <a:path w="2584" h="2113" extrusionOk="0">
                  <a:moveTo>
                    <a:pt x="1" y="0"/>
                  </a:moveTo>
                  <a:lnTo>
                    <a:pt x="151" y="250"/>
                  </a:lnTo>
                  <a:lnTo>
                    <a:pt x="361" y="505"/>
                  </a:lnTo>
                  <a:lnTo>
                    <a:pt x="602" y="765"/>
                  </a:lnTo>
                  <a:lnTo>
                    <a:pt x="902" y="1031"/>
                  </a:lnTo>
                  <a:lnTo>
                    <a:pt x="1232" y="1296"/>
                  </a:lnTo>
                  <a:lnTo>
                    <a:pt x="1623" y="1566"/>
                  </a:lnTo>
                  <a:lnTo>
                    <a:pt x="2073" y="1837"/>
                  </a:lnTo>
                  <a:lnTo>
                    <a:pt x="2554" y="2112"/>
                  </a:lnTo>
                  <a:lnTo>
                    <a:pt x="2584" y="1949"/>
                  </a:lnTo>
                  <a:lnTo>
                    <a:pt x="2584" y="1801"/>
                  </a:lnTo>
                  <a:lnTo>
                    <a:pt x="2524" y="1658"/>
                  </a:lnTo>
                  <a:lnTo>
                    <a:pt x="2464" y="1520"/>
                  </a:lnTo>
                  <a:lnTo>
                    <a:pt x="2314" y="1337"/>
                  </a:lnTo>
                  <a:lnTo>
                    <a:pt x="2163" y="1148"/>
                  </a:lnTo>
                  <a:lnTo>
                    <a:pt x="1953" y="954"/>
                  </a:lnTo>
                  <a:lnTo>
                    <a:pt x="1713" y="760"/>
                  </a:lnTo>
                  <a:lnTo>
                    <a:pt x="1383" y="567"/>
                  </a:lnTo>
                  <a:lnTo>
                    <a:pt x="1202" y="470"/>
                  </a:lnTo>
                  <a:lnTo>
                    <a:pt x="992" y="378"/>
                  </a:lnTo>
                  <a:lnTo>
                    <a:pt x="782" y="281"/>
                  </a:lnTo>
                  <a:lnTo>
                    <a:pt x="542" y="184"/>
                  </a:lnTo>
                  <a:lnTo>
                    <a:pt x="271" y="92"/>
                  </a:lnTo>
                  <a:lnTo>
                    <a:pt x="1" y="0"/>
                  </a:lnTo>
                  <a:close/>
                </a:path>
              </a:pathLst>
            </a:custGeom>
            <a:solidFill>
              <a:srgbClr val="4E1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6"/>
            <p:cNvSpPr/>
            <p:nvPr/>
          </p:nvSpPr>
          <p:spPr>
            <a:xfrm flipH="1">
              <a:off x="3574905" y="2472225"/>
              <a:ext cx="10956" cy="52825"/>
            </a:xfrm>
            <a:custGeom>
              <a:avLst/>
              <a:gdLst/>
              <a:ahLst/>
              <a:cxnLst/>
              <a:rect l="l" t="t" r="r" b="b"/>
              <a:pathLst>
                <a:path w="2584" h="2113" fill="none" extrusionOk="0">
                  <a:moveTo>
                    <a:pt x="1" y="0"/>
                  </a:moveTo>
                  <a:lnTo>
                    <a:pt x="1" y="0"/>
                  </a:lnTo>
                  <a:lnTo>
                    <a:pt x="271" y="92"/>
                  </a:lnTo>
                  <a:lnTo>
                    <a:pt x="542" y="184"/>
                  </a:lnTo>
                  <a:lnTo>
                    <a:pt x="782" y="281"/>
                  </a:lnTo>
                  <a:lnTo>
                    <a:pt x="992" y="378"/>
                  </a:lnTo>
                  <a:lnTo>
                    <a:pt x="1202" y="470"/>
                  </a:lnTo>
                  <a:lnTo>
                    <a:pt x="1383" y="567"/>
                  </a:lnTo>
                  <a:lnTo>
                    <a:pt x="1713" y="760"/>
                  </a:lnTo>
                  <a:lnTo>
                    <a:pt x="1953" y="954"/>
                  </a:lnTo>
                  <a:lnTo>
                    <a:pt x="2163" y="1148"/>
                  </a:lnTo>
                  <a:lnTo>
                    <a:pt x="2314" y="1337"/>
                  </a:lnTo>
                  <a:lnTo>
                    <a:pt x="2464" y="1520"/>
                  </a:lnTo>
                  <a:lnTo>
                    <a:pt x="2464" y="1520"/>
                  </a:lnTo>
                  <a:lnTo>
                    <a:pt x="2524" y="1658"/>
                  </a:lnTo>
                  <a:lnTo>
                    <a:pt x="2584" y="1801"/>
                  </a:lnTo>
                  <a:lnTo>
                    <a:pt x="2584" y="1949"/>
                  </a:lnTo>
                  <a:lnTo>
                    <a:pt x="2554" y="2112"/>
                  </a:lnTo>
                  <a:lnTo>
                    <a:pt x="2554" y="2112"/>
                  </a:lnTo>
                  <a:lnTo>
                    <a:pt x="2073" y="1837"/>
                  </a:lnTo>
                  <a:lnTo>
                    <a:pt x="1623" y="1566"/>
                  </a:lnTo>
                  <a:lnTo>
                    <a:pt x="1232" y="1296"/>
                  </a:lnTo>
                  <a:lnTo>
                    <a:pt x="902" y="1031"/>
                  </a:lnTo>
                  <a:lnTo>
                    <a:pt x="602" y="765"/>
                  </a:lnTo>
                  <a:lnTo>
                    <a:pt x="361" y="505"/>
                  </a:lnTo>
                  <a:lnTo>
                    <a:pt x="151" y="25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6"/>
            <p:cNvSpPr/>
            <p:nvPr/>
          </p:nvSpPr>
          <p:spPr>
            <a:xfrm flipH="1">
              <a:off x="3714986" y="2575375"/>
              <a:ext cx="27891" cy="27075"/>
            </a:xfrm>
            <a:custGeom>
              <a:avLst/>
              <a:gdLst/>
              <a:ahLst/>
              <a:cxnLst/>
              <a:rect l="l" t="t" r="r" b="b"/>
              <a:pathLst>
                <a:path w="6578" h="1083" extrusionOk="0">
                  <a:moveTo>
                    <a:pt x="2643" y="1"/>
                  </a:moveTo>
                  <a:lnTo>
                    <a:pt x="2223" y="16"/>
                  </a:lnTo>
                  <a:lnTo>
                    <a:pt x="1832" y="36"/>
                  </a:lnTo>
                  <a:lnTo>
                    <a:pt x="1502" y="62"/>
                  </a:lnTo>
                  <a:lnTo>
                    <a:pt x="1202" y="93"/>
                  </a:lnTo>
                  <a:lnTo>
                    <a:pt x="961" y="128"/>
                  </a:lnTo>
                  <a:lnTo>
                    <a:pt x="721" y="169"/>
                  </a:lnTo>
                  <a:lnTo>
                    <a:pt x="541" y="210"/>
                  </a:lnTo>
                  <a:lnTo>
                    <a:pt x="391" y="256"/>
                  </a:lnTo>
                  <a:lnTo>
                    <a:pt x="271" y="302"/>
                  </a:lnTo>
                  <a:lnTo>
                    <a:pt x="180" y="353"/>
                  </a:lnTo>
                  <a:lnTo>
                    <a:pt x="90" y="399"/>
                  </a:lnTo>
                  <a:lnTo>
                    <a:pt x="60" y="445"/>
                  </a:lnTo>
                  <a:lnTo>
                    <a:pt x="0" y="536"/>
                  </a:lnTo>
                  <a:lnTo>
                    <a:pt x="30" y="608"/>
                  </a:lnTo>
                  <a:lnTo>
                    <a:pt x="90" y="684"/>
                  </a:lnTo>
                  <a:lnTo>
                    <a:pt x="210" y="766"/>
                  </a:lnTo>
                  <a:lnTo>
                    <a:pt x="301" y="802"/>
                  </a:lnTo>
                  <a:lnTo>
                    <a:pt x="391" y="842"/>
                  </a:lnTo>
                  <a:lnTo>
                    <a:pt x="511" y="878"/>
                  </a:lnTo>
                  <a:lnTo>
                    <a:pt x="661" y="914"/>
                  </a:lnTo>
                  <a:lnTo>
                    <a:pt x="841" y="944"/>
                  </a:lnTo>
                  <a:lnTo>
                    <a:pt x="1051" y="975"/>
                  </a:lnTo>
                  <a:lnTo>
                    <a:pt x="1292" y="1006"/>
                  </a:lnTo>
                  <a:lnTo>
                    <a:pt x="1562" y="1026"/>
                  </a:lnTo>
                  <a:lnTo>
                    <a:pt x="1892" y="1046"/>
                  </a:lnTo>
                  <a:lnTo>
                    <a:pt x="2253" y="1062"/>
                  </a:lnTo>
                  <a:lnTo>
                    <a:pt x="2673" y="1072"/>
                  </a:lnTo>
                  <a:lnTo>
                    <a:pt x="3124" y="1077"/>
                  </a:lnTo>
                  <a:lnTo>
                    <a:pt x="3274" y="1082"/>
                  </a:lnTo>
                  <a:lnTo>
                    <a:pt x="3694" y="1077"/>
                  </a:lnTo>
                  <a:lnTo>
                    <a:pt x="4055" y="1067"/>
                  </a:lnTo>
                  <a:lnTo>
                    <a:pt x="4385" y="1052"/>
                  </a:lnTo>
                  <a:lnTo>
                    <a:pt x="4716" y="1036"/>
                  </a:lnTo>
                  <a:lnTo>
                    <a:pt x="4986" y="1011"/>
                  </a:lnTo>
                  <a:lnTo>
                    <a:pt x="5256" y="985"/>
                  </a:lnTo>
                  <a:lnTo>
                    <a:pt x="5497" y="955"/>
                  </a:lnTo>
                  <a:lnTo>
                    <a:pt x="5677" y="919"/>
                  </a:lnTo>
                  <a:lnTo>
                    <a:pt x="5887" y="883"/>
                  </a:lnTo>
                  <a:lnTo>
                    <a:pt x="6037" y="847"/>
                  </a:lnTo>
                  <a:lnTo>
                    <a:pt x="6187" y="812"/>
                  </a:lnTo>
                  <a:lnTo>
                    <a:pt x="6308" y="771"/>
                  </a:lnTo>
                  <a:lnTo>
                    <a:pt x="6398" y="730"/>
                  </a:lnTo>
                  <a:lnTo>
                    <a:pt x="6488" y="694"/>
                  </a:lnTo>
                  <a:lnTo>
                    <a:pt x="6578" y="618"/>
                  </a:lnTo>
                  <a:lnTo>
                    <a:pt x="5977" y="552"/>
                  </a:lnTo>
                  <a:lnTo>
                    <a:pt x="5437" y="480"/>
                  </a:lnTo>
                  <a:lnTo>
                    <a:pt x="4896" y="404"/>
                  </a:lnTo>
                  <a:lnTo>
                    <a:pt x="4385" y="327"/>
                  </a:lnTo>
                  <a:lnTo>
                    <a:pt x="3905" y="251"/>
                  </a:lnTo>
                  <a:lnTo>
                    <a:pt x="3454" y="169"/>
                  </a:lnTo>
                  <a:lnTo>
                    <a:pt x="3034" y="87"/>
                  </a:lnTo>
                  <a:lnTo>
                    <a:pt x="2643" y="1"/>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6"/>
            <p:cNvSpPr/>
            <p:nvPr/>
          </p:nvSpPr>
          <p:spPr>
            <a:xfrm flipH="1">
              <a:off x="3714986" y="2575375"/>
              <a:ext cx="27891" cy="27075"/>
            </a:xfrm>
            <a:custGeom>
              <a:avLst/>
              <a:gdLst/>
              <a:ahLst/>
              <a:cxnLst/>
              <a:rect l="l" t="t" r="r" b="b"/>
              <a:pathLst>
                <a:path w="6578" h="1083" fill="none" extrusionOk="0">
                  <a:moveTo>
                    <a:pt x="2643" y="1"/>
                  </a:moveTo>
                  <a:lnTo>
                    <a:pt x="2643" y="1"/>
                  </a:lnTo>
                  <a:lnTo>
                    <a:pt x="3034" y="87"/>
                  </a:lnTo>
                  <a:lnTo>
                    <a:pt x="3454" y="169"/>
                  </a:lnTo>
                  <a:lnTo>
                    <a:pt x="3905" y="251"/>
                  </a:lnTo>
                  <a:lnTo>
                    <a:pt x="4385" y="327"/>
                  </a:lnTo>
                  <a:lnTo>
                    <a:pt x="4896" y="404"/>
                  </a:lnTo>
                  <a:lnTo>
                    <a:pt x="5437" y="480"/>
                  </a:lnTo>
                  <a:lnTo>
                    <a:pt x="5977" y="552"/>
                  </a:lnTo>
                  <a:lnTo>
                    <a:pt x="6578" y="618"/>
                  </a:lnTo>
                  <a:lnTo>
                    <a:pt x="6578" y="618"/>
                  </a:lnTo>
                  <a:lnTo>
                    <a:pt x="6488" y="694"/>
                  </a:lnTo>
                  <a:lnTo>
                    <a:pt x="6398" y="730"/>
                  </a:lnTo>
                  <a:lnTo>
                    <a:pt x="6308" y="771"/>
                  </a:lnTo>
                  <a:lnTo>
                    <a:pt x="6187" y="812"/>
                  </a:lnTo>
                  <a:lnTo>
                    <a:pt x="6037" y="847"/>
                  </a:lnTo>
                  <a:lnTo>
                    <a:pt x="5887" y="883"/>
                  </a:lnTo>
                  <a:lnTo>
                    <a:pt x="5677" y="919"/>
                  </a:lnTo>
                  <a:lnTo>
                    <a:pt x="5497" y="955"/>
                  </a:lnTo>
                  <a:lnTo>
                    <a:pt x="5256" y="985"/>
                  </a:lnTo>
                  <a:lnTo>
                    <a:pt x="4986" y="1011"/>
                  </a:lnTo>
                  <a:lnTo>
                    <a:pt x="4716" y="1036"/>
                  </a:lnTo>
                  <a:lnTo>
                    <a:pt x="4385" y="1052"/>
                  </a:lnTo>
                  <a:lnTo>
                    <a:pt x="4055" y="1067"/>
                  </a:lnTo>
                  <a:lnTo>
                    <a:pt x="3694" y="1077"/>
                  </a:lnTo>
                  <a:lnTo>
                    <a:pt x="3274" y="1082"/>
                  </a:lnTo>
                  <a:lnTo>
                    <a:pt x="3274" y="1082"/>
                  </a:lnTo>
                  <a:lnTo>
                    <a:pt x="3124" y="1077"/>
                  </a:lnTo>
                  <a:lnTo>
                    <a:pt x="3124" y="1077"/>
                  </a:lnTo>
                  <a:lnTo>
                    <a:pt x="2673" y="1072"/>
                  </a:lnTo>
                  <a:lnTo>
                    <a:pt x="2253" y="1062"/>
                  </a:lnTo>
                  <a:lnTo>
                    <a:pt x="1892" y="1046"/>
                  </a:lnTo>
                  <a:lnTo>
                    <a:pt x="1562" y="1026"/>
                  </a:lnTo>
                  <a:lnTo>
                    <a:pt x="1292" y="1006"/>
                  </a:lnTo>
                  <a:lnTo>
                    <a:pt x="1051" y="975"/>
                  </a:lnTo>
                  <a:lnTo>
                    <a:pt x="841" y="944"/>
                  </a:lnTo>
                  <a:lnTo>
                    <a:pt x="661" y="914"/>
                  </a:lnTo>
                  <a:lnTo>
                    <a:pt x="511" y="878"/>
                  </a:lnTo>
                  <a:lnTo>
                    <a:pt x="391" y="842"/>
                  </a:lnTo>
                  <a:lnTo>
                    <a:pt x="301" y="802"/>
                  </a:lnTo>
                  <a:lnTo>
                    <a:pt x="210" y="766"/>
                  </a:lnTo>
                  <a:lnTo>
                    <a:pt x="90" y="684"/>
                  </a:lnTo>
                  <a:lnTo>
                    <a:pt x="30" y="608"/>
                  </a:lnTo>
                  <a:lnTo>
                    <a:pt x="30" y="608"/>
                  </a:lnTo>
                  <a:lnTo>
                    <a:pt x="0" y="536"/>
                  </a:lnTo>
                  <a:lnTo>
                    <a:pt x="60" y="445"/>
                  </a:lnTo>
                  <a:lnTo>
                    <a:pt x="90" y="399"/>
                  </a:lnTo>
                  <a:lnTo>
                    <a:pt x="180" y="353"/>
                  </a:lnTo>
                  <a:lnTo>
                    <a:pt x="271" y="302"/>
                  </a:lnTo>
                  <a:lnTo>
                    <a:pt x="391" y="256"/>
                  </a:lnTo>
                  <a:lnTo>
                    <a:pt x="541" y="210"/>
                  </a:lnTo>
                  <a:lnTo>
                    <a:pt x="721" y="169"/>
                  </a:lnTo>
                  <a:lnTo>
                    <a:pt x="961" y="128"/>
                  </a:lnTo>
                  <a:lnTo>
                    <a:pt x="1202" y="93"/>
                  </a:lnTo>
                  <a:lnTo>
                    <a:pt x="1502" y="62"/>
                  </a:lnTo>
                  <a:lnTo>
                    <a:pt x="1832" y="36"/>
                  </a:lnTo>
                  <a:lnTo>
                    <a:pt x="2223" y="16"/>
                  </a:lnTo>
                  <a:lnTo>
                    <a:pt x="26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6"/>
            <p:cNvSpPr/>
            <p:nvPr/>
          </p:nvSpPr>
          <p:spPr>
            <a:xfrm flipH="1">
              <a:off x="3714859" y="2575250"/>
              <a:ext cx="16812" cy="15575"/>
            </a:xfrm>
            <a:custGeom>
              <a:avLst/>
              <a:gdLst/>
              <a:ahLst/>
              <a:cxnLst/>
              <a:rect l="l" t="t" r="r" b="b"/>
              <a:pathLst>
                <a:path w="3965" h="623" extrusionOk="0">
                  <a:moveTo>
                    <a:pt x="571" y="1"/>
                  </a:moveTo>
                  <a:lnTo>
                    <a:pt x="0" y="6"/>
                  </a:lnTo>
                  <a:lnTo>
                    <a:pt x="391" y="92"/>
                  </a:lnTo>
                  <a:lnTo>
                    <a:pt x="811" y="174"/>
                  </a:lnTo>
                  <a:lnTo>
                    <a:pt x="1262" y="256"/>
                  </a:lnTo>
                  <a:lnTo>
                    <a:pt x="1742" y="332"/>
                  </a:lnTo>
                  <a:lnTo>
                    <a:pt x="2253" y="409"/>
                  </a:lnTo>
                  <a:lnTo>
                    <a:pt x="2794" y="485"/>
                  </a:lnTo>
                  <a:lnTo>
                    <a:pt x="3334" y="557"/>
                  </a:lnTo>
                  <a:lnTo>
                    <a:pt x="3935" y="623"/>
                  </a:lnTo>
                  <a:lnTo>
                    <a:pt x="3965" y="562"/>
                  </a:lnTo>
                  <a:lnTo>
                    <a:pt x="3935" y="490"/>
                  </a:lnTo>
                  <a:lnTo>
                    <a:pt x="3875" y="404"/>
                  </a:lnTo>
                  <a:lnTo>
                    <a:pt x="3815" y="358"/>
                  </a:lnTo>
                  <a:lnTo>
                    <a:pt x="3725" y="312"/>
                  </a:lnTo>
                  <a:lnTo>
                    <a:pt x="3604" y="266"/>
                  </a:lnTo>
                  <a:lnTo>
                    <a:pt x="3454" y="220"/>
                  </a:lnTo>
                  <a:lnTo>
                    <a:pt x="3274" y="179"/>
                  </a:lnTo>
                  <a:lnTo>
                    <a:pt x="3064" y="138"/>
                  </a:lnTo>
                  <a:lnTo>
                    <a:pt x="2794" y="103"/>
                  </a:lnTo>
                  <a:lnTo>
                    <a:pt x="2463" y="72"/>
                  </a:lnTo>
                  <a:lnTo>
                    <a:pt x="2103" y="41"/>
                  </a:lnTo>
                  <a:lnTo>
                    <a:pt x="1682" y="21"/>
                  </a:lnTo>
                  <a:lnTo>
                    <a:pt x="1202" y="11"/>
                  </a:lnTo>
                  <a:lnTo>
                    <a:pt x="691" y="1"/>
                  </a:lnTo>
                  <a:close/>
                </a:path>
              </a:pathLst>
            </a:custGeom>
            <a:solidFill>
              <a:srgbClr val="4E1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6"/>
            <p:cNvSpPr/>
            <p:nvPr/>
          </p:nvSpPr>
          <p:spPr>
            <a:xfrm flipH="1">
              <a:off x="3714859" y="2575250"/>
              <a:ext cx="16812" cy="15575"/>
            </a:xfrm>
            <a:custGeom>
              <a:avLst/>
              <a:gdLst/>
              <a:ahLst/>
              <a:cxnLst/>
              <a:rect l="l" t="t" r="r" b="b"/>
              <a:pathLst>
                <a:path w="3965" h="623" fill="none" extrusionOk="0">
                  <a:moveTo>
                    <a:pt x="571" y="1"/>
                  </a:moveTo>
                  <a:lnTo>
                    <a:pt x="571" y="1"/>
                  </a:lnTo>
                  <a:lnTo>
                    <a:pt x="691" y="1"/>
                  </a:lnTo>
                  <a:lnTo>
                    <a:pt x="691" y="1"/>
                  </a:lnTo>
                  <a:lnTo>
                    <a:pt x="1202" y="11"/>
                  </a:lnTo>
                  <a:lnTo>
                    <a:pt x="1682" y="21"/>
                  </a:lnTo>
                  <a:lnTo>
                    <a:pt x="2103" y="41"/>
                  </a:lnTo>
                  <a:lnTo>
                    <a:pt x="2463" y="72"/>
                  </a:lnTo>
                  <a:lnTo>
                    <a:pt x="2794" y="103"/>
                  </a:lnTo>
                  <a:lnTo>
                    <a:pt x="3064" y="138"/>
                  </a:lnTo>
                  <a:lnTo>
                    <a:pt x="3274" y="179"/>
                  </a:lnTo>
                  <a:lnTo>
                    <a:pt x="3454" y="220"/>
                  </a:lnTo>
                  <a:lnTo>
                    <a:pt x="3604" y="266"/>
                  </a:lnTo>
                  <a:lnTo>
                    <a:pt x="3725" y="312"/>
                  </a:lnTo>
                  <a:lnTo>
                    <a:pt x="3815" y="358"/>
                  </a:lnTo>
                  <a:lnTo>
                    <a:pt x="3875" y="404"/>
                  </a:lnTo>
                  <a:lnTo>
                    <a:pt x="3935" y="490"/>
                  </a:lnTo>
                  <a:lnTo>
                    <a:pt x="3965" y="562"/>
                  </a:lnTo>
                  <a:lnTo>
                    <a:pt x="3965" y="562"/>
                  </a:lnTo>
                  <a:lnTo>
                    <a:pt x="3935" y="623"/>
                  </a:lnTo>
                  <a:lnTo>
                    <a:pt x="3935" y="623"/>
                  </a:lnTo>
                  <a:lnTo>
                    <a:pt x="3334" y="557"/>
                  </a:lnTo>
                  <a:lnTo>
                    <a:pt x="2794" y="485"/>
                  </a:lnTo>
                  <a:lnTo>
                    <a:pt x="2253" y="409"/>
                  </a:lnTo>
                  <a:lnTo>
                    <a:pt x="1742" y="332"/>
                  </a:lnTo>
                  <a:lnTo>
                    <a:pt x="1262" y="256"/>
                  </a:lnTo>
                  <a:lnTo>
                    <a:pt x="811" y="174"/>
                  </a:lnTo>
                  <a:lnTo>
                    <a:pt x="391" y="92"/>
                  </a:lnTo>
                  <a:lnTo>
                    <a:pt x="0" y="6"/>
                  </a:lnTo>
                  <a:lnTo>
                    <a:pt x="0" y="6"/>
                  </a:lnTo>
                  <a:lnTo>
                    <a:pt x="57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6"/>
            <p:cNvSpPr/>
            <p:nvPr/>
          </p:nvSpPr>
          <p:spPr>
            <a:xfrm flipH="1">
              <a:off x="3725938" y="2585575"/>
              <a:ext cx="7009" cy="6400"/>
            </a:xfrm>
            <a:custGeom>
              <a:avLst/>
              <a:gdLst/>
              <a:ahLst/>
              <a:cxnLst/>
              <a:rect l="l" t="t" r="r" b="b"/>
              <a:pathLst>
                <a:path w="1653" h="256" extrusionOk="0">
                  <a:moveTo>
                    <a:pt x="181" y="1"/>
                  </a:moveTo>
                  <a:lnTo>
                    <a:pt x="91" y="26"/>
                  </a:lnTo>
                  <a:lnTo>
                    <a:pt x="31" y="52"/>
                  </a:lnTo>
                  <a:lnTo>
                    <a:pt x="1" y="77"/>
                  </a:lnTo>
                  <a:lnTo>
                    <a:pt x="1" y="98"/>
                  </a:lnTo>
                  <a:lnTo>
                    <a:pt x="31" y="144"/>
                  </a:lnTo>
                  <a:lnTo>
                    <a:pt x="121" y="184"/>
                  </a:lnTo>
                  <a:lnTo>
                    <a:pt x="301" y="220"/>
                  </a:lnTo>
                  <a:lnTo>
                    <a:pt x="512" y="256"/>
                  </a:lnTo>
                  <a:lnTo>
                    <a:pt x="752" y="230"/>
                  </a:lnTo>
                  <a:lnTo>
                    <a:pt x="782" y="225"/>
                  </a:lnTo>
                  <a:lnTo>
                    <a:pt x="812" y="215"/>
                  </a:lnTo>
                  <a:lnTo>
                    <a:pt x="782" y="210"/>
                  </a:lnTo>
                  <a:lnTo>
                    <a:pt x="752" y="200"/>
                  </a:lnTo>
                  <a:lnTo>
                    <a:pt x="722" y="190"/>
                  </a:lnTo>
                  <a:lnTo>
                    <a:pt x="662" y="174"/>
                  </a:lnTo>
                  <a:lnTo>
                    <a:pt x="602" y="154"/>
                  </a:lnTo>
                  <a:lnTo>
                    <a:pt x="572" y="128"/>
                  </a:lnTo>
                  <a:lnTo>
                    <a:pt x="602" y="98"/>
                  </a:lnTo>
                  <a:lnTo>
                    <a:pt x="692" y="62"/>
                  </a:lnTo>
                  <a:lnTo>
                    <a:pt x="722" y="47"/>
                  </a:lnTo>
                  <a:lnTo>
                    <a:pt x="692" y="37"/>
                  </a:lnTo>
                  <a:lnTo>
                    <a:pt x="632" y="26"/>
                  </a:lnTo>
                  <a:lnTo>
                    <a:pt x="181" y="1"/>
                  </a:lnTo>
                  <a:close/>
                  <a:moveTo>
                    <a:pt x="1022" y="1"/>
                  </a:moveTo>
                  <a:lnTo>
                    <a:pt x="962" y="26"/>
                  </a:lnTo>
                  <a:lnTo>
                    <a:pt x="902" y="52"/>
                  </a:lnTo>
                  <a:lnTo>
                    <a:pt x="842" y="77"/>
                  </a:lnTo>
                  <a:lnTo>
                    <a:pt x="842" y="98"/>
                  </a:lnTo>
                  <a:lnTo>
                    <a:pt x="872" y="144"/>
                  </a:lnTo>
                  <a:lnTo>
                    <a:pt x="962" y="184"/>
                  </a:lnTo>
                  <a:lnTo>
                    <a:pt x="1142" y="220"/>
                  </a:lnTo>
                  <a:lnTo>
                    <a:pt x="1352" y="256"/>
                  </a:lnTo>
                  <a:lnTo>
                    <a:pt x="1593" y="230"/>
                  </a:lnTo>
                  <a:lnTo>
                    <a:pt x="1623" y="225"/>
                  </a:lnTo>
                  <a:lnTo>
                    <a:pt x="1653" y="215"/>
                  </a:lnTo>
                  <a:lnTo>
                    <a:pt x="1653" y="210"/>
                  </a:lnTo>
                  <a:lnTo>
                    <a:pt x="1623" y="200"/>
                  </a:lnTo>
                  <a:lnTo>
                    <a:pt x="1563" y="190"/>
                  </a:lnTo>
                  <a:lnTo>
                    <a:pt x="1503" y="174"/>
                  </a:lnTo>
                  <a:lnTo>
                    <a:pt x="1443" y="154"/>
                  </a:lnTo>
                  <a:lnTo>
                    <a:pt x="1413" y="128"/>
                  </a:lnTo>
                  <a:lnTo>
                    <a:pt x="1443" y="98"/>
                  </a:lnTo>
                  <a:lnTo>
                    <a:pt x="1563" y="62"/>
                  </a:lnTo>
                  <a:lnTo>
                    <a:pt x="1563" y="47"/>
                  </a:lnTo>
                  <a:lnTo>
                    <a:pt x="1533" y="37"/>
                  </a:lnTo>
                  <a:lnTo>
                    <a:pt x="1473" y="26"/>
                  </a:lnTo>
                  <a:lnTo>
                    <a:pt x="10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6"/>
            <p:cNvSpPr/>
            <p:nvPr/>
          </p:nvSpPr>
          <p:spPr>
            <a:xfrm flipH="1">
              <a:off x="3589932" y="2431550"/>
              <a:ext cx="28018" cy="25900"/>
            </a:xfrm>
            <a:custGeom>
              <a:avLst/>
              <a:gdLst/>
              <a:ahLst/>
              <a:cxnLst/>
              <a:rect l="l" t="t" r="r" b="b"/>
              <a:pathLst>
                <a:path w="6608" h="1036" extrusionOk="0">
                  <a:moveTo>
                    <a:pt x="2884" y="0"/>
                  </a:moveTo>
                  <a:lnTo>
                    <a:pt x="2493" y="16"/>
                  </a:lnTo>
                  <a:lnTo>
                    <a:pt x="2103" y="31"/>
                  </a:lnTo>
                  <a:lnTo>
                    <a:pt x="1772" y="56"/>
                  </a:lnTo>
                  <a:lnTo>
                    <a:pt x="1472" y="82"/>
                  </a:lnTo>
                  <a:lnTo>
                    <a:pt x="1202" y="112"/>
                  </a:lnTo>
                  <a:lnTo>
                    <a:pt x="961" y="153"/>
                  </a:lnTo>
                  <a:lnTo>
                    <a:pt x="751" y="189"/>
                  </a:lnTo>
                  <a:lnTo>
                    <a:pt x="571" y="230"/>
                  </a:lnTo>
                  <a:lnTo>
                    <a:pt x="421" y="276"/>
                  </a:lnTo>
                  <a:lnTo>
                    <a:pt x="301" y="316"/>
                  </a:lnTo>
                  <a:lnTo>
                    <a:pt x="180" y="362"/>
                  </a:lnTo>
                  <a:lnTo>
                    <a:pt x="120" y="403"/>
                  </a:lnTo>
                  <a:lnTo>
                    <a:pt x="60" y="444"/>
                  </a:lnTo>
                  <a:lnTo>
                    <a:pt x="30" y="485"/>
                  </a:lnTo>
                  <a:lnTo>
                    <a:pt x="0" y="521"/>
                  </a:lnTo>
                  <a:lnTo>
                    <a:pt x="0" y="531"/>
                  </a:lnTo>
                  <a:lnTo>
                    <a:pt x="751" y="582"/>
                  </a:lnTo>
                  <a:lnTo>
                    <a:pt x="1442" y="638"/>
                  </a:lnTo>
                  <a:lnTo>
                    <a:pt x="2073" y="699"/>
                  </a:lnTo>
                  <a:lnTo>
                    <a:pt x="2703" y="760"/>
                  </a:lnTo>
                  <a:lnTo>
                    <a:pt x="3304" y="827"/>
                  </a:lnTo>
                  <a:lnTo>
                    <a:pt x="3845" y="893"/>
                  </a:lnTo>
                  <a:lnTo>
                    <a:pt x="4355" y="964"/>
                  </a:lnTo>
                  <a:lnTo>
                    <a:pt x="4866" y="1036"/>
                  </a:lnTo>
                  <a:lnTo>
                    <a:pt x="5136" y="1015"/>
                  </a:lnTo>
                  <a:lnTo>
                    <a:pt x="5407" y="990"/>
                  </a:lnTo>
                  <a:lnTo>
                    <a:pt x="5617" y="959"/>
                  </a:lnTo>
                  <a:lnTo>
                    <a:pt x="5827" y="923"/>
                  </a:lnTo>
                  <a:lnTo>
                    <a:pt x="5977" y="888"/>
                  </a:lnTo>
                  <a:lnTo>
                    <a:pt x="6127" y="852"/>
                  </a:lnTo>
                  <a:lnTo>
                    <a:pt x="6247" y="811"/>
                  </a:lnTo>
                  <a:lnTo>
                    <a:pt x="6368" y="770"/>
                  </a:lnTo>
                  <a:lnTo>
                    <a:pt x="6428" y="730"/>
                  </a:lnTo>
                  <a:lnTo>
                    <a:pt x="6518" y="689"/>
                  </a:lnTo>
                  <a:lnTo>
                    <a:pt x="6578" y="607"/>
                  </a:lnTo>
                  <a:lnTo>
                    <a:pt x="6608" y="531"/>
                  </a:lnTo>
                  <a:lnTo>
                    <a:pt x="6578" y="469"/>
                  </a:lnTo>
                  <a:lnTo>
                    <a:pt x="6518" y="393"/>
                  </a:lnTo>
                  <a:lnTo>
                    <a:pt x="6398" y="311"/>
                  </a:lnTo>
                  <a:lnTo>
                    <a:pt x="6338" y="276"/>
                  </a:lnTo>
                  <a:lnTo>
                    <a:pt x="6217" y="235"/>
                  </a:lnTo>
                  <a:lnTo>
                    <a:pt x="6097" y="199"/>
                  </a:lnTo>
                  <a:lnTo>
                    <a:pt x="5947" y="163"/>
                  </a:lnTo>
                  <a:lnTo>
                    <a:pt x="5767" y="133"/>
                  </a:lnTo>
                  <a:lnTo>
                    <a:pt x="5557" y="102"/>
                  </a:lnTo>
                  <a:lnTo>
                    <a:pt x="5316" y="72"/>
                  </a:lnTo>
                  <a:lnTo>
                    <a:pt x="5046" y="51"/>
                  </a:lnTo>
                  <a:lnTo>
                    <a:pt x="4716" y="31"/>
                  </a:lnTo>
                  <a:lnTo>
                    <a:pt x="4355" y="16"/>
                  </a:lnTo>
                  <a:lnTo>
                    <a:pt x="3935" y="5"/>
                  </a:lnTo>
                  <a:lnTo>
                    <a:pt x="3484" y="0"/>
                  </a:lnTo>
                  <a:close/>
                </a:path>
              </a:pathLst>
            </a:custGeom>
            <a:solidFill>
              <a:srgbClr val="7091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6"/>
            <p:cNvSpPr/>
            <p:nvPr/>
          </p:nvSpPr>
          <p:spPr>
            <a:xfrm flipH="1">
              <a:off x="3589932" y="2431550"/>
              <a:ext cx="28018" cy="25900"/>
            </a:xfrm>
            <a:custGeom>
              <a:avLst/>
              <a:gdLst/>
              <a:ahLst/>
              <a:cxnLst/>
              <a:rect l="l" t="t" r="r" b="b"/>
              <a:pathLst>
                <a:path w="6608" h="1036" fill="none" extrusionOk="0">
                  <a:moveTo>
                    <a:pt x="3334" y="0"/>
                  </a:moveTo>
                  <a:lnTo>
                    <a:pt x="3334" y="0"/>
                  </a:lnTo>
                  <a:lnTo>
                    <a:pt x="3484" y="0"/>
                  </a:lnTo>
                  <a:lnTo>
                    <a:pt x="3484" y="0"/>
                  </a:lnTo>
                  <a:lnTo>
                    <a:pt x="3935" y="5"/>
                  </a:lnTo>
                  <a:lnTo>
                    <a:pt x="4355" y="16"/>
                  </a:lnTo>
                  <a:lnTo>
                    <a:pt x="4716" y="31"/>
                  </a:lnTo>
                  <a:lnTo>
                    <a:pt x="5046" y="51"/>
                  </a:lnTo>
                  <a:lnTo>
                    <a:pt x="5316" y="72"/>
                  </a:lnTo>
                  <a:lnTo>
                    <a:pt x="5557" y="102"/>
                  </a:lnTo>
                  <a:lnTo>
                    <a:pt x="5767" y="133"/>
                  </a:lnTo>
                  <a:lnTo>
                    <a:pt x="5947" y="163"/>
                  </a:lnTo>
                  <a:lnTo>
                    <a:pt x="6097" y="199"/>
                  </a:lnTo>
                  <a:lnTo>
                    <a:pt x="6217" y="235"/>
                  </a:lnTo>
                  <a:lnTo>
                    <a:pt x="6338" y="276"/>
                  </a:lnTo>
                  <a:lnTo>
                    <a:pt x="6398" y="311"/>
                  </a:lnTo>
                  <a:lnTo>
                    <a:pt x="6518" y="393"/>
                  </a:lnTo>
                  <a:lnTo>
                    <a:pt x="6578" y="469"/>
                  </a:lnTo>
                  <a:lnTo>
                    <a:pt x="6578" y="469"/>
                  </a:lnTo>
                  <a:lnTo>
                    <a:pt x="6608" y="531"/>
                  </a:lnTo>
                  <a:lnTo>
                    <a:pt x="6578" y="607"/>
                  </a:lnTo>
                  <a:lnTo>
                    <a:pt x="6518" y="689"/>
                  </a:lnTo>
                  <a:lnTo>
                    <a:pt x="6428" y="730"/>
                  </a:lnTo>
                  <a:lnTo>
                    <a:pt x="6368" y="770"/>
                  </a:lnTo>
                  <a:lnTo>
                    <a:pt x="6247" y="811"/>
                  </a:lnTo>
                  <a:lnTo>
                    <a:pt x="6127" y="852"/>
                  </a:lnTo>
                  <a:lnTo>
                    <a:pt x="5977" y="888"/>
                  </a:lnTo>
                  <a:lnTo>
                    <a:pt x="5827" y="923"/>
                  </a:lnTo>
                  <a:lnTo>
                    <a:pt x="5617" y="959"/>
                  </a:lnTo>
                  <a:lnTo>
                    <a:pt x="5407" y="990"/>
                  </a:lnTo>
                  <a:lnTo>
                    <a:pt x="5136" y="1015"/>
                  </a:lnTo>
                  <a:lnTo>
                    <a:pt x="4866" y="1036"/>
                  </a:lnTo>
                  <a:lnTo>
                    <a:pt x="4866" y="1036"/>
                  </a:lnTo>
                  <a:lnTo>
                    <a:pt x="4355" y="964"/>
                  </a:lnTo>
                  <a:lnTo>
                    <a:pt x="3845" y="893"/>
                  </a:lnTo>
                  <a:lnTo>
                    <a:pt x="3304" y="827"/>
                  </a:lnTo>
                  <a:lnTo>
                    <a:pt x="2703" y="760"/>
                  </a:lnTo>
                  <a:lnTo>
                    <a:pt x="2073" y="699"/>
                  </a:lnTo>
                  <a:lnTo>
                    <a:pt x="1442" y="638"/>
                  </a:lnTo>
                  <a:lnTo>
                    <a:pt x="751" y="582"/>
                  </a:lnTo>
                  <a:lnTo>
                    <a:pt x="0" y="531"/>
                  </a:lnTo>
                  <a:lnTo>
                    <a:pt x="0" y="531"/>
                  </a:lnTo>
                  <a:lnTo>
                    <a:pt x="0" y="521"/>
                  </a:lnTo>
                  <a:lnTo>
                    <a:pt x="0" y="521"/>
                  </a:lnTo>
                  <a:lnTo>
                    <a:pt x="30" y="485"/>
                  </a:lnTo>
                  <a:lnTo>
                    <a:pt x="60" y="444"/>
                  </a:lnTo>
                  <a:lnTo>
                    <a:pt x="120" y="403"/>
                  </a:lnTo>
                  <a:lnTo>
                    <a:pt x="180" y="362"/>
                  </a:lnTo>
                  <a:lnTo>
                    <a:pt x="301" y="316"/>
                  </a:lnTo>
                  <a:lnTo>
                    <a:pt x="421" y="276"/>
                  </a:lnTo>
                  <a:lnTo>
                    <a:pt x="571" y="230"/>
                  </a:lnTo>
                  <a:lnTo>
                    <a:pt x="751" y="189"/>
                  </a:lnTo>
                  <a:lnTo>
                    <a:pt x="961" y="153"/>
                  </a:lnTo>
                  <a:lnTo>
                    <a:pt x="1202" y="112"/>
                  </a:lnTo>
                  <a:lnTo>
                    <a:pt x="1472" y="82"/>
                  </a:lnTo>
                  <a:lnTo>
                    <a:pt x="1772" y="56"/>
                  </a:lnTo>
                  <a:lnTo>
                    <a:pt x="2103" y="31"/>
                  </a:lnTo>
                  <a:lnTo>
                    <a:pt x="2493" y="16"/>
                  </a:lnTo>
                  <a:lnTo>
                    <a:pt x="2884" y="0"/>
                  </a:lnTo>
                  <a:lnTo>
                    <a:pt x="333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6"/>
            <p:cNvSpPr/>
            <p:nvPr/>
          </p:nvSpPr>
          <p:spPr>
            <a:xfrm flipH="1">
              <a:off x="3597318" y="2444800"/>
              <a:ext cx="20632" cy="13800"/>
            </a:xfrm>
            <a:custGeom>
              <a:avLst/>
              <a:gdLst/>
              <a:ahLst/>
              <a:cxnLst/>
              <a:rect l="l" t="t" r="r" b="b"/>
              <a:pathLst>
                <a:path w="4866" h="552" extrusionOk="0">
                  <a:moveTo>
                    <a:pt x="0" y="1"/>
                  </a:moveTo>
                  <a:lnTo>
                    <a:pt x="30" y="77"/>
                  </a:lnTo>
                  <a:lnTo>
                    <a:pt x="120" y="159"/>
                  </a:lnTo>
                  <a:lnTo>
                    <a:pt x="180" y="205"/>
                  </a:lnTo>
                  <a:lnTo>
                    <a:pt x="271" y="251"/>
                  </a:lnTo>
                  <a:lnTo>
                    <a:pt x="391" y="297"/>
                  </a:lnTo>
                  <a:lnTo>
                    <a:pt x="541" y="337"/>
                  </a:lnTo>
                  <a:lnTo>
                    <a:pt x="721" y="378"/>
                  </a:lnTo>
                  <a:lnTo>
                    <a:pt x="961" y="419"/>
                  </a:lnTo>
                  <a:lnTo>
                    <a:pt x="1232" y="455"/>
                  </a:lnTo>
                  <a:lnTo>
                    <a:pt x="1532" y="485"/>
                  </a:lnTo>
                  <a:lnTo>
                    <a:pt x="1892" y="511"/>
                  </a:lnTo>
                  <a:lnTo>
                    <a:pt x="2313" y="531"/>
                  </a:lnTo>
                  <a:lnTo>
                    <a:pt x="2763" y="546"/>
                  </a:lnTo>
                  <a:lnTo>
                    <a:pt x="3304" y="552"/>
                  </a:lnTo>
                  <a:lnTo>
                    <a:pt x="3424" y="552"/>
                  </a:lnTo>
                  <a:lnTo>
                    <a:pt x="3815" y="546"/>
                  </a:lnTo>
                  <a:lnTo>
                    <a:pt x="4205" y="541"/>
                  </a:lnTo>
                  <a:lnTo>
                    <a:pt x="4535" y="526"/>
                  </a:lnTo>
                  <a:lnTo>
                    <a:pt x="4866" y="506"/>
                  </a:lnTo>
                  <a:lnTo>
                    <a:pt x="4355" y="434"/>
                  </a:lnTo>
                  <a:lnTo>
                    <a:pt x="3845" y="363"/>
                  </a:lnTo>
                  <a:lnTo>
                    <a:pt x="3304" y="297"/>
                  </a:lnTo>
                  <a:lnTo>
                    <a:pt x="2703" y="230"/>
                  </a:lnTo>
                  <a:lnTo>
                    <a:pt x="2073" y="169"/>
                  </a:lnTo>
                  <a:lnTo>
                    <a:pt x="1442" y="108"/>
                  </a:lnTo>
                  <a:lnTo>
                    <a:pt x="751" y="52"/>
                  </a:lnTo>
                  <a:lnTo>
                    <a:pt x="0" y="1"/>
                  </a:lnTo>
                  <a:close/>
                </a:path>
              </a:pathLst>
            </a:custGeom>
            <a:solidFill>
              <a:srgbClr val="3F3D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56"/>
            <p:cNvSpPr/>
            <p:nvPr/>
          </p:nvSpPr>
          <p:spPr>
            <a:xfrm flipH="1">
              <a:off x="3597318" y="2444800"/>
              <a:ext cx="20632" cy="13800"/>
            </a:xfrm>
            <a:custGeom>
              <a:avLst/>
              <a:gdLst/>
              <a:ahLst/>
              <a:cxnLst/>
              <a:rect l="l" t="t" r="r" b="b"/>
              <a:pathLst>
                <a:path w="4866" h="552" fill="none" extrusionOk="0">
                  <a:moveTo>
                    <a:pt x="0" y="1"/>
                  </a:moveTo>
                  <a:lnTo>
                    <a:pt x="0" y="1"/>
                  </a:lnTo>
                  <a:lnTo>
                    <a:pt x="751" y="52"/>
                  </a:lnTo>
                  <a:lnTo>
                    <a:pt x="1442" y="108"/>
                  </a:lnTo>
                  <a:lnTo>
                    <a:pt x="2073" y="169"/>
                  </a:lnTo>
                  <a:lnTo>
                    <a:pt x="2703" y="230"/>
                  </a:lnTo>
                  <a:lnTo>
                    <a:pt x="3304" y="297"/>
                  </a:lnTo>
                  <a:lnTo>
                    <a:pt x="3845" y="363"/>
                  </a:lnTo>
                  <a:lnTo>
                    <a:pt x="4355" y="434"/>
                  </a:lnTo>
                  <a:lnTo>
                    <a:pt x="4866" y="506"/>
                  </a:lnTo>
                  <a:lnTo>
                    <a:pt x="4866" y="506"/>
                  </a:lnTo>
                  <a:lnTo>
                    <a:pt x="4535" y="526"/>
                  </a:lnTo>
                  <a:lnTo>
                    <a:pt x="4205" y="541"/>
                  </a:lnTo>
                  <a:lnTo>
                    <a:pt x="3815" y="546"/>
                  </a:lnTo>
                  <a:lnTo>
                    <a:pt x="3424" y="552"/>
                  </a:lnTo>
                  <a:lnTo>
                    <a:pt x="3424" y="552"/>
                  </a:lnTo>
                  <a:lnTo>
                    <a:pt x="3304" y="552"/>
                  </a:lnTo>
                  <a:lnTo>
                    <a:pt x="3304" y="552"/>
                  </a:lnTo>
                  <a:lnTo>
                    <a:pt x="2763" y="546"/>
                  </a:lnTo>
                  <a:lnTo>
                    <a:pt x="2313" y="531"/>
                  </a:lnTo>
                  <a:lnTo>
                    <a:pt x="1892" y="511"/>
                  </a:lnTo>
                  <a:lnTo>
                    <a:pt x="1532" y="485"/>
                  </a:lnTo>
                  <a:lnTo>
                    <a:pt x="1232" y="455"/>
                  </a:lnTo>
                  <a:lnTo>
                    <a:pt x="961" y="419"/>
                  </a:lnTo>
                  <a:lnTo>
                    <a:pt x="721" y="378"/>
                  </a:lnTo>
                  <a:lnTo>
                    <a:pt x="541" y="337"/>
                  </a:lnTo>
                  <a:lnTo>
                    <a:pt x="391" y="297"/>
                  </a:lnTo>
                  <a:lnTo>
                    <a:pt x="271" y="251"/>
                  </a:lnTo>
                  <a:lnTo>
                    <a:pt x="180" y="205"/>
                  </a:lnTo>
                  <a:lnTo>
                    <a:pt x="120" y="159"/>
                  </a:lnTo>
                  <a:lnTo>
                    <a:pt x="30" y="77"/>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56"/>
            <p:cNvSpPr/>
            <p:nvPr/>
          </p:nvSpPr>
          <p:spPr>
            <a:xfrm flipH="1">
              <a:off x="3599862" y="2441875"/>
              <a:ext cx="7009" cy="6400"/>
            </a:xfrm>
            <a:custGeom>
              <a:avLst/>
              <a:gdLst/>
              <a:ahLst/>
              <a:cxnLst/>
              <a:rect l="l" t="t" r="r" b="b"/>
              <a:pathLst>
                <a:path w="1653" h="256" extrusionOk="0">
                  <a:moveTo>
                    <a:pt x="301" y="0"/>
                  </a:moveTo>
                  <a:lnTo>
                    <a:pt x="60" y="26"/>
                  </a:lnTo>
                  <a:lnTo>
                    <a:pt x="30" y="31"/>
                  </a:lnTo>
                  <a:lnTo>
                    <a:pt x="0" y="41"/>
                  </a:lnTo>
                  <a:lnTo>
                    <a:pt x="30" y="46"/>
                  </a:lnTo>
                  <a:lnTo>
                    <a:pt x="60" y="56"/>
                  </a:lnTo>
                  <a:lnTo>
                    <a:pt x="120" y="67"/>
                  </a:lnTo>
                  <a:lnTo>
                    <a:pt x="180" y="82"/>
                  </a:lnTo>
                  <a:lnTo>
                    <a:pt x="211" y="102"/>
                  </a:lnTo>
                  <a:lnTo>
                    <a:pt x="241" y="128"/>
                  </a:lnTo>
                  <a:lnTo>
                    <a:pt x="211" y="159"/>
                  </a:lnTo>
                  <a:lnTo>
                    <a:pt x="120" y="194"/>
                  </a:lnTo>
                  <a:lnTo>
                    <a:pt x="90" y="210"/>
                  </a:lnTo>
                  <a:lnTo>
                    <a:pt x="120" y="220"/>
                  </a:lnTo>
                  <a:lnTo>
                    <a:pt x="180" y="230"/>
                  </a:lnTo>
                  <a:lnTo>
                    <a:pt x="631" y="255"/>
                  </a:lnTo>
                  <a:lnTo>
                    <a:pt x="721" y="230"/>
                  </a:lnTo>
                  <a:lnTo>
                    <a:pt x="781" y="204"/>
                  </a:lnTo>
                  <a:lnTo>
                    <a:pt x="811" y="184"/>
                  </a:lnTo>
                  <a:lnTo>
                    <a:pt x="811" y="159"/>
                  </a:lnTo>
                  <a:lnTo>
                    <a:pt x="781" y="113"/>
                  </a:lnTo>
                  <a:lnTo>
                    <a:pt x="691" y="77"/>
                  </a:lnTo>
                  <a:lnTo>
                    <a:pt x="511" y="36"/>
                  </a:lnTo>
                  <a:lnTo>
                    <a:pt x="301" y="0"/>
                  </a:lnTo>
                  <a:close/>
                  <a:moveTo>
                    <a:pt x="1142" y="0"/>
                  </a:moveTo>
                  <a:lnTo>
                    <a:pt x="901" y="26"/>
                  </a:lnTo>
                  <a:lnTo>
                    <a:pt x="871" y="31"/>
                  </a:lnTo>
                  <a:lnTo>
                    <a:pt x="841" y="41"/>
                  </a:lnTo>
                  <a:lnTo>
                    <a:pt x="871" y="46"/>
                  </a:lnTo>
                  <a:lnTo>
                    <a:pt x="901" y="56"/>
                  </a:lnTo>
                  <a:lnTo>
                    <a:pt x="961" y="67"/>
                  </a:lnTo>
                  <a:lnTo>
                    <a:pt x="1021" y="82"/>
                  </a:lnTo>
                  <a:lnTo>
                    <a:pt x="1051" y="102"/>
                  </a:lnTo>
                  <a:lnTo>
                    <a:pt x="1082" y="128"/>
                  </a:lnTo>
                  <a:lnTo>
                    <a:pt x="1051" y="159"/>
                  </a:lnTo>
                  <a:lnTo>
                    <a:pt x="961" y="194"/>
                  </a:lnTo>
                  <a:lnTo>
                    <a:pt x="931" y="210"/>
                  </a:lnTo>
                  <a:lnTo>
                    <a:pt x="961" y="220"/>
                  </a:lnTo>
                  <a:lnTo>
                    <a:pt x="1021" y="230"/>
                  </a:lnTo>
                  <a:lnTo>
                    <a:pt x="1472" y="255"/>
                  </a:lnTo>
                  <a:lnTo>
                    <a:pt x="1562" y="230"/>
                  </a:lnTo>
                  <a:lnTo>
                    <a:pt x="1622" y="204"/>
                  </a:lnTo>
                  <a:lnTo>
                    <a:pt x="1652" y="184"/>
                  </a:lnTo>
                  <a:lnTo>
                    <a:pt x="1652" y="159"/>
                  </a:lnTo>
                  <a:lnTo>
                    <a:pt x="1622" y="113"/>
                  </a:lnTo>
                  <a:lnTo>
                    <a:pt x="1532" y="77"/>
                  </a:lnTo>
                  <a:lnTo>
                    <a:pt x="1352" y="36"/>
                  </a:lnTo>
                  <a:lnTo>
                    <a:pt x="114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2" name="Google Shape;1072;p56"/>
          <p:cNvSpPr txBox="1">
            <a:spLocks noGrp="1"/>
          </p:cNvSpPr>
          <p:nvPr>
            <p:ph type="title"/>
          </p:nvPr>
        </p:nvSpPr>
        <p:spPr>
          <a:xfrm>
            <a:off x="457200" y="1540025"/>
            <a:ext cx="18885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1073" name="Google Shape;1073;p56"/>
          <p:cNvSpPr txBox="1">
            <a:spLocks noGrp="1"/>
          </p:cNvSpPr>
          <p:nvPr>
            <p:ph type="subTitle" idx="1"/>
          </p:nvPr>
        </p:nvSpPr>
        <p:spPr>
          <a:xfrm>
            <a:off x="457200" y="2009350"/>
            <a:ext cx="2001000" cy="837300"/>
          </a:xfrm>
          <a:prstGeom prst="rect">
            <a:avLst/>
          </a:prstGeom>
        </p:spPr>
        <p:txBody>
          <a:bodyPr spcFirstLastPara="1" wrap="square" lIns="0" tIns="0" rIns="0" bIns="0" anchor="t" anchorCtr="0">
            <a:noAutofit/>
          </a:bodyPr>
          <a:lstStyle>
            <a:lvl1pPr lvl="0" rtl="0">
              <a:spcBef>
                <a:spcPts val="0"/>
              </a:spcBef>
              <a:spcAft>
                <a:spcPts val="0"/>
              </a:spcAft>
              <a:buSzPts val="1400"/>
              <a:buNone/>
              <a:defRPr sz="1400"/>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074" name="Google Shape;1074;p56"/>
          <p:cNvSpPr txBox="1">
            <a:spLocks noGrp="1"/>
          </p:cNvSpPr>
          <p:nvPr>
            <p:ph type="title" idx="2"/>
          </p:nvPr>
        </p:nvSpPr>
        <p:spPr>
          <a:xfrm>
            <a:off x="3668025" y="1353175"/>
            <a:ext cx="2449200" cy="20664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075" name="Google Shape;1075;p56"/>
          <p:cNvSpPr txBox="1">
            <a:spLocks noGrp="1"/>
          </p:cNvSpPr>
          <p:nvPr>
            <p:ph type="title" idx="3"/>
          </p:nvPr>
        </p:nvSpPr>
        <p:spPr>
          <a:xfrm>
            <a:off x="3668025" y="3664850"/>
            <a:ext cx="24492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076" name="Google Shape;1076;p56"/>
          <p:cNvSpPr txBox="1">
            <a:spLocks noGrp="1"/>
          </p:cNvSpPr>
          <p:nvPr>
            <p:ph type="title" idx="4"/>
          </p:nvPr>
        </p:nvSpPr>
        <p:spPr>
          <a:xfrm>
            <a:off x="7007575" y="608525"/>
            <a:ext cx="1367700" cy="11778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077" name="Google Shape;1077;p56"/>
          <p:cNvSpPr txBox="1">
            <a:spLocks noGrp="1"/>
          </p:cNvSpPr>
          <p:nvPr>
            <p:ph type="title" idx="5"/>
          </p:nvPr>
        </p:nvSpPr>
        <p:spPr>
          <a:xfrm>
            <a:off x="7007575" y="1879325"/>
            <a:ext cx="1443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078" name="Google Shape;1078;p56"/>
          <p:cNvSpPr txBox="1">
            <a:spLocks noGrp="1"/>
          </p:cNvSpPr>
          <p:nvPr>
            <p:ph type="title" idx="6"/>
          </p:nvPr>
        </p:nvSpPr>
        <p:spPr>
          <a:xfrm>
            <a:off x="7236175" y="2938575"/>
            <a:ext cx="1139100" cy="7410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079" name="Google Shape;1079;p56"/>
          <p:cNvSpPr txBox="1">
            <a:spLocks noGrp="1"/>
          </p:cNvSpPr>
          <p:nvPr>
            <p:ph type="title" idx="7"/>
          </p:nvPr>
        </p:nvSpPr>
        <p:spPr>
          <a:xfrm>
            <a:off x="7236175" y="3772325"/>
            <a:ext cx="9711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080" name="Google Shape;1080;p56"/>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56"/>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56"/>
          <p:cNvSpPr txBox="1">
            <a:spLocks noGrp="1"/>
          </p:cNvSpPr>
          <p:nvPr>
            <p:ph type="subTitle" idx="8"/>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083" name="Google Shape;1083;p56"/>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Purple - Quote Left">
  <p:cSld name="CUSTOM_1_1_1">
    <p:spTree>
      <p:nvGrpSpPr>
        <p:cNvPr id="1" name="Shape 1084"/>
        <p:cNvGrpSpPr/>
        <p:nvPr/>
      </p:nvGrpSpPr>
      <p:grpSpPr>
        <a:xfrm>
          <a:off x="0" y="0"/>
          <a:ext cx="0" cy="0"/>
          <a:chOff x="0" y="0"/>
          <a:chExt cx="0" cy="0"/>
        </a:xfrm>
      </p:grpSpPr>
      <p:sp>
        <p:nvSpPr>
          <p:cNvPr id="1085" name="Google Shape;1085;p57"/>
          <p:cNvSpPr/>
          <p:nvPr/>
        </p:nvSpPr>
        <p:spPr>
          <a:xfrm flipH="1">
            <a:off x="780585" y="699292"/>
            <a:ext cx="2726332" cy="4199335"/>
          </a:xfrm>
          <a:custGeom>
            <a:avLst/>
            <a:gdLst/>
            <a:ahLst/>
            <a:cxnLst/>
            <a:rect l="l" t="t" r="r" b="b"/>
            <a:pathLst>
              <a:path w="61002" h="15936" extrusionOk="0">
                <a:moveTo>
                  <a:pt x="26251" y="1"/>
                </a:moveTo>
                <a:lnTo>
                  <a:pt x="24960" y="16"/>
                </a:lnTo>
                <a:lnTo>
                  <a:pt x="23668" y="36"/>
                </a:lnTo>
                <a:lnTo>
                  <a:pt x="22377" y="67"/>
                </a:lnTo>
                <a:lnTo>
                  <a:pt x="21115" y="108"/>
                </a:lnTo>
                <a:lnTo>
                  <a:pt x="19854" y="159"/>
                </a:lnTo>
                <a:lnTo>
                  <a:pt x="18622" y="215"/>
                </a:lnTo>
                <a:lnTo>
                  <a:pt x="17391" y="286"/>
                </a:lnTo>
                <a:lnTo>
                  <a:pt x="16189" y="363"/>
                </a:lnTo>
                <a:lnTo>
                  <a:pt x="14988" y="455"/>
                </a:lnTo>
                <a:lnTo>
                  <a:pt x="13817" y="552"/>
                </a:lnTo>
                <a:lnTo>
                  <a:pt x="12675" y="664"/>
                </a:lnTo>
                <a:lnTo>
                  <a:pt x="11564" y="786"/>
                </a:lnTo>
                <a:lnTo>
                  <a:pt x="10453" y="914"/>
                </a:lnTo>
                <a:lnTo>
                  <a:pt x="9402" y="1057"/>
                </a:lnTo>
                <a:lnTo>
                  <a:pt x="8891" y="1133"/>
                </a:lnTo>
                <a:lnTo>
                  <a:pt x="8350" y="1215"/>
                </a:lnTo>
                <a:lnTo>
                  <a:pt x="7960" y="1276"/>
                </a:lnTo>
                <a:lnTo>
                  <a:pt x="7570" y="1347"/>
                </a:lnTo>
                <a:lnTo>
                  <a:pt x="7209" y="1419"/>
                </a:lnTo>
                <a:lnTo>
                  <a:pt x="6819" y="1495"/>
                </a:lnTo>
                <a:lnTo>
                  <a:pt x="6458" y="1577"/>
                </a:lnTo>
                <a:lnTo>
                  <a:pt x="6098" y="1658"/>
                </a:lnTo>
                <a:lnTo>
                  <a:pt x="5377" y="1837"/>
                </a:lnTo>
                <a:lnTo>
                  <a:pt x="4716" y="2031"/>
                </a:lnTo>
                <a:lnTo>
                  <a:pt x="4055" y="2235"/>
                </a:lnTo>
                <a:lnTo>
                  <a:pt x="3455" y="2449"/>
                </a:lnTo>
                <a:lnTo>
                  <a:pt x="2884" y="2673"/>
                </a:lnTo>
                <a:lnTo>
                  <a:pt x="2344" y="2908"/>
                </a:lnTo>
                <a:lnTo>
                  <a:pt x="1863" y="3153"/>
                </a:lnTo>
                <a:lnTo>
                  <a:pt x="1442" y="3403"/>
                </a:lnTo>
                <a:lnTo>
                  <a:pt x="1052" y="3663"/>
                </a:lnTo>
                <a:lnTo>
                  <a:pt x="692" y="3923"/>
                </a:lnTo>
                <a:lnTo>
                  <a:pt x="391" y="4193"/>
                </a:lnTo>
                <a:lnTo>
                  <a:pt x="181" y="4469"/>
                </a:lnTo>
                <a:lnTo>
                  <a:pt x="1" y="4744"/>
                </a:lnTo>
                <a:lnTo>
                  <a:pt x="1" y="6060"/>
                </a:lnTo>
                <a:lnTo>
                  <a:pt x="1" y="10340"/>
                </a:lnTo>
                <a:lnTo>
                  <a:pt x="1" y="11681"/>
                </a:lnTo>
                <a:lnTo>
                  <a:pt x="151" y="11901"/>
                </a:lnTo>
                <a:lnTo>
                  <a:pt x="361" y="12120"/>
                </a:lnTo>
                <a:lnTo>
                  <a:pt x="632" y="12334"/>
                </a:lnTo>
                <a:lnTo>
                  <a:pt x="932" y="12548"/>
                </a:lnTo>
                <a:lnTo>
                  <a:pt x="1292" y="12752"/>
                </a:lnTo>
                <a:lnTo>
                  <a:pt x="1713" y="12956"/>
                </a:lnTo>
                <a:lnTo>
                  <a:pt x="2193" y="13155"/>
                </a:lnTo>
                <a:lnTo>
                  <a:pt x="2704" y="13349"/>
                </a:lnTo>
                <a:lnTo>
                  <a:pt x="3335" y="13354"/>
                </a:lnTo>
                <a:lnTo>
                  <a:pt x="3905" y="13364"/>
                </a:lnTo>
                <a:lnTo>
                  <a:pt x="4476" y="13380"/>
                </a:lnTo>
                <a:lnTo>
                  <a:pt x="4987" y="13400"/>
                </a:lnTo>
                <a:lnTo>
                  <a:pt x="5467" y="13426"/>
                </a:lnTo>
                <a:lnTo>
                  <a:pt x="5918" y="13451"/>
                </a:lnTo>
                <a:lnTo>
                  <a:pt x="6338" y="13482"/>
                </a:lnTo>
                <a:lnTo>
                  <a:pt x="6729" y="13517"/>
                </a:lnTo>
                <a:lnTo>
                  <a:pt x="7089" y="13553"/>
                </a:lnTo>
                <a:lnTo>
                  <a:pt x="7419" y="13589"/>
                </a:lnTo>
                <a:lnTo>
                  <a:pt x="7750" y="13630"/>
                </a:lnTo>
                <a:lnTo>
                  <a:pt x="8020" y="13676"/>
                </a:lnTo>
                <a:lnTo>
                  <a:pt x="8290" y="13722"/>
                </a:lnTo>
                <a:lnTo>
                  <a:pt x="8531" y="13767"/>
                </a:lnTo>
                <a:lnTo>
                  <a:pt x="8741" y="13818"/>
                </a:lnTo>
                <a:lnTo>
                  <a:pt x="8951" y="13864"/>
                </a:lnTo>
                <a:lnTo>
                  <a:pt x="9131" y="13915"/>
                </a:lnTo>
                <a:lnTo>
                  <a:pt x="9282" y="13971"/>
                </a:lnTo>
                <a:lnTo>
                  <a:pt x="9552" y="14073"/>
                </a:lnTo>
                <a:lnTo>
                  <a:pt x="9762" y="14181"/>
                </a:lnTo>
                <a:lnTo>
                  <a:pt x="9882" y="14283"/>
                </a:lnTo>
                <a:lnTo>
                  <a:pt x="10002" y="14385"/>
                </a:lnTo>
                <a:lnTo>
                  <a:pt x="10062" y="14482"/>
                </a:lnTo>
                <a:lnTo>
                  <a:pt x="10062" y="14568"/>
                </a:lnTo>
                <a:lnTo>
                  <a:pt x="10092" y="14650"/>
                </a:lnTo>
                <a:lnTo>
                  <a:pt x="10062" y="14711"/>
                </a:lnTo>
                <a:lnTo>
                  <a:pt x="10032" y="14777"/>
                </a:lnTo>
                <a:lnTo>
                  <a:pt x="10633" y="14844"/>
                </a:lnTo>
                <a:lnTo>
                  <a:pt x="11264" y="14905"/>
                </a:lnTo>
                <a:lnTo>
                  <a:pt x="12645" y="15032"/>
                </a:lnTo>
                <a:lnTo>
                  <a:pt x="14057" y="15150"/>
                </a:lnTo>
                <a:lnTo>
                  <a:pt x="15439" y="15262"/>
                </a:lnTo>
                <a:lnTo>
                  <a:pt x="16820" y="15364"/>
                </a:lnTo>
                <a:lnTo>
                  <a:pt x="18172" y="15456"/>
                </a:lnTo>
                <a:lnTo>
                  <a:pt x="19523" y="15542"/>
                </a:lnTo>
                <a:lnTo>
                  <a:pt x="20875" y="15619"/>
                </a:lnTo>
                <a:lnTo>
                  <a:pt x="22196" y="15685"/>
                </a:lnTo>
                <a:lnTo>
                  <a:pt x="23518" y="15746"/>
                </a:lnTo>
                <a:lnTo>
                  <a:pt x="24839" y="15797"/>
                </a:lnTo>
                <a:lnTo>
                  <a:pt x="26131" y="15838"/>
                </a:lnTo>
                <a:lnTo>
                  <a:pt x="27392" y="15874"/>
                </a:lnTo>
                <a:lnTo>
                  <a:pt x="28654" y="15905"/>
                </a:lnTo>
                <a:lnTo>
                  <a:pt x="29915" y="15920"/>
                </a:lnTo>
                <a:lnTo>
                  <a:pt x="31147" y="15935"/>
                </a:lnTo>
                <a:lnTo>
                  <a:pt x="33189" y="15935"/>
                </a:lnTo>
                <a:lnTo>
                  <a:pt x="34000" y="15930"/>
                </a:lnTo>
                <a:lnTo>
                  <a:pt x="34781" y="15920"/>
                </a:lnTo>
                <a:lnTo>
                  <a:pt x="35562" y="15910"/>
                </a:lnTo>
                <a:lnTo>
                  <a:pt x="36343" y="15894"/>
                </a:lnTo>
                <a:lnTo>
                  <a:pt x="37124" y="15879"/>
                </a:lnTo>
                <a:lnTo>
                  <a:pt x="37905" y="15854"/>
                </a:lnTo>
                <a:lnTo>
                  <a:pt x="38655" y="15828"/>
                </a:lnTo>
                <a:lnTo>
                  <a:pt x="39406" y="15803"/>
                </a:lnTo>
                <a:lnTo>
                  <a:pt x="40127" y="15772"/>
                </a:lnTo>
                <a:lnTo>
                  <a:pt x="40878" y="15736"/>
                </a:lnTo>
                <a:lnTo>
                  <a:pt x="41599" y="15701"/>
                </a:lnTo>
                <a:lnTo>
                  <a:pt x="42320" y="15660"/>
                </a:lnTo>
                <a:lnTo>
                  <a:pt x="43010" y="15614"/>
                </a:lnTo>
                <a:lnTo>
                  <a:pt x="43701" y="15568"/>
                </a:lnTo>
                <a:lnTo>
                  <a:pt x="44392" y="15517"/>
                </a:lnTo>
                <a:lnTo>
                  <a:pt x="45083" y="15466"/>
                </a:lnTo>
                <a:lnTo>
                  <a:pt x="45744" y="15410"/>
                </a:lnTo>
                <a:lnTo>
                  <a:pt x="46404" y="15349"/>
                </a:lnTo>
                <a:lnTo>
                  <a:pt x="47065" y="15287"/>
                </a:lnTo>
                <a:lnTo>
                  <a:pt x="47696" y="15221"/>
                </a:lnTo>
                <a:lnTo>
                  <a:pt x="48327" y="15155"/>
                </a:lnTo>
                <a:lnTo>
                  <a:pt x="48957" y="15083"/>
                </a:lnTo>
                <a:lnTo>
                  <a:pt x="49558" y="15007"/>
                </a:lnTo>
                <a:lnTo>
                  <a:pt x="50189" y="14930"/>
                </a:lnTo>
                <a:lnTo>
                  <a:pt x="50759" y="14854"/>
                </a:lnTo>
                <a:lnTo>
                  <a:pt x="51360" y="14772"/>
                </a:lnTo>
                <a:lnTo>
                  <a:pt x="51931" y="14686"/>
                </a:lnTo>
                <a:lnTo>
                  <a:pt x="52471" y="14599"/>
                </a:lnTo>
                <a:lnTo>
                  <a:pt x="53042" y="14507"/>
                </a:lnTo>
                <a:lnTo>
                  <a:pt x="53583" y="14415"/>
                </a:lnTo>
                <a:lnTo>
                  <a:pt x="54093" y="14318"/>
                </a:lnTo>
                <a:lnTo>
                  <a:pt x="54484" y="14247"/>
                </a:lnTo>
                <a:lnTo>
                  <a:pt x="54844" y="14165"/>
                </a:lnTo>
                <a:lnTo>
                  <a:pt x="55205" y="14084"/>
                </a:lnTo>
                <a:lnTo>
                  <a:pt x="55565" y="13992"/>
                </a:lnTo>
                <a:lnTo>
                  <a:pt x="55895" y="13900"/>
                </a:lnTo>
                <a:lnTo>
                  <a:pt x="56226" y="13803"/>
                </a:lnTo>
                <a:lnTo>
                  <a:pt x="56556" y="13696"/>
                </a:lnTo>
                <a:lnTo>
                  <a:pt x="56886" y="13589"/>
                </a:lnTo>
                <a:lnTo>
                  <a:pt x="57187" y="13477"/>
                </a:lnTo>
                <a:lnTo>
                  <a:pt x="57487" y="13364"/>
                </a:lnTo>
                <a:lnTo>
                  <a:pt x="58058" y="13120"/>
                </a:lnTo>
                <a:lnTo>
                  <a:pt x="58598" y="12865"/>
                </a:lnTo>
                <a:lnTo>
                  <a:pt x="59079" y="12599"/>
                </a:lnTo>
                <a:lnTo>
                  <a:pt x="59500" y="12319"/>
                </a:lnTo>
                <a:lnTo>
                  <a:pt x="59890" y="12028"/>
                </a:lnTo>
                <a:lnTo>
                  <a:pt x="60220" y="11737"/>
                </a:lnTo>
                <a:lnTo>
                  <a:pt x="60491" y="11431"/>
                </a:lnTo>
                <a:lnTo>
                  <a:pt x="60701" y="11125"/>
                </a:lnTo>
                <a:lnTo>
                  <a:pt x="60851" y="10814"/>
                </a:lnTo>
                <a:lnTo>
                  <a:pt x="60971" y="10503"/>
                </a:lnTo>
                <a:lnTo>
                  <a:pt x="61001" y="10192"/>
                </a:lnTo>
                <a:lnTo>
                  <a:pt x="61001" y="5560"/>
                </a:lnTo>
                <a:lnTo>
                  <a:pt x="60971" y="5316"/>
                </a:lnTo>
                <a:lnTo>
                  <a:pt x="60911" y="5076"/>
                </a:lnTo>
                <a:lnTo>
                  <a:pt x="60821" y="4836"/>
                </a:lnTo>
                <a:lnTo>
                  <a:pt x="60671" y="4596"/>
                </a:lnTo>
                <a:lnTo>
                  <a:pt x="60491" y="4357"/>
                </a:lnTo>
                <a:lnTo>
                  <a:pt x="60280" y="4122"/>
                </a:lnTo>
                <a:lnTo>
                  <a:pt x="60010" y="3893"/>
                </a:lnTo>
                <a:lnTo>
                  <a:pt x="59680" y="3663"/>
                </a:lnTo>
                <a:lnTo>
                  <a:pt x="59319" y="3439"/>
                </a:lnTo>
                <a:lnTo>
                  <a:pt x="58899" y="3224"/>
                </a:lnTo>
                <a:lnTo>
                  <a:pt x="58448" y="3010"/>
                </a:lnTo>
                <a:lnTo>
                  <a:pt x="57938" y="2806"/>
                </a:lnTo>
                <a:lnTo>
                  <a:pt x="57367" y="2607"/>
                </a:lnTo>
                <a:lnTo>
                  <a:pt x="56766" y="2413"/>
                </a:lnTo>
                <a:lnTo>
                  <a:pt x="56436" y="2322"/>
                </a:lnTo>
                <a:lnTo>
                  <a:pt x="56076" y="2235"/>
                </a:lnTo>
                <a:lnTo>
                  <a:pt x="55715" y="2143"/>
                </a:lnTo>
                <a:lnTo>
                  <a:pt x="55355" y="2061"/>
                </a:lnTo>
                <a:lnTo>
                  <a:pt x="54814" y="2067"/>
                </a:lnTo>
                <a:lnTo>
                  <a:pt x="54243" y="2072"/>
                </a:lnTo>
                <a:lnTo>
                  <a:pt x="53943" y="2072"/>
                </a:lnTo>
                <a:lnTo>
                  <a:pt x="53342" y="2067"/>
                </a:lnTo>
                <a:lnTo>
                  <a:pt x="52772" y="2056"/>
                </a:lnTo>
                <a:lnTo>
                  <a:pt x="52231" y="2041"/>
                </a:lnTo>
                <a:lnTo>
                  <a:pt x="51721" y="2026"/>
                </a:lnTo>
                <a:lnTo>
                  <a:pt x="51240" y="2005"/>
                </a:lnTo>
                <a:lnTo>
                  <a:pt x="50789" y="1985"/>
                </a:lnTo>
                <a:lnTo>
                  <a:pt x="50369" y="1954"/>
                </a:lnTo>
                <a:lnTo>
                  <a:pt x="49979" y="1929"/>
                </a:lnTo>
                <a:lnTo>
                  <a:pt x="49618" y="1893"/>
                </a:lnTo>
                <a:lnTo>
                  <a:pt x="49258" y="1857"/>
                </a:lnTo>
                <a:lnTo>
                  <a:pt x="48927" y="1822"/>
                </a:lnTo>
                <a:lnTo>
                  <a:pt x="48657" y="1781"/>
                </a:lnTo>
                <a:lnTo>
                  <a:pt x="48387" y="1740"/>
                </a:lnTo>
                <a:lnTo>
                  <a:pt x="48116" y="1699"/>
                </a:lnTo>
                <a:lnTo>
                  <a:pt x="47876" y="1653"/>
                </a:lnTo>
                <a:lnTo>
                  <a:pt x="47666" y="1607"/>
                </a:lnTo>
                <a:lnTo>
                  <a:pt x="47486" y="1562"/>
                </a:lnTo>
                <a:lnTo>
                  <a:pt x="47305" y="1511"/>
                </a:lnTo>
                <a:lnTo>
                  <a:pt x="47035" y="1414"/>
                </a:lnTo>
                <a:lnTo>
                  <a:pt x="46795" y="1312"/>
                </a:lnTo>
                <a:lnTo>
                  <a:pt x="46615" y="1210"/>
                </a:lnTo>
                <a:lnTo>
                  <a:pt x="46494" y="1113"/>
                </a:lnTo>
                <a:lnTo>
                  <a:pt x="46404" y="1016"/>
                </a:lnTo>
                <a:lnTo>
                  <a:pt x="46344" y="924"/>
                </a:lnTo>
                <a:lnTo>
                  <a:pt x="46314" y="842"/>
                </a:lnTo>
                <a:lnTo>
                  <a:pt x="45263" y="745"/>
                </a:lnTo>
                <a:lnTo>
                  <a:pt x="44152" y="654"/>
                </a:lnTo>
                <a:lnTo>
                  <a:pt x="43041" y="567"/>
                </a:lnTo>
                <a:lnTo>
                  <a:pt x="41929" y="490"/>
                </a:lnTo>
                <a:lnTo>
                  <a:pt x="40788" y="414"/>
                </a:lnTo>
                <a:lnTo>
                  <a:pt x="39617" y="342"/>
                </a:lnTo>
                <a:lnTo>
                  <a:pt x="38445" y="281"/>
                </a:lnTo>
                <a:lnTo>
                  <a:pt x="37244" y="225"/>
                </a:lnTo>
                <a:lnTo>
                  <a:pt x="36072" y="174"/>
                </a:lnTo>
                <a:lnTo>
                  <a:pt x="34871" y="128"/>
                </a:lnTo>
                <a:lnTo>
                  <a:pt x="33640" y="87"/>
                </a:lnTo>
                <a:lnTo>
                  <a:pt x="32438" y="57"/>
                </a:lnTo>
                <a:lnTo>
                  <a:pt x="31207" y="31"/>
                </a:lnTo>
                <a:lnTo>
                  <a:pt x="29975" y="11"/>
                </a:lnTo>
                <a:lnTo>
                  <a:pt x="28774" y="1"/>
                </a:lnTo>
                <a:close/>
              </a:path>
            </a:pathLst>
          </a:custGeom>
          <a:solidFill>
            <a:srgbClr val="906B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57"/>
          <p:cNvSpPr/>
          <p:nvPr/>
        </p:nvSpPr>
        <p:spPr>
          <a:xfrm flipH="1">
            <a:off x="780585" y="699292"/>
            <a:ext cx="2726332" cy="4199335"/>
          </a:xfrm>
          <a:custGeom>
            <a:avLst/>
            <a:gdLst/>
            <a:ahLst/>
            <a:cxnLst/>
            <a:rect l="l" t="t" r="r" b="b"/>
            <a:pathLst>
              <a:path w="61002" h="15936" fill="none" extrusionOk="0">
                <a:moveTo>
                  <a:pt x="27543" y="1"/>
                </a:moveTo>
                <a:lnTo>
                  <a:pt x="27543" y="1"/>
                </a:lnTo>
                <a:lnTo>
                  <a:pt x="28774" y="1"/>
                </a:lnTo>
                <a:lnTo>
                  <a:pt x="29975" y="11"/>
                </a:lnTo>
                <a:lnTo>
                  <a:pt x="31207" y="31"/>
                </a:lnTo>
                <a:lnTo>
                  <a:pt x="32438" y="57"/>
                </a:lnTo>
                <a:lnTo>
                  <a:pt x="33640" y="87"/>
                </a:lnTo>
                <a:lnTo>
                  <a:pt x="34871" y="128"/>
                </a:lnTo>
                <a:lnTo>
                  <a:pt x="36072" y="174"/>
                </a:lnTo>
                <a:lnTo>
                  <a:pt x="37244" y="225"/>
                </a:lnTo>
                <a:lnTo>
                  <a:pt x="38445" y="281"/>
                </a:lnTo>
                <a:lnTo>
                  <a:pt x="39617" y="342"/>
                </a:lnTo>
                <a:lnTo>
                  <a:pt x="40788" y="414"/>
                </a:lnTo>
                <a:lnTo>
                  <a:pt x="41929" y="490"/>
                </a:lnTo>
                <a:lnTo>
                  <a:pt x="43041" y="567"/>
                </a:lnTo>
                <a:lnTo>
                  <a:pt x="44152" y="654"/>
                </a:lnTo>
                <a:lnTo>
                  <a:pt x="45263" y="745"/>
                </a:lnTo>
                <a:lnTo>
                  <a:pt x="46314" y="842"/>
                </a:lnTo>
                <a:lnTo>
                  <a:pt x="46314" y="842"/>
                </a:lnTo>
                <a:lnTo>
                  <a:pt x="46344" y="924"/>
                </a:lnTo>
                <a:lnTo>
                  <a:pt x="46404" y="1016"/>
                </a:lnTo>
                <a:lnTo>
                  <a:pt x="46494" y="1113"/>
                </a:lnTo>
                <a:lnTo>
                  <a:pt x="46615" y="1210"/>
                </a:lnTo>
                <a:lnTo>
                  <a:pt x="46795" y="1312"/>
                </a:lnTo>
                <a:lnTo>
                  <a:pt x="47035" y="1414"/>
                </a:lnTo>
                <a:lnTo>
                  <a:pt x="47305" y="1511"/>
                </a:lnTo>
                <a:lnTo>
                  <a:pt x="47486" y="1562"/>
                </a:lnTo>
                <a:lnTo>
                  <a:pt x="47666" y="1607"/>
                </a:lnTo>
                <a:lnTo>
                  <a:pt x="47876" y="1653"/>
                </a:lnTo>
                <a:lnTo>
                  <a:pt x="48116" y="1699"/>
                </a:lnTo>
                <a:lnTo>
                  <a:pt x="48387" y="1740"/>
                </a:lnTo>
                <a:lnTo>
                  <a:pt x="48657" y="1781"/>
                </a:lnTo>
                <a:lnTo>
                  <a:pt x="48927" y="1822"/>
                </a:lnTo>
                <a:lnTo>
                  <a:pt x="49258" y="1857"/>
                </a:lnTo>
                <a:lnTo>
                  <a:pt x="49618" y="1893"/>
                </a:lnTo>
                <a:lnTo>
                  <a:pt x="49979" y="1929"/>
                </a:lnTo>
                <a:lnTo>
                  <a:pt x="50369" y="1954"/>
                </a:lnTo>
                <a:lnTo>
                  <a:pt x="50789" y="1985"/>
                </a:lnTo>
                <a:lnTo>
                  <a:pt x="51240" y="2005"/>
                </a:lnTo>
                <a:lnTo>
                  <a:pt x="51721" y="2026"/>
                </a:lnTo>
                <a:lnTo>
                  <a:pt x="52231" y="2041"/>
                </a:lnTo>
                <a:lnTo>
                  <a:pt x="52772" y="2056"/>
                </a:lnTo>
                <a:lnTo>
                  <a:pt x="53342" y="2067"/>
                </a:lnTo>
                <a:lnTo>
                  <a:pt x="53943" y="2072"/>
                </a:lnTo>
                <a:lnTo>
                  <a:pt x="53943" y="2072"/>
                </a:lnTo>
                <a:lnTo>
                  <a:pt x="54243" y="2072"/>
                </a:lnTo>
                <a:lnTo>
                  <a:pt x="54243" y="2072"/>
                </a:lnTo>
                <a:lnTo>
                  <a:pt x="54814" y="2067"/>
                </a:lnTo>
                <a:lnTo>
                  <a:pt x="55355" y="2061"/>
                </a:lnTo>
                <a:lnTo>
                  <a:pt x="55355" y="2061"/>
                </a:lnTo>
                <a:lnTo>
                  <a:pt x="55715" y="2143"/>
                </a:lnTo>
                <a:lnTo>
                  <a:pt x="56076" y="2235"/>
                </a:lnTo>
                <a:lnTo>
                  <a:pt x="56436" y="2322"/>
                </a:lnTo>
                <a:lnTo>
                  <a:pt x="56766" y="2413"/>
                </a:lnTo>
                <a:lnTo>
                  <a:pt x="57367" y="2607"/>
                </a:lnTo>
                <a:lnTo>
                  <a:pt x="57938" y="2806"/>
                </a:lnTo>
                <a:lnTo>
                  <a:pt x="58448" y="3010"/>
                </a:lnTo>
                <a:lnTo>
                  <a:pt x="58899" y="3224"/>
                </a:lnTo>
                <a:lnTo>
                  <a:pt x="59319" y="3439"/>
                </a:lnTo>
                <a:lnTo>
                  <a:pt x="59680" y="3663"/>
                </a:lnTo>
                <a:lnTo>
                  <a:pt x="60010" y="3893"/>
                </a:lnTo>
                <a:lnTo>
                  <a:pt x="60280" y="4122"/>
                </a:lnTo>
                <a:lnTo>
                  <a:pt x="60491" y="4357"/>
                </a:lnTo>
                <a:lnTo>
                  <a:pt x="60671" y="4596"/>
                </a:lnTo>
                <a:lnTo>
                  <a:pt x="60821" y="4836"/>
                </a:lnTo>
                <a:lnTo>
                  <a:pt x="60911" y="5076"/>
                </a:lnTo>
                <a:lnTo>
                  <a:pt x="60971" y="5316"/>
                </a:lnTo>
                <a:lnTo>
                  <a:pt x="61001" y="5560"/>
                </a:lnTo>
                <a:lnTo>
                  <a:pt x="61001" y="10192"/>
                </a:lnTo>
                <a:lnTo>
                  <a:pt x="61001" y="10192"/>
                </a:lnTo>
                <a:lnTo>
                  <a:pt x="60971" y="10503"/>
                </a:lnTo>
                <a:lnTo>
                  <a:pt x="60851" y="10814"/>
                </a:lnTo>
                <a:lnTo>
                  <a:pt x="60701" y="11125"/>
                </a:lnTo>
                <a:lnTo>
                  <a:pt x="60491" y="11431"/>
                </a:lnTo>
                <a:lnTo>
                  <a:pt x="60220" y="11737"/>
                </a:lnTo>
                <a:lnTo>
                  <a:pt x="59890" y="12028"/>
                </a:lnTo>
                <a:lnTo>
                  <a:pt x="59500" y="12319"/>
                </a:lnTo>
                <a:lnTo>
                  <a:pt x="59079" y="12599"/>
                </a:lnTo>
                <a:lnTo>
                  <a:pt x="58598" y="12865"/>
                </a:lnTo>
                <a:lnTo>
                  <a:pt x="58058" y="13120"/>
                </a:lnTo>
                <a:lnTo>
                  <a:pt x="57487" y="13364"/>
                </a:lnTo>
                <a:lnTo>
                  <a:pt x="57187" y="13477"/>
                </a:lnTo>
                <a:lnTo>
                  <a:pt x="56886" y="13589"/>
                </a:lnTo>
                <a:lnTo>
                  <a:pt x="56556" y="13696"/>
                </a:lnTo>
                <a:lnTo>
                  <a:pt x="56226" y="13803"/>
                </a:lnTo>
                <a:lnTo>
                  <a:pt x="55895" y="13900"/>
                </a:lnTo>
                <a:lnTo>
                  <a:pt x="55565" y="13992"/>
                </a:lnTo>
                <a:lnTo>
                  <a:pt x="55205" y="14084"/>
                </a:lnTo>
                <a:lnTo>
                  <a:pt x="54844" y="14165"/>
                </a:lnTo>
                <a:lnTo>
                  <a:pt x="54484" y="14247"/>
                </a:lnTo>
                <a:lnTo>
                  <a:pt x="54093" y="14318"/>
                </a:lnTo>
                <a:lnTo>
                  <a:pt x="54093" y="14318"/>
                </a:lnTo>
                <a:lnTo>
                  <a:pt x="53583" y="14415"/>
                </a:lnTo>
                <a:lnTo>
                  <a:pt x="53042" y="14507"/>
                </a:lnTo>
                <a:lnTo>
                  <a:pt x="52471" y="14599"/>
                </a:lnTo>
                <a:lnTo>
                  <a:pt x="51931" y="14686"/>
                </a:lnTo>
                <a:lnTo>
                  <a:pt x="51360" y="14772"/>
                </a:lnTo>
                <a:lnTo>
                  <a:pt x="50759" y="14854"/>
                </a:lnTo>
                <a:lnTo>
                  <a:pt x="50189" y="14930"/>
                </a:lnTo>
                <a:lnTo>
                  <a:pt x="49558" y="15007"/>
                </a:lnTo>
                <a:lnTo>
                  <a:pt x="48957" y="15083"/>
                </a:lnTo>
                <a:lnTo>
                  <a:pt x="48327" y="15155"/>
                </a:lnTo>
                <a:lnTo>
                  <a:pt x="47696" y="15221"/>
                </a:lnTo>
                <a:lnTo>
                  <a:pt x="47065" y="15287"/>
                </a:lnTo>
                <a:lnTo>
                  <a:pt x="46404" y="15349"/>
                </a:lnTo>
                <a:lnTo>
                  <a:pt x="45744" y="15410"/>
                </a:lnTo>
                <a:lnTo>
                  <a:pt x="45083" y="15466"/>
                </a:lnTo>
                <a:lnTo>
                  <a:pt x="44392" y="15517"/>
                </a:lnTo>
                <a:lnTo>
                  <a:pt x="43701" y="15568"/>
                </a:lnTo>
                <a:lnTo>
                  <a:pt x="43010" y="15614"/>
                </a:lnTo>
                <a:lnTo>
                  <a:pt x="42320" y="15660"/>
                </a:lnTo>
                <a:lnTo>
                  <a:pt x="41599" y="15701"/>
                </a:lnTo>
                <a:lnTo>
                  <a:pt x="40878" y="15736"/>
                </a:lnTo>
                <a:lnTo>
                  <a:pt x="40127" y="15772"/>
                </a:lnTo>
                <a:lnTo>
                  <a:pt x="39406" y="15803"/>
                </a:lnTo>
                <a:lnTo>
                  <a:pt x="38655" y="15828"/>
                </a:lnTo>
                <a:lnTo>
                  <a:pt x="37905" y="15854"/>
                </a:lnTo>
                <a:lnTo>
                  <a:pt x="37124" y="15879"/>
                </a:lnTo>
                <a:lnTo>
                  <a:pt x="36343" y="15894"/>
                </a:lnTo>
                <a:lnTo>
                  <a:pt x="35562" y="15910"/>
                </a:lnTo>
                <a:lnTo>
                  <a:pt x="34781" y="15920"/>
                </a:lnTo>
                <a:lnTo>
                  <a:pt x="34000" y="15930"/>
                </a:lnTo>
                <a:lnTo>
                  <a:pt x="33189" y="15935"/>
                </a:lnTo>
                <a:lnTo>
                  <a:pt x="32378" y="15935"/>
                </a:lnTo>
                <a:lnTo>
                  <a:pt x="32378" y="15935"/>
                </a:lnTo>
                <a:lnTo>
                  <a:pt x="31147" y="15935"/>
                </a:lnTo>
                <a:lnTo>
                  <a:pt x="29915" y="15920"/>
                </a:lnTo>
                <a:lnTo>
                  <a:pt x="28654" y="15905"/>
                </a:lnTo>
                <a:lnTo>
                  <a:pt x="27392" y="15874"/>
                </a:lnTo>
                <a:lnTo>
                  <a:pt x="26131" y="15838"/>
                </a:lnTo>
                <a:lnTo>
                  <a:pt x="24839" y="15797"/>
                </a:lnTo>
                <a:lnTo>
                  <a:pt x="23518" y="15746"/>
                </a:lnTo>
                <a:lnTo>
                  <a:pt x="22196" y="15685"/>
                </a:lnTo>
                <a:lnTo>
                  <a:pt x="20875" y="15619"/>
                </a:lnTo>
                <a:lnTo>
                  <a:pt x="19523" y="15542"/>
                </a:lnTo>
                <a:lnTo>
                  <a:pt x="18172" y="15456"/>
                </a:lnTo>
                <a:lnTo>
                  <a:pt x="16820" y="15364"/>
                </a:lnTo>
                <a:lnTo>
                  <a:pt x="15439" y="15262"/>
                </a:lnTo>
                <a:lnTo>
                  <a:pt x="14057" y="15150"/>
                </a:lnTo>
                <a:lnTo>
                  <a:pt x="12645" y="15032"/>
                </a:lnTo>
                <a:lnTo>
                  <a:pt x="11264" y="14905"/>
                </a:lnTo>
                <a:lnTo>
                  <a:pt x="11264" y="14905"/>
                </a:lnTo>
                <a:lnTo>
                  <a:pt x="10633" y="14844"/>
                </a:lnTo>
                <a:lnTo>
                  <a:pt x="10032" y="14777"/>
                </a:lnTo>
                <a:lnTo>
                  <a:pt x="10032" y="14777"/>
                </a:lnTo>
                <a:lnTo>
                  <a:pt x="10062" y="14711"/>
                </a:lnTo>
                <a:lnTo>
                  <a:pt x="10092" y="14650"/>
                </a:lnTo>
                <a:lnTo>
                  <a:pt x="10092" y="14650"/>
                </a:lnTo>
                <a:lnTo>
                  <a:pt x="10062" y="14568"/>
                </a:lnTo>
                <a:lnTo>
                  <a:pt x="10062" y="14482"/>
                </a:lnTo>
                <a:lnTo>
                  <a:pt x="10002" y="14385"/>
                </a:lnTo>
                <a:lnTo>
                  <a:pt x="9882" y="14283"/>
                </a:lnTo>
                <a:lnTo>
                  <a:pt x="9762" y="14181"/>
                </a:lnTo>
                <a:lnTo>
                  <a:pt x="9552" y="14073"/>
                </a:lnTo>
                <a:lnTo>
                  <a:pt x="9282" y="13971"/>
                </a:lnTo>
                <a:lnTo>
                  <a:pt x="9131" y="13915"/>
                </a:lnTo>
                <a:lnTo>
                  <a:pt x="8951" y="13864"/>
                </a:lnTo>
                <a:lnTo>
                  <a:pt x="8741" y="13818"/>
                </a:lnTo>
                <a:lnTo>
                  <a:pt x="8531" y="13767"/>
                </a:lnTo>
                <a:lnTo>
                  <a:pt x="8290" y="13722"/>
                </a:lnTo>
                <a:lnTo>
                  <a:pt x="8020" y="13676"/>
                </a:lnTo>
                <a:lnTo>
                  <a:pt x="7750" y="13630"/>
                </a:lnTo>
                <a:lnTo>
                  <a:pt x="7419" y="13589"/>
                </a:lnTo>
                <a:lnTo>
                  <a:pt x="7089" y="13553"/>
                </a:lnTo>
                <a:lnTo>
                  <a:pt x="6729" y="13517"/>
                </a:lnTo>
                <a:lnTo>
                  <a:pt x="6338" y="13482"/>
                </a:lnTo>
                <a:lnTo>
                  <a:pt x="5918" y="13451"/>
                </a:lnTo>
                <a:lnTo>
                  <a:pt x="5467" y="13426"/>
                </a:lnTo>
                <a:lnTo>
                  <a:pt x="4987" y="13400"/>
                </a:lnTo>
                <a:lnTo>
                  <a:pt x="4476" y="13380"/>
                </a:lnTo>
                <a:lnTo>
                  <a:pt x="3905" y="13364"/>
                </a:lnTo>
                <a:lnTo>
                  <a:pt x="3335" y="13354"/>
                </a:lnTo>
                <a:lnTo>
                  <a:pt x="2704" y="13349"/>
                </a:lnTo>
                <a:lnTo>
                  <a:pt x="2704" y="13349"/>
                </a:lnTo>
                <a:lnTo>
                  <a:pt x="2193" y="13155"/>
                </a:lnTo>
                <a:lnTo>
                  <a:pt x="1713" y="12956"/>
                </a:lnTo>
                <a:lnTo>
                  <a:pt x="1292" y="12752"/>
                </a:lnTo>
                <a:lnTo>
                  <a:pt x="932" y="12548"/>
                </a:lnTo>
                <a:lnTo>
                  <a:pt x="632" y="12334"/>
                </a:lnTo>
                <a:lnTo>
                  <a:pt x="361" y="12120"/>
                </a:lnTo>
                <a:lnTo>
                  <a:pt x="151" y="11901"/>
                </a:lnTo>
                <a:lnTo>
                  <a:pt x="1" y="11681"/>
                </a:lnTo>
                <a:lnTo>
                  <a:pt x="1" y="10340"/>
                </a:lnTo>
                <a:lnTo>
                  <a:pt x="1" y="6060"/>
                </a:lnTo>
                <a:lnTo>
                  <a:pt x="1" y="4744"/>
                </a:lnTo>
                <a:lnTo>
                  <a:pt x="1" y="4744"/>
                </a:lnTo>
                <a:lnTo>
                  <a:pt x="181" y="4469"/>
                </a:lnTo>
                <a:lnTo>
                  <a:pt x="391" y="4193"/>
                </a:lnTo>
                <a:lnTo>
                  <a:pt x="692" y="3923"/>
                </a:lnTo>
                <a:lnTo>
                  <a:pt x="1052" y="3663"/>
                </a:lnTo>
                <a:lnTo>
                  <a:pt x="1442" y="3403"/>
                </a:lnTo>
                <a:lnTo>
                  <a:pt x="1863" y="3153"/>
                </a:lnTo>
                <a:lnTo>
                  <a:pt x="2344" y="2908"/>
                </a:lnTo>
                <a:lnTo>
                  <a:pt x="2884" y="2673"/>
                </a:lnTo>
                <a:lnTo>
                  <a:pt x="3455" y="2449"/>
                </a:lnTo>
                <a:lnTo>
                  <a:pt x="4055" y="2235"/>
                </a:lnTo>
                <a:lnTo>
                  <a:pt x="4716" y="2031"/>
                </a:lnTo>
                <a:lnTo>
                  <a:pt x="5377" y="1837"/>
                </a:lnTo>
                <a:lnTo>
                  <a:pt x="6098" y="1658"/>
                </a:lnTo>
                <a:lnTo>
                  <a:pt x="6458" y="1577"/>
                </a:lnTo>
                <a:lnTo>
                  <a:pt x="6819" y="1495"/>
                </a:lnTo>
                <a:lnTo>
                  <a:pt x="7209" y="1419"/>
                </a:lnTo>
                <a:lnTo>
                  <a:pt x="7570" y="1347"/>
                </a:lnTo>
                <a:lnTo>
                  <a:pt x="7960" y="1276"/>
                </a:lnTo>
                <a:lnTo>
                  <a:pt x="8350" y="1215"/>
                </a:lnTo>
                <a:lnTo>
                  <a:pt x="8350" y="1215"/>
                </a:lnTo>
                <a:lnTo>
                  <a:pt x="8891" y="1133"/>
                </a:lnTo>
                <a:lnTo>
                  <a:pt x="9402" y="1057"/>
                </a:lnTo>
                <a:lnTo>
                  <a:pt x="10453" y="914"/>
                </a:lnTo>
                <a:lnTo>
                  <a:pt x="11564" y="786"/>
                </a:lnTo>
                <a:lnTo>
                  <a:pt x="12675" y="664"/>
                </a:lnTo>
                <a:lnTo>
                  <a:pt x="13817" y="552"/>
                </a:lnTo>
                <a:lnTo>
                  <a:pt x="14988" y="455"/>
                </a:lnTo>
                <a:lnTo>
                  <a:pt x="16189" y="363"/>
                </a:lnTo>
                <a:lnTo>
                  <a:pt x="17391" y="286"/>
                </a:lnTo>
                <a:lnTo>
                  <a:pt x="18622" y="215"/>
                </a:lnTo>
                <a:lnTo>
                  <a:pt x="19854" y="159"/>
                </a:lnTo>
                <a:lnTo>
                  <a:pt x="21115" y="108"/>
                </a:lnTo>
                <a:lnTo>
                  <a:pt x="22377" y="67"/>
                </a:lnTo>
                <a:lnTo>
                  <a:pt x="23668" y="36"/>
                </a:lnTo>
                <a:lnTo>
                  <a:pt x="24960" y="16"/>
                </a:lnTo>
                <a:lnTo>
                  <a:pt x="26251" y="1"/>
                </a:lnTo>
                <a:lnTo>
                  <a:pt x="275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57"/>
          <p:cNvSpPr/>
          <p:nvPr/>
        </p:nvSpPr>
        <p:spPr>
          <a:xfrm flipH="1">
            <a:off x="3058512" y="4215603"/>
            <a:ext cx="681963" cy="664051"/>
          </a:xfrm>
          <a:custGeom>
            <a:avLst/>
            <a:gdLst/>
            <a:ahLst/>
            <a:cxnLst/>
            <a:rect l="l" t="t" r="r" b="b"/>
            <a:pathLst>
              <a:path w="15259" h="2520" extrusionOk="0">
                <a:moveTo>
                  <a:pt x="7389" y="0"/>
                </a:moveTo>
                <a:lnTo>
                  <a:pt x="6759" y="5"/>
                </a:lnTo>
                <a:lnTo>
                  <a:pt x="6188" y="15"/>
                </a:lnTo>
                <a:lnTo>
                  <a:pt x="5647" y="26"/>
                </a:lnTo>
                <a:lnTo>
                  <a:pt x="5107" y="46"/>
                </a:lnTo>
                <a:lnTo>
                  <a:pt x="4626" y="66"/>
                </a:lnTo>
                <a:lnTo>
                  <a:pt x="4176" y="97"/>
                </a:lnTo>
                <a:lnTo>
                  <a:pt x="3725" y="128"/>
                </a:lnTo>
                <a:lnTo>
                  <a:pt x="3335" y="163"/>
                </a:lnTo>
                <a:lnTo>
                  <a:pt x="2974" y="199"/>
                </a:lnTo>
                <a:lnTo>
                  <a:pt x="2614" y="240"/>
                </a:lnTo>
                <a:lnTo>
                  <a:pt x="2313" y="286"/>
                </a:lnTo>
                <a:lnTo>
                  <a:pt x="2013" y="332"/>
                </a:lnTo>
                <a:lnTo>
                  <a:pt x="1743" y="383"/>
                </a:lnTo>
                <a:lnTo>
                  <a:pt x="1503" y="434"/>
                </a:lnTo>
                <a:lnTo>
                  <a:pt x="1262" y="490"/>
                </a:lnTo>
                <a:lnTo>
                  <a:pt x="1052" y="546"/>
                </a:lnTo>
                <a:lnTo>
                  <a:pt x="872" y="602"/>
                </a:lnTo>
                <a:lnTo>
                  <a:pt x="722" y="658"/>
                </a:lnTo>
                <a:lnTo>
                  <a:pt x="571" y="719"/>
                </a:lnTo>
                <a:lnTo>
                  <a:pt x="451" y="775"/>
                </a:lnTo>
                <a:lnTo>
                  <a:pt x="241" y="898"/>
                </a:lnTo>
                <a:lnTo>
                  <a:pt x="121" y="1015"/>
                </a:lnTo>
                <a:lnTo>
                  <a:pt x="31" y="1127"/>
                </a:lnTo>
                <a:lnTo>
                  <a:pt x="1" y="1234"/>
                </a:lnTo>
                <a:lnTo>
                  <a:pt x="1" y="1336"/>
                </a:lnTo>
                <a:lnTo>
                  <a:pt x="31" y="1428"/>
                </a:lnTo>
                <a:lnTo>
                  <a:pt x="91" y="1515"/>
                </a:lnTo>
                <a:lnTo>
                  <a:pt x="181" y="1602"/>
                </a:lnTo>
                <a:lnTo>
                  <a:pt x="301" y="1693"/>
                </a:lnTo>
                <a:lnTo>
                  <a:pt x="451" y="1785"/>
                </a:lnTo>
                <a:lnTo>
                  <a:pt x="631" y="1877"/>
                </a:lnTo>
                <a:lnTo>
                  <a:pt x="872" y="1964"/>
                </a:lnTo>
                <a:lnTo>
                  <a:pt x="1142" y="2051"/>
                </a:lnTo>
                <a:lnTo>
                  <a:pt x="1503" y="2132"/>
                </a:lnTo>
                <a:lnTo>
                  <a:pt x="1683" y="2168"/>
                </a:lnTo>
                <a:lnTo>
                  <a:pt x="1893" y="2209"/>
                </a:lnTo>
                <a:lnTo>
                  <a:pt x="2133" y="2244"/>
                </a:lnTo>
                <a:lnTo>
                  <a:pt x="2404" y="2280"/>
                </a:lnTo>
                <a:lnTo>
                  <a:pt x="2674" y="2311"/>
                </a:lnTo>
                <a:lnTo>
                  <a:pt x="2944" y="2341"/>
                </a:lnTo>
                <a:lnTo>
                  <a:pt x="3275" y="2372"/>
                </a:lnTo>
                <a:lnTo>
                  <a:pt x="3605" y="2397"/>
                </a:lnTo>
                <a:lnTo>
                  <a:pt x="3965" y="2423"/>
                </a:lnTo>
                <a:lnTo>
                  <a:pt x="4356" y="2443"/>
                </a:lnTo>
                <a:lnTo>
                  <a:pt x="4776" y="2464"/>
                </a:lnTo>
                <a:lnTo>
                  <a:pt x="5197" y="2479"/>
                </a:lnTo>
                <a:lnTo>
                  <a:pt x="5677" y="2494"/>
                </a:lnTo>
                <a:lnTo>
                  <a:pt x="6158" y="2504"/>
                </a:lnTo>
                <a:lnTo>
                  <a:pt x="6668" y="2510"/>
                </a:lnTo>
                <a:lnTo>
                  <a:pt x="7209" y="2515"/>
                </a:lnTo>
                <a:lnTo>
                  <a:pt x="7600" y="2520"/>
                </a:lnTo>
                <a:lnTo>
                  <a:pt x="8050" y="2515"/>
                </a:lnTo>
                <a:lnTo>
                  <a:pt x="8531" y="2510"/>
                </a:lnTo>
                <a:lnTo>
                  <a:pt x="8951" y="2499"/>
                </a:lnTo>
                <a:lnTo>
                  <a:pt x="9402" y="2489"/>
                </a:lnTo>
                <a:lnTo>
                  <a:pt x="9792" y="2474"/>
                </a:lnTo>
                <a:lnTo>
                  <a:pt x="10183" y="2453"/>
                </a:lnTo>
                <a:lnTo>
                  <a:pt x="10573" y="2433"/>
                </a:lnTo>
                <a:lnTo>
                  <a:pt x="10903" y="2413"/>
                </a:lnTo>
                <a:lnTo>
                  <a:pt x="11264" y="2382"/>
                </a:lnTo>
                <a:lnTo>
                  <a:pt x="11594" y="2357"/>
                </a:lnTo>
                <a:lnTo>
                  <a:pt x="11895" y="2326"/>
                </a:lnTo>
                <a:lnTo>
                  <a:pt x="12195" y="2290"/>
                </a:lnTo>
                <a:lnTo>
                  <a:pt x="12735" y="2219"/>
                </a:lnTo>
                <a:lnTo>
                  <a:pt x="13216" y="2142"/>
                </a:lnTo>
                <a:lnTo>
                  <a:pt x="13637" y="2056"/>
                </a:lnTo>
                <a:lnTo>
                  <a:pt x="14027" y="1969"/>
                </a:lnTo>
                <a:lnTo>
                  <a:pt x="14357" y="1882"/>
                </a:lnTo>
                <a:lnTo>
                  <a:pt x="14628" y="1790"/>
                </a:lnTo>
                <a:lnTo>
                  <a:pt x="14838" y="1699"/>
                </a:lnTo>
                <a:lnTo>
                  <a:pt x="15018" y="1607"/>
                </a:lnTo>
                <a:lnTo>
                  <a:pt x="15168" y="1520"/>
                </a:lnTo>
                <a:lnTo>
                  <a:pt x="15258" y="1433"/>
                </a:lnTo>
                <a:lnTo>
                  <a:pt x="14658" y="1367"/>
                </a:lnTo>
                <a:lnTo>
                  <a:pt x="14057" y="1296"/>
                </a:lnTo>
                <a:lnTo>
                  <a:pt x="13516" y="1219"/>
                </a:lnTo>
                <a:lnTo>
                  <a:pt x="12976" y="1143"/>
                </a:lnTo>
                <a:lnTo>
                  <a:pt x="12435" y="1061"/>
                </a:lnTo>
                <a:lnTo>
                  <a:pt x="11955" y="974"/>
                </a:lnTo>
                <a:lnTo>
                  <a:pt x="11474" y="888"/>
                </a:lnTo>
                <a:lnTo>
                  <a:pt x="10993" y="801"/>
                </a:lnTo>
                <a:lnTo>
                  <a:pt x="10543" y="709"/>
                </a:lnTo>
                <a:lnTo>
                  <a:pt x="10122" y="612"/>
                </a:lnTo>
                <a:lnTo>
                  <a:pt x="9702" y="520"/>
                </a:lnTo>
                <a:lnTo>
                  <a:pt x="9312" y="418"/>
                </a:lnTo>
                <a:lnTo>
                  <a:pt x="8951" y="316"/>
                </a:lnTo>
                <a:lnTo>
                  <a:pt x="8591" y="214"/>
                </a:lnTo>
                <a:lnTo>
                  <a:pt x="8260" y="112"/>
                </a:lnTo>
                <a:lnTo>
                  <a:pt x="7930" y="5"/>
                </a:lnTo>
                <a:lnTo>
                  <a:pt x="7660"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57"/>
          <p:cNvSpPr/>
          <p:nvPr/>
        </p:nvSpPr>
        <p:spPr>
          <a:xfrm flipH="1">
            <a:off x="3058512" y="4215603"/>
            <a:ext cx="681963" cy="664051"/>
          </a:xfrm>
          <a:custGeom>
            <a:avLst/>
            <a:gdLst/>
            <a:ahLst/>
            <a:cxnLst/>
            <a:rect l="l" t="t" r="r" b="b"/>
            <a:pathLst>
              <a:path w="15259" h="2520" fill="none" extrusionOk="0">
                <a:moveTo>
                  <a:pt x="7389" y="0"/>
                </a:moveTo>
                <a:lnTo>
                  <a:pt x="7389" y="0"/>
                </a:lnTo>
                <a:lnTo>
                  <a:pt x="7660" y="0"/>
                </a:lnTo>
                <a:lnTo>
                  <a:pt x="7660" y="0"/>
                </a:lnTo>
                <a:lnTo>
                  <a:pt x="7930" y="5"/>
                </a:lnTo>
                <a:lnTo>
                  <a:pt x="7930" y="5"/>
                </a:lnTo>
                <a:lnTo>
                  <a:pt x="8260" y="112"/>
                </a:lnTo>
                <a:lnTo>
                  <a:pt x="8591" y="214"/>
                </a:lnTo>
                <a:lnTo>
                  <a:pt x="8951" y="316"/>
                </a:lnTo>
                <a:lnTo>
                  <a:pt x="9312" y="418"/>
                </a:lnTo>
                <a:lnTo>
                  <a:pt x="9702" y="520"/>
                </a:lnTo>
                <a:lnTo>
                  <a:pt x="10122" y="612"/>
                </a:lnTo>
                <a:lnTo>
                  <a:pt x="10543" y="709"/>
                </a:lnTo>
                <a:lnTo>
                  <a:pt x="10993" y="801"/>
                </a:lnTo>
                <a:lnTo>
                  <a:pt x="11474" y="888"/>
                </a:lnTo>
                <a:lnTo>
                  <a:pt x="11955" y="974"/>
                </a:lnTo>
                <a:lnTo>
                  <a:pt x="12435" y="1061"/>
                </a:lnTo>
                <a:lnTo>
                  <a:pt x="12976" y="1143"/>
                </a:lnTo>
                <a:lnTo>
                  <a:pt x="13516" y="1219"/>
                </a:lnTo>
                <a:lnTo>
                  <a:pt x="14057" y="1296"/>
                </a:lnTo>
                <a:lnTo>
                  <a:pt x="14658" y="1367"/>
                </a:lnTo>
                <a:lnTo>
                  <a:pt x="15258" y="1433"/>
                </a:lnTo>
                <a:lnTo>
                  <a:pt x="15258" y="1433"/>
                </a:lnTo>
                <a:lnTo>
                  <a:pt x="15168" y="1520"/>
                </a:lnTo>
                <a:lnTo>
                  <a:pt x="15018" y="1607"/>
                </a:lnTo>
                <a:lnTo>
                  <a:pt x="14838" y="1699"/>
                </a:lnTo>
                <a:lnTo>
                  <a:pt x="14628" y="1790"/>
                </a:lnTo>
                <a:lnTo>
                  <a:pt x="14357" y="1882"/>
                </a:lnTo>
                <a:lnTo>
                  <a:pt x="14027" y="1969"/>
                </a:lnTo>
                <a:lnTo>
                  <a:pt x="13637" y="2056"/>
                </a:lnTo>
                <a:lnTo>
                  <a:pt x="13216" y="2142"/>
                </a:lnTo>
                <a:lnTo>
                  <a:pt x="12735" y="2219"/>
                </a:lnTo>
                <a:lnTo>
                  <a:pt x="12195" y="2290"/>
                </a:lnTo>
                <a:lnTo>
                  <a:pt x="11895" y="2326"/>
                </a:lnTo>
                <a:lnTo>
                  <a:pt x="11594" y="2357"/>
                </a:lnTo>
                <a:lnTo>
                  <a:pt x="11264" y="2382"/>
                </a:lnTo>
                <a:lnTo>
                  <a:pt x="10903" y="2413"/>
                </a:lnTo>
                <a:lnTo>
                  <a:pt x="10573" y="2433"/>
                </a:lnTo>
                <a:lnTo>
                  <a:pt x="10183" y="2453"/>
                </a:lnTo>
                <a:lnTo>
                  <a:pt x="9792" y="2474"/>
                </a:lnTo>
                <a:lnTo>
                  <a:pt x="9402" y="2489"/>
                </a:lnTo>
                <a:lnTo>
                  <a:pt x="8951" y="2499"/>
                </a:lnTo>
                <a:lnTo>
                  <a:pt x="8531" y="2510"/>
                </a:lnTo>
                <a:lnTo>
                  <a:pt x="8050" y="2515"/>
                </a:lnTo>
                <a:lnTo>
                  <a:pt x="7600" y="2520"/>
                </a:lnTo>
                <a:lnTo>
                  <a:pt x="7600" y="2520"/>
                </a:lnTo>
                <a:lnTo>
                  <a:pt x="7209" y="2515"/>
                </a:lnTo>
                <a:lnTo>
                  <a:pt x="7209" y="2515"/>
                </a:lnTo>
                <a:lnTo>
                  <a:pt x="6668" y="2510"/>
                </a:lnTo>
                <a:lnTo>
                  <a:pt x="6158" y="2504"/>
                </a:lnTo>
                <a:lnTo>
                  <a:pt x="5677" y="2494"/>
                </a:lnTo>
                <a:lnTo>
                  <a:pt x="5197" y="2479"/>
                </a:lnTo>
                <a:lnTo>
                  <a:pt x="4776" y="2464"/>
                </a:lnTo>
                <a:lnTo>
                  <a:pt x="4356" y="2443"/>
                </a:lnTo>
                <a:lnTo>
                  <a:pt x="3965" y="2423"/>
                </a:lnTo>
                <a:lnTo>
                  <a:pt x="3605" y="2397"/>
                </a:lnTo>
                <a:lnTo>
                  <a:pt x="3275" y="2372"/>
                </a:lnTo>
                <a:lnTo>
                  <a:pt x="2944" y="2341"/>
                </a:lnTo>
                <a:lnTo>
                  <a:pt x="2674" y="2311"/>
                </a:lnTo>
                <a:lnTo>
                  <a:pt x="2404" y="2280"/>
                </a:lnTo>
                <a:lnTo>
                  <a:pt x="2133" y="2244"/>
                </a:lnTo>
                <a:lnTo>
                  <a:pt x="1893" y="2209"/>
                </a:lnTo>
                <a:lnTo>
                  <a:pt x="1683" y="2168"/>
                </a:lnTo>
                <a:lnTo>
                  <a:pt x="1503" y="2132"/>
                </a:lnTo>
                <a:lnTo>
                  <a:pt x="1142" y="2051"/>
                </a:lnTo>
                <a:lnTo>
                  <a:pt x="872" y="1964"/>
                </a:lnTo>
                <a:lnTo>
                  <a:pt x="631" y="1877"/>
                </a:lnTo>
                <a:lnTo>
                  <a:pt x="451" y="1785"/>
                </a:lnTo>
                <a:lnTo>
                  <a:pt x="301" y="1693"/>
                </a:lnTo>
                <a:lnTo>
                  <a:pt x="181" y="1602"/>
                </a:lnTo>
                <a:lnTo>
                  <a:pt x="91" y="1515"/>
                </a:lnTo>
                <a:lnTo>
                  <a:pt x="31" y="1428"/>
                </a:lnTo>
                <a:lnTo>
                  <a:pt x="31" y="1428"/>
                </a:lnTo>
                <a:lnTo>
                  <a:pt x="1" y="1336"/>
                </a:lnTo>
                <a:lnTo>
                  <a:pt x="1" y="1234"/>
                </a:lnTo>
                <a:lnTo>
                  <a:pt x="31" y="1127"/>
                </a:lnTo>
                <a:lnTo>
                  <a:pt x="121" y="1015"/>
                </a:lnTo>
                <a:lnTo>
                  <a:pt x="241" y="898"/>
                </a:lnTo>
                <a:lnTo>
                  <a:pt x="451" y="775"/>
                </a:lnTo>
                <a:lnTo>
                  <a:pt x="571" y="719"/>
                </a:lnTo>
                <a:lnTo>
                  <a:pt x="722" y="658"/>
                </a:lnTo>
                <a:lnTo>
                  <a:pt x="872" y="602"/>
                </a:lnTo>
                <a:lnTo>
                  <a:pt x="1052" y="546"/>
                </a:lnTo>
                <a:lnTo>
                  <a:pt x="1262" y="490"/>
                </a:lnTo>
                <a:lnTo>
                  <a:pt x="1503" y="434"/>
                </a:lnTo>
                <a:lnTo>
                  <a:pt x="1743" y="383"/>
                </a:lnTo>
                <a:lnTo>
                  <a:pt x="2013" y="332"/>
                </a:lnTo>
                <a:lnTo>
                  <a:pt x="2313" y="286"/>
                </a:lnTo>
                <a:lnTo>
                  <a:pt x="2614" y="240"/>
                </a:lnTo>
                <a:lnTo>
                  <a:pt x="2974" y="199"/>
                </a:lnTo>
                <a:lnTo>
                  <a:pt x="3335" y="163"/>
                </a:lnTo>
                <a:lnTo>
                  <a:pt x="3725" y="128"/>
                </a:lnTo>
                <a:lnTo>
                  <a:pt x="4176" y="97"/>
                </a:lnTo>
                <a:lnTo>
                  <a:pt x="4626" y="66"/>
                </a:lnTo>
                <a:lnTo>
                  <a:pt x="5107" y="46"/>
                </a:lnTo>
                <a:lnTo>
                  <a:pt x="5647" y="26"/>
                </a:lnTo>
                <a:lnTo>
                  <a:pt x="6188" y="15"/>
                </a:lnTo>
                <a:lnTo>
                  <a:pt x="6759" y="5"/>
                </a:lnTo>
                <a:lnTo>
                  <a:pt x="738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57"/>
          <p:cNvSpPr/>
          <p:nvPr/>
        </p:nvSpPr>
        <p:spPr>
          <a:xfrm flipH="1">
            <a:off x="3055838" y="4216921"/>
            <a:ext cx="330278" cy="376559"/>
          </a:xfrm>
          <a:custGeom>
            <a:avLst/>
            <a:gdLst/>
            <a:ahLst/>
            <a:cxnLst/>
            <a:rect l="l" t="t" r="r" b="b"/>
            <a:pathLst>
              <a:path w="7390" h="1429" extrusionOk="0">
                <a:moveTo>
                  <a:pt x="1" y="0"/>
                </a:moveTo>
                <a:lnTo>
                  <a:pt x="331" y="107"/>
                </a:lnTo>
                <a:lnTo>
                  <a:pt x="662" y="209"/>
                </a:lnTo>
                <a:lnTo>
                  <a:pt x="1022" y="311"/>
                </a:lnTo>
                <a:lnTo>
                  <a:pt x="1383" y="413"/>
                </a:lnTo>
                <a:lnTo>
                  <a:pt x="1773" y="515"/>
                </a:lnTo>
                <a:lnTo>
                  <a:pt x="2193" y="607"/>
                </a:lnTo>
                <a:lnTo>
                  <a:pt x="2614" y="704"/>
                </a:lnTo>
                <a:lnTo>
                  <a:pt x="3064" y="796"/>
                </a:lnTo>
                <a:lnTo>
                  <a:pt x="3545" y="883"/>
                </a:lnTo>
                <a:lnTo>
                  <a:pt x="4026" y="969"/>
                </a:lnTo>
                <a:lnTo>
                  <a:pt x="4506" y="1056"/>
                </a:lnTo>
                <a:lnTo>
                  <a:pt x="5047" y="1138"/>
                </a:lnTo>
                <a:lnTo>
                  <a:pt x="5587" y="1214"/>
                </a:lnTo>
                <a:lnTo>
                  <a:pt x="6128" y="1291"/>
                </a:lnTo>
                <a:lnTo>
                  <a:pt x="6729" y="1362"/>
                </a:lnTo>
                <a:lnTo>
                  <a:pt x="7329" y="1428"/>
                </a:lnTo>
                <a:lnTo>
                  <a:pt x="7359" y="1362"/>
                </a:lnTo>
                <a:lnTo>
                  <a:pt x="7389" y="1301"/>
                </a:lnTo>
                <a:lnTo>
                  <a:pt x="7359" y="1219"/>
                </a:lnTo>
                <a:lnTo>
                  <a:pt x="7359" y="1133"/>
                </a:lnTo>
                <a:lnTo>
                  <a:pt x="7299" y="1036"/>
                </a:lnTo>
                <a:lnTo>
                  <a:pt x="7179" y="934"/>
                </a:lnTo>
                <a:lnTo>
                  <a:pt x="7059" y="832"/>
                </a:lnTo>
                <a:lnTo>
                  <a:pt x="6849" y="724"/>
                </a:lnTo>
                <a:lnTo>
                  <a:pt x="6579" y="622"/>
                </a:lnTo>
                <a:lnTo>
                  <a:pt x="6428" y="566"/>
                </a:lnTo>
                <a:lnTo>
                  <a:pt x="6248" y="515"/>
                </a:lnTo>
                <a:lnTo>
                  <a:pt x="6038" y="469"/>
                </a:lnTo>
                <a:lnTo>
                  <a:pt x="5828" y="418"/>
                </a:lnTo>
                <a:lnTo>
                  <a:pt x="5587" y="373"/>
                </a:lnTo>
                <a:lnTo>
                  <a:pt x="5317" y="327"/>
                </a:lnTo>
                <a:lnTo>
                  <a:pt x="5047" y="281"/>
                </a:lnTo>
                <a:lnTo>
                  <a:pt x="4716" y="240"/>
                </a:lnTo>
                <a:lnTo>
                  <a:pt x="4386" y="204"/>
                </a:lnTo>
                <a:lnTo>
                  <a:pt x="4026" y="168"/>
                </a:lnTo>
                <a:lnTo>
                  <a:pt x="3635" y="133"/>
                </a:lnTo>
                <a:lnTo>
                  <a:pt x="3215" y="102"/>
                </a:lnTo>
                <a:lnTo>
                  <a:pt x="2764" y="77"/>
                </a:lnTo>
                <a:lnTo>
                  <a:pt x="2284" y="51"/>
                </a:lnTo>
                <a:lnTo>
                  <a:pt x="1773" y="31"/>
                </a:lnTo>
                <a:lnTo>
                  <a:pt x="1202" y="15"/>
                </a:lnTo>
                <a:lnTo>
                  <a:pt x="632" y="5"/>
                </a:lnTo>
                <a:lnTo>
                  <a:pt x="1" y="0"/>
                </a:lnTo>
                <a:close/>
              </a:path>
            </a:pathLst>
          </a:custGeom>
          <a:solidFill>
            <a:srgbClr val="4E1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57"/>
          <p:cNvSpPr/>
          <p:nvPr/>
        </p:nvSpPr>
        <p:spPr>
          <a:xfrm flipH="1">
            <a:off x="3055838" y="4216921"/>
            <a:ext cx="330278" cy="376559"/>
          </a:xfrm>
          <a:custGeom>
            <a:avLst/>
            <a:gdLst/>
            <a:ahLst/>
            <a:cxnLst/>
            <a:rect l="l" t="t" r="r" b="b"/>
            <a:pathLst>
              <a:path w="7390" h="1429" fill="none" extrusionOk="0">
                <a:moveTo>
                  <a:pt x="1" y="0"/>
                </a:moveTo>
                <a:lnTo>
                  <a:pt x="1" y="0"/>
                </a:lnTo>
                <a:lnTo>
                  <a:pt x="632" y="5"/>
                </a:lnTo>
                <a:lnTo>
                  <a:pt x="1202" y="15"/>
                </a:lnTo>
                <a:lnTo>
                  <a:pt x="1773" y="31"/>
                </a:lnTo>
                <a:lnTo>
                  <a:pt x="2284" y="51"/>
                </a:lnTo>
                <a:lnTo>
                  <a:pt x="2764" y="77"/>
                </a:lnTo>
                <a:lnTo>
                  <a:pt x="3215" y="102"/>
                </a:lnTo>
                <a:lnTo>
                  <a:pt x="3635" y="133"/>
                </a:lnTo>
                <a:lnTo>
                  <a:pt x="4026" y="168"/>
                </a:lnTo>
                <a:lnTo>
                  <a:pt x="4386" y="204"/>
                </a:lnTo>
                <a:lnTo>
                  <a:pt x="4716" y="240"/>
                </a:lnTo>
                <a:lnTo>
                  <a:pt x="5047" y="281"/>
                </a:lnTo>
                <a:lnTo>
                  <a:pt x="5317" y="327"/>
                </a:lnTo>
                <a:lnTo>
                  <a:pt x="5587" y="373"/>
                </a:lnTo>
                <a:lnTo>
                  <a:pt x="5828" y="418"/>
                </a:lnTo>
                <a:lnTo>
                  <a:pt x="6038" y="469"/>
                </a:lnTo>
                <a:lnTo>
                  <a:pt x="6248" y="515"/>
                </a:lnTo>
                <a:lnTo>
                  <a:pt x="6428" y="566"/>
                </a:lnTo>
                <a:lnTo>
                  <a:pt x="6579" y="622"/>
                </a:lnTo>
                <a:lnTo>
                  <a:pt x="6849" y="724"/>
                </a:lnTo>
                <a:lnTo>
                  <a:pt x="7059" y="832"/>
                </a:lnTo>
                <a:lnTo>
                  <a:pt x="7179" y="934"/>
                </a:lnTo>
                <a:lnTo>
                  <a:pt x="7299" y="1036"/>
                </a:lnTo>
                <a:lnTo>
                  <a:pt x="7359" y="1133"/>
                </a:lnTo>
                <a:lnTo>
                  <a:pt x="7359" y="1219"/>
                </a:lnTo>
                <a:lnTo>
                  <a:pt x="7389" y="1301"/>
                </a:lnTo>
                <a:lnTo>
                  <a:pt x="7389" y="1301"/>
                </a:lnTo>
                <a:lnTo>
                  <a:pt x="7359" y="1362"/>
                </a:lnTo>
                <a:lnTo>
                  <a:pt x="7329" y="1428"/>
                </a:lnTo>
                <a:lnTo>
                  <a:pt x="7329" y="1428"/>
                </a:lnTo>
                <a:lnTo>
                  <a:pt x="6729" y="1362"/>
                </a:lnTo>
                <a:lnTo>
                  <a:pt x="6128" y="1291"/>
                </a:lnTo>
                <a:lnTo>
                  <a:pt x="5587" y="1214"/>
                </a:lnTo>
                <a:lnTo>
                  <a:pt x="5047" y="1138"/>
                </a:lnTo>
                <a:lnTo>
                  <a:pt x="4506" y="1056"/>
                </a:lnTo>
                <a:lnTo>
                  <a:pt x="4026" y="969"/>
                </a:lnTo>
                <a:lnTo>
                  <a:pt x="3545" y="883"/>
                </a:lnTo>
                <a:lnTo>
                  <a:pt x="3064" y="796"/>
                </a:lnTo>
                <a:lnTo>
                  <a:pt x="2614" y="704"/>
                </a:lnTo>
                <a:lnTo>
                  <a:pt x="2193" y="607"/>
                </a:lnTo>
                <a:lnTo>
                  <a:pt x="1773" y="515"/>
                </a:lnTo>
                <a:lnTo>
                  <a:pt x="1383" y="413"/>
                </a:lnTo>
                <a:lnTo>
                  <a:pt x="1022" y="311"/>
                </a:lnTo>
                <a:lnTo>
                  <a:pt x="662" y="209"/>
                </a:lnTo>
                <a:lnTo>
                  <a:pt x="331" y="107"/>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57"/>
          <p:cNvSpPr/>
          <p:nvPr/>
        </p:nvSpPr>
        <p:spPr>
          <a:xfrm flipH="1">
            <a:off x="3328325" y="4468048"/>
            <a:ext cx="170502" cy="156263"/>
          </a:xfrm>
          <a:custGeom>
            <a:avLst/>
            <a:gdLst/>
            <a:ahLst/>
            <a:cxnLst/>
            <a:rect l="l" t="t" r="r" b="b"/>
            <a:pathLst>
              <a:path w="3815" h="593" extrusionOk="0">
                <a:moveTo>
                  <a:pt x="420" y="1"/>
                </a:moveTo>
                <a:lnTo>
                  <a:pt x="240" y="57"/>
                </a:lnTo>
                <a:lnTo>
                  <a:pt x="90" y="113"/>
                </a:lnTo>
                <a:lnTo>
                  <a:pt x="30" y="174"/>
                </a:lnTo>
                <a:lnTo>
                  <a:pt x="0" y="231"/>
                </a:lnTo>
                <a:lnTo>
                  <a:pt x="0" y="282"/>
                </a:lnTo>
                <a:lnTo>
                  <a:pt x="60" y="327"/>
                </a:lnTo>
                <a:lnTo>
                  <a:pt x="150" y="378"/>
                </a:lnTo>
                <a:lnTo>
                  <a:pt x="300" y="424"/>
                </a:lnTo>
                <a:lnTo>
                  <a:pt x="481" y="465"/>
                </a:lnTo>
                <a:lnTo>
                  <a:pt x="691" y="511"/>
                </a:lnTo>
                <a:lnTo>
                  <a:pt x="931" y="552"/>
                </a:lnTo>
                <a:lnTo>
                  <a:pt x="1201" y="593"/>
                </a:lnTo>
                <a:lnTo>
                  <a:pt x="1742" y="537"/>
                </a:lnTo>
                <a:lnTo>
                  <a:pt x="1832" y="521"/>
                </a:lnTo>
                <a:lnTo>
                  <a:pt x="1862" y="501"/>
                </a:lnTo>
                <a:lnTo>
                  <a:pt x="1832" y="486"/>
                </a:lnTo>
                <a:lnTo>
                  <a:pt x="1772" y="465"/>
                </a:lnTo>
                <a:lnTo>
                  <a:pt x="1622" y="440"/>
                </a:lnTo>
                <a:lnTo>
                  <a:pt x="1502" y="404"/>
                </a:lnTo>
                <a:lnTo>
                  <a:pt x="1382" y="353"/>
                </a:lnTo>
                <a:lnTo>
                  <a:pt x="1352" y="327"/>
                </a:lnTo>
                <a:lnTo>
                  <a:pt x="1352" y="297"/>
                </a:lnTo>
                <a:lnTo>
                  <a:pt x="1352" y="261"/>
                </a:lnTo>
                <a:lnTo>
                  <a:pt x="1412" y="225"/>
                </a:lnTo>
                <a:lnTo>
                  <a:pt x="1502" y="185"/>
                </a:lnTo>
                <a:lnTo>
                  <a:pt x="1622" y="144"/>
                </a:lnTo>
                <a:lnTo>
                  <a:pt x="1682" y="129"/>
                </a:lnTo>
                <a:lnTo>
                  <a:pt x="1682" y="113"/>
                </a:lnTo>
                <a:lnTo>
                  <a:pt x="1682" y="98"/>
                </a:lnTo>
                <a:lnTo>
                  <a:pt x="1622" y="83"/>
                </a:lnTo>
                <a:lnTo>
                  <a:pt x="1532" y="72"/>
                </a:lnTo>
                <a:lnTo>
                  <a:pt x="1442" y="62"/>
                </a:lnTo>
                <a:lnTo>
                  <a:pt x="420" y="1"/>
                </a:lnTo>
                <a:close/>
                <a:moveTo>
                  <a:pt x="2373" y="1"/>
                </a:moveTo>
                <a:lnTo>
                  <a:pt x="2193" y="57"/>
                </a:lnTo>
                <a:lnTo>
                  <a:pt x="2072" y="113"/>
                </a:lnTo>
                <a:lnTo>
                  <a:pt x="1982" y="174"/>
                </a:lnTo>
                <a:lnTo>
                  <a:pt x="1952" y="231"/>
                </a:lnTo>
                <a:lnTo>
                  <a:pt x="1982" y="282"/>
                </a:lnTo>
                <a:lnTo>
                  <a:pt x="2042" y="327"/>
                </a:lnTo>
                <a:lnTo>
                  <a:pt x="2132" y="378"/>
                </a:lnTo>
                <a:lnTo>
                  <a:pt x="2253" y="424"/>
                </a:lnTo>
                <a:lnTo>
                  <a:pt x="2433" y="465"/>
                </a:lnTo>
                <a:lnTo>
                  <a:pt x="2643" y="511"/>
                </a:lnTo>
                <a:lnTo>
                  <a:pt x="2883" y="552"/>
                </a:lnTo>
                <a:lnTo>
                  <a:pt x="3154" y="593"/>
                </a:lnTo>
                <a:lnTo>
                  <a:pt x="3694" y="537"/>
                </a:lnTo>
                <a:lnTo>
                  <a:pt x="3784" y="521"/>
                </a:lnTo>
                <a:lnTo>
                  <a:pt x="3814" y="501"/>
                </a:lnTo>
                <a:lnTo>
                  <a:pt x="3784" y="486"/>
                </a:lnTo>
                <a:lnTo>
                  <a:pt x="3724" y="465"/>
                </a:lnTo>
                <a:lnTo>
                  <a:pt x="3604" y="440"/>
                </a:lnTo>
                <a:lnTo>
                  <a:pt x="3454" y="404"/>
                </a:lnTo>
                <a:lnTo>
                  <a:pt x="3334" y="353"/>
                </a:lnTo>
                <a:lnTo>
                  <a:pt x="3304" y="327"/>
                </a:lnTo>
                <a:lnTo>
                  <a:pt x="3304" y="297"/>
                </a:lnTo>
                <a:lnTo>
                  <a:pt x="3304" y="261"/>
                </a:lnTo>
                <a:lnTo>
                  <a:pt x="3364" y="225"/>
                </a:lnTo>
                <a:lnTo>
                  <a:pt x="3454" y="185"/>
                </a:lnTo>
                <a:lnTo>
                  <a:pt x="3604" y="144"/>
                </a:lnTo>
                <a:lnTo>
                  <a:pt x="3634" y="129"/>
                </a:lnTo>
                <a:lnTo>
                  <a:pt x="3634" y="113"/>
                </a:lnTo>
                <a:lnTo>
                  <a:pt x="3634" y="98"/>
                </a:lnTo>
                <a:lnTo>
                  <a:pt x="3574" y="83"/>
                </a:lnTo>
                <a:lnTo>
                  <a:pt x="3514" y="72"/>
                </a:lnTo>
                <a:lnTo>
                  <a:pt x="3394" y="62"/>
                </a:lnTo>
                <a:lnTo>
                  <a:pt x="237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57"/>
          <p:cNvSpPr/>
          <p:nvPr/>
        </p:nvSpPr>
        <p:spPr>
          <a:xfrm flipH="1">
            <a:off x="752469" y="580975"/>
            <a:ext cx="684600" cy="661680"/>
          </a:xfrm>
          <a:custGeom>
            <a:avLst/>
            <a:gdLst/>
            <a:ahLst/>
            <a:cxnLst/>
            <a:rect l="l" t="t" r="r" b="b"/>
            <a:pathLst>
              <a:path w="15318" h="2511" extrusionOk="0">
                <a:moveTo>
                  <a:pt x="7719" y="1"/>
                </a:moveTo>
                <a:lnTo>
                  <a:pt x="7209" y="6"/>
                </a:lnTo>
                <a:lnTo>
                  <a:pt x="6698" y="11"/>
                </a:lnTo>
                <a:lnTo>
                  <a:pt x="6217" y="21"/>
                </a:lnTo>
                <a:lnTo>
                  <a:pt x="5767" y="37"/>
                </a:lnTo>
                <a:lnTo>
                  <a:pt x="5316" y="57"/>
                </a:lnTo>
                <a:lnTo>
                  <a:pt x="4896" y="77"/>
                </a:lnTo>
                <a:lnTo>
                  <a:pt x="4505" y="103"/>
                </a:lnTo>
                <a:lnTo>
                  <a:pt x="4115" y="134"/>
                </a:lnTo>
                <a:lnTo>
                  <a:pt x="3755" y="164"/>
                </a:lnTo>
                <a:lnTo>
                  <a:pt x="3394" y="200"/>
                </a:lnTo>
                <a:lnTo>
                  <a:pt x="3094" y="236"/>
                </a:lnTo>
                <a:lnTo>
                  <a:pt x="2763" y="271"/>
                </a:lnTo>
                <a:lnTo>
                  <a:pt x="2493" y="317"/>
                </a:lnTo>
                <a:lnTo>
                  <a:pt x="2223" y="358"/>
                </a:lnTo>
                <a:lnTo>
                  <a:pt x="1953" y="404"/>
                </a:lnTo>
                <a:lnTo>
                  <a:pt x="1742" y="450"/>
                </a:lnTo>
                <a:lnTo>
                  <a:pt x="1322" y="547"/>
                </a:lnTo>
                <a:lnTo>
                  <a:pt x="961" y="644"/>
                </a:lnTo>
                <a:lnTo>
                  <a:pt x="661" y="746"/>
                </a:lnTo>
                <a:lnTo>
                  <a:pt x="421" y="843"/>
                </a:lnTo>
                <a:lnTo>
                  <a:pt x="241" y="945"/>
                </a:lnTo>
                <a:lnTo>
                  <a:pt x="120" y="1041"/>
                </a:lnTo>
                <a:lnTo>
                  <a:pt x="30" y="1128"/>
                </a:lnTo>
                <a:lnTo>
                  <a:pt x="0" y="1215"/>
                </a:lnTo>
                <a:lnTo>
                  <a:pt x="0" y="1291"/>
                </a:lnTo>
                <a:lnTo>
                  <a:pt x="871" y="1373"/>
                </a:lnTo>
                <a:lnTo>
                  <a:pt x="1742" y="1460"/>
                </a:lnTo>
                <a:lnTo>
                  <a:pt x="2583" y="1551"/>
                </a:lnTo>
                <a:lnTo>
                  <a:pt x="3394" y="1643"/>
                </a:lnTo>
                <a:lnTo>
                  <a:pt x="4205" y="1740"/>
                </a:lnTo>
                <a:lnTo>
                  <a:pt x="4986" y="1842"/>
                </a:lnTo>
                <a:lnTo>
                  <a:pt x="5767" y="1944"/>
                </a:lnTo>
                <a:lnTo>
                  <a:pt x="6488" y="2046"/>
                </a:lnTo>
                <a:lnTo>
                  <a:pt x="7179" y="2153"/>
                </a:lnTo>
                <a:lnTo>
                  <a:pt x="7839" y="2266"/>
                </a:lnTo>
                <a:lnTo>
                  <a:pt x="8470" y="2383"/>
                </a:lnTo>
                <a:lnTo>
                  <a:pt x="9041" y="2510"/>
                </a:lnTo>
                <a:lnTo>
                  <a:pt x="9581" y="2495"/>
                </a:lnTo>
                <a:lnTo>
                  <a:pt x="10062" y="2480"/>
                </a:lnTo>
                <a:lnTo>
                  <a:pt x="10542" y="2459"/>
                </a:lnTo>
                <a:lnTo>
                  <a:pt x="10963" y="2439"/>
                </a:lnTo>
                <a:lnTo>
                  <a:pt x="11383" y="2408"/>
                </a:lnTo>
                <a:lnTo>
                  <a:pt x="11774" y="2378"/>
                </a:lnTo>
                <a:lnTo>
                  <a:pt x="12134" y="2342"/>
                </a:lnTo>
                <a:lnTo>
                  <a:pt x="12495" y="2306"/>
                </a:lnTo>
                <a:lnTo>
                  <a:pt x="12795" y="2266"/>
                </a:lnTo>
                <a:lnTo>
                  <a:pt x="13095" y="2220"/>
                </a:lnTo>
                <a:lnTo>
                  <a:pt x="13366" y="2179"/>
                </a:lnTo>
                <a:lnTo>
                  <a:pt x="13606" y="2128"/>
                </a:lnTo>
                <a:lnTo>
                  <a:pt x="13846" y="2082"/>
                </a:lnTo>
                <a:lnTo>
                  <a:pt x="14057" y="2031"/>
                </a:lnTo>
                <a:lnTo>
                  <a:pt x="14237" y="1975"/>
                </a:lnTo>
                <a:lnTo>
                  <a:pt x="14417" y="1924"/>
                </a:lnTo>
                <a:lnTo>
                  <a:pt x="14717" y="1812"/>
                </a:lnTo>
                <a:lnTo>
                  <a:pt x="14928" y="1705"/>
                </a:lnTo>
                <a:lnTo>
                  <a:pt x="15108" y="1592"/>
                </a:lnTo>
                <a:lnTo>
                  <a:pt x="15228" y="1480"/>
                </a:lnTo>
                <a:lnTo>
                  <a:pt x="15288" y="1373"/>
                </a:lnTo>
                <a:lnTo>
                  <a:pt x="15318" y="1271"/>
                </a:lnTo>
                <a:lnTo>
                  <a:pt x="15318" y="1179"/>
                </a:lnTo>
                <a:lnTo>
                  <a:pt x="15288" y="1092"/>
                </a:lnTo>
                <a:lnTo>
                  <a:pt x="15198" y="1006"/>
                </a:lnTo>
                <a:lnTo>
                  <a:pt x="15138" y="914"/>
                </a:lnTo>
                <a:lnTo>
                  <a:pt x="15018" y="827"/>
                </a:lnTo>
                <a:lnTo>
                  <a:pt x="14867" y="735"/>
                </a:lnTo>
                <a:lnTo>
                  <a:pt x="14687" y="644"/>
                </a:lnTo>
                <a:lnTo>
                  <a:pt x="14447" y="557"/>
                </a:lnTo>
                <a:lnTo>
                  <a:pt x="14177" y="470"/>
                </a:lnTo>
                <a:lnTo>
                  <a:pt x="13816" y="389"/>
                </a:lnTo>
                <a:lnTo>
                  <a:pt x="13636" y="348"/>
                </a:lnTo>
                <a:lnTo>
                  <a:pt x="13396" y="312"/>
                </a:lnTo>
                <a:lnTo>
                  <a:pt x="13186" y="276"/>
                </a:lnTo>
                <a:lnTo>
                  <a:pt x="12915" y="241"/>
                </a:lnTo>
                <a:lnTo>
                  <a:pt x="12645" y="210"/>
                </a:lnTo>
                <a:lnTo>
                  <a:pt x="12345" y="179"/>
                </a:lnTo>
                <a:lnTo>
                  <a:pt x="12044" y="149"/>
                </a:lnTo>
                <a:lnTo>
                  <a:pt x="11714" y="123"/>
                </a:lnTo>
                <a:lnTo>
                  <a:pt x="11353" y="98"/>
                </a:lnTo>
                <a:lnTo>
                  <a:pt x="10963" y="77"/>
                </a:lnTo>
                <a:lnTo>
                  <a:pt x="10542" y="57"/>
                </a:lnTo>
                <a:lnTo>
                  <a:pt x="10092" y="42"/>
                </a:lnTo>
                <a:lnTo>
                  <a:pt x="9641" y="26"/>
                </a:lnTo>
                <a:lnTo>
                  <a:pt x="9161" y="16"/>
                </a:lnTo>
                <a:lnTo>
                  <a:pt x="8620" y="6"/>
                </a:lnTo>
                <a:lnTo>
                  <a:pt x="8080" y="6"/>
                </a:lnTo>
                <a:lnTo>
                  <a:pt x="7719" y="1"/>
                </a:lnTo>
                <a:close/>
              </a:path>
            </a:pathLst>
          </a:custGeom>
          <a:solidFill>
            <a:srgbClr val="7091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57"/>
          <p:cNvSpPr/>
          <p:nvPr/>
        </p:nvSpPr>
        <p:spPr>
          <a:xfrm flipH="1">
            <a:off x="752469" y="580975"/>
            <a:ext cx="684600" cy="661680"/>
          </a:xfrm>
          <a:custGeom>
            <a:avLst/>
            <a:gdLst/>
            <a:ahLst/>
            <a:cxnLst/>
            <a:rect l="l" t="t" r="r" b="b"/>
            <a:pathLst>
              <a:path w="15318" h="2511" fill="none" extrusionOk="0">
                <a:moveTo>
                  <a:pt x="7719" y="1"/>
                </a:moveTo>
                <a:lnTo>
                  <a:pt x="7719" y="1"/>
                </a:lnTo>
                <a:lnTo>
                  <a:pt x="8080" y="6"/>
                </a:lnTo>
                <a:lnTo>
                  <a:pt x="8080" y="6"/>
                </a:lnTo>
                <a:lnTo>
                  <a:pt x="8620" y="6"/>
                </a:lnTo>
                <a:lnTo>
                  <a:pt x="9161" y="16"/>
                </a:lnTo>
                <a:lnTo>
                  <a:pt x="9641" y="26"/>
                </a:lnTo>
                <a:lnTo>
                  <a:pt x="10092" y="42"/>
                </a:lnTo>
                <a:lnTo>
                  <a:pt x="10542" y="57"/>
                </a:lnTo>
                <a:lnTo>
                  <a:pt x="10963" y="77"/>
                </a:lnTo>
                <a:lnTo>
                  <a:pt x="11353" y="98"/>
                </a:lnTo>
                <a:lnTo>
                  <a:pt x="11714" y="123"/>
                </a:lnTo>
                <a:lnTo>
                  <a:pt x="12044" y="149"/>
                </a:lnTo>
                <a:lnTo>
                  <a:pt x="12345" y="179"/>
                </a:lnTo>
                <a:lnTo>
                  <a:pt x="12645" y="210"/>
                </a:lnTo>
                <a:lnTo>
                  <a:pt x="12915" y="241"/>
                </a:lnTo>
                <a:lnTo>
                  <a:pt x="13186" y="276"/>
                </a:lnTo>
                <a:lnTo>
                  <a:pt x="13396" y="312"/>
                </a:lnTo>
                <a:lnTo>
                  <a:pt x="13636" y="348"/>
                </a:lnTo>
                <a:lnTo>
                  <a:pt x="13816" y="389"/>
                </a:lnTo>
                <a:lnTo>
                  <a:pt x="14177" y="470"/>
                </a:lnTo>
                <a:lnTo>
                  <a:pt x="14447" y="557"/>
                </a:lnTo>
                <a:lnTo>
                  <a:pt x="14687" y="644"/>
                </a:lnTo>
                <a:lnTo>
                  <a:pt x="14867" y="735"/>
                </a:lnTo>
                <a:lnTo>
                  <a:pt x="15018" y="827"/>
                </a:lnTo>
                <a:lnTo>
                  <a:pt x="15138" y="914"/>
                </a:lnTo>
                <a:lnTo>
                  <a:pt x="15198" y="1006"/>
                </a:lnTo>
                <a:lnTo>
                  <a:pt x="15288" y="1092"/>
                </a:lnTo>
                <a:lnTo>
                  <a:pt x="15288" y="1092"/>
                </a:lnTo>
                <a:lnTo>
                  <a:pt x="15318" y="1179"/>
                </a:lnTo>
                <a:lnTo>
                  <a:pt x="15318" y="1271"/>
                </a:lnTo>
                <a:lnTo>
                  <a:pt x="15288" y="1373"/>
                </a:lnTo>
                <a:lnTo>
                  <a:pt x="15228" y="1480"/>
                </a:lnTo>
                <a:lnTo>
                  <a:pt x="15108" y="1592"/>
                </a:lnTo>
                <a:lnTo>
                  <a:pt x="14928" y="1705"/>
                </a:lnTo>
                <a:lnTo>
                  <a:pt x="14717" y="1812"/>
                </a:lnTo>
                <a:lnTo>
                  <a:pt x="14417" y="1924"/>
                </a:lnTo>
                <a:lnTo>
                  <a:pt x="14237" y="1975"/>
                </a:lnTo>
                <a:lnTo>
                  <a:pt x="14057" y="2031"/>
                </a:lnTo>
                <a:lnTo>
                  <a:pt x="13846" y="2082"/>
                </a:lnTo>
                <a:lnTo>
                  <a:pt x="13606" y="2128"/>
                </a:lnTo>
                <a:lnTo>
                  <a:pt x="13366" y="2179"/>
                </a:lnTo>
                <a:lnTo>
                  <a:pt x="13095" y="2220"/>
                </a:lnTo>
                <a:lnTo>
                  <a:pt x="12795" y="2266"/>
                </a:lnTo>
                <a:lnTo>
                  <a:pt x="12495" y="2306"/>
                </a:lnTo>
                <a:lnTo>
                  <a:pt x="12134" y="2342"/>
                </a:lnTo>
                <a:lnTo>
                  <a:pt x="11774" y="2378"/>
                </a:lnTo>
                <a:lnTo>
                  <a:pt x="11383" y="2408"/>
                </a:lnTo>
                <a:lnTo>
                  <a:pt x="10963" y="2439"/>
                </a:lnTo>
                <a:lnTo>
                  <a:pt x="10542" y="2459"/>
                </a:lnTo>
                <a:lnTo>
                  <a:pt x="10062" y="2480"/>
                </a:lnTo>
                <a:lnTo>
                  <a:pt x="9581" y="2495"/>
                </a:lnTo>
                <a:lnTo>
                  <a:pt x="9041" y="2510"/>
                </a:lnTo>
                <a:lnTo>
                  <a:pt x="9041" y="2510"/>
                </a:lnTo>
                <a:lnTo>
                  <a:pt x="8470" y="2383"/>
                </a:lnTo>
                <a:lnTo>
                  <a:pt x="7839" y="2266"/>
                </a:lnTo>
                <a:lnTo>
                  <a:pt x="7179" y="2153"/>
                </a:lnTo>
                <a:lnTo>
                  <a:pt x="6488" y="2046"/>
                </a:lnTo>
                <a:lnTo>
                  <a:pt x="6488" y="2046"/>
                </a:lnTo>
                <a:lnTo>
                  <a:pt x="5767" y="1944"/>
                </a:lnTo>
                <a:lnTo>
                  <a:pt x="4986" y="1842"/>
                </a:lnTo>
                <a:lnTo>
                  <a:pt x="4205" y="1740"/>
                </a:lnTo>
                <a:lnTo>
                  <a:pt x="3394" y="1643"/>
                </a:lnTo>
                <a:lnTo>
                  <a:pt x="2583" y="1551"/>
                </a:lnTo>
                <a:lnTo>
                  <a:pt x="1742" y="1460"/>
                </a:lnTo>
                <a:lnTo>
                  <a:pt x="871" y="1373"/>
                </a:lnTo>
                <a:lnTo>
                  <a:pt x="0" y="1291"/>
                </a:lnTo>
                <a:lnTo>
                  <a:pt x="0" y="1291"/>
                </a:lnTo>
                <a:lnTo>
                  <a:pt x="0" y="1215"/>
                </a:lnTo>
                <a:lnTo>
                  <a:pt x="0" y="1215"/>
                </a:lnTo>
                <a:lnTo>
                  <a:pt x="30" y="1128"/>
                </a:lnTo>
                <a:lnTo>
                  <a:pt x="120" y="1041"/>
                </a:lnTo>
                <a:lnTo>
                  <a:pt x="241" y="945"/>
                </a:lnTo>
                <a:lnTo>
                  <a:pt x="421" y="843"/>
                </a:lnTo>
                <a:lnTo>
                  <a:pt x="661" y="746"/>
                </a:lnTo>
                <a:lnTo>
                  <a:pt x="961" y="644"/>
                </a:lnTo>
                <a:lnTo>
                  <a:pt x="1322" y="547"/>
                </a:lnTo>
                <a:lnTo>
                  <a:pt x="1742" y="450"/>
                </a:lnTo>
                <a:lnTo>
                  <a:pt x="1953" y="404"/>
                </a:lnTo>
                <a:lnTo>
                  <a:pt x="2223" y="358"/>
                </a:lnTo>
                <a:lnTo>
                  <a:pt x="2493" y="317"/>
                </a:lnTo>
                <a:lnTo>
                  <a:pt x="2763" y="271"/>
                </a:lnTo>
                <a:lnTo>
                  <a:pt x="3094" y="236"/>
                </a:lnTo>
                <a:lnTo>
                  <a:pt x="3394" y="200"/>
                </a:lnTo>
                <a:lnTo>
                  <a:pt x="3755" y="164"/>
                </a:lnTo>
                <a:lnTo>
                  <a:pt x="4115" y="134"/>
                </a:lnTo>
                <a:lnTo>
                  <a:pt x="4505" y="103"/>
                </a:lnTo>
                <a:lnTo>
                  <a:pt x="4896" y="77"/>
                </a:lnTo>
                <a:lnTo>
                  <a:pt x="5316" y="57"/>
                </a:lnTo>
                <a:lnTo>
                  <a:pt x="5767" y="37"/>
                </a:lnTo>
                <a:lnTo>
                  <a:pt x="6217" y="21"/>
                </a:lnTo>
                <a:lnTo>
                  <a:pt x="6698" y="11"/>
                </a:lnTo>
                <a:lnTo>
                  <a:pt x="7209" y="6"/>
                </a:lnTo>
                <a:lnTo>
                  <a:pt x="771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57"/>
          <p:cNvSpPr/>
          <p:nvPr/>
        </p:nvSpPr>
        <p:spPr>
          <a:xfrm flipH="1">
            <a:off x="1033004" y="921170"/>
            <a:ext cx="404065" cy="324120"/>
          </a:xfrm>
          <a:custGeom>
            <a:avLst/>
            <a:gdLst/>
            <a:ahLst/>
            <a:cxnLst/>
            <a:rect l="l" t="t" r="r" b="b"/>
            <a:pathLst>
              <a:path w="9041" h="1230" extrusionOk="0">
                <a:moveTo>
                  <a:pt x="0" y="0"/>
                </a:moveTo>
                <a:lnTo>
                  <a:pt x="30" y="82"/>
                </a:lnTo>
                <a:lnTo>
                  <a:pt x="90" y="174"/>
                </a:lnTo>
                <a:lnTo>
                  <a:pt x="180" y="271"/>
                </a:lnTo>
                <a:lnTo>
                  <a:pt x="301" y="368"/>
                </a:lnTo>
                <a:lnTo>
                  <a:pt x="481" y="470"/>
                </a:lnTo>
                <a:lnTo>
                  <a:pt x="721" y="572"/>
                </a:lnTo>
                <a:lnTo>
                  <a:pt x="991" y="669"/>
                </a:lnTo>
                <a:lnTo>
                  <a:pt x="1172" y="720"/>
                </a:lnTo>
                <a:lnTo>
                  <a:pt x="1352" y="765"/>
                </a:lnTo>
                <a:lnTo>
                  <a:pt x="1562" y="811"/>
                </a:lnTo>
                <a:lnTo>
                  <a:pt x="1802" y="857"/>
                </a:lnTo>
                <a:lnTo>
                  <a:pt x="2073" y="898"/>
                </a:lnTo>
                <a:lnTo>
                  <a:pt x="2343" y="939"/>
                </a:lnTo>
                <a:lnTo>
                  <a:pt x="2613" y="980"/>
                </a:lnTo>
                <a:lnTo>
                  <a:pt x="2944" y="1015"/>
                </a:lnTo>
                <a:lnTo>
                  <a:pt x="3304" y="1051"/>
                </a:lnTo>
                <a:lnTo>
                  <a:pt x="3665" y="1087"/>
                </a:lnTo>
                <a:lnTo>
                  <a:pt x="4055" y="1112"/>
                </a:lnTo>
                <a:lnTo>
                  <a:pt x="4475" y="1143"/>
                </a:lnTo>
                <a:lnTo>
                  <a:pt x="4926" y="1163"/>
                </a:lnTo>
                <a:lnTo>
                  <a:pt x="5407" y="1184"/>
                </a:lnTo>
                <a:lnTo>
                  <a:pt x="5917" y="1199"/>
                </a:lnTo>
                <a:lnTo>
                  <a:pt x="6458" y="1214"/>
                </a:lnTo>
                <a:lnTo>
                  <a:pt x="7028" y="1225"/>
                </a:lnTo>
                <a:lnTo>
                  <a:pt x="7629" y="1230"/>
                </a:lnTo>
                <a:lnTo>
                  <a:pt x="7929" y="1230"/>
                </a:lnTo>
                <a:lnTo>
                  <a:pt x="8500" y="1225"/>
                </a:lnTo>
                <a:lnTo>
                  <a:pt x="9041" y="1219"/>
                </a:lnTo>
                <a:lnTo>
                  <a:pt x="8470" y="1092"/>
                </a:lnTo>
                <a:lnTo>
                  <a:pt x="7839" y="975"/>
                </a:lnTo>
                <a:lnTo>
                  <a:pt x="7179" y="862"/>
                </a:lnTo>
                <a:lnTo>
                  <a:pt x="6488" y="755"/>
                </a:lnTo>
                <a:lnTo>
                  <a:pt x="5767" y="653"/>
                </a:lnTo>
                <a:lnTo>
                  <a:pt x="4986" y="551"/>
                </a:lnTo>
                <a:lnTo>
                  <a:pt x="4205" y="449"/>
                </a:lnTo>
                <a:lnTo>
                  <a:pt x="3394" y="352"/>
                </a:lnTo>
                <a:lnTo>
                  <a:pt x="2583" y="260"/>
                </a:lnTo>
                <a:lnTo>
                  <a:pt x="1742" y="169"/>
                </a:lnTo>
                <a:lnTo>
                  <a:pt x="871" y="82"/>
                </a:lnTo>
                <a:lnTo>
                  <a:pt x="0" y="0"/>
                </a:lnTo>
                <a:close/>
              </a:path>
            </a:pathLst>
          </a:custGeom>
          <a:solidFill>
            <a:srgbClr val="3F3D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57"/>
          <p:cNvSpPr/>
          <p:nvPr/>
        </p:nvSpPr>
        <p:spPr>
          <a:xfrm flipH="1">
            <a:off x="1033004" y="921170"/>
            <a:ext cx="404065" cy="324120"/>
          </a:xfrm>
          <a:custGeom>
            <a:avLst/>
            <a:gdLst/>
            <a:ahLst/>
            <a:cxnLst/>
            <a:rect l="l" t="t" r="r" b="b"/>
            <a:pathLst>
              <a:path w="9041" h="1230" fill="none" extrusionOk="0">
                <a:moveTo>
                  <a:pt x="0" y="0"/>
                </a:moveTo>
                <a:lnTo>
                  <a:pt x="0" y="0"/>
                </a:lnTo>
                <a:lnTo>
                  <a:pt x="871" y="82"/>
                </a:lnTo>
                <a:lnTo>
                  <a:pt x="1742" y="169"/>
                </a:lnTo>
                <a:lnTo>
                  <a:pt x="2583" y="260"/>
                </a:lnTo>
                <a:lnTo>
                  <a:pt x="3394" y="352"/>
                </a:lnTo>
                <a:lnTo>
                  <a:pt x="4205" y="449"/>
                </a:lnTo>
                <a:lnTo>
                  <a:pt x="4986" y="551"/>
                </a:lnTo>
                <a:lnTo>
                  <a:pt x="5767" y="653"/>
                </a:lnTo>
                <a:lnTo>
                  <a:pt x="6488" y="755"/>
                </a:lnTo>
                <a:lnTo>
                  <a:pt x="6488" y="755"/>
                </a:lnTo>
                <a:lnTo>
                  <a:pt x="7179" y="862"/>
                </a:lnTo>
                <a:lnTo>
                  <a:pt x="7839" y="975"/>
                </a:lnTo>
                <a:lnTo>
                  <a:pt x="8470" y="1092"/>
                </a:lnTo>
                <a:lnTo>
                  <a:pt x="9041" y="1219"/>
                </a:lnTo>
                <a:lnTo>
                  <a:pt x="9041" y="1219"/>
                </a:lnTo>
                <a:lnTo>
                  <a:pt x="8500" y="1225"/>
                </a:lnTo>
                <a:lnTo>
                  <a:pt x="7929" y="1230"/>
                </a:lnTo>
                <a:lnTo>
                  <a:pt x="7929" y="1230"/>
                </a:lnTo>
                <a:lnTo>
                  <a:pt x="7629" y="1230"/>
                </a:lnTo>
                <a:lnTo>
                  <a:pt x="7629" y="1230"/>
                </a:lnTo>
                <a:lnTo>
                  <a:pt x="7028" y="1225"/>
                </a:lnTo>
                <a:lnTo>
                  <a:pt x="6458" y="1214"/>
                </a:lnTo>
                <a:lnTo>
                  <a:pt x="5917" y="1199"/>
                </a:lnTo>
                <a:lnTo>
                  <a:pt x="5407" y="1184"/>
                </a:lnTo>
                <a:lnTo>
                  <a:pt x="4926" y="1163"/>
                </a:lnTo>
                <a:lnTo>
                  <a:pt x="4475" y="1143"/>
                </a:lnTo>
                <a:lnTo>
                  <a:pt x="4055" y="1112"/>
                </a:lnTo>
                <a:lnTo>
                  <a:pt x="3665" y="1087"/>
                </a:lnTo>
                <a:lnTo>
                  <a:pt x="3304" y="1051"/>
                </a:lnTo>
                <a:lnTo>
                  <a:pt x="2944" y="1015"/>
                </a:lnTo>
                <a:lnTo>
                  <a:pt x="2613" y="980"/>
                </a:lnTo>
                <a:lnTo>
                  <a:pt x="2343" y="939"/>
                </a:lnTo>
                <a:lnTo>
                  <a:pt x="2073" y="898"/>
                </a:lnTo>
                <a:lnTo>
                  <a:pt x="1802" y="857"/>
                </a:lnTo>
                <a:lnTo>
                  <a:pt x="1562" y="811"/>
                </a:lnTo>
                <a:lnTo>
                  <a:pt x="1352" y="765"/>
                </a:lnTo>
                <a:lnTo>
                  <a:pt x="1172" y="720"/>
                </a:lnTo>
                <a:lnTo>
                  <a:pt x="991" y="669"/>
                </a:lnTo>
                <a:lnTo>
                  <a:pt x="721" y="572"/>
                </a:lnTo>
                <a:lnTo>
                  <a:pt x="481" y="470"/>
                </a:lnTo>
                <a:lnTo>
                  <a:pt x="301" y="368"/>
                </a:lnTo>
                <a:lnTo>
                  <a:pt x="180" y="271"/>
                </a:lnTo>
                <a:lnTo>
                  <a:pt x="90" y="174"/>
                </a:lnTo>
                <a:lnTo>
                  <a:pt x="30" y="82"/>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57"/>
          <p:cNvSpPr/>
          <p:nvPr/>
        </p:nvSpPr>
        <p:spPr>
          <a:xfrm flipH="1">
            <a:off x="994082" y="836582"/>
            <a:ext cx="171843" cy="155999"/>
          </a:xfrm>
          <a:custGeom>
            <a:avLst/>
            <a:gdLst/>
            <a:ahLst/>
            <a:cxnLst/>
            <a:rect l="l" t="t" r="r" b="b"/>
            <a:pathLst>
              <a:path w="3845" h="592" extrusionOk="0">
                <a:moveTo>
                  <a:pt x="661" y="0"/>
                </a:moveTo>
                <a:lnTo>
                  <a:pt x="150" y="56"/>
                </a:lnTo>
                <a:lnTo>
                  <a:pt x="30" y="71"/>
                </a:lnTo>
                <a:lnTo>
                  <a:pt x="0" y="92"/>
                </a:lnTo>
                <a:lnTo>
                  <a:pt x="30" y="107"/>
                </a:lnTo>
                <a:lnTo>
                  <a:pt x="120" y="122"/>
                </a:lnTo>
                <a:lnTo>
                  <a:pt x="241" y="153"/>
                </a:lnTo>
                <a:lnTo>
                  <a:pt x="391" y="189"/>
                </a:lnTo>
                <a:lnTo>
                  <a:pt x="481" y="240"/>
                </a:lnTo>
                <a:lnTo>
                  <a:pt x="541" y="265"/>
                </a:lnTo>
                <a:lnTo>
                  <a:pt x="541" y="296"/>
                </a:lnTo>
                <a:lnTo>
                  <a:pt x="511" y="332"/>
                </a:lnTo>
                <a:lnTo>
                  <a:pt x="481" y="367"/>
                </a:lnTo>
                <a:lnTo>
                  <a:pt x="391" y="408"/>
                </a:lnTo>
                <a:lnTo>
                  <a:pt x="241" y="449"/>
                </a:lnTo>
                <a:lnTo>
                  <a:pt x="211" y="464"/>
                </a:lnTo>
                <a:lnTo>
                  <a:pt x="181" y="479"/>
                </a:lnTo>
                <a:lnTo>
                  <a:pt x="211" y="495"/>
                </a:lnTo>
                <a:lnTo>
                  <a:pt x="241" y="510"/>
                </a:lnTo>
                <a:lnTo>
                  <a:pt x="331" y="520"/>
                </a:lnTo>
                <a:lnTo>
                  <a:pt x="421" y="530"/>
                </a:lnTo>
                <a:lnTo>
                  <a:pt x="1442" y="592"/>
                </a:lnTo>
                <a:lnTo>
                  <a:pt x="1652" y="536"/>
                </a:lnTo>
                <a:lnTo>
                  <a:pt x="1772" y="474"/>
                </a:lnTo>
                <a:lnTo>
                  <a:pt x="1862" y="418"/>
                </a:lnTo>
                <a:lnTo>
                  <a:pt x="1892" y="362"/>
                </a:lnTo>
                <a:lnTo>
                  <a:pt x="1862" y="311"/>
                </a:lnTo>
                <a:lnTo>
                  <a:pt x="1802" y="265"/>
                </a:lnTo>
                <a:lnTo>
                  <a:pt x="1712" y="214"/>
                </a:lnTo>
                <a:lnTo>
                  <a:pt x="1592" y="168"/>
                </a:lnTo>
                <a:lnTo>
                  <a:pt x="1412" y="128"/>
                </a:lnTo>
                <a:lnTo>
                  <a:pt x="1202" y="82"/>
                </a:lnTo>
                <a:lnTo>
                  <a:pt x="961" y="41"/>
                </a:lnTo>
                <a:lnTo>
                  <a:pt x="661" y="0"/>
                </a:lnTo>
                <a:close/>
                <a:moveTo>
                  <a:pt x="2643" y="0"/>
                </a:moveTo>
                <a:lnTo>
                  <a:pt x="2103" y="56"/>
                </a:lnTo>
                <a:lnTo>
                  <a:pt x="2013" y="71"/>
                </a:lnTo>
                <a:lnTo>
                  <a:pt x="1983" y="92"/>
                </a:lnTo>
                <a:lnTo>
                  <a:pt x="2013" y="107"/>
                </a:lnTo>
                <a:lnTo>
                  <a:pt x="2073" y="122"/>
                </a:lnTo>
                <a:lnTo>
                  <a:pt x="2193" y="153"/>
                </a:lnTo>
                <a:lnTo>
                  <a:pt x="2343" y="189"/>
                </a:lnTo>
                <a:lnTo>
                  <a:pt x="2463" y="240"/>
                </a:lnTo>
                <a:lnTo>
                  <a:pt x="2493" y="265"/>
                </a:lnTo>
                <a:lnTo>
                  <a:pt x="2493" y="296"/>
                </a:lnTo>
                <a:lnTo>
                  <a:pt x="2493" y="332"/>
                </a:lnTo>
                <a:lnTo>
                  <a:pt x="2433" y="367"/>
                </a:lnTo>
                <a:lnTo>
                  <a:pt x="2343" y="408"/>
                </a:lnTo>
                <a:lnTo>
                  <a:pt x="2193" y="449"/>
                </a:lnTo>
                <a:lnTo>
                  <a:pt x="2163" y="464"/>
                </a:lnTo>
                <a:lnTo>
                  <a:pt x="2163" y="479"/>
                </a:lnTo>
                <a:lnTo>
                  <a:pt x="2163" y="495"/>
                </a:lnTo>
                <a:lnTo>
                  <a:pt x="2223" y="510"/>
                </a:lnTo>
                <a:lnTo>
                  <a:pt x="2283" y="520"/>
                </a:lnTo>
                <a:lnTo>
                  <a:pt x="2403" y="530"/>
                </a:lnTo>
                <a:lnTo>
                  <a:pt x="3424" y="592"/>
                </a:lnTo>
                <a:lnTo>
                  <a:pt x="3604" y="536"/>
                </a:lnTo>
                <a:lnTo>
                  <a:pt x="3725" y="474"/>
                </a:lnTo>
                <a:lnTo>
                  <a:pt x="3815" y="418"/>
                </a:lnTo>
                <a:lnTo>
                  <a:pt x="3845" y="362"/>
                </a:lnTo>
                <a:lnTo>
                  <a:pt x="3815" y="311"/>
                </a:lnTo>
                <a:lnTo>
                  <a:pt x="3755" y="265"/>
                </a:lnTo>
                <a:lnTo>
                  <a:pt x="3665" y="214"/>
                </a:lnTo>
                <a:lnTo>
                  <a:pt x="3544" y="168"/>
                </a:lnTo>
                <a:lnTo>
                  <a:pt x="3364" y="128"/>
                </a:lnTo>
                <a:lnTo>
                  <a:pt x="3154" y="82"/>
                </a:lnTo>
                <a:lnTo>
                  <a:pt x="2914" y="41"/>
                </a:lnTo>
                <a:lnTo>
                  <a:pt x="264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57"/>
          <p:cNvSpPr/>
          <p:nvPr/>
        </p:nvSpPr>
        <p:spPr>
          <a:xfrm flipH="1">
            <a:off x="798971" y="580975"/>
            <a:ext cx="679621" cy="655576"/>
          </a:xfrm>
          <a:custGeom>
            <a:avLst/>
            <a:gdLst/>
            <a:ahLst/>
            <a:cxnLst/>
            <a:rect l="l" t="t" r="r" b="b"/>
            <a:pathLst>
              <a:path w="15318" h="2506" fill="none" extrusionOk="0">
                <a:moveTo>
                  <a:pt x="7719" y="1"/>
                </a:moveTo>
                <a:lnTo>
                  <a:pt x="7719" y="1"/>
                </a:lnTo>
                <a:lnTo>
                  <a:pt x="8080" y="1"/>
                </a:lnTo>
                <a:lnTo>
                  <a:pt x="8080" y="1"/>
                </a:lnTo>
                <a:lnTo>
                  <a:pt x="8620" y="6"/>
                </a:lnTo>
                <a:lnTo>
                  <a:pt x="9161" y="16"/>
                </a:lnTo>
                <a:lnTo>
                  <a:pt x="9641" y="26"/>
                </a:lnTo>
                <a:lnTo>
                  <a:pt x="10092" y="42"/>
                </a:lnTo>
                <a:lnTo>
                  <a:pt x="10542" y="57"/>
                </a:lnTo>
                <a:lnTo>
                  <a:pt x="10963" y="77"/>
                </a:lnTo>
                <a:lnTo>
                  <a:pt x="11353" y="98"/>
                </a:lnTo>
                <a:lnTo>
                  <a:pt x="11714" y="123"/>
                </a:lnTo>
                <a:lnTo>
                  <a:pt x="12044" y="149"/>
                </a:lnTo>
                <a:lnTo>
                  <a:pt x="12345" y="179"/>
                </a:lnTo>
                <a:lnTo>
                  <a:pt x="12645" y="210"/>
                </a:lnTo>
                <a:lnTo>
                  <a:pt x="12915" y="241"/>
                </a:lnTo>
                <a:lnTo>
                  <a:pt x="13186" y="276"/>
                </a:lnTo>
                <a:lnTo>
                  <a:pt x="13396" y="312"/>
                </a:lnTo>
                <a:lnTo>
                  <a:pt x="13636" y="348"/>
                </a:lnTo>
                <a:lnTo>
                  <a:pt x="13816" y="389"/>
                </a:lnTo>
                <a:lnTo>
                  <a:pt x="14177" y="470"/>
                </a:lnTo>
                <a:lnTo>
                  <a:pt x="14447" y="552"/>
                </a:lnTo>
                <a:lnTo>
                  <a:pt x="14687" y="644"/>
                </a:lnTo>
                <a:lnTo>
                  <a:pt x="14867" y="730"/>
                </a:lnTo>
                <a:lnTo>
                  <a:pt x="15018" y="822"/>
                </a:lnTo>
                <a:lnTo>
                  <a:pt x="15138" y="914"/>
                </a:lnTo>
                <a:lnTo>
                  <a:pt x="15198" y="1006"/>
                </a:lnTo>
                <a:lnTo>
                  <a:pt x="15288" y="1093"/>
                </a:lnTo>
                <a:lnTo>
                  <a:pt x="15288" y="1093"/>
                </a:lnTo>
                <a:lnTo>
                  <a:pt x="15318" y="1179"/>
                </a:lnTo>
                <a:lnTo>
                  <a:pt x="15318" y="1271"/>
                </a:lnTo>
                <a:lnTo>
                  <a:pt x="15288" y="1373"/>
                </a:lnTo>
                <a:lnTo>
                  <a:pt x="15228" y="1480"/>
                </a:lnTo>
                <a:lnTo>
                  <a:pt x="15108" y="1587"/>
                </a:lnTo>
                <a:lnTo>
                  <a:pt x="14928" y="1699"/>
                </a:lnTo>
                <a:lnTo>
                  <a:pt x="14717" y="1812"/>
                </a:lnTo>
                <a:lnTo>
                  <a:pt x="14417" y="1924"/>
                </a:lnTo>
                <a:lnTo>
                  <a:pt x="14237" y="1975"/>
                </a:lnTo>
                <a:lnTo>
                  <a:pt x="14057" y="2026"/>
                </a:lnTo>
                <a:lnTo>
                  <a:pt x="13846" y="2077"/>
                </a:lnTo>
                <a:lnTo>
                  <a:pt x="13606" y="2128"/>
                </a:lnTo>
                <a:lnTo>
                  <a:pt x="13366" y="2174"/>
                </a:lnTo>
                <a:lnTo>
                  <a:pt x="13095" y="2220"/>
                </a:lnTo>
                <a:lnTo>
                  <a:pt x="12795" y="2261"/>
                </a:lnTo>
                <a:lnTo>
                  <a:pt x="12495" y="2301"/>
                </a:lnTo>
                <a:lnTo>
                  <a:pt x="12134" y="2342"/>
                </a:lnTo>
                <a:lnTo>
                  <a:pt x="11774" y="2378"/>
                </a:lnTo>
                <a:lnTo>
                  <a:pt x="11383" y="2408"/>
                </a:lnTo>
                <a:lnTo>
                  <a:pt x="10963" y="2434"/>
                </a:lnTo>
                <a:lnTo>
                  <a:pt x="10542" y="2459"/>
                </a:lnTo>
                <a:lnTo>
                  <a:pt x="10062" y="2480"/>
                </a:lnTo>
                <a:lnTo>
                  <a:pt x="9581" y="2495"/>
                </a:lnTo>
                <a:lnTo>
                  <a:pt x="9041" y="2505"/>
                </a:lnTo>
                <a:lnTo>
                  <a:pt x="9041" y="2505"/>
                </a:lnTo>
                <a:lnTo>
                  <a:pt x="8470" y="2383"/>
                </a:lnTo>
                <a:lnTo>
                  <a:pt x="7839" y="2266"/>
                </a:lnTo>
                <a:lnTo>
                  <a:pt x="7179" y="2153"/>
                </a:lnTo>
                <a:lnTo>
                  <a:pt x="6488" y="2046"/>
                </a:lnTo>
                <a:lnTo>
                  <a:pt x="6488" y="2046"/>
                </a:lnTo>
                <a:lnTo>
                  <a:pt x="5767" y="1939"/>
                </a:lnTo>
                <a:lnTo>
                  <a:pt x="4986" y="1837"/>
                </a:lnTo>
                <a:lnTo>
                  <a:pt x="4205" y="1740"/>
                </a:lnTo>
                <a:lnTo>
                  <a:pt x="3394" y="1643"/>
                </a:lnTo>
                <a:lnTo>
                  <a:pt x="2583" y="1552"/>
                </a:lnTo>
                <a:lnTo>
                  <a:pt x="1742" y="1460"/>
                </a:lnTo>
                <a:lnTo>
                  <a:pt x="871" y="1373"/>
                </a:lnTo>
                <a:lnTo>
                  <a:pt x="0" y="1291"/>
                </a:lnTo>
                <a:lnTo>
                  <a:pt x="0" y="1291"/>
                </a:lnTo>
                <a:lnTo>
                  <a:pt x="0" y="1215"/>
                </a:lnTo>
                <a:lnTo>
                  <a:pt x="0" y="1215"/>
                </a:lnTo>
                <a:lnTo>
                  <a:pt x="30" y="1128"/>
                </a:lnTo>
                <a:lnTo>
                  <a:pt x="120" y="1036"/>
                </a:lnTo>
                <a:lnTo>
                  <a:pt x="241" y="945"/>
                </a:lnTo>
                <a:lnTo>
                  <a:pt x="421" y="843"/>
                </a:lnTo>
                <a:lnTo>
                  <a:pt x="661" y="741"/>
                </a:lnTo>
                <a:lnTo>
                  <a:pt x="961" y="644"/>
                </a:lnTo>
                <a:lnTo>
                  <a:pt x="1322" y="542"/>
                </a:lnTo>
                <a:lnTo>
                  <a:pt x="1742" y="445"/>
                </a:lnTo>
                <a:lnTo>
                  <a:pt x="1953" y="399"/>
                </a:lnTo>
                <a:lnTo>
                  <a:pt x="2223" y="358"/>
                </a:lnTo>
                <a:lnTo>
                  <a:pt x="2493" y="312"/>
                </a:lnTo>
                <a:lnTo>
                  <a:pt x="2763" y="271"/>
                </a:lnTo>
                <a:lnTo>
                  <a:pt x="3094" y="231"/>
                </a:lnTo>
                <a:lnTo>
                  <a:pt x="3394" y="195"/>
                </a:lnTo>
                <a:lnTo>
                  <a:pt x="3755" y="164"/>
                </a:lnTo>
                <a:lnTo>
                  <a:pt x="4115" y="128"/>
                </a:lnTo>
                <a:lnTo>
                  <a:pt x="4505" y="103"/>
                </a:lnTo>
                <a:lnTo>
                  <a:pt x="4896" y="77"/>
                </a:lnTo>
                <a:lnTo>
                  <a:pt x="5316" y="52"/>
                </a:lnTo>
                <a:lnTo>
                  <a:pt x="5767" y="37"/>
                </a:lnTo>
                <a:lnTo>
                  <a:pt x="6217" y="21"/>
                </a:lnTo>
                <a:lnTo>
                  <a:pt x="6698" y="11"/>
                </a:lnTo>
                <a:lnTo>
                  <a:pt x="7209" y="1"/>
                </a:lnTo>
                <a:lnTo>
                  <a:pt x="771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57"/>
          <p:cNvSpPr/>
          <p:nvPr/>
        </p:nvSpPr>
        <p:spPr>
          <a:xfrm flipH="1">
            <a:off x="1077466" y="918702"/>
            <a:ext cx="401127" cy="320463"/>
          </a:xfrm>
          <a:custGeom>
            <a:avLst/>
            <a:gdLst/>
            <a:ahLst/>
            <a:cxnLst/>
            <a:rect l="l" t="t" r="r" b="b"/>
            <a:pathLst>
              <a:path w="9041" h="1225" fill="none" extrusionOk="0">
                <a:moveTo>
                  <a:pt x="0" y="0"/>
                </a:moveTo>
                <a:lnTo>
                  <a:pt x="0" y="0"/>
                </a:lnTo>
                <a:lnTo>
                  <a:pt x="871" y="82"/>
                </a:lnTo>
                <a:lnTo>
                  <a:pt x="1742" y="169"/>
                </a:lnTo>
                <a:lnTo>
                  <a:pt x="2583" y="261"/>
                </a:lnTo>
                <a:lnTo>
                  <a:pt x="3394" y="352"/>
                </a:lnTo>
                <a:lnTo>
                  <a:pt x="4205" y="449"/>
                </a:lnTo>
                <a:lnTo>
                  <a:pt x="4986" y="546"/>
                </a:lnTo>
                <a:lnTo>
                  <a:pt x="5767" y="648"/>
                </a:lnTo>
                <a:lnTo>
                  <a:pt x="6488" y="755"/>
                </a:lnTo>
                <a:lnTo>
                  <a:pt x="6488" y="755"/>
                </a:lnTo>
                <a:lnTo>
                  <a:pt x="7179" y="862"/>
                </a:lnTo>
                <a:lnTo>
                  <a:pt x="7839" y="975"/>
                </a:lnTo>
                <a:lnTo>
                  <a:pt x="8470" y="1092"/>
                </a:lnTo>
                <a:lnTo>
                  <a:pt x="9041" y="1214"/>
                </a:lnTo>
                <a:lnTo>
                  <a:pt x="9041" y="1214"/>
                </a:lnTo>
                <a:lnTo>
                  <a:pt x="8500" y="1225"/>
                </a:lnTo>
                <a:lnTo>
                  <a:pt x="7929" y="1225"/>
                </a:lnTo>
                <a:lnTo>
                  <a:pt x="7929" y="1225"/>
                </a:lnTo>
                <a:lnTo>
                  <a:pt x="7629" y="1225"/>
                </a:lnTo>
                <a:lnTo>
                  <a:pt x="7629" y="1225"/>
                </a:lnTo>
                <a:lnTo>
                  <a:pt x="7028" y="1219"/>
                </a:lnTo>
                <a:lnTo>
                  <a:pt x="6458" y="1214"/>
                </a:lnTo>
                <a:lnTo>
                  <a:pt x="5917" y="1199"/>
                </a:lnTo>
                <a:lnTo>
                  <a:pt x="5407" y="1184"/>
                </a:lnTo>
                <a:lnTo>
                  <a:pt x="4926" y="1163"/>
                </a:lnTo>
                <a:lnTo>
                  <a:pt x="4475" y="1138"/>
                </a:lnTo>
                <a:lnTo>
                  <a:pt x="4055" y="1112"/>
                </a:lnTo>
                <a:lnTo>
                  <a:pt x="3665" y="1082"/>
                </a:lnTo>
                <a:lnTo>
                  <a:pt x="3304" y="1051"/>
                </a:lnTo>
                <a:lnTo>
                  <a:pt x="2944" y="1015"/>
                </a:lnTo>
                <a:lnTo>
                  <a:pt x="2613" y="980"/>
                </a:lnTo>
                <a:lnTo>
                  <a:pt x="2343" y="939"/>
                </a:lnTo>
                <a:lnTo>
                  <a:pt x="2073" y="898"/>
                </a:lnTo>
                <a:lnTo>
                  <a:pt x="1802" y="852"/>
                </a:lnTo>
                <a:lnTo>
                  <a:pt x="1562" y="811"/>
                </a:lnTo>
                <a:lnTo>
                  <a:pt x="1352" y="766"/>
                </a:lnTo>
                <a:lnTo>
                  <a:pt x="1172" y="715"/>
                </a:lnTo>
                <a:lnTo>
                  <a:pt x="991" y="669"/>
                </a:lnTo>
                <a:lnTo>
                  <a:pt x="721" y="567"/>
                </a:lnTo>
                <a:lnTo>
                  <a:pt x="481" y="470"/>
                </a:lnTo>
                <a:lnTo>
                  <a:pt x="301" y="368"/>
                </a:lnTo>
                <a:lnTo>
                  <a:pt x="180" y="271"/>
                </a:lnTo>
                <a:lnTo>
                  <a:pt x="90" y="174"/>
                </a:lnTo>
                <a:lnTo>
                  <a:pt x="30" y="82"/>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57"/>
          <p:cNvSpPr txBox="1">
            <a:spLocks noGrp="1"/>
          </p:cNvSpPr>
          <p:nvPr>
            <p:ph type="title"/>
          </p:nvPr>
        </p:nvSpPr>
        <p:spPr>
          <a:xfrm>
            <a:off x="1240425" y="1538275"/>
            <a:ext cx="2012100" cy="20664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100" name="Google Shape;1100;p57"/>
          <p:cNvSpPr txBox="1">
            <a:spLocks noGrp="1"/>
          </p:cNvSpPr>
          <p:nvPr>
            <p:ph type="title" idx="2"/>
          </p:nvPr>
        </p:nvSpPr>
        <p:spPr>
          <a:xfrm>
            <a:off x="1240425" y="3849950"/>
            <a:ext cx="20121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101" name="Google Shape;1101;p57"/>
          <p:cNvSpPr txBox="1">
            <a:spLocks noGrp="1"/>
          </p:cNvSpPr>
          <p:nvPr>
            <p:ph type="title" idx="3"/>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102" name="Google Shape;1102;p57"/>
          <p:cNvSpPr txBox="1">
            <a:spLocks noGrp="1"/>
          </p:cNvSpPr>
          <p:nvPr>
            <p:ph type="subTitle" idx="1"/>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103" name="Google Shape;1103;p57"/>
          <p:cNvSpPr txBox="1">
            <a:spLocks noGrp="1"/>
          </p:cNvSpPr>
          <p:nvPr>
            <p:ph type="subTitle" idx="4"/>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104" name="Google Shape;1104;p57"/>
          <p:cNvSpPr txBox="1">
            <a:spLocks noGrp="1"/>
          </p:cNvSpPr>
          <p:nvPr>
            <p:ph type="subTitle" idx="5"/>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900"/>
              <a:buFont typeface="Lato Black"/>
              <a:buNone/>
              <a:defRPr>
                <a:solidFill>
                  <a:srgbClr val="8B2880"/>
                </a:solidFill>
                <a:latin typeface="Lato Black"/>
                <a:ea typeface="Lato Black"/>
                <a:cs typeface="Lato Black"/>
                <a:sym typeface="Lato Black"/>
              </a:defRPr>
            </a:lvl9pPr>
          </a:lstStyle>
          <a:p>
            <a:endParaRPr/>
          </a:p>
        </p:txBody>
      </p:sp>
      <p:sp>
        <p:nvSpPr>
          <p:cNvPr id="1105" name="Google Shape;1105;p57"/>
          <p:cNvSpPr txBox="1">
            <a:spLocks noGrp="1"/>
          </p:cNvSpPr>
          <p:nvPr>
            <p:ph type="subTitle" idx="6"/>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1pPr>
            <a:lvl2pPr lvl="1"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2pPr>
            <a:lvl3pPr lvl="2"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3pPr>
            <a:lvl4pPr lvl="3"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4pPr>
            <a:lvl5pPr lvl="4"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5pPr>
            <a:lvl6pPr lvl="5"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6pPr>
            <a:lvl7pPr lvl="6"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7pPr>
            <a:lvl8pPr lvl="7" rtl="0">
              <a:spcBef>
                <a:spcPts val="1600"/>
              </a:spcBef>
              <a:spcAft>
                <a:spcPts val="0"/>
              </a:spcAft>
              <a:buClr>
                <a:srgbClr val="8B2880"/>
              </a:buClr>
              <a:buSzPts val="900"/>
              <a:buFont typeface="Lato Black"/>
              <a:buNone/>
              <a:defRPr>
                <a:solidFill>
                  <a:srgbClr val="8B2880"/>
                </a:solidFill>
                <a:latin typeface="Lato Black"/>
                <a:ea typeface="Lato Black"/>
                <a:cs typeface="Lato Black"/>
                <a:sym typeface="Lato Black"/>
              </a:defRPr>
            </a:lvl8pPr>
            <a:lvl9pPr lvl="8" rtl="0">
              <a:spcBef>
                <a:spcPts val="1600"/>
              </a:spcBef>
              <a:spcAft>
                <a:spcPts val="1600"/>
              </a:spcAft>
              <a:buClr>
                <a:srgbClr val="8B2880"/>
              </a:buClr>
              <a:buSzPts val="900"/>
              <a:buFont typeface="Lato Black"/>
              <a:buNone/>
              <a:defRPr>
                <a:solidFill>
                  <a:srgbClr val="8B2880"/>
                </a:solidFill>
                <a:latin typeface="Lato Black"/>
                <a:ea typeface="Lato Black"/>
                <a:cs typeface="Lato Black"/>
                <a:sym typeface="Lato Black"/>
              </a:defRPr>
            </a:lvl9pPr>
          </a:lstStyle>
          <a:p>
            <a:endParaRPr/>
          </a:p>
        </p:txBody>
      </p:sp>
      <p:sp>
        <p:nvSpPr>
          <p:cNvPr id="1106" name="Google Shape;1106;p57"/>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57"/>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57"/>
          <p:cNvSpPr txBox="1">
            <a:spLocks noGrp="1"/>
          </p:cNvSpPr>
          <p:nvPr>
            <p:ph type="subTitle" idx="7"/>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109" name="Google Shape;1109;p57"/>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Purple - Power Quote">
  <p:cSld name="CUSTOM_4_1">
    <p:spTree>
      <p:nvGrpSpPr>
        <p:cNvPr id="1" name="Shape 1110"/>
        <p:cNvGrpSpPr/>
        <p:nvPr/>
      </p:nvGrpSpPr>
      <p:grpSpPr>
        <a:xfrm>
          <a:off x="0" y="0"/>
          <a:ext cx="0" cy="0"/>
          <a:chOff x="0" y="0"/>
          <a:chExt cx="0" cy="0"/>
        </a:xfrm>
      </p:grpSpPr>
      <p:sp>
        <p:nvSpPr>
          <p:cNvPr id="1111" name="Google Shape;1111;p58"/>
          <p:cNvSpPr/>
          <p:nvPr/>
        </p:nvSpPr>
        <p:spPr>
          <a:xfrm flipH="1">
            <a:off x="457296" y="1527878"/>
            <a:ext cx="8229504" cy="2019861"/>
          </a:xfrm>
          <a:custGeom>
            <a:avLst/>
            <a:gdLst/>
            <a:ahLst/>
            <a:cxnLst/>
            <a:rect l="l" t="t" r="r" b="b"/>
            <a:pathLst>
              <a:path w="145218" h="6045" extrusionOk="0">
                <a:moveTo>
                  <a:pt x="17030" y="1"/>
                </a:moveTo>
                <a:lnTo>
                  <a:pt x="16009" y="6"/>
                </a:lnTo>
                <a:lnTo>
                  <a:pt x="14988" y="21"/>
                </a:lnTo>
                <a:lnTo>
                  <a:pt x="13966" y="41"/>
                </a:lnTo>
                <a:lnTo>
                  <a:pt x="12975" y="67"/>
                </a:lnTo>
                <a:lnTo>
                  <a:pt x="12014" y="108"/>
                </a:lnTo>
                <a:lnTo>
                  <a:pt x="11053" y="154"/>
                </a:lnTo>
                <a:lnTo>
                  <a:pt x="10122" y="205"/>
                </a:lnTo>
                <a:lnTo>
                  <a:pt x="9221" y="271"/>
                </a:lnTo>
                <a:lnTo>
                  <a:pt x="8380" y="348"/>
                </a:lnTo>
                <a:lnTo>
                  <a:pt x="7539" y="429"/>
                </a:lnTo>
                <a:lnTo>
                  <a:pt x="7149" y="475"/>
                </a:lnTo>
                <a:lnTo>
                  <a:pt x="6758" y="521"/>
                </a:lnTo>
                <a:lnTo>
                  <a:pt x="6398" y="572"/>
                </a:lnTo>
                <a:lnTo>
                  <a:pt x="6037" y="623"/>
                </a:lnTo>
                <a:lnTo>
                  <a:pt x="5677" y="679"/>
                </a:lnTo>
                <a:lnTo>
                  <a:pt x="5347" y="740"/>
                </a:lnTo>
                <a:lnTo>
                  <a:pt x="5016" y="801"/>
                </a:lnTo>
                <a:lnTo>
                  <a:pt x="4686" y="863"/>
                </a:lnTo>
                <a:lnTo>
                  <a:pt x="4415" y="929"/>
                </a:lnTo>
                <a:lnTo>
                  <a:pt x="4115" y="995"/>
                </a:lnTo>
                <a:lnTo>
                  <a:pt x="3845" y="1067"/>
                </a:lnTo>
                <a:lnTo>
                  <a:pt x="3604" y="1143"/>
                </a:lnTo>
                <a:lnTo>
                  <a:pt x="3094" y="1306"/>
                </a:lnTo>
                <a:lnTo>
                  <a:pt x="2613" y="1470"/>
                </a:lnTo>
                <a:lnTo>
                  <a:pt x="2163" y="1628"/>
                </a:lnTo>
                <a:lnTo>
                  <a:pt x="1772" y="1786"/>
                </a:lnTo>
                <a:lnTo>
                  <a:pt x="1442" y="1944"/>
                </a:lnTo>
                <a:lnTo>
                  <a:pt x="1112" y="2102"/>
                </a:lnTo>
                <a:lnTo>
                  <a:pt x="841" y="2255"/>
                </a:lnTo>
                <a:lnTo>
                  <a:pt x="601" y="2408"/>
                </a:lnTo>
                <a:lnTo>
                  <a:pt x="421" y="2556"/>
                </a:lnTo>
                <a:lnTo>
                  <a:pt x="271" y="2704"/>
                </a:lnTo>
                <a:lnTo>
                  <a:pt x="151" y="2852"/>
                </a:lnTo>
                <a:lnTo>
                  <a:pt x="60" y="2995"/>
                </a:lnTo>
                <a:lnTo>
                  <a:pt x="30" y="3138"/>
                </a:lnTo>
                <a:lnTo>
                  <a:pt x="0" y="3280"/>
                </a:lnTo>
                <a:lnTo>
                  <a:pt x="30" y="3418"/>
                </a:lnTo>
                <a:lnTo>
                  <a:pt x="90" y="3556"/>
                </a:lnTo>
                <a:lnTo>
                  <a:pt x="211" y="3688"/>
                </a:lnTo>
                <a:lnTo>
                  <a:pt x="331" y="3816"/>
                </a:lnTo>
                <a:lnTo>
                  <a:pt x="511" y="3949"/>
                </a:lnTo>
                <a:lnTo>
                  <a:pt x="721" y="4076"/>
                </a:lnTo>
                <a:lnTo>
                  <a:pt x="961" y="4199"/>
                </a:lnTo>
                <a:lnTo>
                  <a:pt x="1202" y="4321"/>
                </a:lnTo>
                <a:lnTo>
                  <a:pt x="1532" y="4438"/>
                </a:lnTo>
                <a:lnTo>
                  <a:pt x="1862" y="4556"/>
                </a:lnTo>
                <a:lnTo>
                  <a:pt x="2223" y="4668"/>
                </a:lnTo>
                <a:lnTo>
                  <a:pt x="2613" y="4780"/>
                </a:lnTo>
                <a:lnTo>
                  <a:pt x="3034" y="4887"/>
                </a:lnTo>
                <a:lnTo>
                  <a:pt x="3514" y="4989"/>
                </a:lnTo>
                <a:lnTo>
                  <a:pt x="3995" y="5091"/>
                </a:lnTo>
                <a:lnTo>
                  <a:pt x="4506" y="5193"/>
                </a:lnTo>
                <a:lnTo>
                  <a:pt x="5046" y="5290"/>
                </a:lnTo>
                <a:lnTo>
                  <a:pt x="5617" y="5382"/>
                </a:lnTo>
                <a:lnTo>
                  <a:pt x="5947" y="5428"/>
                </a:lnTo>
                <a:lnTo>
                  <a:pt x="6308" y="5474"/>
                </a:lnTo>
                <a:lnTo>
                  <a:pt x="6668" y="5520"/>
                </a:lnTo>
                <a:lnTo>
                  <a:pt x="7089" y="5565"/>
                </a:lnTo>
                <a:lnTo>
                  <a:pt x="7509" y="5606"/>
                </a:lnTo>
                <a:lnTo>
                  <a:pt x="7960" y="5652"/>
                </a:lnTo>
                <a:lnTo>
                  <a:pt x="8921" y="5729"/>
                </a:lnTo>
                <a:lnTo>
                  <a:pt x="9972" y="5805"/>
                </a:lnTo>
                <a:lnTo>
                  <a:pt x="11113" y="5872"/>
                </a:lnTo>
                <a:lnTo>
                  <a:pt x="12285" y="5928"/>
                </a:lnTo>
                <a:lnTo>
                  <a:pt x="13546" y="5974"/>
                </a:lnTo>
                <a:lnTo>
                  <a:pt x="13726" y="5917"/>
                </a:lnTo>
                <a:lnTo>
                  <a:pt x="13966" y="5866"/>
                </a:lnTo>
                <a:lnTo>
                  <a:pt x="14207" y="5815"/>
                </a:lnTo>
                <a:lnTo>
                  <a:pt x="14477" y="5764"/>
                </a:lnTo>
                <a:lnTo>
                  <a:pt x="14777" y="5719"/>
                </a:lnTo>
                <a:lnTo>
                  <a:pt x="15108" y="5678"/>
                </a:lnTo>
                <a:lnTo>
                  <a:pt x="15438" y="5637"/>
                </a:lnTo>
                <a:lnTo>
                  <a:pt x="15799" y="5596"/>
                </a:lnTo>
                <a:lnTo>
                  <a:pt x="16219" y="5565"/>
                </a:lnTo>
                <a:lnTo>
                  <a:pt x="16640" y="5535"/>
                </a:lnTo>
                <a:lnTo>
                  <a:pt x="17090" y="5504"/>
                </a:lnTo>
                <a:lnTo>
                  <a:pt x="17571" y="5484"/>
                </a:lnTo>
                <a:lnTo>
                  <a:pt x="18081" y="5469"/>
                </a:lnTo>
                <a:lnTo>
                  <a:pt x="18622" y="5453"/>
                </a:lnTo>
                <a:lnTo>
                  <a:pt x="19223" y="5443"/>
                </a:lnTo>
                <a:lnTo>
                  <a:pt x="20094" y="5443"/>
                </a:lnTo>
                <a:lnTo>
                  <a:pt x="20784" y="5448"/>
                </a:lnTo>
                <a:lnTo>
                  <a:pt x="21445" y="5458"/>
                </a:lnTo>
                <a:lnTo>
                  <a:pt x="22046" y="5479"/>
                </a:lnTo>
                <a:lnTo>
                  <a:pt x="22616" y="5499"/>
                </a:lnTo>
                <a:lnTo>
                  <a:pt x="23157" y="5525"/>
                </a:lnTo>
                <a:lnTo>
                  <a:pt x="23638" y="5555"/>
                </a:lnTo>
                <a:lnTo>
                  <a:pt x="24088" y="5586"/>
                </a:lnTo>
                <a:lnTo>
                  <a:pt x="24509" y="5627"/>
                </a:lnTo>
                <a:lnTo>
                  <a:pt x="24899" y="5668"/>
                </a:lnTo>
                <a:lnTo>
                  <a:pt x="25259" y="5708"/>
                </a:lnTo>
                <a:lnTo>
                  <a:pt x="25590" y="5759"/>
                </a:lnTo>
                <a:lnTo>
                  <a:pt x="25890" y="5805"/>
                </a:lnTo>
                <a:lnTo>
                  <a:pt x="26161" y="5856"/>
                </a:lnTo>
                <a:lnTo>
                  <a:pt x="26401" y="5912"/>
                </a:lnTo>
                <a:lnTo>
                  <a:pt x="26611" y="5968"/>
                </a:lnTo>
                <a:lnTo>
                  <a:pt x="26821" y="6025"/>
                </a:lnTo>
                <a:lnTo>
                  <a:pt x="125906" y="6025"/>
                </a:lnTo>
                <a:lnTo>
                  <a:pt x="127017" y="6040"/>
                </a:lnTo>
                <a:lnTo>
                  <a:pt x="128128" y="6045"/>
                </a:lnTo>
                <a:lnTo>
                  <a:pt x="128969" y="6040"/>
                </a:lnTo>
                <a:lnTo>
                  <a:pt x="129840" y="6030"/>
                </a:lnTo>
                <a:lnTo>
                  <a:pt x="130681" y="6014"/>
                </a:lnTo>
                <a:lnTo>
                  <a:pt x="131492" y="5994"/>
                </a:lnTo>
                <a:lnTo>
                  <a:pt x="132303" y="5963"/>
                </a:lnTo>
                <a:lnTo>
                  <a:pt x="133114" y="5928"/>
                </a:lnTo>
                <a:lnTo>
                  <a:pt x="133895" y="5887"/>
                </a:lnTo>
                <a:lnTo>
                  <a:pt x="134646" y="5841"/>
                </a:lnTo>
                <a:lnTo>
                  <a:pt x="135397" y="5785"/>
                </a:lnTo>
                <a:lnTo>
                  <a:pt x="136087" y="5724"/>
                </a:lnTo>
                <a:lnTo>
                  <a:pt x="136778" y="5662"/>
                </a:lnTo>
                <a:lnTo>
                  <a:pt x="137409" y="5591"/>
                </a:lnTo>
                <a:lnTo>
                  <a:pt x="138040" y="5514"/>
                </a:lnTo>
                <a:lnTo>
                  <a:pt x="138610" y="5433"/>
                </a:lnTo>
                <a:lnTo>
                  <a:pt x="139151" y="5346"/>
                </a:lnTo>
                <a:lnTo>
                  <a:pt x="139662" y="5254"/>
                </a:lnTo>
                <a:lnTo>
                  <a:pt x="140202" y="5142"/>
                </a:lnTo>
                <a:lnTo>
                  <a:pt x="140713" y="5025"/>
                </a:lnTo>
                <a:lnTo>
                  <a:pt x="141223" y="4908"/>
                </a:lnTo>
                <a:lnTo>
                  <a:pt x="141674" y="4785"/>
                </a:lnTo>
                <a:lnTo>
                  <a:pt x="142124" y="4658"/>
                </a:lnTo>
                <a:lnTo>
                  <a:pt x="142545" y="4525"/>
                </a:lnTo>
                <a:lnTo>
                  <a:pt x="142935" y="4392"/>
                </a:lnTo>
                <a:lnTo>
                  <a:pt x="143296" y="4255"/>
                </a:lnTo>
                <a:lnTo>
                  <a:pt x="143656" y="4117"/>
                </a:lnTo>
                <a:lnTo>
                  <a:pt x="143957" y="3974"/>
                </a:lnTo>
                <a:lnTo>
                  <a:pt x="144227" y="3831"/>
                </a:lnTo>
                <a:lnTo>
                  <a:pt x="144467" y="3683"/>
                </a:lnTo>
                <a:lnTo>
                  <a:pt x="144677" y="3541"/>
                </a:lnTo>
                <a:lnTo>
                  <a:pt x="144858" y="3393"/>
                </a:lnTo>
                <a:lnTo>
                  <a:pt x="145008" y="3245"/>
                </a:lnTo>
                <a:lnTo>
                  <a:pt x="145128" y="3092"/>
                </a:lnTo>
                <a:lnTo>
                  <a:pt x="145188" y="2944"/>
                </a:lnTo>
                <a:lnTo>
                  <a:pt x="145218" y="2796"/>
                </a:lnTo>
                <a:lnTo>
                  <a:pt x="145218" y="2643"/>
                </a:lnTo>
                <a:lnTo>
                  <a:pt x="145158" y="2495"/>
                </a:lnTo>
                <a:lnTo>
                  <a:pt x="145068" y="2347"/>
                </a:lnTo>
                <a:lnTo>
                  <a:pt x="144918" y="2199"/>
                </a:lnTo>
                <a:lnTo>
                  <a:pt x="144768" y="2056"/>
                </a:lnTo>
                <a:lnTo>
                  <a:pt x="144527" y="1913"/>
                </a:lnTo>
                <a:lnTo>
                  <a:pt x="144257" y="1771"/>
                </a:lnTo>
                <a:lnTo>
                  <a:pt x="143957" y="1628"/>
                </a:lnTo>
                <a:lnTo>
                  <a:pt x="143596" y="1490"/>
                </a:lnTo>
                <a:lnTo>
                  <a:pt x="143176" y="1357"/>
                </a:lnTo>
                <a:lnTo>
                  <a:pt x="142695" y="1225"/>
                </a:lnTo>
                <a:lnTo>
                  <a:pt x="142185" y="1097"/>
                </a:lnTo>
                <a:lnTo>
                  <a:pt x="141614" y="975"/>
                </a:lnTo>
                <a:lnTo>
                  <a:pt x="141013" y="852"/>
                </a:lnTo>
                <a:lnTo>
                  <a:pt x="140653" y="796"/>
                </a:lnTo>
                <a:lnTo>
                  <a:pt x="140292" y="740"/>
                </a:lnTo>
                <a:lnTo>
                  <a:pt x="139932" y="684"/>
                </a:lnTo>
                <a:lnTo>
                  <a:pt x="139511" y="633"/>
                </a:lnTo>
                <a:lnTo>
                  <a:pt x="139061" y="577"/>
                </a:lnTo>
                <a:lnTo>
                  <a:pt x="138580" y="531"/>
                </a:lnTo>
                <a:lnTo>
                  <a:pt x="138100" y="480"/>
                </a:lnTo>
                <a:lnTo>
                  <a:pt x="137589" y="434"/>
                </a:lnTo>
                <a:lnTo>
                  <a:pt x="137049" y="388"/>
                </a:lnTo>
                <a:lnTo>
                  <a:pt x="136508" y="348"/>
                </a:lnTo>
                <a:lnTo>
                  <a:pt x="135937" y="307"/>
                </a:lnTo>
                <a:lnTo>
                  <a:pt x="135337" y="266"/>
                </a:lnTo>
                <a:lnTo>
                  <a:pt x="134105" y="200"/>
                </a:lnTo>
                <a:lnTo>
                  <a:pt x="132844" y="138"/>
                </a:lnTo>
                <a:lnTo>
                  <a:pt x="132633" y="194"/>
                </a:lnTo>
                <a:lnTo>
                  <a:pt x="132393" y="246"/>
                </a:lnTo>
                <a:lnTo>
                  <a:pt x="132153" y="297"/>
                </a:lnTo>
                <a:lnTo>
                  <a:pt x="131883" y="348"/>
                </a:lnTo>
                <a:lnTo>
                  <a:pt x="131582" y="393"/>
                </a:lnTo>
                <a:lnTo>
                  <a:pt x="131282" y="439"/>
                </a:lnTo>
                <a:lnTo>
                  <a:pt x="130922" y="480"/>
                </a:lnTo>
                <a:lnTo>
                  <a:pt x="130561" y="521"/>
                </a:lnTo>
                <a:lnTo>
                  <a:pt x="130141" y="557"/>
                </a:lnTo>
                <a:lnTo>
                  <a:pt x="129720" y="587"/>
                </a:lnTo>
                <a:lnTo>
                  <a:pt x="129270" y="613"/>
                </a:lnTo>
                <a:lnTo>
                  <a:pt x="128789" y="638"/>
                </a:lnTo>
                <a:lnTo>
                  <a:pt x="128248" y="654"/>
                </a:lnTo>
                <a:lnTo>
                  <a:pt x="127708" y="669"/>
                </a:lnTo>
                <a:lnTo>
                  <a:pt x="127137" y="674"/>
                </a:lnTo>
                <a:lnTo>
                  <a:pt x="126506" y="679"/>
                </a:lnTo>
                <a:lnTo>
                  <a:pt x="126236" y="679"/>
                </a:lnTo>
                <a:lnTo>
                  <a:pt x="125485" y="674"/>
                </a:lnTo>
                <a:lnTo>
                  <a:pt x="124764" y="659"/>
                </a:lnTo>
                <a:lnTo>
                  <a:pt x="124134" y="638"/>
                </a:lnTo>
                <a:lnTo>
                  <a:pt x="123533" y="618"/>
                </a:lnTo>
                <a:lnTo>
                  <a:pt x="122962" y="587"/>
                </a:lnTo>
                <a:lnTo>
                  <a:pt x="122452" y="552"/>
                </a:lnTo>
                <a:lnTo>
                  <a:pt x="121971" y="511"/>
                </a:lnTo>
                <a:lnTo>
                  <a:pt x="121551" y="470"/>
                </a:lnTo>
                <a:lnTo>
                  <a:pt x="121160" y="424"/>
                </a:lnTo>
                <a:lnTo>
                  <a:pt x="120800" y="373"/>
                </a:lnTo>
                <a:lnTo>
                  <a:pt x="120469" y="322"/>
                </a:lnTo>
                <a:lnTo>
                  <a:pt x="120169" y="266"/>
                </a:lnTo>
                <a:lnTo>
                  <a:pt x="119899" y="205"/>
                </a:lnTo>
                <a:lnTo>
                  <a:pt x="119689" y="149"/>
                </a:lnTo>
                <a:lnTo>
                  <a:pt x="119478" y="87"/>
                </a:lnTo>
                <a:lnTo>
                  <a:pt x="119298" y="26"/>
                </a:lnTo>
                <a:lnTo>
                  <a:pt x="19433" y="26"/>
                </a:lnTo>
                <a:lnTo>
                  <a:pt x="18231" y="6"/>
                </a:lnTo>
                <a:lnTo>
                  <a:pt x="17030" y="1"/>
                </a:lnTo>
                <a:close/>
              </a:path>
            </a:pathLst>
          </a:custGeom>
          <a:solidFill>
            <a:srgbClr val="906B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58"/>
          <p:cNvSpPr/>
          <p:nvPr/>
        </p:nvSpPr>
        <p:spPr>
          <a:xfrm flipH="1">
            <a:off x="457296" y="1527878"/>
            <a:ext cx="8229504" cy="2019861"/>
          </a:xfrm>
          <a:custGeom>
            <a:avLst/>
            <a:gdLst/>
            <a:ahLst/>
            <a:cxnLst/>
            <a:rect l="l" t="t" r="r" b="b"/>
            <a:pathLst>
              <a:path w="145218" h="6045" fill="none" extrusionOk="0">
                <a:moveTo>
                  <a:pt x="17030" y="1"/>
                </a:moveTo>
                <a:lnTo>
                  <a:pt x="17030" y="1"/>
                </a:lnTo>
                <a:lnTo>
                  <a:pt x="18231" y="6"/>
                </a:lnTo>
                <a:lnTo>
                  <a:pt x="19433" y="26"/>
                </a:lnTo>
                <a:lnTo>
                  <a:pt x="119298" y="26"/>
                </a:lnTo>
                <a:lnTo>
                  <a:pt x="119298" y="26"/>
                </a:lnTo>
                <a:lnTo>
                  <a:pt x="119478" y="87"/>
                </a:lnTo>
                <a:lnTo>
                  <a:pt x="119689" y="149"/>
                </a:lnTo>
                <a:lnTo>
                  <a:pt x="119899" y="205"/>
                </a:lnTo>
                <a:lnTo>
                  <a:pt x="120169" y="266"/>
                </a:lnTo>
                <a:lnTo>
                  <a:pt x="120469" y="322"/>
                </a:lnTo>
                <a:lnTo>
                  <a:pt x="120800" y="373"/>
                </a:lnTo>
                <a:lnTo>
                  <a:pt x="121160" y="424"/>
                </a:lnTo>
                <a:lnTo>
                  <a:pt x="121551" y="470"/>
                </a:lnTo>
                <a:lnTo>
                  <a:pt x="121971" y="511"/>
                </a:lnTo>
                <a:lnTo>
                  <a:pt x="122452" y="552"/>
                </a:lnTo>
                <a:lnTo>
                  <a:pt x="122962" y="587"/>
                </a:lnTo>
                <a:lnTo>
                  <a:pt x="123533" y="618"/>
                </a:lnTo>
                <a:lnTo>
                  <a:pt x="124134" y="638"/>
                </a:lnTo>
                <a:lnTo>
                  <a:pt x="124764" y="659"/>
                </a:lnTo>
                <a:lnTo>
                  <a:pt x="125485" y="674"/>
                </a:lnTo>
                <a:lnTo>
                  <a:pt x="126236" y="679"/>
                </a:lnTo>
                <a:lnTo>
                  <a:pt x="126236" y="679"/>
                </a:lnTo>
                <a:lnTo>
                  <a:pt x="126506" y="679"/>
                </a:lnTo>
                <a:lnTo>
                  <a:pt x="126506" y="679"/>
                </a:lnTo>
                <a:lnTo>
                  <a:pt x="127137" y="674"/>
                </a:lnTo>
                <a:lnTo>
                  <a:pt x="127708" y="669"/>
                </a:lnTo>
                <a:lnTo>
                  <a:pt x="128248" y="654"/>
                </a:lnTo>
                <a:lnTo>
                  <a:pt x="128789" y="638"/>
                </a:lnTo>
                <a:lnTo>
                  <a:pt x="129270" y="613"/>
                </a:lnTo>
                <a:lnTo>
                  <a:pt x="129720" y="587"/>
                </a:lnTo>
                <a:lnTo>
                  <a:pt x="130141" y="557"/>
                </a:lnTo>
                <a:lnTo>
                  <a:pt x="130561" y="521"/>
                </a:lnTo>
                <a:lnTo>
                  <a:pt x="130922" y="480"/>
                </a:lnTo>
                <a:lnTo>
                  <a:pt x="131282" y="439"/>
                </a:lnTo>
                <a:lnTo>
                  <a:pt x="131582" y="393"/>
                </a:lnTo>
                <a:lnTo>
                  <a:pt x="131883" y="348"/>
                </a:lnTo>
                <a:lnTo>
                  <a:pt x="132153" y="297"/>
                </a:lnTo>
                <a:lnTo>
                  <a:pt x="132393" y="246"/>
                </a:lnTo>
                <a:lnTo>
                  <a:pt x="132633" y="194"/>
                </a:lnTo>
                <a:lnTo>
                  <a:pt x="132844" y="138"/>
                </a:lnTo>
                <a:lnTo>
                  <a:pt x="132844" y="138"/>
                </a:lnTo>
                <a:lnTo>
                  <a:pt x="134105" y="200"/>
                </a:lnTo>
                <a:lnTo>
                  <a:pt x="135337" y="266"/>
                </a:lnTo>
                <a:lnTo>
                  <a:pt x="135937" y="307"/>
                </a:lnTo>
                <a:lnTo>
                  <a:pt x="136508" y="348"/>
                </a:lnTo>
                <a:lnTo>
                  <a:pt x="137049" y="388"/>
                </a:lnTo>
                <a:lnTo>
                  <a:pt x="137589" y="434"/>
                </a:lnTo>
                <a:lnTo>
                  <a:pt x="138100" y="480"/>
                </a:lnTo>
                <a:lnTo>
                  <a:pt x="138580" y="531"/>
                </a:lnTo>
                <a:lnTo>
                  <a:pt x="139061" y="577"/>
                </a:lnTo>
                <a:lnTo>
                  <a:pt x="139511" y="633"/>
                </a:lnTo>
                <a:lnTo>
                  <a:pt x="139932" y="684"/>
                </a:lnTo>
                <a:lnTo>
                  <a:pt x="140292" y="740"/>
                </a:lnTo>
                <a:lnTo>
                  <a:pt x="140653" y="796"/>
                </a:lnTo>
                <a:lnTo>
                  <a:pt x="141013" y="852"/>
                </a:lnTo>
                <a:lnTo>
                  <a:pt x="141013" y="852"/>
                </a:lnTo>
                <a:lnTo>
                  <a:pt x="141614" y="975"/>
                </a:lnTo>
                <a:lnTo>
                  <a:pt x="142185" y="1097"/>
                </a:lnTo>
                <a:lnTo>
                  <a:pt x="142695" y="1225"/>
                </a:lnTo>
                <a:lnTo>
                  <a:pt x="143176" y="1357"/>
                </a:lnTo>
                <a:lnTo>
                  <a:pt x="143596" y="1490"/>
                </a:lnTo>
                <a:lnTo>
                  <a:pt x="143957" y="1628"/>
                </a:lnTo>
                <a:lnTo>
                  <a:pt x="144257" y="1771"/>
                </a:lnTo>
                <a:lnTo>
                  <a:pt x="144527" y="1913"/>
                </a:lnTo>
                <a:lnTo>
                  <a:pt x="144768" y="2056"/>
                </a:lnTo>
                <a:lnTo>
                  <a:pt x="144918" y="2199"/>
                </a:lnTo>
                <a:lnTo>
                  <a:pt x="145068" y="2347"/>
                </a:lnTo>
                <a:lnTo>
                  <a:pt x="145158" y="2495"/>
                </a:lnTo>
                <a:lnTo>
                  <a:pt x="145218" y="2643"/>
                </a:lnTo>
                <a:lnTo>
                  <a:pt x="145218" y="2796"/>
                </a:lnTo>
                <a:lnTo>
                  <a:pt x="145188" y="2944"/>
                </a:lnTo>
                <a:lnTo>
                  <a:pt x="145128" y="3092"/>
                </a:lnTo>
                <a:lnTo>
                  <a:pt x="145008" y="3245"/>
                </a:lnTo>
                <a:lnTo>
                  <a:pt x="144858" y="3393"/>
                </a:lnTo>
                <a:lnTo>
                  <a:pt x="144677" y="3541"/>
                </a:lnTo>
                <a:lnTo>
                  <a:pt x="144467" y="3683"/>
                </a:lnTo>
                <a:lnTo>
                  <a:pt x="144227" y="3831"/>
                </a:lnTo>
                <a:lnTo>
                  <a:pt x="143957" y="3974"/>
                </a:lnTo>
                <a:lnTo>
                  <a:pt x="143656" y="4117"/>
                </a:lnTo>
                <a:lnTo>
                  <a:pt x="143296" y="4255"/>
                </a:lnTo>
                <a:lnTo>
                  <a:pt x="142935" y="4392"/>
                </a:lnTo>
                <a:lnTo>
                  <a:pt x="142545" y="4525"/>
                </a:lnTo>
                <a:lnTo>
                  <a:pt x="142124" y="4658"/>
                </a:lnTo>
                <a:lnTo>
                  <a:pt x="141674" y="4785"/>
                </a:lnTo>
                <a:lnTo>
                  <a:pt x="141223" y="4908"/>
                </a:lnTo>
                <a:lnTo>
                  <a:pt x="140713" y="5025"/>
                </a:lnTo>
                <a:lnTo>
                  <a:pt x="140202" y="5142"/>
                </a:lnTo>
                <a:lnTo>
                  <a:pt x="139662" y="5254"/>
                </a:lnTo>
                <a:lnTo>
                  <a:pt x="139662" y="5254"/>
                </a:lnTo>
                <a:lnTo>
                  <a:pt x="139151" y="5346"/>
                </a:lnTo>
                <a:lnTo>
                  <a:pt x="138610" y="5433"/>
                </a:lnTo>
                <a:lnTo>
                  <a:pt x="138040" y="5514"/>
                </a:lnTo>
                <a:lnTo>
                  <a:pt x="137409" y="5591"/>
                </a:lnTo>
                <a:lnTo>
                  <a:pt x="136778" y="5662"/>
                </a:lnTo>
                <a:lnTo>
                  <a:pt x="136087" y="5724"/>
                </a:lnTo>
                <a:lnTo>
                  <a:pt x="135397" y="5785"/>
                </a:lnTo>
                <a:lnTo>
                  <a:pt x="134646" y="5841"/>
                </a:lnTo>
                <a:lnTo>
                  <a:pt x="133895" y="5887"/>
                </a:lnTo>
                <a:lnTo>
                  <a:pt x="133114" y="5928"/>
                </a:lnTo>
                <a:lnTo>
                  <a:pt x="132303" y="5963"/>
                </a:lnTo>
                <a:lnTo>
                  <a:pt x="131492" y="5994"/>
                </a:lnTo>
                <a:lnTo>
                  <a:pt x="130681" y="6014"/>
                </a:lnTo>
                <a:lnTo>
                  <a:pt x="129840" y="6030"/>
                </a:lnTo>
                <a:lnTo>
                  <a:pt x="128969" y="6040"/>
                </a:lnTo>
                <a:lnTo>
                  <a:pt x="128128" y="6045"/>
                </a:lnTo>
                <a:lnTo>
                  <a:pt x="128128" y="6045"/>
                </a:lnTo>
                <a:lnTo>
                  <a:pt x="127017" y="6040"/>
                </a:lnTo>
                <a:lnTo>
                  <a:pt x="125906" y="6025"/>
                </a:lnTo>
                <a:lnTo>
                  <a:pt x="26821" y="6025"/>
                </a:lnTo>
                <a:lnTo>
                  <a:pt x="26821" y="6025"/>
                </a:lnTo>
                <a:lnTo>
                  <a:pt x="26611" y="5968"/>
                </a:lnTo>
                <a:lnTo>
                  <a:pt x="26401" y="5912"/>
                </a:lnTo>
                <a:lnTo>
                  <a:pt x="26161" y="5856"/>
                </a:lnTo>
                <a:lnTo>
                  <a:pt x="25890" y="5805"/>
                </a:lnTo>
                <a:lnTo>
                  <a:pt x="25590" y="5759"/>
                </a:lnTo>
                <a:lnTo>
                  <a:pt x="25259" y="5708"/>
                </a:lnTo>
                <a:lnTo>
                  <a:pt x="24899" y="5668"/>
                </a:lnTo>
                <a:lnTo>
                  <a:pt x="24509" y="5627"/>
                </a:lnTo>
                <a:lnTo>
                  <a:pt x="24088" y="5586"/>
                </a:lnTo>
                <a:lnTo>
                  <a:pt x="23638" y="5555"/>
                </a:lnTo>
                <a:lnTo>
                  <a:pt x="23157" y="5525"/>
                </a:lnTo>
                <a:lnTo>
                  <a:pt x="22616" y="5499"/>
                </a:lnTo>
                <a:lnTo>
                  <a:pt x="22046" y="5479"/>
                </a:lnTo>
                <a:lnTo>
                  <a:pt x="21445" y="5458"/>
                </a:lnTo>
                <a:lnTo>
                  <a:pt x="20784" y="5448"/>
                </a:lnTo>
                <a:lnTo>
                  <a:pt x="20094" y="5443"/>
                </a:lnTo>
                <a:lnTo>
                  <a:pt x="20094" y="5443"/>
                </a:lnTo>
                <a:lnTo>
                  <a:pt x="19823" y="5443"/>
                </a:lnTo>
                <a:lnTo>
                  <a:pt x="19823" y="5443"/>
                </a:lnTo>
                <a:lnTo>
                  <a:pt x="19223" y="5443"/>
                </a:lnTo>
                <a:lnTo>
                  <a:pt x="18622" y="5453"/>
                </a:lnTo>
                <a:lnTo>
                  <a:pt x="18081" y="5469"/>
                </a:lnTo>
                <a:lnTo>
                  <a:pt x="17571" y="5484"/>
                </a:lnTo>
                <a:lnTo>
                  <a:pt x="17090" y="5504"/>
                </a:lnTo>
                <a:lnTo>
                  <a:pt x="16640" y="5535"/>
                </a:lnTo>
                <a:lnTo>
                  <a:pt x="16219" y="5565"/>
                </a:lnTo>
                <a:lnTo>
                  <a:pt x="15799" y="5596"/>
                </a:lnTo>
                <a:lnTo>
                  <a:pt x="15438" y="5637"/>
                </a:lnTo>
                <a:lnTo>
                  <a:pt x="15108" y="5678"/>
                </a:lnTo>
                <a:lnTo>
                  <a:pt x="14777" y="5719"/>
                </a:lnTo>
                <a:lnTo>
                  <a:pt x="14477" y="5764"/>
                </a:lnTo>
                <a:lnTo>
                  <a:pt x="14207" y="5815"/>
                </a:lnTo>
                <a:lnTo>
                  <a:pt x="13966" y="5866"/>
                </a:lnTo>
                <a:lnTo>
                  <a:pt x="13726" y="5917"/>
                </a:lnTo>
                <a:lnTo>
                  <a:pt x="13546" y="5974"/>
                </a:lnTo>
                <a:lnTo>
                  <a:pt x="13546" y="5974"/>
                </a:lnTo>
                <a:lnTo>
                  <a:pt x="12285" y="5928"/>
                </a:lnTo>
                <a:lnTo>
                  <a:pt x="11113" y="5872"/>
                </a:lnTo>
                <a:lnTo>
                  <a:pt x="9972" y="5805"/>
                </a:lnTo>
                <a:lnTo>
                  <a:pt x="8921" y="5729"/>
                </a:lnTo>
                <a:lnTo>
                  <a:pt x="7960" y="5652"/>
                </a:lnTo>
                <a:lnTo>
                  <a:pt x="7509" y="5606"/>
                </a:lnTo>
                <a:lnTo>
                  <a:pt x="7089" y="5565"/>
                </a:lnTo>
                <a:lnTo>
                  <a:pt x="6668" y="5520"/>
                </a:lnTo>
                <a:lnTo>
                  <a:pt x="6308" y="5474"/>
                </a:lnTo>
                <a:lnTo>
                  <a:pt x="5947" y="5428"/>
                </a:lnTo>
                <a:lnTo>
                  <a:pt x="5617" y="5382"/>
                </a:lnTo>
                <a:lnTo>
                  <a:pt x="5617" y="5382"/>
                </a:lnTo>
                <a:lnTo>
                  <a:pt x="5046" y="5290"/>
                </a:lnTo>
                <a:lnTo>
                  <a:pt x="4506" y="5193"/>
                </a:lnTo>
                <a:lnTo>
                  <a:pt x="3995" y="5091"/>
                </a:lnTo>
                <a:lnTo>
                  <a:pt x="3514" y="4989"/>
                </a:lnTo>
                <a:lnTo>
                  <a:pt x="3034" y="4887"/>
                </a:lnTo>
                <a:lnTo>
                  <a:pt x="2613" y="4780"/>
                </a:lnTo>
                <a:lnTo>
                  <a:pt x="2223" y="4668"/>
                </a:lnTo>
                <a:lnTo>
                  <a:pt x="1862" y="4556"/>
                </a:lnTo>
                <a:lnTo>
                  <a:pt x="1532" y="4438"/>
                </a:lnTo>
                <a:lnTo>
                  <a:pt x="1202" y="4321"/>
                </a:lnTo>
                <a:lnTo>
                  <a:pt x="961" y="4199"/>
                </a:lnTo>
                <a:lnTo>
                  <a:pt x="721" y="4076"/>
                </a:lnTo>
                <a:lnTo>
                  <a:pt x="511" y="3949"/>
                </a:lnTo>
                <a:lnTo>
                  <a:pt x="331" y="3816"/>
                </a:lnTo>
                <a:lnTo>
                  <a:pt x="211" y="3688"/>
                </a:lnTo>
                <a:lnTo>
                  <a:pt x="90" y="3556"/>
                </a:lnTo>
                <a:lnTo>
                  <a:pt x="30" y="3418"/>
                </a:lnTo>
                <a:lnTo>
                  <a:pt x="0" y="3280"/>
                </a:lnTo>
                <a:lnTo>
                  <a:pt x="30" y="3138"/>
                </a:lnTo>
                <a:lnTo>
                  <a:pt x="60" y="2995"/>
                </a:lnTo>
                <a:lnTo>
                  <a:pt x="151" y="2852"/>
                </a:lnTo>
                <a:lnTo>
                  <a:pt x="271" y="2704"/>
                </a:lnTo>
                <a:lnTo>
                  <a:pt x="421" y="2556"/>
                </a:lnTo>
                <a:lnTo>
                  <a:pt x="601" y="2408"/>
                </a:lnTo>
                <a:lnTo>
                  <a:pt x="841" y="2255"/>
                </a:lnTo>
                <a:lnTo>
                  <a:pt x="1112" y="2102"/>
                </a:lnTo>
                <a:lnTo>
                  <a:pt x="1442" y="1944"/>
                </a:lnTo>
                <a:lnTo>
                  <a:pt x="1772" y="1786"/>
                </a:lnTo>
                <a:lnTo>
                  <a:pt x="2163" y="1628"/>
                </a:lnTo>
                <a:lnTo>
                  <a:pt x="2613" y="1470"/>
                </a:lnTo>
                <a:lnTo>
                  <a:pt x="3094" y="1306"/>
                </a:lnTo>
                <a:lnTo>
                  <a:pt x="3604" y="1143"/>
                </a:lnTo>
                <a:lnTo>
                  <a:pt x="3604" y="1143"/>
                </a:lnTo>
                <a:lnTo>
                  <a:pt x="3845" y="1067"/>
                </a:lnTo>
                <a:lnTo>
                  <a:pt x="4115" y="995"/>
                </a:lnTo>
                <a:lnTo>
                  <a:pt x="4415" y="929"/>
                </a:lnTo>
                <a:lnTo>
                  <a:pt x="4686" y="863"/>
                </a:lnTo>
                <a:lnTo>
                  <a:pt x="5016" y="801"/>
                </a:lnTo>
                <a:lnTo>
                  <a:pt x="5347" y="740"/>
                </a:lnTo>
                <a:lnTo>
                  <a:pt x="5677" y="679"/>
                </a:lnTo>
                <a:lnTo>
                  <a:pt x="6037" y="623"/>
                </a:lnTo>
                <a:lnTo>
                  <a:pt x="6398" y="572"/>
                </a:lnTo>
                <a:lnTo>
                  <a:pt x="6758" y="521"/>
                </a:lnTo>
                <a:lnTo>
                  <a:pt x="7149" y="475"/>
                </a:lnTo>
                <a:lnTo>
                  <a:pt x="7539" y="429"/>
                </a:lnTo>
                <a:lnTo>
                  <a:pt x="8380" y="348"/>
                </a:lnTo>
                <a:lnTo>
                  <a:pt x="9221" y="271"/>
                </a:lnTo>
                <a:lnTo>
                  <a:pt x="10122" y="205"/>
                </a:lnTo>
                <a:lnTo>
                  <a:pt x="11053" y="154"/>
                </a:lnTo>
                <a:lnTo>
                  <a:pt x="12014" y="108"/>
                </a:lnTo>
                <a:lnTo>
                  <a:pt x="12975" y="67"/>
                </a:lnTo>
                <a:lnTo>
                  <a:pt x="13966" y="41"/>
                </a:lnTo>
                <a:lnTo>
                  <a:pt x="14988" y="21"/>
                </a:lnTo>
                <a:lnTo>
                  <a:pt x="16009" y="6"/>
                </a:lnTo>
                <a:lnTo>
                  <a:pt x="1703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58"/>
          <p:cNvSpPr/>
          <p:nvPr/>
        </p:nvSpPr>
        <p:spPr>
          <a:xfrm flipH="1">
            <a:off x="7115738" y="3523687"/>
            <a:ext cx="868128" cy="663263"/>
          </a:xfrm>
          <a:custGeom>
            <a:avLst/>
            <a:gdLst/>
            <a:ahLst/>
            <a:cxnLst/>
            <a:rect l="l" t="t" r="r" b="b"/>
            <a:pathLst>
              <a:path w="15319" h="1985" extrusionOk="0">
                <a:moveTo>
                  <a:pt x="1142" y="1"/>
                </a:moveTo>
                <a:lnTo>
                  <a:pt x="932" y="57"/>
                </a:lnTo>
                <a:lnTo>
                  <a:pt x="782" y="118"/>
                </a:lnTo>
                <a:lnTo>
                  <a:pt x="631" y="174"/>
                </a:lnTo>
                <a:lnTo>
                  <a:pt x="481" y="235"/>
                </a:lnTo>
                <a:lnTo>
                  <a:pt x="271" y="358"/>
                </a:lnTo>
                <a:lnTo>
                  <a:pt x="151" y="475"/>
                </a:lnTo>
                <a:lnTo>
                  <a:pt x="61" y="592"/>
                </a:lnTo>
                <a:lnTo>
                  <a:pt x="1" y="699"/>
                </a:lnTo>
                <a:lnTo>
                  <a:pt x="31" y="801"/>
                </a:lnTo>
                <a:lnTo>
                  <a:pt x="61" y="893"/>
                </a:lnTo>
                <a:lnTo>
                  <a:pt x="121" y="980"/>
                </a:lnTo>
                <a:lnTo>
                  <a:pt x="211" y="1072"/>
                </a:lnTo>
                <a:lnTo>
                  <a:pt x="331" y="1163"/>
                </a:lnTo>
                <a:lnTo>
                  <a:pt x="451" y="1255"/>
                </a:lnTo>
                <a:lnTo>
                  <a:pt x="661" y="1342"/>
                </a:lnTo>
                <a:lnTo>
                  <a:pt x="872" y="1434"/>
                </a:lnTo>
                <a:lnTo>
                  <a:pt x="1172" y="1521"/>
                </a:lnTo>
                <a:lnTo>
                  <a:pt x="1502" y="1597"/>
                </a:lnTo>
                <a:lnTo>
                  <a:pt x="1713" y="1638"/>
                </a:lnTo>
                <a:lnTo>
                  <a:pt x="1923" y="1674"/>
                </a:lnTo>
                <a:lnTo>
                  <a:pt x="2163" y="1714"/>
                </a:lnTo>
                <a:lnTo>
                  <a:pt x="2403" y="1745"/>
                </a:lnTo>
                <a:lnTo>
                  <a:pt x="2674" y="1781"/>
                </a:lnTo>
                <a:lnTo>
                  <a:pt x="2974" y="1811"/>
                </a:lnTo>
                <a:lnTo>
                  <a:pt x="3304" y="1837"/>
                </a:lnTo>
                <a:lnTo>
                  <a:pt x="3635" y="1867"/>
                </a:lnTo>
                <a:lnTo>
                  <a:pt x="3995" y="1888"/>
                </a:lnTo>
                <a:lnTo>
                  <a:pt x="4386" y="1913"/>
                </a:lnTo>
                <a:lnTo>
                  <a:pt x="4806" y="1929"/>
                </a:lnTo>
                <a:lnTo>
                  <a:pt x="5227" y="1949"/>
                </a:lnTo>
                <a:lnTo>
                  <a:pt x="5677" y="1959"/>
                </a:lnTo>
                <a:lnTo>
                  <a:pt x="6188" y="1974"/>
                </a:lnTo>
                <a:lnTo>
                  <a:pt x="6698" y="1980"/>
                </a:lnTo>
                <a:lnTo>
                  <a:pt x="7239" y="1985"/>
                </a:lnTo>
                <a:lnTo>
                  <a:pt x="8140" y="1985"/>
                </a:lnTo>
                <a:lnTo>
                  <a:pt x="8651" y="1974"/>
                </a:lnTo>
                <a:lnTo>
                  <a:pt x="9131" y="1964"/>
                </a:lnTo>
                <a:lnTo>
                  <a:pt x="9582" y="1949"/>
                </a:lnTo>
                <a:lnTo>
                  <a:pt x="10032" y="1934"/>
                </a:lnTo>
                <a:lnTo>
                  <a:pt x="10453" y="1908"/>
                </a:lnTo>
                <a:lnTo>
                  <a:pt x="10843" y="1883"/>
                </a:lnTo>
                <a:lnTo>
                  <a:pt x="11234" y="1857"/>
                </a:lnTo>
                <a:lnTo>
                  <a:pt x="11594" y="1827"/>
                </a:lnTo>
                <a:lnTo>
                  <a:pt x="11924" y="1791"/>
                </a:lnTo>
                <a:lnTo>
                  <a:pt x="12255" y="1755"/>
                </a:lnTo>
                <a:lnTo>
                  <a:pt x="12555" y="1714"/>
                </a:lnTo>
                <a:lnTo>
                  <a:pt x="12855" y="1674"/>
                </a:lnTo>
                <a:lnTo>
                  <a:pt x="13126" y="1633"/>
                </a:lnTo>
                <a:lnTo>
                  <a:pt x="13366" y="1587"/>
                </a:lnTo>
                <a:lnTo>
                  <a:pt x="13606" y="1541"/>
                </a:lnTo>
                <a:lnTo>
                  <a:pt x="14027" y="1444"/>
                </a:lnTo>
                <a:lnTo>
                  <a:pt x="14387" y="1347"/>
                </a:lnTo>
                <a:lnTo>
                  <a:pt x="14688" y="1245"/>
                </a:lnTo>
                <a:lnTo>
                  <a:pt x="14928" y="1143"/>
                </a:lnTo>
                <a:lnTo>
                  <a:pt x="15108" y="1046"/>
                </a:lnTo>
                <a:lnTo>
                  <a:pt x="15228" y="949"/>
                </a:lnTo>
                <a:lnTo>
                  <a:pt x="15288" y="857"/>
                </a:lnTo>
                <a:lnTo>
                  <a:pt x="15318" y="776"/>
                </a:lnTo>
                <a:lnTo>
                  <a:pt x="15318" y="699"/>
                </a:lnTo>
                <a:lnTo>
                  <a:pt x="15318" y="618"/>
                </a:lnTo>
                <a:lnTo>
                  <a:pt x="15258" y="531"/>
                </a:lnTo>
                <a:lnTo>
                  <a:pt x="15168" y="439"/>
                </a:lnTo>
                <a:lnTo>
                  <a:pt x="15048" y="342"/>
                </a:lnTo>
                <a:lnTo>
                  <a:pt x="14898" y="245"/>
                </a:lnTo>
                <a:lnTo>
                  <a:pt x="14688" y="148"/>
                </a:lnTo>
                <a:lnTo>
                  <a:pt x="14417" y="52"/>
                </a:lnTo>
                <a:lnTo>
                  <a:pt x="7539" y="52"/>
                </a:lnTo>
                <a:lnTo>
                  <a:pt x="6458" y="67"/>
                </a:lnTo>
                <a:lnTo>
                  <a:pt x="5347" y="72"/>
                </a:lnTo>
                <a:lnTo>
                  <a:pt x="4266" y="67"/>
                </a:lnTo>
                <a:lnTo>
                  <a:pt x="3214" y="52"/>
                </a:lnTo>
                <a:lnTo>
                  <a:pt x="2163" y="31"/>
                </a:lnTo>
                <a:lnTo>
                  <a:pt x="1142" y="1"/>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58"/>
          <p:cNvSpPr/>
          <p:nvPr/>
        </p:nvSpPr>
        <p:spPr>
          <a:xfrm flipH="1">
            <a:off x="7115738" y="3523687"/>
            <a:ext cx="868128" cy="663263"/>
          </a:xfrm>
          <a:custGeom>
            <a:avLst/>
            <a:gdLst/>
            <a:ahLst/>
            <a:cxnLst/>
            <a:rect l="l" t="t" r="r" b="b"/>
            <a:pathLst>
              <a:path w="15319" h="1985" fill="none" extrusionOk="0">
                <a:moveTo>
                  <a:pt x="1142" y="1"/>
                </a:moveTo>
                <a:lnTo>
                  <a:pt x="1142" y="1"/>
                </a:lnTo>
                <a:lnTo>
                  <a:pt x="2163" y="31"/>
                </a:lnTo>
                <a:lnTo>
                  <a:pt x="3214" y="52"/>
                </a:lnTo>
                <a:lnTo>
                  <a:pt x="4266" y="67"/>
                </a:lnTo>
                <a:lnTo>
                  <a:pt x="5347" y="72"/>
                </a:lnTo>
                <a:lnTo>
                  <a:pt x="5347" y="72"/>
                </a:lnTo>
                <a:lnTo>
                  <a:pt x="6458" y="67"/>
                </a:lnTo>
                <a:lnTo>
                  <a:pt x="7539" y="52"/>
                </a:lnTo>
                <a:lnTo>
                  <a:pt x="14417" y="52"/>
                </a:lnTo>
                <a:lnTo>
                  <a:pt x="14417" y="52"/>
                </a:lnTo>
                <a:lnTo>
                  <a:pt x="14688" y="148"/>
                </a:lnTo>
                <a:lnTo>
                  <a:pt x="14898" y="245"/>
                </a:lnTo>
                <a:lnTo>
                  <a:pt x="15048" y="342"/>
                </a:lnTo>
                <a:lnTo>
                  <a:pt x="15168" y="439"/>
                </a:lnTo>
                <a:lnTo>
                  <a:pt x="15258" y="531"/>
                </a:lnTo>
                <a:lnTo>
                  <a:pt x="15318" y="618"/>
                </a:lnTo>
                <a:lnTo>
                  <a:pt x="15318" y="699"/>
                </a:lnTo>
                <a:lnTo>
                  <a:pt x="15318" y="776"/>
                </a:lnTo>
                <a:lnTo>
                  <a:pt x="15318" y="776"/>
                </a:lnTo>
                <a:lnTo>
                  <a:pt x="15288" y="857"/>
                </a:lnTo>
                <a:lnTo>
                  <a:pt x="15228" y="949"/>
                </a:lnTo>
                <a:lnTo>
                  <a:pt x="15108" y="1046"/>
                </a:lnTo>
                <a:lnTo>
                  <a:pt x="14928" y="1143"/>
                </a:lnTo>
                <a:lnTo>
                  <a:pt x="14688" y="1245"/>
                </a:lnTo>
                <a:lnTo>
                  <a:pt x="14387" y="1347"/>
                </a:lnTo>
                <a:lnTo>
                  <a:pt x="14027" y="1444"/>
                </a:lnTo>
                <a:lnTo>
                  <a:pt x="13606" y="1541"/>
                </a:lnTo>
                <a:lnTo>
                  <a:pt x="13366" y="1587"/>
                </a:lnTo>
                <a:lnTo>
                  <a:pt x="13126" y="1633"/>
                </a:lnTo>
                <a:lnTo>
                  <a:pt x="12855" y="1674"/>
                </a:lnTo>
                <a:lnTo>
                  <a:pt x="12555" y="1714"/>
                </a:lnTo>
                <a:lnTo>
                  <a:pt x="12255" y="1755"/>
                </a:lnTo>
                <a:lnTo>
                  <a:pt x="11924" y="1791"/>
                </a:lnTo>
                <a:lnTo>
                  <a:pt x="11594" y="1827"/>
                </a:lnTo>
                <a:lnTo>
                  <a:pt x="11234" y="1857"/>
                </a:lnTo>
                <a:lnTo>
                  <a:pt x="10843" y="1883"/>
                </a:lnTo>
                <a:lnTo>
                  <a:pt x="10453" y="1908"/>
                </a:lnTo>
                <a:lnTo>
                  <a:pt x="10032" y="1934"/>
                </a:lnTo>
                <a:lnTo>
                  <a:pt x="9582" y="1949"/>
                </a:lnTo>
                <a:lnTo>
                  <a:pt x="9131" y="1964"/>
                </a:lnTo>
                <a:lnTo>
                  <a:pt x="8651" y="1974"/>
                </a:lnTo>
                <a:lnTo>
                  <a:pt x="8140" y="1985"/>
                </a:lnTo>
                <a:lnTo>
                  <a:pt x="7599" y="1985"/>
                </a:lnTo>
                <a:lnTo>
                  <a:pt x="7599" y="1985"/>
                </a:lnTo>
                <a:lnTo>
                  <a:pt x="7239" y="1985"/>
                </a:lnTo>
                <a:lnTo>
                  <a:pt x="7239" y="1985"/>
                </a:lnTo>
                <a:lnTo>
                  <a:pt x="6698" y="1980"/>
                </a:lnTo>
                <a:lnTo>
                  <a:pt x="6188" y="1974"/>
                </a:lnTo>
                <a:lnTo>
                  <a:pt x="5677" y="1959"/>
                </a:lnTo>
                <a:lnTo>
                  <a:pt x="5227" y="1949"/>
                </a:lnTo>
                <a:lnTo>
                  <a:pt x="4806" y="1929"/>
                </a:lnTo>
                <a:lnTo>
                  <a:pt x="4386" y="1913"/>
                </a:lnTo>
                <a:lnTo>
                  <a:pt x="3995" y="1888"/>
                </a:lnTo>
                <a:lnTo>
                  <a:pt x="3635" y="1867"/>
                </a:lnTo>
                <a:lnTo>
                  <a:pt x="3304" y="1837"/>
                </a:lnTo>
                <a:lnTo>
                  <a:pt x="2974" y="1811"/>
                </a:lnTo>
                <a:lnTo>
                  <a:pt x="2674" y="1781"/>
                </a:lnTo>
                <a:lnTo>
                  <a:pt x="2403" y="1745"/>
                </a:lnTo>
                <a:lnTo>
                  <a:pt x="2163" y="1714"/>
                </a:lnTo>
                <a:lnTo>
                  <a:pt x="1923" y="1674"/>
                </a:lnTo>
                <a:lnTo>
                  <a:pt x="1713" y="1638"/>
                </a:lnTo>
                <a:lnTo>
                  <a:pt x="1502" y="1597"/>
                </a:lnTo>
                <a:lnTo>
                  <a:pt x="1172" y="1521"/>
                </a:lnTo>
                <a:lnTo>
                  <a:pt x="872" y="1434"/>
                </a:lnTo>
                <a:lnTo>
                  <a:pt x="661" y="1342"/>
                </a:lnTo>
                <a:lnTo>
                  <a:pt x="451" y="1255"/>
                </a:lnTo>
                <a:lnTo>
                  <a:pt x="331" y="1163"/>
                </a:lnTo>
                <a:lnTo>
                  <a:pt x="211" y="1072"/>
                </a:lnTo>
                <a:lnTo>
                  <a:pt x="121" y="980"/>
                </a:lnTo>
                <a:lnTo>
                  <a:pt x="61" y="893"/>
                </a:lnTo>
                <a:lnTo>
                  <a:pt x="61" y="893"/>
                </a:lnTo>
                <a:lnTo>
                  <a:pt x="31" y="801"/>
                </a:lnTo>
                <a:lnTo>
                  <a:pt x="1" y="699"/>
                </a:lnTo>
                <a:lnTo>
                  <a:pt x="61" y="592"/>
                </a:lnTo>
                <a:lnTo>
                  <a:pt x="151" y="475"/>
                </a:lnTo>
                <a:lnTo>
                  <a:pt x="271" y="358"/>
                </a:lnTo>
                <a:lnTo>
                  <a:pt x="481" y="235"/>
                </a:lnTo>
                <a:lnTo>
                  <a:pt x="631" y="174"/>
                </a:lnTo>
                <a:lnTo>
                  <a:pt x="782" y="118"/>
                </a:lnTo>
                <a:lnTo>
                  <a:pt x="932" y="57"/>
                </a:lnTo>
                <a:lnTo>
                  <a:pt x="114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58"/>
          <p:cNvSpPr/>
          <p:nvPr/>
        </p:nvSpPr>
        <p:spPr>
          <a:xfrm flipH="1">
            <a:off x="7166797" y="3346593"/>
            <a:ext cx="752408" cy="201151"/>
          </a:xfrm>
          <a:custGeom>
            <a:avLst/>
            <a:gdLst/>
            <a:ahLst/>
            <a:cxnLst/>
            <a:rect l="l" t="t" r="r" b="b"/>
            <a:pathLst>
              <a:path w="13277" h="602" extrusionOk="0">
                <a:moveTo>
                  <a:pt x="5678" y="0"/>
                </a:moveTo>
                <a:lnTo>
                  <a:pt x="5077" y="10"/>
                </a:lnTo>
                <a:lnTo>
                  <a:pt x="4536" y="26"/>
                </a:lnTo>
                <a:lnTo>
                  <a:pt x="4026" y="41"/>
                </a:lnTo>
                <a:lnTo>
                  <a:pt x="3545" y="61"/>
                </a:lnTo>
                <a:lnTo>
                  <a:pt x="3095" y="92"/>
                </a:lnTo>
                <a:lnTo>
                  <a:pt x="2674" y="122"/>
                </a:lnTo>
                <a:lnTo>
                  <a:pt x="2254" y="153"/>
                </a:lnTo>
                <a:lnTo>
                  <a:pt x="1893" y="194"/>
                </a:lnTo>
                <a:lnTo>
                  <a:pt x="1563" y="235"/>
                </a:lnTo>
                <a:lnTo>
                  <a:pt x="1232" y="276"/>
                </a:lnTo>
                <a:lnTo>
                  <a:pt x="932" y="321"/>
                </a:lnTo>
                <a:lnTo>
                  <a:pt x="662" y="372"/>
                </a:lnTo>
                <a:lnTo>
                  <a:pt x="421" y="423"/>
                </a:lnTo>
                <a:lnTo>
                  <a:pt x="181" y="474"/>
                </a:lnTo>
                <a:lnTo>
                  <a:pt x="1" y="531"/>
                </a:lnTo>
                <a:lnTo>
                  <a:pt x="1022" y="561"/>
                </a:lnTo>
                <a:lnTo>
                  <a:pt x="2073" y="582"/>
                </a:lnTo>
                <a:lnTo>
                  <a:pt x="3125" y="597"/>
                </a:lnTo>
                <a:lnTo>
                  <a:pt x="4206" y="602"/>
                </a:lnTo>
                <a:lnTo>
                  <a:pt x="5317" y="597"/>
                </a:lnTo>
                <a:lnTo>
                  <a:pt x="6398" y="582"/>
                </a:lnTo>
                <a:lnTo>
                  <a:pt x="13276" y="582"/>
                </a:lnTo>
                <a:lnTo>
                  <a:pt x="13066" y="525"/>
                </a:lnTo>
                <a:lnTo>
                  <a:pt x="12856" y="469"/>
                </a:lnTo>
                <a:lnTo>
                  <a:pt x="12616" y="413"/>
                </a:lnTo>
                <a:lnTo>
                  <a:pt x="12345" y="362"/>
                </a:lnTo>
                <a:lnTo>
                  <a:pt x="12045" y="316"/>
                </a:lnTo>
                <a:lnTo>
                  <a:pt x="11714" y="265"/>
                </a:lnTo>
                <a:lnTo>
                  <a:pt x="11354" y="225"/>
                </a:lnTo>
                <a:lnTo>
                  <a:pt x="10964" y="184"/>
                </a:lnTo>
                <a:lnTo>
                  <a:pt x="10543" y="143"/>
                </a:lnTo>
                <a:lnTo>
                  <a:pt x="10093" y="112"/>
                </a:lnTo>
                <a:lnTo>
                  <a:pt x="9612" y="82"/>
                </a:lnTo>
                <a:lnTo>
                  <a:pt x="9071" y="56"/>
                </a:lnTo>
                <a:lnTo>
                  <a:pt x="8501" y="36"/>
                </a:lnTo>
                <a:lnTo>
                  <a:pt x="7900" y="15"/>
                </a:lnTo>
                <a:lnTo>
                  <a:pt x="7239" y="5"/>
                </a:lnTo>
                <a:lnTo>
                  <a:pt x="6549" y="0"/>
                </a:lnTo>
                <a:close/>
              </a:path>
            </a:pathLst>
          </a:custGeom>
          <a:solidFill>
            <a:srgbClr val="4E1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58"/>
          <p:cNvSpPr/>
          <p:nvPr/>
        </p:nvSpPr>
        <p:spPr>
          <a:xfrm flipH="1">
            <a:off x="7166797" y="3346593"/>
            <a:ext cx="752408" cy="201151"/>
          </a:xfrm>
          <a:custGeom>
            <a:avLst/>
            <a:gdLst/>
            <a:ahLst/>
            <a:cxnLst/>
            <a:rect l="l" t="t" r="r" b="b"/>
            <a:pathLst>
              <a:path w="13277" h="602" fill="none" extrusionOk="0">
                <a:moveTo>
                  <a:pt x="6278" y="0"/>
                </a:moveTo>
                <a:lnTo>
                  <a:pt x="6278" y="0"/>
                </a:lnTo>
                <a:lnTo>
                  <a:pt x="6549" y="0"/>
                </a:lnTo>
                <a:lnTo>
                  <a:pt x="6549" y="0"/>
                </a:lnTo>
                <a:lnTo>
                  <a:pt x="7239" y="5"/>
                </a:lnTo>
                <a:lnTo>
                  <a:pt x="7900" y="15"/>
                </a:lnTo>
                <a:lnTo>
                  <a:pt x="8501" y="36"/>
                </a:lnTo>
                <a:lnTo>
                  <a:pt x="9071" y="56"/>
                </a:lnTo>
                <a:lnTo>
                  <a:pt x="9612" y="82"/>
                </a:lnTo>
                <a:lnTo>
                  <a:pt x="10093" y="112"/>
                </a:lnTo>
                <a:lnTo>
                  <a:pt x="10543" y="143"/>
                </a:lnTo>
                <a:lnTo>
                  <a:pt x="10964" y="184"/>
                </a:lnTo>
                <a:lnTo>
                  <a:pt x="11354" y="225"/>
                </a:lnTo>
                <a:lnTo>
                  <a:pt x="11714" y="265"/>
                </a:lnTo>
                <a:lnTo>
                  <a:pt x="12045" y="316"/>
                </a:lnTo>
                <a:lnTo>
                  <a:pt x="12345" y="362"/>
                </a:lnTo>
                <a:lnTo>
                  <a:pt x="12616" y="413"/>
                </a:lnTo>
                <a:lnTo>
                  <a:pt x="12856" y="469"/>
                </a:lnTo>
                <a:lnTo>
                  <a:pt x="13066" y="525"/>
                </a:lnTo>
                <a:lnTo>
                  <a:pt x="13276" y="582"/>
                </a:lnTo>
                <a:lnTo>
                  <a:pt x="6398" y="582"/>
                </a:lnTo>
                <a:lnTo>
                  <a:pt x="6398" y="582"/>
                </a:lnTo>
                <a:lnTo>
                  <a:pt x="5317" y="597"/>
                </a:lnTo>
                <a:lnTo>
                  <a:pt x="4206" y="602"/>
                </a:lnTo>
                <a:lnTo>
                  <a:pt x="4206" y="602"/>
                </a:lnTo>
                <a:lnTo>
                  <a:pt x="3125" y="597"/>
                </a:lnTo>
                <a:lnTo>
                  <a:pt x="2073" y="582"/>
                </a:lnTo>
                <a:lnTo>
                  <a:pt x="1022" y="561"/>
                </a:lnTo>
                <a:lnTo>
                  <a:pt x="1" y="531"/>
                </a:lnTo>
                <a:lnTo>
                  <a:pt x="1" y="531"/>
                </a:lnTo>
                <a:lnTo>
                  <a:pt x="181" y="474"/>
                </a:lnTo>
                <a:lnTo>
                  <a:pt x="421" y="423"/>
                </a:lnTo>
                <a:lnTo>
                  <a:pt x="662" y="372"/>
                </a:lnTo>
                <a:lnTo>
                  <a:pt x="932" y="321"/>
                </a:lnTo>
                <a:lnTo>
                  <a:pt x="1232" y="276"/>
                </a:lnTo>
                <a:lnTo>
                  <a:pt x="1563" y="235"/>
                </a:lnTo>
                <a:lnTo>
                  <a:pt x="1893" y="194"/>
                </a:lnTo>
                <a:lnTo>
                  <a:pt x="2254" y="153"/>
                </a:lnTo>
                <a:lnTo>
                  <a:pt x="2674" y="122"/>
                </a:lnTo>
                <a:lnTo>
                  <a:pt x="3095" y="92"/>
                </a:lnTo>
                <a:lnTo>
                  <a:pt x="3545" y="61"/>
                </a:lnTo>
                <a:lnTo>
                  <a:pt x="4026" y="41"/>
                </a:lnTo>
                <a:lnTo>
                  <a:pt x="4536" y="26"/>
                </a:lnTo>
                <a:lnTo>
                  <a:pt x="5077" y="10"/>
                </a:lnTo>
                <a:lnTo>
                  <a:pt x="5678" y="0"/>
                </a:lnTo>
                <a:lnTo>
                  <a:pt x="627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58"/>
          <p:cNvSpPr/>
          <p:nvPr/>
        </p:nvSpPr>
        <p:spPr>
          <a:xfrm flipH="1">
            <a:off x="7459554" y="3665027"/>
            <a:ext cx="216253" cy="198144"/>
          </a:xfrm>
          <a:custGeom>
            <a:avLst/>
            <a:gdLst/>
            <a:ahLst/>
            <a:cxnLst/>
            <a:rect l="l" t="t" r="r" b="b"/>
            <a:pathLst>
              <a:path w="3816" h="593" extrusionOk="0">
                <a:moveTo>
                  <a:pt x="421" y="1"/>
                </a:moveTo>
                <a:lnTo>
                  <a:pt x="241" y="62"/>
                </a:lnTo>
                <a:lnTo>
                  <a:pt x="91" y="118"/>
                </a:lnTo>
                <a:lnTo>
                  <a:pt x="1" y="174"/>
                </a:lnTo>
                <a:lnTo>
                  <a:pt x="1" y="236"/>
                </a:lnTo>
                <a:lnTo>
                  <a:pt x="1" y="281"/>
                </a:lnTo>
                <a:lnTo>
                  <a:pt x="61" y="332"/>
                </a:lnTo>
                <a:lnTo>
                  <a:pt x="151" y="378"/>
                </a:lnTo>
                <a:lnTo>
                  <a:pt x="301" y="424"/>
                </a:lnTo>
                <a:lnTo>
                  <a:pt x="451" y="470"/>
                </a:lnTo>
                <a:lnTo>
                  <a:pt x="662" y="516"/>
                </a:lnTo>
                <a:lnTo>
                  <a:pt x="902" y="557"/>
                </a:lnTo>
                <a:lnTo>
                  <a:pt x="1202" y="593"/>
                </a:lnTo>
                <a:lnTo>
                  <a:pt x="1743" y="542"/>
                </a:lnTo>
                <a:lnTo>
                  <a:pt x="1833" y="526"/>
                </a:lnTo>
                <a:lnTo>
                  <a:pt x="1863" y="506"/>
                </a:lnTo>
                <a:lnTo>
                  <a:pt x="1833" y="485"/>
                </a:lnTo>
                <a:lnTo>
                  <a:pt x="1773" y="470"/>
                </a:lnTo>
                <a:lnTo>
                  <a:pt x="1623" y="445"/>
                </a:lnTo>
                <a:lnTo>
                  <a:pt x="1503" y="404"/>
                </a:lnTo>
                <a:lnTo>
                  <a:pt x="1383" y="358"/>
                </a:lnTo>
                <a:lnTo>
                  <a:pt x="1352" y="327"/>
                </a:lnTo>
                <a:lnTo>
                  <a:pt x="1322" y="302"/>
                </a:lnTo>
                <a:lnTo>
                  <a:pt x="1352" y="266"/>
                </a:lnTo>
                <a:lnTo>
                  <a:pt x="1413" y="230"/>
                </a:lnTo>
                <a:lnTo>
                  <a:pt x="1503" y="190"/>
                </a:lnTo>
                <a:lnTo>
                  <a:pt x="1623" y="144"/>
                </a:lnTo>
                <a:lnTo>
                  <a:pt x="1683" y="134"/>
                </a:lnTo>
                <a:lnTo>
                  <a:pt x="1683" y="118"/>
                </a:lnTo>
                <a:lnTo>
                  <a:pt x="1653" y="103"/>
                </a:lnTo>
                <a:lnTo>
                  <a:pt x="1623" y="88"/>
                </a:lnTo>
                <a:lnTo>
                  <a:pt x="1533" y="77"/>
                </a:lnTo>
                <a:lnTo>
                  <a:pt x="1443" y="67"/>
                </a:lnTo>
                <a:lnTo>
                  <a:pt x="421" y="1"/>
                </a:lnTo>
                <a:close/>
                <a:moveTo>
                  <a:pt x="2374" y="1"/>
                </a:moveTo>
                <a:lnTo>
                  <a:pt x="2193" y="62"/>
                </a:lnTo>
                <a:lnTo>
                  <a:pt x="2043" y="118"/>
                </a:lnTo>
                <a:lnTo>
                  <a:pt x="1983" y="174"/>
                </a:lnTo>
                <a:lnTo>
                  <a:pt x="1953" y="236"/>
                </a:lnTo>
                <a:lnTo>
                  <a:pt x="1953" y="281"/>
                </a:lnTo>
                <a:lnTo>
                  <a:pt x="2013" y="332"/>
                </a:lnTo>
                <a:lnTo>
                  <a:pt x="2133" y="378"/>
                </a:lnTo>
                <a:lnTo>
                  <a:pt x="2254" y="424"/>
                </a:lnTo>
                <a:lnTo>
                  <a:pt x="2434" y="470"/>
                </a:lnTo>
                <a:lnTo>
                  <a:pt x="2644" y="516"/>
                </a:lnTo>
                <a:lnTo>
                  <a:pt x="2884" y="557"/>
                </a:lnTo>
                <a:lnTo>
                  <a:pt x="3155" y="593"/>
                </a:lnTo>
                <a:lnTo>
                  <a:pt x="3695" y="542"/>
                </a:lnTo>
                <a:lnTo>
                  <a:pt x="3785" y="526"/>
                </a:lnTo>
                <a:lnTo>
                  <a:pt x="3815" y="506"/>
                </a:lnTo>
                <a:lnTo>
                  <a:pt x="3785" y="485"/>
                </a:lnTo>
                <a:lnTo>
                  <a:pt x="3725" y="470"/>
                </a:lnTo>
                <a:lnTo>
                  <a:pt x="3605" y="445"/>
                </a:lnTo>
                <a:lnTo>
                  <a:pt x="3455" y="404"/>
                </a:lnTo>
                <a:lnTo>
                  <a:pt x="3335" y="358"/>
                </a:lnTo>
                <a:lnTo>
                  <a:pt x="3305" y="327"/>
                </a:lnTo>
                <a:lnTo>
                  <a:pt x="3305" y="302"/>
                </a:lnTo>
                <a:lnTo>
                  <a:pt x="3305" y="266"/>
                </a:lnTo>
                <a:lnTo>
                  <a:pt x="3365" y="230"/>
                </a:lnTo>
                <a:lnTo>
                  <a:pt x="3455" y="190"/>
                </a:lnTo>
                <a:lnTo>
                  <a:pt x="3575" y="144"/>
                </a:lnTo>
                <a:lnTo>
                  <a:pt x="3635" y="134"/>
                </a:lnTo>
                <a:lnTo>
                  <a:pt x="3635" y="118"/>
                </a:lnTo>
                <a:lnTo>
                  <a:pt x="3635" y="103"/>
                </a:lnTo>
                <a:lnTo>
                  <a:pt x="3575" y="88"/>
                </a:lnTo>
                <a:lnTo>
                  <a:pt x="3515" y="77"/>
                </a:lnTo>
                <a:lnTo>
                  <a:pt x="3395" y="67"/>
                </a:lnTo>
                <a:lnTo>
                  <a:pt x="23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58"/>
          <p:cNvSpPr/>
          <p:nvPr/>
        </p:nvSpPr>
        <p:spPr>
          <a:xfrm flipH="1">
            <a:off x="1098970" y="914400"/>
            <a:ext cx="868071" cy="659922"/>
          </a:xfrm>
          <a:custGeom>
            <a:avLst/>
            <a:gdLst/>
            <a:ahLst/>
            <a:cxnLst/>
            <a:rect l="l" t="t" r="r" b="b"/>
            <a:pathLst>
              <a:path w="15318" h="1975" extrusionOk="0">
                <a:moveTo>
                  <a:pt x="7209" y="0"/>
                </a:moveTo>
                <a:lnTo>
                  <a:pt x="6698" y="6"/>
                </a:lnTo>
                <a:lnTo>
                  <a:pt x="6217" y="21"/>
                </a:lnTo>
                <a:lnTo>
                  <a:pt x="5767" y="31"/>
                </a:lnTo>
                <a:lnTo>
                  <a:pt x="5316" y="51"/>
                </a:lnTo>
                <a:lnTo>
                  <a:pt x="4896" y="72"/>
                </a:lnTo>
                <a:lnTo>
                  <a:pt x="4505" y="97"/>
                </a:lnTo>
                <a:lnTo>
                  <a:pt x="4115" y="128"/>
                </a:lnTo>
                <a:lnTo>
                  <a:pt x="3755" y="159"/>
                </a:lnTo>
                <a:lnTo>
                  <a:pt x="3424" y="194"/>
                </a:lnTo>
                <a:lnTo>
                  <a:pt x="3094" y="230"/>
                </a:lnTo>
                <a:lnTo>
                  <a:pt x="2793" y="271"/>
                </a:lnTo>
                <a:lnTo>
                  <a:pt x="2493" y="312"/>
                </a:lnTo>
                <a:lnTo>
                  <a:pt x="2223" y="352"/>
                </a:lnTo>
                <a:lnTo>
                  <a:pt x="1983" y="398"/>
                </a:lnTo>
                <a:lnTo>
                  <a:pt x="1742" y="444"/>
                </a:lnTo>
                <a:lnTo>
                  <a:pt x="1322" y="541"/>
                </a:lnTo>
                <a:lnTo>
                  <a:pt x="961" y="638"/>
                </a:lnTo>
                <a:lnTo>
                  <a:pt x="661" y="740"/>
                </a:lnTo>
                <a:lnTo>
                  <a:pt x="421" y="842"/>
                </a:lnTo>
                <a:lnTo>
                  <a:pt x="241" y="939"/>
                </a:lnTo>
                <a:lnTo>
                  <a:pt x="120" y="1036"/>
                </a:lnTo>
                <a:lnTo>
                  <a:pt x="30" y="1128"/>
                </a:lnTo>
                <a:lnTo>
                  <a:pt x="0" y="1209"/>
                </a:lnTo>
                <a:lnTo>
                  <a:pt x="30" y="1352"/>
                </a:lnTo>
                <a:lnTo>
                  <a:pt x="60" y="1429"/>
                </a:lnTo>
                <a:lnTo>
                  <a:pt x="120" y="1510"/>
                </a:lnTo>
                <a:lnTo>
                  <a:pt x="210" y="1597"/>
                </a:lnTo>
                <a:lnTo>
                  <a:pt x="361" y="1684"/>
                </a:lnTo>
                <a:lnTo>
                  <a:pt x="511" y="1770"/>
                </a:lnTo>
                <a:lnTo>
                  <a:pt x="721" y="1862"/>
                </a:lnTo>
                <a:lnTo>
                  <a:pt x="5587" y="1862"/>
                </a:lnTo>
                <a:lnTo>
                  <a:pt x="6758" y="1847"/>
                </a:lnTo>
                <a:lnTo>
                  <a:pt x="7899" y="1842"/>
                </a:lnTo>
                <a:lnTo>
                  <a:pt x="8710" y="1842"/>
                </a:lnTo>
                <a:lnTo>
                  <a:pt x="9521" y="1852"/>
                </a:lnTo>
                <a:lnTo>
                  <a:pt x="10332" y="1862"/>
                </a:lnTo>
                <a:lnTo>
                  <a:pt x="11143" y="1877"/>
                </a:lnTo>
                <a:lnTo>
                  <a:pt x="11924" y="1893"/>
                </a:lnTo>
                <a:lnTo>
                  <a:pt x="12735" y="1918"/>
                </a:lnTo>
                <a:lnTo>
                  <a:pt x="13486" y="1944"/>
                </a:lnTo>
                <a:lnTo>
                  <a:pt x="14267" y="1974"/>
                </a:lnTo>
                <a:lnTo>
                  <a:pt x="14447" y="1918"/>
                </a:lnTo>
                <a:lnTo>
                  <a:pt x="14597" y="1857"/>
                </a:lnTo>
                <a:lnTo>
                  <a:pt x="14747" y="1801"/>
                </a:lnTo>
                <a:lnTo>
                  <a:pt x="14867" y="1740"/>
                </a:lnTo>
                <a:lnTo>
                  <a:pt x="15078" y="1622"/>
                </a:lnTo>
                <a:lnTo>
                  <a:pt x="15198" y="1505"/>
                </a:lnTo>
                <a:lnTo>
                  <a:pt x="15288" y="1388"/>
                </a:lnTo>
                <a:lnTo>
                  <a:pt x="15318" y="1281"/>
                </a:lnTo>
                <a:lnTo>
                  <a:pt x="15318" y="1179"/>
                </a:lnTo>
                <a:lnTo>
                  <a:pt x="15288" y="1092"/>
                </a:lnTo>
                <a:lnTo>
                  <a:pt x="15228" y="1000"/>
                </a:lnTo>
                <a:lnTo>
                  <a:pt x="15138" y="913"/>
                </a:lnTo>
                <a:lnTo>
                  <a:pt x="15018" y="822"/>
                </a:lnTo>
                <a:lnTo>
                  <a:pt x="14867" y="730"/>
                </a:lnTo>
                <a:lnTo>
                  <a:pt x="14687" y="638"/>
                </a:lnTo>
                <a:lnTo>
                  <a:pt x="14447" y="551"/>
                </a:lnTo>
                <a:lnTo>
                  <a:pt x="14177" y="465"/>
                </a:lnTo>
                <a:lnTo>
                  <a:pt x="13816" y="383"/>
                </a:lnTo>
                <a:lnTo>
                  <a:pt x="13636" y="347"/>
                </a:lnTo>
                <a:lnTo>
                  <a:pt x="13426" y="306"/>
                </a:lnTo>
                <a:lnTo>
                  <a:pt x="13185" y="271"/>
                </a:lnTo>
                <a:lnTo>
                  <a:pt x="12915" y="240"/>
                </a:lnTo>
                <a:lnTo>
                  <a:pt x="12645" y="204"/>
                </a:lnTo>
                <a:lnTo>
                  <a:pt x="12375" y="174"/>
                </a:lnTo>
                <a:lnTo>
                  <a:pt x="12044" y="148"/>
                </a:lnTo>
                <a:lnTo>
                  <a:pt x="11714" y="118"/>
                </a:lnTo>
                <a:lnTo>
                  <a:pt x="11353" y="97"/>
                </a:lnTo>
                <a:lnTo>
                  <a:pt x="10963" y="72"/>
                </a:lnTo>
                <a:lnTo>
                  <a:pt x="10542" y="57"/>
                </a:lnTo>
                <a:lnTo>
                  <a:pt x="10122" y="36"/>
                </a:lnTo>
                <a:lnTo>
                  <a:pt x="9641" y="26"/>
                </a:lnTo>
                <a:lnTo>
                  <a:pt x="9161" y="11"/>
                </a:lnTo>
                <a:lnTo>
                  <a:pt x="8650" y="6"/>
                </a:lnTo>
                <a:lnTo>
                  <a:pt x="8110" y="0"/>
                </a:lnTo>
                <a:close/>
              </a:path>
            </a:pathLst>
          </a:custGeom>
          <a:solidFill>
            <a:srgbClr val="7091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58"/>
          <p:cNvSpPr/>
          <p:nvPr/>
        </p:nvSpPr>
        <p:spPr>
          <a:xfrm flipH="1">
            <a:off x="1098970" y="914400"/>
            <a:ext cx="868071" cy="659922"/>
          </a:xfrm>
          <a:custGeom>
            <a:avLst/>
            <a:gdLst/>
            <a:ahLst/>
            <a:cxnLst/>
            <a:rect l="l" t="t" r="r" b="b"/>
            <a:pathLst>
              <a:path w="15318" h="1975" fill="none" extrusionOk="0">
                <a:moveTo>
                  <a:pt x="7749" y="0"/>
                </a:moveTo>
                <a:lnTo>
                  <a:pt x="7749" y="0"/>
                </a:lnTo>
                <a:lnTo>
                  <a:pt x="8110" y="0"/>
                </a:lnTo>
                <a:lnTo>
                  <a:pt x="8110" y="0"/>
                </a:lnTo>
                <a:lnTo>
                  <a:pt x="8650" y="6"/>
                </a:lnTo>
                <a:lnTo>
                  <a:pt x="9161" y="11"/>
                </a:lnTo>
                <a:lnTo>
                  <a:pt x="9641" y="26"/>
                </a:lnTo>
                <a:lnTo>
                  <a:pt x="10122" y="36"/>
                </a:lnTo>
                <a:lnTo>
                  <a:pt x="10542" y="57"/>
                </a:lnTo>
                <a:lnTo>
                  <a:pt x="10963" y="72"/>
                </a:lnTo>
                <a:lnTo>
                  <a:pt x="11353" y="97"/>
                </a:lnTo>
                <a:lnTo>
                  <a:pt x="11714" y="118"/>
                </a:lnTo>
                <a:lnTo>
                  <a:pt x="12044" y="148"/>
                </a:lnTo>
                <a:lnTo>
                  <a:pt x="12375" y="174"/>
                </a:lnTo>
                <a:lnTo>
                  <a:pt x="12645" y="204"/>
                </a:lnTo>
                <a:lnTo>
                  <a:pt x="12915" y="240"/>
                </a:lnTo>
                <a:lnTo>
                  <a:pt x="13185" y="271"/>
                </a:lnTo>
                <a:lnTo>
                  <a:pt x="13426" y="306"/>
                </a:lnTo>
                <a:lnTo>
                  <a:pt x="13636" y="347"/>
                </a:lnTo>
                <a:lnTo>
                  <a:pt x="13816" y="383"/>
                </a:lnTo>
                <a:lnTo>
                  <a:pt x="14177" y="465"/>
                </a:lnTo>
                <a:lnTo>
                  <a:pt x="14447" y="551"/>
                </a:lnTo>
                <a:lnTo>
                  <a:pt x="14687" y="638"/>
                </a:lnTo>
                <a:lnTo>
                  <a:pt x="14867" y="730"/>
                </a:lnTo>
                <a:lnTo>
                  <a:pt x="15018" y="822"/>
                </a:lnTo>
                <a:lnTo>
                  <a:pt x="15138" y="913"/>
                </a:lnTo>
                <a:lnTo>
                  <a:pt x="15228" y="1000"/>
                </a:lnTo>
                <a:lnTo>
                  <a:pt x="15288" y="1092"/>
                </a:lnTo>
                <a:lnTo>
                  <a:pt x="15288" y="1092"/>
                </a:lnTo>
                <a:lnTo>
                  <a:pt x="15318" y="1179"/>
                </a:lnTo>
                <a:lnTo>
                  <a:pt x="15318" y="1281"/>
                </a:lnTo>
                <a:lnTo>
                  <a:pt x="15288" y="1388"/>
                </a:lnTo>
                <a:lnTo>
                  <a:pt x="15198" y="1505"/>
                </a:lnTo>
                <a:lnTo>
                  <a:pt x="15078" y="1622"/>
                </a:lnTo>
                <a:lnTo>
                  <a:pt x="14867" y="1740"/>
                </a:lnTo>
                <a:lnTo>
                  <a:pt x="14747" y="1801"/>
                </a:lnTo>
                <a:lnTo>
                  <a:pt x="14597" y="1857"/>
                </a:lnTo>
                <a:lnTo>
                  <a:pt x="14447" y="1918"/>
                </a:lnTo>
                <a:lnTo>
                  <a:pt x="14267" y="1974"/>
                </a:lnTo>
                <a:lnTo>
                  <a:pt x="14267" y="1974"/>
                </a:lnTo>
                <a:lnTo>
                  <a:pt x="13486" y="1944"/>
                </a:lnTo>
                <a:lnTo>
                  <a:pt x="12735" y="1918"/>
                </a:lnTo>
                <a:lnTo>
                  <a:pt x="11924" y="1893"/>
                </a:lnTo>
                <a:lnTo>
                  <a:pt x="11143" y="1877"/>
                </a:lnTo>
                <a:lnTo>
                  <a:pt x="10332" y="1862"/>
                </a:lnTo>
                <a:lnTo>
                  <a:pt x="9521" y="1852"/>
                </a:lnTo>
                <a:lnTo>
                  <a:pt x="8710" y="1842"/>
                </a:lnTo>
                <a:lnTo>
                  <a:pt x="7899" y="1842"/>
                </a:lnTo>
                <a:lnTo>
                  <a:pt x="7899" y="1842"/>
                </a:lnTo>
                <a:lnTo>
                  <a:pt x="6758" y="1847"/>
                </a:lnTo>
                <a:lnTo>
                  <a:pt x="5587" y="1862"/>
                </a:lnTo>
                <a:lnTo>
                  <a:pt x="721" y="1862"/>
                </a:lnTo>
                <a:lnTo>
                  <a:pt x="721" y="1862"/>
                </a:lnTo>
                <a:lnTo>
                  <a:pt x="511" y="1770"/>
                </a:lnTo>
                <a:lnTo>
                  <a:pt x="361" y="1684"/>
                </a:lnTo>
                <a:lnTo>
                  <a:pt x="210" y="1597"/>
                </a:lnTo>
                <a:lnTo>
                  <a:pt x="120" y="1510"/>
                </a:lnTo>
                <a:lnTo>
                  <a:pt x="60" y="1429"/>
                </a:lnTo>
                <a:lnTo>
                  <a:pt x="30" y="1352"/>
                </a:lnTo>
                <a:lnTo>
                  <a:pt x="0" y="1209"/>
                </a:lnTo>
                <a:lnTo>
                  <a:pt x="0" y="1209"/>
                </a:lnTo>
                <a:lnTo>
                  <a:pt x="30" y="1128"/>
                </a:lnTo>
                <a:lnTo>
                  <a:pt x="120" y="1036"/>
                </a:lnTo>
                <a:lnTo>
                  <a:pt x="241" y="939"/>
                </a:lnTo>
                <a:lnTo>
                  <a:pt x="421" y="842"/>
                </a:lnTo>
                <a:lnTo>
                  <a:pt x="661" y="740"/>
                </a:lnTo>
                <a:lnTo>
                  <a:pt x="961" y="638"/>
                </a:lnTo>
                <a:lnTo>
                  <a:pt x="1322" y="541"/>
                </a:lnTo>
                <a:lnTo>
                  <a:pt x="1742" y="444"/>
                </a:lnTo>
                <a:lnTo>
                  <a:pt x="1983" y="398"/>
                </a:lnTo>
                <a:lnTo>
                  <a:pt x="2223" y="352"/>
                </a:lnTo>
                <a:lnTo>
                  <a:pt x="2493" y="312"/>
                </a:lnTo>
                <a:lnTo>
                  <a:pt x="2793" y="271"/>
                </a:lnTo>
                <a:lnTo>
                  <a:pt x="3094" y="230"/>
                </a:lnTo>
                <a:lnTo>
                  <a:pt x="3424" y="194"/>
                </a:lnTo>
                <a:lnTo>
                  <a:pt x="3755" y="159"/>
                </a:lnTo>
                <a:lnTo>
                  <a:pt x="4115" y="128"/>
                </a:lnTo>
                <a:lnTo>
                  <a:pt x="4505" y="97"/>
                </a:lnTo>
                <a:lnTo>
                  <a:pt x="4896" y="72"/>
                </a:lnTo>
                <a:lnTo>
                  <a:pt x="5316" y="51"/>
                </a:lnTo>
                <a:lnTo>
                  <a:pt x="5767" y="31"/>
                </a:lnTo>
                <a:lnTo>
                  <a:pt x="6217" y="21"/>
                </a:lnTo>
                <a:lnTo>
                  <a:pt x="6698" y="6"/>
                </a:lnTo>
                <a:lnTo>
                  <a:pt x="7209" y="0"/>
                </a:lnTo>
                <a:lnTo>
                  <a:pt x="774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58"/>
          <p:cNvSpPr/>
          <p:nvPr/>
        </p:nvSpPr>
        <p:spPr>
          <a:xfrm flipH="1">
            <a:off x="1158530" y="1529549"/>
            <a:ext cx="767652" cy="225543"/>
          </a:xfrm>
          <a:custGeom>
            <a:avLst/>
            <a:gdLst/>
            <a:ahLst/>
            <a:cxnLst/>
            <a:rect l="l" t="t" r="r" b="b"/>
            <a:pathLst>
              <a:path w="13546" h="675" extrusionOk="0">
                <a:moveTo>
                  <a:pt x="7178" y="1"/>
                </a:moveTo>
                <a:lnTo>
                  <a:pt x="6037" y="6"/>
                </a:lnTo>
                <a:lnTo>
                  <a:pt x="4866" y="21"/>
                </a:lnTo>
                <a:lnTo>
                  <a:pt x="0" y="21"/>
                </a:lnTo>
                <a:lnTo>
                  <a:pt x="180" y="82"/>
                </a:lnTo>
                <a:lnTo>
                  <a:pt x="391" y="144"/>
                </a:lnTo>
                <a:lnTo>
                  <a:pt x="601" y="200"/>
                </a:lnTo>
                <a:lnTo>
                  <a:pt x="871" y="261"/>
                </a:lnTo>
                <a:lnTo>
                  <a:pt x="1171" y="317"/>
                </a:lnTo>
                <a:lnTo>
                  <a:pt x="1502" y="368"/>
                </a:lnTo>
                <a:lnTo>
                  <a:pt x="1862" y="419"/>
                </a:lnTo>
                <a:lnTo>
                  <a:pt x="2253" y="465"/>
                </a:lnTo>
                <a:lnTo>
                  <a:pt x="2673" y="506"/>
                </a:lnTo>
                <a:lnTo>
                  <a:pt x="3154" y="547"/>
                </a:lnTo>
                <a:lnTo>
                  <a:pt x="3664" y="582"/>
                </a:lnTo>
                <a:lnTo>
                  <a:pt x="4235" y="613"/>
                </a:lnTo>
                <a:lnTo>
                  <a:pt x="4836" y="633"/>
                </a:lnTo>
                <a:lnTo>
                  <a:pt x="5466" y="654"/>
                </a:lnTo>
                <a:lnTo>
                  <a:pt x="6187" y="669"/>
                </a:lnTo>
                <a:lnTo>
                  <a:pt x="6938" y="674"/>
                </a:lnTo>
                <a:lnTo>
                  <a:pt x="7208" y="674"/>
                </a:lnTo>
                <a:lnTo>
                  <a:pt x="7839" y="669"/>
                </a:lnTo>
                <a:lnTo>
                  <a:pt x="8410" y="664"/>
                </a:lnTo>
                <a:lnTo>
                  <a:pt x="8950" y="649"/>
                </a:lnTo>
                <a:lnTo>
                  <a:pt x="9491" y="633"/>
                </a:lnTo>
                <a:lnTo>
                  <a:pt x="9972" y="608"/>
                </a:lnTo>
                <a:lnTo>
                  <a:pt x="10422" y="582"/>
                </a:lnTo>
                <a:lnTo>
                  <a:pt x="10843" y="552"/>
                </a:lnTo>
                <a:lnTo>
                  <a:pt x="11263" y="516"/>
                </a:lnTo>
                <a:lnTo>
                  <a:pt x="11624" y="475"/>
                </a:lnTo>
                <a:lnTo>
                  <a:pt x="11984" y="434"/>
                </a:lnTo>
                <a:lnTo>
                  <a:pt x="12284" y="388"/>
                </a:lnTo>
                <a:lnTo>
                  <a:pt x="12585" y="343"/>
                </a:lnTo>
                <a:lnTo>
                  <a:pt x="12855" y="292"/>
                </a:lnTo>
                <a:lnTo>
                  <a:pt x="13095" y="241"/>
                </a:lnTo>
                <a:lnTo>
                  <a:pt x="13335" y="189"/>
                </a:lnTo>
                <a:lnTo>
                  <a:pt x="13546" y="133"/>
                </a:lnTo>
                <a:lnTo>
                  <a:pt x="12765" y="103"/>
                </a:lnTo>
                <a:lnTo>
                  <a:pt x="12014" y="77"/>
                </a:lnTo>
                <a:lnTo>
                  <a:pt x="11203" y="52"/>
                </a:lnTo>
                <a:lnTo>
                  <a:pt x="10422" y="36"/>
                </a:lnTo>
                <a:lnTo>
                  <a:pt x="9611" y="21"/>
                </a:lnTo>
                <a:lnTo>
                  <a:pt x="8800" y="11"/>
                </a:lnTo>
                <a:lnTo>
                  <a:pt x="7989" y="1"/>
                </a:lnTo>
                <a:close/>
              </a:path>
            </a:pathLst>
          </a:custGeom>
          <a:solidFill>
            <a:srgbClr val="3F3D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58"/>
          <p:cNvSpPr/>
          <p:nvPr/>
        </p:nvSpPr>
        <p:spPr>
          <a:xfrm flipH="1">
            <a:off x="1158530" y="1529549"/>
            <a:ext cx="767652" cy="225543"/>
          </a:xfrm>
          <a:custGeom>
            <a:avLst/>
            <a:gdLst/>
            <a:ahLst/>
            <a:cxnLst/>
            <a:rect l="l" t="t" r="r" b="b"/>
            <a:pathLst>
              <a:path w="13546" h="675" fill="none" extrusionOk="0">
                <a:moveTo>
                  <a:pt x="7178" y="1"/>
                </a:moveTo>
                <a:lnTo>
                  <a:pt x="7178" y="1"/>
                </a:lnTo>
                <a:lnTo>
                  <a:pt x="7989" y="1"/>
                </a:lnTo>
                <a:lnTo>
                  <a:pt x="8800" y="11"/>
                </a:lnTo>
                <a:lnTo>
                  <a:pt x="9611" y="21"/>
                </a:lnTo>
                <a:lnTo>
                  <a:pt x="10422" y="36"/>
                </a:lnTo>
                <a:lnTo>
                  <a:pt x="11203" y="52"/>
                </a:lnTo>
                <a:lnTo>
                  <a:pt x="12014" y="77"/>
                </a:lnTo>
                <a:lnTo>
                  <a:pt x="12765" y="103"/>
                </a:lnTo>
                <a:lnTo>
                  <a:pt x="13546" y="133"/>
                </a:lnTo>
                <a:lnTo>
                  <a:pt x="13546" y="133"/>
                </a:lnTo>
                <a:lnTo>
                  <a:pt x="13335" y="189"/>
                </a:lnTo>
                <a:lnTo>
                  <a:pt x="13095" y="241"/>
                </a:lnTo>
                <a:lnTo>
                  <a:pt x="12855" y="292"/>
                </a:lnTo>
                <a:lnTo>
                  <a:pt x="12585" y="343"/>
                </a:lnTo>
                <a:lnTo>
                  <a:pt x="12284" y="388"/>
                </a:lnTo>
                <a:lnTo>
                  <a:pt x="11984" y="434"/>
                </a:lnTo>
                <a:lnTo>
                  <a:pt x="11624" y="475"/>
                </a:lnTo>
                <a:lnTo>
                  <a:pt x="11263" y="516"/>
                </a:lnTo>
                <a:lnTo>
                  <a:pt x="10843" y="552"/>
                </a:lnTo>
                <a:lnTo>
                  <a:pt x="10422" y="582"/>
                </a:lnTo>
                <a:lnTo>
                  <a:pt x="9972" y="608"/>
                </a:lnTo>
                <a:lnTo>
                  <a:pt x="9491" y="633"/>
                </a:lnTo>
                <a:lnTo>
                  <a:pt x="8950" y="649"/>
                </a:lnTo>
                <a:lnTo>
                  <a:pt x="8410" y="664"/>
                </a:lnTo>
                <a:lnTo>
                  <a:pt x="7839" y="669"/>
                </a:lnTo>
                <a:lnTo>
                  <a:pt x="7208" y="674"/>
                </a:lnTo>
                <a:lnTo>
                  <a:pt x="7208" y="674"/>
                </a:lnTo>
                <a:lnTo>
                  <a:pt x="6938" y="674"/>
                </a:lnTo>
                <a:lnTo>
                  <a:pt x="6938" y="674"/>
                </a:lnTo>
                <a:lnTo>
                  <a:pt x="6187" y="669"/>
                </a:lnTo>
                <a:lnTo>
                  <a:pt x="5466" y="654"/>
                </a:lnTo>
                <a:lnTo>
                  <a:pt x="4836" y="633"/>
                </a:lnTo>
                <a:lnTo>
                  <a:pt x="4235" y="613"/>
                </a:lnTo>
                <a:lnTo>
                  <a:pt x="3664" y="582"/>
                </a:lnTo>
                <a:lnTo>
                  <a:pt x="3154" y="547"/>
                </a:lnTo>
                <a:lnTo>
                  <a:pt x="2673" y="506"/>
                </a:lnTo>
                <a:lnTo>
                  <a:pt x="2253" y="465"/>
                </a:lnTo>
                <a:lnTo>
                  <a:pt x="1862" y="419"/>
                </a:lnTo>
                <a:lnTo>
                  <a:pt x="1502" y="368"/>
                </a:lnTo>
                <a:lnTo>
                  <a:pt x="1171" y="317"/>
                </a:lnTo>
                <a:lnTo>
                  <a:pt x="871" y="261"/>
                </a:lnTo>
                <a:lnTo>
                  <a:pt x="601" y="200"/>
                </a:lnTo>
                <a:lnTo>
                  <a:pt x="391" y="144"/>
                </a:lnTo>
                <a:lnTo>
                  <a:pt x="180" y="82"/>
                </a:lnTo>
                <a:lnTo>
                  <a:pt x="0" y="21"/>
                </a:lnTo>
                <a:lnTo>
                  <a:pt x="4866" y="21"/>
                </a:lnTo>
                <a:lnTo>
                  <a:pt x="4866" y="21"/>
                </a:lnTo>
                <a:lnTo>
                  <a:pt x="6037" y="6"/>
                </a:lnTo>
                <a:lnTo>
                  <a:pt x="717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58"/>
          <p:cNvSpPr/>
          <p:nvPr/>
        </p:nvSpPr>
        <p:spPr>
          <a:xfrm flipH="1">
            <a:off x="1405328" y="1238180"/>
            <a:ext cx="216196" cy="198144"/>
          </a:xfrm>
          <a:custGeom>
            <a:avLst/>
            <a:gdLst/>
            <a:ahLst/>
            <a:cxnLst/>
            <a:rect l="l" t="t" r="r" b="b"/>
            <a:pathLst>
              <a:path w="3815" h="593" extrusionOk="0">
                <a:moveTo>
                  <a:pt x="661" y="1"/>
                </a:moveTo>
                <a:lnTo>
                  <a:pt x="120" y="52"/>
                </a:lnTo>
                <a:lnTo>
                  <a:pt x="30" y="67"/>
                </a:lnTo>
                <a:lnTo>
                  <a:pt x="0" y="87"/>
                </a:lnTo>
                <a:lnTo>
                  <a:pt x="30" y="108"/>
                </a:lnTo>
                <a:lnTo>
                  <a:pt x="90" y="123"/>
                </a:lnTo>
                <a:lnTo>
                  <a:pt x="211" y="148"/>
                </a:lnTo>
                <a:lnTo>
                  <a:pt x="361" y="189"/>
                </a:lnTo>
                <a:lnTo>
                  <a:pt x="481" y="235"/>
                </a:lnTo>
                <a:lnTo>
                  <a:pt x="511" y="266"/>
                </a:lnTo>
                <a:lnTo>
                  <a:pt x="511" y="291"/>
                </a:lnTo>
                <a:lnTo>
                  <a:pt x="511" y="327"/>
                </a:lnTo>
                <a:lnTo>
                  <a:pt x="451" y="363"/>
                </a:lnTo>
                <a:lnTo>
                  <a:pt x="361" y="404"/>
                </a:lnTo>
                <a:lnTo>
                  <a:pt x="211" y="444"/>
                </a:lnTo>
                <a:lnTo>
                  <a:pt x="181" y="460"/>
                </a:lnTo>
                <a:lnTo>
                  <a:pt x="181" y="475"/>
                </a:lnTo>
                <a:lnTo>
                  <a:pt x="181" y="490"/>
                </a:lnTo>
                <a:lnTo>
                  <a:pt x="241" y="506"/>
                </a:lnTo>
                <a:lnTo>
                  <a:pt x="301" y="516"/>
                </a:lnTo>
                <a:lnTo>
                  <a:pt x="421" y="526"/>
                </a:lnTo>
                <a:lnTo>
                  <a:pt x="1442" y="592"/>
                </a:lnTo>
                <a:lnTo>
                  <a:pt x="1622" y="531"/>
                </a:lnTo>
                <a:lnTo>
                  <a:pt x="1772" y="475"/>
                </a:lnTo>
                <a:lnTo>
                  <a:pt x="1832" y="414"/>
                </a:lnTo>
                <a:lnTo>
                  <a:pt x="1862" y="358"/>
                </a:lnTo>
                <a:lnTo>
                  <a:pt x="1832" y="307"/>
                </a:lnTo>
                <a:lnTo>
                  <a:pt x="1802" y="261"/>
                </a:lnTo>
                <a:lnTo>
                  <a:pt x="1682" y="215"/>
                </a:lnTo>
                <a:lnTo>
                  <a:pt x="1562" y="169"/>
                </a:lnTo>
                <a:lnTo>
                  <a:pt x="1382" y="123"/>
                </a:lnTo>
                <a:lnTo>
                  <a:pt x="1172" y="77"/>
                </a:lnTo>
                <a:lnTo>
                  <a:pt x="931" y="36"/>
                </a:lnTo>
                <a:lnTo>
                  <a:pt x="661" y="1"/>
                </a:lnTo>
                <a:close/>
                <a:moveTo>
                  <a:pt x="2613" y="1"/>
                </a:moveTo>
                <a:lnTo>
                  <a:pt x="2073" y="52"/>
                </a:lnTo>
                <a:lnTo>
                  <a:pt x="1983" y="67"/>
                </a:lnTo>
                <a:lnTo>
                  <a:pt x="1953" y="87"/>
                </a:lnTo>
                <a:lnTo>
                  <a:pt x="1983" y="108"/>
                </a:lnTo>
                <a:lnTo>
                  <a:pt x="2043" y="123"/>
                </a:lnTo>
                <a:lnTo>
                  <a:pt x="2193" y="148"/>
                </a:lnTo>
                <a:lnTo>
                  <a:pt x="2313" y="189"/>
                </a:lnTo>
                <a:lnTo>
                  <a:pt x="2433" y="235"/>
                </a:lnTo>
                <a:lnTo>
                  <a:pt x="2463" y="266"/>
                </a:lnTo>
                <a:lnTo>
                  <a:pt x="2493" y="291"/>
                </a:lnTo>
                <a:lnTo>
                  <a:pt x="2463" y="327"/>
                </a:lnTo>
                <a:lnTo>
                  <a:pt x="2403" y="363"/>
                </a:lnTo>
                <a:lnTo>
                  <a:pt x="2313" y="404"/>
                </a:lnTo>
                <a:lnTo>
                  <a:pt x="2193" y="444"/>
                </a:lnTo>
                <a:lnTo>
                  <a:pt x="2133" y="460"/>
                </a:lnTo>
                <a:lnTo>
                  <a:pt x="2133" y="475"/>
                </a:lnTo>
                <a:lnTo>
                  <a:pt x="2133" y="490"/>
                </a:lnTo>
                <a:lnTo>
                  <a:pt x="2193" y="506"/>
                </a:lnTo>
                <a:lnTo>
                  <a:pt x="2283" y="516"/>
                </a:lnTo>
                <a:lnTo>
                  <a:pt x="2373" y="526"/>
                </a:lnTo>
                <a:lnTo>
                  <a:pt x="3394" y="592"/>
                </a:lnTo>
                <a:lnTo>
                  <a:pt x="3574" y="531"/>
                </a:lnTo>
                <a:lnTo>
                  <a:pt x="3725" y="475"/>
                </a:lnTo>
                <a:lnTo>
                  <a:pt x="3785" y="414"/>
                </a:lnTo>
                <a:lnTo>
                  <a:pt x="3815" y="358"/>
                </a:lnTo>
                <a:lnTo>
                  <a:pt x="3815" y="307"/>
                </a:lnTo>
                <a:lnTo>
                  <a:pt x="3755" y="261"/>
                </a:lnTo>
                <a:lnTo>
                  <a:pt x="3665" y="215"/>
                </a:lnTo>
                <a:lnTo>
                  <a:pt x="3514" y="169"/>
                </a:lnTo>
                <a:lnTo>
                  <a:pt x="3334" y="123"/>
                </a:lnTo>
                <a:lnTo>
                  <a:pt x="3154" y="77"/>
                </a:lnTo>
                <a:lnTo>
                  <a:pt x="2884" y="36"/>
                </a:lnTo>
                <a:lnTo>
                  <a:pt x="26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58"/>
          <p:cNvSpPr txBox="1">
            <a:spLocks noGrp="1"/>
          </p:cNvSpPr>
          <p:nvPr>
            <p:ph type="title"/>
          </p:nvPr>
        </p:nvSpPr>
        <p:spPr>
          <a:xfrm>
            <a:off x="1312875" y="1905000"/>
            <a:ext cx="6397800" cy="8289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124" name="Google Shape;1124;p58"/>
          <p:cNvSpPr txBox="1">
            <a:spLocks noGrp="1"/>
          </p:cNvSpPr>
          <p:nvPr>
            <p:ph type="title" idx="2"/>
          </p:nvPr>
        </p:nvSpPr>
        <p:spPr>
          <a:xfrm>
            <a:off x="1312875" y="2902850"/>
            <a:ext cx="6429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125" name="Google Shape;1125;p58"/>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58"/>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58"/>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128" name="Google Shape;1128;p58"/>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Purple - Section Cover">
  <p:cSld name="CUSTOM_2_1">
    <p:bg>
      <p:bgPr>
        <a:solidFill>
          <a:srgbClr val="8B2880"/>
        </a:solidFill>
        <a:effectLst/>
      </p:bgPr>
    </p:bg>
    <p:spTree>
      <p:nvGrpSpPr>
        <p:cNvPr id="1" name="Shape 1129"/>
        <p:cNvGrpSpPr/>
        <p:nvPr/>
      </p:nvGrpSpPr>
      <p:grpSpPr>
        <a:xfrm>
          <a:off x="0" y="0"/>
          <a:ext cx="0" cy="0"/>
          <a:chOff x="0" y="0"/>
          <a:chExt cx="0" cy="0"/>
        </a:xfrm>
      </p:grpSpPr>
      <p:grpSp>
        <p:nvGrpSpPr>
          <p:cNvPr id="1130" name="Google Shape;1130;p59"/>
          <p:cNvGrpSpPr/>
          <p:nvPr/>
        </p:nvGrpSpPr>
        <p:grpSpPr>
          <a:xfrm>
            <a:off x="-3" y="-4107"/>
            <a:ext cx="9143940" cy="5355684"/>
            <a:chOff x="104182" y="-1329825"/>
            <a:chExt cx="7139798" cy="4181841"/>
          </a:xfrm>
        </p:grpSpPr>
        <p:sp>
          <p:nvSpPr>
            <p:cNvPr id="1131" name="Google Shape;1131;p59"/>
            <p:cNvSpPr/>
            <p:nvPr/>
          </p:nvSpPr>
          <p:spPr>
            <a:xfrm flipH="1">
              <a:off x="104182" y="-1329825"/>
              <a:ext cx="7139798" cy="4021765"/>
            </a:xfrm>
            <a:custGeom>
              <a:avLst/>
              <a:gdLst/>
              <a:ahLst/>
              <a:cxnLst/>
              <a:rect l="l" t="t" r="r" b="b"/>
              <a:pathLst>
                <a:path w="217362" h="20765" extrusionOk="0">
                  <a:moveTo>
                    <a:pt x="1" y="0"/>
                  </a:moveTo>
                  <a:lnTo>
                    <a:pt x="1" y="15669"/>
                  </a:lnTo>
                  <a:lnTo>
                    <a:pt x="63524" y="15669"/>
                  </a:lnTo>
                  <a:lnTo>
                    <a:pt x="64305" y="15659"/>
                  </a:lnTo>
                  <a:lnTo>
                    <a:pt x="65116" y="15649"/>
                  </a:lnTo>
                  <a:lnTo>
                    <a:pt x="65897" y="15644"/>
                  </a:lnTo>
                  <a:lnTo>
                    <a:pt x="67489" y="15644"/>
                  </a:lnTo>
                  <a:lnTo>
                    <a:pt x="68269" y="15654"/>
                  </a:lnTo>
                  <a:lnTo>
                    <a:pt x="69050" y="15664"/>
                  </a:lnTo>
                  <a:lnTo>
                    <a:pt x="69831" y="15674"/>
                  </a:lnTo>
                  <a:lnTo>
                    <a:pt x="70582" y="15695"/>
                  </a:lnTo>
                  <a:lnTo>
                    <a:pt x="71363" y="15715"/>
                  </a:lnTo>
                  <a:lnTo>
                    <a:pt x="72114" y="15741"/>
                  </a:lnTo>
                  <a:lnTo>
                    <a:pt x="72865" y="15771"/>
                  </a:lnTo>
                  <a:lnTo>
                    <a:pt x="73586" y="15802"/>
                  </a:lnTo>
                  <a:lnTo>
                    <a:pt x="74336" y="15843"/>
                  </a:lnTo>
                  <a:lnTo>
                    <a:pt x="75057" y="15883"/>
                  </a:lnTo>
                  <a:lnTo>
                    <a:pt x="75748" y="15929"/>
                  </a:lnTo>
                  <a:lnTo>
                    <a:pt x="76439" y="15975"/>
                  </a:lnTo>
                  <a:lnTo>
                    <a:pt x="77130" y="16031"/>
                  </a:lnTo>
                  <a:lnTo>
                    <a:pt x="77790" y="16087"/>
                  </a:lnTo>
                  <a:lnTo>
                    <a:pt x="78421" y="16149"/>
                  </a:lnTo>
                  <a:lnTo>
                    <a:pt x="79082" y="16215"/>
                  </a:lnTo>
                  <a:lnTo>
                    <a:pt x="79683" y="16286"/>
                  </a:lnTo>
                  <a:lnTo>
                    <a:pt x="80283" y="16358"/>
                  </a:lnTo>
                  <a:lnTo>
                    <a:pt x="80854" y="16434"/>
                  </a:lnTo>
                  <a:lnTo>
                    <a:pt x="81425" y="16516"/>
                  </a:lnTo>
                  <a:lnTo>
                    <a:pt x="81935" y="16603"/>
                  </a:lnTo>
                  <a:lnTo>
                    <a:pt x="82446" y="16694"/>
                  </a:lnTo>
                  <a:lnTo>
                    <a:pt x="82956" y="16791"/>
                  </a:lnTo>
                  <a:lnTo>
                    <a:pt x="83407" y="16888"/>
                  </a:lnTo>
                  <a:lnTo>
                    <a:pt x="83857" y="16995"/>
                  </a:lnTo>
                  <a:lnTo>
                    <a:pt x="84278" y="17103"/>
                  </a:lnTo>
                  <a:lnTo>
                    <a:pt x="84668" y="17215"/>
                  </a:lnTo>
                  <a:lnTo>
                    <a:pt x="85419" y="17454"/>
                  </a:lnTo>
                  <a:lnTo>
                    <a:pt x="86110" y="17694"/>
                  </a:lnTo>
                  <a:lnTo>
                    <a:pt x="86741" y="17934"/>
                  </a:lnTo>
                  <a:lnTo>
                    <a:pt x="87281" y="18169"/>
                  </a:lnTo>
                  <a:lnTo>
                    <a:pt x="87792" y="18403"/>
                  </a:lnTo>
                  <a:lnTo>
                    <a:pt x="88213" y="18633"/>
                  </a:lnTo>
                  <a:lnTo>
                    <a:pt x="88573" y="18862"/>
                  </a:lnTo>
                  <a:lnTo>
                    <a:pt x="88873" y="19087"/>
                  </a:lnTo>
                  <a:lnTo>
                    <a:pt x="89114" y="19306"/>
                  </a:lnTo>
                  <a:lnTo>
                    <a:pt x="89264" y="19525"/>
                  </a:lnTo>
                  <a:lnTo>
                    <a:pt x="89384" y="19740"/>
                  </a:lnTo>
                  <a:lnTo>
                    <a:pt x="89444" y="19954"/>
                  </a:lnTo>
                  <a:lnTo>
                    <a:pt x="89414" y="20163"/>
                  </a:lnTo>
                  <a:lnTo>
                    <a:pt x="89354" y="20367"/>
                  </a:lnTo>
                  <a:lnTo>
                    <a:pt x="89234" y="20566"/>
                  </a:lnTo>
                  <a:lnTo>
                    <a:pt x="89053" y="20765"/>
                  </a:lnTo>
                  <a:lnTo>
                    <a:pt x="217362" y="20765"/>
                  </a:lnTo>
                  <a:lnTo>
                    <a:pt x="217362" y="0"/>
                  </a:lnTo>
                  <a:close/>
                </a:path>
              </a:pathLst>
            </a:custGeom>
            <a:solidFill>
              <a:srgbClr val="8B29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59"/>
            <p:cNvSpPr/>
            <p:nvPr/>
          </p:nvSpPr>
          <p:spPr>
            <a:xfrm flipH="1">
              <a:off x="104182" y="-1329825"/>
              <a:ext cx="7139798" cy="4021765"/>
            </a:xfrm>
            <a:custGeom>
              <a:avLst/>
              <a:gdLst/>
              <a:ahLst/>
              <a:cxnLst/>
              <a:rect l="l" t="t" r="r" b="b"/>
              <a:pathLst>
                <a:path w="217362" h="20765" fill="none" extrusionOk="0">
                  <a:moveTo>
                    <a:pt x="84668" y="17215"/>
                  </a:moveTo>
                  <a:lnTo>
                    <a:pt x="84668" y="17215"/>
                  </a:lnTo>
                  <a:lnTo>
                    <a:pt x="84278" y="17103"/>
                  </a:lnTo>
                  <a:lnTo>
                    <a:pt x="83857" y="16995"/>
                  </a:lnTo>
                  <a:lnTo>
                    <a:pt x="83407" y="16888"/>
                  </a:lnTo>
                  <a:lnTo>
                    <a:pt x="82956" y="16791"/>
                  </a:lnTo>
                  <a:lnTo>
                    <a:pt x="82446" y="16694"/>
                  </a:lnTo>
                  <a:lnTo>
                    <a:pt x="81935" y="16603"/>
                  </a:lnTo>
                  <a:lnTo>
                    <a:pt x="81425" y="16516"/>
                  </a:lnTo>
                  <a:lnTo>
                    <a:pt x="80854" y="16434"/>
                  </a:lnTo>
                  <a:lnTo>
                    <a:pt x="80283" y="16358"/>
                  </a:lnTo>
                  <a:lnTo>
                    <a:pt x="79683" y="16286"/>
                  </a:lnTo>
                  <a:lnTo>
                    <a:pt x="79082" y="16215"/>
                  </a:lnTo>
                  <a:lnTo>
                    <a:pt x="78421" y="16149"/>
                  </a:lnTo>
                  <a:lnTo>
                    <a:pt x="77790" y="16087"/>
                  </a:lnTo>
                  <a:lnTo>
                    <a:pt x="77130" y="16031"/>
                  </a:lnTo>
                  <a:lnTo>
                    <a:pt x="76439" y="15975"/>
                  </a:lnTo>
                  <a:lnTo>
                    <a:pt x="75748" y="15929"/>
                  </a:lnTo>
                  <a:lnTo>
                    <a:pt x="75057" y="15883"/>
                  </a:lnTo>
                  <a:lnTo>
                    <a:pt x="74336" y="15843"/>
                  </a:lnTo>
                  <a:lnTo>
                    <a:pt x="73586" y="15802"/>
                  </a:lnTo>
                  <a:lnTo>
                    <a:pt x="72865" y="15771"/>
                  </a:lnTo>
                  <a:lnTo>
                    <a:pt x="72114" y="15741"/>
                  </a:lnTo>
                  <a:lnTo>
                    <a:pt x="71363" y="15715"/>
                  </a:lnTo>
                  <a:lnTo>
                    <a:pt x="70582" y="15695"/>
                  </a:lnTo>
                  <a:lnTo>
                    <a:pt x="69831" y="15674"/>
                  </a:lnTo>
                  <a:lnTo>
                    <a:pt x="69050" y="15664"/>
                  </a:lnTo>
                  <a:lnTo>
                    <a:pt x="68269" y="15654"/>
                  </a:lnTo>
                  <a:lnTo>
                    <a:pt x="67489" y="15644"/>
                  </a:lnTo>
                  <a:lnTo>
                    <a:pt x="66678" y="15644"/>
                  </a:lnTo>
                  <a:lnTo>
                    <a:pt x="65897" y="15644"/>
                  </a:lnTo>
                  <a:lnTo>
                    <a:pt x="65116" y="15649"/>
                  </a:lnTo>
                  <a:lnTo>
                    <a:pt x="64305" y="15659"/>
                  </a:lnTo>
                  <a:lnTo>
                    <a:pt x="63524" y="15669"/>
                  </a:lnTo>
                  <a:lnTo>
                    <a:pt x="1" y="15669"/>
                  </a:lnTo>
                  <a:lnTo>
                    <a:pt x="1" y="0"/>
                  </a:lnTo>
                  <a:lnTo>
                    <a:pt x="217362" y="0"/>
                  </a:lnTo>
                  <a:lnTo>
                    <a:pt x="217362" y="20765"/>
                  </a:lnTo>
                  <a:lnTo>
                    <a:pt x="89053" y="20765"/>
                  </a:lnTo>
                  <a:lnTo>
                    <a:pt x="89053" y="20765"/>
                  </a:lnTo>
                  <a:lnTo>
                    <a:pt x="89234" y="20566"/>
                  </a:lnTo>
                  <a:lnTo>
                    <a:pt x="89354" y="20367"/>
                  </a:lnTo>
                  <a:lnTo>
                    <a:pt x="89414" y="20163"/>
                  </a:lnTo>
                  <a:lnTo>
                    <a:pt x="89444" y="19954"/>
                  </a:lnTo>
                  <a:lnTo>
                    <a:pt x="89384" y="19740"/>
                  </a:lnTo>
                  <a:lnTo>
                    <a:pt x="89264" y="19525"/>
                  </a:lnTo>
                  <a:lnTo>
                    <a:pt x="89114" y="19306"/>
                  </a:lnTo>
                  <a:lnTo>
                    <a:pt x="88873" y="19087"/>
                  </a:lnTo>
                  <a:lnTo>
                    <a:pt x="88573" y="18862"/>
                  </a:lnTo>
                  <a:lnTo>
                    <a:pt x="88213" y="18633"/>
                  </a:lnTo>
                  <a:lnTo>
                    <a:pt x="87792" y="18403"/>
                  </a:lnTo>
                  <a:lnTo>
                    <a:pt x="87281" y="18169"/>
                  </a:lnTo>
                  <a:lnTo>
                    <a:pt x="86741" y="17934"/>
                  </a:lnTo>
                  <a:lnTo>
                    <a:pt x="86110" y="17694"/>
                  </a:lnTo>
                  <a:lnTo>
                    <a:pt x="85419" y="17454"/>
                  </a:lnTo>
                  <a:lnTo>
                    <a:pt x="84668" y="1721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59"/>
            <p:cNvSpPr/>
            <p:nvPr/>
          </p:nvSpPr>
          <p:spPr>
            <a:xfrm flipH="1">
              <a:off x="4305969" y="1699919"/>
              <a:ext cx="2938012" cy="992029"/>
            </a:xfrm>
            <a:custGeom>
              <a:avLst/>
              <a:gdLst/>
              <a:ahLst/>
              <a:cxnLst/>
              <a:rect l="l" t="t" r="r" b="b"/>
              <a:pathLst>
                <a:path w="89444" h="5122" extrusionOk="0">
                  <a:moveTo>
                    <a:pt x="65897" y="1"/>
                  </a:moveTo>
                  <a:lnTo>
                    <a:pt x="65116" y="6"/>
                  </a:lnTo>
                  <a:lnTo>
                    <a:pt x="64305" y="16"/>
                  </a:lnTo>
                  <a:lnTo>
                    <a:pt x="63524" y="26"/>
                  </a:lnTo>
                  <a:lnTo>
                    <a:pt x="1" y="26"/>
                  </a:lnTo>
                  <a:lnTo>
                    <a:pt x="1" y="5122"/>
                  </a:lnTo>
                  <a:lnTo>
                    <a:pt x="89053" y="5122"/>
                  </a:lnTo>
                  <a:lnTo>
                    <a:pt x="89234" y="4923"/>
                  </a:lnTo>
                  <a:lnTo>
                    <a:pt x="89354" y="4724"/>
                  </a:lnTo>
                  <a:lnTo>
                    <a:pt x="89414" y="4520"/>
                  </a:lnTo>
                  <a:lnTo>
                    <a:pt x="89444" y="4311"/>
                  </a:lnTo>
                  <a:lnTo>
                    <a:pt x="89384" y="4097"/>
                  </a:lnTo>
                  <a:lnTo>
                    <a:pt x="89264" y="3882"/>
                  </a:lnTo>
                  <a:lnTo>
                    <a:pt x="89114" y="3663"/>
                  </a:lnTo>
                  <a:lnTo>
                    <a:pt x="88873" y="3444"/>
                  </a:lnTo>
                  <a:lnTo>
                    <a:pt x="88573" y="3219"/>
                  </a:lnTo>
                  <a:lnTo>
                    <a:pt x="88213" y="2990"/>
                  </a:lnTo>
                  <a:lnTo>
                    <a:pt x="87792" y="2760"/>
                  </a:lnTo>
                  <a:lnTo>
                    <a:pt x="87281" y="2526"/>
                  </a:lnTo>
                  <a:lnTo>
                    <a:pt x="86741" y="2291"/>
                  </a:lnTo>
                  <a:lnTo>
                    <a:pt x="86110" y="2051"/>
                  </a:lnTo>
                  <a:lnTo>
                    <a:pt x="85419" y="1811"/>
                  </a:lnTo>
                  <a:lnTo>
                    <a:pt x="84668" y="1572"/>
                  </a:lnTo>
                  <a:lnTo>
                    <a:pt x="84278" y="1460"/>
                  </a:lnTo>
                  <a:lnTo>
                    <a:pt x="83857" y="1352"/>
                  </a:lnTo>
                  <a:lnTo>
                    <a:pt x="83407" y="1245"/>
                  </a:lnTo>
                  <a:lnTo>
                    <a:pt x="82956" y="1148"/>
                  </a:lnTo>
                  <a:lnTo>
                    <a:pt x="82446" y="1051"/>
                  </a:lnTo>
                  <a:lnTo>
                    <a:pt x="81935" y="960"/>
                  </a:lnTo>
                  <a:lnTo>
                    <a:pt x="81425" y="873"/>
                  </a:lnTo>
                  <a:lnTo>
                    <a:pt x="80854" y="791"/>
                  </a:lnTo>
                  <a:lnTo>
                    <a:pt x="80283" y="715"/>
                  </a:lnTo>
                  <a:lnTo>
                    <a:pt x="79683" y="643"/>
                  </a:lnTo>
                  <a:lnTo>
                    <a:pt x="79082" y="572"/>
                  </a:lnTo>
                  <a:lnTo>
                    <a:pt x="78421" y="506"/>
                  </a:lnTo>
                  <a:lnTo>
                    <a:pt x="77790" y="444"/>
                  </a:lnTo>
                  <a:lnTo>
                    <a:pt x="77130" y="388"/>
                  </a:lnTo>
                  <a:lnTo>
                    <a:pt x="76439" y="332"/>
                  </a:lnTo>
                  <a:lnTo>
                    <a:pt x="75748" y="286"/>
                  </a:lnTo>
                  <a:lnTo>
                    <a:pt x="75057" y="240"/>
                  </a:lnTo>
                  <a:lnTo>
                    <a:pt x="74336" y="200"/>
                  </a:lnTo>
                  <a:lnTo>
                    <a:pt x="73586" y="159"/>
                  </a:lnTo>
                  <a:lnTo>
                    <a:pt x="72865" y="128"/>
                  </a:lnTo>
                  <a:lnTo>
                    <a:pt x="72114" y="98"/>
                  </a:lnTo>
                  <a:lnTo>
                    <a:pt x="71363" y="72"/>
                  </a:lnTo>
                  <a:lnTo>
                    <a:pt x="70582" y="52"/>
                  </a:lnTo>
                  <a:lnTo>
                    <a:pt x="69831" y="31"/>
                  </a:lnTo>
                  <a:lnTo>
                    <a:pt x="69050" y="21"/>
                  </a:lnTo>
                  <a:lnTo>
                    <a:pt x="68269" y="11"/>
                  </a:lnTo>
                  <a:lnTo>
                    <a:pt x="67489" y="1"/>
                  </a:lnTo>
                  <a:close/>
                </a:path>
              </a:pathLst>
            </a:custGeom>
            <a:solidFill>
              <a:srgbClr val="8B29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59"/>
            <p:cNvSpPr/>
            <p:nvPr/>
          </p:nvSpPr>
          <p:spPr>
            <a:xfrm flipH="1">
              <a:off x="4305969" y="1699919"/>
              <a:ext cx="2938012" cy="992029"/>
            </a:xfrm>
            <a:custGeom>
              <a:avLst/>
              <a:gdLst/>
              <a:ahLst/>
              <a:cxnLst/>
              <a:rect l="l" t="t" r="r" b="b"/>
              <a:pathLst>
                <a:path w="89444" h="5122" fill="none" extrusionOk="0">
                  <a:moveTo>
                    <a:pt x="1" y="26"/>
                  </a:moveTo>
                  <a:lnTo>
                    <a:pt x="63524" y="26"/>
                  </a:lnTo>
                  <a:lnTo>
                    <a:pt x="63524" y="26"/>
                  </a:lnTo>
                  <a:lnTo>
                    <a:pt x="64305" y="16"/>
                  </a:lnTo>
                  <a:lnTo>
                    <a:pt x="65116" y="6"/>
                  </a:lnTo>
                  <a:lnTo>
                    <a:pt x="65897" y="1"/>
                  </a:lnTo>
                  <a:lnTo>
                    <a:pt x="66678" y="1"/>
                  </a:lnTo>
                  <a:lnTo>
                    <a:pt x="67489" y="1"/>
                  </a:lnTo>
                  <a:lnTo>
                    <a:pt x="68269" y="11"/>
                  </a:lnTo>
                  <a:lnTo>
                    <a:pt x="69050" y="21"/>
                  </a:lnTo>
                  <a:lnTo>
                    <a:pt x="69831" y="31"/>
                  </a:lnTo>
                  <a:lnTo>
                    <a:pt x="70582" y="52"/>
                  </a:lnTo>
                  <a:lnTo>
                    <a:pt x="71363" y="72"/>
                  </a:lnTo>
                  <a:lnTo>
                    <a:pt x="72114" y="98"/>
                  </a:lnTo>
                  <a:lnTo>
                    <a:pt x="72865" y="128"/>
                  </a:lnTo>
                  <a:lnTo>
                    <a:pt x="73586" y="159"/>
                  </a:lnTo>
                  <a:lnTo>
                    <a:pt x="74336" y="200"/>
                  </a:lnTo>
                  <a:lnTo>
                    <a:pt x="75057" y="240"/>
                  </a:lnTo>
                  <a:lnTo>
                    <a:pt x="75748" y="286"/>
                  </a:lnTo>
                  <a:lnTo>
                    <a:pt x="76439" y="332"/>
                  </a:lnTo>
                  <a:lnTo>
                    <a:pt x="77130" y="388"/>
                  </a:lnTo>
                  <a:lnTo>
                    <a:pt x="77790" y="444"/>
                  </a:lnTo>
                  <a:lnTo>
                    <a:pt x="78421" y="506"/>
                  </a:lnTo>
                  <a:lnTo>
                    <a:pt x="79082" y="572"/>
                  </a:lnTo>
                  <a:lnTo>
                    <a:pt x="79683" y="643"/>
                  </a:lnTo>
                  <a:lnTo>
                    <a:pt x="80283" y="715"/>
                  </a:lnTo>
                  <a:lnTo>
                    <a:pt x="80854" y="791"/>
                  </a:lnTo>
                  <a:lnTo>
                    <a:pt x="81425" y="873"/>
                  </a:lnTo>
                  <a:lnTo>
                    <a:pt x="81935" y="960"/>
                  </a:lnTo>
                  <a:lnTo>
                    <a:pt x="82446" y="1051"/>
                  </a:lnTo>
                  <a:lnTo>
                    <a:pt x="82956" y="1148"/>
                  </a:lnTo>
                  <a:lnTo>
                    <a:pt x="83407" y="1245"/>
                  </a:lnTo>
                  <a:lnTo>
                    <a:pt x="83857" y="1352"/>
                  </a:lnTo>
                  <a:lnTo>
                    <a:pt x="84278" y="1460"/>
                  </a:lnTo>
                  <a:lnTo>
                    <a:pt x="84668" y="1572"/>
                  </a:lnTo>
                  <a:lnTo>
                    <a:pt x="84668" y="1572"/>
                  </a:lnTo>
                  <a:lnTo>
                    <a:pt x="85419" y="1811"/>
                  </a:lnTo>
                  <a:lnTo>
                    <a:pt x="86110" y="2051"/>
                  </a:lnTo>
                  <a:lnTo>
                    <a:pt x="86741" y="2291"/>
                  </a:lnTo>
                  <a:lnTo>
                    <a:pt x="87281" y="2526"/>
                  </a:lnTo>
                  <a:lnTo>
                    <a:pt x="87792" y="2760"/>
                  </a:lnTo>
                  <a:lnTo>
                    <a:pt x="88213" y="2990"/>
                  </a:lnTo>
                  <a:lnTo>
                    <a:pt x="88573" y="3219"/>
                  </a:lnTo>
                  <a:lnTo>
                    <a:pt x="88873" y="3444"/>
                  </a:lnTo>
                  <a:lnTo>
                    <a:pt x="89114" y="3663"/>
                  </a:lnTo>
                  <a:lnTo>
                    <a:pt x="89264" y="3882"/>
                  </a:lnTo>
                  <a:lnTo>
                    <a:pt x="89384" y="4097"/>
                  </a:lnTo>
                  <a:lnTo>
                    <a:pt x="89444" y="4311"/>
                  </a:lnTo>
                  <a:lnTo>
                    <a:pt x="89414" y="4520"/>
                  </a:lnTo>
                  <a:lnTo>
                    <a:pt x="89354" y="4724"/>
                  </a:lnTo>
                  <a:lnTo>
                    <a:pt x="89234" y="4923"/>
                  </a:lnTo>
                  <a:lnTo>
                    <a:pt x="89053" y="5122"/>
                  </a:lnTo>
                  <a:lnTo>
                    <a:pt x="1" y="5122"/>
                  </a:lnTo>
                  <a:lnTo>
                    <a:pt x="1" y="2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59"/>
            <p:cNvSpPr/>
            <p:nvPr/>
          </p:nvSpPr>
          <p:spPr>
            <a:xfrm flipH="1">
              <a:off x="4305969" y="1859987"/>
              <a:ext cx="2938012" cy="992029"/>
            </a:xfrm>
            <a:custGeom>
              <a:avLst/>
              <a:gdLst/>
              <a:ahLst/>
              <a:cxnLst/>
              <a:rect l="l" t="t" r="r" b="b"/>
              <a:pathLst>
                <a:path w="89444" h="5122" extrusionOk="0">
                  <a:moveTo>
                    <a:pt x="66497" y="1"/>
                  </a:moveTo>
                  <a:lnTo>
                    <a:pt x="65116" y="6"/>
                  </a:lnTo>
                  <a:lnTo>
                    <a:pt x="63704" y="21"/>
                  </a:lnTo>
                  <a:lnTo>
                    <a:pt x="63524" y="26"/>
                  </a:lnTo>
                  <a:lnTo>
                    <a:pt x="1" y="26"/>
                  </a:lnTo>
                  <a:lnTo>
                    <a:pt x="1" y="5122"/>
                  </a:lnTo>
                  <a:lnTo>
                    <a:pt x="89053" y="5122"/>
                  </a:lnTo>
                  <a:lnTo>
                    <a:pt x="89234" y="4943"/>
                  </a:lnTo>
                  <a:lnTo>
                    <a:pt x="89354" y="4760"/>
                  </a:lnTo>
                  <a:lnTo>
                    <a:pt x="89414" y="4576"/>
                  </a:lnTo>
                  <a:lnTo>
                    <a:pt x="89444" y="4387"/>
                  </a:lnTo>
                  <a:lnTo>
                    <a:pt x="89414" y="4224"/>
                  </a:lnTo>
                  <a:lnTo>
                    <a:pt x="89384" y="4061"/>
                  </a:lnTo>
                  <a:lnTo>
                    <a:pt x="89294" y="3893"/>
                  </a:lnTo>
                  <a:lnTo>
                    <a:pt x="89144" y="3724"/>
                  </a:lnTo>
                  <a:lnTo>
                    <a:pt x="88993" y="3556"/>
                  </a:lnTo>
                  <a:lnTo>
                    <a:pt x="88783" y="3382"/>
                  </a:lnTo>
                  <a:lnTo>
                    <a:pt x="88543" y="3209"/>
                  </a:lnTo>
                  <a:lnTo>
                    <a:pt x="88273" y="3031"/>
                  </a:lnTo>
                  <a:lnTo>
                    <a:pt x="87972" y="2857"/>
                  </a:lnTo>
                  <a:lnTo>
                    <a:pt x="87612" y="2673"/>
                  </a:lnTo>
                  <a:lnTo>
                    <a:pt x="87221" y="2495"/>
                  </a:lnTo>
                  <a:lnTo>
                    <a:pt x="86801" y="2311"/>
                  </a:lnTo>
                  <a:lnTo>
                    <a:pt x="86320" y="2128"/>
                  </a:lnTo>
                  <a:lnTo>
                    <a:pt x="85810" y="1944"/>
                  </a:lnTo>
                  <a:lnTo>
                    <a:pt x="85239" y="1760"/>
                  </a:lnTo>
                  <a:lnTo>
                    <a:pt x="84668" y="1572"/>
                  </a:lnTo>
                  <a:lnTo>
                    <a:pt x="84578" y="1546"/>
                  </a:lnTo>
                  <a:lnTo>
                    <a:pt x="84218" y="1444"/>
                  </a:lnTo>
                  <a:lnTo>
                    <a:pt x="83857" y="1352"/>
                  </a:lnTo>
                  <a:lnTo>
                    <a:pt x="83467" y="1261"/>
                  </a:lnTo>
                  <a:lnTo>
                    <a:pt x="83077" y="1174"/>
                  </a:lnTo>
                  <a:lnTo>
                    <a:pt x="82656" y="1087"/>
                  </a:lnTo>
                  <a:lnTo>
                    <a:pt x="82206" y="1006"/>
                  </a:lnTo>
                  <a:lnTo>
                    <a:pt x="81755" y="929"/>
                  </a:lnTo>
                  <a:lnTo>
                    <a:pt x="81275" y="853"/>
                  </a:lnTo>
                  <a:lnTo>
                    <a:pt x="80794" y="786"/>
                  </a:lnTo>
                  <a:lnTo>
                    <a:pt x="80283" y="715"/>
                  </a:lnTo>
                  <a:lnTo>
                    <a:pt x="79773" y="648"/>
                  </a:lnTo>
                  <a:lnTo>
                    <a:pt x="79232" y="587"/>
                  </a:lnTo>
                  <a:lnTo>
                    <a:pt x="78692" y="531"/>
                  </a:lnTo>
                  <a:lnTo>
                    <a:pt x="78121" y="475"/>
                  </a:lnTo>
                  <a:lnTo>
                    <a:pt x="77550" y="424"/>
                  </a:lnTo>
                  <a:lnTo>
                    <a:pt x="76950" y="373"/>
                  </a:lnTo>
                  <a:lnTo>
                    <a:pt x="76379" y="327"/>
                  </a:lnTo>
                  <a:lnTo>
                    <a:pt x="75748" y="286"/>
                  </a:lnTo>
                  <a:lnTo>
                    <a:pt x="75147" y="246"/>
                  </a:lnTo>
                  <a:lnTo>
                    <a:pt x="74517" y="210"/>
                  </a:lnTo>
                  <a:lnTo>
                    <a:pt x="73886" y="174"/>
                  </a:lnTo>
                  <a:lnTo>
                    <a:pt x="73255" y="144"/>
                  </a:lnTo>
                  <a:lnTo>
                    <a:pt x="72594" y="118"/>
                  </a:lnTo>
                  <a:lnTo>
                    <a:pt x="71934" y="93"/>
                  </a:lnTo>
                  <a:lnTo>
                    <a:pt x="71273" y="72"/>
                  </a:lnTo>
                  <a:lnTo>
                    <a:pt x="70612" y="52"/>
                  </a:lnTo>
                  <a:lnTo>
                    <a:pt x="69261" y="21"/>
                  </a:lnTo>
                  <a:lnTo>
                    <a:pt x="67879" y="6"/>
                  </a:lnTo>
                  <a:lnTo>
                    <a:pt x="66497" y="1"/>
                  </a:lnTo>
                  <a:close/>
                </a:path>
              </a:pathLst>
            </a:custGeom>
            <a:solidFill>
              <a:srgbClr val="4E1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59"/>
            <p:cNvSpPr/>
            <p:nvPr/>
          </p:nvSpPr>
          <p:spPr>
            <a:xfrm flipH="1">
              <a:off x="4305969" y="1699919"/>
              <a:ext cx="2938012" cy="992029"/>
            </a:xfrm>
            <a:custGeom>
              <a:avLst/>
              <a:gdLst/>
              <a:ahLst/>
              <a:cxnLst/>
              <a:rect l="l" t="t" r="r" b="b"/>
              <a:pathLst>
                <a:path w="89444" h="5122" fill="none" extrusionOk="0">
                  <a:moveTo>
                    <a:pt x="66497" y="1"/>
                  </a:moveTo>
                  <a:lnTo>
                    <a:pt x="66497" y="1"/>
                  </a:lnTo>
                  <a:lnTo>
                    <a:pt x="66497" y="1"/>
                  </a:lnTo>
                  <a:lnTo>
                    <a:pt x="66497" y="1"/>
                  </a:lnTo>
                  <a:lnTo>
                    <a:pt x="67879" y="6"/>
                  </a:lnTo>
                  <a:lnTo>
                    <a:pt x="69261" y="21"/>
                  </a:lnTo>
                  <a:lnTo>
                    <a:pt x="70612" y="52"/>
                  </a:lnTo>
                  <a:lnTo>
                    <a:pt x="71273" y="72"/>
                  </a:lnTo>
                  <a:lnTo>
                    <a:pt x="71934" y="93"/>
                  </a:lnTo>
                  <a:lnTo>
                    <a:pt x="72594" y="118"/>
                  </a:lnTo>
                  <a:lnTo>
                    <a:pt x="73255" y="144"/>
                  </a:lnTo>
                  <a:lnTo>
                    <a:pt x="73886" y="174"/>
                  </a:lnTo>
                  <a:lnTo>
                    <a:pt x="74517" y="210"/>
                  </a:lnTo>
                  <a:lnTo>
                    <a:pt x="75147" y="246"/>
                  </a:lnTo>
                  <a:lnTo>
                    <a:pt x="75748" y="286"/>
                  </a:lnTo>
                  <a:lnTo>
                    <a:pt x="76379" y="327"/>
                  </a:lnTo>
                  <a:lnTo>
                    <a:pt x="76950" y="373"/>
                  </a:lnTo>
                  <a:lnTo>
                    <a:pt x="77550" y="424"/>
                  </a:lnTo>
                  <a:lnTo>
                    <a:pt x="78121" y="475"/>
                  </a:lnTo>
                  <a:lnTo>
                    <a:pt x="78692" y="531"/>
                  </a:lnTo>
                  <a:lnTo>
                    <a:pt x="79232" y="587"/>
                  </a:lnTo>
                  <a:lnTo>
                    <a:pt x="79773" y="648"/>
                  </a:lnTo>
                  <a:lnTo>
                    <a:pt x="80283" y="715"/>
                  </a:lnTo>
                  <a:lnTo>
                    <a:pt x="80794" y="786"/>
                  </a:lnTo>
                  <a:lnTo>
                    <a:pt x="81275" y="853"/>
                  </a:lnTo>
                  <a:lnTo>
                    <a:pt x="81755" y="929"/>
                  </a:lnTo>
                  <a:lnTo>
                    <a:pt x="82206" y="1006"/>
                  </a:lnTo>
                  <a:lnTo>
                    <a:pt x="82656" y="1087"/>
                  </a:lnTo>
                  <a:lnTo>
                    <a:pt x="83077" y="1174"/>
                  </a:lnTo>
                  <a:lnTo>
                    <a:pt x="83467" y="1261"/>
                  </a:lnTo>
                  <a:lnTo>
                    <a:pt x="83857" y="1352"/>
                  </a:lnTo>
                  <a:lnTo>
                    <a:pt x="84218" y="1444"/>
                  </a:lnTo>
                  <a:lnTo>
                    <a:pt x="84578" y="1546"/>
                  </a:lnTo>
                  <a:lnTo>
                    <a:pt x="84578" y="1546"/>
                  </a:lnTo>
                  <a:lnTo>
                    <a:pt x="84668" y="1572"/>
                  </a:lnTo>
                  <a:lnTo>
                    <a:pt x="84668" y="1572"/>
                  </a:lnTo>
                  <a:lnTo>
                    <a:pt x="84668" y="1572"/>
                  </a:lnTo>
                  <a:lnTo>
                    <a:pt x="85239" y="1760"/>
                  </a:lnTo>
                  <a:lnTo>
                    <a:pt x="85810" y="1944"/>
                  </a:lnTo>
                  <a:lnTo>
                    <a:pt x="86320" y="2128"/>
                  </a:lnTo>
                  <a:lnTo>
                    <a:pt x="86801" y="2311"/>
                  </a:lnTo>
                  <a:lnTo>
                    <a:pt x="87221" y="2495"/>
                  </a:lnTo>
                  <a:lnTo>
                    <a:pt x="87612" y="2673"/>
                  </a:lnTo>
                  <a:lnTo>
                    <a:pt x="87972" y="2857"/>
                  </a:lnTo>
                  <a:lnTo>
                    <a:pt x="88273" y="3031"/>
                  </a:lnTo>
                  <a:lnTo>
                    <a:pt x="88543" y="3209"/>
                  </a:lnTo>
                  <a:lnTo>
                    <a:pt x="88783" y="3382"/>
                  </a:lnTo>
                  <a:lnTo>
                    <a:pt x="88993" y="3556"/>
                  </a:lnTo>
                  <a:lnTo>
                    <a:pt x="89144" y="3724"/>
                  </a:lnTo>
                  <a:lnTo>
                    <a:pt x="89294" y="3893"/>
                  </a:lnTo>
                  <a:lnTo>
                    <a:pt x="89384" y="4061"/>
                  </a:lnTo>
                  <a:lnTo>
                    <a:pt x="89414" y="4224"/>
                  </a:lnTo>
                  <a:lnTo>
                    <a:pt x="89444" y="4387"/>
                  </a:lnTo>
                  <a:lnTo>
                    <a:pt x="89444" y="4387"/>
                  </a:lnTo>
                  <a:lnTo>
                    <a:pt x="89414" y="4576"/>
                  </a:lnTo>
                  <a:lnTo>
                    <a:pt x="89354" y="4760"/>
                  </a:lnTo>
                  <a:lnTo>
                    <a:pt x="89234" y="4943"/>
                  </a:lnTo>
                  <a:lnTo>
                    <a:pt x="89053" y="5122"/>
                  </a:lnTo>
                  <a:lnTo>
                    <a:pt x="1" y="5122"/>
                  </a:lnTo>
                  <a:lnTo>
                    <a:pt x="1" y="26"/>
                  </a:lnTo>
                  <a:lnTo>
                    <a:pt x="63524" y="26"/>
                  </a:lnTo>
                  <a:lnTo>
                    <a:pt x="63524" y="26"/>
                  </a:lnTo>
                  <a:lnTo>
                    <a:pt x="63704" y="21"/>
                  </a:lnTo>
                  <a:lnTo>
                    <a:pt x="63704" y="21"/>
                  </a:lnTo>
                  <a:lnTo>
                    <a:pt x="65116" y="6"/>
                  </a:lnTo>
                  <a:lnTo>
                    <a:pt x="6649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59"/>
            <p:cNvSpPr/>
            <p:nvPr/>
          </p:nvSpPr>
          <p:spPr>
            <a:xfrm flipH="1">
              <a:off x="1293724" y="-38821"/>
              <a:ext cx="4735526" cy="1583721"/>
            </a:xfrm>
            <a:custGeom>
              <a:avLst/>
              <a:gdLst/>
              <a:ahLst/>
              <a:cxnLst/>
              <a:rect l="l" t="t" r="r" b="b"/>
              <a:pathLst>
                <a:path w="144167" h="8177" extrusionOk="0">
                  <a:moveTo>
                    <a:pt x="25920" y="0"/>
                  </a:moveTo>
                  <a:lnTo>
                    <a:pt x="24178" y="11"/>
                  </a:lnTo>
                  <a:lnTo>
                    <a:pt x="22466" y="26"/>
                  </a:lnTo>
                  <a:lnTo>
                    <a:pt x="20754" y="56"/>
                  </a:lnTo>
                  <a:lnTo>
                    <a:pt x="19072" y="92"/>
                  </a:lnTo>
                  <a:lnTo>
                    <a:pt x="19162" y="260"/>
                  </a:lnTo>
                  <a:lnTo>
                    <a:pt x="19252" y="429"/>
                  </a:lnTo>
                  <a:lnTo>
                    <a:pt x="19312" y="602"/>
                  </a:lnTo>
                  <a:lnTo>
                    <a:pt x="19373" y="786"/>
                  </a:lnTo>
                  <a:lnTo>
                    <a:pt x="19373" y="1051"/>
                  </a:lnTo>
                  <a:lnTo>
                    <a:pt x="19312" y="1306"/>
                  </a:lnTo>
                  <a:lnTo>
                    <a:pt x="19192" y="1551"/>
                  </a:lnTo>
                  <a:lnTo>
                    <a:pt x="19012" y="1780"/>
                  </a:lnTo>
                  <a:lnTo>
                    <a:pt x="18772" y="2005"/>
                  </a:lnTo>
                  <a:lnTo>
                    <a:pt x="18471" y="2219"/>
                  </a:lnTo>
                  <a:lnTo>
                    <a:pt x="18141" y="2418"/>
                  </a:lnTo>
                  <a:lnTo>
                    <a:pt x="17751" y="2612"/>
                  </a:lnTo>
                  <a:lnTo>
                    <a:pt x="17300" y="2796"/>
                  </a:lnTo>
                  <a:lnTo>
                    <a:pt x="16820" y="2964"/>
                  </a:lnTo>
                  <a:lnTo>
                    <a:pt x="16309" y="3127"/>
                  </a:lnTo>
                  <a:lnTo>
                    <a:pt x="15738" y="3285"/>
                  </a:lnTo>
                  <a:lnTo>
                    <a:pt x="15138" y="3428"/>
                  </a:lnTo>
                  <a:lnTo>
                    <a:pt x="14507" y="3566"/>
                  </a:lnTo>
                  <a:lnTo>
                    <a:pt x="13846" y="3693"/>
                  </a:lnTo>
                  <a:lnTo>
                    <a:pt x="13155" y="3816"/>
                  </a:lnTo>
                  <a:lnTo>
                    <a:pt x="12404" y="3928"/>
                  </a:lnTo>
                  <a:lnTo>
                    <a:pt x="11684" y="4035"/>
                  </a:lnTo>
                  <a:lnTo>
                    <a:pt x="10903" y="4132"/>
                  </a:lnTo>
                  <a:lnTo>
                    <a:pt x="10122" y="4224"/>
                  </a:lnTo>
                  <a:lnTo>
                    <a:pt x="9311" y="4305"/>
                  </a:lnTo>
                  <a:lnTo>
                    <a:pt x="8470" y="4382"/>
                  </a:lnTo>
                  <a:lnTo>
                    <a:pt x="7659" y="4453"/>
                  </a:lnTo>
                  <a:lnTo>
                    <a:pt x="6818" y="4514"/>
                  </a:lnTo>
                  <a:lnTo>
                    <a:pt x="5947" y="4571"/>
                  </a:lnTo>
                  <a:lnTo>
                    <a:pt x="5106" y="4622"/>
                  </a:lnTo>
                  <a:lnTo>
                    <a:pt x="4235" y="4667"/>
                  </a:lnTo>
                  <a:lnTo>
                    <a:pt x="3394" y="4708"/>
                  </a:lnTo>
                  <a:lnTo>
                    <a:pt x="2523" y="4744"/>
                  </a:lnTo>
                  <a:lnTo>
                    <a:pt x="1682" y="4775"/>
                  </a:lnTo>
                  <a:lnTo>
                    <a:pt x="811" y="4800"/>
                  </a:lnTo>
                  <a:lnTo>
                    <a:pt x="0" y="4820"/>
                  </a:lnTo>
                  <a:lnTo>
                    <a:pt x="300" y="5035"/>
                  </a:lnTo>
                  <a:lnTo>
                    <a:pt x="661" y="5254"/>
                  </a:lnTo>
                  <a:lnTo>
                    <a:pt x="1081" y="5473"/>
                  </a:lnTo>
                  <a:lnTo>
                    <a:pt x="1562" y="5698"/>
                  </a:lnTo>
                  <a:lnTo>
                    <a:pt x="2103" y="5922"/>
                  </a:lnTo>
                  <a:lnTo>
                    <a:pt x="2703" y="6147"/>
                  </a:lnTo>
                  <a:lnTo>
                    <a:pt x="3364" y="6376"/>
                  </a:lnTo>
                  <a:lnTo>
                    <a:pt x="4085" y="6606"/>
                  </a:lnTo>
                  <a:lnTo>
                    <a:pt x="4415" y="6703"/>
                  </a:lnTo>
                  <a:lnTo>
                    <a:pt x="4806" y="6800"/>
                  </a:lnTo>
                  <a:lnTo>
                    <a:pt x="5166" y="6891"/>
                  </a:lnTo>
                  <a:lnTo>
                    <a:pt x="5587" y="6983"/>
                  </a:lnTo>
                  <a:lnTo>
                    <a:pt x="6007" y="7070"/>
                  </a:lnTo>
                  <a:lnTo>
                    <a:pt x="6428" y="7151"/>
                  </a:lnTo>
                  <a:lnTo>
                    <a:pt x="6908" y="7233"/>
                  </a:lnTo>
                  <a:lnTo>
                    <a:pt x="7359" y="7305"/>
                  </a:lnTo>
                  <a:lnTo>
                    <a:pt x="7869" y="7381"/>
                  </a:lnTo>
                  <a:lnTo>
                    <a:pt x="8380" y="7447"/>
                  </a:lnTo>
                  <a:lnTo>
                    <a:pt x="8890" y="7514"/>
                  </a:lnTo>
                  <a:lnTo>
                    <a:pt x="9431" y="7575"/>
                  </a:lnTo>
                  <a:lnTo>
                    <a:pt x="9972" y="7636"/>
                  </a:lnTo>
                  <a:lnTo>
                    <a:pt x="10542" y="7692"/>
                  </a:lnTo>
                  <a:lnTo>
                    <a:pt x="11113" y="7748"/>
                  </a:lnTo>
                  <a:lnTo>
                    <a:pt x="11714" y="7794"/>
                  </a:lnTo>
                  <a:lnTo>
                    <a:pt x="12314" y="7845"/>
                  </a:lnTo>
                  <a:lnTo>
                    <a:pt x="12915" y="7886"/>
                  </a:lnTo>
                  <a:lnTo>
                    <a:pt x="13546" y="7927"/>
                  </a:lnTo>
                  <a:lnTo>
                    <a:pt x="14177" y="7962"/>
                  </a:lnTo>
                  <a:lnTo>
                    <a:pt x="14807" y="7998"/>
                  </a:lnTo>
                  <a:lnTo>
                    <a:pt x="15468" y="8029"/>
                  </a:lnTo>
                  <a:lnTo>
                    <a:pt x="16099" y="8059"/>
                  </a:lnTo>
                  <a:lnTo>
                    <a:pt x="16790" y="8085"/>
                  </a:lnTo>
                  <a:lnTo>
                    <a:pt x="17450" y="8105"/>
                  </a:lnTo>
                  <a:lnTo>
                    <a:pt x="18111" y="8126"/>
                  </a:lnTo>
                  <a:lnTo>
                    <a:pt x="19493" y="8151"/>
                  </a:lnTo>
                  <a:lnTo>
                    <a:pt x="20874" y="8172"/>
                  </a:lnTo>
                  <a:lnTo>
                    <a:pt x="22256" y="8177"/>
                  </a:lnTo>
                  <a:lnTo>
                    <a:pt x="23007" y="8177"/>
                  </a:lnTo>
                  <a:lnTo>
                    <a:pt x="23728" y="8172"/>
                  </a:lnTo>
                  <a:lnTo>
                    <a:pt x="24478" y="8161"/>
                  </a:lnTo>
                  <a:lnTo>
                    <a:pt x="25229" y="8151"/>
                  </a:lnTo>
                  <a:lnTo>
                    <a:pt x="116114" y="8151"/>
                  </a:lnTo>
                  <a:lnTo>
                    <a:pt x="117526" y="8167"/>
                  </a:lnTo>
                  <a:lnTo>
                    <a:pt x="118937" y="8172"/>
                  </a:lnTo>
                  <a:lnTo>
                    <a:pt x="120469" y="8167"/>
                  </a:lnTo>
                  <a:lnTo>
                    <a:pt x="121941" y="8151"/>
                  </a:lnTo>
                  <a:lnTo>
                    <a:pt x="123443" y="8121"/>
                  </a:lnTo>
                  <a:lnTo>
                    <a:pt x="124914" y="8080"/>
                  </a:lnTo>
                  <a:lnTo>
                    <a:pt x="126356" y="8029"/>
                  </a:lnTo>
                  <a:lnTo>
                    <a:pt x="127738" y="7973"/>
                  </a:lnTo>
                  <a:lnTo>
                    <a:pt x="129119" y="7901"/>
                  </a:lnTo>
                  <a:lnTo>
                    <a:pt x="130441" y="7830"/>
                  </a:lnTo>
                  <a:lnTo>
                    <a:pt x="131702" y="7743"/>
                  </a:lnTo>
                  <a:lnTo>
                    <a:pt x="132904" y="7651"/>
                  </a:lnTo>
                  <a:lnTo>
                    <a:pt x="134045" y="7554"/>
                  </a:lnTo>
                  <a:lnTo>
                    <a:pt x="135126" y="7452"/>
                  </a:lnTo>
                  <a:lnTo>
                    <a:pt x="136117" y="7345"/>
                  </a:lnTo>
                  <a:lnTo>
                    <a:pt x="136568" y="7289"/>
                  </a:lnTo>
                  <a:lnTo>
                    <a:pt x="137018" y="7228"/>
                  </a:lnTo>
                  <a:lnTo>
                    <a:pt x="137439" y="7172"/>
                  </a:lnTo>
                  <a:lnTo>
                    <a:pt x="137829" y="7111"/>
                  </a:lnTo>
                  <a:lnTo>
                    <a:pt x="138220" y="7049"/>
                  </a:lnTo>
                  <a:lnTo>
                    <a:pt x="138550" y="6993"/>
                  </a:lnTo>
                  <a:lnTo>
                    <a:pt x="138971" y="6912"/>
                  </a:lnTo>
                  <a:lnTo>
                    <a:pt x="139391" y="6830"/>
                  </a:lnTo>
                  <a:lnTo>
                    <a:pt x="139782" y="6749"/>
                  </a:lnTo>
                  <a:lnTo>
                    <a:pt x="140142" y="6662"/>
                  </a:lnTo>
                  <a:lnTo>
                    <a:pt x="140502" y="6575"/>
                  </a:lnTo>
                  <a:lnTo>
                    <a:pt x="140833" y="6493"/>
                  </a:lnTo>
                  <a:lnTo>
                    <a:pt x="141433" y="6315"/>
                  </a:lnTo>
                  <a:lnTo>
                    <a:pt x="142004" y="6136"/>
                  </a:lnTo>
                  <a:lnTo>
                    <a:pt x="142485" y="5948"/>
                  </a:lnTo>
                  <a:lnTo>
                    <a:pt x="142905" y="5764"/>
                  </a:lnTo>
                  <a:lnTo>
                    <a:pt x="143266" y="5570"/>
                  </a:lnTo>
                  <a:lnTo>
                    <a:pt x="143566" y="5376"/>
                  </a:lnTo>
                  <a:lnTo>
                    <a:pt x="143806" y="5183"/>
                  </a:lnTo>
                  <a:lnTo>
                    <a:pt x="143986" y="4984"/>
                  </a:lnTo>
                  <a:lnTo>
                    <a:pt x="144107" y="4785"/>
                  </a:lnTo>
                  <a:lnTo>
                    <a:pt x="144167" y="4581"/>
                  </a:lnTo>
                  <a:lnTo>
                    <a:pt x="144167" y="4382"/>
                  </a:lnTo>
                  <a:lnTo>
                    <a:pt x="144137" y="4178"/>
                  </a:lnTo>
                  <a:lnTo>
                    <a:pt x="144046" y="3979"/>
                  </a:lnTo>
                  <a:lnTo>
                    <a:pt x="143896" y="3775"/>
                  </a:lnTo>
                  <a:lnTo>
                    <a:pt x="143716" y="3576"/>
                  </a:lnTo>
                  <a:lnTo>
                    <a:pt x="143476" y="3377"/>
                  </a:lnTo>
                  <a:lnTo>
                    <a:pt x="143206" y="3178"/>
                  </a:lnTo>
                  <a:lnTo>
                    <a:pt x="142875" y="2984"/>
                  </a:lnTo>
                  <a:lnTo>
                    <a:pt x="142485" y="2790"/>
                  </a:lnTo>
                  <a:lnTo>
                    <a:pt x="142094" y="2602"/>
                  </a:lnTo>
                  <a:lnTo>
                    <a:pt x="141644" y="2413"/>
                  </a:lnTo>
                  <a:lnTo>
                    <a:pt x="141133" y="2229"/>
                  </a:lnTo>
                  <a:lnTo>
                    <a:pt x="140623" y="2051"/>
                  </a:lnTo>
                  <a:lnTo>
                    <a:pt x="140052" y="1872"/>
                  </a:lnTo>
                  <a:lnTo>
                    <a:pt x="139451" y="1704"/>
                  </a:lnTo>
                  <a:lnTo>
                    <a:pt x="138820" y="1536"/>
                  </a:lnTo>
                  <a:lnTo>
                    <a:pt x="138190" y="1378"/>
                  </a:lnTo>
                  <a:lnTo>
                    <a:pt x="137499" y="1225"/>
                  </a:lnTo>
                  <a:lnTo>
                    <a:pt x="136778" y="1077"/>
                  </a:lnTo>
                  <a:lnTo>
                    <a:pt x="136388" y="1005"/>
                  </a:lnTo>
                  <a:lnTo>
                    <a:pt x="135997" y="934"/>
                  </a:lnTo>
                  <a:lnTo>
                    <a:pt x="135577" y="867"/>
                  </a:lnTo>
                  <a:lnTo>
                    <a:pt x="135126" y="801"/>
                  </a:lnTo>
                  <a:lnTo>
                    <a:pt x="134676" y="745"/>
                  </a:lnTo>
                  <a:lnTo>
                    <a:pt x="134225" y="684"/>
                  </a:lnTo>
                  <a:lnTo>
                    <a:pt x="133715" y="628"/>
                  </a:lnTo>
                  <a:lnTo>
                    <a:pt x="133234" y="577"/>
                  </a:lnTo>
                  <a:lnTo>
                    <a:pt x="132723" y="526"/>
                  </a:lnTo>
                  <a:lnTo>
                    <a:pt x="132183" y="480"/>
                  </a:lnTo>
                  <a:lnTo>
                    <a:pt x="131642" y="434"/>
                  </a:lnTo>
                  <a:lnTo>
                    <a:pt x="131102" y="393"/>
                  </a:lnTo>
                  <a:lnTo>
                    <a:pt x="129960" y="312"/>
                  </a:lnTo>
                  <a:lnTo>
                    <a:pt x="128759" y="245"/>
                  </a:lnTo>
                  <a:lnTo>
                    <a:pt x="127557" y="184"/>
                  </a:lnTo>
                  <a:lnTo>
                    <a:pt x="126296" y="133"/>
                  </a:lnTo>
                  <a:lnTo>
                    <a:pt x="125035" y="92"/>
                  </a:lnTo>
                  <a:lnTo>
                    <a:pt x="123713" y="62"/>
                  </a:lnTo>
                  <a:lnTo>
                    <a:pt x="122422" y="36"/>
                  </a:lnTo>
                  <a:lnTo>
                    <a:pt x="121100" y="16"/>
                  </a:lnTo>
                  <a:lnTo>
                    <a:pt x="119748" y="5"/>
                  </a:lnTo>
                  <a:lnTo>
                    <a:pt x="118427" y="0"/>
                  </a:lnTo>
                  <a:close/>
                </a:path>
              </a:pathLst>
            </a:custGeom>
            <a:solidFill>
              <a:srgbClr val="4C07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59"/>
            <p:cNvSpPr/>
            <p:nvPr/>
          </p:nvSpPr>
          <p:spPr>
            <a:xfrm flipH="1">
              <a:off x="275804" y="116387"/>
              <a:ext cx="4735526" cy="1583721"/>
            </a:xfrm>
            <a:custGeom>
              <a:avLst/>
              <a:gdLst/>
              <a:ahLst/>
              <a:cxnLst/>
              <a:rect l="l" t="t" r="r" b="b"/>
              <a:pathLst>
                <a:path w="144167" h="8177" fill="none" extrusionOk="0">
                  <a:moveTo>
                    <a:pt x="25920" y="0"/>
                  </a:moveTo>
                  <a:lnTo>
                    <a:pt x="118427" y="0"/>
                  </a:lnTo>
                  <a:lnTo>
                    <a:pt x="118427" y="0"/>
                  </a:lnTo>
                  <a:lnTo>
                    <a:pt x="119748" y="5"/>
                  </a:lnTo>
                  <a:lnTo>
                    <a:pt x="121100" y="16"/>
                  </a:lnTo>
                  <a:lnTo>
                    <a:pt x="122422" y="36"/>
                  </a:lnTo>
                  <a:lnTo>
                    <a:pt x="123713" y="62"/>
                  </a:lnTo>
                  <a:lnTo>
                    <a:pt x="125035" y="92"/>
                  </a:lnTo>
                  <a:lnTo>
                    <a:pt x="126296" y="133"/>
                  </a:lnTo>
                  <a:lnTo>
                    <a:pt x="127557" y="184"/>
                  </a:lnTo>
                  <a:lnTo>
                    <a:pt x="128759" y="245"/>
                  </a:lnTo>
                  <a:lnTo>
                    <a:pt x="129960" y="312"/>
                  </a:lnTo>
                  <a:lnTo>
                    <a:pt x="131102" y="393"/>
                  </a:lnTo>
                  <a:lnTo>
                    <a:pt x="131642" y="434"/>
                  </a:lnTo>
                  <a:lnTo>
                    <a:pt x="132183" y="480"/>
                  </a:lnTo>
                  <a:lnTo>
                    <a:pt x="132723" y="526"/>
                  </a:lnTo>
                  <a:lnTo>
                    <a:pt x="133234" y="577"/>
                  </a:lnTo>
                  <a:lnTo>
                    <a:pt x="133715" y="628"/>
                  </a:lnTo>
                  <a:lnTo>
                    <a:pt x="134225" y="684"/>
                  </a:lnTo>
                  <a:lnTo>
                    <a:pt x="134676" y="745"/>
                  </a:lnTo>
                  <a:lnTo>
                    <a:pt x="135126" y="801"/>
                  </a:lnTo>
                  <a:lnTo>
                    <a:pt x="135577" y="867"/>
                  </a:lnTo>
                  <a:lnTo>
                    <a:pt x="135997" y="934"/>
                  </a:lnTo>
                  <a:lnTo>
                    <a:pt x="136388" y="1005"/>
                  </a:lnTo>
                  <a:lnTo>
                    <a:pt x="136778" y="1077"/>
                  </a:lnTo>
                  <a:lnTo>
                    <a:pt x="136778" y="1077"/>
                  </a:lnTo>
                  <a:lnTo>
                    <a:pt x="137499" y="1225"/>
                  </a:lnTo>
                  <a:lnTo>
                    <a:pt x="138190" y="1378"/>
                  </a:lnTo>
                  <a:lnTo>
                    <a:pt x="138820" y="1536"/>
                  </a:lnTo>
                  <a:lnTo>
                    <a:pt x="139451" y="1704"/>
                  </a:lnTo>
                  <a:lnTo>
                    <a:pt x="140052" y="1872"/>
                  </a:lnTo>
                  <a:lnTo>
                    <a:pt x="140623" y="2051"/>
                  </a:lnTo>
                  <a:lnTo>
                    <a:pt x="141133" y="2229"/>
                  </a:lnTo>
                  <a:lnTo>
                    <a:pt x="141644" y="2413"/>
                  </a:lnTo>
                  <a:lnTo>
                    <a:pt x="142094" y="2602"/>
                  </a:lnTo>
                  <a:lnTo>
                    <a:pt x="142485" y="2790"/>
                  </a:lnTo>
                  <a:lnTo>
                    <a:pt x="142875" y="2984"/>
                  </a:lnTo>
                  <a:lnTo>
                    <a:pt x="143206" y="3178"/>
                  </a:lnTo>
                  <a:lnTo>
                    <a:pt x="143476" y="3377"/>
                  </a:lnTo>
                  <a:lnTo>
                    <a:pt x="143716" y="3576"/>
                  </a:lnTo>
                  <a:lnTo>
                    <a:pt x="143896" y="3775"/>
                  </a:lnTo>
                  <a:lnTo>
                    <a:pt x="144046" y="3979"/>
                  </a:lnTo>
                  <a:lnTo>
                    <a:pt x="144137" y="4178"/>
                  </a:lnTo>
                  <a:lnTo>
                    <a:pt x="144167" y="4382"/>
                  </a:lnTo>
                  <a:lnTo>
                    <a:pt x="144167" y="4581"/>
                  </a:lnTo>
                  <a:lnTo>
                    <a:pt x="144107" y="4785"/>
                  </a:lnTo>
                  <a:lnTo>
                    <a:pt x="143986" y="4984"/>
                  </a:lnTo>
                  <a:lnTo>
                    <a:pt x="143806" y="5183"/>
                  </a:lnTo>
                  <a:lnTo>
                    <a:pt x="143566" y="5376"/>
                  </a:lnTo>
                  <a:lnTo>
                    <a:pt x="143266" y="5570"/>
                  </a:lnTo>
                  <a:lnTo>
                    <a:pt x="142905" y="5764"/>
                  </a:lnTo>
                  <a:lnTo>
                    <a:pt x="142485" y="5948"/>
                  </a:lnTo>
                  <a:lnTo>
                    <a:pt x="142004" y="6136"/>
                  </a:lnTo>
                  <a:lnTo>
                    <a:pt x="141433" y="6315"/>
                  </a:lnTo>
                  <a:lnTo>
                    <a:pt x="140833" y="6493"/>
                  </a:lnTo>
                  <a:lnTo>
                    <a:pt x="140502" y="6575"/>
                  </a:lnTo>
                  <a:lnTo>
                    <a:pt x="140142" y="6662"/>
                  </a:lnTo>
                  <a:lnTo>
                    <a:pt x="139782" y="6749"/>
                  </a:lnTo>
                  <a:lnTo>
                    <a:pt x="139391" y="6830"/>
                  </a:lnTo>
                  <a:lnTo>
                    <a:pt x="138971" y="6912"/>
                  </a:lnTo>
                  <a:lnTo>
                    <a:pt x="138550" y="6993"/>
                  </a:lnTo>
                  <a:lnTo>
                    <a:pt x="138550" y="6993"/>
                  </a:lnTo>
                  <a:lnTo>
                    <a:pt x="138220" y="7049"/>
                  </a:lnTo>
                  <a:lnTo>
                    <a:pt x="137829" y="7111"/>
                  </a:lnTo>
                  <a:lnTo>
                    <a:pt x="137439" y="7172"/>
                  </a:lnTo>
                  <a:lnTo>
                    <a:pt x="137018" y="7228"/>
                  </a:lnTo>
                  <a:lnTo>
                    <a:pt x="136568" y="7289"/>
                  </a:lnTo>
                  <a:lnTo>
                    <a:pt x="136117" y="7345"/>
                  </a:lnTo>
                  <a:lnTo>
                    <a:pt x="135126" y="7452"/>
                  </a:lnTo>
                  <a:lnTo>
                    <a:pt x="134045" y="7554"/>
                  </a:lnTo>
                  <a:lnTo>
                    <a:pt x="132904" y="7651"/>
                  </a:lnTo>
                  <a:lnTo>
                    <a:pt x="131702" y="7743"/>
                  </a:lnTo>
                  <a:lnTo>
                    <a:pt x="130441" y="7830"/>
                  </a:lnTo>
                  <a:lnTo>
                    <a:pt x="129119" y="7901"/>
                  </a:lnTo>
                  <a:lnTo>
                    <a:pt x="127738" y="7973"/>
                  </a:lnTo>
                  <a:lnTo>
                    <a:pt x="126356" y="8029"/>
                  </a:lnTo>
                  <a:lnTo>
                    <a:pt x="124914" y="8080"/>
                  </a:lnTo>
                  <a:lnTo>
                    <a:pt x="123443" y="8121"/>
                  </a:lnTo>
                  <a:lnTo>
                    <a:pt x="121941" y="8151"/>
                  </a:lnTo>
                  <a:lnTo>
                    <a:pt x="120469" y="8167"/>
                  </a:lnTo>
                  <a:lnTo>
                    <a:pt x="118937" y="8172"/>
                  </a:lnTo>
                  <a:lnTo>
                    <a:pt x="118937" y="8172"/>
                  </a:lnTo>
                  <a:lnTo>
                    <a:pt x="117526" y="8167"/>
                  </a:lnTo>
                  <a:lnTo>
                    <a:pt x="116114" y="8151"/>
                  </a:lnTo>
                  <a:lnTo>
                    <a:pt x="25229" y="8151"/>
                  </a:lnTo>
                  <a:lnTo>
                    <a:pt x="25229" y="8151"/>
                  </a:lnTo>
                  <a:lnTo>
                    <a:pt x="24478" y="8161"/>
                  </a:lnTo>
                  <a:lnTo>
                    <a:pt x="23728" y="8172"/>
                  </a:lnTo>
                  <a:lnTo>
                    <a:pt x="23007" y="8177"/>
                  </a:lnTo>
                  <a:lnTo>
                    <a:pt x="22256" y="8177"/>
                  </a:lnTo>
                  <a:lnTo>
                    <a:pt x="22256" y="8177"/>
                  </a:lnTo>
                  <a:lnTo>
                    <a:pt x="20874" y="8172"/>
                  </a:lnTo>
                  <a:lnTo>
                    <a:pt x="19493" y="8151"/>
                  </a:lnTo>
                  <a:lnTo>
                    <a:pt x="18111" y="8126"/>
                  </a:lnTo>
                  <a:lnTo>
                    <a:pt x="17450" y="8105"/>
                  </a:lnTo>
                  <a:lnTo>
                    <a:pt x="16790" y="8085"/>
                  </a:lnTo>
                  <a:lnTo>
                    <a:pt x="16099" y="8059"/>
                  </a:lnTo>
                  <a:lnTo>
                    <a:pt x="15468" y="8029"/>
                  </a:lnTo>
                  <a:lnTo>
                    <a:pt x="14807" y="7998"/>
                  </a:lnTo>
                  <a:lnTo>
                    <a:pt x="14177" y="7962"/>
                  </a:lnTo>
                  <a:lnTo>
                    <a:pt x="13546" y="7927"/>
                  </a:lnTo>
                  <a:lnTo>
                    <a:pt x="12915" y="7886"/>
                  </a:lnTo>
                  <a:lnTo>
                    <a:pt x="12314" y="7845"/>
                  </a:lnTo>
                  <a:lnTo>
                    <a:pt x="11714" y="7794"/>
                  </a:lnTo>
                  <a:lnTo>
                    <a:pt x="11113" y="7748"/>
                  </a:lnTo>
                  <a:lnTo>
                    <a:pt x="10542" y="7692"/>
                  </a:lnTo>
                  <a:lnTo>
                    <a:pt x="9972" y="7636"/>
                  </a:lnTo>
                  <a:lnTo>
                    <a:pt x="9431" y="7575"/>
                  </a:lnTo>
                  <a:lnTo>
                    <a:pt x="8890" y="7514"/>
                  </a:lnTo>
                  <a:lnTo>
                    <a:pt x="8380" y="7447"/>
                  </a:lnTo>
                  <a:lnTo>
                    <a:pt x="7869" y="7381"/>
                  </a:lnTo>
                  <a:lnTo>
                    <a:pt x="7359" y="7305"/>
                  </a:lnTo>
                  <a:lnTo>
                    <a:pt x="6908" y="7233"/>
                  </a:lnTo>
                  <a:lnTo>
                    <a:pt x="6428" y="7151"/>
                  </a:lnTo>
                  <a:lnTo>
                    <a:pt x="6007" y="7070"/>
                  </a:lnTo>
                  <a:lnTo>
                    <a:pt x="5587" y="6983"/>
                  </a:lnTo>
                  <a:lnTo>
                    <a:pt x="5166" y="6891"/>
                  </a:lnTo>
                  <a:lnTo>
                    <a:pt x="4806" y="6800"/>
                  </a:lnTo>
                  <a:lnTo>
                    <a:pt x="4415" y="6703"/>
                  </a:lnTo>
                  <a:lnTo>
                    <a:pt x="4085" y="6606"/>
                  </a:lnTo>
                  <a:lnTo>
                    <a:pt x="4085" y="6606"/>
                  </a:lnTo>
                  <a:lnTo>
                    <a:pt x="3364" y="6376"/>
                  </a:lnTo>
                  <a:lnTo>
                    <a:pt x="2703" y="6147"/>
                  </a:lnTo>
                  <a:lnTo>
                    <a:pt x="2103" y="5922"/>
                  </a:lnTo>
                  <a:lnTo>
                    <a:pt x="1562" y="5698"/>
                  </a:lnTo>
                  <a:lnTo>
                    <a:pt x="1081" y="5473"/>
                  </a:lnTo>
                  <a:lnTo>
                    <a:pt x="661" y="5254"/>
                  </a:lnTo>
                  <a:lnTo>
                    <a:pt x="300" y="5035"/>
                  </a:lnTo>
                  <a:lnTo>
                    <a:pt x="0" y="4820"/>
                  </a:lnTo>
                  <a:lnTo>
                    <a:pt x="0" y="4820"/>
                  </a:lnTo>
                  <a:lnTo>
                    <a:pt x="811" y="4800"/>
                  </a:lnTo>
                  <a:lnTo>
                    <a:pt x="1682" y="4775"/>
                  </a:lnTo>
                  <a:lnTo>
                    <a:pt x="2523" y="4744"/>
                  </a:lnTo>
                  <a:lnTo>
                    <a:pt x="3394" y="4708"/>
                  </a:lnTo>
                  <a:lnTo>
                    <a:pt x="4235" y="4667"/>
                  </a:lnTo>
                  <a:lnTo>
                    <a:pt x="5106" y="4622"/>
                  </a:lnTo>
                  <a:lnTo>
                    <a:pt x="5947" y="4571"/>
                  </a:lnTo>
                  <a:lnTo>
                    <a:pt x="6818" y="4514"/>
                  </a:lnTo>
                  <a:lnTo>
                    <a:pt x="7659" y="4453"/>
                  </a:lnTo>
                  <a:lnTo>
                    <a:pt x="8470" y="4382"/>
                  </a:lnTo>
                  <a:lnTo>
                    <a:pt x="9311" y="4305"/>
                  </a:lnTo>
                  <a:lnTo>
                    <a:pt x="10122" y="4224"/>
                  </a:lnTo>
                  <a:lnTo>
                    <a:pt x="10903" y="4132"/>
                  </a:lnTo>
                  <a:lnTo>
                    <a:pt x="11684" y="4035"/>
                  </a:lnTo>
                  <a:lnTo>
                    <a:pt x="12404" y="3928"/>
                  </a:lnTo>
                  <a:lnTo>
                    <a:pt x="13155" y="3816"/>
                  </a:lnTo>
                  <a:lnTo>
                    <a:pt x="13846" y="3693"/>
                  </a:lnTo>
                  <a:lnTo>
                    <a:pt x="14507" y="3566"/>
                  </a:lnTo>
                  <a:lnTo>
                    <a:pt x="15138" y="3428"/>
                  </a:lnTo>
                  <a:lnTo>
                    <a:pt x="15738" y="3285"/>
                  </a:lnTo>
                  <a:lnTo>
                    <a:pt x="16309" y="3127"/>
                  </a:lnTo>
                  <a:lnTo>
                    <a:pt x="16820" y="2964"/>
                  </a:lnTo>
                  <a:lnTo>
                    <a:pt x="17300" y="2796"/>
                  </a:lnTo>
                  <a:lnTo>
                    <a:pt x="17751" y="2612"/>
                  </a:lnTo>
                  <a:lnTo>
                    <a:pt x="18141" y="2418"/>
                  </a:lnTo>
                  <a:lnTo>
                    <a:pt x="18471" y="2219"/>
                  </a:lnTo>
                  <a:lnTo>
                    <a:pt x="18772" y="2005"/>
                  </a:lnTo>
                  <a:lnTo>
                    <a:pt x="19012" y="1780"/>
                  </a:lnTo>
                  <a:lnTo>
                    <a:pt x="19192" y="1551"/>
                  </a:lnTo>
                  <a:lnTo>
                    <a:pt x="19312" y="1306"/>
                  </a:lnTo>
                  <a:lnTo>
                    <a:pt x="19373" y="1051"/>
                  </a:lnTo>
                  <a:lnTo>
                    <a:pt x="19373" y="786"/>
                  </a:lnTo>
                  <a:lnTo>
                    <a:pt x="19373" y="786"/>
                  </a:lnTo>
                  <a:lnTo>
                    <a:pt x="19312" y="602"/>
                  </a:lnTo>
                  <a:lnTo>
                    <a:pt x="19252" y="429"/>
                  </a:lnTo>
                  <a:lnTo>
                    <a:pt x="19162" y="260"/>
                  </a:lnTo>
                  <a:lnTo>
                    <a:pt x="19072" y="92"/>
                  </a:lnTo>
                  <a:lnTo>
                    <a:pt x="19072" y="92"/>
                  </a:lnTo>
                  <a:lnTo>
                    <a:pt x="20754" y="56"/>
                  </a:lnTo>
                  <a:lnTo>
                    <a:pt x="22466" y="26"/>
                  </a:lnTo>
                  <a:lnTo>
                    <a:pt x="24178" y="11"/>
                  </a:lnTo>
                  <a:lnTo>
                    <a:pt x="2592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59"/>
            <p:cNvSpPr/>
            <p:nvPr/>
          </p:nvSpPr>
          <p:spPr>
            <a:xfrm flipH="1">
              <a:off x="5402765" y="-672156"/>
              <a:ext cx="1512463" cy="1575974"/>
            </a:xfrm>
            <a:custGeom>
              <a:avLst/>
              <a:gdLst/>
              <a:ahLst/>
              <a:cxnLst/>
              <a:rect l="l" t="t" r="r" b="b"/>
              <a:pathLst>
                <a:path w="46045" h="8137" extrusionOk="0">
                  <a:moveTo>
                    <a:pt x="22317" y="1"/>
                  </a:moveTo>
                  <a:lnTo>
                    <a:pt x="21536" y="6"/>
                  </a:lnTo>
                  <a:lnTo>
                    <a:pt x="20725" y="16"/>
                  </a:lnTo>
                  <a:lnTo>
                    <a:pt x="19884" y="31"/>
                  </a:lnTo>
                  <a:lnTo>
                    <a:pt x="19013" y="57"/>
                  </a:lnTo>
                  <a:lnTo>
                    <a:pt x="18142" y="88"/>
                  </a:lnTo>
                  <a:lnTo>
                    <a:pt x="17211" y="128"/>
                  </a:lnTo>
                  <a:lnTo>
                    <a:pt x="16280" y="174"/>
                  </a:lnTo>
                  <a:lnTo>
                    <a:pt x="15349" y="225"/>
                  </a:lnTo>
                  <a:lnTo>
                    <a:pt x="14418" y="292"/>
                  </a:lnTo>
                  <a:lnTo>
                    <a:pt x="13457" y="358"/>
                  </a:lnTo>
                  <a:lnTo>
                    <a:pt x="12495" y="439"/>
                  </a:lnTo>
                  <a:lnTo>
                    <a:pt x="11564" y="521"/>
                  </a:lnTo>
                  <a:lnTo>
                    <a:pt x="10633" y="618"/>
                  </a:lnTo>
                  <a:lnTo>
                    <a:pt x="9702" y="720"/>
                  </a:lnTo>
                  <a:lnTo>
                    <a:pt x="8801" y="832"/>
                  </a:lnTo>
                  <a:lnTo>
                    <a:pt x="7930" y="955"/>
                  </a:lnTo>
                  <a:lnTo>
                    <a:pt x="7059" y="1087"/>
                  </a:lnTo>
                  <a:lnTo>
                    <a:pt x="6218" y="1225"/>
                  </a:lnTo>
                  <a:lnTo>
                    <a:pt x="5437" y="1378"/>
                  </a:lnTo>
                  <a:lnTo>
                    <a:pt x="4686" y="1536"/>
                  </a:lnTo>
                  <a:lnTo>
                    <a:pt x="3966" y="1704"/>
                  </a:lnTo>
                  <a:lnTo>
                    <a:pt x="3605" y="1796"/>
                  </a:lnTo>
                  <a:lnTo>
                    <a:pt x="3275" y="1888"/>
                  </a:lnTo>
                  <a:lnTo>
                    <a:pt x="2974" y="1980"/>
                  </a:lnTo>
                  <a:lnTo>
                    <a:pt x="2674" y="2077"/>
                  </a:lnTo>
                  <a:lnTo>
                    <a:pt x="2374" y="2179"/>
                  </a:lnTo>
                  <a:lnTo>
                    <a:pt x="2103" y="2281"/>
                  </a:lnTo>
                  <a:lnTo>
                    <a:pt x="1833" y="2383"/>
                  </a:lnTo>
                  <a:lnTo>
                    <a:pt x="1593" y="2490"/>
                  </a:lnTo>
                  <a:lnTo>
                    <a:pt x="1353" y="2602"/>
                  </a:lnTo>
                  <a:lnTo>
                    <a:pt x="1142" y="2714"/>
                  </a:lnTo>
                  <a:lnTo>
                    <a:pt x="962" y="2832"/>
                  </a:lnTo>
                  <a:lnTo>
                    <a:pt x="782" y="2949"/>
                  </a:lnTo>
                  <a:lnTo>
                    <a:pt x="602" y="3071"/>
                  </a:lnTo>
                  <a:lnTo>
                    <a:pt x="452" y="3194"/>
                  </a:lnTo>
                  <a:lnTo>
                    <a:pt x="331" y="3321"/>
                  </a:lnTo>
                  <a:lnTo>
                    <a:pt x="211" y="3449"/>
                  </a:lnTo>
                  <a:lnTo>
                    <a:pt x="121" y="3582"/>
                  </a:lnTo>
                  <a:lnTo>
                    <a:pt x="61" y="3719"/>
                  </a:lnTo>
                  <a:lnTo>
                    <a:pt x="31" y="3857"/>
                  </a:lnTo>
                  <a:lnTo>
                    <a:pt x="1" y="4000"/>
                  </a:lnTo>
                  <a:lnTo>
                    <a:pt x="1" y="4143"/>
                  </a:lnTo>
                  <a:lnTo>
                    <a:pt x="1" y="4290"/>
                  </a:lnTo>
                  <a:lnTo>
                    <a:pt x="91" y="4586"/>
                  </a:lnTo>
                  <a:lnTo>
                    <a:pt x="241" y="4862"/>
                  </a:lnTo>
                  <a:lnTo>
                    <a:pt x="452" y="5122"/>
                  </a:lnTo>
                  <a:lnTo>
                    <a:pt x="692" y="5367"/>
                  </a:lnTo>
                  <a:lnTo>
                    <a:pt x="1022" y="5596"/>
                  </a:lnTo>
                  <a:lnTo>
                    <a:pt x="1353" y="5816"/>
                  </a:lnTo>
                  <a:lnTo>
                    <a:pt x="1773" y="6020"/>
                  </a:lnTo>
                  <a:lnTo>
                    <a:pt x="2224" y="6213"/>
                  </a:lnTo>
                  <a:lnTo>
                    <a:pt x="2704" y="6392"/>
                  </a:lnTo>
                  <a:lnTo>
                    <a:pt x="3245" y="6560"/>
                  </a:lnTo>
                  <a:lnTo>
                    <a:pt x="3815" y="6713"/>
                  </a:lnTo>
                  <a:lnTo>
                    <a:pt x="4416" y="6861"/>
                  </a:lnTo>
                  <a:lnTo>
                    <a:pt x="5047" y="6994"/>
                  </a:lnTo>
                  <a:lnTo>
                    <a:pt x="5708" y="7121"/>
                  </a:lnTo>
                  <a:lnTo>
                    <a:pt x="6398" y="7234"/>
                  </a:lnTo>
                  <a:lnTo>
                    <a:pt x="7119" y="7341"/>
                  </a:lnTo>
                  <a:lnTo>
                    <a:pt x="7840" y="7432"/>
                  </a:lnTo>
                  <a:lnTo>
                    <a:pt x="8621" y="7524"/>
                  </a:lnTo>
                  <a:lnTo>
                    <a:pt x="9372" y="7601"/>
                  </a:lnTo>
                  <a:lnTo>
                    <a:pt x="10183" y="7672"/>
                  </a:lnTo>
                  <a:lnTo>
                    <a:pt x="10994" y="7739"/>
                  </a:lnTo>
                  <a:lnTo>
                    <a:pt x="11805" y="7800"/>
                  </a:lnTo>
                  <a:lnTo>
                    <a:pt x="12646" y="7851"/>
                  </a:lnTo>
                  <a:lnTo>
                    <a:pt x="13457" y="7897"/>
                  </a:lnTo>
                  <a:lnTo>
                    <a:pt x="14298" y="7937"/>
                  </a:lnTo>
                  <a:lnTo>
                    <a:pt x="15138" y="7973"/>
                  </a:lnTo>
                  <a:lnTo>
                    <a:pt x="15979" y="8004"/>
                  </a:lnTo>
                  <a:lnTo>
                    <a:pt x="16820" y="8034"/>
                  </a:lnTo>
                  <a:lnTo>
                    <a:pt x="17661" y="8055"/>
                  </a:lnTo>
                  <a:lnTo>
                    <a:pt x="18472" y="8075"/>
                  </a:lnTo>
                  <a:lnTo>
                    <a:pt x="20094" y="8111"/>
                  </a:lnTo>
                  <a:lnTo>
                    <a:pt x="20755" y="8121"/>
                  </a:lnTo>
                  <a:lnTo>
                    <a:pt x="21476" y="8131"/>
                  </a:lnTo>
                  <a:lnTo>
                    <a:pt x="22197" y="8136"/>
                  </a:lnTo>
                  <a:lnTo>
                    <a:pt x="23939" y="8136"/>
                  </a:lnTo>
                  <a:lnTo>
                    <a:pt x="24900" y="8126"/>
                  </a:lnTo>
                  <a:lnTo>
                    <a:pt x="25921" y="8111"/>
                  </a:lnTo>
                  <a:lnTo>
                    <a:pt x="26972" y="8090"/>
                  </a:lnTo>
                  <a:lnTo>
                    <a:pt x="26792" y="7943"/>
                  </a:lnTo>
                  <a:lnTo>
                    <a:pt x="26642" y="7795"/>
                  </a:lnTo>
                  <a:lnTo>
                    <a:pt x="26492" y="7652"/>
                  </a:lnTo>
                  <a:lnTo>
                    <a:pt x="26401" y="7504"/>
                  </a:lnTo>
                  <a:lnTo>
                    <a:pt x="26341" y="7361"/>
                  </a:lnTo>
                  <a:lnTo>
                    <a:pt x="26281" y="7223"/>
                  </a:lnTo>
                  <a:lnTo>
                    <a:pt x="26281" y="7081"/>
                  </a:lnTo>
                  <a:lnTo>
                    <a:pt x="26281" y="6943"/>
                  </a:lnTo>
                  <a:lnTo>
                    <a:pt x="26311" y="6805"/>
                  </a:lnTo>
                  <a:lnTo>
                    <a:pt x="26371" y="6673"/>
                  </a:lnTo>
                  <a:lnTo>
                    <a:pt x="26462" y="6540"/>
                  </a:lnTo>
                  <a:lnTo>
                    <a:pt x="26582" y="6407"/>
                  </a:lnTo>
                  <a:lnTo>
                    <a:pt x="26702" y="6275"/>
                  </a:lnTo>
                  <a:lnTo>
                    <a:pt x="26882" y="6147"/>
                  </a:lnTo>
                  <a:lnTo>
                    <a:pt x="27062" y="6020"/>
                  </a:lnTo>
                  <a:lnTo>
                    <a:pt x="27272" y="5897"/>
                  </a:lnTo>
                  <a:lnTo>
                    <a:pt x="27513" y="5775"/>
                  </a:lnTo>
                  <a:lnTo>
                    <a:pt x="27783" y="5652"/>
                  </a:lnTo>
                  <a:lnTo>
                    <a:pt x="28053" y="5530"/>
                  </a:lnTo>
                  <a:lnTo>
                    <a:pt x="28354" y="5413"/>
                  </a:lnTo>
                  <a:lnTo>
                    <a:pt x="28684" y="5300"/>
                  </a:lnTo>
                  <a:lnTo>
                    <a:pt x="29045" y="5188"/>
                  </a:lnTo>
                  <a:lnTo>
                    <a:pt x="29405" y="5076"/>
                  </a:lnTo>
                  <a:lnTo>
                    <a:pt x="29795" y="4964"/>
                  </a:lnTo>
                  <a:lnTo>
                    <a:pt x="30216" y="4862"/>
                  </a:lnTo>
                  <a:lnTo>
                    <a:pt x="30666" y="4755"/>
                  </a:lnTo>
                  <a:lnTo>
                    <a:pt x="31147" y="4653"/>
                  </a:lnTo>
                  <a:lnTo>
                    <a:pt x="31628" y="4551"/>
                  </a:lnTo>
                  <a:lnTo>
                    <a:pt x="32138" y="4454"/>
                  </a:lnTo>
                  <a:lnTo>
                    <a:pt x="32649" y="4357"/>
                  </a:lnTo>
                  <a:lnTo>
                    <a:pt x="33189" y="4265"/>
                  </a:lnTo>
                  <a:lnTo>
                    <a:pt x="33760" y="4173"/>
                  </a:lnTo>
                  <a:lnTo>
                    <a:pt x="34271" y="4102"/>
                  </a:lnTo>
                  <a:lnTo>
                    <a:pt x="34781" y="4035"/>
                  </a:lnTo>
                  <a:lnTo>
                    <a:pt x="35382" y="3969"/>
                  </a:lnTo>
                  <a:lnTo>
                    <a:pt x="35983" y="3908"/>
                  </a:lnTo>
                  <a:lnTo>
                    <a:pt x="36643" y="3847"/>
                  </a:lnTo>
                  <a:lnTo>
                    <a:pt x="37364" y="3786"/>
                  </a:lnTo>
                  <a:lnTo>
                    <a:pt x="38085" y="3735"/>
                  </a:lnTo>
                  <a:lnTo>
                    <a:pt x="38866" y="3678"/>
                  </a:lnTo>
                  <a:lnTo>
                    <a:pt x="39677" y="3627"/>
                  </a:lnTo>
                  <a:lnTo>
                    <a:pt x="40518" y="3582"/>
                  </a:lnTo>
                  <a:lnTo>
                    <a:pt x="41389" y="3536"/>
                  </a:lnTo>
                  <a:lnTo>
                    <a:pt x="42260" y="3495"/>
                  </a:lnTo>
                  <a:lnTo>
                    <a:pt x="43191" y="3459"/>
                  </a:lnTo>
                  <a:lnTo>
                    <a:pt x="44122" y="3423"/>
                  </a:lnTo>
                  <a:lnTo>
                    <a:pt x="45083" y="3393"/>
                  </a:lnTo>
                  <a:lnTo>
                    <a:pt x="46044" y="3362"/>
                  </a:lnTo>
                  <a:lnTo>
                    <a:pt x="45924" y="3224"/>
                  </a:lnTo>
                  <a:lnTo>
                    <a:pt x="45804" y="3087"/>
                  </a:lnTo>
                  <a:lnTo>
                    <a:pt x="45654" y="2954"/>
                  </a:lnTo>
                  <a:lnTo>
                    <a:pt x="45504" y="2827"/>
                  </a:lnTo>
                  <a:lnTo>
                    <a:pt x="45323" y="2704"/>
                  </a:lnTo>
                  <a:lnTo>
                    <a:pt x="45113" y="2582"/>
                  </a:lnTo>
                  <a:lnTo>
                    <a:pt x="44903" y="2464"/>
                  </a:lnTo>
                  <a:lnTo>
                    <a:pt x="44693" y="2347"/>
                  </a:lnTo>
                  <a:lnTo>
                    <a:pt x="44452" y="2240"/>
                  </a:lnTo>
                  <a:lnTo>
                    <a:pt x="44212" y="2133"/>
                  </a:lnTo>
                  <a:lnTo>
                    <a:pt x="43942" y="2031"/>
                  </a:lnTo>
                  <a:lnTo>
                    <a:pt x="43671" y="1929"/>
                  </a:lnTo>
                  <a:lnTo>
                    <a:pt x="43401" y="1832"/>
                  </a:lnTo>
                  <a:lnTo>
                    <a:pt x="43101" y="1740"/>
                  </a:lnTo>
                  <a:lnTo>
                    <a:pt x="42770" y="1648"/>
                  </a:lnTo>
                  <a:lnTo>
                    <a:pt x="42470" y="1562"/>
                  </a:lnTo>
                  <a:lnTo>
                    <a:pt x="42140" y="1475"/>
                  </a:lnTo>
                  <a:lnTo>
                    <a:pt x="41809" y="1393"/>
                  </a:lnTo>
                  <a:lnTo>
                    <a:pt x="41088" y="1240"/>
                  </a:lnTo>
                  <a:lnTo>
                    <a:pt x="40338" y="1097"/>
                  </a:lnTo>
                  <a:lnTo>
                    <a:pt x="39557" y="970"/>
                  </a:lnTo>
                  <a:lnTo>
                    <a:pt x="38776" y="848"/>
                  </a:lnTo>
                  <a:lnTo>
                    <a:pt x="37935" y="735"/>
                  </a:lnTo>
                  <a:lnTo>
                    <a:pt x="37094" y="638"/>
                  </a:lnTo>
                  <a:lnTo>
                    <a:pt x="36223" y="547"/>
                  </a:lnTo>
                  <a:lnTo>
                    <a:pt x="35352" y="465"/>
                  </a:lnTo>
                  <a:lnTo>
                    <a:pt x="34451" y="388"/>
                  </a:lnTo>
                  <a:lnTo>
                    <a:pt x="33550" y="322"/>
                  </a:lnTo>
                  <a:lnTo>
                    <a:pt x="32649" y="266"/>
                  </a:lnTo>
                  <a:lnTo>
                    <a:pt x="31748" y="215"/>
                  </a:lnTo>
                  <a:lnTo>
                    <a:pt x="30847" y="169"/>
                  </a:lnTo>
                  <a:lnTo>
                    <a:pt x="29946" y="128"/>
                  </a:lnTo>
                  <a:lnTo>
                    <a:pt x="29075" y="98"/>
                  </a:lnTo>
                  <a:lnTo>
                    <a:pt x="28204" y="72"/>
                  </a:lnTo>
                  <a:lnTo>
                    <a:pt x="27333" y="52"/>
                  </a:lnTo>
                  <a:lnTo>
                    <a:pt x="26492" y="31"/>
                  </a:lnTo>
                  <a:lnTo>
                    <a:pt x="25681" y="21"/>
                  </a:lnTo>
                  <a:lnTo>
                    <a:pt x="24900" y="11"/>
                  </a:lnTo>
                  <a:lnTo>
                    <a:pt x="24149" y="1"/>
                  </a:lnTo>
                  <a:close/>
                </a:path>
              </a:pathLst>
            </a:custGeom>
            <a:solidFill>
              <a:srgbClr val="3E17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59"/>
            <p:cNvSpPr/>
            <p:nvPr/>
          </p:nvSpPr>
          <p:spPr>
            <a:xfrm flipH="1">
              <a:off x="4384845" y="-516948"/>
              <a:ext cx="1512463" cy="1575974"/>
            </a:xfrm>
            <a:custGeom>
              <a:avLst/>
              <a:gdLst/>
              <a:ahLst/>
              <a:cxnLst/>
              <a:rect l="l" t="t" r="r" b="b"/>
              <a:pathLst>
                <a:path w="46045" h="8137" fill="none" extrusionOk="0">
                  <a:moveTo>
                    <a:pt x="22737" y="1"/>
                  </a:moveTo>
                  <a:lnTo>
                    <a:pt x="22737" y="1"/>
                  </a:lnTo>
                  <a:lnTo>
                    <a:pt x="24149" y="1"/>
                  </a:lnTo>
                  <a:lnTo>
                    <a:pt x="24900" y="11"/>
                  </a:lnTo>
                  <a:lnTo>
                    <a:pt x="25681" y="21"/>
                  </a:lnTo>
                  <a:lnTo>
                    <a:pt x="26492" y="31"/>
                  </a:lnTo>
                  <a:lnTo>
                    <a:pt x="27333" y="52"/>
                  </a:lnTo>
                  <a:lnTo>
                    <a:pt x="28204" y="72"/>
                  </a:lnTo>
                  <a:lnTo>
                    <a:pt x="29075" y="98"/>
                  </a:lnTo>
                  <a:lnTo>
                    <a:pt x="29946" y="128"/>
                  </a:lnTo>
                  <a:lnTo>
                    <a:pt x="30847" y="169"/>
                  </a:lnTo>
                  <a:lnTo>
                    <a:pt x="31748" y="215"/>
                  </a:lnTo>
                  <a:lnTo>
                    <a:pt x="32649" y="266"/>
                  </a:lnTo>
                  <a:lnTo>
                    <a:pt x="33550" y="322"/>
                  </a:lnTo>
                  <a:lnTo>
                    <a:pt x="34451" y="388"/>
                  </a:lnTo>
                  <a:lnTo>
                    <a:pt x="35352" y="465"/>
                  </a:lnTo>
                  <a:lnTo>
                    <a:pt x="36223" y="547"/>
                  </a:lnTo>
                  <a:lnTo>
                    <a:pt x="37094" y="638"/>
                  </a:lnTo>
                  <a:lnTo>
                    <a:pt x="37935" y="735"/>
                  </a:lnTo>
                  <a:lnTo>
                    <a:pt x="38776" y="848"/>
                  </a:lnTo>
                  <a:lnTo>
                    <a:pt x="39557" y="970"/>
                  </a:lnTo>
                  <a:lnTo>
                    <a:pt x="40338" y="1097"/>
                  </a:lnTo>
                  <a:lnTo>
                    <a:pt x="41088" y="1240"/>
                  </a:lnTo>
                  <a:lnTo>
                    <a:pt x="41809" y="1393"/>
                  </a:lnTo>
                  <a:lnTo>
                    <a:pt x="42140" y="1475"/>
                  </a:lnTo>
                  <a:lnTo>
                    <a:pt x="42470" y="1562"/>
                  </a:lnTo>
                  <a:lnTo>
                    <a:pt x="42770" y="1648"/>
                  </a:lnTo>
                  <a:lnTo>
                    <a:pt x="43101" y="1740"/>
                  </a:lnTo>
                  <a:lnTo>
                    <a:pt x="43401" y="1832"/>
                  </a:lnTo>
                  <a:lnTo>
                    <a:pt x="43671" y="1929"/>
                  </a:lnTo>
                  <a:lnTo>
                    <a:pt x="43942" y="2031"/>
                  </a:lnTo>
                  <a:lnTo>
                    <a:pt x="44212" y="2133"/>
                  </a:lnTo>
                  <a:lnTo>
                    <a:pt x="44452" y="2240"/>
                  </a:lnTo>
                  <a:lnTo>
                    <a:pt x="44693" y="2347"/>
                  </a:lnTo>
                  <a:lnTo>
                    <a:pt x="44903" y="2464"/>
                  </a:lnTo>
                  <a:lnTo>
                    <a:pt x="45113" y="2582"/>
                  </a:lnTo>
                  <a:lnTo>
                    <a:pt x="45323" y="2704"/>
                  </a:lnTo>
                  <a:lnTo>
                    <a:pt x="45504" y="2827"/>
                  </a:lnTo>
                  <a:lnTo>
                    <a:pt x="45654" y="2954"/>
                  </a:lnTo>
                  <a:lnTo>
                    <a:pt x="45804" y="3087"/>
                  </a:lnTo>
                  <a:lnTo>
                    <a:pt x="45924" y="3224"/>
                  </a:lnTo>
                  <a:lnTo>
                    <a:pt x="46044" y="3362"/>
                  </a:lnTo>
                  <a:lnTo>
                    <a:pt x="46044" y="3362"/>
                  </a:lnTo>
                  <a:lnTo>
                    <a:pt x="45083" y="3393"/>
                  </a:lnTo>
                  <a:lnTo>
                    <a:pt x="44122" y="3423"/>
                  </a:lnTo>
                  <a:lnTo>
                    <a:pt x="43191" y="3459"/>
                  </a:lnTo>
                  <a:lnTo>
                    <a:pt x="42260" y="3495"/>
                  </a:lnTo>
                  <a:lnTo>
                    <a:pt x="41389" y="3536"/>
                  </a:lnTo>
                  <a:lnTo>
                    <a:pt x="40518" y="3582"/>
                  </a:lnTo>
                  <a:lnTo>
                    <a:pt x="39677" y="3627"/>
                  </a:lnTo>
                  <a:lnTo>
                    <a:pt x="38866" y="3678"/>
                  </a:lnTo>
                  <a:lnTo>
                    <a:pt x="38085" y="3735"/>
                  </a:lnTo>
                  <a:lnTo>
                    <a:pt x="37364" y="3786"/>
                  </a:lnTo>
                  <a:lnTo>
                    <a:pt x="36643" y="3847"/>
                  </a:lnTo>
                  <a:lnTo>
                    <a:pt x="35983" y="3908"/>
                  </a:lnTo>
                  <a:lnTo>
                    <a:pt x="35382" y="3969"/>
                  </a:lnTo>
                  <a:lnTo>
                    <a:pt x="34781" y="4035"/>
                  </a:lnTo>
                  <a:lnTo>
                    <a:pt x="34271" y="4102"/>
                  </a:lnTo>
                  <a:lnTo>
                    <a:pt x="33760" y="4173"/>
                  </a:lnTo>
                  <a:lnTo>
                    <a:pt x="33760" y="4173"/>
                  </a:lnTo>
                  <a:lnTo>
                    <a:pt x="33189" y="4265"/>
                  </a:lnTo>
                  <a:lnTo>
                    <a:pt x="32649" y="4357"/>
                  </a:lnTo>
                  <a:lnTo>
                    <a:pt x="32138" y="4454"/>
                  </a:lnTo>
                  <a:lnTo>
                    <a:pt x="31628" y="4551"/>
                  </a:lnTo>
                  <a:lnTo>
                    <a:pt x="31147" y="4653"/>
                  </a:lnTo>
                  <a:lnTo>
                    <a:pt x="30666" y="4755"/>
                  </a:lnTo>
                  <a:lnTo>
                    <a:pt x="30216" y="4862"/>
                  </a:lnTo>
                  <a:lnTo>
                    <a:pt x="29795" y="4964"/>
                  </a:lnTo>
                  <a:lnTo>
                    <a:pt x="29405" y="5076"/>
                  </a:lnTo>
                  <a:lnTo>
                    <a:pt x="29045" y="5188"/>
                  </a:lnTo>
                  <a:lnTo>
                    <a:pt x="28684" y="5300"/>
                  </a:lnTo>
                  <a:lnTo>
                    <a:pt x="28354" y="5413"/>
                  </a:lnTo>
                  <a:lnTo>
                    <a:pt x="28053" y="5530"/>
                  </a:lnTo>
                  <a:lnTo>
                    <a:pt x="27783" y="5652"/>
                  </a:lnTo>
                  <a:lnTo>
                    <a:pt x="27513" y="5775"/>
                  </a:lnTo>
                  <a:lnTo>
                    <a:pt x="27272" y="5897"/>
                  </a:lnTo>
                  <a:lnTo>
                    <a:pt x="27062" y="6020"/>
                  </a:lnTo>
                  <a:lnTo>
                    <a:pt x="26882" y="6147"/>
                  </a:lnTo>
                  <a:lnTo>
                    <a:pt x="26702" y="6275"/>
                  </a:lnTo>
                  <a:lnTo>
                    <a:pt x="26582" y="6407"/>
                  </a:lnTo>
                  <a:lnTo>
                    <a:pt x="26462" y="6540"/>
                  </a:lnTo>
                  <a:lnTo>
                    <a:pt x="26371" y="6673"/>
                  </a:lnTo>
                  <a:lnTo>
                    <a:pt x="26311" y="6805"/>
                  </a:lnTo>
                  <a:lnTo>
                    <a:pt x="26281" y="6943"/>
                  </a:lnTo>
                  <a:lnTo>
                    <a:pt x="26281" y="7081"/>
                  </a:lnTo>
                  <a:lnTo>
                    <a:pt x="26281" y="7223"/>
                  </a:lnTo>
                  <a:lnTo>
                    <a:pt x="26341" y="7361"/>
                  </a:lnTo>
                  <a:lnTo>
                    <a:pt x="26401" y="7504"/>
                  </a:lnTo>
                  <a:lnTo>
                    <a:pt x="26492" y="7652"/>
                  </a:lnTo>
                  <a:lnTo>
                    <a:pt x="26642" y="7795"/>
                  </a:lnTo>
                  <a:lnTo>
                    <a:pt x="26792" y="7943"/>
                  </a:lnTo>
                  <a:lnTo>
                    <a:pt x="26972" y="8090"/>
                  </a:lnTo>
                  <a:lnTo>
                    <a:pt x="26972" y="8090"/>
                  </a:lnTo>
                  <a:lnTo>
                    <a:pt x="25921" y="8111"/>
                  </a:lnTo>
                  <a:lnTo>
                    <a:pt x="24900" y="8126"/>
                  </a:lnTo>
                  <a:lnTo>
                    <a:pt x="23939" y="8136"/>
                  </a:lnTo>
                  <a:lnTo>
                    <a:pt x="22978" y="8136"/>
                  </a:lnTo>
                  <a:lnTo>
                    <a:pt x="22978" y="8136"/>
                  </a:lnTo>
                  <a:lnTo>
                    <a:pt x="22197" y="8136"/>
                  </a:lnTo>
                  <a:lnTo>
                    <a:pt x="21476" y="8131"/>
                  </a:lnTo>
                  <a:lnTo>
                    <a:pt x="20755" y="8121"/>
                  </a:lnTo>
                  <a:lnTo>
                    <a:pt x="20094" y="8111"/>
                  </a:lnTo>
                  <a:lnTo>
                    <a:pt x="20094" y="8111"/>
                  </a:lnTo>
                  <a:lnTo>
                    <a:pt x="18472" y="8075"/>
                  </a:lnTo>
                  <a:lnTo>
                    <a:pt x="17661" y="8055"/>
                  </a:lnTo>
                  <a:lnTo>
                    <a:pt x="16820" y="8034"/>
                  </a:lnTo>
                  <a:lnTo>
                    <a:pt x="15979" y="8004"/>
                  </a:lnTo>
                  <a:lnTo>
                    <a:pt x="15138" y="7973"/>
                  </a:lnTo>
                  <a:lnTo>
                    <a:pt x="14298" y="7937"/>
                  </a:lnTo>
                  <a:lnTo>
                    <a:pt x="13457" y="7897"/>
                  </a:lnTo>
                  <a:lnTo>
                    <a:pt x="12646" y="7851"/>
                  </a:lnTo>
                  <a:lnTo>
                    <a:pt x="11805" y="7800"/>
                  </a:lnTo>
                  <a:lnTo>
                    <a:pt x="10994" y="7739"/>
                  </a:lnTo>
                  <a:lnTo>
                    <a:pt x="10183" y="7672"/>
                  </a:lnTo>
                  <a:lnTo>
                    <a:pt x="9372" y="7601"/>
                  </a:lnTo>
                  <a:lnTo>
                    <a:pt x="8621" y="7524"/>
                  </a:lnTo>
                  <a:lnTo>
                    <a:pt x="7840" y="7432"/>
                  </a:lnTo>
                  <a:lnTo>
                    <a:pt x="7119" y="7341"/>
                  </a:lnTo>
                  <a:lnTo>
                    <a:pt x="6398" y="7234"/>
                  </a:lnTo>
                  <a:lnTo>
                    <a:pt x="5708" y="7121"/>
                  </a:lnTo>
                  <a:lnTo>
                    <a:pt x="5047" y="6994"/>
                  </a:lnTo>
                  <a:lnTo>
                    <a:pt x="4416" y="6861"/>
                  </a:lnTo>
                  <a:lnTo>
                    <a:pt x="3815" y="6713"/>
                  </a:lnTo>
                  <a:lnTo>
                    <a:pt x="3245" y="6560"/>
                  </a:lnTo>
                  <a:lnTo>
                    <a:pt x="2704" y="6392"/>
                  </a:lnTo>
                  <a:lnTo>
                    <a:pt x="2224" y="6213"/>
                  </a:lnTo>
                  <a:lnTo>
                    <a:pt x="1773" y="6020"/>
                  </a:lnTo>
                  <a:lnTo>
                    <a:pt x="1353" y="5816"/>
                  </a:lnTo>
                  <a:lnTo>
                    <a:pt x="1022" y="5596"/>
                  </a:lnTo>
                  <a:lnTo>
                    <a:pt x="692" y="5367"/>
                  </a:lnTo>
                  <a:lnTo>
                    <a:pt x="452" y="5122"/>
                  </a:lnTo>
                  <a:lnTo>
                    <a:pt x="241" y="4862"/>
                  </a:lnTo>
                  <a:lnTo>
                    <a:pt x="91" y="4586"/>
                  </a:lnTo>
                  <a:lnTo>
                    <a:pt x="1" y="4290"/>
                  </a:lnTo>
                  <a:lnTo>
                    <a:pt x="1" y="4290"/>
                  </a:lnTo>
                  <a:lnTo>
                    <a:pt x="1" y="4143"/>
                  </a:lnTo>
                  <a:lnTo>
                    <a:pt x="1" y="4000"/>
                  </a:lnTo>
                  <a:lnTo>
                    <a:pt x="31" y="3857"/>
                  </a:lnTo>
                  <a:lnTo>
                    <a:pt x="61" y="3719"/>
                  </a:lnTo>
                  <a:lnTo>
                    <a:pt x="121" y="3582"/>
                  </a:lnTo>
                  <a:lnTo>
                    <a:pt x="211" y="3449"/>
                  </a:lnTo>
                  <a:lnTo>
                    <a:pt x="331" y="3321"/>
                  </a:lnTo>
                  <a:lnTo>
                    <a:pt x="452" y="3194"/>
                  </a:lnTo>
                  <a:lnTo>
                    <a:pt x="602" y="3071"/>
                  </a:lnTo>
                  <a:lnTo>
                    <a:pt x="782" y="2949"/>
                  </a:lnTo>
                  <a:lnTo>
                    <a:pt x="962" y="2832"/>
                  </a:lnTo>
                  <a:lnTo>
                    <a:pt x="1142" y="2714"/>
                  </a:lnTo>
                  <a:lnTo>
                    <a:pt x="1353" y="2602"/>
                  </a:lnTo>
                  <a:lnTo>
                    <a:pt x="1593" y="2490"/>
                  </a:lnTo>
                  <a:lnTo>
                    <a:pt x="1833" y="2383"/>
                  </a:lnTo>
                  <a:lnTo>
                    <a:pt x="2103" y="2281"/>
                  </a:lnTo>
                  <a:lnTo>
                    <a:pt x="2374" y="2179"/>
                  </a:lnTo>
                  <a:lnTo>
                    <a:pt x="2674" y="2077"/>
                  </a:lnTo>
                  <a:lnTo>
                    <a:pt x="2974" y="1980"/>
                  </a:lnTo>
                  <a:lnTo>
                    <a:pt x="3275" y="1888"/>
                  </a:lnTo>
                  <a:lnTo>
                    <a:pt x="3605" y="1796"/>
                  </a:lnTo>
                  <a:lnTo>
                    <a:pt x="3966" y="1704"/>
                  </a:lnTo>
                  <a:lnTo>
                    <a:pt x="4686" y="1536"/>
                  </a:lnTo>
                  <a:lnTo>
                    <a:pt x="5437" y="1378"/>
                  </a:lnTo>
                  <a:lnTo>
                    <a:pt x="6218" y="1225"/>
                  </a:lnTo>
                  <a:lnTo>
                    <a:pt x="7059" y="1087"/>
                  </a:lnTo>
                  <a:lnTo>
                    <a:pt x="7930" y="955"/>
                  </a:lnTo>
                  <a:lnTo>
                    <a:pt x="8801" y="832"/>
                  </a:lnTo>
                  <a:lnTo>
                    <a:pt x="9702" y="720"/>
                  </a:lnTo>
                  <a:lnTo>
                    <a:pt x="10633" y="618"/>
                  </a:lnTo>
                  <a:lnTo>
                    <a:pt x="11564" y="521"/>
                  </a:lnTo>
                  <a:lnTo>
                    <a:pt x="12495" y="439"/>
                  </a:lnTo>
                  <a:lnTo>
                    <a:pt x="13457" y="358"/>
                  </a:lnTo>
                  <a:lnTo>
                    <a:pt x="14418" y="292"/>
                  </a:lnTo>
                  <a:lnTo>
                    <a:pt x="15349" y="225"/>
                  </a:lnTo>
                  <a:lnTo>
                    <a:pt x="16280" y="174"/>
                  </a:lnTo>
                  <a:lnTo>
                    <a:pt x="17211" y="128"/>
                  </a:lnTo>
                  <a:lnTo>
                    <a:pt x="18142" y="88"/>
                  </a:lnTo>
                  <a:lnTo>
                    <a:pt x="19013" y="57"/>
                  </a:lnTo>
                  <a:lnTo>
                    <a:pt x="19884" y="31"/>
                  </a:lnTo>
                  <a:lnTo>
                    <a:pt x="20725" y="16"/>
                  </a:lnTo>
                  <a:lnTo>
                    <a:pt x="21536" y="6"/>
                  </a:lnTo>
                  <a:lnTo>
                    <a:pt x="22317" y="1"/>
                  </a:lnTo>
                  <a:lnTo>
                    <a:pt x="22317" y="1"/>
                  </a:lnTo>
                  <a:lnTo>
                    <a:pt x="2273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59"/>
            <p:cNvSpPr/>
            <p:nvPr/>
          </p:nvSpPr>
          <p:spPr>
            <a:xfrm flipH="1">
              <a:off x="5392895" y="-21002"/>
              <a:ext cx="659052" cy="915913"/>
            </a:xfrm>
            <a:custGeom>
              <a:avLst/>
              <a:gdLst/>
              <a:ahLst/>
              <a:cxnLst/>
              <a:rect l="l" t="t" r="r" b="b"/>
              <a:pathLst>
                <a:path w="20064" h="4729" extrusionOk="0">
                  <a:moveTo>
                    <a:pt x="19763" y="0"/>
                  </a:moveTo>
                  <a:lnTo>
                    <a:pt x="18802" y="31"/>
                  </a:lnTo>
                  <a:lnTo>
                    <a:pt x="17841" y="61"/>
                  </a:lnTo>
                  <a:lnTo>
                    <a:pt x="16910" y="97"/>
                  </a:lnTo>
                  <a:lnTo>
                    <a:pt x="15979" y="133"/>
                  </a:lnTo>
                  <a:lnTo>
                    <a:pt x="15108" y="174"/>
                  </a:lnTo>
                  <a:lnTo>
                    <a:pt x="14237" y="220"/>
                  </a:lnTo>
                  <a:lnTo>
                    <a:pt x="13396" y="265"/>
                  </a:lnTo>
                  <a:lnTo>
                    <a:pt x="12585" y="316"/>
                  </a:lnTo>
                  <a:lnTo>
                    <a:pt x="11804" y="373"/>
                  </a:lnTo>
                  <a:lnTo>
                    <a:pt x="11083" y="424"/>
                  </a:lnTo>
                  <a:lnTo>
                    <a:pt x="10362" y="485"/>
                  </a:lnTo>
                  <a:lnTo>
                    <a:pt x="9702" y="546"/>
                  </a:lnTo>
                  <a:lnTo>
                    <a:pt x="9101" y="607"/>
                  </a:lnTo>
                  <a:lnTo>
                    <a:pt x="8500" y="673"/>
                  </a:lnTo>
                  <a:lnTo>
                    <a:pt x="7990" y="740"/>
                  </a:lnTo>
                  <a:lnTo>
                    <a:pt x="7479" y="811"/>
                  </a:lnTo>
                  <a:lnTo>
                    <a:pt x="6908" y="903"/>
                  </a:lnTo>
                  <a:lnTo>
                    <a:pt x="6368" y="995"/>
                  </a:lnTo>
                  <a:lnTo>
                    <a:pt x="5857" y="1092"/>
                  </a:lnTo>
                  <a:lnTo>
                    <a:pt x="5347" y="1189"/>
                  </a:lnTo>
                  <a:lnTo>
                    <a:pt x="4866" y="1291"/>
                  </a:lnTo>
                  <a:lnTo>
                    <a:pt x="4385" y="1393"/>
                  </a:lnTo>
                  <a:lnTo>
                    <a:pt x="3935" y="1500"/>
                  </a:lnTo>
                  <a:lnTo>
                    <a:pt x="3514" y="1602"/>
                  </a:lnTo>
                  <a:lnTo>
                    <a:pt x="3124" y="1714"/>
                  </a:lnTo>
                  <a:lnTo>
                    <a:pt x="2764" y="1826"/>
                  </a:lnTo>
                  <a:lnTo>
                    <a:pt x="2403" y="1938"/>
                  </a:lnTo>
                  <a:lnTo>
                    <a:pt x="2073" y="2051"/>
                  </a:lnTo>
                  <a:lnTo>
                    <a:pt x="1772" y="2168"/>
                  </a:lnTo>
                  <a:lnTo>
                    <a:pt x="1502" y="2290"/>
                  </a:lnTo>
                  <a:lnTo>
                    <a:pt x="1232" y="2413"/>
                  </a:lnTo>
                  <a:lnTo>
                    <a:pt x="991" y="2535"/>
                  </a:lnTo>
                  <a:lnTo>
                    <a:pt x="781" y="2658"/>
                  </a:lnTo>
                  <a:lnTo>
                    <a:pt x="601" y="2785"/>
                  </a:lnTo>
                  <a:lnTo>
                    <a:pt x="421" y="2913"/>
                  </a:lnTo>
                  <a:lnTo>
                    <a:pt x="301" y="3045"/>
                  </a:lnTo>
                  <a:lnTo>
                    <a:pt x="181" y="3178"/>
                  </a:lnTo>
                  <a:lnTo>
                    <a:pt x="90" y="3311"/>
                  </a:lnTo>
                  <a:lnTo>
                    <a:pt x="30" y="3443"/>
                  </a:lnTo>
                  <a:lnTo>
                    <a:pt x="0" y="3581"/>
                  </a:lnTo>
                  <a:lnTo>
                    <a:pt x="0" y="3719"/>
                  </a:lnTo>
                  <a:lnTo>
                    <a:pt x="0" y="3861"/>
                  </a:lnTo>
                  <a:lnTo>
                    <a:pt x="60" y="3999"/>
                  </a:lnTo>
                  <a:lnTo>
                    <a:pt x="120" y="4142"/>
                  </a:lnTo>
                  <a:lnTo>
                    <a:pt x="211" y="4290"/>
                  </a:lnTo>
                  <a:lnTo>
                    <a:pt x="361" y="4433"/>
                  </a:lnTo>
                  <a:lnTo>
                    <a:pt x="511" y="4581"/>
                  </a:lnTo>
                  <a:lnTo>
                    <a:pt x="691" y="4728"/>
                  </a:lnTo>
                  <a:lnTo>
                    <a:pt x="1502" y="4708"/>
                  </a:lnTo>
                  <a:lnTo>
                    <a:pt x="2373" y="4683"/>
                  </a:lnTo>
                  <a:lnTo>
                    <a:pt x="3214" y="4652"/>
                  </a:lnTo>
                  <a:lnTo>
                    <a:pt x="4085" y="4616"/>
                  </a:lnTo>
                  <a:lnTo>
                    <a:pt x="4926" y="4575"/>
                  </a:lnTo>
                  <a:lnTo>
                    <a:pt x="5797" y="4530"/>
                  </a:lnTo>
                  <a:lnTo>
                    <a:pt x="6638" y="4479"/>
                  </a:lnTo>
                  <a:lnTo>
                    <a:pt x="7509" y="4422"/>
                  </a:lnTo>
                  <a:lnTo>
                    <a:pt x="8350" y="4361"/>
                  </a:lnTo>
                  <a:lnTo>
                    <a:pt x="9161" y="4290"/>
                  </a:lnTo>
                  <a:lnTo>
                    <a:pt x="10002" y="4213"/>
                  </a:lnTo>
                  <a:lnTo>
                    <a:pt x="10813" y="4132"/>
                  </a:lnTo>
                  <a:lnTo>
                    <a:pt x="11594" y="4040"/>
                  </a:lnTo>
                  <a:lnTo>
                    <a:pt x="12375" y="3943"/>
                  </a:lnTo>
                  <a:lnTo>
                    <a:pt x="13095" y="3836"/>
                  </a:lnTo>
                  <a:lnTo>
                    <a:pt x="13846" y="3724"/>
                  </a:lnTo>
                  <a:lnTo>
                    <a:pt x="14537" y="3601"/>
                  </a:lnTo>
                  <a:lnTo>
                    <a:pt x="15198" y="3474"/>
                  </a:lnTo>
                  <a:lnTo>
                    <a:pt x="15829" y="3336"/>
                  </a:lnTo>
                  <a:lnTo>
                    <a:pt x="16429" y="3193"/>
                  </a:lnTo>
                  <a:lnTo>
                    <a:pt x="17000" y="3035"/>
                  </a:lnTo>
                  <a:lnTo>
                    <a:pt x="17511" y="2872"/>
                  </a:lnTo>
                  <a:lnTo>
                    <a:pt x="17991" y="2704"/>
                  </a:lnTo>
                  <a:lnTo>
                    <a:pt x="18442" y="2520"/>
                  </a:lnTo>
                  <a:lnTo>
                    <a:pt x="18832" y="2326"/>
                  </a:lnTo>
                  <a:lnTo>
                    <a:pt x="19162" y="2127"/>
                  </a:lnTo>
                  <a:lnTo>
                    <a:pt x="19463" y="1913"/>
                  </a:lnTo>
                  <a:lnTo>
                    <a:pt x="19703" y="1688"/>
                  </a:lnTo>
                  <a:lnTo>
                    <a:pt x="19883" y="1459"/>
                  </a:lnTo>
                  <a:lnTo>
                    <a:pt x="20003" y="1214"/>
                  </a:lnTo>
                  <a:lnTo>
                    <a:pt x="20064" y="959"/>
                  </a:lnTo>
                  <a:lnTo>
                    <a:pt x="20064" y="694"/>
                  </a:lnTo>
                  <a:lnTo>
                    <a:pt x="20003" y="510"/>
                  </a:lnTo>
                  <a:lnTo>
                    <a:pt x="19943" y="337"/>
                  </a:lnTo>
                  <a:lnTo>
                    <a:pt x="19853" y="168"/>
                  </a:lnTo>
                  <a:lnTo>
                    <a:pt x="19763" y="0"/>
                  </a:lnTo>
                  <a:close/>
                </a:path>
              </a:pathLst>
            </a:custGeom>
            <a:solidFill>
              <a:srgbClr val="220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59"/>
            <p:cNvSpPr/>
            <p:nvPr/>
          </p:nvSpPr>
          <p:spPr>
            <a:xfrm flipH="1">
              <a:off x="4374975" y="134206"/>
              <a:ext cx="659052" cy="915913"/>
            </a:xfrm>
            <a:custGeom>
              <a:avLst/>
              <a:gdLst/>
              <a:ahLst/>
              <a:cxnLst/>
              <a:rect l="l" t="t" r="r" b="b"/>
              <a:pathLst>
                <a:path w="20064" h="4729" fill="none" extrusionOk="0">
                  <a:moveTo>
                    <a:pt x="19763" y="0"/>
                  </a:moveTo>
                  <a:lnTo>
                    <a:pt x="19763" y="0"/>
                  </a:lnTo>
                  <a:lnTo>
                    <a:pt x="19853" y="168"/>
                  </a:lnTo>
                  <a:lnTo>
                    <a:pt x="19943" y="337"/>
                  </a:lnTo>
                  <a:lnTo>
                    <a:pt x="20003" y="510"/>
                  </a:lnTo>
                  <a:lnTo>
                    <a:pt x="20064" y="694"/>
                  </a:lnTo>
                  <a:lnTo>
                    <a:pt x="20064" y="694"/>
                  </a:lnTo>
                  <a:lnTo>
                    <a:pt x="20064" y="959"/>
                  </a:lnTo>
                  <a:lnTo>
                    <a:pt x="20003" y="1214"/>
                  </a:lnTo>
                  <a:lnTo>
                    <a:pt x="19883" y="1459"/>
                  </a:lnTo>
                  <a:lnTo>
                    <a:pt x="19703" y="1688"/>
                  </a:lnTo>
                  <a:lnTo>
                    <a:pt x="19463" y="1913"/>
                  </a:lnTo>
                  <a:lnTo>
                    <a:pt x="19162" y="2127"/>
                  </a:lnTo>
                  <a:lnTo>
                    <a:pt x="18832" y="2326"/>
                  </a:lnTo>
                  <a:lnTo>
                    <a:pt x="18442" y="2520"/>
                  </a:lnTo>
                  <a:lnTo>
                    <a:pt x="17991" y="2704"/>
                  </a:lnTo>
                  <a:lnTo>
                    <a:pt x="17511" y="2872"/>
                  </a:lnTo>
                  <a:lnTo>
                    <a:pt x="17000" y="3035"/>
                  </a:lnTo>
                  <a:lnTo>
                    <a:pt x="16429" y="3193"/>
                  </a:lnTo>
                  <a:lnTo>
                    <a:pt x="15829" y="3336"/>
                  </a:lnTo>
                  <a:lnTo>
                    <a:pt x="15198" y="3474"/>
                  </a:lnTo>
                  <a:lnTo>
                    <a:pt x="14537" y="3601"/>
                  </a:lnTo>
                  <a:lnTo>
                    <a:pt x="13846" y="3724"/>
                  </a:lnTo>
                  <a:lnTo>
                    <a:pt x="13095" y="3836"/>
                  </a:lnTo>
                  <a:lnTo>
                    <a:pt x="12375" y="3943"/>
                  </a:lnTo>
                  <a:lnTo>
                    <a:pt x="11594" y="4040"/>
                  </a:lnTo>
                  <a:lnTo>
                    <a:pt x="10813" y="4132"/>
                  </a:lnTo>
                  <a:lnTo>
                    <a:pt x="10002" y="4213"/>
                  </a:lnTo>
                  <a:lnTo>
                    <a:pt x="9161" y="4290"/>
                  </a:lnTo>
                  <a:lnTo>
                    <a:pt x="8350" y="4361"/>
                  </a:lnTo>
                  <a:lnTo>
                    <a:pt x="7509" y="4422"/>
                  </a:lnTo>
                  <a:lnTo>
                    <a:pt x="6638" y="4479"/>
                  </a:lnTo>
                  <a:lnTo>
                    <a:pt x="5797" y="4530"/>
                  </a:lnTo>
                  <a:lnTo>
                    <a:pt x="4926" y="4575"/>
                  </a:lnTo>
                  <a:lnTo>
                    <a:pt x="4085" y="4616"/>
                  </a:lnTo>
                  <a:lnTo>
                    <a:pt x="3214" y="4652"/>
                  </a:lnTo>
                  <a:lnTo>
                    <a:pt x="2373" y="4683"/>
                  </a:lnTo>
                  <a:lnTo>
                    <a:pt x="1502" y="4708"/>
                  </a:lnTo>
                  <a:lnTo>
                    <a:pt x="691" y="4728"/>
                  </a:lnTo>
                  <a:lnTo>
                    <a:pt x="691" y="4728"/>
                  </a:lnTo>
                  <a:lnTo>
                    <a:pt x="511" y="4581"/>
                  </a:lnTo>
                  <a:lnTo>
                    <a:pt x="361" y="4433"/>
                  </a:lnTo>
                  <a:lnTo>
                    <a:pt x="211" y="4290"/>
                  </a:lnTo>
                  <a:lnTo>
                    <a:pt x="120" y="4142"/>
                  </a:lnTo>
                  <a:lnTo>
                    <a:pt x="60" y="3999"/>
                  </a:lnTo>
                  <a:lnTo>
                    <a:pt x="0" y="3861"/>
                  </a:lnTo>
                  <a:lnTo>
                    <a:pt x="0" y="3719"/>
                  </a:lnTo>
                  <a:lnTo>
                    <a:pt x="0" y="3581"/>
                  </a:lnTo>
                  <a:lnTo>
                    <a:pt x="30" y="3443"/>
                  </a:lnTo>
                  <a:lnTo>
                    <a:pt x="90" y="3311"/>
                  </a:lnTo>
                  <a:lnTo>
                    <a:pt x="181" y="3178"/>
                  </a:lnTo>
                  <a:lnTo>
                    <a:pt x="301" y="3045"/>
                  </a:lnTo>
                  <a:lnTo>
                    <a:pt x="421" y="2913"/>
                  </a:lnTo>
                  <a:lnTo>
                    <a:pt x="601" y="2785"/>
                  </a:lnTo>
                  <a:lnTo>
                    <a:pt x="781" y="2658"/>
                  </a:lnTo>
                  <a:lnTo>
                    <a:pt x="991" y="2535"/>
                  </a:lnTo>
                  <a:lnTo>
                    <a:pt x="1232" y="2413"/>
                  </a:lnTo>
                  <a:lnTo>
                    <a:pt x="1502" y="2290"/>
                  </a:lnTo>
                  <a:lnTo>
                    <a:pt x="1772" y="2168"/>
                  </a:lnTo>
                  <a:lnTo>
                    <a:pt x="2073" y="2051"/>
                  </a:lnTo>
                  <a:lnTo>
                    <a:pt x="2403" y="1938"/>
                  </a:lnTo>
                  <a:lnTo>
                    <a:pt x="2764" y="1826"/>
                  </a:lnTo>
                  <a:lnTo>
                    <a:pt x="3124" y="1714"/>
                  </a:lnTo>
                  <a:lnTo>
                    <a:pt x="3514" y="1602"/>
                  </a:lnTo>
                  <a:lnTo>
                    <a:pt x="3935" y="1500"/>
                  </a:lnTo>
                  <a:lnTo>
                    <a:pt x="4385" y="1393"/>
                  </a:lnTo>
                  <a:lnTo>
                    <a:pt x="4866" y="1291"/>
                  </a:lnTo>
                  <a:lnTo>
                    <a:pt x="5347" y="1189"/>
                  </a:lnTo>
                  <a:lnTo>
                    <a:pt x="5857" y="1092"/>
                  </a:lnTo>
                  <a:lnTo>
                    <a:pt x="6368" y="995"/>
                  </a:lnTo>
                  <a:lnTo>
                    <a:pt x="6908" y="903"/>
                  </a:lnTo>
                  <a:lnTo>
                    <a:pt x="7479" y="811"/>
                  </a:lnTo>
                  <a:lnTo>
                    <a:pt x="7479" y="811"/>
                  </a:lnTo>
                  <a:lnTo>
                    <a:pt x="7990" y="740"/>
                  </a:lnTo>
                  <a:lnTo>
                    <a:pt x="8500" y="673"/>
                  </a:lnTo>
                  <a:lnTo>
                    <a:pt x="9101" y="607"/>
                  </a:lnTo>
                  <a:lnTo>
                    <a:pt x="9702" y="546"/>
                  </a:lnTo>
                  <a:lnTo>
                    <a:pt x="10362" y="485"/>
                  </a:lnTo>
                  <a:lnTo>
                    <a:pt x="11083" y="424"/>
                  </a:lnTo>
                  <a:lnTo>
                    <a:pt x="11804" y="373"/>
                  </a:lnTo>
                  <a:lnTo>
                    <a:pt x="12585" y="316"/>
                  </a:lnTo>
                  <a:lnTo>
                    <a:pt x="13396" y="265"/>
                  </a:lnTo>
                  <a:lnTo>
                    <a:pt x="14237" y="220"/>
                  </a:lnTo>
                  <a:lnTo>
                    <a:pt x="15108" y="174"/>
                  </a:lnTo>
                  <a:lnTo>
                    <a:pt x="15979" y="133"/>
                  </a:lnTo>
                  <a:lnTo>
                    <a:pt x="16910" y="97"/>
                  </a:lnTo>
                  <a:lnTo>
                    <a:pt x="17841" y="61"/>
                  </a:lnTo>
                  <a:lnTo>
                    <a:pt x="18802" y="31"/>
                  </a:lnTo>
                  <a:lnTo>
                    <a:pt x="1976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3" name="Google Shape;1143;p59"/>
          <p:cNvSpPr/>
          <p:nvPr/>
        </p:nvSpPr>
        <p:spPr>
          <a:xfrm flipH="1">
            <a:off x="5381316" y="3872757"/>
            <a:ext cx="3762685" cy="1270747"/>
          </a:xfrm>
          <a:custGeom>
            <a:avLst/>
            <a:gdLst/>
            <a:ahLst/>
            <a:cxnLst/>
            <a:rect l="l" t="t" r="r" b="b"/>
            <a:pathLst>
              <a:path w="89444" h="5123" fill="none" extrusionOk="0">
                <a:moveTo>
                  <a:pt x="1" y="27"/>
                </a:moveTo>
                <a:lnTo>
                  <a:pt x="63524" y="27"/>
                </a:lnTo>
                <a:lnTo>
                  <a:pt x="63524" y="27"/>
                </a:lnTo>
                <a:lnTo>
                  <a:pt x="64305" y="16"/>
                </a:lnTo>
                <a:lnTo>
                  <a:pt x="65116" y="6"/>
                </a:lnTo>
                <a:lnTo>
                  <a:pt x="65897" y="1"/>
                </a:lnTo>
                <a:lnTo>
                  <a:pt x="66678" y="1"/>
                </a:lnTo>
                <a:lnTo>
                  <a:pt x="67489" y="6"/>
                </a:lnTo>
                <a:lnTo>
                  <a:pt x="68269" y="11"/>
                </a:lnTo>
                <a:lnTo>
                  <a:pt x="69050" y="21"/>
                </a:lnTo>
                <a:lnTo>
                  <a:pt x="69831" y="37"/>
                </a:lnTo>
                <a:lnTo>
                  <a:pt x="70582" y="52"/>
                </a:lnTo>
                <a:lnTo>
                  <a:pt x="71363" y="78"/>
                </a:lnTo>
                <a:lnTo>
                  <a:pt x="72114" y="103"/>
                </a:lnTo>
                <a:lnTo>
                  <a:pt x="72865" y="129"/>
                </a:lnTo>
                <a:lnTo>
                  <a:pt x="73586" y="164"/>
                </a:lnTo>
                <a:lnTo>
                  <a:pt x="74336" y="200"/>
                </a:lnTo>
                <a:lnTo>
                  <a:pt x="75057" y="241"/>
                </a:lnTo>
                <a:lnTo>
                  <a:pt x="75748" y="287"/>
                </a:lnTo>
                <a:lnTo>
                  <a:pt x="76439" y="338"/>
                </a:lnTo>
                <a:lnTo>
                  <a:pt x="77130" y="389"/>
                </a:lnTo>
                <a:lnTo>
                  <a:pt x="77790" y="445"/>
                </a:lnTo>
                <a:lnTo>
                  <a:pt x="78421" y="506"/>
                </a:lnTo>
                <a:lnTo>
                  <a:pt x="79082" y="572"/>
                </a:lnTo>
                <a:lnTo>
                  <a:pt x="79683" y="644"/>
                </a:lnTo>
                <a:lnTo>
                  <a:pt x="80283" y="715"/>
                </a:lnTo>
                <a:lnTo>
                  <a:pt x="80854" y="797"/>
                </a:lnTo>
                <a:lnTo>
                  <a:pt x="81425" y="878"/>
                </a:lnTo>
                <a:lnTo>
                  <a:pt x="81935" y="965"/>
                </a:lnTo>
                <a:lnTo>
                  <a:pt x="82446" y="1057"/>
                </a:lnTo>
                <a:lnTo>
                  <a:pt x="82956" y="1149"/>
                </a:lnTo>
                <a:lnTo>
                  <a:pt x="83407" y="1251"/>
                </a:lnTo>
                <a:lnTo>
                  <a:pt x="83857" y="1353"/>
                </a:lnTo>
                <a:lnTo>
                  <a:pt x="84278" y="1460"/>
                </a:lnTo>
                <a:lnTo>
                  <a:pt x="84668" y="1572"/>
                </a:lnTo>
                <a:lnTo>
                  <a:pt x="84668" y="1572"/>
                </a:lnTo>
                <a:lnTo>
                  <a:pt x="85419" y="1817"/>
                </a:lnTo>
                <a:lnTo>
                  <a:pt x="86110" y="2057"/>
                </a:lnTo>
                <a:lnTo>
                  <a:pt x="86741" y="2291"/>
                </a:lnTo>
                <a:lnTo>
                  <a:pt x="87281" y="2526"/>
                </a:lnTo>
                <a:lnTo>
                  <a:pt x="87792" y="2760"/>
                </a:lnTo>
                <a:lnTo>
                  <a:pt x="88213" y="2990"/>
                </a:lnTo>
                <a:lnTo>
                  <a:pt x="88573" y="3220"/>
                </a:lnTo>
                <a:lnTo>
                  <a:pt x="88873" y="3444"/>
                </a:lnTo>
                <a:lnTo>
                  <a:pt x="89114" y="3663"/>
                </a:lnTo>
                <a:lnTo>
                  <a:pt x="89264" y="3883"/>
                </a:lnTo>
                <a:lnTo>
                  <a:pt x="89384" y="4097"/>
                </a:lnTo>
                <a:lnTo>
                  <a:pt x="89444" y="4311"/>
                </a:lnTo>
                <a:lnTo>
                  <a:pt x="89414" y="4520"/>
                </a:lnTo>
                <a:lnTo>
                  <a:pt x="89354" y="4724"/>
                </a:lnTo>
                <a:lnTo>
                  <a:pt x="89234" y="4928"/>
                </a:lnTo>
                <a:lnTo>
                  <a:pt x="89053" y="5122"/>
                </a:lnTo>
                <a:lnTo>
                  <a:pt x="1" y="5122"/>
                </a:lnTo>
                <a:lnTo>
                  <a:pt x="1" y="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59"/>
          <p:cNvSpPr/>
          <p:nvPr/>
        </p:nvSpPr>
        <p:spPr>
          <a:xfrm flipH="1">
            <a:off x="219843" y="1845955"/>
            <a:ext cx="6064745" cy="2027044"/>
          </a:xfrm>
          <a:custGeom>
            <a:avLst/>
            <a:gdLst/>
            <a:ahLst/>
            <a:cxnLst/>
            <a:rect l="l" t="t" r="r" b="b"/>
            <a:pathLst>
              <a:path w="144167" h="8172" fill="none" extrusionOk="0">
                <a:moveTo>
                  <a:pt x="25920" y="1"/>
                </a:moveTo>
                <a:lnTo>
                  <a:pt x="118427" y="1"/>
                </a:lnTo>
                <a:lnTo>
                  <a:pt x="118427" y="1"/>
                </a:lnTo>
                <a:lnTo>
                  <a:pt x="119748" y="1"/>
                </a:lnTo>
                <a:lnTo>
                  <a:pt x="121100" y="16"/>
                </a:lnTo>
                <a:lnTo>
                  <a:pt x="122422" y="31"/>
                </a:lnTo>
                <a:lnTo>
                  <a:pt x="123713" y="57"/>
                </a:lnTo>
                <a:lnTo>
                  <a:pt x="125035" y="93"/>
                </a:lnTo>
                <a:lnTo>
                  <a:pt x="126296" y="133"/>
                </a:lnTo>
                <a:lnTo>
                  <a:pt x="127557" y="184"/>
                </a:lnTo>
                <a:lnTo>
                  <a:pt x="128759" y="240"/>
                </a:lnTo>
                <a:lnTo>
                  <a:pt x="129960" y="312"/>
                </a:lnTo>
                <a:lnTo>
                  <a:pt x="131102" y="388"/>
                </a:lnTo>
                <a:lnTo>
                  <a:pt x="131642" y="429"/>
                </a:lnTo>
                <a:lnTo>
                  <a:pt x="132183" y="475"/>
                </a:lnTo>
                <a:lnTo>
                  <a:pt x="132723" y="521"/>
                </a:lnTo>
                <a:lnTo>
                  <a:pt x="133234" y="572"/>
                </a:lnTo>
                <a:lnTo>
                  <a:pt x="133715" y="628"/>
                </a:lnTo>
                <a:lnTo>
                  <a:pt x="134225" y="679"/>
                </a:lnTo>
                <a:lnTo>
                  <a:pt x="134676" y="740"/>
                </a:lnTo>
                <a:lnTo>
                  <a:pt x="135126" y="802"/>
                </a:lnTo>
                <a:lnTo>
                  <a:pt x="135577" y="863"/>
                </a:lnTo>
                <a:lnTo>
                  <a:pt x="135997" y="929"/>
                </a:lnTo>
                <a:lnTo>
                  <a:pt x="136388" y="1000"/>
                </a:lnTo>
                <a:lnTo>
                  <a:pt x="136778" y="1072"/>
                </a:lnTo>
                <a:lnTo>
                  <a:pt x="136778" y="1072"/>
                </a:lnTo>
                <a:lnTo>
                  <a:pt x="137499" y="1220"/>
                </a:lnTo>
                <a:lnTo>
                  <a:pt x="138190" y="1373"/>
                </a:lnTo>
                <a:lnTo>
                  <a:pt x="138820" y="1536"/>
                </a:lnTo>
                <a:lnTo>
                  <a:pt x="139451" y="1699"/>
                </a:lnTo>
                <a:lnTo>
                  <a:pt x="140052" y="1873"/>
                </a:lnTo>
                <a:lnTo>
                  <a:pt x="140623" y="2046"/>
                </a:lnTo>
                <a:lnTo>
                  <a:pt x="141133" y="2225"/>
                </a:lnTo>
                <a:lnTo>
                  <a:pt x="141644" y="2408"/>
                </a:lnTo>
                <a:lnTo>
                  <a:pt x="142094" y="2597"/>
                </a:lnTo>
                <a:lnTo>
                  <a:pt x="142485" y="2791"/>
                </a:lnTo>
                <a:lnTo>
                  <a:pt x="142875" y="2980"/>
                </a:lnTo>
                <a:lnTo>
                  <a:pt x="143206" y="3178"/>
                </a:lnTo>
                <a:lnTo>
                  <a:pt x="143476" y="3372"/>
                </a:lnTo>
                <a:lnTo>
                  <a:pt x="143716" y="3576"/>
                </a:lnTo>
                <a:lnTo>
                  <a:pt x="143896" y="3775"/>
                </a:lnTo>
                <a:lnTo>
                  <a:pt x="144046" y="3974"/>
                </a:lnTo>
                <a:lnTo>
                  <a:pt x="144137" y="4178"/>
                </a:lnTo>
                <a:lnTo>
                  <a:pt x="144167" y="4377"/>
                </a:lnTo>
                <a:lnTo>
                  <a:pt x="144167" y="4581"/>
                </a:lnTo>
                <a:lnTo>
                  <a:pt x="144107" y="4780"/>
                </a:lnTo>
                <a:lnTo>
                  <a:pt x="143986" y="4979"/>
                </a:lnTo>
                <a:lnTo>
                  <a:pt x="143806" y="5178"/>
                </a:lnTo>
                <a:lnTo>
                  <a:pt x="143566" y="5372"/>
                </a:lnTo>
                <a:lnTo>
                  <a:pt x="143266" y="5566"/>
                </a:lnTo>
                <a:lnTo>
                  <a:pt x="142905" y="5759"/>
                </a:lnTo>
                <a:lnTo>
                  <a:pt x="142485" y="5948"/>
                </a:lnTo>
                <a:lnTo>
                  <a:pt x="142004" y="6132"/>
                </a:lnTo>
                <a:lnTo>
                  <a:pt x="141433" y="6310"/>
                </a:lnTo>
                <a:lnTo>
                  <a:pt x="140833" y="6489"/>
                </a:lnTo>
                <a:lnTo>
                  <a:pt x="140502" y="6575"/>
                </a:lnTo>
                <a:lnTo>
                  <a:pt x="140142" y="6662"/>
                </a:lnTo>
                <a:lnTo>
                  <a:pt x="139782" y="6744"/>
                </a:lnTo>
                <a:lnTo>
                  <a:pt x="139391" y="6825"/>
                </a:lnTo>
                <a:lnTo>
                  <a:pt x="138971" y="6907"/>
                </a:lnTo>
                <a:lnTo>
                  <a:pt x="138550" y="6989"/>
                </a:lnTo>
                <a:lnTo>
                  <a:pt x="138550" y="6989"/>
                </a:lnTo>
                <a:lnTo>
                  <a:pt x="138220" y="7050"/>
                </a:lnTo>
                <a:lnTo>
                  <a:pt x="137829" y="7111"/>
                </a:lnTo>
                <a:lnTo>
                  <a:pt x="137439" y="7167"/>
                </a:lnTo>
                <a:lnTo>
                  <a:pt x="137018" y="7228"/>
                </a:lnTo>
                <a:lnTo>
                  <a:pt x="136568" y="7284"/>
                </a:lnTo>
                <a:lnTo>
                  <a:pt x="136117" y="7341"/>
                </a:lnTo>
                <a:lnTo>
                  <a:pt x="135126" y="7448"/>
                </a:lnTo>
                <a:lnTo>
                  <a:pt x="134045" y="7550"/>
                </a:lnTo>
                <a:lnTo>
                  <a:pt x="132904" y="7652"/>
                </a:lnTo>
                <a:lnTo>
                  <a:pt x="131702" y="7738"/>
                </a:lnTo>
                <a:lnTo>
                  <a:pt x="130441" y="7825"/>
                </a:lnTo>
                <a:lnTo>
                  <a:pt x="129119" y="7902"/>
                </a:lnTo>
                <a:lnTo>
                  <a:pt x="127738" y="7968"/>
                </a:lnTo>
                <a:lnTo>
                  <a:pt x="126356" y="8029"/>
                </a:lnTo>
                <a:lnTo>
                  <a:pt x="124914" y="8075"/>
                </a:lnTo>
                <a:lnTo>
                  <a:pt x="123443" y="8116"/>
                </a:lnTo>
                <a:lnTo>
                  <a:pt x="121941" y="8146"/>
                </a:lnTo>
                <a:lnTo>
                  <a:pt x="120469" y="8162"/>
                </a:lnTo>
                <a:lnTo>
                  <a:pt x="118937" y="8172"/>
                </a:lnTo>
                <a:lnTo>
                  <a:pt x="118937" y="8172"/>
                </a:lnTo>
                <a:lnTo>
                  <a:pt x="117526" y="8167"/>
                </a:lnTo>
                <a:lnTo>
                  <a:pt x="116114" y="8146"/>
                </a:lnTo>
                <a:lnTo>
                  <a:pt x="25229" y="8146"/>
                </a:lnTo>
                <a:lnTo>
                  <a:pt x="25229" y="8146"/>
                </a:lnTo>
                <a:lnTo>
                  <a:pt x="24478" y="8157"/>
                </a:lnTo>
                <a:lnTo>
                  <a:pt x="23728" y="8167"/>
                </a:lnTo>
                <a:lnTo>
                  <a:pt x="23007" y="8172"/>
                </a:lnTo>
                <a:lnTo>
                  <a:pt x="22256" y="8172"/>
                </a:lnTo>
                <a:lnTo>
                  <a:pt x="22256" y="8172"/>
                </a:lnTo>
                <a:lnTo>
                  <a:pt x="20874" y="8167"/>
                </a:lnTo>
                <a:lnTo>
                  <a:pt x="19493" y="8152"/>
                </a:lnTo>
                <a:lnTo>
                  <a:pt x="18111" y="8121"/>
                </a:lnTo>
                <a:lnTo>
                  <a:pt x="17450" y="8101"/>
                </a:lnTo>
                <a:lnTo>
                  <a:pt x="16790" y="8080"/>
                </a:lnTo>
                <a:lnTo>
                  <a:pt x="16099" y="8055"/>
                </a:lnTo>
                <a:lnTo>
                  <a:pt x="15468" y="8024"/>
                </a:lnTo>
                <a:lnTo>
                  <a:pt x="14807" y="7993"/>
                </a:lnTo>
                <a:lnTo>
                  <a:pt x="14177" y="7963"/>
                </a:lnTo>
                <a:lnTo>
                  <a:pt x="13546" y="7922"/>
                </a:lnTo>
                <a:lnTo>
                  <a:pt x="12915" y="7881"/>
                </a:lnTo>
                <a:lnTo>
                  <a:pt x="12314" y="7840"/>
                </a:lnTo>
                <a:lnTo>
                  <a:pt x="11714" y="7795"/>
                </a:lnTo>
                <a:lnTo>
                  <a:pt x="11113" y="7744"/>
                </a:lnTo>
                <a:lnTo>
                  <a:pt x="10542" y="7687"/>
                </a:lnTo>
                <a:lnTo>
                  <a:pt x="9972" y="7631"/>
                </a:lnTo>
                <a:lnTo>
                  <a:pt x="9431" y="7575"/>
                </a:lnTo>
                <a:lnTo>
                  <a:pt x="8890" y="7509"/>
                </a:lnTo>
                <a:lnTo>
                  <a:pt x="8380" y="7448"/>
                </a:lnTo>
                <a:lnTo>
                  <a:pt x="7869" y="7376"/>
                </a:lnTo>
                <a:lnTo>
                  <a:pt x="7359" y="7305"/>
                </a:lnTo>
                <a:lnTo>
                  <a:pt x="6908" y="7228"/>
                </a:lnTo>
                <a:lnTo>
                  <a:pt x="6428" y="7147"/>
                </a:lnTo>
                <a:lnTo>
                  <a:pt x="6007" y="7065"/>
                </a:lnTo>
                <a:lnTo>
                  <a:pt x="5587" y="6978"/>
                </a:lnTo>
                <a:lnTo>
                  <a:pt x="5166" y="6892"/>
                </a:lnTo>
                <a:lnTo>
                  <a:pt x="4806" y="6800"/>
                </a:lnTo>
                <a:lnTo>
                  <a:pt x="4415" y="6703"/>
                </a:lnTo>
                <a:lnTo>
                  <a:pt x="4085" y="6601"/>
                </a:lnTo>
                <a:lnTo>
                  <a:pt x="4085" y="6601"/>
                </a:lnTo>
                <a:lnTo>
                  <a:pt x="3364" y="6371"/>
                </a:lnTo>
                <a:lnTo>
                  <a:pt x="2703" y="6142"/>
                </a:lnTo>
                <a:lnTo>
                  <a:pt x="2103" y="5918"/>
                </a:lnTo>
                <a:lnTo>
                  <a:pt x="1562" y="5693"/>
                </a:lnTo>
                <a:lnTo>
                  <a:pt x="1081" y="5469"/>
                </a:lnTo>
                <a:lnTo>
                  <a:pt x="661" y="5249"/>
                </a:lnTo>
                <a:lnTo>
                  <a:pt x="300" y="5035"/>
                </a:lnTo>
                <a:lnTo>
                  <a:pt x="0" y="4821"/>
                </a:lnTo>
                <a:lnTo>
                  <a:pt x="0" y="4821"/>
                </a:lnTo>
                <a:lnTo>
                  <a:pt x="811" y="4800"/>
                </a:lnTo>
                <a:lnTo>
                  <a:pt x="1682" y="4770"/>
                </a:lnTo>
                <a:lnTo>
                  <a:pt x="2523" y="4744"/>
                </a:lnTo>
                <a:lnTo>
                  <a:pt x="3394" y="4709"/>
                </a:lnTo>
                <a:lnTo>
                  <a:pt x="4235" y="4668"/>
                </a:lnTo>
                <a:lnTo>
                  <a:pt x="5106" y="4622"/>
                </a:lnTo>
                <a:lnTo>
                  <a:pt x="5947" y="4571"/>
                </a:lnTo>
                <a:lnTo>
                  <a:pt x="6818" y="4510"/>
                </a:lnTo>
                <a:lnTo>
                  <a:pt x="7659" y="4449"/>
                </a:lnTo>
                <a:lnTo>
                  <a:pt x="8470" y="4377"/>
                </a:lnTo>
                <a:lnTo>
                  <a:pt x="9311" y="4301"/>
                </a:lnTo>
                <a:lnTo>
                  <a:pt x="10122" y="4219"/>
                </a:lnTo>
                <a:lnTo>
                  <a:pt x="10903" y="4127"/>
                </a:lnTo>
                <a:lnTo>
                  <a:pt x="11684" y="4030"/>
                </a:lnTo>
                <a:lnTo>
                  <a:pt x="12404" y="3923"/>
                </a:lnTo>
                <a:lnTo>
                  <a:pt x="13155" y="3811"/>
                </a:lnTo>
                <a:lnTo>
                  <a:pt x="13846" y="3694"/>
                </a:lnTo>
                <a:lnTo>
                  <a:pt x="14507" y="3561"/>
                </a:lnTo>
                <a:lnTo>
                  <a:pt x="15138" y="3428"/>
                </a:lnTo>
                <a:lnTo>
                  <a:pt x="15738" y="3280"/>
                </a:lnTo>
                <a:lnTo>
                  <a:pt x="16309" y="3127"/>
                </a:lnTo>
                <a:lnTo>
                  <a:pt x="16820" y="2964"/>
                </a:lnTo>
                <a:lnTo>
                  <a:pt x="17300" y="2791"/>
                </a:lnTo>
                <a:lnTo>
                  <a:pt x="17751" y="2607"/>
                </a:lnTo>
                <a:lnTo>
                  <a:pt x="18141" y="2418"/>
                </a:lnTo>
                <a:lnTo>
                  <a:pt x="18471" y="2214"/>
                </a:lnTo>
                <a:lnTo>
                  <a:pt x="18772" y="2000"/>
                </a:lnTo>
                <a:lnTo>
                  <a:pt x="19012" y="1781"/>
                </a:lnTo>
                <a:lnTo>
                  <a:pt x="19192" y="1546"/>
                </a:lnTo>
                <a:lnTo>
                  <a:pt x="19312" y="1301"/>
                </a:lnTo>
                <a:lnTo>
                  <a:pt x="19373" y="1046"/>
                </a:lnTo>
                <a:lnTo>
                  <a:pt x="19373" y="781"/>
                </a:lnTo>
                <a:lnTo>
                  <a:pt x="19373" y="781"/>
                </a:lnTo>
                <a:lnTo>
                  <a:pt x="19312" y="603"/>
                </a:lnTo>
                <a:lnTo>
                  <a:pt x="19252" y="424"/>
                </a:lnTo>
                <a:lnTo>
                  <a:pt x="19162" y="256"/>
                </a:lnTo>
                <a:lnTo>
                  <a:pt x="19072" y="93"/>
                </a:lnTo>
                <a:lnTo>
                  <a:pt x="19072" y="93"/>
                </a:lnTo>
                <a:lnTo>
                  <a:pt x="20754" y="52"/>
                </a:lnTo>
                <a:lnTo>
                  <a:pt x="22466" y="21"/>
                </a:lnTo>
                <a:lnTo>
                  <a:pt x="24178" y="6"/>
                </a:lnTo>
                <a:lnTo>
                  <a:pt x="2592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59"/>
          <p:cNvSpPr/>
          <p:nvPr/>
        </p:nvSpPr>
        <p:spPr>
          <a:xfrm flipH="1">
            <a:off x="5482285" y="1033845"/>
            <a:ext cx="1936998" cy="2018114"/>
          </a:xfrm>
          <a:custGeom>
            <a:avLst/>
            <a:gdLst/>
            <a:ahLst/>
            <a:cxnLst/>
            <a:rect l="l" t="t" r="r" b="b"/>
            <a:pathLst>
              <a:path w="46045" h="8136" fill="none" extrusionOk="0">
                <a:moveTo>
                  <a:pt x="22737" y="0"/>
                </a:moveTo>
                <a:lnTo>
                  <a:pt x="22737" y="0"/>
                </a:lnTo>
                <a:lnTo>
                  <a:pt x="24149" y="5"/>
                </a:lnTo>
                <a:lnTo>
                  <a:pt x="24900" y="10"/>
                </a:lnTo>
                <a:lnTo>
                  <a:pt x="25681" y="21"/>
                </a:lnTo>
                <a:lnTo>
                  <a:pt x="26492" y="31"/>
                </a:lnTo>
                <a:lnTo>
                  <a:pt x="27333" y="51"/>
                </a:lnTo>
                <a:lnTo>
                  <a:pt x="28204" y="72"/>
                </a:lnTo>
                <a:lnTo>
                  <a:pt x="29075" y="97"/>
                </a:lnTo>
                <a:lnTo>
                  <a:pt x="29946" y="133"/>
                </a:lnTo>
                <a:lnTo>
                  <a:pt x="30847" y="168"/>
                </a:lnTo>
                <a:lnTo>
                  <a:pt x="31748" y="214"/>
                </a:lnTo>
                <a:lnTo>
                  <a:pt x="32649" y="265"/>
                </a:lnTo>
                <a:lnTo>
                  <a:pt x="33550" y="321"/>
                </a:lnTo>
                <a:lnTo>
                  <a:pt x="34451" y="388"/>
                </a:lnTo>
                <a:lnTo>
                  <a:pt x="35352" y="464"/>
                </a:lnTo>
                <a:lnTo>
                  <a:pt x="36223" y="546"/>
                </a:lnTo>
                <a:lnTo>
                  <a:pt x="37094" y="638"/>
                </a:lnTo>
                <a:lnTo>
                  <a:pt x="37935" y="740"/>
                </a:lnTo>
                <a:lnTo>
                  <a:pt x="38776" y="847"/>
                </a:lnTo>
                <a:lnTo>
                  <a:pt x="39557" y="969"/>
                </a:lnTo>
                <a:lnTo>
                  <a:pt x="40338" y="1102"/>
                </a:lnTo>
                <a:lnTo>
                  <a:pt x="41088" y="1240"/>
                </a:lnTo>
                <a:lnTo>
                  <a:pt x="41809" y="1398"/>
                </a:lnTo>
                <a:lnTo>
                  <a:pt x="42140" y="1474"/>
                </a:lnTo>
                <a:lnTo>
                  <a:pt x="42470" y="1561"/>
                </a:lnTo>
                <a:lnTo>
                  <a:pt x="42770" y="1648"/>
                </a:lnTo>
                <a:lnTo>
                  <a:pt x="43101" y="1739"/>
                </a:lnTo>
                <a:lnTo>
                  <a:pt x="43401" y="1831"/>
                </a:lnTo>
                <a:lnTo>
                  <a:pt x="43671" y="1928"/>
                </a:lnTo>
                <a:lnTo>
                  <a:pt x="43942" y="2030"/>
                </a:lnTo>
                <a:lnTo>
                  <a:pt x="44212" y="2132"/>
                </a:lnTo>
                <a:lnTo>
                  <a:pt x="44452" y="2239"/>
                </a:lnTo>
                <a:lnTo>
                  <a:pt x="44693" y="2352"/>
                </a:lnTo>
                <a:lnTo>
                  <a:pt x="44903" y="2464"/>
                </a:lnTo>
                <a:lnTo>
                  <a:pt x="45113" y="2581"/>
                </a:lnTo>
                <a:lnTo>
                  <a:pt x="45323" y="2703"/>
                </a:lnTo>
                <a:lnTo>
                  <a:pt x="45504" y="2826"/>
                </a:lnTo>
                <a:lnTo>
                  <a:pt x="45654" y="2959"/>
                </a:lnTo>
                <a:lnTo>
                  <a:pt x="45804" y="3091"/>
                </a:lnTo>
                <a:lnTo>
                  <a:pt x="45924" y="3224"/>
                </a:lnTo>
                <a:lnTo>
                  <a:pt x="46044" y="3367"/>
                </a:lnTo>
                <a:lnTo>
                  <a:pt x="46044" y="3367"/>
                </a:lnTo>
                <a:lnTo>
                  <a:pt x="45083" y="3392"/>
                </a:lnTo>
                <a:lnTo>
                  <a:pt x="44122" y="3423"/>
                </a:lnTo>
                <a:lnTo>
                  <a:pt x="43191" y="3458"/>
                </a:lnTo>
                <a:lnTo>
                  <a:pt x="42260" y="3499"/>
                </a:lnTo>
                <a:lnTo>
                  <a:pt x="41389" y="3540"/>
                </a:lnTo>
                <a:lnTo>
                  <a:pt x="40518" y="3581"/>
                </a:lnTo>
                <a:lnTo>
                  <a:pt x="39677" y="3632"/>
                </a:lnTo>
                <a:lnTo>
                  <a:pt x="38866" y="3678"/>
                </a:lnTo>
                <a:lnTo>
                  <a:pt x="38085" y="3734"/>
                </a:lnTo>
                <a:lnTo>
                  <a:pt x="37364" y="3790"/>
                </a:lnTo>
                <a:lnTo>
                  <a:pt x="36643" y="3846"/>
                </a:lnTo>
                <a:lnTo>
                  <a:pt x="35983" y="3907"/>
                </a:lnTo>
                <a:lnTo>
                  <a:pt x="35382" y="3974"/>
                </a:lnTo>
                <a:lnTo>
                  <a:pt x="34781" y="4035"/>
                </a:lnTo>
                <a:lnTo>
                  <a:pt x="34271" y="4106"/>
                </a:lnTo>
                <a:lnTo>
                  <a:pt x="33760" y="4172"/>
                </a:lnTo>
                <a:lnTo>
                  <a:pt x="33760" y="4172"/>
                </a:lnTo>
                <a:lnTo>
                  <a:pt x="33189" y="4264"/>
                </a:lnTo>
                <a:lnTo>
                  <a:pt x="32649" y="4361"/>
                </a:lnTo>
                <a:lnTo>
                  <a:pt x="32138" y="4453"/>
                </a:lnTo>
                <a:lnTo>
                  <a:pt x="31628" y="4555"/>
                </a:lnTo>
                <a:lnTo>
                  <a:pt x="31147" y="4652"/>
                </a:lnTo>
                <a:lnTo>
                  <a:pt x="30666" y="4754"/>
                </a:lnTo>
                <a:lnTo>
                  <a:pt x="30216" y="4861"/>
                </a:lnTo>
                <a:lnTo>
                  <a:pt x="29795" y="4968"/>
                </a:lnTo>
                <a:lnTo>
                  <a:pt x="29405" y="5075"/>
                </a:lnTo>
                <a:lnTo>
                  <a:pt x="29045" y="5187"/>
                </a:lnTo>
                <a:lnTo>
                  <a:pt x="28684" y="5300"/>
                </a:lnTo>
                <a:lnTo>
                  <a:pt x="28354" y="5417"/>
                </a:lnTo>
                <a:lnTo>
                  <a:pt x="28053" y="5534"/>
                </a:lnTo>
                <a:lnTo>
                  <a:pt x="27783" y="5652"/>
                </a:lnTo>
                <a:lnTo>
                  <a:pt x="27513" y="5774"/>
                </a:lnTo>
                <a:lnTo>
                  <a:pt x="27272" y="5896"/>
                </a:lnTo>
                <a:lnTo>
                  <a:pt x="27062" y="6019"/>
                </a:lnTo>
                <a:lnTo>
                  <a:pt x="26882" y="6146"/>
                </a:lnTo>
                <a:lnTo>
                  <a:pt x="26702" y="6279"/>
                </a:lnTo>
                <a:lnTo>
                  <a:pt x="26582" y="6407"/>
                </a:lnTo>
                <a:lnTo>
                  <a:pt x="26462" y="6539"/>
                </a:lnTo>
                <a:lnTo>
                  <a:pt x="26371" y="6672"/>
                </a:lnTo>
                <a:lnTo>
                  <a:pt x="26311" y="6810"/>
                </a:lnTo>
                <a:lnTo>
                  <a:pt x="26281" y="6942"/>
                </a:lnTo>
                <a:lnTo>
                  <a:pt x="26281" y="7085"/>
                </a:lnTo>
                <a:lnTo>
                  <a:pt x="26281" y="7223"/>
                </a:lnTo>
                <a:lnTo>
                  <a:pt x="26341" y="7365"/>
                </a:lnTo>
                <a:lnTo>
                  <a:pt x="26401" y="7508"/>
                </a:lnTo>
                <a:lnTo>
                  <a:pt x="26492" y="7651"/>
                </a:lnTo>
                <a:lnTo>
                  <a:pt x="26642" y="7799"/>
                </a:lnTo>
                <a:lnTo>
                  <a:pt x="26792" y="7947"/>
                </a:lnTo>
                <a:lnTo>
                  <a:pt x="26972" y="8095"/>
                </a:lnTo>
                <a:lnTo>
                  <a:pt x="26972" y="8095"/>
                </a:lnTo>
                <a:lnTo>
                  <a:pt x="25921" y="8115"/>
                </a:lnTo>
                <a:lnTo>
                  <a:pt x="24900" y="8125"/>
                </a:lnTo>
                <a:lnTo>
                  <a:pt x="23939" y="8136"/>
                </a:lnTo>
                <a:lnTo>
                  <a:pt x="22978" y="8136"/>
                </a:lnTo>
                <a:lnTo>
                  <a:pt x="22978" y="8136"/>
                </a:lnTo>
                <a:lnTo>
                  <a:pt x="22197" y="8136"/>
                </a:lnTo>
                <a:lnTo>
                  <a:pt x="21476" y="8131"/>
                </a:lnTo>
                <a:lnTo>
                  <a:pt x="20755" y="8125"/>
                </a:lnTo>
                <a:lnTo>
                  <a:pt x="20094" y="8110"/>
                </a:lnTo>
                <a:lnTo>
                  <a:pt x="20094" y="8110"/>
                </a:lnTo>
                <a:lnTo>
                  <a:pt x="18472" y="8080"/>
                </a:lnTo>
                <a:lnTo>
                  <a:pt x="17661" y="8059"/>
                </a:lnTo>
                <a:lnTo>
                  <a:pt x="16820" y="8034"/>
                </a:lnTo>
                <a:lnTo>
                  <a:pt x="15979" y="8008"/>
                </a:lnTo>
                <a:lnTo>
                  <a:pt x="15138" y="7972"/>
                </a:lnTo>
                <a:lnTo>
                  <a:pt x="14298" y="7937"/>
                </a:lnTo>
                <a:lnTo>
                  <a:pt x="13457" y="7896"/>
                </a:lnTo>
                <a:lnTo>
                  <a:pt x="12646" y="7850"/>
                </a:lnTo>
                <a:lnTo>
                  <a:pt x="11805" y="7799"/>
                </a:lnTo>
                <a:lnTo>
                  <a:pt x="10994" y="7743"/>
                </a:lnTo>
                <a:lnTo>
                  <a:pt x="10183" y="7677"/>
                </a:lnTo>
                <a:lnTo>
                  <a:pt x="9372" y="7605"/>
                </a:lnTo>
                <a:lnTo>
                  <a:pt x="8621" y="7524"/>
                </a:lnTo>
                <a:lnTo>
                  <a:pt x="7840" y="7437"/>
                </a:lnTo>
                <a:lnTo>
                  <a:pt x="7119" y="7340"/>
                </a:lnTo>
                <a:lnTo>
                  <a:pt x="6398" y="7233"/>
                </a:lnTo>
                <a:lnTo>
                  <a:pt x="5708" y="7121"/>
                </a:lnTo>
                <a:lnTo>
                  <a:pt x="5047" y="6998"/>
                </a:lnTo>
                <a:lnTo>
                  <a:pt x="4416" y="6861"/>
                </a:lnTo>
                <a:lnTo>
                  <a:pt x="3815" y="6718"/>
                </a:lnTo>
                <a:lnTo>
                  <a:pt x="3245" y="6560"/>
                </a:lnTo>
                <a:lnTo>
                  <a:pt x="2704" y="6391"/>
                </a:lnTo>
                <a:lnTo>
                  <a:pt x="2224" y="6213"/>
                </a:lnTo>
                <a:lnTo>
                  <a:pt x="1773" y="6019"/>
                </a:lnTo>
                <a:lnTo>
                  <a:pt x="1353" y="5815"/>
                </a:lnTo>
                <a:lnTo>
                  <a:pt x="1022" y="5601"/>
                </a:lnTo>
                <a:lnTo>
                  <a:pt x="692" y="5366"/>
                </a:lnTo>
                <a:lnTo>
                  <a:pt x="452" y="5121"/>
                </a:lnTo>
                <a:lnTo>
                  <a:pt x="241" y="4861"/>
                </a:lnTo>
                <a:lnTo>
                  <a:pt x="91" y="4586"/>
                </a:lnTo>
                <a:lnTo>
                  <a:pt x="1" y="4295"/>
                </a:lnTo>
                <a:lnTo>
                  <a:pt x="1" y="4295"/>
                </a:lnTo>
                <a:lnTo>
                  <a:pt x="1" y="4147"/>
                </a:lnTo>
                <a:lnTo>
                  <a:pt x="1" y="3999"/>
                </a:lnTo>
                <a:lnTo>
                  <a:pt x="31" y="3861"/>
                </a:lnTo>
                <a:lnTo>
                  <a:pt x="61" y="3719"/>
                </a:lnTo>
                <a:lnTo>
                  <a:pt x="121" y="3586"/>
                </a:lnTo>
                <a:lnTo>
                  <a:pt x="211" y="3453"/>
                </a:lnTo>
                <a:lnTo>
                  <a:pt x="331" y="3321"/>
                </a:lnTo>
                <a:lnTo>
                  <a:pt x="452" y="3193"/>
                </a:lnTo>
                <a:lnTo>
                  <a:pt x="602" y="3071"/>
                </a:lnTo>
                <a:lnTo>
                  <a:pt x="782" y="2948"/>
                </a:lnTo>
                <a:lnTo>
                  <a:pt x="962" y="2831"/>
                </a:lnTo>
                <a:lnTo>
                  <a:pt x="1142" y="2714"/>
                </a:lnTo>
                <a:lnTo>
                  <a:pt x="1353" y="2601"/>
                </a:lnTo>
                <a:lnTo>
                  <a:pt x="1593" y="2494"/>
                </a:lnTo>
                <a:lnTo>
                  <a:pt x="1833" y="2382"/>
                </a:lnTo>
                <a:lnTo>
                  <a:pt x="2103" y="2280"/>
                </a:lnTo>
                <a:lnTo>
                  <a:pt x="2374" y="2178"/>
                </a:lnTo>
                <a:lnTo>
                  <a:pt x="2674" y="2081"/>
                </a:lnTo>
                <a:lnTo>
                  <a:pt x="2974" y="1984"/>
                </a:lnTo>
                <a:lnTo>
                  <a:pt x="3275" y="1887"/>
                </a:lnTo>
                <a:lnTo>
                  <a:pt x="3605" y="1796"/>
                </a:lnTo>
                <a:lnTo>
                  <a:pt x="3966" y="1709"/>
                </a:lnTo>
                <a:lnTo>
                  <a:pt x="4686" y="1535"/>
                </a:lnTo>
                <a:lnTo>
                  <a:pt x="5437" y="1377"/>
                </a:lnTo>
                <a:lnTo>
                  <a:pt x="6218" y="1229"/>
                </a:lnTo>
                <a:lnTo>
                  <a:pt x="7059" y="1087"/>
                </a:lnTo>
                <a:lnTo>
                  <a:pt x="7930" y="959"/>
                </a:lnTo>
                <a:lnTo>
                  <a:pt x="8801" y="837"/>
                </a:lnTo>
                <a:lnTo>
                  <a:pt x="9702" y="724"/>
                </a:lnTo>
                <a:lnTo>
                  <a:pt x="10633" y="617"/>
                </a:lnTo>
                <a:lnTo>
                  <a:pt x="11564" y="525"/>
                </a:lnTo>
                <a:lnTo>
                  <a:pt x="12495" y="439"/>
                </a:lnTo>
                <a:lnTo>
                  <a:pt x="13457" y="362"/>
                </a:lnTo>
                <a:lnTo>
                  <a:pt x="14418" y="291"/>
                </a:lnTo>
                <a:lnTo>
                  <a:pt x="15349" y="230"/>
                </a:lnTo>
                <a:lnTo>
                  <a:pt x="16280" y="174"/>
                </a:lnTo>
                <a:lnTo>
                  <a:pt x="17211" y="128"/>
                </a:lnTo>
                <a:lnTo>
                  <a:pt x="18142" y="92"/>
                </a:lnTo>
                <a:lnTo>
                  <a:pt x="19013" y="56"/>
                </a:lnTo>
                <a:lnTo>
                  <a:pt x="19884" y="31"/>
                </a:lnTo>
                <a:lnTo>
                  <a:pt x="20725" y="15"/>
                </a:lnTo>
                <a:lnTo>
                  <a:pt x="21536" y="5"/>
                </a:lnTo>
                <a:lnTo>
                  <a:pt x="22317" y="0"/>
                </a:lnTo>
                <a:lnTo>
                  <a:pt x="22317" y="0"/>
                </a:lnTo>
                <a:lnTo>
                  <a:pt x="2273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59"/>
          <p:cNvSpPr/>
          <p:nvPr/>
        </p:nvSpPr>
        <p:spPr>
          <a:xfrm flipH="1">
            <a:off x="5469616" y="1868776"/>
            <a:ext cx="844042" cy="1173017"/>
          </a:xfrm>
          <a:custGeom>
            <a:avLst/>
            <a:gdLst/>
            <a:ahLst/>
            <a:cxnLst/>
            <a:rect l="l" t="t" r="r" b="b"/>
            <a:pathLst>
              <a:path w="20064" h="4729" fill="none" extrusionOk="0">
                <a:moveTo>
                  <a:pt x="19763" y="1"/>
                </a:moveTo>
                <a:lnTo>
                  <a:pt x="19763" y="1"/>
                </a:lnTo>
                <a:lnTo>
                  <a:pt x="19853" y="164"/>
                </a:lnTo>
                <a:lnTo>
                  <a:pt x="19943" y="332"/>
                </a:lnTo>
                <a:lnTo>
                  <a:pt x="20003" y="511"/>
                </a:lnTo>
                <a:lnTo>
                  <a:pt x="20064" y="689"/>
                </a:lnTo>
                <a:lnTo>
                  <a:pt x="20064" y="689"/>
                </a:lnTo>
                <a:lnTo>
                  <a:pt x="20064" y="954"/>
                </a:lnTo>
                <a:lnTo>
                  <a:pt x="20003" y="1209"/>
                </a:lnTo>
                <a:lnTo>
                  <a:pt x="19883" y="1454"/>
                </a:lnTo>
                <a:lnTo>
                  <a:pt x="19703" y="1689"/>
                </a:lnTo>
                <a:lnTo>
                  <a:pt x="19463" y="1908"/>
                </a:lnTo>
                <a:lnTo>
                  <a:pt x="19162" y="2122"/>
                </a:lnTo>
                <a:lnTo>
                  <a:pt x="18832" y="2326"/>
                </a:lnTo>
                <a:lnTo>
                  <a:pt x="18442" y="2515"/>
                </a:lnTo>
                <a:lnTo>
                  <a:pt x="17991" y="2699"/>
                </a:lnTo>
                <a:lnTo>
                  <a:pt x="17511" y="2872"/>
                </a:lnTo>
                <a:lnTo>
                  <a:pt x="17000" y="3035"/>
                </a:lnTo>
                <a:lnTo>
                  <a:pt x="16429" y="3188"/>
                </a:lnTo>
                <a:lnTo>
                  <a:pt x="15829" y="3336"/>
                </a:lnTo>
                <a:lnTo>
                  <a:pt x="15198" y="3469"/>
                </a:lnTo>
                <a:lnTo>
                  <a:pt x="14537" y="3602"/>
                </a:lnTo>
                <a:lnTo>
                  <a:pt x="13846" y="3719"/>
                </a:lnTo>
                <a:lnTo>
                  <a:pt x="13095" y="3831"/>
                </a:lnTo>
                <a:lnTo>
                  <a:pt x="12375" y="3938"/>
                </a:lnTo>
                <a:lnTo>
                  <a:pt x="11594" y="4035"/>
                </a:lnTo>
                <a:lnTo>
                  <a:pt x="10813" y="4127"/>
                </a:lnTo>
                <a:lnTo>
                  <a:pt x="10002" y="4209"/>
                </a:lnTo>
                <a:lnTo>
                  <a:pt x="9161" y="4285"/>
                </a:lnTo>
                <a:lnTo>
                  <a:pt x="8350" y="4357"/>
                </a:lnTo>
                <a:lnTo>
                  <a:pt x="7509" y="4418"/>
                </a:lnTo>
                <a:lnTo>
                  <a:pt x="6638" y="4479"/>
                </a:lnTo>
                <a:lnTo>
                  <a:pt x="5797" y="4530"/>
                </a:lnTo>
                <a:lnTo>
                  <a:pt x="4926" y="4576"/>
                </a:lnTo>
                <a:lnTo>
                  <a:pt x="4085" y="4617"/>
                </a:lnTo>
                <a:lnTo>
                  <a:pt x="3214" y="4652"/>
                </a:lnTo>
                <a:lnTo>
                  <a:pt x="2373" y="4678"/>
                </a:lnTo>
                <a:lnTo>
                  <a:pt x="1502" y="4708"/>
                </a:lnTo>
                <a:lnTo>
                  <a:pt x="691" y="4729"/>
                </a:lnTo>
                <a:lnTo>
                  <a:pt x="691" y="4729"/>
                </a:lnTo>
                <a:lnTo>
                  <a:pt x="511" y="4581"/>
                </a:lnTo>
                <a:lnTo>
                  <a:pt x="361" y="4433"/>
                </a:lnTo>
                <a:lnTo>
                  <a:pt x="211" y="4285"/>
                </a:lnTo>
                <a:lnTo>
                  <a:pt x="120" y="4142"/>
                </a:lnTo>
                <a:lnTo>
                  <a:pt x="60" y="3999"/>
                </a:lnTo>
                <a:lnTo>
                  <a:pt x="0" y="3857"/>
                </a:lnTo>
                <a:lnTo>
                  <a:pt x="0" y="3719"/>
                </a:lnTo>
                <a:lnTo>
                  <a:pt x="0" y="3576"/>
                </a:lnTo>
                <a:lnTo>
                  <a:pt x="30" y="3444"/>
                </a:lnTo>
                <a:lnTo>
                  <a:pt x="90" y="3306"/>
                </a:lnTo>
                <a:lnTo>
                  <a:pt x="181" y="3173"/>
                </a:lnTo>
                <a:lnTo>
                  <a:pt x="301" y="3041"/>
                </a:lnTo>
                <a:lnTo>
                  <a:pt x="421" y="2913"/>
                </a:lnTo>
                <a:lnTo>
                  <a:pt x="601" y="2780"/>
                </a:lnTo>
                <a:lnTo>
                  <a:pt x="781" y="2653"/>
                </a:lnTo>
                <a:lnTo>
                  <a:pt x="991" y="2530"/>
                </a:lnTo>
                <a:lnTo>
                  <a:pt x="1232" y="2408"/>
                </a:lnTo>
                <a:lnTo>
                  <a:pt x="1502" y="2286"/>
                </a:lnTo>
                <a:lnTo>
                  <a:pt x="1772" y="2168"/>
                </a:lnTo>
                <a:lnTo>
                  <a:pt x="2073" y="2051"/>
                </a:lnTo>
                <a:lnTo>
                  <a:pt x="2403" y="1934"/>
                </a:lnTo>
                <a:lnTo>
                  <a:pt x="2764" y="1821"/>
                </a:lnTo>
                <a:lnTo>
                  <a:pt x="3124" y="1709"/>
                </a:lnTo>
                <a:lnTo>
                  <a:pt x="3514" y="1602"/>
                </a:lnTo>
                <a:lnTo>
                  <a:pt x="3935" y="1495"/>
                </a:lnTo>
                <a:lnTo>
                  <a:pt x="4385" y="1388"/>
                </a:lnTo>
                <a:lnTo>
                  <a:pt x="4866" y="1286"/>
                </a:lnTo>
                <a:lnTo>
                  <a:pt x="5347" y="1189"/>
                </a:lnTo>
                <a:lnTo>
                  <a:pt x="5857" y="1087"/>
                </a:lnTo>
                <a:lnTo>
                  <a:pt x="6368" y="995"/>
                </a:lnTo>
                <a:lnTo>
                  <a:pt x="6908" y="898"/>
                </a:lnTo>
                <a:lnTo>
                  <a:pt x="7479" y="806"/>
                </a:lnTo>
                <a:lnTo>
                  <a:pt x="7479" y="806"/>
                </a:lnTo>
                <a:lnTo>
                  <a:pt x="7990" y="740"/>
                </a:lnTo>
                <a:lnTo>
                  <a:pt x="8500" y="669"/>
                </a:lnTo>
                <a:lnTo>
                  <a:pt x="9101" y="608"/>
                </a:lnTo>
                <a:lnTo>
                  <a:pt x="9702" y="541"/>
                </a:lnTo>
                <a:lnTo>
                  <a:pt x="10362" y="480"/>
                </a:lnTo>
                <a:lnTo>
                  <a:pt x="11083" y="424"/>
                </a:lnTo>
                <a:lnTo>
                  <a:pt x="11804" y="368"/>
                </a:lnTo>
                <a:lnTo>
                  <a:pt x="12585" y="312"/>
                </a:lnTo>
                <a:lnTo>
                  <a:pt x="13396" y="266"/>
                </a:lnTo>
                <a:lnTo>
                  <a:pt x="14237" y="215"/>
                </a:lnTo>
                <a:lnTo>
                  <a:pt x="15108" y="174"/>
                </a:lnTo>
                <a:lnTo>
                  <a:pt x="15979" y="133"/>
                </a:lnTo>
                <a:lnTo>
                  <a:pt x="16910" y="92"/>
                </a:lnTo>
                <a:lnTo>
                  <a:pt x="17841" y="57"/>
                </a:lnTo>
                <a:lnTo>
                  <a:pt x="18802" y="26"/>
                </a:lnTo>
                <a:lnTo>
                  <a:pt x="1976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59"/>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Purple - Section Cover 1">
  <p:cSld name="CUSTOM_2_1_2">
    <p:bg>
      <p:bgPr>
        <a:solidFill>
          <a:srgbClr val="8B2880"/>
        </a:solidFill>
        <a:effectLst/>
      </p:bgPr>
    </p:bg>
    <p:spTree>
      <p:nvGrpSpPr>
        <p:cNvPr id="1" name="Shape 1148"/>
        <p:cNvGrpSpPr/>
        <p:nvPr/>
      </p:nvGrpSpPr>
      <p:grpSpPr>
        <a:xfrm>
          <a:off x="0" y="0"/>
          <a:ext cx="0" cy="0"/>
          <a:chOff x="0" y="0"/>
          <a:chExt cx="0" cy="0"/>
        </a:xfrm>
      </p:grpSpPr>
      <p:grpSp>
        <p:nvGrpSpPr>
          <p:cNvPr id="1149" name="Google Shape;1149;p60"/>
          <p:cNvGrpSpPr/>
          <p:nvPr/>
        </p:nvGrpSpPr>
        <p:grpSpPr>
          <a:xfrm>
            <a:off x="-3" y="-4107"/>
            <a:ext cx="9143940" cy="5150684"/>
            <a:chOff x="104182" y="-1329825"/>
            <a:chExt cx="7139798" cy="4021773"/>
          </a:xfrm>
        </p:grpSpPr>
        <p:sp>
          <p:nvSpPr>
            <p:cNvPr id="1150" name="Google Shape;1150;p60"/>
            <p:cNvSpPr/>
            <p:nvPr/>
          </p:nvSpPr>
          <p:spPr>
            <a:xfrm flipH="1">
              <a:off x="104182" y="-1329825"/>
              <a:ext cx="7139798" cy="4021765"/>
            </a:xfrm>
            <a:custGeom>
              <a:avLst/>
              <a:gdLst/>
              <a:ahLst/>
              <a:cxnLst/>
              <a:rect l="l" t="t" r="r" b="b"/>
              <a:pathLst>
                <a:path w="217362" h="20765" extrusionOk="0">
                  <a:moveTo>
                    <a:pt x="1" y="0"/>
                  </a:moveTo>
                  <a:lnTo>
                    <a:pt x="1" y="15669"/>
                  </a:lnTo>
                  <a:lnTo>
                    <a:pt x="63524" y="15669"/>
                  </a:lnTo>
                  <a:lnTo>
                    <a:pt x="64305" y="15659"/>
                  </a:lnTo>
                  <a:lnTo>
                    <a:pt x="65116" y="15649"/>
                  </a:lnTo>
                  <a:lnTo>
                    <a:pt x="65897" y="15644"/>
                  </a:lnTo>
                  <a:lnTo>
                    <a:pt x="67489" y="15644"/>
                  </a:lnTo>
                  <a:lnTo>
                    <a:pt x="68269" y="15654"/>
                  </a:lnTo>
                  <a:lnTo>
                    <a:pt x="69050" y="15664"/>
                  </a:lnTo>
                  <a:lnTo>
                    <a:pt x="69831" y="15674"/>
                  </a:lnTo>
                  <a:lnTo>
                    <a:pt x="70582" y="15695"/>
                  </a:lnTo>
                  <a:lnTo>
                    <a:pt x="71363" y="15715"/>
                  </a:lnTo>
                  <a:lnTo>
                    <a:pt x="72114" y="15741"/>
                  </a:lnTo>
                  <a:lnTo>
                    <a:pt x="72865" y="15771"/>
                  </a:lnTo>
                  <a:lnTo>
                    <a:pt x="73586" y="15802"/>
                  </a:lnTo>
                  <a:lnTo>
                    <a:pt x="74336" y="15843"/>
                  </a:lnTo>
                  <a:lnTo>
                    <a:pt x="75057" y="15883"/>
                  </a:lnTo>
                  <a:lnTo>
                    <a:pt x="75748" y="15929"/>
                  </a:lnTo>
                  <a:lnTo>
                    <a:pt x="76439" y="15975"/>
                  </a:lnTo>
                  <a:lnTo>
                    <a:pt x="77130" y="16031"/>
                  </a:lnTo>
                  <a:lnTo>
                    <a:pt x="77790" y="16087"/>
                  </a:lnTo>
                  <a:lnTo>
                    <a:pt x="78421" y="16149"/>
                  </a:lnTo>
                  <a:lnTo>
                    <a:pt x="79082" y="16215"/>
                  </a:lnTo>
                  <a:lnTo>
                    <a:pt x="79683" y="16286"/>
                  </a:lnTo>
                  <a:lnTo>
                    <a:pt x="80283" y="16358"/>
                  </a:lnTo>
                  <a:lnTo>
                    <a:pt x="80854" y="16434"/>
                  </a:lnTo>
                  <a:lnTo>
                    <a:pt x="81425" y="16516"/>
                  </a:lnTo>
                  <a:lnTo>
                    <a:pt x="81935" y="16603"/>
                  </a:lnTo>
                  <a:lnTo>
                    <a:pt x="82446" y="16694"/>
                  </a:lnTo>
                  <a:lnTo>
                    <a:pt x="82956" y="16791"/>
                  </a:lnTo>
                  <a:lnTo>
                    <a:pt x="83407" y="16888"/>
                  </a:lnTo>
                  <a:lnTo>
                    <a:pt x="83857" y="16995"/>
                  </a:lnTo>
                  <a:lnTo>
                    <a:pt x="84278" y="17103"/>
                  </a:lnTo>
                  <a:lnTo>
                    <a:pt x="84668" y="17215"/>
                  </a:lnTo>
                  <a:lnTo>
                    <a:pt x="85419" y="17454"/>
                  </a:lnTo>
                  <a:lnTo>
                    <a:pt x="86110" y="17694"/>
                  </a:lnTo>
                  <a:lnTo>
                    <a:pt x="86741" y="17934"/>
                  </a:lnTo>
                  <a:lnTo>
                    <a:pt x="87281" y="18169"/>
                  </a:lnTo>
                  <a:lnTo>
                    <a:pt x="87792" y="18403"/>
                  </a:lnTo>
                  <a:lnTo>
                    <a:pt x="88213" y="18633"/>
                  </a:lnTo>
                  <a:lnTo>
                    <a:pt x="88573" y="18862"/>
                  </a:lnTo>
                  <a:lnTo>
                    <a:pt x="88873" y="19087"/>
                  </a:lnTo>
                  <a:lnTo>
                    <a:pt x="89114" y="19306"/>
                  </a:lnTo>
                  <a:lnTo>
                    <a:pt x="89264" y="19525"/>
                  </a:lnTo>
                  <a:lnTo>
                    <a:pt x="89384" y="19740"/>
                  </a:lnTo>
                  <a:lnTo>
                    <a:pt x="89444" y="19954"/>
                  </a:lnTo>
                  <a:lnTo>
                    <a:pt x="89414" y="20163"/>
                  </a:lnTo>
                  <a:lnTo>
                    <a:pt x="89354" y="20367"/>
                  </a:lnTo>
                  <a:lnTo>
                    <a:pt x="89234" y="20566"/>
                  </a:lnTo>
                  <a:lnTo>
                    <a:pt x="89053" y="20765"/>
                  </a:lnTo>
                  <a:lnTo>
                    <a:pt x="217362" y="20765"/>
                  </a:lnTo>
                  <a:lnTo>
                    <a:pt x="217362" y="0"/>
                  </a:lnTo>
                  <a:close/>
                </a:path>
              </a:pathLst>
            </a:custGeom>
            <a:solidFill>
              <a:srgbClr val="8B29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60"/>
            <p:cNvSpPr/>
            <p:nvPr/>
          </p:nvSpPr>
          <p:spPr>
            <a:xfrm flipH="1">
              <a:off x="104182" y="-1329825"/>
              <a:ext cx="7139798" cy="4021765"/>
            </a:xfrm>
            <a:custGeom>
              <a:avLst/>
              <a:gdLst/>
              <a:ahLst/>
              <a:cxnLst/>
              <a:rect l="l" t="t" r="r" b="b"/>
              <a:pathLst>
                <a:path w="217362" h="20765" fill="none" extrusionOk="0">
                  <a:moveTo>
                    <a:pt x="84668" y="17215"/>
                  </a:moveTo>
                  <a:lnTo>
                    <a:pt x="84668" y="17215"/>
                  </a:lnTo>
                  <a:lnTo>
                    <a:pt x="84278" y="17103"/>
                  </a:lnTo>
                  <a:lnTo>
                    <a:pt x="83857" y="16995"/>
                  </a:lnTo>
                  <a:lnTo>
                    <a:pt x="83407" y="16888"/>
                  </a:lnTo>
                  <a:lnTo>
                    <a:pt x="82956" y="16791"/>
                  </a:lnTo>
                  <a:lnTo>
                    <a:pt x="82446" y="16694"/>
                  </a:lnTo>
                  <a:lnTo>
                    <a:pt x="81935" y="16603"/>
                  </a:lnTo>
                  <a:lnTo>
                    <a:pt x="81425" y="16516"/>
                  </a:lnTo>
                  <a:lnTo>
                    <a:pt x="80854" y="16434"/>
                  </a:lnTo>
                  <a:lnTo>
                    <a:pt x="80283" y="16358"/>
                  </a:lnTo>
                  <a:lnTo>
                    <a:pt x="79683" y="16286"/>
                  </a:lnTo>
                  <a:lnTo>
                    <a:pt x="79082" y="16215"/>
                  </a:lnTo>
                  <a:lnTo>
                    <a:pt x="78421" y="16149"/>
                  </a:lnTo>
                  <a:lnTo>
                    <a:pt x="77790" y="16087"/>
                  </a:lnTo>
                  <a:lnTo>
                    <a:pt x="77130" y="16031"/>
                  </a:lnTo>
                  <a:lnTo>
                    <a:pt x="76439" y="15975"/>
                  </a:lnTo>
                  <a:lnTo>
                    <a:pt x="75748" y="15929"/>
                  </a:lnTo>
                  <a:lnTo>
                    <a:pt x="75057" y="15883"/>
                  </a:lnTo>
                  <a:lnTo>
                    <a:pt x="74336" y="15843"/>
                  </a:lnTo>
                  <a:lnTo>
                    <a:pt x="73586" y="15802"/>
                  </a:lnTo>
                  <a:lnTo>
                    <a:pt x="72865" y="15771"/>
                  </a:lnTo>
                  <a:lnTo>
                    <a:pt x="72114" y="15741"/>
                  </a:lnTo>
                  <a:lnTo>
                    <a:pt x="71363" y="15715"/>
                  </a:lnTo>
                  <a:lnTo>
                    <a:pt x="70582" y="15695"/>
                  </a:lnTo>
                  <a:lnTo>
                    <a:pt x="69831" y="15674"/>
                  </a:lnTo>
                  <a:lnTo>
                    <a:pt x="69050" y="15664"/>
                  </a:lnTo>
                  <a:lnTo>
                    <a:pt x="68269" y="15654"/>
                  </a:lnTo>
                  <a:lnTo>
                    <a:pt x="67489" y="15644"/>
                  </a:lnTo>
                  <a:lnTo>
                    <a:pt x="66678" y="15644"/>
                  </a:lnTo>
                  <a:lnTo>
                    <a:pt x="65897" y="15644"/>
                  </a:lnTo>
                  <a:lnTo>
                    <a:pt x="65116" y="15649"/>
                  </a:lnTo>
                  <a:lnTo>
                    <a:pt x="64305" y="15659"/>
                  </a:lnTo>
                  <a:lnTo>
                    <a:pt x="63524" y="15669"/>
                  </a:lnTo>
                  <a:lnTo>
                    <a:pt x="1" y="15669"/>
                  </a:lnTo>
                  <a:lnTo>
                    <a:pt x="1" y="0"/>
                  </a:lnTo>
                  <a:lnTo>
                    <a:pt x="217362" y="0"/>
                  </a:lnTo>
                  <a:lnTo>
                    <a:pt x="217362" y="20765"/>
                  </a:lnTo>
                  <a:lnTo>
                    <a:pt x="89053" y="20765"/>
                  </a:lnTo>
                  <a:lnTo>
                    <a:pt x="89053" y="20765"/>
                  </a:lnTo>
                  <a:lnTo>
                    <a:pt x="89234" y="20566"/>
                  </a:lnTo>
                  <a:lnTo>
                    <a:pt x="89354" y="20367"/>
                  </a:lnTo>
                  <a:lnTo>
                    <a:pt x="89414" y="20163"/>
                  </a:lnTo>
                  <a:lnTo>
                    <a:pt x="89444" y="19954"/>
                  </a:lnTo>
                  <a:lnTo>
                    <a:pt x="89384" y="19740"/>
                  </a:lnTo>
                  <a:lnTo>
                    <a:pt x="89264" y="19525"/>
                  </a:lnTo>
                  <a:lnTo>
                    <a:pt x="89114" y="19306"/>
                  </a:lnTo>
                  <a:lnTo>
                    <a:pt x="88873" y="19087"/>
                  </a:lnTo>
                  <a:lnTo>
                    <a:pt x="88573" y="18862"/>
                  </a:lnTo>
                  <a:lnTo>
                    <a:pt x="88213" y="18633"/>
                  </a:lnTo>
                  <a:lnTo>
                    <a:pt x="87792" y="18403"/>
                  </a:lnTo>
                  <a:lnTo>
                    <a:pt x="87281" y="18169"/>
                  </a:lnTo>
                  <a:lnTo>
                    <a:pt x="86741" y="17934"/>
                  </a:lnTo>
                  <a:lnTo>
                    <a:pt x="86110" y="17694"/>
                  </a:lnTo>
                  <a:lnTo>
                    <a:pt x="85419" y="17454"/>
                  </a:lnTo>
                  <a:lnTo>
                    <a:pt x="84668" y="1721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60"/>
            <p:cNvSpPr/>
            <p:nvPr/>
          </p:nvSpPr>
          <p:spPr>
            <a:xfrm flipH="1">
              <a:off x="4305969" y="1699919"/>
              <a:ext cx="2938012" cy="992029"/>
            </a:xfrm>
            <a:custGeom>
              <a:avLst/>
              <a:gdLst/>
              <a:ahLst/>
              <a:cxnLst/>
              <a:rect l="l" t="t" r="r" b="b"/>
              <a:pathLst>
                <a:path w="89444" h="5122" extrusionOk="0">
                  <a:moveTo>
                    <a:pt x="65897" y="1"/>
                  </a:moveTo>
                  <a:lnTo>
                    <a:pt x="65116" y="6"/>
                  </a:lnTo>
                  <a:lnTo>
                    <a:pt x="64305" y="16"/>
                  </a:lnTo>
                  <a:lnTo>
                    <a:pt x="63524" y="26"/>
                  </a:lnTo>
                  <a:lnTo>
                    <a:pt x="1" y="26"/>
                  </a:lnTo>
                  <a:lnTo>
                    <a:pt x="1" y="5122"/>
                  </a:lnTo>
                  <a:lnTo>
                    <a:pt x="89053" y="5122"/>
                  </a:lnTo>
                  <a:lnTo>
                    <a:pt x="89234" y="4923"/>
                  </a:lnTo>
                  <a:lnTo>
                    <a:pt x="89354" y="4724"/>
                  </a:lnTo>
                  <a:lnTo>
                    <a:pt x="89414" y="4520"/>
                  </a:lnTo>
                  <a:lnTo>
                    <a:pt x="89444" y="4311"/>
                  </a:lnTo>
                  <a:lnTo>
                    <a:pt x="89384" y="4097"/>
                  </a:lnTo>
                  <a:lnTo>
                    <a:pt x="89264" y="3882"/>
                  </a:lnTo>
                  <a:lnTo>
                    <a:pt x="89114" y="3663"/>
                  </a:lnTo>
                  <a:lnTo>
                    <a:pt x="88873" y="3444"/>
                  </a:lnTo>
                  <a:lnTo>
                    <a:pt x="88573" y="3219"/>
                  </a:lnTo>
                  <a:lnTo>
                    <a:pt x="88213" y="2990"/>
                  </a:lnTo>
                  <a:lnTo>
                    <a:pt x="87792" y="2760"/>
                  </a:lnTo>
                  <a:lnTo>
                    <a:pt x="87281" y="2526"/>
                  </a:lnTo>
                  <a:lnTo>
                    <a:pt x="86741" y="2291"/>
                  </a:lnTo>
                  <a:lnTo>
                    <a:pt x="86110" y="2051"/>
                  </a:lnTo>
                  <a:lnTo>
                    <a:pt x="85419" y="1811"/>
                  </a:lnTo>
                  <a:lnTo>
                    <a:pt x="84668" y="1572"/>
                  </a:lnTo>
                  <a:lnTo>
                    <a:pt x="84278" y="1460"/>
                  </a:lnTo>
                  <a:lnTo>
                    <a:pt x="83857" y="1352"/>
                  </a:lnTo>
                  <a:lnTo>
                    <a:pt x="83407" y="1245"/>
                  </a:lnTo>
                  <a:lnTo>
                    <a:pt x="82956" y="1148"/>
                  </a:lnTo>
                  <a:lnTo>
                    <a:pt x="82446" y="1051"/>
                  </a:lnTo>
                  <a:lnTo>
                    <a:pt x="81935" y="960"/>
                  </a:lnTo>
                  <a:lnTo>
                    <a:pt x="81425" y="873"/>
                  </a:lnTo>
                  <a:lnTo>
                    <a:pt x="80854" y="791"/>
                  </a:lnTo>
                  <a:lnTo>
                    <a:pt x="80283" y="715"/>
                  </a:lnTo>
                  <a:lnTo>
                    <a:pt x="79683" y="643"/>
                  </a:lnTo>
                  <a:lnTo>
                    <a:pt x="79082" y="572"/>
                  </a:lnTo>
                  <a:lnTo>
                    <a:pt x="78421" y="506"/>
                  </a:lnTo>
                  <a:lnTo>
                    <a:pt x="77790" y="444"/>
                  </a:lnTo>
                  <a:lnTo>
                    <a:pt x="77130" y="388"/>
                  </a:lnTo>
                  <a:lnTo>
                    <a:pt x="76439" y="332"/>
                  </a:lnTo>
                  <a:lnTo>
                    <a:pt x="75748" y="286"/>
                  </a:lnTo>
                  <a:lnTo>
                    <a:pt x="75057" y="240"/>
                  </a:lnTo>
                  <a:lnTo>
                    <a:pt x="74336" y="200"/>
                  </a:lnTo>
                  <a:lnTo>
                    <a:pt x="73586" y="159"/>
                  </a:lnTo>
                  <a:lnTo>
                    <a:pt x="72865" y="128"/>
                  </a:lnTo>
                  <a:lnTo>
                    <a:pt x="72114" y="98"/>
                  </a:lnTo>
                  <a:lnTo>
                    <a:pt x="71363" y="72"/>
                  </a:lnTo>
                  <a:lnTo>
                    <a:pt x="70582" y="52"/>
                  </a:lnTo>
                  <a:lnTo>
                    <a:pt x="69831" y="31"/>
                  </a:lnTo>
                  <a:lnTo>
                    <a:pt x="69050" y="21"/>
                  </a:lnTo>
                  <a:lnTo>
                    <a:pt x="68269" y="11"/>
                  </a:lnTo>
                  <a:lnTo>
                    <a:pt x="67489" y="1"/>
                  </a:lnTo>
                  <a:close/>
                </a:path>
              </a:pathLst>
            </a:custGeom>
            <a:solidFill>
              <a:srgbClr val="8B29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60"/>
            <p:cNvSpPr/>
            <p:nvPr/>
          </p:nvSpPr>
          <p:spPr>
            <a:xfrm flipH="1">
              <a:off x="4305969" y="1699919"/>
              <a:ext cx="2938012" cy="992029"/>
            </a:xfrm>
            <a:custGeom>
              <a:avLst/>
              <a:gdLst/>
              <a:ahLst/>
              <a:cxnLst/>
              <a:rect l="l" t="t" r="r" b="b"/>
              <a:pathLst>
                <a:path w="89444" h="5122" fill="none" extrusionOk="0">
                  <a:moveTo>
                    <a:pt x="1" y="26"/>
                  </a:moveTo>
                  <a:lnTo>
                    <a:pt x="63524" y="26"/>
                  </a:lnTo>
                  <a:lnTo>
                    <a:pt x="63524" y="26"/>
                  </a:lnTo>
                  <a:lnTo>
                    <a:pt x="64305" y="16"/>
                  </a:lnTo>
                  <a:lnTo>
                    <a:pt x="65116" y="6"/>
                  </a:lnTo>
                  <a:lnTo>
                    <a:pt x="65897" y="1"/>
                  </a:lnTo>
                  <a:lnTo>
                    <a:pt x="66678" y="1"/>
                  </a:lnTo>
                  <a:lnTo>
                    <a:pt x="67489" y="1"/>
                  </a:lnTo>
                  <a:lnTo>
                    <a:pt x="68269" y="11"/>
                  </a:lnTo>
                  <a:lnTo>
                    <a:pt x="69050" y="21"/>
                  </a:lnTo>
                  <a:lnTo>
                    <a:pt x="69831" y="31"/>
                  </a:lnTo>
                  <a:lnTo>
                    <a:pt x="70582" y="52"/>
                  </a:lnTo>
                  <a:lnTo>
                    <a:pt x="71363" y="72"/>
                  </a:lnTo>
                  <a:lnTo>
                    <a:pt x="72114" y="98"/>
                  </a:lnTo>
                  <a:lnTo>
                    <a:pt x="72865" y="128"/>
                  </a:lnTo>
                  <a:lnTo>
                    <a:pt x="73586" y="159"/>
                  </a:lnTo>
                  <a:lnTo>
                    <a:pt x="74336" y="200"/>
                  </a:lnTo>
                  <a:lnTo>
                    <a:pt x="75057" y="240"/>
                  </a:lnTo>
                  <a:lnTo>
                    <a:pt x="75748" y="286"/>
                  </a:lnTo>
                  <a:lnTo>
                    <a:pt x="76439" y="332"/>
                  </a:lnTo>
                  <a:lnTo>
                    <a:pt x="77130" y="388"/>
                  </a:lnTo>
                  <a:lnTo>
                    <a:pt x="77790" y="444"/>
                  </a:lnTo>
                  <a:lnTo>
                    <a:pt x="78421" y="506"/>
                  </a:lnTo>
                  <a:lnTo>
                    <a:pt x="79082" y="572"/>
                  </a:lnTo>
                  <a:lnTo>
                    <a:pt x="79683" y="643"/>
                  </a:lnTo>
                  <a:lnTo>
                    <a:pt x="80283" y="715"/>
                  </a:lnTo>
                  <a:lnTo>
                    <a:pt x="80854" y="791"/>
                  </a:lnTo>
                  <a:lnTo>
                    <a:pt x="81425" y="873"/>
                  </a:lnTo>
                  <a:lnTo>
                    <a:pt x="81935" y="960"/>
                  </a:lnTo>
                  <a:lnTo>
                    <a:pt x="82446" y="1051"/>
                  </a:lnTo>
                  <a:lnTo>
                    <a:pt x="82956" y="1148"/>
                  </a:lnTo>
                  <a:lnTo>
                    <a:pt x="83407" y="1245"/>
                  </a:lnTo>
                  <a:lnTo>
                    <a:pt x="83857" y="1352"/>
                  </a:lnTo>
                  <a:lnTo>
                    <a:pt x="84278" y="1460"/>
                  </a:lnTo>
                  <a:lnTo>
                    <a:pt x="84668" y="1572"/>
                  </a:lnTo>
                  <a:lnTo>
                    <a:pt x="84668" y="1572"/>
                  </a:lnTo>
                  <a:lnTo>
                    <a:pt x="85419" y="1811"/>
                  </a:lnTo>
                  <a:lnTo>
                    <a:pt x="86110" y="2051"/>
                  </a:lnTo>
                  <a:lnTo>
                    <a:pt x="86741" y="2291"/>
                  </a:lnTo>
                  <a:lnTo>
                    <a:pt x="87281" y="2526"/>
                  </a:lnTo>
                  <a:lnTo>
                    <a:pt x="87792" y="2760"/>
                  </a:lnTo>
                  <a:lnTo>
                    <a:pt x="88213" y="2990"/>
                  </a:lnTo>
                  <a:lnTo>
                    <a:pt x="88573" y="3219"/>
                  </a:lnTo>
                  <a:lnTo>
                    <a:pt x="88873" y="3444"/>
                  </a:lnTo>
                  <a:lnTo>
                    <a:pt x="89114" y="3663"/>
                  </a:lnTo>
                  <a:lnTo>
                    <a:pt x="89264" y="3882"/>
                  </a:lnTo>
                  <a:lnTo>
                    <a:pt x="89384" y="4097"/>
                  </a:lnTo>
                  <a:lnTo>
                    <a:pt x="89444" y="4311"/>
                  </a:lnTo>
                  <a:lnTo>
                    <a:pt x="89414" y="4520"/>
                  </a:lnTo>
                  <a:lnTo>
                    <a:pt x="89354" y="4724"/>
                  </a:lnTo>
                  <a:lnTo>
                    <a:pt x="89234" y="4923"/>
                  </a:lnTo>
                  <a:lnTo>
                    <a:pt x="89053" y="5122"/>
                  </a:lnTo>
                  <a:lnTo>
                    <a:pt x="1" y="5122"/>
                  </a:lnTo>
                  <a:lnTo>
                    <a:pt x="1" y="2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60"/>
            <p:cNvSpPr/>
            <p:nvPr/>
          </p:nvSpPr>
          <p:spPr>
            <a:xfrm flipH="1">
              <a:off x="4305969" y="1699919"/>
              <a:ext cx="2938012" cy="992029"/>
            </a:xfrm>
            <a:custGeom>
              <a:avLst/>
              <a:gdLst/>
              <a:ahLst/>
              <a:cxnLst/>
              <a:rect l="l" t="t" r="r" b="b"/>
              <a:pathLst>
                <a:path w="89444" h="5122" extrusionOk="0">
                  <a:moveTo>
                    <a:pt x="66497" y="1"/>
                  </a:moveTo>
                  <a:lnTo>
                    <a:pt x="65116" y="6"/>
                  </a:lnTo>
                  <a:lnTo>
                    <a:pt x="63704" y="21"/>
                  </a:lnTo>
                  <a:lnTo>
                    <a:pt x="63524" y="26"/>
                  </a:lnTo>
                  <a:lnTo>
                    <a:pt x="1" y="26"/>
                  </a:lnTo>
                  <a:lnTo>
                    <a:pt x="1" y="5122"/>
                  </a:lnTo>
                  <a:lnTo>
                    <a:pt x="89053" y="5122"/>
                  </a:lnTo>
                  <a:lnTo>
                    <a:pt x="89234" y="4943"/>
                  </a:lnTo>
                  <a:lnTo>
                    <a:pt x="89354" y="4760"/>
                  </a:lnTo>
                  <a:lnTo>
                    <a:pt x="89414" y="4576"/>
                  </a:lnTo>
                  <a:lnTo>
                    <a:pt x="89444" y="4387"/>
                  </a:lnTo>
                  <a:lnTo>
                    <a:pt x="89414" y="4224"/>
                  </a:lnTo>
                  <a:lnTo>
                    <a:pt x="89384" y="4061"/>
                  </a:lnTo>
                  <a:lnTo>
                    <a:pt x="89294" y="3893"/>
                  </a:lnTo>
                  <a:lnTo>
                    <a:pt x="89144" y="3724"/>
                  </a:lnTo>
                  <a:lnTo>
                    <a:pt x="88993" y="3556"/>
                  </a:lnTo>
                  <a:lnTo>
                    <a:pt x="88783" y="3382"/>
                  </a:lnTo>
                  <a:lnTo>
                    <a:pt x="88543" y="3209"/>
                  </a:lnTo>
                  <a:lnTo>
                    <a:pt x="88273" y="3031"/>
                  </a:lnTo>
                  <a:lnTo>
                    <a:pt x="87972" y="2857"/>
                  </a:lnTo>
                  <a:lnTo>
                    <a:pt x="87612" y="2673"/>
                  </a:lnTo>
                  <a:lnTo>
                    <a:pt x="87221" y="2495"/>
                  </a:lnTo>
                  <a:lnTo>
                    <a:pt x="86801" y="2311"/>
                  </a:lnTo>
                  <a:lnTo>
                    <a:pt x="86320" y="2128"/>
                  </a:lnTo>
                  <a:lnTo>
                    <a:pt x="85810" y="1944"/>
                  </a:lnTo>
                  <a:lnTo>
                    <a:pt x="85239" y="1760"/>
                  </a:lnTo>
                  <a:lnTo>
                    <a:pt x="84668" y="1572"/>
                  </a:lnTo>
                  <a:lnTo>
                    <a:pt x="84578" y="1546"/>
                  </a:lnTo>
                  <a:lnTo>
                    <a:pt x="84218" y="1444"/>
                  </a:lnTo>
                  <a:lnTo>
                    <a:pt x="83857" y="1352"/>
                  </a:lnTo>
                  <a:lnTo>
                    <a:pt x="83467" y="1261"/>
                  </a:lnTo>
                  <a:lnTo>
                    <a:pt x="83077" y="1174"/>
                  </a:lnTo>
                  <a:lnTo>
                    <a:pt x="82656" y="1087"/>
                  </a:lnTo>
                  <a:lnTo>
                    <a:pt x="82206" y="1006"/>
                  </a:lnTo>
                  <a:lnTo>
                    <a:pt x="81755" y="929"/>
                  </a:lnTo>
                  <a:lnTo>
                    <a:pt x="81275" y="853"/>
                  </a:lnTo>
                  <a:lnTo>
                    <a:pt x="80794" y="786"/>
                  </a:lnTo>
                  <a:lnTo>
                    <a:pt x="80283" y="715"/>
                  </a:lnTo>
                  <a:lnTo>
                    <a:pt x="79773" y="648"/>
                  </a:lnTo>
                  <a:lnTo>
                    <a:pt x="79232" y="587"/>
                  </a:lnTo>
                  <a:lnTo>
                    <a:pt x="78692" y="531"/>
                  </a:lnTo>
                  <a:lnTo>
                    <a:pt x="78121" y="475"/>
                  </a:lnTo>
                  <a:lnTo>
                    <a:pt x="77550" y="424"/>
                  </a:lnTo>
                  <a:lnTo>
                    <a:pt x="76950" y="373"/>
                  </a:lnTo>
                  <a:lnTo>
                    <a:pt x="76379" y="327"/>
                  </a:lnTo>
                  <a:lnTo>
                    <a:pt x="75748" y="286"/>
                  </a:lnTo>
                  <a:lnTo>
                    <a:pt x="75147" y="246"/>
                  </a:lnTo>
                  <a:lnTo>
                    <a:pt x="74517" y="210"/>
                  </a:lnTo>
                  <a:lnTo>
                    <a:pt x="73886" y="174"/>
                  </a:lnTo>
                  <a:lnTo>
                    <a:pt x="73255" y="144"/>
                  </a:lnTo>
                  <a:lnTo>
                    <a:pt x="72594" y="118"/>
                  </a:lnTo>
                  <a:lnTo>
                    <a:pt x="71934" y="93"/>
                  </a:lnTo>
                  <a:lnTo>
                    <a:pt x="71273" y="72"/>
                  </a:lnTo>
                  <a:lnTo>
                    <a:pt x="70612" y="52"/>
                  </a:lnTo>
                  <a:lnTo>
                    <a:pt x="69261" y="21"/>
                  </a:lnTo>
                  <a:lnTo>
                    <a:pt x="67879" y="6"/>
                  </a:lnTo>
                  <a:lnTo>
                    <a:pt x="66497" y="1"/>
                  </a:lnTo>
                  <a:close/>
                </a:path>
              </a:pathLst>
            </a:custGeom>
            <a:solidFill>
              <a:srgbClr val="4E1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60"/>
            <p:cNvSpPr/>
            <p:nvPr/>
          </p:nvSpPr>
          <p:spPr>
            <a:xfrm flipH="1">
              <a:off x="4305969" y="1699919"/>
              <a:ext cx="2938012" cy="992029"/>
            </a:xfrm>
            <a:custGeom>
              <a:avLst/>
              <a:gdLst/>
              <a:ahLst/>
              <a:cxnLst/>
              <a:rect l="l" t="t" r="r" b="b"/>
              <a:pathLst>
                <a:path w="89444" h="5122" fill="none" extrusionOk="0">
                  <a:moveTo>
                    <a:pt x="66497" y="1"/>
                  </a:moveTo>
                  <a:lnTo>
                    <a:pt x="66497" y="1"/>
                  </a:lnTo>
                  <a:lnTo>
                    <a:pt x="66497" y="1"/>
                  </a:lnTo>
                  <a:lnTo>
                    <a:pt x="66497" y="1"/>
                  </a:lnTo>
                  <a:lnTo>
                    <a:pt x="67879" y="6"/>
                  </a:lnTo>
                  <a:lnTo>
                    <a:pt x="69261" y="21"/>
                  </a:lnTo>
                  <a:lnTo>
                    <a:pt x="70612" y="52"/>
                  </a:lnTo>
                  <a:lnTo>
                    <a:pt x="71273" y="72"/>
                  </a:lnTo>
                  <a:lnTo>
                    <a:pt x="71934" y="93"/>
                  </a:lnTo>
                  <a:lnTo>
                    <a:pt x="72594" y="118"/>
                  </a:lnTo>
                  <a:lnTo>
                    <a:pt x="73255" y="144"/>
                  </a:lnTo>
                  <a:lnTo>
                    <a:pt x="73886" y="174"/>
                  </a:lnTo>
                  <a:lnTo>
                    <a:pt x="74517" y="210"/>
                  </a:lnTo>
                  <a:lnTo>
                    <a:pt x="75147" y="246"/>
                  </a:lnTo>
                  <a:lnTo>
                    <a:pt x="75748" y="286"/>
                  </a:lnTo>
                  <a:lnTo>
                    <a:pt x="76379" y="327"/>
                  </a:lnTo>
                  <a:lnTo>
                    <a:pt x="76950" y="373"/>
                  </a:lnTo>
                  <a:lnTo>
                    <a:pt x="77550" y="424"/>
                  </a:lnTo>
                  <a:lnTo>
                    <a:pt x="78121" y="475"/>
                  </a:lnTo>
                  <a:lnTo>
                    <a:pt x="78692" y="531"/>
                  </a:lnTo>
                  <a:lnTo>
                    <a:pt x="79232" y="587"/>
                  </a:lnTo>
                  <a:lnTo>
                    <a:pt x="79773" y="648"/>
                  </a:lnTo>
                  <a:lnTo>
                    <a:pt x="80283" y="715"/>
                  </a:lnTo>
                  <a:lnTo>
                    <a:pt x="80794" y="786"/>
                  </a:lnTo>
                  <a:lnTo>
                    <a:pt x="81275" y="853"/>
                  </a:lnTo>
                  <a:lnTo>
                    <a:pt x="81755" y="929"/>
                  </a:lnTo>
                  <a:lnTo>
                    <a:pt x="82206" y="1006"/>
                  </a:lnTo>
                  <a:lnTo>
                    <a:pt x="82656" y="1087"/>
                  </a:lnTo>
                  <a:lnTo>
                    <a:pt x="83077" y="1174"/>
                  </a:lnTo>
                  <a:lnTo>
                    <a:pt x="83467" y="1261"/>
                  </a:lnTo>
                  <a:lnTo>
                    <a:pt x="83857" y="1352"/>
                  </a:lnTo>
                  <a:lnTo>
                    <a:pt x="84218" y="1444"/>
                  </a:lnTo>
                  <a:lnTo>
                    <a:pt x="84578" y="1546"/>
                  </a:lnTo>
                  <a:lnTo>
                    <a:pt x="84578" y="1546"/>
                  </a:lnTo>
                  <a:lnTo>
                    <a:pt x="84668" y="1572"/>
                  </a:lnTo>
                  <a:lnTo>
                    <a:pt x="84668" y="1572"/>
                  </a:lnTo>
                  <a:lnTo>
                    <a:pt x="84668" y="1572"/>
                  </a:lnTo>
                  <a:lnTo>
                    <a:pt x="85239" y="1760"/>
                  </a:lnTo>
                  <a:lnTo>
                    <a:pt x="85810" y="1944"/>
                  </a:lnTo>
                  <a:lnTo>
                    <a:pt x="86320" y="2128"/>
                  </a:lnTo>
                  <a:lnTo>
                    <a:pt x="86801" y="2311"/>
                  </a:lnTo>
                  <a:lnTo>
                    <a:pt x="87221" y="2495"/>
                  </a:lnTo>
                  <a:lnTo>
                    <a:pt x="87612" y="2673"/>
                  </a:lnTo>
                  <a:lnTo>
                    <a:pt x="87972" y="2857"/>
                  </a:lnTo>
                  <a:lnTo>
                    <a:pt x="88273" y="3031"/>
                  </a:lnTo>
                  <a:lnTo>
                    <a:pt x="88543" y="3209"/>
                  </a:lnTo>
                  <a:lnTo>
                    <a:pt x="88783" y="3382"/>
                  </a:lnTo>
                  <a:lnTo>
                    <a:pt x="88993" y="3556"/>
                  </a:lnTo>
                  <a:lnTo>
                    <a:pt x="89144" y="3724"/>
                  </a:lnTo>
                  <a:lnTo>
                    <a:pt x="89294" y="3893"/>
                  </a:lnTo>
                  <a:lnTo>
                    <a:pt x="89384" y="4061"/>
                  </a:lnTo>
                  <a:lnTo>
                    <a:pt x="89414" y="4224"/>
                  </a:lnTo>
                  <a:lnTo>
                    <a:pt x="89444" y="4387"/>
                  </a:lnTo>
                  <a:lnTo>
                    <a:pt x="89444" y="4387"/>
                  </a:lnTo>
                  <a:lnTo>
                    <a:pt x="89414" y="4576"/>
                  </a:lnTo>
                  <a:lnTo>
                    <a:pt x="89354" y="4760"/>
                  </a:lnTo>
                  <a:lnTo>
                    <a:pt x="89234" y="4943"/>
                  </a:lnTo>
                  <a:lnTo>
                    <a:pt x="89053" y="5122"/>
                  </a:lnTo>
                  <a:lnTo>
                    <a:pt x="1" y="5122"/>
                  </a:lnTo>
                  <a:lnTo>
                    <a:pt x="1" y="26"/>
                  </a:lnTo>
                  <a:lnTo>
                    <a:pt x="63524" y="26"/>
                  </a:lnTo>
                  <a:lnTo>
                    <a:pt x="63524" y="26"/>
                  </a:lnTo>
                  <a:lnTo>
                    <a:pt x="63704" y="21"/>
                  </a:lnTo>
                  <a:lnTo>
                    <a:pt x="63704" y="21"/>
                  </a:lnTo>
                  <a:lnTo>
                    <a:pt x="65116" y="6"/>
                  </a:lnTo>
                  <a:lnTo>
                    <a:pt x="6649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60"/>
            <p:cNvSpPr/>
            <p:nvPr/>
          </p:nvSpPr>
          <p:spPr>
            <a:xfrm flipH="1">
              <a:off x="275804" y="116387"/>
              <a:ext cx="4735526" cy="1583721"/>
            </a:xfrm>
            <a:custGeom>
              <a:avLst/>
              <a:gdLst/>
              <a:ahLst/>
              <a:cxnLst/>
              <a:rect l="l" t="t" r="r" b="b"/>
              <a:pathLst>
                <a:path w="144167" h="8177" extrusionOk="0">
                  <a:moveTo>
                    <a:pt x="25920" y="0"/>
                  </a:moveTo>
                  <a:lnTo>
                    <a:pt x="24178" y="11"/>
                  </a:lnTo>
                  <a:lnTo>
                    <a:pt x="22466" y="26"/>
                  </a:lnTo>
                  <a:lnTo>
                    <a:pt x="20754" y="56"/>
                  </a:lnTo>
                  <a:lnTo>
                    <a:pt x="19072" y="92"/>
                  </a:lnTo>
                  <a:lnTo>
                    <a:pt x="19162" y="260"/>
                  </a:lnTo>
                  <a:lnTo>
                    <a:pt x="19252" y="429"/>
                  </a:lnTo>
                  <a:lnTo>
                    <a:pt x="19312" y="602"/>
                  </a:lnTo>
                  <a:lnTo>
                    <a:pt x="19373" y="786"/>
                  </a:lnTo>
                  <a:lnTo>
                    <a:pt x="19373" y="1051"/>
                  </a:lnTo>
                  <a:lnTo>
                    <a:pt x="19312" y="1306"/>
                  </a:lnTo>
                  <a:lnTo>
                    <a:pt x="19192" y="1551"/>
                  </a:lnTo>
                  <a:lnTo>
                    <a:pt x="19012" y="1780"/>
                  </a:lnTo>
                  <a:lnTo>
                    <a:pt x="18772" y="2005"/>
                  </a:lnTo>
                  <a:lnTo>
                    <a:pt x="18471" y="2219"/>
                  </a:lnTo>
                  <a:lnTo>
                    <a:pt x="18141" y="2418"/>
                  </a:lnTo>
                  <a:lnTo>
                    <a:pt x="17751" y="2612"/>
                  </a:lnTo>
                  <a:lnTo>
                    <a:pt x="17300" y="2796"/>
                  </a:lnTo>
                  <a:lnTo>
                    <a:pt x="16820" y="2964"/>
                  </a:lnTo>
                  <a:lnTo>
                    <a:pt x="16309" y="3127"/>
                  </a:lnTo>
                  <a:lnTo>
                    <a:pt x="15738" y="3285"/>
                  </a:lnTo>
                  <a:lnTo>
                    <a:pt x="15138" y="3428"/>
                  </a:lnTo>
                  <a:lnTo>
                    <a:pt x="14507" y="3566"/>
                  </a:lnTo>
                  <a:lnTo>
                    <a:pt x="13846" y="3693"/>
                  </a:lnTo>
                  <a:lnTo>
                    <a:pt x="13155" y="3816"/>
                  </a:lnTo>
                  <a:lnTo>
                    <a:pt x="12404" y="3928"/>
                  </a:lnTo>
                  <a:lnTo>
                    <a:pt x="11684" y="4035"/>
                  </a:lnTo>
                  <a:lnTo>
                    <a:pt x="10903" y="4132"/>
                  </a:lnTo>
                  <a:lnTo>
                    <a:pt x="10122" y="4224"/>
                  </a:lnTo>
                  <a:lnTo>
                    <a:pt x="9311" y="4305"/>
                  </a:lnTo>
                  <a:lnTo>
                    <a:pt x="8470" y="4382"/>
                  </a:lnTo>
                  <a:lnTo>
                    <a:pt x="7659" y="4453"/>
                  </a:lnTo>
                  <a:lnTo>
                    <a:pt x="6818" y="4514"/>
                  </a:lnTo>
                  <a:lnTo>
                    <a:pt x="5947" y="4571"/>
                  </a:lnTo>
                  <a:lnTo>
                    <a:pt x="5106" y="4622"/>
                  </a:lnTo>
                  <a:lnTo>
                    <a:pt x="4235" y="4667"/>
                  </a:lnTo>
                  <a:lnTo>
                    <a:pt x="3394" y="4708"/>
                  </a:lnTo>
                  <a:lnTo>
                    <a:pt x="2523" y="4744"/>
                  </a:lnTo>
                  <a:lnTo>
                    <a:pt x="1682" y="4775"/>
                  </a:lnTo>
                  <a:lnTo>
                    <a:pt x="811" y="4800"/>
                  </a:lnTo>
                  <a:lnTo>
                    <a:pt x="0" y="4820"/>
                  </a:lnTo>
                  <a:lnTo>
                    <a:pt x="300" y="5035"/>
                  </a:lnTo>
                  <a:lnTo>
                    <a:pt x="661" y="5254"/>
                  </a:lnTo>
                  <a:lnTo>
                    <a:pt x="1081" y="5473"/>
                  </a:lnTo>
                  <a:lnTo>
                    <a:pt x="1562" y="5698"/>
                  </a:lnTo>
                  <a:lnTo>
                    <a:pt x="2103" y="5922"/>
                  </a:lnTo>
                  <a:lnTo>
                    <a:pt x="2703" y="6147"/>
                  </a:lnTo>
                  <a:lnTo>
                    <a:pt x="3364" y="6376"/>
                  </a:lnTo>
                  <a:lnTo>
                    <a:pt x="4085" y="6606"/>
                  </a:lnTo>
                  <a:lnTo>
                    <a:pt x="4415" y="6703"/>
                  </a:lnTo>
                  <a:lnTo>
                    <a:pt x="4806" y="6800"/>
                  </a:lnTo>
                  <a:lnTo>
                    <a:pt x="5166" y="6891"/>
                  </a:lnTo>
                  <a:lnTo>
                    <a:pt x="5587" y="6983"/>
                  </a:lnTo>
                  <a:lnTo>
                    <a:pt x="6007" y="7070"/>
                  </a:lnTo>
                  <a:lnTo>
                    <a:pt x="6428" y="7151"/>
                  </a:lnTo>
                  <a:lnTo>
                    <a:pt x="6908" y="7233"/>
                  </a:lnTo>
                  <a:lnTo>
                    <a:pt x="7359" y="7305"/>
                  </a:lnTo>
                  <a:lnTo>
                    <a:pt x="7869" y="7381"/>
                  </a:lnTo>
                  <a:lnTo>
                    <a:pt x="8380" y="7447"/>
                  </a:lnTo>
                  <a:lnTo>
                    <a:pt x="8890" y="7514"/>
                  </a:lnTo>
                  <a:lnTo>
                    <a:pt x="9431" y="7575"/>
                  </a:lnTo>
                  <a:lnTo>
                    <a:pt x="9972" y="7636"/>
                  </a:lnTo>
                  <a:lnTo>
                    <a:pt x="10542" y="7692"/>
                  </a:lnTo>
                  <a:lnTo>
                    <a:pt x="11113" y="7748"/>
                  </a:lnTo>
                  <a:lnTo>
                    <a:pt x="11714" y="7794"/>
                  </a:lnTo>
                  <a:lnTo>
                    <a:pt x="12314" y="7845"/>
                  </a:lnTo>
                  <a:lnTo>
                    <a:pt x="12915" y="7886"/>
                  </a:lnTo>
                  <a:lnTo>
                    <a:pt x="13546" y="7927"/>
                  </a:lnTo>
                  <a:lnTo>
                    <a:pt x="14177" y="7962"/>
                  </a:lnTo>
                  <a:lnTo>
                    <a:pt x="14807" y="7998"/>
                  </a:lnTo>
                  <a:lnTo>
                    <a:pt x="15468" y="8029"/>
                  </a:lnTo>
                  <a:lnTo>
                    <a:pt x="16099" y="8059"/>
                  </a:lnTo>
                  <a:lnTo>
                    <a:pt x="16790" y="8085"/>
                  </a:lnTo>
                  <a:lnTo>
                    <a:pt x="17450" y="8105"/>
                  </a:lnTo>
                  <a:lnTo>
                    <a:pt x="18111" y="8126"/>
                  </a:lnTo>
                  <a:lnTo>
                    <a:pt x="19493" y="8151"/>
                  </a:lnTo>
                  <a:lnTo>
                    <a:pt x="20874" y="8172"/>
                  </a:lnTo>
                  <a:lnTo>
                    <a:pt x="22256" y="8177"/>
                  </a:lnTo>
                  <a:lnTo>
                    <a:pt x="23007" y="8177"/>
                  </a:lnTo>
                  <a:lnTo>
                    <a:pt x="23728" y="8172"/>
                  </a:lnTo>
                  <a:lnTo>
                    <a:pt x="24478" y="8161"/>
                  </a:lnTo>
                  <a:lnTo>
                    <a:pt x="25229" y="8151"/>
                  </a:lnTo>
                  <a:lnTo>
                    <a:pt x="116114" y="8151"/>
                  </a:lnTo>
                  <a:lnTo>
                    <a:pt x="117526" y="8167"/>
                  </a:lnTo>
                  <a:lnTo>
                    <a:pt x="118937" y="8172"/>
                  </a:lnTo>
                  <a:lnTo>
                    <a:pt x="120469" y="8167"/>
                  </a:lnTo>
                  <a:lnTo>
                    <a:pt x="121941" y="8151"/>
                  </a:lnTo>
                  <a:lnTo>
                    <a:pt x="123443" y="8121"/>
                  </a:lnTo>
                  <a:lnTo>
                    <a:pt x="124914" y="8080"/>
                  </a:lnTo>
                  <a:lnTo>
                    <a:pt x="126356" y="8029"/>
                  </a:lnTo>
                  <a:lnTo>
                    <a:pt x="127738" y="7973"/>
                  </a:lnTo>
                  <a:lnTo>
                    <a:pt x="129119" y="7901"/>
                  </a:lnTo>
                  <a:lnTo>
                    <a:pt x="130441" y="7830"/>
                  </a:lnTo>
                  <a:lnTo>
                    <a:pt x="131702" y="7743"/>
                  </a:lnTo>
                  <a:lnTo>
                    <a:pt x="132904" y="7651"/>
                  </a:lnTo>
                  <a:lnTo>
                    <a:pt x="134045" y="7554"/>
                  </a:lnTo>
                  <a:lnTo>
                    <a:pt x="135126" y="7452"/>
                  </a:lnTo>
                  <a:lnTo>
                    <a:pt x="136117" y="7345"/>
                  </a:lnTo>
                  <a:lnTo>
                    <a:pt x="136568" y="7289"/>
                  </a:lnTo>
                  <a:lnTo>
                    <a:pt x="137018" y="7228"/>
                  </a:lnTo>
                  <a:lnTo>
                    <a:pt x="137439" y="7172"/>
                  </a:lnTo>
                  <a:lnTo>
                    <a:pt x="137829" y="7111"/>
                  </a:lnTo>
                  <a:lnTo>
                    <a:pt x="138220" y="7049"/>
                  </a:lnTo>
                  <a:lnTo>
                    <a:pt x="138550" y="6993"/>
                  </a:lnTo>
                  <a:lnTo>
                    <a:pt x="138971" y="6912"/>
                  </a:lnTo>
                  <a:lnTo>
                    <a:pt x="139391" y="6830"/>
                  </a:lnTo>
                  <a:lnTo>
                    <a:pt x="139782" y="6749"/>
                  </a:lnTo>
                  <a:lnTo>
                    <a:pt x="140142" y="6662"/>
                  </a:lnTo>
                  <a:lnTo>
                    <a:pt x="140502" y="6575"/>
                  </a:lnTo>
                  <a:lnTo>
                    <a:pt x="140833" y="6493"/>
                  </a:lnTo>
                  <a:lnTo>
                    <a:pt x="141433" y="6315"/>
                  </a:lnTo>
                  <a:lnTo>
                    <a:pt x="142004" y="6136"/>
                  </a:lnTo>
                  <a:lnTo>
                    <a:pt x="142485" y="5948"/>
                  </a:lnTo>
                  <a:lnTo>
                    <a:pt x="142905" y="5764"/>
                  </a:lnTo>
                  <a:lnTo>
                    <a:pt x="143266" y="5570"/>
                  </a:lnTo>
                  <a:lnTo>
                    <a:pt x="143566" y="5376"/>
                  </a:lnTo>
                  <a:lnTo>
                    <a:pt x="143806" y="5183"/>
                  </a:lnTo>
                  <a:lnTo>
                    <a:pt x="143986" y="4984"/>
                  </a:lnTo>
                  <a:lnTo>
                    <a:pt x="144107" y="4785"/>
                  </a:lnTo>
                  <a:lnTo>
                    <a:pt x="144167" y="4581"/>
                  </a:lnTo>
                  <a:lnTo>
                    <a:pt x="144167" y="4382"/>
                  </a:lnTo>
                  <a:lnTo>
                    <a:pt x="144137" y="4178"/>
                  </a:lnTo>
                  <a:lnTo>
                    <a:pt x="144046" y="3979"/>
                  </a:lnTo>
                  <a:lnTo>
                    <a:pt x="143896" y="3775"/>
                  </a:lnTo>
                  <a:lnTo>
                    <a:pt x="143716" y="3576"/>
                  </a:lnTo>
                  <a:lnTo>
                    <a:pt x="143476" y="3377"/>
                  </a:lnTo>
                  <a:lnTo>
                    <a:pt x="143206" y="3178"/>
                  </a:lnTo>
                  <a:lnTo>
                    <a:pt x="142875" y="2984"/>
                  </a:lnTo>
                  <a:lnTo>
                    <a:pt x="142485" y="2790"/>
                  </a:lnTo>
                  <a:lnTo>
                    <a:pt x="142094" y="2602"/>
                  </a:lnTo>
                  <a:lnTo>
                    <a:pt x="141644" y="2413"/>
                  </a:lnTo>
                  <a:lnTo>
                    <a:pt x="141133" y="2229"/>
                  </a:lnTo>
                  <a:lnTo>
                    <a:pt x="140623" y="2051"/>
                  </a:lnTo>
                  <a:lnTo>
                    <a:pt x="140052" y="1872"/>
                  </a:lnTo>
                  <a:lnTo>
                    <a:pt x="139451" y="1704"/>
                  </a:lnTo>
                  <a:lnTo>
                    <a:pt x="138820" y="1536"/>
                  </a:lnTo>
                  <a:lnTo>
                    <a:pt x="138190" y="1378"/>
                  </a:lnTo>
                  <a:lnTo>
                    <a:pt x="137499" y="1225"/>
                  </a:lnTo>
                  <a:lnTo>
                    <a:pt x="136778" y="1077"/>
                  </a:lnTo>
                  <a:lnTo>
                    <a:pt x="136388" y="1005"/>
                  </a:lnTo>
                  <a:lnTo>
                    <a:pt x="135997" y="934"/>
                  </a:lnTo>
                  <a:lnTo>
                    <a:pt x="135577" y="867"/>
                  </a:lnTo>
                  <a:lnTo>
                    <a:pt x="135126" y="801"/>
                  </a:lnTo>
                  <a:lnTo>
                    <a:pt x="134676" y="745"/>
                  </a:lnTo>
                  <a:lnTo>
                    <a:pt x="134225" y="684"/>
                  </a:lnTo>
                  <a:lnTo>
                    <a:pt x="133715" y="628"/>
                  </a:lnTo>
                  <a:lnTo>
                    <a:pt x="133234" y="577"/>
                  </a:lnTo>
                  <a:lnTo>
                    <a:pt x="132723" y="526"/>
                  </a:lnTo>
                  <a:lnTo>
                    <a:pt x="132183" y="480"/>
                  </a:lnTo>
                  <a:lnTo>
                    <a:pt x="131642" y="434"/>
                  </a:lnTo>
                  <a:lnTo>
                    <a:pt x="131102" y="393"/>
                  </a:lnTo>
                  <a:lnTo>
                    <a:pt x="129960" y="312"/>
                  </a:lnTo>
                  <a:lnTo>
                    <a:pt x="128759" y="245"/>
                  </a:lnTo>
                  <a:lnTo>
                    <a:pt x="127557" y="184"/>
                  </a:lnTo>
                  <a:lnTo>
                    <a:pt x="126296" y="133"/>
                  </a:lnTo>
                  <a:lnTo>
                    <a:pt x="125035" y="92"/>
                  </a:lnTo>
                  <a:lnTo>
                    <a:pt x="123713" y="62"/>
                  </a:lnTo>
                  <a:lnTo>
                    <a:pt x="122422" y="36"/>
                  </a:lnTo>
                  <a:lnTo>
                    <a:pt x="121100" y="16"/>
                  </a:lnTo>
                  <a:lnTo>
                    <a:pt x="119748" y="5"/>
                  </a:lnTo>
                  <a:lnTo>
                    <a:pt x="118427" y="0"/>
                  </a:lnTo>
                  <a:close/>
                </a:path>
              </a:pathLst>
            </a:custGeom>
            <a:solidFill>
              <a:srgbClr val="4C07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60"/>
            <p:cNvSpPr/>
            <p:nvPr/>
          </p:nvSpPr>
          <p:spPr>
            <a:xfrm flipH="1">
              <a:off x="275804" y="116387"/>
              <a:ext cx="4735526" cy="1583721"/>
            </a:xfrm>
            <a:custGeom>
              <a:avLst/>
              <a:gdLst/>
              <a:ahLst/>
              <a:cxnLst/>
              <a:rect l="l" t="t" r="r" b="b"/>
              <a:pathLst>
                <a:path w="144167" h="8177" fill="none" extrusionOk="0">
                  <a:moveTo>
                    <a:pt x="25920" y="0"/>
                  </a:moveTo>
                  <a:lnTo>
                    <a:pt x="118427" y="0"/>
                  </a:lnTo>
                  <a:lnTo>
                    <a:pt x="118427" y="0"/>
                  </a:lnTo>
                  <a:lnTo>
                    <a:pt x="119748" y="5"/>
                  </a:lnTo>
                  <a:lnTo>
                    <a:pt x="121100" y="16"/>
                  </a:lnTo>
                  <a:lnTo>
                    <a:pt x="122422" y="36"/>
                  </a:lnTo>
                  <a:lnTo>
                    <a:pt x="123713" y="62"/>
                  </a:lnTo>
                  <a:lnTo>
                    <a:pt x="125035" y="92"/>
                  </a:lnTo>
                  <a:lnTo>
                    <a:pt x="126296" y="133"/>
                  </a:lnTo>
                  <a:lnTo>
                    <a:pt x="127557" y="184"/>
                  </a:lnTo>
                  <a:lnTo>
                    <a:pt x="128759" y="245"/>
                  </a:lnTo>
                  <a:lnTo>
                    <a:pt x="129960" y="312"/>
                  </a:lnTo>
                  <a:lnTo>
                    <a:pt x="131102" y="393"/>
                  </a:lnTo>
                  <a:lnTo>
                    <a:pt x="131642" y="434"/>
                  </a:lnTo>
                  <a:lnTo>
                    <a:pt x="132183" y="480"/>
                  </a:lnTo>
                  <a:lnTo>
                    <a:pt x="132723" y="526"/>
                  </a:lnTo>
                  <a:lnTo>
                    <a:pt x="133234" y="577"/>
                  </a:lnTo>
                  <a:lnTo>
                    <a:pt x="133715" y="628"/>
                  </a:lnTo>
                  <a:lnTo>
                    <a:pt x="134225" y="684"/>
                  </a:lnTo>
                  <a:lnTo>
                    <a:pt x="134676" y="745"/>
                  </a:lnTo>
                  <a:lnTo>
                    <a:pt x="135126" y="801"/>
                  </a:lnTo>
                  <a:lnTo>
                    <a:pt x="135577" y="867"/>
                  </a:lnTo>
                  <a:lnTo>
                    <a:pt x="135997" y="934"/>
                  </a:lnTo>
                  <a:lnTo>
                    <a:pt x="136388" y="1005"/>
                  </a:lnTo>
                  <a:lnTo>
                    <a:pt x="136778" y="1077"/>
                  </a:lnTo>
                  <a:lnTo>
                    <a:pt x="136778" y="1077"/>
                  </a:lnTo>
                  <a:lnTo>
                    <a:pt x="137499" y="1225"/>
                  </a:lnTo>
                  <a:lnTo>
                    <a:pt x="138190" y="1378"/>
                  </a:lnTo>
                  <a:lnTo>
                    <a:pt x="138820" y="1536"/>
                  </a:lnTo>
                  <a:lnTo>
                    <a:pt x="139451" y="1704"/>
                  </a:lnTo>
                  <a:lnTo>
                    <a:pt x="140052" y="1872"/>
                  </a:lnTo>
                  <a:lnTo>
                    <a:pt x="140623" y="2051"/>
                  </a:lnTo>
                  <a:lnTo>
                    <a:pt x="141133" y="2229"/>
                  </a:lnTo>
                  <a:lnTo>
                    <a:pt x="141644" y="2413"/>
                  </a:lnTo>
                  <a:lnTo>
                    <a:pt x="142094" y="2602"/>
                  </a:lnTo>
                  <a:lnTo>
                    <a:pt x="142485" y="2790"/>
                  </a:lnTo>
                  <a:lnTo>
                    <a:pt x="142875" y="2984"/>
                  </a:lnTo>
                  <a:lnTo>
                    <a:pt x="143206" y="3178"/>
                  </a:lnTo>
                  <a:lnTo>
                    <a:pt x="143476" y="3377"/>
                  </a:lnTo>
                  <a:lnTo>
                    <a:pt x="143716" y="3576"/>
                  </a:lnTo>
                  <a:lnTo>
                    <a:pt x="143896" y="3775"/>
                  </a:lnTo>
                  <a:lnTo>
                    <a:pt x="144046" y="3979"/>
                  </a:lnTo>
                  <a:lnTo>
                    <a:pt x="144137" y="4178"/>
                  </a:lnTo>
                  <a:lnTo>
                    <a:pt x="144167" y="4382"/>
                  </a:lnTo>
                  <a:lnTo>
                    <a:pt x="144167" y="4581"/>
                  </a:lnTo>
                  <a:lnTo>
                    <a:pt x="144107" y="4785"/>
                  </a:lnTo>
                  <a:lnTo>
                    <a:pt x="143986" y="4984"/>
                  </a:lnTo>
                  <a:lnTo>
                    <a:pt x="143806" y="5183"/>
                  </a:lnTo>
                  <a:lnTo>
                    <a:pt x="143566" y="5376"/>
                  </a:lnTo>
                  <a:lnTo>
                    <a:pt x="143266" y="5570"/>
                  </a:lnTo>
                  <a:lnTo>
                    <a:pt x="142905" y="5764"/>
                  </a:lnTo>
                  <a:lnTo>
                    <a:pt x="142485" y="5948"/>
                  </a:lnTo>
                  <a:lnTo>
                    <a:pt x="142004" y="6136"/>
                  </a:lnTo>
                  <a:lnTo>
                    <a:pt x="141433" y="6315"/>
                  </a:lnTo>
                  <a:lnTo>
                    <a:pt x="140833" y="6493"/>
                  </a:lnTo>
                  <a:lnTo>
                    <a:pt x="140502" y="6575"/>
                  </a:lnTo>
                  <a:lnTo>
                    <a:pt x="140142" y="6662"/>
                  </a:lnTo>
                  <a:lnTo>
                    <a:pt x="139782" y="6749"/>
                  </a:lnTo>
                  <a:lnTo>
                    <a:pt x="139391" y="6830"/>
                  </a:lnTo>
                  <a:lnTo>
                    <a:pt x="138971" y="6912"/>
                  </a:lnTo>
                  <a:lnTo>
                    <a:pt x="138550" y="6993"/>
                  </a:lnTo>
                  <a:lnTo>
                    <a:pt x="138550" y="6993"/>
                  </a:lnTo>
                  <a:lnTo>
                    <a:pt x="138220" y="7049"/>
                  </a:lnTo>
                  <a:lnTo>
                    <a:pt x="137829" y="7111"/>
                  </a:lnTo>
                  <a:lnTo>
                    <a:pt x="137439" y="7172"/>
                  </a:lnTo>
                  <a:lnTo>
                    <a:pt x="137018" y="7228"/>
                  </a:lnTo>
                  <a:lnTo>
                    <a:pt x="136568" y="7289"/>
                  </a:lnTo>
                  <a:lnTo>
                    <a:pt x="136117" y="7345"/>
                  </a:lnTo>
                  <a:lnTo>
                    <a:pt x="135126" y="7452"/>
                  </a:lnTo>
                  <a:lnTo>
                    <a:pt x="134045" y="7554"/>
                  </a:lnTo>
                  <a:lnTo>
                    <a:pt x="132904" y="7651"/>
                  </a:lnTo>
                  <a:lnTo>
                    <a:pt x="131702" y="7743"/>
                  </a:lnTo>
                  <a:lnTo>
                    <a:pt x="130441" y="7830"/>
                  </a:lnTo>
                  <a:lnTo>
                    <a:pt x="129119" y="7901"/>
                  </a:lnTo>
                  <a:lnTo>
                    <a:pt x="127738" y="7973"/>
                  </a:lnTo>
                  <a:lnTo>
                    <a:pt x="126356" y="8029"/>
                  </a:lnTo>
                  <a:lnTo>
                    <a:pt x="124914" y="8080"/>
                  </a:lnTo>
                  <a:lnTo>
                    <a:pt x="123443" y="8121"/>
                  </a:lnTo>
                  <a:lnTo>
                    <a:pt x="121941" y="8151"/>
                  </a:lnTo>
                  <a:lnTo>
                    <a:pt x="120469" y="8167"/>
                  </a:lnTo>
                  <a:lnTo>
                    <a:pt x="118937" y="8172"/>
                  </a:lnTo>
                  <a:lnTo>
                    <a:pt x="118937" y="8172"/>
                  </a:lnTo>
                  <a:lnTo>
                    <a:pt x="117526" y="8167"/>
                  </a:lnTo>
                  <a:lnTo>
                    <a:pt x="116114" y="8151"/>
                  </a:lnTo>
                  <a:lnTo>
                    <a:pt x="25229" y="8151"/>
                  </a:lnTo>
                  <a:lnTo>
                    <a:pt x="25229" y="8151"/>
                  </a:lnTo>
                  <a:lnTo>
                    <a:pt x="24478" y="8161"/>
                  </a:lnTo>
                  <a:lnTo>
                    <a:pt x="23728" y="8172"/>
                  </a:lnTo>
                  <a:lnTo>
                    <a:pt x="23007" y="8177"/>
                  </a:lnTo>
                  <a:lnTo>
                    <a:pt x="22256" y="8177"/>
                  </a:lnTo>
                  <a:lnTo>
                    <a:pt x="22256" y="8177"/>
                  </a:lnTo>
                  <a:lnTo>
                    <a:pt x="20874" y="8172"/>
                  </a:lnTo>
                  <a:lnTo>
                    <a:pt x="19493" y="8151"/>
                  </a:lnTo>
                  <a:lnTo>
                    <a:pt x="18111" y="8126"/>
                  </a:lnTo>
                  <a:lnTo>
                    <a:pt x="17450" y="8105"/>
                  </a:lnTo>
                  <a:lnTo>
                    <a:pt x="16790" y="8085"/>
                  </a:lnTo>
                  <a:lnTo>
                    <a:pt x="16099" y="8059"/>
                  </a:lnTo>
                  <a:lnTo>
                    <a:pt x="15468" y="8029"/>
                  </a:lnTo>
                  <a:lnTo>
                    <a:pt x="14807" y="7998"/>
                  </a:lnTo>
                  <a:lnTo>
                    <a:pt x="14177" y="7962"/>
                  </a:lnTo>
                  <a:lnTo>
                    <a:pt x="13546" y="7927"/>
                  </a:lnTo>
                  <a:lnTo>
                    <a:pt x="12915" y="7886"/>
                  </a:lnTo>
                  <a:lnTo>
                    <a:pt x="12314" y="7845"/>
                  </a:lnTo>
                  <a:lnTo>
                    <a:pt x="11714" y="7794"/>
                  </a:lnTo>
                  <a:lnTo>
                    <a:pt x="11113" y="7748"/>
                  </a:lnTo>
                  <a:lnTo>
                    <a:pt x="10542" y="7692"/>
                  </a:lnTo>
                  <a:lnTo>
                    <a:pt x="9972" y="7636"/>
                  </a:lnTo>
                  <a:lnTo>
                    <a:pt x="9431" y="7575"/>
                  </a:lnTo>
                  <a:lnTo>
                    <a:pt x="8890" y="7514"/>
                  </a:lnTo>
                  <a:lnTo>
                    <a:pt x="8380" y="7447"/>
                  </a:lnTo>
                  <a:lnTo>
                    <a:pt x="7869" y="7381"/>
                  </a:lnTo>
                  <a:lnTo>
                    <a:pt x="7359" y="7305"/>
                  </a:lnTo>
                  <a:lnTo>
                    <a:pt x="6908" y="7233"/>
                  </a:lnTo>
                  <a:lnTo>
                    <a:pt x="6428" y="7151"/>
                  </a:lnTo>
                  <a:lnTo>
                    <a:pt x="6007" y="7070"/>
                  </a:lnTo>
                  <a:lnTo>
                    <a:pt x="5587" y="6983"/>
                  </a:lnTo>
                  <a:lnTo>
                    <a:pt x="5166" y="6891"/>
                  </a:lnTo>
                  <a:lnTo>
                    <a:pt x="4806" y="6800"/>
                  </a:lnTo>
                  <a:lnTo>
                    <a:pt x="4415" y="6703"/>
                  </a:lnTo>
                  <a:lnTo>
                    <a:pt x="4085" y="6606"/>
                  </a:lnTo>
                  <a:lnTo>
                    <a:pt x="4085" y="6606"/>
                  </a:lnTo>
                  <a:lnTo>
                    <a:pt x="3364" y="6376"/>
                  </a:lnTo>
                  <a:lnTo>
                    <a:pt x="2703" y="6147"/>
                  </a:lnTo>
                  <a:lnTo>
                    <a:pt x="2103" y="5922"/>
                  </a:lnTo>
                  <a:lnTo>
                    <a:pt x="1562" y="5698"/>
                  </a:lnTo>
                  <a:lnTo>
                    <a:pt x="1081" y="5473"/>
                  </a:lnTo>
                  <a:lnTo>
                    <a:pt x="661" y="5254"/>
                  </a:lnTo>
                  <a:lnTo>
                    <a:pt x="300" y="5035"/>
                  </a:lnTo>
                  <a:lnTo>
                    <a:pt x="0" y="4820"/>
                  </a:lnTo>
                  <a:lnTo>
                    <a:pt x="0" y="4820"/>
                  </a:lnTo>
                  <a:lnTo>
                    <a:pt x="811" y="4800"/>
                  </a:lnTo>
                  <a:lnTo>
                    <a:pt x="1682" y="4775"/>
                  </a:lnTo>
                  <a:lnTo>
                    <a:pt x="2523" y="4744"/>
                  </a:lnTo>
                  <a:lnTo>
                    <a:pt x="3394" y="4708"/>
                  </a:lnTo>
                  <a:lnTo>
                    <a:pt x="4235" y="4667"/>
                  </a:lnTo>
                  <a:lnTo>
                    <a:pt x="5106" y="4622"/>
                  </a:lnTo>
                  <a:lnTo>
                    <a:pt x="5947" y="4571"/>
                  </a:lnTo>
                  <a:lnTo>
                    <a:pt x="6818" y="4514"/>
                  </a:lnTo>
                  <a:lnTo>
                    <a:pt x="7659" y="4453"/>
                  </a:lnTo>
                  <a:lnTo>
                    <a:pt x="8470" y="4382"/>
                  </a:lnTo>
                  <a:lnTo>
                    <a:pt x="9311" y="4305"/>
                  </a:lnTo>
                  <a:lnTo>
                    <a:pt x="10122" y="4224"/>
                  </a:lnTo>
                  <a:lnTo>
                    <a:pt x="10903" y="4132"/>
                  </a:lnTo>
                  <a:lnTo>
                    <a:pt x="11684" y="4035"/>
                  </a:lnTo>
                  <a:lnTo>
                    <a:pt x="12404" y="3928"/>
                  </a:lnTo>
                  <a:lnTo>
                    <a:pt x="13155" y="3816"/>
                  </a:lnTo>
                  <a:lnTo>
                    <a:pt x="13846" y="3693"/>
                  </a:lnTo>
                  <a:lnTo>
                    <a:pt x="14507" y="3566"/>
                  </a:lnTo>
                  <a:lnTo>
                    <a:pt x="15138" y="3428"/>
                  </a:lnTo>
                  <a:lnTo>
                    <a:pt x="15738" y="3285"/>
                  </a:lnTo>
                  <a:lnTo>
                    <a:pt x="16309" y="3127"/>
                  </a:lnTo>
                  <a:lnTo>
                    <a:pt x="16820" y="2964"/>
                  </a:lnTo>
                  <a:lnTo>
                    <a:pt x="17300" y="2796"/>
                  </a:lnTo>
                  <a:lnTo>
                    <a:pt x="17751" y="2612"/>
                  </a:lnTo>
                  <a:lnTo>
                    <a:pt x="18141" y="2418"/>
                  </a:lnTo>
                  <a:lnTo>
                    <a:pt x="18471" y="2219"/>
                  </a:lnTo>
                  <a:lnTo>
                    <a:pt x="18772" y="2005"/>
                  </a:lnTo>
                  <a:lnTo>
                    <a:pt x="19012" y="1780"/>
                  </a:lnTo>
                  <a:lnTo>
                    <a:pt x="19192" y="1551"/>
                  </a:lnTo>
                  <a:lnTo>
                    <a:pt x="19312" y="1306"/>
                  </a:lnTo>
                  <a:lnTo>
                    <a:pt x="19373" y="1051"/>
                  </a:lnTo>
                  <a:lnTo>
                    <a:pt x="19373" y="786"/>
                  </a:lnTo>
                  <a:lnTo>
                    <a:pt x="19373" y="786"/>
                  </a:lnTo>
                  <a:lnTo>
                    <a:pt x="19312" y="602"/>
                  </a:lnTo>
                  <a:lnTo>
                    <a:pt x="19252" y="429"/>
                  </a:lnTo>
                  <a:lnTo>
                    <a:pt x="19162" y="260"/>
                  </a:lnTo>
                  <a:lnTo>
                    <a:pt x="19072" y="92"/>
                  </a:lnTo>
                  <a:lnTo>
                    <a:pt x="19072" y="92"/>
                  </a:lnTo>
                  <a:lnTo>
                    <a:pt x="20754" y="56"/>
                  </a:lnTo>
                  <a:lnTo>
                    <a:pt x="22466" y="26"/>
                  </a:lnTo>
                  <a:lnTo>
                    <a:pt x="24178" y="11"/>
                  </a:lnTo>
                  <a:lnTo>
                    <a:pt x="2592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60"/>
            <p:cNvSpPr/>
            <p:nvPr/>
          </p:nvSpPr>
          <p:spPr>
            <a:xfrm flipH="1">
              <a:off x="4384845" y="-516948"/>
              <a:ext cx="1512463" cy="1575974"/>
            </a:xfrm>
            <a:custGeom>
              <a:avLst/>
              <a:gdLst/>
              <a:ahLst/>
              <a:cxnLst/>
              <a:rect l="l" t="t" r="r" b="b"/>
              <a:pathLst>
                <a:path w="46045" h="8137" extrusionOk="0">
                  <a:moveTo>
                    <a:pt x="22317" y="1"/>
                  </a:moveTo>
                  <a:lnTo>
                    <a:pt x="21536" y="6"/>
                  </a:lnTo>
                  <a:lnTo>
                    <a:pt x="20725" y="16"/>
                  </a:lnTo>
                  <a:lnTo>
                    <a:pt x="19884" y="31"/>
                  </a:lnTo>
                  <a:lnTo>
                    <a:pt x="19013" y="57"/>
                  </a:lnTo>
                  <a:lnTo>
                    <a:pt x="18142" y="88"/>
                  </a:lnTo>
                  <a:lnTo>
                    <a:pt x="17211" y="128"/>
                  </a:lnTo>
                  <a:lnTo>
                    <a:pt x="16280" y="174"/>
                  </a:lnTo>
                  <a:lnTo>
                    <a:pt x="15349" y="225"/>
                  </a:lnTo>
                  <a:lnTo>
                    <a:pt x="14418" y="292"/>
                  </a:lnTo>
                  <a:lnTo>
                    <a:pt x="13457" y="358"/>
                  </a:lnTo>
                  <a:lnTo>
                    <a:pt x="12495" y="439"/>
                  </a:lnTo>
                  <a:lnTo>
                    <a:pt x="11564" y="521"/>
                  </a:lnTo>
                  <a:lnTo>
                    <a:pt x="10633" y="618"/>
                  </a:lnTo>
                  <a:lnTo>
                    <a:pt x="9702" y="720"/>
                  </a:lnTo>
                  <a:lnTo>
                    <a:pt x="8801" y="832"/>
                  </a:lnTo>
                  <a:lnTo>
                    <a:pt x="7930" y="955"/>
                  </a:lnTo>
                  <a:lnTo>
                    <a:pt x="7059" y="1087"/>
                  </a:lnTo>
                  <a:lnTo>
                    <a:pt x="6218" y="1225"/>
                  </a:lnTo>
                  <a:lnTo>
                    <a:pt x="5437" y="1378"/>
                  </a:lnTo>
                  <a:lnTo>
                    <a:pt x="4686" y="1536"/>
                  </a:lnTo>
                  <a:lnTo>
                    <a:pt x="3966" y="1704"/>
                  </a:lnTo>
                  <a:lnTo>
                    <a:pt x="3605" y="1796"/>
                  </a:lnTo>
                  <a:lnTo>
                    <a:pt x="3275" y="1888"/>
                  </a:lnTo>
                  <a:lnTo>
                    <a:pt x="2974" y="1980"/>
                  </a:lnTo>
                  <a:lnTo>
                    <a:pt x="2674" y="2077"/>
                  </a:lnTo>
                  <a:lnTo>
                    <a:pt x="2374" y="2179"/>
                  </a:lnTo>
                  <a:lnTo>
                    <a:pt x="2103" y="2281"/>
                  </a:lnTo>
                  <a:lnTo>
                    <a:pt x="1833" y="2383"/>
                  </a:lnTo>
                  <a:lnTo>
                    <a:pt x="1593" y="2490"/>
                  </a:lnTo>
                  <a:lnTo>
                    <a:pt x="1353" y="2602"/>
                  </a:lnTo>
                  <a:lnTo>
                    <a:pt x="1142" y="2714"/>
                  </a:lnTo>
                  <a:lnTo>
                    <a:pt x="962" y="2832"/>
                  </a:lnTo>
                  <a:lnTo>
                    <a:pt x="782" y="2949"/>
                  </a:lnTo>
                  <a:lnTo>
                    <a:pt x="602" y="3071"/>
                  </a:lnTo>
                  <a:lnTo>
                    <a:pt x="452" y="3194"/>
                  </a:lnTo>
                  <a:lnTo>
                    <a:pt x="331" y="3321"/>
                  </a:lnTo>
                  <a:lnTo>
                    <a:pt x="211" y="3449"/>
                  </a:lnTo>
                  <a:lnTo>
                    <a:pt x="121" y="3582"/>
                  </a:lnTo>
                  <a:lnTo>
                    <a:pt x="61" y="3719"/>
                  </a:lnTo>
                  <a:lnTo>
                    <a:pt x="31" y="3857"/>
                  </a:lnTo>
                  <a:lnTo>
                    <a:pt x="1" y="4000"/>
                  </a:lnTo>
                  <a:lnTo>
                    <a:pt x="1" y="4143"/>
                  </a:lnTo>
                  <a:lnTo>
                    <a:pt x="1" y="4290"/>
                  </a:lnTo>
                  <a:lnTo>
                    <a:pt x="91" y="4586"/>
                  </a:lnTo>
                  <a:lnTo>
                    <a:pt x="241" y="4862"/>
                  </a:lnTo>
                  <a:lnTo>
                    <a:pt x="452" y="5122"/>
                  </a:lnTo>
                  <a:lnTo>
                    <a:pt x="692" y="5367"/>
                  </a:lnTo>
                  <a:lnTo>
                    <a:pt x="1022" y="5596"/>
                  </a:lnTo>
                  <a:lnTo>
                    <a:pt x="1353" y="5816"/>
                  </a:lnTo>
                  <a:lnTo>
                    <a:pt x="1773" y="6020"/>
                  </a:lnTo>
                  <a:lnTo>
                    <a:pt x="2224" y="6213"/>
                  </a:lnTo>
                  <a:lnTo>
                    <a:pt x="2704" y="6392"/>
                  </a:lnTo>
                  <a:lnTo>
                    <a:pt x="3245" y="6560"/>
                  </a:lnTo>
                  <a:lnTo>
                    <a:pt x="3815" y="6713"/>
                  </a:lnTo>
                  <a:lnTo>
                    <a:pt x="4416" y="6861"/>
                  </a:lnTo>
                  <a:lnTo>
                    <a:pt x="5047" y="6994"/>
                  </a:lnTo>
                  <a:lnTo>
                    <a:pt x="5708" y="7121"/>
                  </a:lnTo>
                  <a:lnTo>
                    <a:pt x="6398" y="7234"/>
                  </a:lnTo>
                  <a:lnTo>
                    <a:pt x="7119" y="7341"/>
                  </a:lnTo>
                  <a:lnTo>
                    <a:pt x="7840" y="7432"/>
                  </a:lnTo>
                  <a:lnTo>
                    <a:pt x="8621" y="7524"/>
                  </a:lnTo>
                  <a:lnTo>
                    <a:pt x="9372" y="7601"/>
                  </a:lnTo>
                  <a:lnTo>
                    <a:pt x="10183" y="7672"/>
                  </a:lnTo>
                  <a:lnTo>
                    <a:pt x="10994" y="7739"/>
                  </a:lnTo>
                  <a:lnTo>
                    <a:pt x="11805" y="7800"/>
                  </a:lnTo>
                  <a:lnTo>
                    <a:pt x="12646" y="7851"/>
                  </a:lnTo>
                  <a:lnTo>
                    <a:pt x="13457" y="7897"/>
                  </a:lnTo>
                  <a:lnTo>
                    <a:pt x="14298" y="7937"/>
                  </a:lnTo>
                  <a:lnTo>
                    <a:pt x="15138" y="7973"/>
                  </a:lnTo>
                  <a:lnTo>
                    <a:pt x="15979" y="8004"/>
                  </a:lnTo>
                  <a:lnTo>
                    <a:pt x="16820" y="8034"/>
                  </a:lnTo>
                  <a:lnTo>
                    <a:pt x="17661" y="8055"/>
                  </a:lnTo>
                  <a:lnTo>
                    <a:pt x="18472" y="8075"/>
                  </a:lnTo>
                  <a:lnTo>
                    <a:pt x="20094" y="8111"/>
                  </a:lnTo>
                  <a:lnTo>
                    <a:pt x="20755" y="8121"/>
                  </a:lnTo>
                  <a:lnTo>
                    <a:pt x="21476" y="8131"/>
                  </a:lnTo>
                  <a:lnTo>
                    <a:pt x="22197" y="8136"/>
                  </a:lnTo>
                  <a:lnTo>
                    <a:pt x="23939" y="8136"/>
                  </a:lnTo>
                  <a:lnTo>
                    <a:pt x="24900" y="8126"/>
                  </a:lnTo>
                  <a:lnTo>
                    <a:pt x="25921" y="8111"/>
                  </a:lnTo>
                  <a:lnTo>
                    <a:pt x="26972" y="8090"/>
                  </a:lnTo>
                  <a:lnTo>
                    <a:pt x="26792" y="7943"/>
                  </a:lnTo>
                  <a:lnTo>
                    <a:pt x="26642" y="7795"/>
                  </a:lnTo>
                  <a:lnTo>
                    <a:pt x="26492" y="7652"/>
                  </a:lnTo>
                  <a:lnTo>
                    <a:pt x="26401" y="7504"/>
                  </a:lnTo>
                  <a:lnTo>
                    <a:pt x="26341" y="7361"/>
                  </a:lnTo>
                  <a:lnTo>
                    <a:pt x="26281" y="7223"/>
                  </a:lnTo>
                  <a:lnTo>
                    <a:pt x="26281" y="7081"/>
                  </a:lnTo>
                  <a:lnTo>
                    <a:pt x="26281" y="6943"/>
                  </a:lnTo>
                  <a:lnTo>
                    <a:pt x="26311" y="6805"/>
                  </a:lnTo>
                  <a:lnTo>
                    <a:pt x="26371" y="6673"/>
                  </a:lnTo>
                  <a:lnTo>
                    <a:pt x="26462" y="6540"/>
                  </a:lnTo>
                  <a:lnTo>
                    <a:pt x="26582" y="6407"/>
                  </a:lnTo>
                  <a:lnTo>
                    <a:pt x="26702" y="6275"/>
                  </a:lnTo>
                  <a:lnTo>
                    <a:pt x="26882" y="6147"/>
                  </a:lnTo>
                  <a:lnTo>
                    <a:pt x="27062" y="6020"/>
                  </a:lnTo>
                  <a:lnTo>
                    <a:pt x="27272" y="5897"/>
                  </a:lnTo>
                  <a:lnTo>
                    <a:pt x="27513" y="5775"/>
                  </a:lnTo>
                  <a:lnTo>
                    <a:pt x="27783" y="5652"/>
                  </a:lnTo>
                  <a:lnTo>
                    <a:pt x="28053" y="5530"/>
                  </a:lnTo>
                  <a:lnTo>
                    <a:pt x="28354" y="5413"/>
                  </a:lnTo>
                  <a:lnTo>
                    <a:pt x="28684" y="5300"/>
                  </a:lnTo>
                  <a:lnTo>
                    <a:pt x="29045" y="5188"/>
                  </a:lnTo>
                  <a:lnTo>
                    <a:pt x="29405" y="5076"/>
                  </a:lnTo>
                  <a:lnTo>
                    <a:pt x="29795" y="4964"/>
                  </a:lnTo>
                  <a:lnTo>
                    <a:pt x="30216" y="4862"/>
                  </a:lnTo>
                  <a:lnTo>
                    <a:pt x="30666" y="4755"/>
                  </a:lnTo>
                  <a:lnTo>
                    <a:pt x="31147" y="4653"/>
                  </a:lnTo>
                  <a:lnTo>
                    <a:pt x="31628" y="4551"/>
                  </a:lnTo>
                  <a:lnTo>
                    <a:pt x="32138" y="4454"/>
                  </a:lnTo>
                  <a:lnTo>
                    <a:pt x="32649" y="4357"/>
                  </a:lnTo>
                  <a:lnTo>
                    <a:pt x="33189" y="4265"/>
                  </a:lnTo>
                  <a:lnTo>
                    <a:pt x="33760" y="4173"/>
                  </a:lnTo>
                  <a:lnTo>
                    <a:pt x="34271" y="4102"/>
                  </a:lnTo>
                  <a:lnTo>
                    <a:pt x="34781" y="4035"/>
                  </a:lnTo>
                  <a:lnTo>
                    <a:pt x="35382" y="3969"/>
                  </a:lnTo>
                  <a:lnTo>
                    <a:pt x="35983" y="3908"/>
                  </a:lnTo>
                  <a:lnTo>
                    <a:pt x="36643" y="3847"/>
                  </a:lnTo>
                  <a:lnTo>
                    <a:pt x="37364" y="3786"/>
                  </a:lnTo>
                  <a:lnTo>
                    <a:pt x="38085" y="3735"/>
                  </a:lnTo>
                  <a:lnTo>
                    <a:pt x="38866" y="3678"/>
                  </a:lnTo>
                  <a:lnTo>
                    <a:pt x="39677" y="3627"/>
                  </a:lnTo>
                  <a:lnTo>
                    <a:pt x="40518" y="3582"/>
                  </a:lnTo>
                  <a:lnTo>
                    <a:pt x="41389" y="3536"/>
                  </a:lnTo>
                  <a:lnTo>
                    <a:pt x="42260" y="3495"/>
                  </a:lnTo>
                  <a:lnTo>
                    <a:pt x="43191" y="3459"/>
                  </a:lnTo>
                  <a:lnTo>
                    <a:pt x="44122" y="3423"/>
                  </a:lnTo>
                  <a:lnTo>
                    <a:pt x="45083" y="3393"/>
                  </a:lnTo>
                  <a:lnTo>
                    <a:pt x="46044" y="3362"/>
                  </a:lnTo>
                  <a:lnTo>
                    <a:pt x="45924" y="3224"/>
                  </a:lnTo>
                  <a:lnTo>
                    <a:pt x="45804" y="3087"/>
                  </a:lnTo>
                  <a:lnTo>
                    <a:pt x="45654" y="2954"/>
                  </a:lnTo>
                  <a:lnTo>
                    <a:pt x="45504" y="2827"/>
                  </a:lnTo>
                  <a:lnTo>
                    <a:pt x="45323" y="2704"/>
                  </a:lnTo>
                  <a:lnTo>
                    <a:pt x="45113" y="2582"/>
                  </a:lnTo>
                  <a:lnTo>
                    <a:pt x="44903" y="2464"/>
                  </a:lnTo>
                  <a:lnTo>
                    <a:pt x="44693" y="2347"/>
                  </a:lnTo>
                  <a:lnTo>
                    <a:pt x="44452" y="2240"/>
                  </a:lnTo>
                  <a:lnTo>
                    <a:pt x="44212" y="2133"/>
                  </a:lnTo>
                  <a:lnTo>
                    <a:pt x="43942" y="2031"/>
                  </a:lnTo>
                  <a:lnTo>
                    <a:pt x="43671" y="1929"/>
                  </a:lnTo>
                  <a:lnTo>
                    <a:pt x="43401" y="1832"/>
                  </a:lnTo>
                  <a:lnTo>
                    <a:pt x="43101" y="1740"/>
                  </a:lnTo>
                  <a:lnTo>
                    <a:pt x="42770" y="1648"/>
                  </a:lnTo>
                  <a:lnTo>
                    <a:pt x="42470" y="1562"/>
                  </a:lnTo>
                  <a:lnTo>
                    <a:pt x="42140" y="1475"/>
                  </a:lnTo>
                  <a:lnTo>
                    <a:pt x="41809" y="1393"/>
                  </a:lnTo>
                  <a:lnTo>
                    <a:pt x="41088" y="1240"/>
                  </a:lnTo>
                  <a:lnTo>
                    <a:pt x="40338" y="1097"/>
                  </a:lnTo>
                  <a:lnTo>
                    <a:pt x="39557" y="970"/>
                  </a:lnTo>
                  <a:lnTo>
                    <a:pt x="38776" y="848"/>
                  </a:lnTo>
                  <a:lnTo>
                    <a:pt x="37935" y="735"/>
                  </a:lnTo>
                  <a:lnTo>
                    <a:pt x="37094" y="638"/>
                  </a:lnTo>
                  <a:lnTo>
                    <a:pt x="36223" y="547"/>
                  </a:lnTo>
                  <a:lnTo>
                    <a:pt x="35352" y="465"/>
                  </a:lnTo>
                  <a:lnTo>
                    <a:pt x="34451" y="388"/>
                  </a:lnTo>
                  <a:lnTo>
                    <a:pt x="33550" y="322"/>
                  </a:lnTo>
                  <a:lnTo>
                    <a:pt x="32649" y="266"/>
                  </a:lnTo>
                  <a:lnTo>
                    <a:pt x="31748" y="215"/>
                  </a:lnTo>
                  <a:lnTo>
                    <a:pt x="30847" y="169"/>
                  </a:lnTo>
                  <a:lnTo>
                    <a:pt x="29946" y="128"/>
                  </a:lnTo>
                  <a:lnTo>
                    <a:pt x="29075" y="98"/>
                  </a:lnTo>
                  <a:lnTo>
                    <a:pt x="28204" y="72"/>
                  </a:lnTo>
                  <a:lnTo>
                    <a:pt x="27333" y="52"/>
                  </a:lnTo>
                  <a:lnTo>
                    <a:pt x="26492" y="31"/>
                  </a:lnTo>
                  <a:lnTo>
                    <a:pt x="25681" y="21"/>
                  </a:lnTo>
                  <a:lnTo>
                    <a:pt x="24900" y="11"/>
                  </a:lnTo>
                  <a:lnTo>
                    <a:pt x="24149" y="1"/>
                  </a:lnTo>
                  <a:close/>
                </a:path>
              </a:pathLst>
            </a:custGeom>
            <a:solidFill>
              <a:srgbClr val="3E17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60"/>
            <p:cNvSpPr/>
            <p:nvPr/>
          </p:nvSpPr>
          <p:spPr>
            <a:xfrm flipH="1">
              <a:off x="4384845" y="-516948"/>
              <a:ext cx="1512463" cy="1575974"/>
            </a:xfrm>
            <a:custGeom>
              <a:avLst/>
              <a:gdLst/>
              <a:ahLst/>
              <a:cxnLst/>
              <a:rect l="l" t="t" r="r" b="b"/>
              <a:pathLst>
                <a:path w="46045" h="8137" fill="none" extrusionOk="0">
                  <a:moveTo>
                    <a:pt x="22737" y="1"/>
                  </a:moveTo>
                  <a:lnTo>
                    <a:pt x="22737" y="1"/>
                  </a:lnTo>
                  <a:lnTo>
                    <a:pt x="24149" y="1"/>
                  </a:lnTo>
                  <a:lnTo>
                    <a:pt x="24900" y="11"/>
                  </a:lnTo>
                  <a:lnTo>
                    <a:pt x="25681" y="21"/>
                  </a:lnTo>
                  <a:lnTo>
                    <a:pt x="26492" y="31"/>
                  </a:lnTo>
                  <a:lnTo>
                    <a:pt x="27333" y="52"/>
                  </a:lnTo>
                  <a:lnTo>
                    <a:pt x="28204" y="72"/>
                  </a:lnTo>
                  <a:lnTo>
                    <a:pt x="29075" y="98"/>
                  </a:lnTo>
                  <a:lnTo>
                    <a:pt x="29946" y="128"/>
                  </a:lnTo>
                  <a:lnTo>
                    <a:pt x="30847" y="169"/>
                  </a:lnTo>
                  <a:lnTo>
                    <a:pt x="31748" y="215"/>
                  </a:lnTo>
                  <a:lnTo>
                    <a:pt x="32649" y="266"/>
                  </a:lnTo>
                  <a:lnTo>
                    <a:pt x="33550" y="322"/>
                  </a:lnTo>
                  <a:lnTo>
                    <a:pt x="34451" y="388"/>
                  </a:lnTo>
                  <a:lnTo>
                    <a:pt x="35352" y="465"/>
                  </a:lnTo>
                  <a:lnTo>
                    <a:pt x="36223" y="547"/>
                  </a:lnTo>
                  <a:lnTo>
                    <a:pt x="37094" y="638"/>
                  </a:lnTo>
                  <a:lnTo>
                    <a:pt x="37935" y="735"/>
                  </a:lnTo>
                  <a:lnTo>
                    <a:pt x="38776" y="848"/>
                  </a:lnTo>
                  <a:lnTo>
                    <a:pt x="39557" y="970"/>
                  </a:lnTo>
                  <a:lnTo>
                    <a:pt x="40338" y="1097"/>
                  </a:lnTo>
                  <a:lnTo>
                    <a:pt x="41088" y="1240"/>
                  </a:lnTo>
                  <a:lnTo>
                    <a:pt x="41809" y="1393"/>
                  </a:lnTo>
                  <a:lnTo>
                    <a:pt x="42140" y="1475"/>
                  </a:lnTo>
                  <a:lnTo>
                    <a:pt x="42470" y="1562"/>
                  </a:lnTo>
                  <a:lnTo>
                    <a:pt x="42770" y="1648"/>
                  </a:lnTo>
                  <a:lnTo>
                    <a:pt x="43101" y="1740"/>
                  </a:lnTo>
                  <a:lnTo>
                    <a:pt x="43401" y="1832"/>
                  </a:lnTo>
                  <a:lnTo>
                    <a:pt x="43671" y="1929"/>
                  </a:lnTo>
                  <a:lnTo>
                    <a:pt x="43942" y="2031"/>
                  </a:lnTo>
                  <a:lnTo>
                    <a:pt x="44212" y="2133"/>
                  </a:lnTo>
                  <a:lnTo>
                    <a:pt x="44452" y="2240"/>
                  </a:lnTo>
                  <a:lnTo>
                    <a:pt x="44693" y="2347"/>
                  </a:lnTo>
                  <a:lnTo>
                    <a:pt x="44903" y="2464"/>
                  </a:lnTo>
                  <a:lnTo>
                    <a:pt x="45113" y="2582"/>
                  </a:lnTo>
                  <a:lnTo>
                    <a:pt x="45323" y="2704"/>
                  </a:lnTo>
                  <a:lnTo>
                    <a:pt x="45504" y="2827"/>
                  </a:lnTo>
                  <a:lnTo>
                    <a:pt x="45654" y="2954"/>
                  </a:lnTo>
                  <a:lnTo>
                    <a:pt x="45804" y="3087"/>
                  </a:lnTo>
                  <a:lnTo>
                    <a:pt x="45924" y="3224"/>
                  </a:lnTo>
                  <a:lnTo>
                    <a:pt x="46044" y="3362"/>
                  </a:lnTo>
                  <a:lnTo>
                    <a:pt x="46044" y="3362"/>
                  </a:lnTo>
                  <a:lnTo>
                    <a:pt x="45083" y="3393"/>
                  </a:lnTo>
                  <a:lnTo>
                    <a:pt x="44122" y="3423"/>
                  </a:lnTo>
                  <a:lnTo>
                    <a:pt x="43191" y="3459"/>
                  </a:lnTo>
                  <a:lnTo>
                    <a:pt x="42260" y="3495"/>
                  </a:lnTo>
                  <a:lnTo>
                    <a:pt x="41389" y="3536"/>
                  </a:lnTo>
                  <a:lnTo>
                    <a:pt x="40518" y="3582"/>
                  </a:lnTo>
                  <a:lnTo>
                    <a:pt x="39677" y="3627"/>
                  </a:lnTo>
                  <a:lnTo>
                    <a:pt x="38866" y="3678"/>
                  </a:lnTo>
                  <a:lnTo>
                    <a:pt x="38085" y="3735"/>
                  </a:lnTo>
                  <a:lnTo>
                    <a:pt x="37364" y="3786"/>
                  </a:lnTo>
                  <a:lnTo>
                    <a:pt x="36643" y="3847"/>
                  </a:lnTo>
                  <a:lnTo>
                    <a:pt x="35983" y="3908"/>
                  </a:lnTo>
                  <a:lnTo>
                    <a:pt x="35382" y="3969"/>
                  </a:lnTo>
                  <a:lnTo>
                    <a:pt x="34781" y="4035"/>
                  </a:lnTo>
                  <a:lnTo>
                    <a:pt x="34271" y="4102"/>
                  </a:lnTo>
                  <a:lnTo>
                    <a:pt x="33760" y="4173"/>
                  </a:lnTo>
                  <a:lnTo>
                    <a:pt x="33760" y="4173"/>
                  </a:lnTo>
                  <a:lnTo>
                    <a:pt x="33189" y="4265"/>
                  </a:lnTo>
                  <a:lnTo>
                    <a:pt x="32649" y="4357"/>
                  </a:lnTo>
                  <a:lnTo>
                    <a:pt x="32138" y="4454"/>
                  </a:lnTo>
                  <a:lnTo>
                    <a:pt x="31628" y="4551"/>
                  </a:lnTo>
                  <a:lnTo>
                    <a:pt x="31147" y="4653"/>
                  </a:lnTo>
                  <a:lnTo>
                    <a:pt x="30666" y="4755"/>
                  </a:lnTo>
                  <a:lnTo>
                    <a:pt x="30216" y="4862"/>
                  </a:lnTo>
                  <a:lnTo>
                    <a:pt x="29795" y="4964"/>
                  </a:lnTo>
                  <a:lnTo>
                    <a:pt x="29405" y="5076"/>
                  </a:lnTo>
                  <a:lnTo>
                    <a:pt x="29045" y="5188"/>
                  </a:lnTo>
                  <a:lnTo>
                    <a:pt x="28684" y="5300"/>
                  </a:lnTo>
                  <a:lnTo>
                    <a:pt x="28354" y="5413"/>
                  </a:lnTo>
                  <a:lnTo>
                    <a:pt x="28053" y="5530"/>
                  </a:lnTo>
                  <a:lnTo>
                    <a:pt x="27783" y="5652"/>
                  </a:lnTo>
                  <a:lnTo>
                    <a:pt x="27513" y="5775"/>
                  </a:lnTo>
                  <a:lnTo>
                    <a:pt x="27272" y="5897"/>
                  </a:lnTo>
                  <a:lnTo>
                    <a:pt x="27062" y="6020"/>
                  </a:lnTo>
                  <a:lnTo>
                    <a:pt x="26882" y="6147"/>
                  </a:lnTo>
                  <a:lnTo>
                    <a:pt x="26702" y="6275"/>
                  </a:lnTo>
                  <a:lnTo>
                    <a:pt x="26582" y="6407"/>
                  </a:lnTo>
                  <a:lnTo>
                    <a:pt x="26462" y="6540"/>
                  </a:lnTo>
                  <a:lnTo>
                    <a:pt x="26371" y="6673"/>
                  </a:lnTo>
                  <a:lnTo>
                    <a:pt x="26311" y="6805"/>
                  </a:lnTo>
                  <a:lnTo>
                    <a:pt x="26281" y="6943"/>
                  </a:lnTo>
                  <a:lnTo>
                    <a:pt x="26281" y="7081"/>
                  </a:lnTo>
                  <a:lnTo>
                    <a:pt x="26281" y="7223"/>
                  </a:lnTo>
                  <a:lnTo>
                    <a:pt x="26341" y="7361"/>
                  </a:lnTo>
                  <a:lnTo>
                    <a:pt x="26401" y="7504"/>
                  </a:lnTo>
                  <a:lnTo>
                    <a:pt x="26492" y="7652"/>
                  </a:lnTo>
                  <a:lnTo>
                    <a:pt x="26642" y="7795"/>
                  </a:lnTo>
                  <a:lnTo>
                    <a:pt x="26792" y="7943"/>
                  </a:lnTo>
                  <a:lnTo>
                    <a:pt x="26972" y="8090"/>
                  </a:lnTo>
                  <a:lnTo>
                    <a:pt x="26972" y="8090"/>
                  </a:lnTo>
                  <a:lnTo>
                    <a:pt x="25921" y="8111"/>
                  </a:lnTo>
                  <a:lnTo>
                    <a:pt x="24900" y="8126"/>
                  </a:lnTo>
                  <a:lnTo>
                    <a:pt x="23939" y="8136"/>
                  </a:lnTo>
                  <a:lnTo>
                    <a:pt x="22978" y="8136"/>
                  </a:lnTo>
                  <a:lnTo>
                    <a:pt x="22978" y="8136"/>
                  </a:lnTo>
                  <a:lnTo>
                    <a:pt x="22197" y="8136"/>
                  </a:lnTo>
                  <a:lnTo>
                    <a:pt x="21476" y="8131"/>
                  </a:lnTo>
                  <a:lnTo>
                    <a:pt x="20755" y="8121"/>
                  </a:lnTo>
                  <a:lnTo>
                    <a:pt x="20094" y="8111"/>
                  </a:lnTo>
                  <a:lnTo>
                    <a:pt x="20094" y="8111"/>
                  </a:lnTo>
                  <a:lnTo>
                    <a:pt x="18472" y="8075"/>
                  </a:lnTo>
                  <a:lnTo>
                    <a:pt x="17661" y="8055"/>
                  </a:lnTo>
                  <a:lnTo>
                    <a:pt x="16820" y="8034"/>
                  </a:lnTo>
                  <a:lnTo>
                    <a:pt x="15979" y="8004"/>
                  </a:lnTo>
                  <a:lnTo>
                    <a:pt x="15138" y="7973"/>
                  </a:lnTo>
                  <a:lnTo>
                    <a:pt x="14298" y="7937"/>
                  </a:lnTo>
                  <a:lnTo>
                    <a:pt x="13457" y="7897"/>
                  </a:lnTo>
                  <a:lnTo>
                    <a:pt x="12646" y="7851"/>
                  </a:lnTo>
                  <a:lnTo>
                    <a:pt x="11805" y="7800"/>
                  </a:lnTo>
                  <a:lnTo>
                    <a:pt x="10994" y="7739"/>
                  </a:lnTo>
                  <a:lnTo>
                    <a:pt x="10183" y="7672"/>
                  </a:lnTo>
                  <a:lnTo>
                    <a:pt x="9372" y="7601"/>
                  </a:lnTo>
                  <a:lnTo>
                    <a:pt x="8621" y="7524"/>
                  </a:lnTo>
                  <a:lnTo>
                    <a:pt x="7840" y="7432"/>
                  </a:lnTo>
                  <a:lnTo>
                    <a:pt x="7119" y="7341"/>
                  </a:lnTo>
                  <a:lnTo>
                    <a:pt x="6398" y="7234"/>
                  </a:lnTo>
                  <a:lnTo>
                    <a:pt x="5708" y="7121"/>
                  </a:lnTo>
                  <a:lnTo>
                    <a:pt x="5047" y="6994"/>
                  </a:lnTo>
                  <a:lnTo>
                    <a:pt x="4416" y="6861"/>
                  </a:lnTo>
                  <a:lnTo>
                    <a:pt x="3815" y="6713"/>
                  </a:lnTo>
                  <a:lnTo>
                    <a:pt x="3245" y="6560"/>
                  </a:lnTo>
                  <a:lnTo>
                    <a:pt x="2704" y="6392"/>
                  </a:lnTo>
                  <a:lnTo>
                    <a:pt x="2224" y="6213"/>
                  </a:lnTo>
                  <a:lnTo>
                    <a:pt x="1773" y="6020"/>
                  </a:lnTo>
                  <a:lnTo>
                    <a:pt x="1353" y="5816"/>
                  </a:lnTo>
                  <a:lnTo>
                    <a:pt x="1022" y="5596"/>
                  </a:lnTo>
                  <a:lnTo>
                    <a:pt x="692" y="5367"/>
                  </a:lnTo>
                  <a:lnTo>
                    <a:pt x="452" y="5122"/>
                  </a:lnTo>
                  <a:lnTo>
                    <a:pt x="241" y="4862"/>
                  </a:lnTo>
                  <a:lnTo>
                    <a:pt x="91" y="4586"/>
                  </a:lnTo>
                  <a:lnTo>
                    <a:pt x="1" y="4290"/>
                  </a:lnTo>
                  <a:lnTo>
                    <a:pt x="1" y="4290"/>
                  </a:lnTo>
                  <a:lnTo>
                    <a:pt x="1" y="4143"/>
                  </a:lnTo>
                  <a:lnTo>
                    <a:pt x="1" y="4000"/>
                  </a:lnTo>
                  <a:lnTo>
                    <a:pt x="31" y="3857"/>
                  </a:lnTo>
                  <a:lnTo>
                    <a:pt x="61" y="3719"/>
                  </a:lnTo>
                  <a:lnTo>
                    <a:pt x="121" y="3582"/>
                  </a:lnTo>
                  <a:lnTo>
                    <a:pt x="211" y="3449"/>
                  </a:lnTo>
                  <a:lnTo>
                    <a:pt x="331" y="3321"/>
                  </a:lnTo>
                  <a:lnTo>
                    <a:pt x="452" y="3194"/>
                  </a:lnTo>
                  <a:lnTo>
                    <a:pt x="602" y="3071"/>
                  </a:lnTo>
                  <a:lnTo>
                    <a:pt x="782" y="2949"/>
                  </a:lnTo>
                  <a:lnTo>
                    <a:pt x="962" y="2832"/>
                  </a:lnTo>
                  <a:lnTo>
                    <a:pt x="1142" y="2714"/>
                  </a:lnTo>
                  <a:lnTo>
                    <a:pt x="1353" y="2602"/>
                  </a:lnTo>
                  <a:lnTo>
                    <a:pt x="1593" y="2490"/>
                  </a:lnTo>
                  <a:lnTo>
                    <a:pt x="1833" y="2383"/>
                  </a:lnTo>
                  <a:lnTo>
                    <a:pt x="2103" y="2281"/>
                  </a:lnTo>
                  <a:lnTo>
                    <a:pt x="2374" y="2179"/>
                  </a:lnTo>
                  <a:lnTo>
                    <a:pt x="2674" y="2077"/>
                  </a:lnTo>
                  <a:lnTo>
                    <a:pt x="2974" y="1980"/>
                  </a:lnTo>
                  <a:lnTo>
                    <a:pt x="3275" y="1888"/>
                  </a:lnTo>
                  <a:lnTo>
                    <a:pt x="3605" y="1796"/>
                  </a:lnTo>
                  <a:lnTo>
                    <a:pt x="3966" y="1704"/>
                  </a:lnTo>
                  <a:lnTo>
                    <a:pt x="4686" y="1536"/>
                  </a:lnTo>
                  <a:lnTo>
                    <a:pt x="5437" y="1378"/>
                  </a:lnTo>
                  <a:lnTo>
                    <a:pt x="6218" y="1225"/>
                  </a:lnTo>
                  <a:lnTo>
                    <a:pt x="7059" y="1087"/>
                  </a:lnTo>
                  <a:lnTo>
                    <a:pt x="7930" y="955"/>
                  </a:lnTo>
                  <a:lnTo>
                    <a:pt x="8801" y="832"/>
                  </a:lnTo>
                  <a:lnTo>
                    <a:pt x="9702" y="720"/>
                  </a:lnTo>
                  <a:lnTo>
                    <a:pt x="10633" y="618"/>
                  </a:lnTo>
                  <a:lnTo>
                    <a:pt x="11564" y="521"/>
                  </a:lnTo>
                  <a:lnTo>
                    <a:pt x="12495" y="439"/>
                  </a:lnTo>
                  <a:lnTo>
                    <a:pt x="13457" y="358"/>
                  </a:lnTo>
                  <a:lnTo>
                    <a:pt x="14418" y="292"/>
                  </a:lnTo>
                  <a:lnTo>
                    <a:pt x="15349" y="225"/>
                  </a:lnTo>
                  <a:lnTo>
                    <a:pt x="16280" y="174"/>
                  </a:lnTo>
                  <a:lnTo>
                    <a:pt x="17211" y="128"/>
                  </a:lnTo>
                  <a:lnTo>
                    <a:pt x="18142" y="88"/>
                  </a:lnTo>
                  <a:lnTo>
                    <a:pt x="19013" y="57"/>
                  </a:lnTo>
                  <a:lnTo>
                    <a:pt x="19884" y="31"/>
                  </a:lnTo>
                  <a:lnTo>
                    <a:pt x="20725" y="16"/>
                  </a:lnTo>
                  <a:lnTo>
                    <a:pt x="21536" y="6"/>
                  </a:lnTo>
                  <a:lnTo>
                    <a:pt x="22317" y="1"/>
                  </a:lnTo>
                  <a:lnTo>
                    <a:pt x="22317" y="1"/>
                  </a:lnTo>
                  <a:lnTo>
                    <a:pt x="2273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60"/>
            <p:cNvSpPr/>
            <p:nvPr/>
          </p:nvSpPr>
          <p:spPr>
            <a:xfrm flipH="1">
              <a:off x="4374975" y="134206"/>
              <a:ext cx="659052" cy="915913"/>
            </a:xfrm>
            <a:custGeom>
              <a:avLst/>
              <a:gdLst/>
              <a:ahLst/>
              <a:cxnLst/>
              <a:rect l="l" t="t" r="r" b="b"/>
              <a:pathLst>
                <a:path w="20064" h="4729" extrusionOk="0">
                  <a:moveTo>
                    <a:pt x="19763" y="0"/>
                  </a:moveTo>
                  <a:lnTo>
                    <a:pt x="18802" y="31"/>
                  </a:lnTo>
                  <a:lnTo>
                    <a:pt x="17841" y="61"/>
                  </a:lnTo>
                  <a:lnTo>
                    <a:pt x="16910" y="97"/>
                  </a:lnTo>
                  <a:lnTo>
                    <a:pt x="15979" y="133"/>
                  </a:lnTo>
                  <a:lnTo>
                    <a:pt x="15108" y="174"/>
                  </a:lnTo>
                  <a:lnTo>
                    <a:pt x="14237" y="220"/>
                  </a:lnTo>
                  <a:lnTo>
                    <a:pt x="13396" y="265"/>
                  </a:lnTo>
                  <a:lnTo>
                    <a:pt x="12585" y="316"/>
                  </a:lnTo>
                  <a:lnTo>
                    <a:pt x="11804" y="373"/>
                  </a:lnTo>
                  <a:lnTo>
                    <a:pt x="11083" y="424"/>
                  </a:lnTo>
                  <a:lnTo>
                    <a:pt x="10362" y="485"/>
                  </a:lnTo>
                  <a:lnTo>
                    <a:pt x="9702" y="546"/>
                  </a:lnTo>
                  <a:lnTo>
                    <a:pt x="9101" y="607"/>
                  </a:lnTo>
                  <a:lnTo>
                    <a:pt x="8500" y="673"/>
                  </a:lnTo>
                  <a:lnTo>
                    <a:pt x="7990" y="740"/>
                  </a:lnTo>
                  <a:lnTo>
                    <a:pt x="7479" y="811"/>
                  </a:lnTo>
                  <a:lnTo>
                    <a:pt x="6908" y="903"/>
                  </a:lnTo>
                  <a:lnTo>
                    <a:pt x="6368" y="995"/>
                  </a:lnTo>
                  <a:lnTo>
                    <a:pt x="5857" y="1092"/>
                  </a:lnTo>
                  <a:lnTo>
                    <a:pt x="5347" y="1189"/>
                  </a:lnTo>
                  <a:lnTo>
                    <a:pt x="4866" y="1291"/>
                  </a:lnTo>
                  <a:lnTo>
                    <a:pt x="4385" y="1393"/>
                  </a:lnTo>
                  <a:lnTo>
                    <a:pt x="3935" y="1500"/>
                  </a:lnTo>
                  <a:lnTo>
                    <a:pt x="3514" y="1602"/>
                  </a:lnTo>
                  <a:lnTo>
                    <a:pt x="3124" y="1714"/>
                  </a:lnTo>
                  <a:lnTo>
                    <a:pt x="2764" y="1826"/>
                  </a:lnTo>
                  <a:lnTo>
                    <a:pt x="2403" y="1938"/>
                  </a:lnTo>
                  <a:lnTo>
                    <a:pt x="2073" y="2051"/>
                  </a:lnTo>
                  <a:lnTo>
                    <a:pt x="1772" y="2168"/>
                  </a:lnTo>
                  <a:lnTo>
                    <a:pt x="1502" y="2290"/>
                  </a:lnTo>
                  <a:lnTo>
                    <a:pt x="1232" y="2413"/>
                  </a:lnTo>
                  <a:lnTo>
                    <a:pt x="991" y="2535"/>
                  </a:lnTo>
                  <a:lnTo>
                    <a:pt x="781" y="2658"/>
                  </a:lnTo>
                  <a:lnTo>
                    <a:pt x="601" y="2785"/>
                  </a:lnTo>
                  <a:lnTo>
                    <a:pt x="421" y="2913"/>
                  </a:lnTo>
                  <a:lnTo>
                    <a:pt x="301" y="3045"/>
                  </a:lnTo>
                  <a:lnTo>
                    <a:pt x="181" y="3178"/>
                  </a:lnTo>
                  <a:lnTo>
                    <a:pt x="90" y="3311"/>
                  </a:lnTo>
                  <a:lnTo>
                    <a:pt x="30" y="3443"/>
                  </a:lnTo>
                  <a:lnTo>
                    <a:pt x="0" y="3581"/>
                  </a:lnTo>
                  <a:lnTo>
                    <a:pt x="0" y="3719"/>
                  </a:lnTo>
                  <a:lnTo>
                    <a:pt x="0" y="3861"/>
                  </a:lnTo>
                  <a:lnTo>
                    <a:pt x="60" y="3999"/>
                  </a:lnTo>
                  <a:lnTo>
                    <a:pt x="120" y="4142"/>
                  </a:lnTo>
                  <a:lnTo>
                    <a:pt x="211" y="4290"/>
                  </a:lnTo>
                  <a:lnTo>
                    <a:pt x="361" y="4433"/>
                  </a:lnTo>
                  <a:lnTo>
                    <a:pt x="511" y="4581"/>
                  </a:lnTo>
                  <a:lnTo>
                    <a:pt x="691" y="4728"/>
                  </a:lnTo>
                  <a:lnTo>
                    <a:pt x="1502" y="4708"/>
                  </a:lnTo>
                  <a:lnTo>
                    <a:pt x="2373" y="4683"/>
                  </a:lnTo>
                  <a:lnTo>
                    <a:pt x="3214" y="4652"/>
                  </a:lnTo>
                  <a:lnTo>
                    <a:pt x="4085" y="4616"/>
                  </a:lnTo>
                  <a:lnTo>
                    <a:pt x="4926" y="4575"/>
                  </a:lnTo>
                  <a:lnTo>
                    <a:pt x="5797" y="4530"/>
                  </a:lnTo>
                  <a:lnTo>
                    <a:pt x="6638" y="4479"/>
                  </a:lnTo>
                  <a:lnTo>
                    <a:pt x="7509" y="4422"/>
                  </a:lnTo>
                  <a:lnTo>
                    <a:pt x="8350" y="4361"/>
                  </a:lnTo>
                  <a:lnTo>
                    <a:pt x="9161" y="4290"/>
                  </a:lnTo>
                  <a:lnTo>
                    <a:pt x="10002" y="4213"/>
                  </a:lnTo>
                  <a:lnTo>
                    <a:pt x="10813" y="4132"/>
                  </a:lnTo>
                  <a:lnTo>
                    <a:pt x="11594" y="4040"/>
                  </a:lnTo>
                  <a:lnTo>
                    <a:pt x="12375" y="3943"/>
                  </a:lnTo>
                  <a:lnTo>
                    <a:pt x="13095" y="3836"/>
                  </a:lnTo>
                  <a:lnTo>
                    <a:pt x="13846" y="3724"/>
                  </a:lnTo>
                  <a:lnTo>
                    <a:pt x="14537" y="3601"/>
                  </a:lnTo>
                  <a:lnTo>
                    <a:pt x="15198" y="3474"/>
                  </a:lnTo>
                  <a:lnTo>
                    <a:pt x="15829" y="3336"/>
                  </a:lnTo>
                  <a:lnTo>
                    <a:pt x="16429" y="3193"/>
                  </a:lnTo>
                  <a:lnTo>
                    <a:pt x="17000" y="3035"/>
                  </a:lnTo>
                  <a:lnTo>
                    <a:pt x="17511" y="2872"/>
                  </a:lnTo>
                  <a:lnTo>
                    <a:pt x="17991" y="2704"/>
                  </a:lnTo>
                  <a:lnTo>
                    <a:pt x="18442" y="2520"/>
                  </a:lnTo>
                  <a:lnTo>
                    <a:pt x="18832" y="2326"/>
                  </a:lnTo>
                  <a:lnTo>
                    <a:pt x="19162" y="2127"/>
                  </a:lnTo>
                  <a:lnTo>
                    <a:pt x="19463" y="1913"/>
                  </a:lnTo>
                  <a:lnTo>
                    <a:pt x="19703" y="1688"/>
                  </a:lnTo>
                  <a:lnTo>
                    <a:pt x="19883" y="1459"/>
                  </a:lnTo>
                  <a:lnTo>
                    <a:pt x="20003" y="1214"/>
                  </a:lnTo>
                  <a:lnTo>
                    <a:pt x="20064" y="959"/>
                  </a:lnTo>
                  <a:lnTo>
                    <a:pt x="20064" y="694"/>
                  </a:lnTo>
                  <a:lnTo>
                    <a:pt x="20003" y="510"/>
                  </a:lnTo>
                  <a:lnTo>
                    <a:pt x="19943" y="337"/>
                  </a:lnTo>
                  <a:lnTo>
                    <a:pt x="19853" y="168"/>
                  </a:lnTo>
                  <a:lnTo>
                    <a:pt x="19763" y="0"/>
                  </a:lnTo>
                  <a:close/>
                </a:path>
              </a:pathLst>
            </a:custGeom>
            <a:solidFill>
              <a:srgbClr val="220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60"/>
            <p:cNvSpPr/>
            <p:nvPr/>
          </p:nvSpPr>
          <p:spPr>
            <a:xfrm flipH="1">
              <a:off x="4374975" y="134206"/>
              <a:ext cx="659052" cy="915913"/>
            </a:xfrm>
            <a:custGeom>
              <a:avLst/>
              <a:gdLst/>
              <a:ahLst/>
              <a:cxnLst/>
              <a:rect l="l" t="t" r="r" b="b"/>
              <a:pathLst>
                <a:path w="20064" h="4729" fill="none" extrusionOk="0">
                  <a:moveTo>
                    <a:pt x="19763" y="0"/>
                  </a:moveTo>
                  <a:lnTo>
                    <a:pt x="19763" y="0"/>
                  </a:lnTo>
                  <a:lnTo>
                    <a:pt x="19853" y="168"/>
                  </a:lnTo>
                  <a:lnTo>
                    <a:pt x="19943" y="337"/>
                  </a:lnTo>
                  <a:lnTo>
                    <a:pt x="20003" y="510"/>
                  </a:lnTo>
                  <a:lnTo>
                    <a:pt x="20064" y="694"/>
                  </a:lnTo>
                  <a:lnTo>
                    <a:pt x="20064" y="694"/>
                  </a:lnTo>
                  <a:lnTo>
                    <a:pt x="20064" y="959"/>
                  </a:lnTo>
                  <a:lnTo>
                    <a:pt x="20003" y="1214"/>
                  </a:lnTo>
                  <a:lnTo>
                    <a:pt x="19883" y="1459"/>
                  </a:lnTo>
                  <a:lnTo>
                    <a:pt x="19703" y="1688"/>
                  </a:lnTo>
                  <a:lnTo>
                    <a:pt x="19463" y="1913"/>
                  </a:lnTo>
                  <a:lnTo>
                    <a:pt x="19162" y="2127"/>
                  </a:lnTo>
                  <a:lnTo>
                    <a:pt x="18832" y="2326"/>
                  </a:lnTo>
                  <a:lnTo>
                    <a:pt x="18442" y="2520"/>
                  </a:lnTo>
                  <a:lnTo>
                    <a:pt x="17991" y="2704"/>
                  </a:lnTo>
                  <a:lnTo>
                    <a:pt x="17511" y="2872"/>
                  </a:lnTo>
                  <a:lnTo>
                    <a:pt x="17000" y="3035"/>
                  </a:lnTo>
                  <a:lnTo>
                    <a:pt x="16429" y="3193"/>
                  </a:lnTo>
                  <a:lnTo>
                    <a:pt x="15829" y="3336"/>
                  </a:lnTo>
                  <a:lnTo>
                    <a:pt x="15198" y="3474"/>
                  </a:lnTo>
                  <a:lnTo>
                    <a:pt x="14537" y="3601"/>
                  </a:lnTo>
                  <a:lnTo>
                    <a:pt x="13846" y="3724"/>
                  </a:lnTo>
                  <a:lnTo>
                    <a:pt x="13095" y="3836"/>
                  </a:lnTo>
                  <a:lnTo>
                    <a:pt x="12375" y="3943"/>
                  </a:lnTo>
                  <a:lnTo>
                    <a:pt x="11594" y="4040"/>
                  </a:lnTo>
                  <a:lnTo>
                    <a:pt x="10813" y="4132"/>
                  </a:lnTo>
                  <a:lnTo>
                    <a:pt x="10002" y="4213"/>
                  </a:lnTo>
                  <a:lnTo>
                    <a:pt x="9161" y="4290"/>
                  </a:lnTo>
                  <a:lnTo>
                    <a:pt x="8350" y="4361"/>
                  </a:lnTo>
                  <a:lnTo>
                    <a:pt x="7509" y="4422"/>
                  </a:lnTo>
                  <a:lnTo>
                    <a:pt x="6638" y="4479"/>
                  </a:lnTo>
                  <a:lnTo>
                    <a:pt x="5797" y="4530"/>
                  </a:lnTo>
                  <a:lnTo>
                    <a:pt x="4926" y="4575"/>
                  </a:lnTo>
                  <a:lnTo>
                    <a:pt x="4085" y="4616"/>
                  </a:lnTo>
                  <a:lnTo>
                    <a:pt x="3214" y="4652"/>
                  </a:lnTo>
                  <a:lnTo>
                    <a:pt x="2373" y="4683"/>
                  </a:lnTo>
                  <a:lnTo>
                    <a:pt x="1502" y="4708"/>
                  </a:lnTo>
                  <a:lnTo>
                    <a:pt x="691" y="4728"/>
                  </a:lnTo>
                  <a:lnTo>
                    <a:pt x="691" y="4728"/>
                  </a:lnTo>
                  <a:lnTo>
                    <a:pt x="511" y="4581"/>
                  </a:lnTo>
                  <a:lnTo>
                    <a:pt x="361" y="4433"/>
                  </a:lnTo>
                  <a:lnTo>
                    <a:pt x="211" y="4290"/>
                  </a:lnTo>
                  <a:lnTo>
                    <a:pt x="120" y="4142"/>
                  </a:lnTo>
                  <a:lnTo>
                    <a:pt x="60" y="3999"/>
                  </a:lnTo>
                  <a:lnTo>
                    <a:pt x="0" y="3861"/>
                  </a:lnTo>
                  <a:lnTo>
                    <a:pt x="0" y="3719"/>
                  </a:lnTo>
                  <a:lnTo>
                    <a:pt x="0" y="3581"/>
                  </a:lnTo>
                  <a:lnTo>
                    <a:pt x="30" y="3443"/>
                  </a:lnTo>
                  <a:lnTo>
                    <a:pt x="90" y="3311"/>
                  </a:lnTo>
                  <a:lnTo>
                    <a:pt x="181" y="3178"/>
                  </a:lnTo>
                  <a:lnTo>
                    <a:pt x="301" y="3045"/>
                  </a:lnTo>
                  <a:lnTo>
                    <a:pt x="421" y="2913"/>
                  </a:lnTo>
                  <a:lnTo>
                    <a:pt x="601" y="2785"/>
                  </a:lnTo>
                  <a:lnTo>
                    <a:pt x="781" y="2658"/>
                  </a:lnTo>
                  <a:lnTo>
                    <a:pt x="991" y="2535"/>
                  </a:lnTo>
                  <a:lnTo>
                    <a:pt x="1232" y="2413"/>
                  </a:lnTo>
                  <a:lnTo>
                    <a:pt x="1502" y="2290"/>
                  </a:lnTo>
                  <a:lnTo>
                    <a:pt x="1772" y="2168"/>
                  </a:lnTo>
                  <a:lnTo>
                    <a:pt x="2073" y="2051"/>
                  </a:lnTo>
                  <a:lnTo>
                    <a:pt x="2403" y="1938"/>
                  </a:lnTo>
                  <a:lnTo>
                    <a:pt x="2764" y="1826"/>
                  </a:lnTo>
                  <a:lnTo>
                    <a:pt x="3124" y="1714"/>
                  </a:lnTo>
                  <a:lnTo>
                    <a:pt x="3514" y="1602"/>
                  </a:lnTo>
                  <a:lnTo>
                    <a:pt x="3935" y="1500"/>
                  </a:lnTo>
                  <a:lnTo>
                    <a:pt x="4385" y="1393"/>
                  </a:lnTo>
                  <a:lnTo>
                    <a:pt x="4866" y="1291"/>
                  </a:lnTo>
                  <a:lnTo>
                    <a:pt x="5347" y="1189"/>
                  </a:lnTo>
                  <a:lnTo>
                    <a:pt x="5857" y="1092"/>
                  </a:lnTo>
                  <a:lnTo>
                    <a:pt x="6368" y="995"/>
                  </a:lnTo>
                  <a:lnTo>
                    <a:pt x="6908" y="903"/>
                  </a:lnTo>
                  <a:lnTo>
                    <a:pt x="7479" y="811"/>
                  </a:lnTo>
                  <a:lnTo>
                    <a:pt x="7479" y="811"/>
                  </a:lnTo>
                  <a:lnTo>
                    <a:pt x="7990" y="740"/>
                  </a:lnTo>
                  <a:lnTo>
                    <a:pt x="8500" y="673"/>
                  </a:lnTo>
                  <a:lnTo>
                    <a:pt x="9101" y="607"/>
                  </a:lnTo>
                  <a:lnTo>
                    <a:pt x="9702" y="546"/>
                  </a:lnTo>
                  <a:lnTo>
                    <a:pt x="10362" y="485"/>
                  </a:lnTo>
                  <a:lnTo>
                    <a:pt x="11083" y="424"/>
                  </a:lnTo>
                  <a:lnTo>
                    <a:pt x="11804" y="373"/>
                  </a:lnTo>
                  <a:lnTo>
                    <a:pt x="12585" y="316"/>
                  </a:lnTo>
                  <a:lnTo>
                    <a:pt x="13396" y="265"/>
                  </a:lnTo>
                  <a:lnTo>
                    <a:pt x="14237" y="220"/>
                  </a:lnTo>
                  <a:lnTo>
                    <a:pt x="15108" y="174"/>
                  </a:lnTo>
                  <a:lnTo>
                    <a:pt x="15979" y="133"/>
                  </a:lnTo>
                  <a:lnTo>
                    <a:pt x="16910" y="97"/>
                  </a:lnTo>
                  <a:lnTo>
                    <a:pt x="17841" y="61"/>
                  </a:lnTo>
                  <a:lnTo>
                    <a:pt x="18802" y="31"/>
                  </a:lnTo>
                  <a:lnTo>
                    <a:pt x="1976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2" name="Google Shape;1162;p60"/>
          <p:cNvSpPr/>
          <p:nvPr/>
        </p:nvSpPr>
        <p:spPr>
          <a:xfrm flipH="1">
            <a:off x="5381316" y="3872757"/>
            <a:ext cx="3762685" cy="1270747"/>
          </a:xfrm>
          <a:custGeom>
            <a:avLst/>
            <a:gdLst/>
            <a:ahLst/>
            <a:cxnLst/>
            <a:rect l="l" t="t" r="r" b="b"/>
            <a:pathLst>
              <a:path w="89444" h="5123" fill="none" extrusionOk="0">
                <a:moveTo>
                  <a:pt x="1" y="27"/>
                </a:moveTo>
                <a:lnTo>
                  <a:pt x="63524" y="27"/>
                </a:lnTo>
                <a:lnTo>
                  <a:pt x="63524" y="27"/>
                </a:lnTo>
                <a:lnTo>
                  <a:pt x="64305" y="16"/>
                </a:lnTo>
                <a:lnTo>
                  <a:pt x="65116" y="6"/>
                </a:lnTo>
                <a:lnTo>
                  <a:pt x="65897" y="1"/>
                </a:lnTo>
                <a:lnTo>
                  <a:pt x="66678" y="1"/>
                </a:lnTo>
                <a:lnTo>
                  <a:pt x="67489" y="6"/>
                </a:lnTo>
                <a:lnTo>
                  <a:pt x="68269" y="11"/>
                </a:lnTo>
                <a:lnTo>
                  <a:pt x="69050" y="21"/>
                </a:lnTo>
                <a:lnTo>
                  <a:pt x="69831" y="37"/>
                </a:lnTo>
                <a:lnTo>
                  <a:pt x="70582" y="52"/>
                </a:lnTo>
                <a:lnTo>
                  <a:pt x="71363" y="78"/>
                </a:lnTo>
                <a:lnTo>
                  <a:pt x="72114" y="103"/>
                </a:lnTo>
                <a:lnTo>
                  <a:pt x="72865" y="129"/>
                </a:lnTo>
                <a:lnTo>
                  <a:pt x="73586" y="164"/>
                </a:lnTo>
                <a:lnTo>
                  <a:pt x="74336" y="200"/>
                </a:lnTo>
                <a:lnTo>
                  <a:pt x="75057" y="241"/>
                </a:lnTo>
                <a:lnTo>
                  <a:pt x="75748" y="287"/>
                </a:lnTo>
                <a:lnTo>
                  <a:pt x="76439" y="338"/>
                </a:lnTo>
                <a:lnTo>
                  <a:pt x="77130" y="389"/>
                </a:lnTo>
                <a:lnTo>
                  <a:pt x="77790" y="445"/>
                </a:lnTo>
                <a:lnTo>
                  <a:pt x="78421" y="506"/>
                </a:lnTo>
                <a:lnTo>
                  <a:pt x="79082" y="572"/>
                </a:lnTo>
                <a:lnTo>
                  <a:pt x="79683" y="644"/>
                </a:lnTo>
                <a:lnTo>
                  <a:pt x="80283" y="715"/>
                </a:lnTo>
                <a:lnTo>
                  <a:pt x="80854" y="797"/>
                </a:lnTo>
                <a:lnTo>
                  <a:pt x="81425" y="878"/>
                </a:lnTo>
                <a:lnTo>
                  <a:pt x="81935" y="965"/>
                </a:lnTo>
                <a:lnTo>
                  <a:pt x="82446" y="1057"/>
                </a:lnTo>
                <a:lnTo>
                  <a:pt x="82956" y="1149"/>
                </a:lnTo>
                <a:lnTo>
                  <a:pt x="83407" y="1251"/>
                </a:lnTo>
                <a:lnTo>
                  <a:pt x="83857" y="1353"/>
                </a:lnTo>
                <a:lnTo>
                  <a:pt x="84278" y="1460"/>
                </a:lnTo>
                <a:lnTo>
                  <a:pt x="84668" y="1572"/>
                </a:lnTo>
                <a:lnTo>
                  <a:pt x="84668" y="1572"/>
                </a:lnTo>
                <a:lnTo>
                  <a:pt x="85419" y="1817"/>
                </a:lnTo>
                <a:lnTo>
                  <a:pt x="86110" y="2057"/>
                </a:lnTo>
                <a:lnTo>
                  <a:pt x="86741" y="2291"/>
                </a:lnTo>
                <a:lnTo>
                  <a:pt x="87281" y="2526"/>
                </a:lnTo>
                <a:lnTo>
                  <a:pt x="87792" y="2760"/>
                </a:lnTo>
                <a:lnTo>
                  <a:pt x="88213" y="2990"/>
                </a:lnTo>
                <a:lnTo>
                  <a:pt x="88573" y="3220"/>
                </a:lnTo>
                <a:lnTo>
                  <a:pt x="88873" y="3444"/>
                </a:lnTo>
                <a:lnTo>
                  <a:pt x="89114" y="3663"/>
                </a:lnTo>
                <a:lnTo>
                  <a:pt x="89264" y="3883"/>
                </a:lnTo>
                <a:lnTo>
                  <a:pt x="89384" y="4097"/>
                </a:lnTo>
                <a:lnTo>
                  <a:pt x="89444" y="4311"/>
                </a:lnTo>
                <a:lnTo>
                  <a:pt x="89414" y="4520"/>
                </a:lnTo>
                <a:lnTo>
                  <a:pt x="89354" y="4724"/>
                </a:lnTo>
                <a:lnTo>
                  <a:pt x="89234" y="4928"/>
                </a:lnTo>
                <a:lnTo>
                  <a:pt x="89053" y="5122"/>
                </a:lnTo>
                <a:lnTo>
                  <a:pt x="1" y="5122"/>
                </a:lnTo>
                <a:lnTo>
                  <a:pt x="1" y="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60"/>
          <p:cNvSpPr/>
          <p:nvPr/>
        </p:nvSpPr>
        <p:spPr>
          <a:xfrm flipH="1">
            <a:off x="219843" y="1845955"/>
            <a:ext cx="6064745" cy="2027044"/>
          </a:xfrm>
          <a:custGeom>
            <a:avLst/>
            <a:gdLst/>
            <a:ahLst/>
            <a:cxnLst/>
            <a:rect l="l" t="t" r="r" b="b"/>
            <a:pathLst>
              <a:path w="144167" h="8172" fill="none" extrusionOk="0">
                <a:moveTo>
                  <a:pt x="25920" y="1"/>
                </a:moveTo>
                <a:lnTo>
                  <a:pt x="118427" y="1"/>
                </a:lnTo>
                <a:lnTo>
                  <a:pt x="118427" y="1"/>
                </a:lnTo>
                <a:lnTo>
                  <a:pt x="119748" y="1"/>
                </a:lnTo>
                <a:lnTo>
                  <a:pt x="121100" y="16"/>
                </a:lnTo>
                <a:lnTo>
                  <a:pt x="122422" y="31"/>
                </a:lnTo>
                <a:lnTo>
                  <a:pt x="123713" y="57"/>
                </a:lnTo>
                <a:lnTo>
                  <a:pt x="125035" y="93"/>
                </a:lnTo>
                <a:lnTo>
                  <a:pt x="126296" y="133"/>
                </a:lnTo>
                <a:lnTo>
                  <a:pt x="127557" y="184"/>
                </a:lnTo>
                <a:lnTo>
                  <a:pt x="128759" y="240"/>
                </a:lnTo>
                <a:lnTo>
                  <a:pt x="129960" y="312"/>
                </a:lnTo>
                <a:lnTo>
                  <a:pt x="131102" y="388"/>
                </a:lnTo>
                <a:lnTo>
                  <a:pt x="131642" y="429"/>
                </a:lnTo>
                <a:lnTo>
                  <a:pt x="132183" y="475"/>
                </a:lnTo>
                <a:lnTo>
                  <a:pt x="132723" y="521"/>
                </a:lnTo>
                <a:lnTo>
                  <a:pt x="133234" y="572"/>
                </a:lnTo>
                <a:lnTo>
                  <a:pt x="133715" y="628"/>
                </a:lnTo>
                <a:lnTo>
                  <a:pt x="134225" y="679"/>
                </a:lnTo>
                <a:lnTo>
                  <a:pt x="134676" y="740"/>
                </a:lnTo>
                <a:lnTo>
                  <a:pt x="135126" y="802"/>
                </a:lnTo>
                <a:lnTo>
                  <a:pt x="135577" y="863"/>
                </a:lnTo>
                <a:lnTo>
                  <a:pt x="135997" y="929"/>
                </a:lnTo>
                <a:lnTo>
                  <a:pt x="136388" y="1000"/>
                </a:lnTo>
                <a:lnTo>
                  <a:pt x="136778" y="1072"/>
                </a:lnTo>
                <a:lnTo>
                  <a:pt x="136778" y="1072"/>
                </a:lnTo>
                <a:lnTo>
                  <a:pt x="137499" y="1220"/>
                </a:lnTo>
                <a:lnTo>
                  <a:pt x="138190" y="1373"/>
                </a:lnTo>
                <a:lnTo>
                  <a:pt x="138820" y="1536"/>
                </a:lnTo>
                <a:lnTo>
                  <a:pt x="139451" y="1699"/>
                </a:lnTo>
                <a:lnTo>
                  <a:pt x="140052" y="1873"/>
                </a:lnTo>
                <a:lnTo>
                  <a:pt x="140623" y="2046"/>
                </a:lnTo>
                <a:lnTo>
                  <a:pt x="141133" y="2225"/>
                </a:lnTo>
                <a:lnTo>
                  <a:pt x="141644" y="2408"/>
                </a:lnTo>
                <a:lnTo>
                  <a:pt x="142094" y="2597"/>
                </a:lnTo>
                <a:lnTo>
                  <a:pt x="142485" y="2791"/>
                </a:lnTo>
                <a:lnTo>
                  <a:pt x="142875" y="2980"/>
                </a:lnTo>
                <a:lnTo>
                  <a:pt x="143206" y="3178"/>
                </a:lnTo>
                <a:lnTo>
                  <a:pt x="143476" y="3372"/>
                </a:lnTo>
                <a:lnTo>
                  <a:pt x="143716" y="3576"/>
                </a:lnTo>
                <a:lnTo>
                  <a:pt x="143896" y="3775"/>
                </a:lnTo>
                <a:lnTo>
                  <a:pt x="144046" y="3974"/>
                </a:lnTo>
                <a:lnTo>
                  <a:pt x="144137" y="4178"/>
                </a:lnTo>
                <a:lnTo>
                  <a:pt x="144167" y="4377"/>
                </a:lnTo>
                <a:lnTo>
                  <a:pt x="144167" y="4581"/>
                </a:lnTo>
                <a:lnTo>
                  <a:pt x="144107" y="4780"/>
                </a:lnTo>
                <a:lnTo>
                  <a:pt x="143986" y="4979"/>
                </a:lnTo>
                <a:lnTo>
                  <a:pt x="143806" y="5178"/>
                </a:lnTo>
                <a:lnTo>
                  <a:pt x="143566" y="5372"/>
                </a:lnTo>
                <a:lnTo>
                  <a:pt x="143266" y="5566"/>
                </a:lnTo>
                <a:lnTo>
                  <a:pt x="142905" y="5759"/>
                </a:lnTo>
                <a:lnTo>
                  <a:pt x="142485" y="5948"/>
                </a:lnTo>
                <a:lnTo>
                  <a:pt x="142004" y="6132"/>
                </a:lnTo>
                <a:lnTo>
                  <a:pt x="141433" y="6310"/>
                </a:lnTo>
                <a:lnTo>
                  <a:pt x="140833" y="6489"/>
                </a:lnTo>
                <a:lnTo>
                  <a:pt x="140502" y="6575"/>
                </a:lnTo>
                <a:lnTo>
                  <a:pt x="140142" y="6662"/>
                </a:lnTo>
                <a:lnTo>
                  <a:pt x="139782" y="6744"/>
                </a:lnTo>
                <a:lnTo>
                  <a:pt x="139391" y="6825"/>
                </a:lnTo>
                <a:lnTo>
                  <a:pt x="138971" y="6907"/>
                </a:lnTo>
                <a:lnTo>
                  <a:pt x="138550" y="6989"/>
                </a:lnTo>
                <a:lnTo>
                  <a:pt x="138550" y="6989"/>
                </a:lnTo>
                <a:lnTo>
                  <a:pt x="138220" y="7050"/>
                </a:lnTo>
                <a:lnTo>
                  <a:pt x="137829" y="7111"/>
                </a:lnTo>
                <a:lnTo>
                  <a:pt x="137439" y="7167"/>
                </a:lnTo>
                <a:lnTo>
                  <a:pt x="137018" y="7228"/>
                </a:lnTo>
                <a:lnTo>
                  <a:pt x="136568" y="7284"/>
                </a:lnTo>
                <a:lnTo>
                  <a:pt x="136117" y="7341"/>
                </a:lnTo>
                <a:lnTo>
                  <a:pt x="135126" y="7448"/>
                </a:lnTo>
                <a:lnTo>
                  <a:pt x="134045" y="7550"/>
                </a:lnTo>
                <a:lnTo>
                  <a:pt x="132904" y="7652"/>
                </a:lnTo>
                <a:lnTo>
                  <a:pt x="131702" y="7738"/>
                </a:lnTo>
                <a:lnTo>
                  <a:pt x="130441" y="7825"/>
                </a:lnTo>
                <a:lnTo>
                  <a:pt x="129119" y="7902"/>
                </a:lnTo>
                <a:lnTo>
                  <a:pt x="127738" y="7968"/>
                </a:lnTo>
                <a:lnTo>
                  <a:pt x="126356" y="8029"/>
                </a:lnTo>
                <a:lnTo>
                  <a:pt x="124914" y="8075"/>
                </a:lnTo>
                <a:lnTo>
                  <a:pt x="123443" y="8116"/>
                </a:lnTo>
                <a:lnTo>
                  <a:pt x="121941" y="8146"/>
                </a:lnTo>
                <a:lnTo>
                  <a:pt x="120469" y="8162"/>
                </a:lnTo>
                <a:lnTo>
                  <a:pt x="118937" y="8172"/>
                </a:lnTo>
                <a:lnTo>
                  <a:pt x="118937" y="8172"/>
                </a:lnTo>
                <a:lnTo>
                  <a:pt x="117526" y="8167"/>
                </a:lnTo>
                <a:lnTo>
                  <a:pt x="116114" y="8146"/>
                </a:lnTo>
                <a:lnTo>
                  <a:pt x="25229" y="8146"/>
                </a:lnTo>
                <a:lnTo>
                  <a:pt x="25229" y="8146"/>
                </a:lnTo>
                <a:lnTo>
                  <a:pt x="24478" y="8157"/>
                </a:lnTo>
                <a:lnTo>
                  <a:pt x="23728" y="8167"/>
                </a:lnTo>
                <a:lnTo>
                  <a:pt x="23007" y="8172"/>
                </a:lnTo>
                <a:lnTo>
                  <a:pt x="22256" y="8172"/>
                </a:lnTo>
                <a:lnTo>
                  <a:pt x="22256" y="8172"/>
                </a:lnTo>
                <a:lnTo>
                  <a:pt x="20874" y="8167"/>
                </a:lnTo>
                <a:lnTo>
                  <a:pt x="19493" y="8152"/>
                </a:lnTo>
                <a:lnTo>
                  <a:pt x="18111" y="8121"/>
                </a:lnTo>
                <a:lnTo>
                  <a:pt x="17450" y="8101"/>
                </a:lnTo>
                <a:lnTo>
                  <a:pt x="16790" y="8080"/>
                </a:lnTo>
                <a:lnTo>
                  <a:pt x="16099" y="8055"/>
                </a:lnTo>
                <a:lnTo>
                  <a:pt x="15468" y="8024"/>
                </a:lnTo>
                <a:lnTo>
                  <a:pt x="14807" y="7993"/>
                </a:lnTo>
                <a:lnTo>
                  <a:pt x="14177" y="7963"/>
                </a:lnTo>
                <a:lnTo>
                  <a:pt x="13546" y="7922"/>
                </a:lnTo>
                <a:lnTo>
                  <a:pt x="12915" y="7881"/>
                </a:lnTo>
                <a:lnTo>
                  <a:pt x="12314" y="7840"/>
                </a:lnTo>
                <a:lnTo>
                  <a:pt x="11714" y="7795"/>
                </a:lnTo>
                <a:lnTo>
                  <a:pt x="11113" y="7744"/>
                </a:lnTo>
                <a:lnTo>
                  <a:pt x="10542" y="7687"/>
                </a:lnTo>
                <a:lnTo>
                  <a:pt x="9972" y="7631"/>
                </a:lnTo>
                <a:lnTo>
                  <a:pt x="9431" y="7575"/>
                </a:lnTo>
                <a:lnTo>
                  <a:pt x="8890" y="7509"/>
                </a:lnTo>
                <a:lnTo>
                  <a:pt x="8380" y="7448"/>
                </a:lnTo>
                <a:lnTo>
                  <a:pt x="7869" y="7376"/>
                </a:lnTo>
                <a:lnTo>
                  <a:pt x="7359" y="7305"/>
                </a:lnTo>
                <a:lnTo>
                  <a:pt x="6908" y="7228"/>
                </a:lnTo>
                <a:lnTo>
                  <a:pt x="6428" y="7147"/>
                </a:lnTo>
                <a:lnTo>
                  <a:pt x="6007" y="7065"/>
                </a:lnTo>
                <a:lnTo>
                  <a:pt x="5587" y="6978"/>
                </a:lnTo>
                <a:lnTo>
                  <a:pt x="5166" y="6892"/>
                </a:lnTo>
                <a:lnTo>
                  <a:pt x="4806" y="6800"/>
                </a:lnTo>
                <a:lnTo>
                  <a:pt x="4415" y="6703"/>
                </a:lnTo>
                <a:lnTo>
                  <a:pt x="4085" y="6601"/>
                </a:lnTo>
                <a:lnTo>
                  <a:pt x="4085" y="6601"/>
                </a:lnTo>
                <a:lnTo>
                  <a:pt x="3364" y="6371"/>
                </a:lnTo>
                <a:lnTo>
                  <a:pt x="2703" y="6142"/>
                </a:lnTo>
                <a:lnTo>
                  <a:pt x="2103" y="5918"/>
                </a:lnTo>
                <a:lnTo>
                  <a:pt x="1562" y="5693"/>
                </a:lnTo>
                <a:lnTo>
                  <a:pt x="1081" y="5469"/>
                </a:lnTo>
                <a:lnTo>
                  <a:pt x="661" y="5249"/>
                </a:lnTo>
                <a:lnTo>
                  <a:pt x="300" y="5035"/>
                </a:lnTo>
                <a:lnTo>
                  <a:pt x="0" y="4821"/>
                </a:lnTo>
                <a:lnTo>
                  <a:pt x="0" y="4821"/>
                </a:lnTo>
                <a:lnTo>
                  <a:pt x="811" y="4800"/>
                </a:lnTo>
                <a:lnTo>
                  <a:pt x="1682" y="4770"/>
                </a:lnTo>
                <a:lnTo>
                  <a:pt x="2523" y="4744"/>
                </a:lnTo>
                <a:lnTo>
                  <a:pt x="3394" y="4709"/>
                </a:lnTo>
                <a:lnTo>
                  <a:pt x="4235" y="4668"/>
                </a:lnTo>
                <a:lnTo>
                  <a:pt x="5106" y="4622"/>
                </a:lnTo>
                <a:lnTo>
                  <a:pt x="5947" y="4571"/>
                </a:lnTo>
                <a:lnTo>
                  <a:pt x="6818" y="4510"/>
                </a:lnTo>
                <a:lnTo>
                  <a:pt x="7659" y="4449"/>
                </a:lnTo>
                <a:lnTo>
                  <a:pt x="8470" y="4377"/>
                </a:lnTo>
                <a:lnTo>
                  <a:pt x="9311" y="4301"/>
                </a:lnTo>
                <a:lnTo>
                  <a:pt x="10122" y="4219"/>
                </a:lnTo>
                <a:lnTo>
                  <a:pt x="10903" y="4127"/>
                </a:lnTo>
                <a:lnTo>
                  <a:pt x="11684" y="4030"/>
                </a:lnTo>
                <a:lnTo>
                  <a:pt x="12404" y="3923"/>
                </a:lnTo>
                <a:lnTo>
                  <a:pt x="13155" y="3811"/>
                </a:lnTo>
                <a:lnTo>
                  <a:pt x="13846" y="3694"/>
                </a:lnTo>
                <a:lnTo>
                  <a:pt x="14507" y="3561"/>
                </a:lnTo>
                <a:lnTo>
                  <a:pt x="15138" y="3428"/>
                </a:lnTo>
                <a:lnTo>
                  <a:pt x="15738" y="3280"/>
                </a:lnTo>
                <a:lnTo>
                  <a:pt x="16309" y="3127"/>
                </a:lnTo>
                <a:lnTo>
                  <a:pt x="16820" y="2964"/>
                </a:lnTo>
                <a:lnTo>
                  <a:pt x="17300" y="2791"/>
                </a:lnTo>
                <a:lnTo>
                  <a:pt x="17751" y="2607"/>
                </a:lnTo>
                <a:lnTo>
                  <a:pt x="18141" y="2418"/>
                </a:lnTo>
                <a:lnTo>
                  <a:pt x="18471" y="2214"/>
                </a:lnTo>
                <a:lnTo>
                  <a:pt x="18772" y="2000"/>
                </a:lnTo>
                <a:lnTo>
                  <a:pt x="19012" y="1781"/>
                </a:lnTo>
                <a:lnTo>
                  <a:pt x="19192" y="1546"/>
                </a:lnTo>
                <a:lnTo>
                  <a:pt x="19312" y="1301"/>
                </a:lnTo>
                <a:lnTo>
                  <a:pt x="19373" y="1046"/>
                </a:lnTo>
                <a:lnTo>
                  <a:pt x="19373" y="781"/>
                </a:lnTo>
                <a:lnTo>
                  <a:pt x="19373" y="781"/>
                </a:lnTo>
                <a:lnTo>
                  <a:pt x="19312" y="603"/>
                </a:lnTo>
                <a:lnTo>
                  <a:pt x="19252" y="424"/>
                </a:lnTo>
                <a:lnTo>
                  <a:pt x="19162" y="256"/>
                </a:lnTo>
                <a:lnTo>
                  <a:pt x="19072" y="93"/>
                </a:lnTo>
                <a:lnTo>
                  <a:pt x="19072" y="93"/>
                </a:lnTo>
                <a:lnTo>
                  <a:pt x="20754" y="52"/>
                </a:lnTo>
                <a:lnTo>
                  <a:pt x="22466" y="21"/>
                </a:lnTo>
                <a:lnTo>
                  <a:pt x="24178" y="6"/>
                </a:lnTo>
                <a:lnTo>
                  <a:pt x="2592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60"/>
          <p:cNvSpPr/>
          <p:nvPr/>
        </p:nvSpPr>
        <p:spPr>
          <a:xfrm flipH="1">
            <a:off x="5482285" y="1033845"/>
            <a:ext cx="1936998" cy="2018114"/>
          </a:xfrm>
          <a:custGeom>
            <a:avLst/>
            <a:gdLst/>
            <a:ahLst/>
            <a:cxnLst/>
            <a:rect l="l" t="t" r="r" b="b"/>
            <a:pathLst>
              <a:path w="46045" h="8136" fill="none" extrusionOk="0">
                <a:moveTo>
                  <a:pt x="22737" y="0"/>
                </a:moveTo>
                <a:lnTo>
                  <a:pt x="22737" y="0"/>
                </a:lnTo>
                <a:lnTo>
                  <a:pt x="24149" y="5"/>
                </a:lnTo>
                <a:lnTo>
                  <a:pt x="24900" y="10"/>
                </a:lnTo>
                <a:lnTo>
                  <a:pt x="25681" y="21"/>
                </a:lnTo>
                <a:lnTo>
                  <a:pt x="26492" y="31"/>
                </a:lnTo>
                <a:lnTo>
                  <a:pt x="27333" y="51"/>
                </a:lnTo>
                <a:lnTo>
                  <a:pt x="28204" y="72"/>
                </a:lnTo>
                <a:lnTo>
                  <a:pt x="29075" y="97"/>
                </a:lnTo>
                <a:lnTo>
                  <a:pt x="29946" y="133"/>
                </a:lnTo>
                <a:lnTo>
                  <a:pt x="30847" y="168"/>
                </a:lnTo>
                <a:lnTo>
                  <a:pt x="31748" y="214"/>
                </a:lnTo>
                <a:lnTo>
                  <a:pt x="32649" y="265"/>
                </a:lnTo>
                <a:lnTo>
                  <a:pt x="33550" y="321"/>
                </a:lnTo>
                <a:lnTo>
                  <a:pt x="34451" y="388"/>
                </a:lnTo>
                <a:lnTo>
                  <a:pt x="35352" y="464"/>
                </a:lnTo>
                <a:lnTo>
                  <a:pt x="36223" y="546"/>
                </a:lnTo>
                <a:lnTo>
                  <a:pt x="37094" y="638"/>
                </a:lnTo>
                <a:lnTo>
                  <a:pt x="37935" y="740"/>
                </a:lnTo>
                <a:lnTo>
                  <a:pt x="38776" y="847"/>
                </a:lnTo>
                <a:lnTo>
                  <a:pt x="39557" y="969"/>
                </a:lnTo>
                <a:lnTo>
                  <a:pt x="40338" y="1102"/>
                </a:lnTo>
                <a:lnTo>
                  <a:pt x="41088" y="1240"/>
                </a:lnTo>
                <a:lnTo>
                  <a:pt x="41809" y="1398"/>
                </a:lnTo>
                <a:lnTo>
                  <a:pt x="42140" y="1474"/>
                </a:lnTo>
                <a:lnTo>
                  <a:pt x="42470" y="1561"/>
                </a:lnTo>
                <a:lnTo>
                  <a:pt x="42770" y="1648"/>
                </a:lnTo>
                <a:lnTo>
                  <a:pt x="43101" y="1739"/>
                </a:lnTo>
                <a:lnTo>
                  <a:pt x="43401" y="1831"/>
                </a:lnTo>
                <a:lnTo>
                  <a:pt x="43671" y="1928"/>
                </a:lnTo>
                <a:lnTo>
                  <a:pt x="43942" y="2030"/>
                </a:lnTo>
                <a:lnTo>
                  <a:pt x="44212" y="2132"/>
                </a:lnTo>
                <a:lnTo>
                  <a:pt x="44452" y="2239"/>
                </a:lnTo>
                <a:lnTo>
                  <a:pt x="44693" y="2352"/>
                </a:lnTo>
                <a:lnTo>
                  <a:pt x="44903" y="2464"/>
                </a:lnTo>
                <a:lnTo>
                  <a:pt x="45113" y="2581"/>
                </a:lnTo>
                <a:lnTo>
                  <a:pt x="45323" y="2703"/>
                </a:lnTo>
                <a:lnTo>
                  <a:pt x="45504" y="2826"/>
                </a:lnTo>
                <a:lnTo>
                  <a:pt x="45654" y="2959"/>
                </a:lnTo>
                <a:lnTo>
                  <a:pt x="45804" y="3091"/>
                </a:lnTo>
                <a:lnTo>
                  <a:pt x="45924" y="3224"/>
                </a:lnTo>
                <a:lnTo>
                  <a:pt x="46044" y="3367"/>
                </a:lnTo>
                <a:lnTo>
                  <a:pt x="46044" y="3367"/>
                </a:lnTo>
                <a:lnTo>
                  <a:pt x="45083" y="3392"/>
                </a:lnTo>
                <a:lnTo>
                  <a:pt x="44122" y="3423"/>
                </a:lnTo>
                <a:lnTo>
                  <a:pt x="43191" y="3458"/>
                </a:lnTo>
                <a:lnTo>
                  <a:pt x="42260" y="3499"/>
                </a:lnTo>
                <a:lnTo>
                  <a:pt x="41389" y="3540"/>
                </a:lnTo>
                <a:lnTo>
                  <a:pt x="40518" y="3581"/>
                </a:lnTo>
                <a:lnTo>
                  <a:pt x="39677" y="3632"/>
                </a:lnTo>
                <a:lnTo>
                  <a:pt x="38866" y="3678"/>
                </a:lnTo>
                <a:lnTo>
                  <a:pt x="38085" y="3734"/>
                </a:lnTo>
                <a:lnTo>
                  <a:pt x="37364" y="3790"/>
                </a:lnTo>
                <a:lnTo>
                  <a:pt x="36643" y="3846"/>
                </a:lnTo>
                <a:lnTo>
                  <a:pt x="35983" y="3907"/>
                </a:lnTo>
                <a:lnTo>
                  <a:pt x="35382" y="3974"/>
                </a:lnTo>
                <a:lnTo>
                  <a:pt x="34781" y="4035"/>
                </a:lnTo>
                <a:lnTo>
                  <a:pt x="34271" y="4106"/>
                </a:lnTo>
                <a:lnTo>
                  <a:pt x="33760" y="4172"/>
                </a:lnTo>
                <a:lnTo>
                  <a:pt x="33760" y="4172"/>
                </a:lnTo>
                <a:lnTo>
                  <a:pt x="33189" y="4264"/>
                </a:lnTo>
                <a:lnTo>
                  <a:pt x="32649" y="4361"/>
                </a:lnTo>
                <a:lnTo>
                  <a:pt x="32138" y="4453"/>
                </a:lnTo>
                <a:lnTo>
                  <a:pt x="31628" y="4555"/>
                </a:lnTo>
                <a:lnTo>
                  <a:pt x="31147" y="4652"/>
                </a:lnTo>
                <a:lnTo>
                  <a:pt x="30666" y="4754"/>
                </a:lnTo>
                <a:lnTo>
                  <a:pt x="30216" y="4861"/>
                </a:lnTo>
                <a:lnTo>
                  <a:pt x="29795" y="4968"/>
                </a:lnTo>
                <a:lnTo>
                  <a:pt x="29405" y="5075"/>
                </a:lnTo>
                <a:lnTo>
                  <a:pt x="29045" y="5187"/>
                </a:lnTo>
                <a:lnTo>
                  <a:pt x="28684" y="5300"/>
                </a:lnTo>
                <a:lnTo>
                  <a:pt x="28354" y="5417"/>
                </a:lnTo>
                <a:lnTo>
                  <a:pt x="28053" y="5534"/>
                </a:lnTo>
                <a:lnTo>
                  <a:pt x="27783" y="5652"/>
                </a:lnTo>
                <a:lnTo>
                  <a:pt x="27513" y="5774"/>
                </a:lnTo>
                <a:lnTo>
                  <a:pt x="27272" y="5896"/>
                </a:lnTo>
                <a:lnTo>
                  <a:pt x="27062" y="6019"/>
                </a:lnTo>
                <a:lnTo>
                  <a:pt x="26882" y="6146"/>
                </a:lnTo>
                <a:lnTo>
                  <a:pt x="26702" y="6279"/>
                </a:lnTo>
                <a:lnTo>
                  <a:pt x="26582" y="6407"/>
                </a:lnTo>
                <a:lnTo>
                  <a:pt x="26462" y="6539"/>
                </a:lnTo>
                <a:lnTo>
                  <a:pt x="26371" y="6672"/>
                </a:lnTo>
                <a:lnTo>
                  <a:pt x="26311" y="6810"/>
                </a:lnTo>
                <a:lnTo>
                  <a:pt x="26281" y="6942"/>
                </a:lnTo>
                <a:lnTo>
                  <a:pt x="26281" y="7085"/>
                </a:lnTo>
                <a:lnTo>
                  <a:pt x="26281" y="7223"/>
                </a:lnTo>
                <a:lnTo>
                  <a:pt x="26341" y="7365"/>
                </a:lnTo>
                <a:lnTo>
                  <a:pt x="26401" y="7508"/>
                </a:lnTo>
                <a:lnTo>
                  <a:pt x="26492" y="7651"/>
                </a:lnTo>
                <a:lnTo>
                  <a:pt x="26642" y="7799"/>
                </a:lnTo>
                <a:lnTo>
                  <a:pt x="26792" y="7947"/>
                </a:lnTo>
                <a:lnTo>
                  <a:pt x="26972" y="8095"/>
                </a:lnTo>
                <a:lnTo>
                  <a:pt x="26972" y="8095"/>
                </a:lnTo>
                <a:lnTo>
                  <a:pt x="25921" y="8115"/>
                </a:lnTo>
                <a:lnTo>
                  <a:pt x="24900" y="8125"/>
                </a:lnTo>
                <a:lnTo>
                  <a:pt x="23939" y="8136"/>
                </a:lnTo>
                <a:lnTo>
                  <a:pt x="22978" y="8136"/>
                </a:lnTo>
                <a:lnTo>
                  <a:pt x="22978" y="8136"/>
                </a:lnTo>
                <a:lnTo>
                  <a:pt x="22197" y="8136"/>
                </a:lnTo>
                <a:lnTo>
                  <a:pt x="21476" y="8131"/>
                </a:lnTo>
                <a:lnTo>
                  <a:pt x="20755" y="8125"/>
                </a:lnTo>
                <a:lnTo>
                  <a:pt x="20094" y="8110"/>
                </a:lnTo>
                <a:lnTo>
                  <a:pt x="20094" y="8110"/>
                </a:lnTo>
                <a:lnTo>
                  <a:pt x="18472" y="8080"/>
                </a:lnTo>
                <a:lnTo>
                  <a:pt x="17661" y="8059"/>
                </a:lnTo>
                <a:lnTo>
                  <a:pt x="16820" y="8034"/>
                </a:lnTo>
                <a:lnTo>
                  <a:pt x="15979" y="8008"/>
                </a:lnTo>
                <a:lnTo>
                  <a:pt x="15138" y="7972"/>
                </a:lnTo>
                <a:lnTo>
                  <a:pt x="14298" y="7937"/>
                </a:lnTo>
                <a:lnTo>
                  <a:pt x="13457" y="7896"/>
                </a:lnTo>
                <a:lnTo>
                  <a:pt x="12646" y="7850"/>
                </a:lnTo>
                <a:lnTo>
                  <a:pt x="11805" y="7799"/>
                </a:lnTo>
                <a:lnTo>
                  <a:pt x="10994" y="7743"/>
                </a:lnTo>
                <a:lnTo>
                  <a:pt x="10183" y="7677"/>
                </a:lnTo>
                <a:lnTo>
                  <a:pt x="9372" y="7605"/>
                </a:lnTo>
                <a:lnTo>
                  <a:pt x="8621" y="7524"/>
                </a:lnTo>
                <a:lnTo>
                  <a:pt x="7840" y="7437"/>
                </a:lnTo>
                <a:lnTo>
                  <a:pt x="7119" y="7340"/>
                </a:lnTo>
                <a:lnTo>
                  <a:pt x="6398" y="7233"/>
                </a:lnTo>
                <a:lnTo>
                  <a:pt x="5708" y="7121"/>
                </a:lnTo>
                <a:lnTo>
                  <a:pt x="5047" y="6998"/>
                </a:lnTo>
                <a:lnTo>
                  <a:pt x="4416" y="6861"/>
                </a:lnTo>
                <a:lnTo>
                  <a:pt x="3815" y="6718"/>
                </a:lnTo>
                <a:lnTo>
                  <a:pt x="3245" y="6560"/>
                </a:lnTo>
                <a:lnTo>
                  <a:pt x="2704" y="6391"/>
                </a:lnTo>
                <a:lnTo>
                  <a:pt x="2224" y="6213"/>
                </a:lnTo>
                <a:lnTo>
                  <a:pt x="1773" y="6019"/>
                </a:lnTo>
                <a:lnTo>
                  <a:pt x="1353" y="5815"/>
                </a:lnTo>
                <a:lnTo>
                  <a:pt x="1022" y="5601"/>
                </a:lnTo>
                <a:lnTo>
                  <a:pt x="692" y="5366"/>
                </a:lnTo>
                <a:lnTo>
                  <a:pt x="452" y="5121"/>
                </a:lnTo>
                <a:lnTo>
                  <a:pt x="241" y="4861"/>
                </a:lnTo>
                <a:lnTo>
                  <a:pt x="91" y="4586"/>
                </a:lnTo>
                <a:lnTo>
                  <a:pt x="1" y="4295"/>
                </a:lnTo>
                <a:lnTo>
                  <a:pt x="1" y="4295"/>
                </a:lnTo>
                <a:lnTo>
                  <a:pt x="1" y="4147"/>
                </a:lnTo>
                <a:lnTo>
                  <a:pt x="1" y="3999"/>
                </a:lnTo>
                <a:lnTo>
                  <a:pt x="31" y="3861"/>
                </a:lnTo>
                <a:lnTo>
                  <a:pt x="61" y="3719"/>
                </a:lnTo>
                <a:lnTo>
                  <a:pt x="121" y="3586"/>
                </a:lnTo>
                <a:lnTo>
                  <a:pt x="211" y="3453"/>
                </a:lnTo>
                <a:lnTo>
                  <a:pt x="331" y="3321"/>
                </a:lnTo>
                <a:lnTo>
                  <a:pt x="452" y="3193"/>
                </a:lnTo>
                <a:lnTo>
                  <a:pt x="602" y="3071"/>
                </a:lnTo>
                <a:lnTo>
                  <a:pt x="782" y="2948"/>
                </a:lnTo>
                <a:lnTo>
                  <a:pt x="962" y="2831"/>
                </a:lnTo>
                <a:lnTo>
                  <a:pt x="1142" y="2714"/>
                </a:lnTo>
                <a:lnTo>
                  <a:pt x="1353" y="2601"/>
                </a:lnTo>
                <a:lnTo>
                  <a:pt x="1593" y="2494"/>
                </a:lnTo>
                <a:lnTo>
                  <a:pt x="1833" y="2382"/>
                </a:lnTo>
                <a:lnTo>
                  <a:pt x="2103" y="2280"/>
                </a:lnTo>
                <a:lnTo>
                  <a:pt x="2374" y="2178"/>
                </a:lnTo>
                <a:lnTo>
                  <a:pt x="2674" y="2081"/>
                </a:lnTo>
                <a:lnTo>
                  <a:pt x="2974" y="1984"/>
                </a:lnTo>
                <a:lnTo>
                  <a:pt x="3275" y="1887"/>
                </a:lnTo>
                <a:lnTo>
                  <a:pt x="3605" y="1796"/>
                </a:lnTo>
                <a:lnTo>
                  <a:pt x="3966" y="1709"/>
                </a:lnTo>
                <a:lnTo>
                  <a:pt x="4686" y="1535"/>
                </a:lnTo>
                <a:lnTo>
                  <a:pt x="5437" y="1377"/>
                </a:lnTo>
                <a:lnTo>
                  <a:pt x="6218" y="1229"/>
                </a:lnTo>
                <a:lnTo>
                  <a:pt x="7059" y="1087"/>
                </a:lnTo>
                <a:lnTo>
                  <a:pt x="7930" y="959"/>
                </a:lnTo>
                <a:lnTo>
                  <a:pt x="8801" y="837"/>
                </a:lnTo>
                <a:lnTo>
                  <a:pt x="9702" y="724"/>
                </a:lnTo>
                <a:lnTo>
                  <a:pt x="10633" y="617"/>
                </a:lnTo>
                <a:lnTo>
                  <a:pt x="11564" y="525"/>
                </a:lnTo>
                <a:lnTo>
                  <a:pt x="12495" y="439"/>
                </a:lnTo>
                <a:lnTo>
                  <a:pt x="13457" y="362"/>
                </a:lnTo>
                <a:lnTo>
                  <a:pt x="14418" y="291"/>
                </a:lnTo>
                <a:lnTo>
                  <a:pt x="15349" y="230"/>
                </a:lnTo>
                <a:lnTo>
                  <a:pt x="16280" y="174"/>
                </a:lnTo>
                <a:lnTo>
                  <a:pt x="17211" y="128"/>
                </a:lnTo>
                <a:lnTo>
                  <a:pt x="18142" y="92"/>
                </a:lnTo>
                <a:lnTo>
                  <a:pt x="19013" y="56"/>
                </a:lnTo>
                <a:lnTo>
                  <a:pt x="19884" y="31"/>
                </a:lnTo>
                <a:lnTo>
                  <a:pt x="20725" y="15"/>
                </a:lnTo>
                <a:lnTo>
                  <a:pt x="21536" y="5"/>
                </a:lnTo>
                <a:lnTo>
                  <a:pt x="22317" y="0"/>
                </a:lnTo>
                <a:lnTo>
                  <a:pt x="22317" y="0"/>
                </a:lnTo>
                <a:lnTo>
                  <a:pt x="2273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60"/>
          <p:cNvSpPr/>
          <p:nvPr/>
        </p:nvSpPr>
        <p:spPr>
          <a:xfrm flipH="1">
            <a:off x="5469616" y="1868776"/>
            <a:ext cx="844042" cy="1173017"/>
          </a:xfrm>
          <a:custGeom>
            <a:avLst/>
            <a:gdLst/>
            <a:ahLst/>
            <a:cxnLst/>
            <a:rect l="l" t="t" r="r" b="b"/>
            <a:pathLst>
              <a:path w="20064" h="4729" fill="none" extrusionOk="0">
                <a:moveTo>
                  <a:pt x="19763" y="1"/>
                </a:moveTo>
                <a:lnTo>
                  <a:pt x="19763" y="1"/>
                </a:lnTo>
                <a:lnTo>
                  <a:pt x="19853" y="164"/>
                </a:lnTo>
                <a:lnTo>
                  <a:pt x="19943" y="332"/>
                </a:lnTo>
                <a:lnTo>
                  <a:pt x="20003" y="511"/>
                </a:lnTo>
                <a:lnTo>
                  <a:pt x="20064" y="689"/>
                </a:lnTo>
                <a:lnTo>
                  <a:pt x="20064" y="689"/>
                </a:lnTo>
                <a:lnTo>
                  <a:pt x="20064" y="954"/>
                </a:lnTo>
                <a:lnTo>
                  <a:pt x="20003" y="1209"/>
                </a:lnTo>
                <a:lnTo>
                  <a:pt x="19883" y="1454"/>
                </a:lnTo>
                <a:lnTo>
                  <a:pt x="19703" y="1689"/>
                </a:lnTo>
                <a:lnTo>
                  <a:pt x="19463" y="1908"/>
                </a:lnTo>
                <a:lnTo>
                  <a:pt x="19162" y="2122"/>
                </a:lnTo>
                <a:lnTo>
                  <a:pt x="18832" y="2326"/>
                </a:lnTo>
                <a:lnTo>
                  <a:pt x="18442" y="2515"/>
                </a:lnTo>
                <a:lnTo>
                  <a:pt x="17991" y="2699"/>
                </a:lnTo>
                <a:lnTo>
                  <a:pt x="17511" y="2872"/>
                </a:lnTo>
                <a:lnTo>
                  <a:pt x="17000" y="3035"/>
                </a:lnTo>
                <a:lnTo>
                  <a:pt x="16429" y="3188"/>
                </a:lnTo>
                <a:lnTo>
                  <a:pt x="15829" y="3336"/>
                </a:lnTo>
                <a:lnTo>
                  <a:pt x="15198" y="3469"/>
                </a:lnTo>
                <a:lnTo>
                  <a:pt x="14537" y="3602"/>
                </a:lnTo>
                <a:lnTo>
                  <a:pt x="13846" y="3719"/>
                </a:lnTo>
                <a:lnTo>
                  <a:pt x="13095" y="3831"/>
                </a:lnTo>
                <a:lnTo>
                  <a:pt x="12375" y="3938"/>
                </a:lnTo>
                <a:lnTo>
                  <a:pt x="11594" y="4035"/>
                </a:lnTo>
                <a:lnTo>
                  <a:pt x="10813" y="4127"/>
                </a:lnTo>
                <a:lnTo>
                  <a:pt x="10002" y="4209"/>
                </a:lnTo>
                <a:lnTo>
                  <a:pt x="9161" y="4285"/>
                </a:lnTo>
                <a:lnTo>
                  <a:pt x="8350" y="4357"/>
                </a:lnTo>
                <a:lnTo>
                  <a:pt x="7509" y="4418"/>
                </a:lnTo>
                <a:lnTo>
                  <a:pt x="6638" y="4479"/>
                </a:lnTo>
                <a:lnTo>
                  <a:pt x="5797" y="4530"/>
                </a:lnTo>
                <a:lnTo>
                  <a:pt x="4926" y="4576"/>
                </a:lnTo>
                <a:lnTo>
                  <a:pt x="4085" y="4617"/>
                </a:lnTo>
                <a:lnTo>
                  <a:pt x="3214" y="4652"/>
                </a:lnTo>
                <a:lnTo>
                  <a:pt x="2373" y="4678"/>
                </a:lnTo>
                <a:lnTo>
                  <a:pt x="1502" y="4708"/>
                </a:lnTo>
                <a:lnTo>
                  <a:pt x="691" y="4729"/>
                </a:lnTo>
                <a:lnTo>
                  <a:pt x="691" y="4729"/>
                </a:lnTo>
                <a:lnTo>
                  <a:pt x="511" y="4581"/>
                </a:lnTo>
                <a:lnTo>
                  <a:pt x="361" y="4433"/>
                </a:lnTo>
                <a:lnTo>
                  <a:pt x="211" y="4285"/>
                </a:lnTo>
                <a:lnTo>
                  <a:pt x="120" y="4142"/>
                </a:lnTo>
                <a:lnTo>
                  <a:pt x="60" y="3999"/>
                </a:lnTo>
                <a:lnTo>
                  <a:pt x="0" y="3857"/>
                </a:lnTo>
                <a:lnTo>
                  <a:pt x="0" y="3719"/>
                </a:lnTo>
                <a:lnTo>
                  <a:pt x="0" y="3576"/>
                </a:lnTo>
                <a:lnTo>
                  <a:pt x="30" y="3444"/>
                </a:lnTo>
                <a:lnTo>
                  <a:pt x="90" y="3306"/>
                </a:lnTo>
                <a:lnTo>
                  <a:pt x="181" y="3173"/>
                </a:lnTo>
                <a:lnTo>
                  <a:pt x="301" y="3041"/>
                </a:lnTo>
                <a:lnTo>
                  <a:pt x="421" y="2913"/>
                </a:lnTo>
                <a:lnTo>
                  <a:pt x="601" y="2780"/>
                </a:lnTo>
                <a:lnTo>
                  <a:pt x="781" y="2653"/>
                </a:lnTo>
                <a:lnTo>
                  <a:pt x="991" y="2530"/>
                </a:lnTo>
                <a:lnTo>
                  <a:pt x="1232" y="2408"/>
                </a:lnTo>
                <a:lnTo>
                  <a:pt x="1502" y="2286"/>
                </a:lnTo>
                <a:lnTo>
                  <a:pt x="1772" y="2168"/>
                </a:lnTo>
                <a:lnTo>
                  <a:pt x="2073" y="2051"/>
                </a:lnTo>
                <a:lnTo>
                  <a:pt x="2403" y="1934"/>
                </a:lnTo>
                <a:lnTo>
                  <a:pt x="2764" y="1821"/>
                </a:lnTo>
                <a:lnTo>
                  <a:pt x="3124" y="1709"/>
                </a:lnTo>
                <a:lnTo>
                  <a:pt x="3514" y="1602"/>
                </a:lnTo>
                <a:lnTo>
                  <a:pt x="3935" y="1495"/>
                </a:lnTo>
                <a:lnTo>
                  <a:pt x="4385" y="1388"/>
                </a:lnTo>
                <a:lnTo>
                  <a:pt x="4866" y="1286"/>
                </a:lnTo>
                <a:lnTo>
                  <a:pt x="5347" y="1189"/>
                </a:lnTo>
                <a:lnTo>
                  <a:pt x="5857" y="1087"/>
                </a:lnTo>
                <a:lnTo>
                  <a:pt x="6368" y="995"/>
                </a:lnTo>
                <a:lnTo>
                  <a:pt x="6908" y="898"/>
                </a:lnTo>
                <a:lnTo>
                  <a:pt x="7479" y="806"/>
                </a:lnTo>
                <a:lnTo>
                  <a:pt x="7479" y="806"/>
                </a:lnTo>
                <a:lnTo>
                  <a:pt x="7990" y="740"/>
                </a:lnTo>
                <a:lnTo>
                  <a:pt x="8500" y="669"/>
                </a:lnTo>
                <a:lnTo>
                  <a:pt x="9101" y="608"/>
                </a:lnTo>
                <a:lnTo>
                  <a:pt x="9702" y="541"/>
                </a:lnTo>
                <a:lnTo>
                  <a:pt x="10362" y="480"/>
                </a:lnTo>
                <a:lnTo>
                  <a:pt x="11083" y="424"/>
                </a:lnTo>
                <a:lnTo>
                  <a:pt x="11804" y="368"/>
                </a:lnTo>
                <a:lnTo>
                  <a:pt x="12585" y="312"/>
                </a:lnTo>
                <a:lnTo>
                  <a:pt x="13396" y="266"/>
                </a:lnTo>
                <a:lnTo>
                  <a:pt x="14237" y="215"/>
                </a:lnTo>
                <a:lnTo>
                  <a:pt x="15108" y="174"/>
                </a:lnTo>
                <a:lnTo>
                  <a:pt x="15979" y="133"/>
                </a:lnTo>
                <a:lnTo>
                  <a:pt x="16910" y="92"/>
                </a:lnTo>
                <a:lnTo>
                  <a:pt x="17841" y="57"/>
                </a:lnTo>
                <a:lnTo>
                  <a:pt x="18802" y="26"/>
                </a:lnTo>
                <a:lnTo>
                  <a:pt x="1976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60"/>
          <p:cNvSpPr txBox="1">
            <a:spLocks noGrp="1"/>
          </p:cNvSpPr>
          <p:nvPr>
            <p:ph type="title"/>
          </p:nvPr>
        </p:nvSpPr>
        <p:spPr>
          <a:xfrm>
            <a:off x="457200" y="1265875"/>
            <a:ext cx="51138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400"/>
              <a:buNone/>
              <a:defRPr>
                <a:solidFill>
                  <a:schemeClr val="lt1"/>
                </a:solidFill>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1167" name="Google Shape;1167;p60"/>
          <p:cNvSpPr txBox="1">
            <a:spLocks noGrp="1"/>
          </p:cNvSpPr>
          <p:nvPr>
            <p:ph type="title" idx="2"/>
          </p:nvPr>
        </p:nvSpPr>
        <p:spPr>
          <a:xfrm>
            <a:off x="457200" y="914400"/>
            <a:ext cx="8229600" cy="2631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200"/>
              <a:buNone/>
              <a:defRPr sz="1200">
                <a:solidFill>
                  <a:schemeClr val="lt1"/>
                </a:solidFill>
              </a:defRPr>
            </a:lvl1pPr>
            <a:lvl2pPr lvl="1" rtl="0">
              <a:spcBef>
                <a:spcPts val="0"/>
              </a:spcBef>
              <a:spcAft>
                <a:spcPts val="0"/>
              </a:spcAft>
              <a:buSzPts val="1200"/>
              <a:buNone/>
              <a:defRPr sz="1200">
                <a:latin typeface="Lato"/>
                <a:ea typeface="Lato"/>
                <a:cs typeface="Lato"/>
                <a:sym typeface="Lato"/>
              </a:defRPr>
            </a:lvl2pPr>
            <a:lvl3pPr lvl="2" rtl="0">
              <a:spcBef>
                <a:spcPts val="0"/>
              </a:spcBef>
              <a:spcAft>
                <a:spcPts val="0"/>
              </a:spcAft>
              <a:buSzPts val="1200"/>
              <a:buNone/>
              <a:defRPr sz="1200">
                <a:latin typeface="Lato"/>
                <a:ea typeface="Lato"/>
                <a:cs typeface="Lato"/>
                <a:sym typeface="Lato"/>
              </a:defRPr>
            </a:lvl3pPr>
            <a:lvl4pPr lvl="3" rtl="0">
              <a:spcBef>
                <a:spcPts val="0"/>
              </a:spcBef>
              <a:spcAft>
                <a:spcPts val="0"/>
              </a:spcAft>
              <a:buSzPts val="1200"/>
              <a:buNone/>
              <a:defRPr sz="1200">
                <a:latin typeface="Lato"/>
                <a:ea typeface="Lato"/>
                <a:cs typeface="Lato"/>
                <a:sym typeface="Lato"/>
              </a:defRPr>
            </a:lvl4pPr>
            <a:lvl5pPr lvl="4" rtl="0">
              <a:spcBef>
                <a:spcPts val="0"/>
              </a:spcBef>
              <a:spcAft>
                <a:spcPts val="0"/>
              </a:spcAft>
              <a:buSzPts val="1200"/>
              <a:buNone/>
              <a:defRPr sz="1200">
                <a:latin typeface="Lato"/>
                <a:ea typeface="Lato"/>
                <a:cs typeface="Lato"/>
                <a:sym typeface="Lato"/>
              </a:defRPr>
            </a:lvl5pPr>
            <a:lvl6pPr lvl="5" rtl="0">
              <a:spcBef>
                <a:spcPts val="0"/>
              </a:spcBef>
              <a:spcAft>
                <a:spcPts val="0"/>
              </a:spcAft>
              <a:buSzPts val="1200"/>
              <a:buNone/>
              <a:defRPr sz="1200">
                <a:latin typeface="Lato"/>
                <a:ea typeface="Lato"/>
                <a:cs typeface="Lato"/>
                <a:sym typeface="Lato"/>
              </a:defRPr>
            </a:lvl6pPr>
            <a:lvl7pPr lvl="6" rtl="0">
              <a:spcBef>
                <a:spcPts val="0"/>
              </a:spcBef>
              <a:spcAft>
                <a:spcPts val="0"/>
              </a:spcAft>
              <a:buSzPts val="1200"/>
              <a:buNone/>
              <a:defRPr sz="1200">
                <a:latin typeface="Lato"/>
                <a:ea typeface="Lato"/>
                <a:cs typeface="Lato"/>
                <a:sym typeface="Lato"/>
              </a:defRPr>
            </a:lvl7pPr>
            <a:lvl8pPr lvl="7" rtl="0">
              <a:spcBef>
                <a:spcPts val="0"/>
              </a:spcBef>
              <a:spcAft>
                <a:spcPts val="0"/>
              </a:spcAft>
              <a:buSzPts val="1200"/>
              <a:buNone/>
              <a:defRPr sz="1200">
                <a:latin typeface="Lato"/>
                <a:ea typeface="Lato"/>
                <a:cs typeface="Lato"/>
                <a:sym typeface="Lato"/>
              </a:defRPr>
            </a:lvl8pPr>
            <a:lvl9pPr lvl="8" rtl="0">
              <a:spcBef>
                <a:spcPts val="0"/>
              </a:spcBef>
              <a:spcAft>
                <a:spcPts val="0"/>
              </a:spcAft>
              <a:buSzPts val="1200"/>
              <a:buNone/>
              <a:defRPr sz="1200">
                <a:latin typeface="Lato"/>
                <a:ea typeface="Lato"/>
                <a:cs typeface="Lato"/>
                <a:sym typeface="Lato"/>
              </a:defRPr>
            </a:lvl9pPr>
          </a:lstStyle>
          <a:p>
            <a:endParaRPr/>
          </a:p>
        </p:txBody>
      </p:sp>
      <p:sp>
        <p:nvSpPr>
          <p:cNvPr id="1168" name="Google Shape;1168;p60"/>
          <p:cNvSpPr txBox="1">
            <a:spLocks noGrp="1"/>
          </p:cNvSpPr>
          <p:nvPr>
            <p:ph type="title" idx="3"/>
          </p:nvPr>
        </p:nvSpPr>
        <p:spPr>
          <a:xfrm>
            <a:off x="1585550" y="2689825"/>
            <a:ext cx="3443700" cy="339300"/>
          </a:xfrm>
          <a:prstGeom prst="rect">
            <a:avLst/>
          </a:prstGeom>
        </p:spPr>
        <p:txBody>
          <a:bodyPr spcFirstLastPara="1" wrap="square" lIns="0" tIns="0" rIns="0" bIns="0" anchor="ctr" anchorCtr="0">
            <a:noAutofit/>
          </a:bodyPr>
          <a:lstStyle>
            <a:lvl1pPr lvl="0" rtl="0">
              <a:lnSpc>
                <a:spcPct val="150000"/>
              </a:lnSpc>
              <a:spcBef>
                <a:spcPts val="0"/>
              </a:spcBef>
              <a:spcAft>
                <a:spcPts val="0"/>
              </a:spcAft>
              <a:buClr>
                <a:schemeClr val="lt1"/>
              </a:buClr>
              <a:buSzPts val="1400"/>
              <a:buFont typeface="Lato"/>
              <a:buNone/>
              <a:defRPr sz="1400">
                <a:solidFill>
                  <a:schemeClr val="lt1"/>
                </a:solidFill>
                <a:latin typeface="Lato"/>
                <a:ea typeface="Lato"/>
                <a:cs typeface="Lato"/>
                <a:sym typeface="Lato"/>
              </a:defRPr>
            </a:lvl1pPr>
            <a:lvl2pPr lvl="1" rtl="0">
              <a:lnSpc>
                <a:spcPct val="150000"/>
              </a:lnSpc>
              <a:spcBef>
                <a:spcPts val="0"/>
              </a:spcBef>
              <a:spcAft>
                <a:spcPts val="0"/>
              </a:spcAft>
              <a:buSzPts val="1400"/>
              <a:buFont typeface="Lato"/>
              <a:buNone/>
              <a:defRPr sz="1400">
                <a:latin typeface="Lato"/>
                <a:ea typeface="Lato"/>
                <a:cs typeface="Lato"/>
                <a:sym typeface="Lato"/>
              </a:defRPr>
            </a:lvl2pPr>
            <a:lvl3pPr lvl="2" rtl="0">
              <a:lnSpc>
                <a:spcPct val="150000"/>
              </a:lnSpc>
              <a:spcBef>
                <a:spcPts val="0"/>
              </a:spcBef>
              <a:spcAft>
                <a:spcPts val="0"/>
              </a:spcAft>
              <a:buSzPts val="1400"/>
              <a:buFont typeface="Lato"/>
              <a:buNone/>
              <a:defRPr sz="1400">
                <a:latin typeface="Lato"/>
                <a:ea typeface="Lato"/>
                <a:cs typeface="Lato"/>
                <a:sym typeface="Lato"/>
              </a:defRPr>
            </a:lvl3pPr>
            <a:lvl4pPr lvl="3" rtl="0">
              <a:lnSpc>
                <a:spcPct val="150000"/>
              </a:lnSpc>
              <a:spcBef>
                <a:spcPts val="0"/>
              </a:spcBef>
              <a:spcAft>
                <a:spcPts val="0"/>
              </a:spcAft>
              <a:buSzPts val="1400"/>
              <a:buFont typeface="Lato"/>
              <a:buNone/>
              <a:defRPr sz="1400">
                <a:latin typeface="Lato"/>
                <a:ea typeface="Lato"/>
                <a:cs typeface="Lato"/>
                <a:sym typeface="Lato"/>
              </a:defRPr>
            </a:lvl4pPr>
            <a:lvl5pPr lvl="4" rtl="0">
              <a:lnSpc>
                <a:spcPct val="150000"/>
              </a:lnSpc>
              <a:spcBef>
                <a:spcPts val="0"/>
              </a:spcBef>
              <a:spcAft>
                <a:spcPts val="0"/>
              </a:spcAft>
              <a:buSzPts val="1400"/>
              <a:buFont typeface="Lato"/>
              <a:buNone/>
              <a:defRPr sz="1400">
                <a:latin typeface="Lato"/>
                <a:ea typeface="Lato"/>
                <a:cs typeface="Lato"/>
                <a:sym typeface="Lato"/>
              </a:defRPr>
            </a:lvl5pPr>
            <a:lvl6pPr lvl="5" rtl="0">
              <a:lnSpc>
                <a:spcPct val="150000"/>
              </a:lnSpc>
              <a:spcBef>
                <a:spcPts val="0"/>
              </a:spcBef>
              <a:spcAft>
                <a:spcPts val="0"/>
              </a:spcAft>
              <a:buSzPts val="1400"/>
              <a:buFont typeface="Lato"/>
              <a:buNone/>
              <a:defRPr sz="1400">
                <a:latin typeface="Lato"/>
                <a:ea typeface="Lato"/>
                <a:cs typeface="Lato"/>
                <a:sym typeface="Lato"/>
              </a:defRPr>
            </a:lvl6pPr>
            <a:lvl7pPr lvl="6" rtl="0">
              <a:lnSpc>
                <a:spcPct val="150000"/>
              </a:lnSpc>
              <a:spcBef>
                <a:spcPts val="0"/>
              </a:spcBef>
              <a:spcAft>
                <a:spcPts val="0"/>
              </a:spcAft>
              <a:buSzPts val="1400"/>
              <a:buFont typeface="Lato"/>
              <a:buNone/>
              <a:defRPr sz="1400">
                <a:latin typeface="Lato"/>
                <a:ea typeface="Lato"/>
                <a:cs typeface="Lato"/>
                <a:sym typeface="Lato"/>
              </a:defRPr>
            </a:lvl7pPr>
            <a:lvl8pPr lvl="7" rtl="0">
              <a:lnSpc>
                <a:spcPct val="150000"/>
              </a:lnSpc>
              <a:spcBef>
                <a:spcPts val="0"/>
              </a:spcBef>
              <a:spcAft>
                <a:spcPts val="0"/>
              </a:spcAft>
              <a:buSzPts val="1400"/>
              <a:buFont typeface="Lato"/>
              <a:buNone/>
              <a:defRPr sz="1400">
                <a:latin typeface="Lato"/>
                <a:ea typeface="Lato"/>
                <a:cs typeface="Lato"/>
                <a:sym typeface="Lato"/>
              </a:defRPr>
            </a:lvl8pPr>
            <a:lvl9pPr lvl="8" rtl="0">
              <a:lnSpc>
                <a:spcPct val="150000"/>
              </a:lnSpc>
              <a:spcBef>
                <a:spcPts val="0"/>
              </a:spcBef>
              <a:spcAft>
                <a:spcPts val="0"/>
              </a:spcAft>
              <a:buSzPts val="1400"/>
              <a:buFont typeface="Lato"/>
              <a:buNone/>
              <a:defRPr sz="1400">
                <a:latin typeface="Lato"/>
                <a:ea typeface="Lato"/>
                <a:cs typeface="Lato"/>
                <a:sym typeface="Lato"/>
              </a:defRPr>
            </a:lvl9pPr>
          </a:lstStyle>
          <a:p>
            <a:endParaRPr/>
          </a:p>
        </p:txBody>
      </p:sp>
      <p:sp>
        <p:nvSpPr>
          <p:cNvPr id="1169" name="Google Shape;1169;p60"/>
          <p:cNvSpPr txBox="1">
            <a:spLocks noGrp="1"/>
          </p:cNvSpPr>
          <p:nvPr>
            <p:ph type="title" idx="4"/>
          </p:nvPr>
        </p:nvSpPr>
        <p:spPr>
          <a:xfrm>
            <a:off x="457200" y="2689825"/>
            <a:ext cx="954600" cy="339300"/>
          </a:xfrm>
          <a:prstGeom prst="rect">
            <a:avLst/>
          </a:prstGeom>
        </p:spPr>
        <p:txBody>
          <a:bodyPr spcFirstLastPara="1" wrap="square" lIns="0" tIns="0" rIns="0" bIns="0" anchor="ctr" anchorCtr="0">
            <a:noAutofit/>
          </a:bodyPr>
          <a:lstStyle>
            <a:lvl1pPr lvl="0" algn="r" rtl="0">
              <a:lnSpc>
                <a:spcPct val="150000"/>
              </a:lnSpc>
              <a:spcBef>
                <a:spcPts val="0"/>
              </a:spcBef>
              <a:spcAft>
                <a:spcPts val="0"/>
              </a:spcAft>
              <a:buClr>
                <a:schemeClr val="lt1"/>
              </a:buClr>
              <a:buSzPts val="1400"/>
              <a:buNone/>
              <a:defRPr sz="1400">
                <a:solidFill>
                  <a:schemeClr val="lt1"/>
                </a:solidFill>
              </a:defRPr>
            </a:lvl1pPr>
            <a:lvl2pPr lvl="1" algn="r" rtl="0">
              <a:lnSpc>
                <a:spcPct val="150000"/>
              </a:lnSpc>
              <a:spcBef>
                <a:spcPts val="0"/>
              </a:spcBef>
              <a:spcAft>
                <a:spcPts val="0"/>
              </a:spcAft>
              <a:buSzPts val="1400"/>
              <a:buNone/>
              <a:defRPr sz="1400"/>
            </a:lvl2pPr>
            <a:lvl3pPr lvl="2" algn="r" rtl="0">
              <a:lnSpc>
                <a:spcPct val="150000"/>
              </a:lnSpc>
              <a:spcBef>
                <a:spcPts val="0"/>
              </a:spcBef>
              <a:spcAft>
                <a:spcPts val="0"/>
              </a:spcAft>
              <a:buSzPts val="1400"/>
              <a:buNone/>
              <a:defRPr sz="1400"/>
            </a:lvl3pPr>
            <a:lvl4pPr lvl="3" algn="r" rtl="0">
              <a:lnSpc>
                <a:spcPct val="150000"/>
              </a:lnSpc>
              <a:spcBef>
                <a:spcPts val="0"/>
              </a:spcBef>
              <a:spcAft>
                <a:spcPts val="0"/>
              </a:spcAft>
              <a:buSzPts val="1400"/>
              <a:buNone/>
              <a:defRPr sz="1400"/>
            </a:lvl4pPr>
            <a:lvl5pPr lvl="4" algn="r" rtl="0">
              <a:lnSpc>
                <a:spcPct val="150000"/>
              </a:lnSpc>
              <a:spcBef>
                <a:spcPts val="0"/>
              </a:spcBef>
              <a:spcAft>
                <a:spcPts val="0"/>
              </a:spcAft>
              <a:buSzPts val="1400"/>
              <a:buNone/>
              <a:defRPr sz="1400"/>
            </a:lvl5pPr>
            <a:lvl6pPr lvl="5" algn="r" rtl="0">
              <a:lnSpc>
                <a:spcPct val="150000"/>
              </a:lnSpc>
              <a:spcBef>
                <a:spcPts val="0"/>
              </a:spcBef>
              <a:spcAft>
                <a:spcPts val="0"/>
              </a:spcAft>
              <a:buSzPts val="1400"/>
              <a:buNone/>
              <a:defRPr sz="1400"/>
            </a:lvl6pPr>
            <a:lvl7pPr lvl="6" algn="r" rtl="0">
              <a:lnSpc>
                <a:spcPct val="150000"/>
              </a:lnSpc>
              <a:spcBef>
                <a:spcPts val="0"/>
              </a:spcBef>
              <a:spcAft>
                <a:spcPts val="0"/>
              </a:spcAft>
              <a:buSzPts val="1400"/>
              <a:buNone/>
              <a:defRPr sz="1400"/>
            </a:lvl7pPr>
            <a:lvl8pPr lvl="7" algn="r" rtl="0">
              <a:lnSpc>
                <a:spcPct val="150000"/>
              </a:lnSpc>
              <a:spcBef>
                <a:spcPts val="0"/>
              </a:spcBef>
              <a:spcAft>
                <a:spcPts val="0"/>
              </a:spcAft>
              <a:buSzPts val="1400"/>
              <a:buNone/>
              <a:defRPr sz="1400"/>
            </a:lvl8pPr>
            <a:lvl9pPr lvl="8" algn="r" rtl="0">
              <a:lnSpc>
                <a:spcPct val="150000"/>
              </a:lnSpc>
              <a:spcBef>
                <a:spcPts val="0"/>
              </a:spcBef>
              <a:spcAft>
                <a:spcPts val="0"/>
              </a:spcAft>
              <a:buSzPts val="1400"/>
              <a:buNone/>
              <a:defRPr sz="1400"/>
            </a:lvl9pPr>
          </a:lstStyle>
          <a:p>
            <a:endParaRPr/>
          </a:p>
        </p:txBody>
      </p:sp>
      <p:sp>
        <p:nvSpPr>
          <p:cNvPr id="1170" name="Google Shape;1170;p60"/>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Green - Basic 2 Column">
  <p:cSld name="TITLE_AND_BODY_4_1">
    <p:spTree>
      <p:nvGrpSpPr>
        <p:cNvPr id="1" name="Shape 1171"/>
        <p:cNvGrpSpPr/>
        <p:nvPr/>
      </p:nvGrpSpPr>
      <p:grpSpPr>
        <a:xfrm>
          <a:off x="0" y="0"/>
          <a:ext cx="0" cy="0"/>
          <a:chOff x="0" y="0"/>
          <a:chExt cx="0" cy="0"/>
        </a:xfrm>
      </p:grpSpPr>
      <p:sp>
        <p:nvSpPr>
          <p:cNvPr id="1172" name="Google Shape;1172;p61"/>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61"/>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61"/>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175" name="Google Shape;1175;p61"/>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176" name="Google Shape;1176;p61"/>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61"/>
          <p:cNvSpPr/>
          <p:nvPr/>
        </p:nvSpPr>
        <p:spPr>
          <a:xfrm rot="10800000">
            <a:off x="8508368" y="2423333"/>
            <a:ext cx="162495" cy="3295"/>
          </a:xfrm>
          <a:custGeom>
            <a:avLst/>
            <a:gdLst/>
            <a:ahLst/>
            <a:cxnLst/>
            <a:rect l="l" t="t" r="r" b="b"/>
            <a:pathLst>
              <a:path w="1773" h="8" fill="none" extrusionOk="0">
                <a:moveTo>
                  <a:pt x="1" y="7"/>
                </a:moveTo>
                <a:lnTo>
                  <a:pt x="1773" y="7"/>
                </a:lnTo>
                <a:lnTo>
                  <a:pt x="1773" y="7"/>
                </a:lnTo>
                <a:lnTo>
                  <a:pt x="132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61"/>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61"/>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61"/>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181" name="Google Shape;1181;p61"/>
          <p:cNvSpPr txBox="1">
            <a:spLocks noGrp="1"/>
          </p:cNvSpPr>
          <p:nvPr>
            <p:ph type="subTitle" idx="3"/>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182" name="Google Shape;1182;p61"/>
          <p:cNvSpPr txBox="1">
            <a:spLocks noGrp="1"/>
          </p:cNvSpPr>
          <p:nvPr>
            <p:ph type="subTitle" idx="4"/>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183" name="Google Shape;1183;p61"/>
          <p:cNvSpPr txBox="1">
            <a:spLocks noGrp="1"/>
          </p:cNvSpPr>
          <p:nvPr>
            <p:ph type="subTitle" idx="5"/>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1pPr>
            <a:lvl2pPr lvl="1"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2pPr>
            <a:lvl3pPr lvl="2"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3pPr>
            <a:lvl4pPr lvl="3"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4pPr>
            <a:lvl5pPr lvl="4"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5pPr>
            <a:lvl6pPr lvl="5"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6pPr>
            <a:lvl7pPr lvl="6"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7pPr>
            <a:lvl8pPr lvl="7"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8pPr>
            <a:lvl9pPr lvl="8" rtl="0">
              <a:spcBef>
                <a:spcPts val="1600"/>
              </a:spcBef>
              <a:spcAft>
                <a:spcPts val="1600"/>
              </a:spcAft>
              <a:buClr>
                <a:srgbClr val="5AB759"/>
              </a:buClr>
              <a:buSzPts val="900"/>
              <a:buFont typeface="Lato Black"/>
              <a:buNone/>
              <a:defRPr>
                <a:solidFill>
                  <a:srgbClr val="5AB759"/>
                </a:solidFill>
                <a:latin typeface="Lato Black"/>
                <a:ea typeface="Lato Black"/>
                <a:cs typeface="Lato Black"/>
                <a:sym typeface="Lato Black"/>
              </a:defRPr>
            </a:lvl9pPr>
          </a:lstStyle>
          <a:p>
            <a:endParaRPr/>
          </a:p>
        </p:txBody>
      </p:sp>
      <p:sp>
        <p:nvSpPr>
          <p:cNvPr id="1184" name="Google Shape;1184;p61"/>
          <p:cNvSpPr txBox="1">
            <a:spLocks noGrp="1"/>
          </p:cNvSpPr>
          <p:nvPr>
            <p:ph type="subTitle" idx="6"/>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1pPr>
            <a:lvl2pPr lvl="1"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2pPr>
            <a:lvl3pPr lvl="2"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3pPr>
            <a:lvl4pPr lvl="3"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4pPr>
            <a:lvl5pPr lvl="4"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5pPr>
            <a:lvl6pPr lvl="5"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6pPr>
            <a:lvl7pPr lvl="6"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7pPr>
            <a:lvl8pPr lvl="7"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8pPr>
            <a:lvl9pPr lvl="8" rtl="0">
              <a:spcBef>
                <a:spcPts val="1600"/>
              </a:spcBef>
              <a:spcAft>
                <a:spcPts val="1600"/>
              </a:spcAft>
              <a:buClr>
                <a:srgbClr val="5AB759"/>
              </a:buClr>
              <a:buSzPts val="900"/>
              <a:buFont typeface="Lato Black"/>
              <a:buNone/>
              <a:defRPr>
                <a:solidFill>
                  <a:srgbClr val="5AB759"/>
                </a:solidFill>
                <a:latin typeface="Lato Black"/>
                <a:ea typeface="Lato Black"/>
                <a:cs typeface="Lato Black"/>
                <a:sym typeface="Lato Black"/>
              </a:defRPr>
            </a:lvl9pPr>
          </a:lstStyle>
          <a:p>
            <a:endParaRPr/>
          </a:p>
        </p:txBody>
      </p:sp>
      <p:sp>
        <p:nvSpPr>
          <p:cNvPr id="1185" name="Google Shape;1185;p61"/>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Green - Basic 2 Column 1">
  <p:cSld name="TITLE_AND_BODY_4_1_2">
    <p:spTree>
      <p:nvGrpSpPr>
        <p:cNvPr id="1" name="Shape 1186"/>
        <p:cNvGrpSpPr/>
        <p:nvPr/>
      </p:nvGrpSpPr>
      <p:grpSpPr>
        <a:xfrm>
          <a:off x="0" y="0"/>
          <a:ext cx="0" cy="0"/>
          <a:chOff x="0" y="0"/>
          <a:chExt cx="0" cy="0"/>
        </a:xfrm>
      </p:grpSpPr>
      <p:sp>
        <p:nvSpPr>
          <p:cNvPr id="1187" name="Google Shape;1187;p62"/>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62"/>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62"/>
          <p:cNvSpPr txBox="1">
            <a:spLocks noGrp="1"/>
          </p:cNvSpPr>
          <p:nvPr>
            <p:ph type="subTitle" idx="1"/>
          </p:nvPr>
        </p:nvSpPr>
        <p:spPr>
          <a:xfrm>
            <a:off x="457200" y="1915334"/>
            <a:ext cx="3657600" cy="8373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190" name="Google Shape;1190;p62"/>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191" name="Google Shape;1191;p62"/>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62"/>
          <p:cNvSpPr/>
          <p:nvPr/>
        </p:nvSpPr>
        <p:spPr>
          <a:xfrm rot="10800000">
            <a:off x="8508368" y="2423333"/>
            <a:ext cx="162495" cy="3295"/>
          </a:xfrm>
          <a:custGeom>
            <a:avLst/>
            <a:gdLst/>
            <a:ahLst/>
            <a:cxnLst/>
            <a:rect l="l" t="t" r="r" b="b"/>
            <a:pathLst>
              <a:path w="1773" h="8" fill="none" extrusionOk="0">
                <a:moveTo>
                  <a:pt x="1" y="7"/>
                </a:moveTo>
                <a:lnTo>
                  <a:pt x="1773" y="7"/>
                </a:lnTo>
                <a:lnTo>
                  <a:pt x="1773" y="7"/>
                </a:lnTo>
                <a:lnTo>
                  <a:pt x="132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62"/>
          <p:cNvSpPr txBox="1">
            <a:spLocks noGrp="1"/>
          </p:cNvSpPr>
          <p:nvPr>
            <p:ph type="title"/>
          </p:nvPr>
        </p:nvSpPr>
        <p:spPr>
          <a:xfrm>
            <a:off x="457200" y="1335459"/>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194" name="Google Shape;1194;p62"/>
          <p:cNvSpPr txBox="1">
            <a:spLocks noGrp="1"/>
          </p:cNvSpPr>
          <p:nvPr>
            <p:ph type="subTitle" idx="3"/>
          </p:nvPr>
        </p:nvSpPr>
        <p:spPr>
          <a:xfrm>
            <a:off x="457200" y="3233627"/>
            <a:ext cx="1694100" cy="1516200"/>
          </a:xfrm>
          <a:prstGeom prst="rect">
            <a:avLst/>
          </a:prstGeom>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0"/>
              </a:spcBef>
              <a:spcAft>
                <a:spcPts val="0"/>
              </a:spcAft>
              <a:buSzPts val="700"/>
              <a:buNone/>
              <a:defRPr sz="700"/>
            </a:lvl2pPr>
            <a:lvl3pPr lvl="2" rtl="0">
              <a:spcBef>
                <a:spcPts val="0"/>
              </a:spcBef>
              <a:spcAft>
                <a:spcPts val="0"/>
              </a:spcAft>
              <a:buSzPts val="700"/>
              <a:buNone/>
              <a:defRPr sz="700"/>
            </a:lvl3pPr>
            <a:lvl4pPr lvl="3" rtl="0">
              <a:spcBef>
                <a:spcPts val="0"/>
              </a:spcBef>
              <a:spcAft>
                <a:spcPts val="0"/>
              </a:spcAft>
              <a:buSzPts val="700"/>
              <a:buNone/>
              <a:defRPr sz="700"/>
            </a:lvl4pPr>
            <a:lvl5pPr lvl="4" rtl="0">
              <a:spcBef>
                <a:spcPts val="0"/>
              </a:spcBef>
              <a:spcAft>
                <a:spcPts val="0"/>
              </a:spcAft>
              <a:buSzPts val="700"/>
              <a:buNone/>
              <a:defRPr sz="700"/>
            </a:lvl5pPr>
            <a:lvl6pPr lvl="5" rtl="0">
              <a:spcBef>
                <a:spcPts val="0"/>
              </a:spcBef>
              <a:spcAft>
                <a:spcPts val="0"/>
              </a:spcAft>
              <a:buSzPts val="700"/>
              <a:buNone/>
              <a:defRPr sz="700"/>
            </a:lvl6pPr>
            <a:lvl7pPr lvl="6" rtl="0">
              <a:spcBef>
                <a:spcPts val="0"/>
              </a:spcBef>
              <a:spcAft>
                <a:spcPts val="0"/>
              </a:spcAft>
              <a:buSzPts val="700"/>
              <a:buNone/>
              <a:defRPr sz="700"/>
            </a:lvl7pPr>
            <a:lvl8pPr lvl="7" rtl="0">
              <a:spcBef>
                <a:spcPts val="0"/>
              </a:spcBef>
              <a:spcAft>
                <a:spcPts val="0"/>
              </a:spcAft>
              <a:buSzPts val="700"/>
              <a:buNone/>
              <a:defRPr sz="700"/>
            </a:lvl8pPr>
            <a:lvl9pPr lvl="8" rtl="0">
              <a:spcBef>
                <a:spcPts val="0"/>
              </a:spcBef>
              <a:spcAft>
                <a:spcPts val="0"/>
              </a:spcAft>
              <a:buSzPts val="700"/>
              <a:buNone/>
              <a:defRPr sz="700"/>
            </a:lvl9pPr>
          </a:lstStyle>
          <a:p>
            <a:endParaRPr/>
          </a:p>
        </p:txBody>
      </p:sp>
      <p:sp>
        <p:nvSpPr>
          <p:cNvPr id="1195" name="Google Shape;1195;p62"/>
          <p:cNvSpPr txBox="1">
            <a:spLocks noGrp="1"/>
          </p:cNvSpPr>
          <p:nvPr>
            <p:ph type="subTitle" idx="4"/>
          </p:nvPr>
        </p:nvSpPr>
        <p:spPr>
          <a:xfrm>
            <a:off x="2450075" y="3233627"/>
            <a:ext cx="1694100" cy="1516200"/>
          </a:xfrm>
          <a:prstGeom prst="rect">
            <a:avLst/>
          </a:prstGeom>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0"/>
              </a:spcBef>
              <a:spcAft>
                <a:spcPts val="0"/>
              </a:spcAft>
              <a:buSzPts val="700"/>
              <a:buNone/>
              <a:defRPr sz="700"/>
            </a:lvl2pPr>
            <a:lvl3pPr lvl="2" rtl="0">
              <a:spcBef>
                <a:spcPts val="0"/>
              </a:spcBef>
              <a:spcAft>
                <a:spcPts val="0"/>
              </a:spcAft>
              <a:buSzPts val="700"/>
              <a:buNone/>
              <a:defRPr sz="700"/>
            </a:lvl3pPr>
            <a:lvl4pPr lvl="3" rtl="0">
              <a:spcBef>
                <a:spcPts val="0"/>
              </a:spcBef>
              <a:spcAft>
                <a:spcPts val="0"/>
              </a:spcAft>
              <a:buSzPts val="700"/>
              <a:buNone/>
              <a:defRPr sz="700"/>
            </a:lvl4pPr>
            <a:lvl5pPr lvl="4" rtl="0">
              <a:spcBef>
                <a:spcPts val="0"/>
              </a:spcBef>
              <a:spcAft>
                <a:spcPts val="0"/>
              </a:spcAft>
              <a:buSzPts val="700"/>
              <a:buNone/>
              <a:defRPr sz="700"/>
            </a:lvl5pPr>
            <a:lvl6pPr lvl="5" rtl="0">
              <a:spcBef>
                <a:spcPts val="0"/>
              </a:spcBef>
              <a:spcAft>
                <a:spcPts val="0"/>
              </a:spcAft>
              <a:buSzPts val="700"/>
              <a:buNone/>
              <a:defRPr sz="700"/>
            </a:lvl6pPr>
            <a:lvl7pPr lvl="6" rtl="0">
              <a:spcBef>
                <a:spcPts val="0"/>
              </a:spcBef>
              <a:spcAft>
                <a:spcPts val="0"/>
              </a:spcAft>
              <a:buSzPts val="700"/>
              <a:buNone/>
              <a:defRPr sz="700"/>
            </a:lvl7pPr>
            <a:lvl8pPr lvl="7" rtl="0">
              <a:spcBef>
                <a:spcPts val="0"/>
              </a:spcBef>
              <a:spcAft>
                <a:spcPts val="0"/>
              </a:spcAft>
              <a:buSzPts val="700"/>
              <a:buNone/>
              <a:defRPr sz="700"/>
            </a:lvl8pPr>
            <a:lvl9pPr lvl="8" rtl="0">
              <a:spcBef>
                <a:spcPts val="0"/>
              </a:spcBef>
              <a:spcAft>
                <a:spcPts val="0"/>
              </a:spcAft>
              <a:buSzPts val="700"/>
              <a:buNone/>
              <a:defRPr sz="700"/>
            </a:lvl9pPr>
          </a:lstStyle>
          <a:p>
            <a:endParaRPr/>
          </a:p>
        </p:txBody>
      </p:sp>
      <p:sp>
        <p:nvSpPr>
          <p:cNvPr id="1196" name="Google Shape;1196;p62"/>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440">
          <p15:clr>
            <a:srgbClr val="FA7B17"/>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Green - Basic">
  <p:cSld name="TITLE_AND_BODY_3_1_1">
    <p:spTree>
      <p:nvGrpSpPr>
        <p:cNvPr id="1" name="Shape 1197"/>
        <p:cNvGrpSpPr/>
        <p:nvPr/>
      </p:nvGrpSpPr>
      <p:grpSpPr>
        <a:xfrm>
          <a:off x="0" y="0"/>
          <a:ext cx="0" cy="0"/>
          <a:chOff x="0" y="0"/>
          <a:chExt cx="0" cy="0"/>
        </a:xfrm>
      </p:grpSpPr>
      <p:sp>
        <p:nvSpPr>
          <p:cNvPr id="1198" name="Google Shape;1198;p63"/>
          <p:cNvSpPr txBox="1">
            <a:spLocks noGrp="1"/>
          </p:cNvSpPr>
          <p:nvPr>
            <p:ph type="subTitle" idx="1"/>
          </p:nvPr>
        </p:nvSpPr>
        <p:spPr>
          <a:xfrm>
            <a:off x="457200" y="1829550"/>
            <a:ext cx="3657600" cy="2920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199" name="Google Shape;1199;p63"/>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63"/>
          <p:cNvSpPr/>
          <p:nvPr/>
        </p:nvSpPr>
        <p:spPr>
          <a:xfrm rot="10800000">
            <a:off x="8508368" y="2423333"/>
            <a:ext cx="162495" cy="3295"/>
          </a:xfrm>
          <a:custGeom>
            <a:avLst/>
            <a:gdLst/>
            <a:ahLst/>
            <a:cxnLst/>
            <a:rect l="l" t="t" r="r" b="b"/>
            <a:pathLst>
              <a:path w="1773" h="8" fill="none" extrusionOk="0">
                <a:moveTo>
                  <a:pt x="1" y="7"/>
                </a:moveTo>
                <a:lnTo>
                  <a:pt x="1773" y="7"/>
                </a:lnTo>
                <a:lnTo>
                  <a:pt x="1773" y="7"/>
                </a:lnTo>
                <a:lnTo>
                  <a:pt x="132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63"/>
          <p:cNvSpPr txBox="1">
            <a:spLocks noGrp="1"/>
          </p:cNvSpPr>
          <p:nvPr>
            <p:ph type="title"/>
          </p:nvPr>
        </p:nvSpPr>
        <p:spPr>
          <a:xfrm>
            <a:off x="457200" y="12496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202" name="Google Shape;1202;p63"/>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63"/>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63"/>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205" name="Google Shape;1205;p63"/>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Green - 1 Photo">
  <p:cSld name="TITLE_AND_BODY_2_3_1">
    <p:spTree>
      <p:nvGrpSpPr>
        <p:cNvPr id="1" name="Shape 1206"/>
        <p:cNvGrpSpPr/>
        <p:nvPr/>
      </p:nvGrpSpPr>
      <p:grpSpPr>
        <a:xfrm>
          <a:off x="0" y="0"/>
          <a:ext cx="0" cy="0"/>
          <a:chOff x="0" y="0"/>
          <a:chExt cx="0" cy="0"/>
        </a:xfrm>
      </p:grpSpPr>
      <p:sp>
        <p:nvSpPr>
          <p:cNvPr id="1207" name="Google Shape;1207;p64"/>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64"/>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64"/>
          <p:cNvSpPr>
            <a:spLocks noGrp="1"/>
          </p:cNvSpPr>
          <p:nvPr>
            <p:ph type="pic" idx="2"/>
          </p:nvPr>
        </p:nvSpPr>
        <p:spPr>
          <a:xfrm>
            <a:off x="897325" y="1026200"/>
            <a:ext cx="2633700" cy="2633700"/>
          </a:xfrm>
          <a:prstGeom prst="ellipse">
            <a:avLst/>
          </a:prstGeom>
          <a:noFill/>
          <a:ln>
            <a:noFill/>
          </a:ln>
        </p:spPr>
      </p:sp>
      <p:sp>
        <p:nvSpPr>
          <p:cNvPr id="1210" name="Google Shape;1210;p64"/>
          <p:cNvSpPr txBox="1">
            <a:spLocks noGrp="1"/>
          </p:cNvSpPr>
          <p:nvPr>
            <p:ph type="title"/>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211" name="Google Shape;1211;p64"/>
          <p:cNvSpPr txBox="1">
            <a:spLocks noGrp="1"/>
          </p:cNvSpPr>
          <p:nvPr>
            <p:ph type="subTitle" idx="1"/>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212" name="Google Shape;1212;p64"/>
          <p:cNvSpPr txBox="1">
            <a:spLocks noGrp="1"/>
          </p:cNvSpPr>
          <p:nvPr>
            <p:ph type="subTitle" idx="3"/>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213" name="Google Shape;1213;p64"/>
          <p:cNvSpPr txBox="1">
            <a:spLocks noGrp="1"/>
          </p:cNvSpPr>
          <p:nvPr>
            <p:ph type="subTitle" idx="4"/>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1pPr>
            <a:lvl2pPr lvl="1"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2pPr>
            <a:lvl3pPr lvl="2"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3pPr>
            <a:lvl4pPr lvl="3"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4pPr>
            <a:lvl5pPr lvl="4"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5pPr>
            <a:lvl6pPr lvl="5"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6pPr>
            <a:lvl7pPr lvl="6"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7pPr>
            <a:lvl8pPr lvl="7"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8pPr>
            <a:lvl9pPr lvl="8" rtl="0">
              <a:spcBef>
                <a:spcPts val="1600"/>
              </a:spcBef>
              <a:spcAft>
                <a:spcPts val="1600"/>
              </a:spcAft>
              <a:buClr>
                <a:srgbClr val="5AB759"/>
              </a:buClr>
              <a:buSzPts val="900"/>
              <a:buFont typeface="Lato Black"/>
              <a:buNone/>
              <a:defRPr>
                <a:solidFill>
                  <a:srgbClr val="5AB759"/>
                </a:solidFill>
                <a:latin typeface="Lato Black"/>
                <a:ea typeface="Lato Black"/>
                <a:cs typeface="Lato Black"/>
                <a:sym typeface="Lato Black"/>
              </a:defRPr>
            </a:lvl9pPr>
          </a:lstStyle>
          <a:p>
            <a:endParaRPr/>
          </a:p>
        </p:txBody>
      </p:sp>
      <p:sp>
        <p:nvSpPr>
          <p:cNvPr id="1214" name="Google Shape;1214;p64"/>
          <p:cNvSpPr txBox="1">
            <a:spLocks noGrp="1"/>
          </p:cNvSpPr>
          <p:nvPr>
            <p:ph type="subTitle" idx="5"/>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1pPr>
            <a:lvl2pPr lvl="1"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2pPr>
            <a:lvl3pPr lvl="2"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3pPr>
            <a:lvl4pPr lvl="3"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4pPr>
            <a:lvl5pPr lvl="4"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5pPr>
            <a:lvl6pPr lvl="5"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6pPr>
            <a:lvl7pPr lvl="6"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7pPr>
            <a:lvl8pPr lvl="7"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8pPr>
            <a:lvl9pPr lvl="8" rtl="0">
              <a:spcBef>
                <a:spcPts val="1600"/>
              </a:spcBef>
              <a:spcAft>
                <a:spcPts val="1600"/>
              </a:spcAft>
              <a:buClr>
                <a:srgbClr val="5AB759"/>
              </a:buClr>
              <a:buSzPts val="900"/>
              <a:buFont typeface="Lato Black"/>
              <a:buNone/>
              <a:defRPr>
                <a:solidFill>
                  <a:srgbClr val="5AB759"/>
                </a:solidFill>
                <a:latin typeface="Lato Black"/>
                <a:ea typeface="Lato Black"/>
                <a:cs typeface="Lato Black"/>
                <a:sym typeface="Lato Black"/>
              </a:defRPr>
            </a:lvl9pPr>
          </a:lstStyle>
          <a:p>
            <a:endParaRPr/>
          </a:p>
        </p:txBody>
      </p:sp>
      <p:sp>
        <p:nvSpPr>
          <p:cNvPr id="1215" name="Google Shape;1215;p64"/>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64"/>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64"/>
          <p:cNvSpPr txBox="1">
            <a:spLocks noGrp="1"/>
          </p:cNvSpPr>
          <p:nvPr>
            <p:ph type="subTitle" idx="6"/>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grpSp>
        <p:nvGrpSpPr>
          <p:cNvPr id="1218" name="Google Shape;1218;p64"/>
          <p:cNvGrpSpPr/>
          <p:nvPr/>
        </p:nvGrpSpPr>
        <p:grpSpPr>
          <a:xfrm>
            <a:off x="-285388" y="1338692"/>
            <a:ext cx="3040259" cy="2945329"/>
            <a:chOff x="5589278" y="3366875"/>
            <a:chExt cx="457691" cy="443400"/>
          </a:xfrm>
        </p:grpSpPr>
        <p:sp>
          <p:nvSpPr>
            <p:cNvPr id="1219" name="Google Shape;1219;p64"/>
            <p:cNvSpPr/>
            <p:nvPr/>
          </p:nvSpPr>
          <p:spPr>
            <a:xfrm flipH="1">
              <a:off x="5629902" y="3498100"/>
              <a:ext cx="89786" cy="312175"/>
            </a:xfrm>
            <a:custGeom>
              <a:avLst/>
              <a:gdLst/>
              <a:ahLst/>
              <a:cxnLst/>
              <a:rect l="l" t="t" r="r" b="b"/>
              <a:pathLst>
                <a:path w="21176" h="12487" extrusionOk="0">
                  <a:moveTo>
                    <a:pt x="9191" y="0"/>
                  </a:moveTo>
                  <a:lnTo>
                    <a:pt x="8651" y="10"/>
                  </a:lnTo>
                  <a:lnTo>
                    <a:pt x="8110" y="21"/>
                  </a:lnTo>
                  <a:lnTo>
                    <a:pt x="7600" y="36"/>
                  </a:lnTo>
                  <a:lnTo>
                    <a:pt x="7089" y="56"/>
                  </a:lnTo>
                  <a:lnTo>
                    <a:pt x="6578" y="82"/>
                  </a:lnTo>
                  <a:lnTo>
                    <a:pt x="6098" y="112"/>
                  </a:lnTo>
                  <a:lnTo>
                    <a:pt x="5617" y="143"/>
                  </a:lnTo>
                  <a:lnTo>
                    <a:pt x="5167" y="184"/>
                  </a:lnTo>
                  <a:lnTo>
                    <a:pt x="4716" y="225"/>
                  </a:lnTo>
                  <a:lnTo>
                    <a:pt x="4266" y="270"/>
                  </a:lnTo>
                  <a:lnTo>
                    <a:pt x="3845" y="321"/>
                  </a:lnTo>
                  <a:lnTo>
                    <a:pt x="3455" y="372"/>
                  </a:lnTo>
                  <a:lnTo>
                    <a:pt x="3034" y="434"/>
                  </a:lnTo>
                  <a:lnTo>
                    <a:pt x="2674" y="495"/>
                  </a:lnTo>
                  <a:lnTo>
                    <a:pt x="2283" y="561"/>
                  </a:lnTo>
                  <a:lnTo>
                    <a:pt x="1983" y="622"/>
                  </a:lnTo>
                  <a:lnTo>
                    <a:pt x="1713" y="699"/>
                  </a:lnTo>
                  <a:lnTo>
                    <a:pt x="1443" y="781"/>
                  </a:lnTo>
                  <a:lnTo>
                    <a:pt x="1172" y="872"/>
                  </a:lnTo>
                  <a:lnTo>
                    <a:pt x="962" y="974"/>
                  </a:lnTo>
                  <a:lnTo>
                    <a:pt x="752" y="1081"/>
                  </a:lnTo>
                  <a:lnTo>
                    <a:pt x="571" y="1194"/>
                  </a:lnTo>
                  <a:lnTo>
                    <a:pt x="391" y="1311"/>
                  </a:lnTo>
                  <a:lnTo>
                    <a:pt x="1082" y="1326"/>
                  </a:lnTo>
                  <a:lnTo>
                    <a:pt x="1773" y="1352"/>
                  </a:lnTo>
                  <a:lnTo>
                    <a:pt x="2464" y="1387"/>
                  </a:lnTo>
                  <a:lnTo>
                    <a:pt x="3185" y="1423"/>
                  </a:lnTo>
                  <a:lnTo>
                    <a:pt x="3905" y="1469"/>
                  </a:lnTo>
                  <a:lnTo>
                    <a:pt x="4626" y="1525"/>
                  </a:lnTo>
                  <a:lnTo>
                    <a:pt x="5377" y="1581"/>
                  </a:lnTo>
                  <a:lnTo>
                    <a:pt x="6128" y="1648"/>
                  </a:lnTo>
                  <a:lnTo>
                    <a:pt x="6699" y="1709"/>
                  </a:lnTo>
                  <a:lnTo>
                    <a:pt x="7209" y="1775"/>
                  </a:lnTo>
                  <a:lnTo>
                    <a:pt x="7690" y="1852"/>
                  </a:lnTo>
                  <a:lnTo>
                    <a:pt x="8140" y="1933"/>
                  </a:lnTo>
                  <a:lnTo>
                    <a:pt x="8531" y="2020"/>
                  </a:lnTo>
                  <a:lnTo>
                    <a:pt x="8891" y="2117"/>
                  </a:lnTo>
                  <a:lnTo>
                    <a:pt x="9191" y="2214"/>
                  </a:lnTo>
                  <a:lnTo>
                    <a:pt x="9462" y="2316"/>
                  </a:lnTo>
                  <a:lnTo>
                    <a:pt x="9702" y="2423"/>
                  </a:lnTo>
                  <a:lnTo>
                    <a:pt x="9882" y="2530"/>
                  </a:lnTo>
                  <a:lnTo>
                    <a:pt x="10032" y="2642"/>
                  </a:lnTo>
                  <a:lnTo>
                    <a:pt x="10153" y="2760"/>
                  </a:lnTo>
                  <a:lnTo>
                    <a:pt x="10213" y="2872"/>
                  </a:lnTo>
                  <a:lnTo>
                    <a:pt x="10243" y="2994"/>
                  </a:lnTo>
                  <a:lnTo>
                    <a:pt x="10213" y="3112"/>
                  </a:lnTo>
                  <a:lnTo>
                    <a:pt x="10183" y="3229"/>
                  </a:lnTo>
                  <a:lnTo>
                    <a:pt x="10183" y="4963"/>
                  </a:lnTo>
                  <a:lnTo>
                    <a:pt x="10213" y="5085"/>
                  </a:lnTo>
                  <a:lnTo>
                    <a:pt x="10213" y="5213"/>
                  </a:lnTo>
                  <a:lnTo>
                    <a:pt x="10183" y="5341"/>
                  </a:lnTo>
                  <a:lnTo>
                    <a:pt x="10123" y="5463"/>
                  </a:lnTo>
                  <a:lnTo>
                    <a:pt x="10002" y="5585"/>
                  </a:lnTo>
                  <a:lnTo>
                    <a:pt x="9882" y="5708"/>
                  </a:lnTo>
                  <a:lnTo>
                    <a:pt x="9702" y="5825"/>
                  </a:lnTo>
                  <a:lnTo>
                    <a:pt x="9492" y="5937"/>
                  </a:lnTo>
                  <a:lnTo>
                    <a:pt x="9252" y="6049"/>
                  </a:lnTo>
                  <a:lnTo>
                    <a:pt x="9011" y="6152"/>
                  </a:lnTo>
                  <a:lnTo>
                    <a:pt x="8741" y="6254"/>
                  </a:lnTo>
                  <a:lnTo>
                    <a:pt x="8441" y="6345"/>
                  </a:lnTo>
                  <a:lnTo>
                    <a:pt x="8140" y="6432"/>
                  </a:lnTo>
                  <a:lnTo>
                    <a:pt x="7810" y="6509"/>
                  </a:lnTo>
                  <a:lnTo>
                    <a:pt x="7479" y="6575"/>
                  </a:lnTo>
                  <a:lnTo>
                    <a:pt x="7119" y="6636"/>
                  </a:lnTo>
                  <a:lnTo>
                    <a:pt x="6759" y="6692"/>
                  </a:lnTo>
                  <a:lnTo>
                    <a:pt x="6398" y="6743"/>
                  </a:lnTo>
                  <a:lnTo>
                    <a:pt x="6008" y="6784"/>
                  </a:lnTo>
                  <a:lnTo>
                    <a:pt x="5617" y="6830"/>
                  </a:lnTo>
                  <a:lnTo>
                    <a:pt x="5227" y="6866"/>
                  </a:lnTo>
                  <a:lnTo>
                    <a:pt x="4836" y="6901"/>
                  </a:lnTo>
                  <a:lnTo>
                    <a:pt x="4416" y="6932"/>
                  </a:lnTo>
                  <a:lnTo>
                    <a:pt x="3995" y="6957"/>
                  </a:lnTo>
                  <a:lnTo>
                    <a:pt x="3575" y="6983"/>
                  </a:lnTo>
                  <a:lnTo>
                    <a:pt x="3154" y="7003"/>
                  </a:lnTo>
                  <a:lnTo>
                    <a:pt x="2734" y="7019"/>
                  </a:lnTo>
                  <a:lnTo>
                    <a:pt x="2283" y="7034"/>
                  </a:lnTo>
                  <a:lnTo>
                    <a:pt x="1833" y="7044"/>
                  </a:lnTo>
                  <a:lnTo>
                    <a:pt x="1412" y="7054"/>
                  </a:lnTo>
                  <a:lnTo>
                    <a:pt x="511" y="7059"/>
                  </a:lnTo>
                  <a:lnTo>
                    <a:pt x="1" y="7054"/>
                  </a:lnTo>
                  <a:lnTo>
                    <a:pt x="1" y="7085"/>
                  </a:lnTo>
                  <a:lnTo>
                    <a:pt x="632" y="7090"/>
                  </a:lnTo>
                  <a:lnTo>
                    <a:pt x="1262" y="7100"/>
                  </a:lnTo>
                  <a:lnTo>
                    <a:pt x="1863" y="7116"/>
                  </a:lnTo>
                  <a:lnTo>
                    <a:pt x="2434" y="7136"/>
                  </a:lnTo>
                  <a:lnTo>
                    <a:pt x="2974" y="7156"/>
                  </a:lnTo>
                  <a:lnTo>
                    <a:pt x="3515" y="7187"/>
                  </a:lnTo>
                  <a:lnTo>
                    <a:pt x="3995" y="7218"/>
                  </a:lnTo>
                  <a:lnTo>
                    <a:pt x="4506" y="7253"/>
                  </a:lnTo>
                  <a:lnTo>
                    <a:pt x="4957" y="7289"/>
                  </a:lnTo>
                  <a:lnTo>
                    <a:pt x="5407" y="7330"/>
                  </a:lnTo>
                  <a:lnTo>
                    <a:pt x="5828" y="7376"/>
                  </a:lnTo>
                  <a:lnTo>
                    <a:pt x="6218" y="7422"/>
                  </a:lnTo>
                  <a:lnTo>
                    <a:pt x="6608" y="7473"/>
                  </a:lnTo>
                  <a:lnTo>
                    <a:pt x="6969" y="7524"/>
                  </a:lnTo>
                  <a:lnTo>
                    <a:pt x="7299" y="7580"/>
                  </a:lnTo>
                  <a:lnTo>
                    <a:pt x="7630" y="7636"/>
                  </a:lnTo>
                  <a:lnTo>
                    <a:pt x="7930" y="7697"/>
                  </a:lnTo>
                  <a:lnTo>
                    <a:pt x="8230" y="7753"/>
                  </a:lnTo>
                  <a:lnTo>
                    <a:pt x="8471" y="7814"/>
                  </a:lnTo>
                  <a:lnTo>
                    <a:pt x="8741" y="7876"/>
                  </a:lnTo>
                  <a:lnTo>
                    <a:pt x="9161" y="8003"/>
                  </a:lnTo>
                  <a:lnTo>
                    <a:pt x="9552" y="8131"/>
                  </a:lnTo>
                  <a:lnTo>
                    <a:pt x="9852" y="8263"/>
                  </a:lnTo>
                  <a:lnTo>
                    <a:pt x="10092" y="8386"/>
                  </a:lnTo>
                  <a:lnTo>
                    <a:pt x="10273" y="8513"/>
                  </a:lnTo>
                  <a:lnTo>
                    <a:pt x="10393" y="8630"/>
                  </a:lnTo>
                  <a:lnTo>
                    <a:pt x="10453" y="8508"/>
                  </a:lnTo>
                  <a:lnTo>
                    <a:pt x="10513" y="8391"/>
                  </a:lnTo>
                  <a:lnTo>
                    <a:pt x="10633" y="8284"/>
                  </a:lnTo>
                  <a:lnTo>
                    <a:pt x="10753" y="8176"/>
                  </a:lnTo>
                  <a:lnTo>
                    <a:pt x="10873" y="8080"/>
                  </a:lnTo>
                  <a:lnTo>
                    <a:pt x="11054" y="7988"/>
                  </a:lnTo>
                  <a:lnTo>
                    <a:pt x="11234" y="7901"/>
                  </a:lnTo>
                  <a:lnTo>
                    <a:pt x="11444" y="7825"/>
                  </a:lnTo>
                  <a:lnTo>
                    <a:pt x="11654" y="7748"/>
                  </a:lnTo>
                  <a:lnTo>
                    <a:pt x="11895" y="7677"/>
                  </a:lnTo>
                  <a:lnTo>
                    <a:pt x="12135" y="7610"/>
                  </a:lnTo>
                  <a:lnTo>
                    <a:pt x="12405" y="7549"/>
                  </a:lnTo>
                  <a:lnTo>
                    <a:pt x="12675" y="7493"/>
                  </a:lnTo>
                  <a:lnTo>
                    <a:pt x="12976" y="7442"/>
                  </a:lnTo>
                  <a:lnTo>
                    <a:pt x="13276" y="7391"/>
                  </a:lnTo>
                  <a:lnTo>
                    <a:pt x="13577" y="7350"/>
                  </a:lnTo>
                  <a:lnTo>
                    <a:pt x="13907" y="7309"/>
                  </a:lnTo>
                  <a:lnTo>
                    <a:pt x="14237" y="7269"/>
                  </a:lnTo>
                  <a:lnTo>
                    <a:pt x="14568" y="7238"/>
                  </a:lnTo>
                  <a:lnTo>
                    <a:pt x="14928" y="7207"/>
                  </a:lnTo>
                  <a:lnTo>
                    <a:pt x="15619" y="7156"/>
                  </a:lnTo>
                  <a:lnTo>
                    <a:pt x="16340" y="7110"/>
                  </a:lnTo>
                  <a:lnTo>
                    <a:pt x="17061" y="7080"/>
                  </a:lnTo>
                  <a:lnTo>
                    <a:pt x="17781" y="7054"/>
                  </a:lnTo>
                  <a:lnTo>
                    <a:pt x="18502" y="7034"/>
                  </a:lnTo>
                  <a:lnTo>
                    <a:pt x="19193" y="7019"/>
                  </a:lnTo>
                  <a:lnTo>
                    <a:pt x="19824" y="7014"/>
                  </a:lnTo>
                  <a:lnTo>
                    <a:pt x="20484" y="7008"/>
                  </a:lnTo>
                  <a:lnTo>
                    <a:pt x="21085" y="7014"/>
                  </a:lnTo>
                  <a:lnTo>
                    <a:pt x="21085" y="1933"/>
                  </a:lnTo>
                  <a:lnTo>
                    <a:pt x="21145" y="1816"/>
                  </a:lnTo>
                  <a:lnTo>
                    <a:pt x="21175" y="1699"/>
                  </a:lnTo>
                  <a:lnTo>
                    <a:pt x="21145" y="1581"/>
                  </a:lnTo>
                  <a:lnTo>
                    <a:pt x="21055" y="1464"/>
                  </a:lnTo>
                  <a:lnTo>
                    <a:pt x="20965" y="1352"/>
                  </a:lnTo>
                  <a:lnTo>
                    <a:pt x="20815" y="1240"/>
                  </a:lnTo>
                  <a:lnTo>
                    <a:pt x="20635" y="1127"/>
                  </a:lnTo>
                  <a:lnTo>
                    <a:pt x="20394" y="1020"/>
                  </a:lnTo>
                  <a:lnTo>
                    <a:pt x="20124" y="918"/>
                  </a:lnTo>
                  <a:lnTo>
                    <a:pt x="19794" y="821"/>
                  </a:lnTo>
                  <a:lnTo>
                    <a:pt x="19463" y="730"/>
                  </a:lnTo>
                  <a:lnTo>
                    <a:pt x="19043" y="643"/>
                  </a:lnTo>
                  <a:lnTo>
                    <a:pt x="18622" y="561"/>
                  </a:lnTo>
                  <a:lnTo>
                    <a:pt x="18112" y="485"/>
                  </a:lnTo>
                  <a:lnTo>
                    <a:pt x="17601" y="418"/>
                  </a:lnTo>
                  <a:lnTo>
                    <a:pt x="17031" y="357"/>
                  </a:lnTo>
                  <a:lnTo>
                    <a:pt x="16069" y="270"/>
                  </a:lnTo>
                  <a:lnTo>
                    <a:pt x="15108" y="199"/>
                  </a:lnTo>
                  <a:lnTo>
                    <a:pt x="14177" y="138"/>
                  </a:lnTo>
                  <a:lnTo>
                    <a:pt x="13246" y="87"/>
                  </a:lnTo>
                  <a:lnTo>
                    <a:pt x="12345" y="46"/>
                  </a:lnTo>
                  <a:lnTo>
                    <a:pt x="11474" y="21"/>
                  </a:lnTo>
                  <a:lnTo>
                    <a:pt x="10603" y="5"/>
                  </a:lnTo>
                  <a:lnTo>
                    <a:pt x="9762" y="0"/>
                  </a:lnTo>
                  <a:close/>
                  <a:moveTo>
                    <a:pt x="10423" y="9003"/>
                  </a:moveTo>
                  <a:lnTo>
                    <a:pt x="10363" y="9125"/>
                  </a:lnTo>
                  <a:lnTo>
                    <a:pt x="10243" y="9248"/>
                  </a:lnTo>
                  <a:lnTo>
                    <a:pt x="10092" y="9375"/>
                  </a:lnTo>
                  <a:lnTo>
                    <a:pt x="9882" y="9508"/>
                  </a:lnTo>
                  <a:lnTo>
                    <a:pt x="9582" y="9635"/>
                  </a:lnTo>
                  <a:lnTo>
                    <a:pt x="9432" y="9702"/>
                  </a:lnTo>
                  <a:lnTo>
                    <a:pt x="9221" y="9768"/>
                  </a:lnTo>
                  <a:lnTo>
                    <a:pt x="9041" y="9834"/>
                  </a:lnTo>
                  <a:lnTo>
                    <a:pt x="8801" y="9895"/>
                  </a:lnTo>
                  <a:lnTo>
                    <a:pt x="8561" y="9957"/>
                  </a:lnTo>
                  <a:lnTo>
                    <a:pt x="8290" y="10018"/>
                  </a:lnTo>
                  <a:lnTo>
                    <a:pt x="7990" y="10079"/>
                  </a:lnTo>
                  <a:lnTo>
                    <a:pt x="7660" y="10135"/>
                  </a:lnTo>
                  <a:lnTo>
                    <a:pt x="7299" y="10191"/>
                  </a:lnTo>
                  <a:lnTo>
                    <a:pt x="6939" y="10247"/>
                  </a:lnTo>
                  <a:lnTo>
                    <a:pt x="6518" y="10298"/>
                  </a:lnTo>
                  <a:lnTo>
                    <a:pt x="6098" y="10344"/>
                  </a:lnTo>
                  <a:lnTo>
                    <a:pt x="5647" y="10390"/>
                  </a:lnTo>
                  <a:lnTo>
                    <a:pt x="5137" y="10431"/>
                  </a:lnTo>
                  <a:lnTo>
                    <a:pt x="4626" y="10472"/>
                  </a:lnTo>
                  <a:lnTo>
                    <a:pt x="4056" y="10507"/>
                  </a:lnTo>
                  <a:lnTo>
                    <a:pt x="3485" y="10538"/>
                  </a:lnTo>
                  <a:lnTo>
                    <a:pt x="2854" y="10564"/>
                  </a:lnTo>
                  <a:lnTo>
                    <a:pt x="2193" y="10589"/>
                  </a:lnTo>
                  <a:lnTo>
                    <a:pt x="1503" y="10604"/>
                  </a:lnTo>
                  <a:lnTo>
                    <a:pt x="782" y="10620"/>
                  </a:lnTo>
                  <a:lnTo>
                    <a:pt x="1" y="10630"/>
                  </a:lnTo>
                  <a:lnTo>
                    <a:pt x="61" y="10819"/>
                  </a:lnTo>
                  <a:lnTo>
                    <a:pt x="121" y="10916"/>
                  </a:lnTo>
                  <a:lnTo>
                    <a:pt x="181" y="11007"/>
                  </a:lnTo>
                  <a:lnTo>
                    <a:pt x="271" y="11099"/>
                  </a:lnTo>
                  <a:lnTo>
                    <a:pt x="391" y="11191"/>
                  </a:lnTo>
                  <a:lnTo>
                    <a:pt x="511" y="11278"/>
                  </a:lnTo>
                  <a:lnTo>
                    <a:pt x="662" y="11364"/>
                  </a:lnTo>
                  <a:lnTo>
                    <a:pt x="842" y="11446"/>
                  </a:lnTo>
                  <a:lnTo>
                    <a:pt x="1022" y="11528"/>
                  </a:lnTo>
                  <a:lnTo>
                    <a:pt x="1262" y="11604"/>
                  </a:lnTo>
                  <a:lnTo>
                    <a:pt x="1503" y="11681"/>
                  </a:lnTo>
                  <a:lnTo>
                    <a:pt x="1773" y="11747"/>
                  </a:lnTo>
                  <a:lnTo>
                    <a:pt x="2073" y="11813"/>
                  </a:lnTo>
                  <a:lnTo>
                    <a:pt x="2374" y="11874"/>
                  </a:lnTo>
                  <a:lnTo>
                    <a:pt x="2734" y="11931"/>
                  </a:lnTo>
                  <a:lnTo>
                    <a:pt x="3185" y="11992"/>
                  </a:lnTo>
                  <a:lnTo>
                    <a:pt x="3635" y="12053"/>
                  </a:lnTo>
                  <a:lnTo>
                    <a:pt x="4116" y="12104"/>
                  </a:lnTo>
                  <a:lnTo>
                    <a:pt x="4626" y="12160"/>
                  </a:lnTo>
                  <a:lnTo>
                    <a:pt x="5137" y="12206"/>
                  </a:lnTo>
                  <a:lnTo>
                    <a:pt x="5647" y="12252"/>
                  </a:lnTo>
                  <a:lnTo>
                    <a:pt x="6188" y="12293"/>
                  </a:lnTo>
                  <a:lnTo>
                    <a:pt x="6759" y="12334"/>
                  </a:lnTo>
                  <a:lnTo>
                    <a:pt x="7329" y="12369"/>
                  </a:lnTo>
                  <a:lnTo>
                    <a:pt x="7900" y="12400"/>
                  </a:lnTo>
                  <a:lnTo>
                    <a:pt x="8471" y="12425"/>
                  </a:lnTo>
                  <a:lnTo>
                    <a:pt x="9041" y="12446"/>
                  </a:lnTo>
                  <a:lnTo>
                    <a:pt x="9642" y="12461"/>
                  </a:lnTo>
                  <a:lnTo>
                    <a:pt x="10243" y="12476"/>
                  </a:lnTo>
                  <a:lnTo>
                    <a:pt x="10843" y="12481"/>
                  </a:lnTo>
                  <a:lnTo>
                    <a:pt x="11414" y="12487"/>
                  </a:lnTo>
                  <a:lnTo>
                    <a:pt x="12315" y="12481"/>
                  </a:lnTo>
                  <a:lnTo>
                    <a:pt x="12766" y="12471"/>
                  </a:lnTo>
                  <a:lnTo>
                    <a:pt x="13186" y="12461"/>
                  </a:lnTo>
                  <a:lnTo>
                    <a:pt x="13637" y="12446"/>
                  </a:lnTo>
                  <a:lnTo>
                    <a:pt x="14057" y="12430"/>
                  </a:lnTo>
                  <a:lnTo>
                    <a:pt x="14478" y="12410"/>
                  </a:lnTo>
                  <a:lnTo>
                    <a:pt x="14928" y="12385"/>
                  </a:lnTo>
                  <a:lnTo>
                    <a:pt x="15319" y="12359"/>
                  </a:lnTo>
                  <a:lnTo>
                    <a:pt x="15739" y="12328"/>
                  </a:lnTo>
                  <a:lnTo>
                    <a:pt x="16129" y="12293"/>
                  </a:lnTo>
                  <a:lnTo>
                    <a:pt x="16550" y="12257"/>
                  </a:lnTo>
                  <a:lnTo>
                    <a:pt x="16910" y="12211"/>
                  </a:lnTo>
                  <a:lnTo>
                    <a:pt x="17301" y="12165"/>
                  </a:lnTo>
                  <a:lnTo>
                    <a:pt x="17661" y="12119"/>
                  </a:lnTo>
                  <a:lnTo>
                    <a:pt x="18022" y="12063"/>
                  </a:lnTo>
                  <a:lnTo>
                    <a:pt x="18352" y="12012"/>
                  </a:lnTo>
                  <a:lnTo>
                    <a:pt x="18652" y="11951"/>
                  </a:lnTo>
                  <a:lnTo>
                    <a:pt x="18953" y="11880"/>
                  </a:lnTo>
                  <a:lnTo>
                    <a:pt x="19223" y="11803"/>
                  </a:lnTo>
                  <a:lnTo>
                    <a:pt x="19523" y="11727"/>
                  </a:lnTo>
                  <a:lnTo>
                    <a:pt x="19764" y="11640"/>
                  </a:lnTo>
                  <a:lnTo>
                    <a:pt x="20004" y="11548"/>
                  </a:lnTo>
                  <a:lnTo>
                    <a:pt x="20244" y="11451"/>
                  </a:lnTo>
                  <a:lnTo>
                    <a:pt x="20424" y="11354"/>
                  </a:lnTo>
                  <a:lnTo>
                    <a:pt x="20635" y="11247"/>
                  </a:lnTo>
                  <a:lnTo>
                    <a:pt x="20785" y="11145"/>
                  </a:lnTo>
                  <a:lnTo>
                    <a:pt x="20905" y="11033"/>
                  </a:lnTo>
                  <a:lnTo>
                    <a:pt x="21025" y="10926"/>
                  </a:lnTo>
                  <a:lnTo>
                    <a:pt x="21085" y="10814"/>
                  </a:lnTo>
                  <a:lnTo>
                    <a:pt x="21145" y="10701"/>
                  </a:lnTo>
                  <a:lnTo>
                    <a:pt x="21145" y="10584"/>
                  </a:lnTo>
                  <a:lnTo>
                    <a:pt x="20364" y="10589"/>
                  </a:lnTo>
                  <a:lnTo>
                    <a:pt x="20184" y="10589"/>
                  </a:lnTo>
                  <a:lnTo>
                    <a:pt x="19553" y="10584"/>
                  </a:lnTo>
                  <a:lnTo>
                    <a:pt x="18863" y="10569"/>
                  </a:lnTo>
                  <a:lnTo>
                    <a:pt x="18142" y="10538"/>
                  </a:lnTo>
                  <a:lnTo>
                    <a:pt x="17361" y="10502"/>
                  </a:lnTo>
                  <a:lnTo>
                    <a:pt x="16610" y="10451"/>
                  </a:lnTo>
                  <a:lnTo>
                    <a:pt x="15829" y="10390"/>
                  </a:lnTo>
                  <a:lnTo>
                    <a:pt x="15439" y="10360"/>
                  </a:lnTo>
                  <a:lnTo>
                    <a:pt x="15078" y="10319"/>
                  </a:lnTo>
                  <a:lnTo>
                    <a:pt x="14688" y="10278"/>
                  </a:lnTo>
                  <a:lnTo>
                    <a:pt x="14327" y="10232"/>
                  </a:lnTo>
                  <a:lnTo>
                    <a:pt x="13967" y="10186"/>
                  </a:lnTo>
                  <a:lnTo>
                    <a:pt x="13607" y="10130"/>
                  </a:lnTo>
                  <a:lnTo>
                    <a:pt x="13276" y="10079"/>
                  </a:lnTo>
                  <a:lnTo>
                    <a:pt x="12946" y="10018"/>
                  </a:lnTo>
                  <a:lnTo>
                    <a:pt x="12615" y="9957"/>
                  </a:lnTo>
                  <a:lnTo>
                    <a:pt x="12315" y="9890"/>
                  </a:lnTo>
                  <a:lnTo>
                    <a:pt x="12045" y="9819"/>
                  </a:lnTo>
                  <a:lnTo>
                    <a:pt x="11774" y="9742"/>
                  </a:lnTo>
                  <a:lnTo>
                    <a:pt x="11534" y="9666"/>
                  </a:lnTo>
                  <a:lnTo>
                    <a:pt x="11294" y="9584"/>
                  </a:lnTo>
                  <a:lnTo>
                    <a:pt x="11084" y="9498"/>
                  </a:lnTo>
                  <a:lnTo>
                    <a:pt x="10903" y="9406"/>
                  </a:lnTo>
                  <a:lnTo>
                    <a:pt x="10753" y="9314"/>
                  </a:lnTo>
                  <a:lnTo>
                    <a:pt x="10603" y="9217"/>
                  </a:lnTo>
                  <a:lnTo>
                    <a:pt x="10513" y="9110"/>
                  </a:lnTo>
                  <a:lnTo>
                    <a:pt x="10423" y="9003"/>
                  </a:lnTo>
                  <a:close/>
                </a:path>
              </a:pathLst>
            </a:custGeom>
            <a:solidFill>
              <a:srgbClr val="00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64"/>
            <p:cNvSpPr/>
            <p:nvPr/>
          </p:nvSpPr>
          <p:spPr>
            <a:xfrm flipH="1">
              <a:off x="5630029" y="3723150"/>
              <a:ext cx="89659" cy="87125"/>
            </a:xfrm>
            <a:custGeom>
              <a:avLst/>
              <a:gdLst/>
              <a:ahLst/>
              <a:cxnLst/>
              <a:rect l="l" t="t" r="r" b="b"/>
              <a:pathLst>
                <a:path w="21146" h="3485" fill="none" extrusionOk="0">
                  <a:moveTo>
                    <a:pt x="10423" y="1"/>
                  </a:moveTo>
                  <a:lnTo>
                    <a:pt x="10423" y="1"/>
                  </a:lnTo>
                  <a:lnTo>
                    <a:pt x="10513" y="108"/>
                  </a:lnTo>
                  <a:lnTo>
                    <a:pt x="10603" y="215"/>
                  </a:lnTo>
                  <a:lnTo>
                    <a:pt x="10753" y="312"/>
                  </a:lnTo>
                  <a:lnTo>
                    <a:pt x="10903" y="404"/>
                  </a:lnTo>
                  <a:lnTo>
                    <a:pt x="11084" y="496"/>
                  </a:lnTo>
                  <a:lnTo>
                    <a:pt x="11294" y="582"/>
                  </a:lnTo>
                  <a:lnTo>
                    <a:pt x="11534" y="664"/>
                  </a:lnTo>
                  <a:lnTo>
                    <a:pt x="11774" y="740"/>
                  </a:lnTo>
                  <a:lnTo>
                    <a:pt x="12045" y="817"/>
                  </a:lnTo>
                  <a:lnTo>
                    <a:pt x="12315" y="888"/>
                  </a:lnTo>
                  <a:lnTo>
                    <a:pt x="12615" y="955"/>
                  </a:lnTo>
                  <a:lnTo>
                    <a:pt x="12946" y="1016"/>
                  </a:lnTo>
                  <a:lnTo>
                    <a:pt x="13276" y="1077"/>
                  </a:lnTo>
                  <a:lnTo>
                    <a:pt x="13607" y="1128"/>
                  </a:lnTo>
                  <a:lnTo>
                    <a:pt x="13967" y="1184"/>
                  </a:lnTo>
                  <a:lnTo>
                    <a:pt x="14327" y="1230"/>
                  </a:lnTo>
                  <a:lnTo>
                    <a:pt x="14688" y="1276"/>
                  </a:lnTo>
                  <a:lnTo>
                    <a:pt x="15078" y="1317"/>
                  </a:lnTo>
                  <a:lnTo>
                    <a:pt x="15439" y="1358"/>
                  </a:lnTo>
                  <a:lnTo>
                    <a:pt x="15829" y="1388"/>
                  </a:lnTo>
                  <a:lnTo>
                    <a:pt x="16610" y="1449"/>
                  </a:lnTo>
                  <a:lnTo>
                    <a:pt x="17361" y="1500"/>
                  </a:lnTo>
                  <a:lnTo>
                    <a:pt x="18142" y="1536"/>
                  </a:lnTo>
                  <a:lnTo>
                    <a:pt x="18863" y="1567"/>
                  </a:lnTo>
                  <a:lnTo>
                    <a:pt x="19553" y="1582"/>
                  </a:lnTo>
                  <a:lnTo>
                    <a:pt x="20184" y="1587"/>
                  </a:lnTo>
                  <a:lnTo>
                    <a:pt x="20184" y="1587"/>
                  </a:lnTo>
                  <a:lnTo>
                    <a:pt x="20364" y="1587"/>
                  </a:lnTo>
                  <a:lnTo>
                    <a:pt x="20364" y="1587"/>
                  </a:lnTo>
                  <a:lnTo>
                    <a:pt x="21145" y="1582"/>
                  </a:lnTo>
                  <a:lnTo>
                    <a:pt x="21145" y="1582"/>
                  </a:lnTo>
                  <a:lnTo>
                    <a:pt x="21145" y="1699"/>
                  </a:lnTo>
                  <a:lnTo>
                    <a:pt x="21085" y="1812"/>
                  </a:lnTo>
                  <a:lnTo>
                    <a:pt x="21025" y="1924"/>
                  </a:lnTo>
                  <a:lnTo>
                    <a:pt x="20905" y="2031"/>
                  </a:lnTo>
                  <a:lnTo>
                    <a:pt x="20785" y="2143"/>
                  </a:lnTo>
                  <a:lnTo>
                    <a:pt x="20635" y="2245"/>
                  </a:lnTo>
                  <a:lnTo>
                    <a:pt x="20424" y="2352"/>
                  </a:lnTo>
                  <a:lnTo>
                    <a:pt x="20244" y="2449"/>
                  </a:lnTo>
                  <a:lnTo>
                    <a:pt x="20004" y="2546"/>
                  </a:lnTo>
                  <a:lnTo>
                    <a:pt x="19764" y="2638"/>
                  </a:lnTo>
                  <a:lnTo>
                    <a:pt x="19523" y="2725"/>
                  </a:lnTo>
                  <a:lnTo>
                    <a:pt x="19223" y="2801"/>
                  </a:lnTo>
                  <a:lnTo>
                    <a:pt x="18953" y="2878"/>
                  </a:lnTo>
                  <a:lnTo>
                    <a:pt x="18652" y="2949"/>
                  </a:lnTo>
                  <a:lnTo>
                    <a:pt x="18352" y="3010"/>
                  </a:lnTo>
                  <a:lnTo>
                    <a:pt x="18022" y="3061"/>
                  </a:lnTo>
                  <a:lnTo>
                    <a:pt x="18022" y="3061"/>
                  </a:lnTo>
                  <a:lnTo>
                    <a:pt x="17661" y="3117"/>
                  </a:lnTo>
                  <a:lnTo>
                    <a:pt x="17301" y="3163"/>
                  </a:lnTo>
                  <a:lnTo>
                    <a:pt x="16910" y="3209"/>
                  </a:lnTo>
                  <a:lnTo>
                    <a:pt x="16550" y="3255"/>
                  </a:lnTo>
                  <a:lnTo>
                    <a:pt x="16129" y="3291"/>
                  </a:lnTo>
                  <a:lnTo>
                    <a:pt x="15739" y="3326"/>
                  </a:lnTo>
                  <a:lnTo>
                    <a:pt x="15319" y="3357"/>
                  </a:lnTo>
                  <a:lnTo>
                    <a:pt x="14928" y="3383"/>
                  </a:lnTo>
                  <a:lnTo>
                    <a:pt x="14478" y="3408"/>
                  </a:lnTo>
                  <a:lnTo>
                    <a:pt x="14057" y="3428"/>
                  </a:lnTo>
                  <a:lnTo>
                    <a:pt x="13637" y="3444"/>
                  </a:lnTo>
                  <a:lnTo>
                    <a:pt x="13186" y="3459"/>
                  </a:lnTo>
                  <a:lnTo>
                    <a:pt x="12766" y="3469"/>
                  </a:lnTo>
                  <a:lnTo>
                    <a:pt x="12315" y="3479"/>
                  </a:lnTo>
                  <a:lnTo>
                    <a:pt x="11414" y="3485"/>
                  </a:lnTo>
                  <a:lnTo>
                    <a:pt x="11414" y="3485"/>
                  </a:lnTo>
                  <a:lnTo>
                    <a:pt x="10843" y="3479"/>
                  </a:lnTo>
                  <a:lnTo>
                    <a:pt x="10243" y="3474"/>
                  </a:lnTo>
                  <a:lnTo>
                    <a:pt x="9642" y="3459"/>
                  </a:lnTo>
                  <a:lnTo>
                    <a:pt x="9041" y="3444"/>
                  </a:lnTo>
                  <a:lnTo>
                    <a:pt x="8471" y="3423"/>
                  </a:lnTo>
                  <a:lnTo>
                    <a:pt x="7900" y="3398"/>
                  </a:lnTo>
                  <a:lnTo>
                    <a:pt x="7329" y="3367"/>
                  </a:lnTo>
                  <a:lnTo>
                    <a:pt x="6759" y="3332"/>
                  </a:lnTo>
                  <a:lnTo>
                    <a:pt x="6188" y="3291"/>
                  </a:lnTo>
                  <a:lnTo>
                    <a:pt x="5647" y="3250"/>
                  </a:lnTo>
                  <a:lnTo>
                    <a:pt x="5137" y="3204"/>
                  </a:lnTo>
                  <a:lnTo>
                    <a:pt x="4626" y="3158"/>
                  </a:lnTo>
                  <a:lnTo>
                    <a:pt x="4116" y="3102"/>
                  </a:lnTo>
                  <a:lnTo>
                    <a:pt x="3635" y="3051"/>
                  </a:lnTo>
                  <a:lnTo>
                    <a:pt x="3185" y="2990"/>
                  </a:lnTo>
                  <a:lnTo>
                    <a:pt x="2734" y="2929"/>
                  </a:lnTo>
                  <a:lnTo>
                    <a:pt x="2734" y="2929"/>
                  </a:lnTo>
                  <a:lnTo>
                    <a:pt x="2374" y="2872"/>
                  </a:lnTo>
                  <a:lnTo>
                    <a:pt x="2073" y="2811"/>
                  </a:lnTo>
                  <a:lnTo>
                    <a:pt x="1773" y="2745"/>
                  </a:lnTo>
                  <a:lnTo>
                    <a:pt x="1503" y="2679"/>
                  </a:lnTo>
                  <a:lnTo>
                    <a:pt x="1262" y="2602"/>
                  </a:lnTo>
                  <a:lnTo>
                    <a:pt x="1022" y="2526"/>
                  </a:lnTo>
                  <a:lnTo>
                    <a:pt x="842" y="2444"/>
                  </a:lnTo>
                  <a:lnTo>
                    <a:pt x="662" y="2362"/>
                  </a:lnTo>
                  <a:lnTo>
                    <a:pt x="511" y="2276"/>
                  </a:lnTo>
                  <a:lnTo>
                    <a:pt x="391" y="2189"/>
                  </a:lnTo>
                  <a:lnTo>
                    <a:pt x="271" y="2097"/>
                  </a:lnTo>
                  <a:lnTo>
                    <a:pt x="181" y="2005"/>
                  </a:lnTo>
                  <a:lnTo>
                    <a:pt x="121" y="1914"/>
                  </a:lnTo>
                  <a:lnTo>
                    <a:pt x="61" y="1817"/>
                  </a:lnTo>
                  <a:lnTo>
                    <a:pt x="1" y="1628"/>
                  </a:lnTo>
                  <a:lnTo>
                    <a:pt x="1" y="1628"/>
                  </a:lnTo>
                  <a:lnTo>
                    <a:pt x="782" y="1618"/>
                  </a:lnTo>
                  <a:lnTo>
                    <a:pt x="1503" y="1602"/>
                  </a:lnTo>
                  <a:lnTo>
                    <a:pt x="2193" y="1587"/>
                  </a:lnTo>
                  <a:lnTo>
                    <a:pt x="2854" y="1562"/>
                  </a:lnTo>
                  <a:lnTo>
                    <a:pt x="3485" y="1536"/>
                  </a:lnTo>
                  <a:lnTo>
                    <a:pt x="4056" y="1505"/>
                  </a:lnTo>
                  <a:lnTo>
                    <a:pt x="4626" y="1470"/>
                  </a:lnTo>
                  <a:lnTo>
                    <a:pt x="5137" y="1429"/>
                  </a:lnTo>
                  <a:lnTo>
                    <a:pt x="5647" y="1388"/>
                  </a:lnTo>
                  <a:lnTo>
                    <a:pt x="6098" y="1342"/>
                  </a:lnTo>
                  <a:lnTo>
                    <a:pt x="6518" y="1296"/>
                  </a:lnTo>
                  <a:lnTo>
                    <a:pt x="6939" y="1245"/>
                  </a:lnTo>
                  <a:lnTo>
                    <a:pt x="7299" y="1189"/>
                  </a:lnTo>
                  <a:lnTo>
                    <a:pt x="7660" y="1133"/>
                  </a:lnTo>
                  <a:lnTo>
                    <a:pt x="7990" y="1077"/>
                  </a:lnTo>
                  <a:lnTo>
                    <a:pt x="8290" y="1016"/>
                  </a:lnTo>
                  <a:lnTo>
                    <a:pt x="8561" y="955"/>
                  </a:lnTo>
                  <a:lnTo>
                    <a:pt x="8801" y="893"/>
                  </a:lnTo>
                  <a:lnTo>
                    <a:pt x="9041" y="832"/>
                  </a:lnTo>
                  <a:lnTo>
                    <a:pt x="9221" y="766"/>
                  </a:lnTo>
                  <a:lnTo>
                    <a:pt x="9432" y="700"/>
                  </a:lnTo>
                  <a:lnTo>
                    <a:pt x="9582" y="633"/>
                  </a:lnTo>
                  <a:lnTo>
                    <a:pt x="9882" y="506"/>
                  </a:lnTo>
                  <a:lnTo>
                    <a:pt x="10092" y="373"/>
                  </a:lnTo>
                  <a:lnTo>
                    <a:pt x="10243" y="246"/>
                  </a:lnTo>
                  <a:lnTo>
                    <a:pt x="10363" y="123"/>
                  </a:lnTo>
                  <a:lnTo>
                    <a:pt x="1042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64"/>
            <p:cNvSpPr/>
            <p:nvPr/>
          </p:nvSpPr>
          <p:spPr>
            <a:xfrm flipH="1">
              <a:off x="5629902" y="3498100"/>
              <a:ext cx="89786" cy="215775"/>
            </a:xfrm>
            <a:custGeom>
              <a:avLst/>
              <a:gdLst/>
              <a:ahLst/>
              <a:cxnLst/>
              <a:rect l="l" t="t" r="r" b="b"/>
              <a:pathLst>
                <a:path w="21176" h="8631" fill="none" extrusionOk="0">
                  <a:moveTo>
                    <a:pt x="9762" y="0"/>
                  </a:moveTo>
                  <a:lnTo>
                    <a:pt x="9762" y="0"/>
                  </a:lnTo>
                  <a:lnTo>
                    <a:pt x="10603" y="5"/>
                  </a:lnTo>
                  <a:lnTo>
                    <a:pt x="11474" y="21"/>
                  </a:lnTo>
                  <a:lnTo>
                    <a:pt x="12345" y="46"/>
                  </a:lnTo>
                  <a:lnTo>
                    <a:pt x="13246" y="87"/>
                  </a:lnTo>
                  <a:lnTo>
                    <a:pt x="14177" y="138"/>
                  </a:lnTo>
                  <a:lnTo>
                    <a:pt x="15108" y="199"/>
                  </a:lnTo>
                  <a:lnTo>
                    <a:pt x="16069" y="270"/>
                  </a:lnTo>
                  <a:lnTo>
                    <a:pt x="17031" y="357"/>
                  </a:lnTo>
                  <a:lnTo>
                    <a:pt x="17031" y="357"/>
                  </a:lnTo>
                  <a:lnTo>
                    <a:pt x="17601" y="418"/>
                  </a:lnTo>
                  <a:lnTo>
                    <a:pt x="18112" y="485"/>
                  </a:lnTo>
                  <a:lnTo>
                    <a:pt x="18622" y="561"/>
                  </a:lnTo>
                  <a:lnTo>
                    <a:pt x="19043" y="643"/>
                  </a:lnTo>
                  <a:lnTo>
                    <a:pt x="19463" y="730"/>
                  </a:lnTo>
                  <a:lnTo>
                    <a:pt x="19794" y="821"/>
                  </a:lnTo>
                  <a:lnTo>
                    <a:pt x="20124" y="918"/>
                  </a:lnTo>
                  <a:lnTo>
                    <a:pt x="20394" y="1020"/>
                  </a:lnTo>
                  <a:lnTo>
                    <a:pt x="20635" y="1127"/>
                  </a:lnTo>
                  <a:lnTo>
                    <a:pt x="20815" y="1240"/>
                  </a:lnTo>
                  <a:lnTo>
                    <a:pt x="20965" y="1352"/>
                  </a:lnTo>
                  <a:lnTo>
                    <a:pt x="21055" y="1464"/>
                  </a:lnTo>
                  <a:lnTo>
                    <a:pt x="21145" y="1581"/>
                  </a:lnTo>
                  <a:lnTo>
                    <a:pt x="21175" y="1699"/>
                  </a:lnTo>
                  <a:lnTo>
                    <a:pt x="21145" y="1816"/>
                  </a:lnTo>
                  <a:lnTo>
                    <a:pt x="21085" y="1933"/>
                  </a:lnTo>
                  <a:lnTo>
                    <a:pt x="21085" y="7014"/>
                  </a:lnTo>
                  <a:lnTo>
                    <a:pt x="21085" y="7014"/>
                  </a:lnTo>
                  <a:lnTo>
                    <a:pt x="20484" y="7008"/>
                  </a:lnTo>
                  <a:lnTo>
                    <a:pt x="20484" y="7008"/>
                  </a:lnTo>
                  <a:lnTo>
                    <a:pt x="19824" y="7014"/>
                  </a:lnTo>
                  <a:lnTo>
                    <a:pt x="19193" y="7019"/>
                  </a:lnTo>
                  <a:lnTo>
                    <a:pt x="19193" y="7019"/>
                  </a:lnTo>
                  <a:lnTo>
                    <a:pt x="18502" y="7034"/>
                  </a:lnTo>
                  <a:lnTo>
                    <a:pt x="17781" y="7054"/>
                  </a:lnTo>
                  <a:lnTo>
                    <a:pt x="17061" y="7080"/>
                  </a:lnTo>
                  <a:lnTo>
                    <a:pt x="16340" y="7110"/>
                  </a:lnTo>
                  <a:lnTo>
                    <a:pt x="15619" y="7156"/>
                  </a:lnTo>
                  <a:lnTo>
                    <a:pt x="14928" y="7207"/>
                  </a:lnTo>
                  <a:lnTo>
                    <a:pt x="14568" y="7238"/>
                  </a:lnTo>
                  <a:lnTo>
                    <a:pt x="14237" y="7269"/>
                  </a:lnTo>
                  <a:lnTo>
                    <a:pt x="13907" y="7309"/>
                  </a:lnTo>
                  <a:lnTo>
                    <a:pt x="13577" y="7350"/>
                  </a:lnTo>
                  <a:lnTo>
                    <a:pt x="13276" y="7391"/>
                  </a:lnTo>
                  <a:lnTo>
                    <a:pt x="12976" y="7442"/>
                  </a:lnTo>
                  <a:lnTo>
                    <a:pt x="12675" y="7493"/>
                  </a:lnTo>
                  <a:lnTo>
                    <a:pt x="12405" y="7549"/>
                  </a:lnTo>
                  <a:lnTo>
                    <a:pt x="12135" y="7610"/>
                  </a:lnTo>
                  <a:lnTo>
                    <a:pt x="11895" y="7677"/>
                  </a:lnTo>
                  <a:lnTo>
                    <a:pt x="11654" y="7748"/>
                  </a:lnTo>
                  <a:lnTo>
                    <a:pt x="11444" y="7825"/>
                  </a:lnTo>
                  <a:lnTo>
                    <a:pt x="11234" y="7901"/>
                  </a:lnTo>
                  <a:lnTo>
                    <a:pt x="11054" y="7988"/>
                  </a:lnTo>
                  <a:lnTo>
                    <a:pt x="10873" y="8080"/>
                  </a:lnTo>
                  <a:lnTo>
                    <a:pt x="10753" y="8176"/>
                  </a:lnTo>
                  <a:lnTo>
                    <a:pt x="10633" y="8284"/>
                  </a:lnTo>
                  <a:lnTo>
                    <a:pt x="10513" y="8391"/>
                  </a:lnTo>
                  <a:lnTo>
                    <a:pt x="10453" y="8508"/>
                  </a:lnTo>
                  <a:lnTo>
                    <a:pt x="10393" y="8630"/>
                  </a:lnTo>
                  <a:lnTo>
                    <a:pt x="10393" y="8630"/>
                  </a:lnTo>
                  <a:lnTo>
                    <a:pt x="10273" y="8513"/>
                  </a:lnTo>
                  <a:lnTo>
                    <a:pt x="10092" y="8386"/>
                  </a:lnTo>
                  <a:lnTo>
                    <a:pt x="9852" y="8263"/>
                  </a:lnTo>
                  <a:lnTo>
                    <a:pt x="9552" y="8131"/>
                  </a:lnTo>
                  <a:lnTo>
                    <a:pt x="9161" y="8003"/>
                  </a:lnTo>
                  <a:lnTo>
                    <a:pt x="8741" y="7876"/>
                  </a:lnTo>
                  <a:lnTo>
                    <a:pt x="8471" y="7814"/>
                  </a:lnTo>
                  <a:lnTo>
                    <a:pt x="8230" y="7753"/>
                  </a:lnTo>
                  <a:lnTo>
                    <a:pt x="7930" y="7697"/>
                  </a:lnTo>
                  <a:lnTo>
                    <a:pt x="7630" y="7636"/>
                  </a:lnTo>
                  <a:lnTo>
                    <a:pt x="7299" y="7580"/>
                  </a:lnTo>
                  <a:lnTo>
                    <a:pt x="6969" y="7524"/>
                  </a:lnTo>
                  <a:lnTo>
                    <a:pt x="6608" y="7473"/>
                  </a:lnTo>
                  <a:lnTo>
                    <a:pt x="6218" y="7422"/>
                  </a:lnTo>
                  <a:lnTo>
                    <a:pt x="5828" y="7376"/>
                  </a:lnTo>
                  <a:lnTo>
                    <a:pt x="5407" y="7330"/>
                  </a:lnTo>
                  <a:lnTo>
                    <a:pt x="4957" y="7289"/>
                  </a:lnTo>
                  <a:lnTo>
                    <a:pt x="4506" y="7253"/>
                  </a:lnTo>
                  <a:lnTo>
                    <a:pt x="3995" y="7218"/>
                  </a:lnTo>
                  <a:lnTo>
                    <a:pt x="3515" y="7187"/>
                  </a:lnTo>
                  <a:lnTo>
                    <a:pt x="2974" y="7156"/>
                  </a:lnTo>
                  <a:lnTo>
                    <a:pt x="2434" y="7136"/>
                  </a:lnTo>
                  <a:lnTo>
                    <a:pt x="1863" y="7116"/>
                  </a:lnTo>
                  <a:lnTo>
                    <a:pt x="1262" y="7100"/>
                  </a:lnTo>
                  <a:lnTo>
                    <a:pt x="632" y="7090"/>
                  </a:lnTo>
                  <a:lnTo>
                    <a:pt x="1" y="7085"/>
                  </a:lnTo>
                  <a:lnTo>
                    <a:pt x="1" y="7054"/>
                  </a:lnTo>
                  <a:lnTo>
                    <a:pt x="1" y="7054"/>
                  </a:lnTo>
                  <a:lnTo>
                    <a:pt x="511" y="7059"/>
                  </a:lnTo>
                  <a:lnTo>
                    <a:pt x="511" y="7059"/>
                  </a:lnTo>
                  <a:lnTo>
                    <a:pt x="1412" y="7054"/>
                  </a:lnTo>
                  <a:lnTo>
                    <a:pt x="1833" y="7044"/>
                  </a:lnTo>
                  <a:lnTo>
                    <a:pt x="2283" y="7034"/>
                  </a:lnTo>
                  <a:lnTo>
                    <a:pt x="2734" y="7019"/>
                  </a:lnTo>
                  <a:lnTo>
                    <a:pt x="3154" y="7003"/>
                  </a:lnTo>
                  <a:lnTo>
                    <a:pt x="3575" y="6983"/>
                  </a:lnTo>
                  <a:lnTo>
                    <a:pt x="3995" y="6957"/>
                  </a:lnTo>
                  <a:lnTo>
                    <a:pt x="4416" y="6932"/>
                  </a:lnTo>
                  <a:lnTo>
                    <a:pt x="4836" y="6901"/>
                  </a:lnTo>
                  <a:lnTo>
                    <a:pt x="5227" y="6866"/>
                  </a:lnTo>
                  <a:lnTo>
                    <a:pt x="5617" y="6830"/>
                  </a:lnTo>
                  <a:lnTo>
                    <a:pt x="6008" y="6784"/>
                  </a:lnTo>
                  <a:lnTo>
                    <a:pt x="6398" y="6743"/>
                  </a:lnTo>
                  <a:lnTo>
                    <a:pt x="6759" y="6692"/>
                  </a:lnTo>
                  <a:lnTo>
                    <a:pt x="7119" y="6636"/>
                  </a:lnTo>
                  <a:lnTo>
                    <a:pt x="7119" y="6636"/>
                  </a:lnTo>
                  <a:lnTo>
                    <a:pt x="7479" y="6575"/>
                  </a:lnTo>
                  <a:lnTo>
                    <a:pt x="7810" y="6509"/>
                  </a:lnTo>
                  <a:lnTo>
                    <a:pt x="8140" y="6432"/>
                  </a:lnTo>
                  <a:lnTo>
                    <a:pt x="8441" y="6345"/>
                  </a:lnTo>
                  <a:lnTo>
                    <a:pt x="8741" y="6254"/>
                  </a:lnTo>
                  <a:lnTo>
                    <a:pt x="9011" y="6152"/>
                  </a:lnTo>
                  <a:lnTo>
                    <a:pt x="9252" y="6049"/>
                  </a:lnTo>
                  <a:lnTo>
                    <a:pt x="9492" y="5937"/>
                  </a:lnTo>
                  <a:lnTo>
                    <a:pt x="9702" y="5825"/>
                  </a:lnTo>
                  <a:lnTo>
                    <a:pt x="9882" y="5708"/>
                  </a:lnTo>
                  <a:lnTo>
                    <a:pt x="10002" y="5585"/>
                  </a:lnTo>
                  <a:lnTo>
                    <a:pt x="10123" y="5463"/>
                  </a:lnTo>
                  <a:lnTo>
                    <a:pt x="10183" y="5341"/>
                  </a:lnTo>
                  <a:lnTo>
                    <a:pt x="10213" y="5213"/>
                  </a:lnTo>
                  <a:lnTo>
                    <a:pt x="10213" y="5085"/>
                  </a:lnTo>
                  <a:lnTo>
                    <a:pt x="10183" y="4963"/>
                  </a:lnTo>
                  <a:lnTo>
                    <a:pt x="10183" y="3229"/>
                  </a:lnTo>
                  <a:lnTo>
                    <a:pt x="10183" y="3229"/>
                  </a:lnTo>
                  <a:lnTo>
                    <a:pt x="10213" y="3112"/>
                  </a:lnTo>
                  <a:lnTo>
                    <a:pt x="10243" y="2994"/>
                  </a:lnTo>
                  <a:lnTo>
                    <a:pt x="10213" y="2872"/>
                  </a:lnTo>
                  <a:lnTo>
                    <a:pt x="10153" y="2760"/>
                  </a:lnTo>
                  <a:lnTo>
                    <a:pt x="10032" y="2642"/>
                  </a:lnTo>
                  <a:lnTo>
                    <a:pt x="9882" y="2530"/>
                  </a:lnTo>
                  <a:lnTo>
                    <a:pt x="9702" y="2423"/>
                  </a:lnTo>
                  <a:lnTo>
                    <a:pt x="9462" y="2316"/>
                  </a:lnTo>
                  <a:lnTo>
                    <a:pt x="9191" y="2214"/>
                  </a:lnTo>
                  <a:lnTo>
                    <a:pt x="8891" y="2117"/>
                  </a:lnTo>
                  <a:lnTo>
                    <a:pt x="8531" y="2020"/>
                  </a:lnTo>
                  <a:lnTo>
                    <a:pt x="8140" y="1933"/>
                  </a:lnTo>
                  <a:lnTo>
                    <a:pt x="7690" y="1852"/>
                  </a:lnTo>
                  <a:lnTo>
                    <a:pt x="7209" y="1775"/>
                  </a:lnTo>
                  <a:lnTo>
                    <a:pt x="6699" y="1709"/>
                  </a:lnTo>
                  <a:lnTo>
                    <a:pt x="6128" y="1648"/>
                  </a:lnTo>
                  <a:lnTo>
                    <a:pt x="6128" y="1648"/>
                  </a:lnTo>
                  <a:lnTo>
                    <a:pt x="5377" y="1581"/>
                  </a:lnTo>
                  <a:lnTo>
                    <a:pt x="4626" y="1525"/>
                  </a:lnTo>
                  <a:lnTo>
                    <a:pt x="3905" y="1469"/>
                  </a:lnTo>
                  <a:lnTo>
                    <a:pt x="3185" y="1423"/>
                  </a:lnTo>
                  <a:lnTo>
                    <a:pt x="2464" y="1387"/>
                  </a:lnTo>
                  <a:lnTo>
                    <a:pt x="1773" y="1352"/>
                  </a:lnTo>
                  <a:lnTo>
                    <a:pt x="1082" y="1326"/>
                  </a:lnTo>
                  <a:lnTo>
                    <a:pt x="391" y="1311"/>
                  </a:lnTo>
                  <a:lnTo>
                    <a:pt x="391" y="1311"/>
                  </a:lnTo>
                  <a:lnTo>
                    <a:pt x="571" y="1194"/>
                  </a:lnTo>
                  <a:lnTo>
                    <a:pt x="752" y="1081"/>
                  </a:lnTo>
                  <a:lnTo>
                    <a:pt x="962" y="974"/>
                  </a:lnTo>
                  <a:lnTo>
                    <a:pt x="1172" y="872"/>
                  </a:lnTo>
                  <a:lnTo>
                    <a:pt x="1443" y="781"/>
                  </a:lnTo>
                  <a:lnTo>
                    <a:pt x="1713" y="699"/>
                  </a:lnTo>
                  <a:lnTo>
                    <a:pt x="1983" y="622"/>
                  </a:lnTo>
                  <a:lnTo>
                    <a:pt x="2283" y="561"/>
                  </a:lnTo>
                  <a:lnTo>
                    <a:pt x="2283" y="561"/>
                  </a:lnTo>
                  <a:lnTo>
                    <a:pt x="2674" y="495"/>
                  </a:lnTo>
                  <a:lnTo>
                    <a:pt x="3034" y="434"/>
                  </a:lnTo>
                  <a:lnTo>
                    <a:pt x="3455" y="372"/>
                  </a:lnTo>
                  <a:lnTo>
                    <a:pt x="3845" y="321"/>
                  </a:lnTo>
                  <a:lnTo>
                    <a:pt x="4266" y="270"/>
                  </a:lnTo>
                  <a:lnTo>
                    <a:pt x="4716" y="225"/>
                  </a:lnTo>
                  <a:lnTo>
                    <a:pt x="5167" y="184"/>
                  </a:lnTo>
                  <a:lnTo>
                    <a:pt x="5617" y="143"/>
                  </a:lnTo>
                  <a:lnTo>
                    <a:pt x="6098" y="112"/>
                  </a:lnTo>
                  <a:lnTo>
                    <a:pt x="6578" y="82"/>
                  </a:lnTo>
                  <a:lnTo>
                    <a:pt x="7089" y="56"/>
                  </a:lnTo>
                  <a:lnTo>
                    <a:pt x="7600" y="36"/>
                  </a:lnTo>
                  <a:lnTo>
                    <a:pt x="8110" y="21"/>
                  </a:lnTo>
                  <a:lnTo>
                    <a:pt x="8651" y="10"/>
                  </a:lnTo>
                  <a:lnTo>
                    <a:pt x="9191" y="0"/>
                  </a:lnTo>
                  <a:lnTo>
                    <a:pt x="976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64"/>
            <p:cNvSpPr/>
            <p:nvPr/>
          </p:nvSpPr>
          <p:spPr>
            <a:xfrm flipH="1">
              <a:off x="5719429" y="3454475"/>
              <a:ext cx="89782" cy="220750"/>
            </a:xfrm>
            <a:custGeom>
              <a:avLst/>
              <a:gdLst/>
              <a:ahLst/>
              <a:cxnLst/>
              <a:rect l="l" t="t" r="r" b="b"/>
              <a:pathLst>
                <a:path w="21175" h="8830" extrusionOk="0">
                  <a:moveTo>
                    <a:pt x="15709" y="1"/>
                  </a:moveTo>
                  <a:lnTo>
                    <a:pt x="15048" y="47"/>
                  </a:lnTo>
                  <a:lnTo>
                    <a:pt x="14357" y="87"/>
                  </a:lnTo>
                  <a:lnTo>
                    <a:pt x="13696" y="113"/>
                  </a:lnTo>
                  <a:lnTo>
                    <a:pt x="13036" y="138"/>
                  </a:lnTo>
                  <a:lnTo>
                    <a:pt x="12375" y="159"/>
                  </a:lnTo>
                  <a:lnTo>
                    <a:pt x="11714" y="169"/>
                  </a:lnTo>
                  <a:lnTo>
                    <a:pt x="11113" y="174"/>
                  </a:lnTo>
                  <a:lnTo>
                    <a:pt x="10513" y="179"/>
                  </a:lnTo>
                  <a:lnTo>
                    <a:pt x="10182" y="179"/>
                  </a:lnTo>
                  <a:lnTo>
                    <a:pt x="10182" y="230"/>
                  </a:lnTo>
                  <a:lnTo>
                    <a:pt x="10182" y="4882"/>
                  </a:lnTo>
                  <a:lnTo>
                    <a:pt x="10182" y="4918"/>
                  </a:lnTo>
                  <a:lnTo>
                    <a:pt x="10212" y="4811"/>
                  </a:lnTo>
                  <a:lnTo>
                    <a:pt x="10272" y="4704"/>
                  </a:lnTo>
                  <a:lnTo>
                    <a:pt x="10332" y="4596"/>
                  </a:lnTo>
                  <a:lnTo>
                    <a:pt x="10422" y="4489"/>
                  </a:lnTo>
                  <a:lnTo>
                    <a:pt x="10543" y="4387"/>
                  </a:lnTo>
                  <a:lnTo>
                    <a:pt x="10663" y="4290"/>
                  </a:lnTo>
                  <a:lnTo>
                    <a:pt x="10813" y="4193"/>
                  </a:lnTo>
                  <a:lnTo>
                    <a:pt x="10963" y="4102"/>
                  </a:lnTo>
                  <a:lnTo>
                    <a:pt x="11143" y="4010"/>
                  </a:lnTo>
                  <a:lnTo>
                    <a:pt x="11324" y="3928"/>
                  </a:lnTo>
                  <a:lnTo>
                    <a:pt x="11534" y="3852"/>
                  </a:lnTo>
                  <a:lnTo>
                    <a:pt x="11744" y="3775"/>
                  </a:lnTo>
                  <a:lnTo>
                    <a:pt x="11984" y="3709"/>
                  </a:lnTo>
                  <a:lnTo>
                    <a:pt x="12225" y="3648"/>
                  </a:lnTo>
                  <a:lnTo>
                    <a:pt x="12495" y="3597"/>
                  </a:lnTo>
                  <a:lnTo>
                    <a:pt x="12855" y="3530"/>
                  </a:lnTo>
                  <a:lnTo>
                    <a:pt x="13246" y="3469"/>
                  </a:lnTo>
                  <a:lnTo>
                    <a:pt x="13636" y="3413"/>
                  </a:lnTo>
                  <a:lnTo>
                    <a:pt x="14057" y="3357"/>
                  </a:lnTo>
                  <a:lnTo>
                    <a:pt x="14477" y="3311"/>
                  </a:lnTo>
                  <a:lnTo>
                    <a:pt x="14898" y="3260"/>
                  </a:lnTo>
                  <a:lnTo>
                    <a:pt x="15348" y="3219"/>
                  </a:lnTo>
                  <a:lnTo>
                    <a:pt x="15829" y="3184"/>
                  </a:lnTo>
                  <a:lnTo>
                    <a:pt x="16309" y="3148"/>
                  </a:lnTo>
                  <a:lnTo>
                    <a:pt x="16790" y="3122"/>
                  </a:lnTo>
                  <a:lnTo>
                    <a:pt x="17300" y="3097"/>
                  </a:lnTo>
                  <a:lnTo>
                    <a:pt x="17811" y="3076"/>
                  </a:lnTo>
                  <a:lnTo>
                    <a:pt x="18322" y="3056"/>
                  </a:lnTo>
                  <a:lnTo>
                    <a:pt x="18862" y="3046"/>
                  </a:lnTo>
                  <a:lnTo>
                    <a:pt x="19403" y="3041"/>
                  </a:lnTo>
                  <a:lnTo>
                    <a:pt x="19943" y="3036"/>
                  </a:lnTo>
                  <a:lnTo>
                    <a:pt x="20514" y="3041"/>
                  </a:lnTo>
                  <a:lnTo>
                    <a:pt x="21115" y="3046"/>
                  </a:lnTo>
                  <a:lnTo>
                    <a:pt x="21115" y="1694"/>
                  </a:lnTo>
                  <a:lnTo>
                    <a:pt x="21175" y="1577"/>
                  </a:lnTo>
                  <a:lnTo>
                    <a:pt x="21175" y="1459"/>
                  </a:lnTo>
                  <a:lnTo>
                    <a:pt x="21145" y="1342"/>
                  </a:lnTo>
                  <a:lnTo>
                    <a:pt x="21085" y="1225"/>
                  </a:lnTo>
                  <a:lnTo>
                    <a:pt x="20965" y="1113"/>
                  </a:lnTo>
                  <a:lnTo>
                    <a:pt x="20814" y="1000"/>
                  </a:lnTo>
                  <a:lnTo>
                    <a:pt x="20634" y="888"/>
                  </a:lnTo>
                  <a:lnTo>
                    <a:pt x="20394" y="781"/>
                  </a:lnTo>
                  <a:lnTo>
                    <a:pt x="20124" y="679"/>
                  </a:lnTo>
                  <a:lnTo>
                    <a:pt x="19823" y="582"/>
                  </a:lnTo>
                  <a:lnTo>
                    <a:pt x="19463" y="490"/>
                  </a:lnTo>
                  <a:lnTo>
                    <a:pt x="19072" y="404"/>
                  </a:lnTo>
                  <a:lnTo>
                    <a:pt x="18622" y="322"/>
                  </a:lnTo>
                  <a:lnTo>
                    <a:pt x="18141" y="246"/>
                  </a:lnTo>
                  <a:lnTo>
                    <a:pt x="17601" y="179"/>
                  </a:lnTo>
                  <a:lnTo>
                    <a:pt x="17030" y="118"/>
                  </a:lnTo>
                  <a:lnTo>
                    <a:pt x="16369" y="57"/>
                  </a:lnTo>
                  <a:lnTo>
                    <a:pt x="15709" y="1"/>
                  </a:lnTo>
                  <a:close/>
                  <a:moveTo>
                    <a:pt x="10182" y="4984"/>
                  </a:moveTo>
                  <a:lnTo>
                    <a:pt x="10152" y="5086"/>
                  </a:lnTo>
                  <a:lnTo>
                    <a:pt x="10092" y="5193"/>
                  </a:lnTo>
                  <a:lnTo>
                    <a:pt x="10032" y="5290"/>
                  </a:lnTo>
                  <a:lnTo>
                    <a:pt x="9942" y="5392"/>
                  </a:lnTo>
                  <a:lnTo>
                    <a:pt x="9852" y="5489"/>
                  </a:lnTo>
                  <a:lnTo>
                    <a:pt x="9732" y="5586"/>
                  </a:lnTo>
                  <a:lnTo>
                    <a:pt x="9582" y="5678"/>
                  </a:lnTo>
                  <a:lnTo>
                    <a:pt x="9431" y="5764"/>
                  </a:lnTo>
                  <a:lnTo>
                    <a:pt x="9251" y="5851"/>
                  </a:lnTo>
                  <a:lnTo>
                    <a:pt x="9071" y="5928"/>
                  </a:lnTo>
                  <a:lnTo>
                    <a:pt x="8861" y="6004"/>
                  </a:lnTo>
                  <a:lnTo>
                    <a:pt x="8650" y="6076"/>
                  </a:lnTo>
                  <a:lnTo>
                    <a:pt x="8410" y="6137"/>
                  </a:lnTo>
                  <a:lnTo>
                    <a:pt x="8170" y="6193"/>
                  </a:lnTo>
                  <a:lnTo>
                    <a:pt x="7900" y="6244"/>
                  </a:lnTo>
                  <a:lnTo>
                    <a:pt x="7509" y="6305"/>
                  </a:lnTo>
                  <a:lnTo>
                    <a:pt x="7119" y="6366"/>
                  </a:lnTo>
                  <a:lnTo>
                    <a:pt x="6698" y="6422"/>
                  </a:lnTo>
                  <a:lnTo>
                    <a:pt x="6278" y="6473"/>
                  </a:lnTo>
                  <a:lnTo>
                    <a:pt x="5857" y="6519"/>
                  </a:lnTo>
                  <a:lnTo>
                    <a:pt x="5407" y="6565"/>
                  </a:lnTo>
                  <a:lnTo>
                    <a:pt x="4926" y="6606"/>
                  </a:lnTo>
                  <a:lnTo>
                    <a:pt x="4446" y="6642"/>
                  </a:lnTo>
                  <a:lnTo>
                    <a:pt x="3965" y="6672"/>
                  </a:lnTo>
                  <a:lnTo>
                    <a:pt x="3484" y="6698"/>
                  </a:lnTo>
                  <a:lnTo>
                    <a:pt x="2974" y="6723"/>
                  </a:lnTo>
                  <a:lnTo>
                    <a:pt x="2433" y="6744"/>
                  </a:lnTo>
                  <a:lnTo>
                    <a:pt x="1893" y="6759"/>
                  </a:lnTo>
                  <a:lnTo>
                    <a:pt x="1352" y="6769"/>
                  </a:lnTo>
                  <a:lnTo>
                    <a:pt x="811" y="6779"/>
                  </a:lnTo>
                  <a:lnTo>
                    <a:pt x="0" y="6779"/>
                  </a:lnTo>
                  <a:lnTo>
                    <a:pt x="0" y="6825"/>
                  </a:lnTo>
                  <a:lnTo>
                    <a:pt x="661" y="6815"/>
                  </a:lnTo>
                  <a:lnTo>
                    <a:pt x="1322" y="6810"/>
                  </a:lnTo>
                  <a:lnTo>
                    <a:pt x="1983" y="6815"/>
                  </a:lnTo>
                  <a:lnTo>
                    <a:pt x="2613" y="6825"/>
                  </a:lnTo>
                  <a:lnTo>
                    <a:pt x="3244" y="6841"/>
                  </a:lnTo>
                  <a:lnTo>
                    <a:pt x="3845" y="6861"/>
                  </a:lnTo>
                  <a:lnTo>
                    <a:pt x="4416" y="6887"/>
                  </a:lnTo>
                  <a:lnTo>
                    <a:pt x="4986" y="6922"/>
                  </a:lnTo>
                  <a:lnTo>
                    <a:pt x="5527" y="6958"/>
                  </a:lnTo>
                  <a:lnTo>
                    <a:pt x="6067" y="6999"/>
                  </a:lnTo>
                  <a:lnTo>
                    <a:pt x="6578" y="7045"/>
                  </a:lnTo>
                  <a:lnTo>
                    <a:pt x="7059" y="7101"/>
                  </a:lnTo>
                  <a:lnTo>
                    <a:pt x="7509" y="7152"/>
                  </a:lnTo>
                  <a:lnTo>
                    <a:pt x="7960" y="7213"/>
                  </a:lnTo>
                  <a:lnTo>
                    <a:pt x="8410" y="7274"/>
                  </a:lnTo>
                  <a:lnTo>
                    <a:pt x="8801" y="7341"/>
                  </a:lnTo>
                  <a:lnTo>
                    <a:pt x="9191" y="7412"/>
                  </a:lnTo>
                  <a:lnTo>
                    <a:pt x="9582" y="7483"/>
                  </a:lnTo>
                  <a:lnTo>
                    <a:pt x="9912" y="7560"/>
                  </a:lnTo>
                  <a:lnTo>
                    <a:pt x="10242" y="7636"/>
                  </a:lnTo>
                  <a:lnTo>
                    <a:pt x="10543" y="7713"/>
                  </a:lnTo>
                  <a:lnTo>
                    <a:pt x="10843" y="7794"/>
                  </a:lnTo>
                  <a:lnTo>
                    <a:pt x="11113" y="7881"/>
                  </a:lnTo>
                  <a:lnTo>
                    <a:pt x="11354" y="7963"/>
                  </a:lnTo>
                  <a:lnTo>
                    <a:pt x="11564" y="8050"/>
                  </a:lnTo>
                  <a:lnTo>
                    <a:pt x="11774" y="8136"/>
                  </a:lnTo>
                  <a:lnTo>
                    <a:pt x="11954" y="8223"/>
                  </a:lnTo>
                  <a:lnTo>
                    <a:pt x="12104" y="8310"/>
                  </a:lnTo>
                  <a:lnTo>
                    <a:pt x="12255" y="8396"/>
                  </a:lnTo>
                  <a:lnTo>
                    <a:pt x="12345" y="8483"/>
                  </a:lnTo>
                  <a:lnTo>
                    <a:pt x="12435" y="8575"/>
                  </a:lnTo>
                  <a:lnTo>
                    <a:pt x="12495" y="8662"/>
                  </a:lnTo>
                  <a:lnTo>
                    <a:pt x="12555" y="8743"/>
                  </a:lnTo>
                  <a:lnTo>
                    <a:pt x="12555" y="8830"/>
                  </a:lnTo>
                  <a:lnTo>
                    <a:pt x="21115" y="8830"/>
                  </a:lnTo>
                  <a:lnTo>
                    <a:pt x="21115" y="8799"/>
                  </a:lnTo>
                  <a:lnTo>
                    <a:pt x="20544" y="8794"/>
                  </a:lnTo>
                  <a:lnTo>
                    <a:pt x="19974" y="8784"/>
                  </a:lnTo>
                  <a:lnTo>
                    <a:pt x="19433" y="8769"/>
                  </a:lnTo>
                  <a:lnTo>
                    <a:pt x="18862" y="8748"/>
                  </a:lnTo>
                  <a:lnTo>
                    <a:pt x="18322" y="8728"/>
                  </a:lnTo>
                  <a:lnTo>
                    <a:pt x="17781" y="8697"/>
                  </a:lnTo>
                  <a:lnTo>
                    <a:pt x="17240" y="8667"/>
                  </a:lnTo>
                  <a:lnTo>
                    <a:pt x="16700" y="8636"/>
                  </a:lnTo>
                  <a:lnTo>
                    <a:pt x="16189" y="8595"/>
                  </a:lnTo>
                  <a:lnTo>
                    <a:pt x="15679" y="8554"/>
                  </a:lnTo>
                  <a:lnTo>
                    <a:pt x="15168" y="8514"/>
                  </a:lnTo>
                  <a:lnTo>
                    <a:pt x="14687" y="8468"/>
                  </a:lnTo>
                  <a:lnTo>
                    <a:pt x="14237" y="8417"/>
                  </a:lnTo>
                  <a:lnTo>
                    <a:pt x="13786" y="8361"/>
                  </a:lnTo>
                  <a:lnTo>
                    <a:pt x="13336" y="8310"/>
                  </a:lnTo>
                  <a:lnTo>
                    <a:pt x="12945" y="8248"/>
                  </a:lnTo>
                  <a:lnTo>
                    <a:pt x="12555" y="8192"/>
                  </a:lnTo>
                  <a:lnTo>
                    <a:pt x="12225" y="8126"/>
                  </a:lnTo>
                  <a:lnTo>
                    <a:pt x="11924" y="8060"/>
                  </a:lnTo>
                  <a:lnTo>
                    <a:pt x="11654" y="7983"/>
                  </a:lnTo>
                  <a:lnTo>
                    <a:pt x="11384" y="7907"/>
                  </a:lnTo>
                  <a:lnTo>
                    <a:pt x="11173" y="7825"/>
                  </a:lnTo>
                  <a:lnTo>
                    <a:pt x="10963" y="7738"/>
                  </a:lnTo>
                  <a:lnTo>
                    <a:pt x="10783" y="7652"/>
                  </a:lnTo>
                  <a:lnTo>
                    <a:pt x="10633" y="7560"/>
                  </a:lnTo>
                  <a:lnTo>
                    <a:pt x="10513" y="7468"/>
                  </a:lnTo>
                  <a:lnTo>
                    <a:pt x="10422" y="7371"/>
                  </a:lnTo>
                  <a:lnTo>
                    <a:pt x="10332" y="7274"/>
                  </a:lnTo>
                  <a:lnTo>
                    <a:pt x="10272" y="7177"/>
                  </a:lnTo>
                  <a:lnTo>
                    <a:pt x="10212" y="7080"/>
                  </a:lnTo>
                  <a:lnTo>
                    <a:pt x="10182" y="6978"/>
                  </a:lnTo>
                  <a:lnTo>
                    <a:pt x="10182" y="6881"/>
                  </a:lnTo>
                  <a:lnTo>
                    <a:pt x="10182" y="5025"/>
                  </a:lnTo>
                  <a:lnTo>
                    <a:pt x="10182" y="4984"/>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64"/>
            <p:cNvSpPr/>
            <p:nvPr/>
          </p:nvSpPr>
          <p:spPr>
            <a:xfrm flipH="1">
              <a:off x="5719429" y="3454475"/>
              <a:ext cx="89782" cy="220750"/>
            </a:xfrm>
            <a:custGeom>
              <a:avLst/>
              <a:gdLst/>
              <a:ahLst/>
              <a:cxnLst/>
              <a:rect l="l" t="t" r="r" b="b"/>
              <a:pathLst>
                <a:path w="21175" h="8830" fill="none" extrusionOk="0">
                  <a:moveTo>
                    <a:pt x="15709" y="1"/>
                  </a:moveTo>
                  <a:lnTo>
                    <a:pt x="15709" y="1"/>
                  </a:lnTo>
                  <a:lnTo>
                    <a:pt x="16369" y="57"/>
                  </a:lnTo>
                  <a:lnTo>
                    <a:pt x="17030" y="118"/>
                  </a:lnTo>
                  <a:lnTo>
                    <a:pt x="17030" y="118"/>
                  </a:lnTo>
                  <a:lnTo>
                    <a:pt x="17601" y="179"/>
                  </a:lnTo>
                  <a:lnTo>
                    <a:pt x="18141" y="246"/>
                  </a:lnTo>
                  <a:lnTo>
                    <a:pt x="18622" y="322"/>
                  </a:lnTo>
                  <a:lnTo>
                    <a:pt x="19072" y="404"/>
                  </a:lnTo>
                  <a:lnTo>
                    <a:pt x="19463" y="490"/>
                  </a:lnTo>
                  <a:lnTo>
                    <a:pt x="19823" y="582"/>
                  </a:lnTo>
                  <a:lnTo>
                    <a:pt x="20124" y="679"/>
                  </a:lnTo>
                  <a:lnTo>
                    <a:pt x="20394" y="781"/>
                  </a:lnTo>
                  <a:lnTo>
                    <a:pt x="20634" y="888"/>
                  </a:lnTo>
                  <a:lnTo>
                    <a:pt x="20814" y="1000"/>
                  </a:lnTo>
                  <a:lnTo>
                    <a:pt x="20965" y="1113"/>
                  </a:lnTo>
                  <a:lnTo>
                    <a:pt x="21085" y="1225"/>
                  </a:lnTo>
                  <a:lnTo>
                    <a:pt x="21145" y="1342"/>
                  </a:lnTo>
                  <a:lnTo>
                    <a:pt x="21175" y="1459"/>
                  </a:lnTo>
                  <a:lnTo>
                    <a:pt x="21175" y="1577"/>
                  </a:lnTo>
                  <a:lnTo>
                    <a:pt x="21115" y="1694"/>
                  </a:lnTo>
                  <a:lnTo>
                    <a:pt x="21115" y="3046"/>
                  </a:lnTo>
                  <a:lnTo>
                    <a:pt x="21115" y="3046"/>
                  </a:lnTo>
                  <a:lnTo>
                    <a:pt x="20514" y="3041"/>
                  </a:lnTo>
                  <a:lnTo>
                    <a:pt x="19943" y="3036"/>
                  </a:lnTo>
                  <a:lnTo>
                    <a:pt x="19943" y="3036"/>
                  </a:lnTo>
                  <a:lnTo>
                    <a:pt x="19403" y="3041"/>
                  </a:lnTo>
                  <a:lnTo>
                    <a:pt x="18862" y="3046"/>
                  </a:lnTo>
                  <a:lnTo>
                    <a:pt x="18322" y="3056"/>
                  </a:lnTo>
                  <a:lnTo>
                    <a:pt x="17811" y="3076"/>
                  </a:lnTo>
                  <a:lnTo>
                    <a:pt x="17300" y="3097"/>
                  </a:lnTo>
                  <a:lnTo>
                    <a:pt x="16790" y="3122"/>
                  </a:lnTo>
                  <a:lnTo>
                    <a:pt x="16309" y="3148"/>
                  </a:lnTo>
                  <a:lnTo>
                    <a:pt x="15829" y="3184"/>
                  </a:lnTo>
                  <a:lnTo>
                    <a:pt x="15348" y="3219"/>
                  </a:lnTo>
                  <a:lnTo>
                    <a:pt x="14898" y="3260"/>
                  </a:lnTo>
                  <a:lnTo>
                    <a:pt x="14477" y="3311"/>
                  </a:lnTo>
                  <a:lnTo>
                    <a:pt x="14057" y="3357"/>
                  </a:lnTo>
                  <a:lnTo>
                    <a:pt x="13636" y="3413"/>
                  </a:lnTo>
                  <a:lnTo>
                    <a:pt x="13246" y="3469"/>
                  </a:lnTo>
                  <a:lnTo>
                    <a:pt x="12855" y="3530"/>
                  </a:lnTo>
                  <a:lnTo>
                    <a:pt x="12495" y="3597"/>
                  </a:lnTo>
                  <a:lnTo>
                    <a:pt x="12495" y="3597"/>
                  </a:lnTo>
                  <a:lnTo>
                    <a:pt x="12225" y="3648"/>
                  </a:lnTo>
                  <a:lnTo>
                    <a:pt x="11984" y="3709"/>
                  </a:lnTo>
                  <a:lnTo>
                    <a:pt x="11744" y="3775"/>
                  </a:lnTo>
                  <a:lnTo>
                    <a:pt x="11534" y="3852"/>
                  </a:lnTo>
                  <a:lnTo>
                    <a:pt x="11324" y="3928"/>
                  </a:lnTo>
                  <a:lnTo>
                    <a:pt x="11143" y="4010"/>
                  </a:lnTo>
                  <a:lnTo>
                    <a:pt x="10963" y="4102"/>
                  </a:lnTo>
                  <a:lnTo>
                    <a:pt x="10813" y="4193"/>
                  </a:lnTo>
                  <a:lnTo>
                    <a:pt x="10663" y="4290"/>
                  </a:lnTo>
                  <a:lnTo>
                    <a:pt x="10543" y="4387"/>
                  </a:lnTo>
                  <a:lnTo>
                    <a:pt x="10422" y="4489"/>
                  </a:lnTo>
                  <a:lnTo>
                    <a:pt x="10332" y="4596"/>
                  </a:lnTo>
                  <a:lnTo>
                    <a:pt x="10272" y="4704"/>
                  </a:lnTo>
                  <a:lnTo>
                    <a:pt x="10212" y="4811"/>
                  </a:lnTo>
                  <a:lnTo>
                    <a:pt x="10182" y="4918"/>
                  </a:lnTo>
                  <a:lnTo>
                    <a:pt x="10182" y="5025"/>
                  </a:lnTo>
                  <a:lnTo>
                    <a:pt x="10182" y="6881"/>
                  </a:lnTo>
                  <a:lnTo>
                    <a:pt x="10182" y="6881"/>
                  </a:lnTo>
                  <a:lnTo>
                    <a:pt x="10182" y="6978"/>
                  </a:lnTo>
                  <a:lnTo>
                    <a:pt x="10212" y="7080"/>
                  </a:lnTo>
                  <a:lnTo>
                    <a:pt x="10272" y="7177"/>
                  </a:lnTo>
                  <a:lnTo>
                    <a:pt x="10332" y="7274"/>
                  </a:lnTo>
                  <a:lnTo>
                    <a:pt x="10422" y="7371"/>
                  </a:lnTo>
                  <a:lnTo>
                    <a:pt x="10513" y="7468"/>
                  </a:lnTo>
                  <a:lnTo>
                    <a:pt x="10633" y="7560"/>
                  </a:lnTo>
                  <a:lnTo>
                    <a:pt x="10783" y="7652"/>
                  </a:lnTo>
                  <a:lnTo>
                    <a:pt x="10963" y="7738"/>
                  </a:lnTo>
                  <a:lnTo>
                    <a:pt x="11173" y="7825"/>
                  </a:lnTo>
                  <a:lnTo>
                    <a:pt x="11384" y="7907"/>
                  </a:lnTo>
                  <a:lnTo>
                    <a:pt x="11654" y="7983"/>
                  </a:lnTo>
                  <a:lnTo>
                    <a:pt x="11924" y="8060"/>
                  </a:lnTo>
                  <a:lnTo>
                    <a:pt x="12225" y="8126"/>
                  </a:lnTo>
                  <a:lnTo>
                    <a:pt x="12555" y="8192"/>
                  </a:lnTo>
                  <a:lnTo>
                    <a:pt x="12945" y="8248"/>
                  </a:lnTo>
                  <a:lnTo>
                    <a:pt x="12945" y="8248"/>
                  </a:lnTo>
                  <a:lnTo>
                    <a:pt x="13336" y="8310"/>
                  </a:lnTo>
                  <a:lnTo>
                    <a:pt x="13786" y="8361"/>
                  </a:lnTo>
                  <a:lnTo>
                    <a:pt x="14237" y="8417"/>
                  </a:lnTo>
                  <a:lnTo>
                    <a:pt x="14687" y="8468"/>
                  </a:lnTo>
                  <a:lnTo>
                    <a:pt x="15168" y="8514"/>
                  </a:lnTo>
                  <a:lnTo>
                    <a:pt x="15679" y="8554"/>
                  </a:lnTo>
                  <a:lnTo>
                    <a:pt x="16189" y="8595"/>
                  </a:lnTo>
                  <a:lnTo>
                    <a:pt x="16700" y="8636"/>
                  </a:lnTo>
                  <a:lnTo>
                    <a:pt x="17240" y="8667"/>
                  </a:lnTo>
                  <a:lnTo>
                    <a:pt x="17781" y="8697"/>
                  </a:lnTo>
                  <a:lnTo>
                    <a:pt x="18322" y="8728"/>
                  </a:lnTo>
                  <a:lnTo>
                    <a:pt x="18862" y="8748"/>
                  </a:lnTo>
                  <a:lnTo>
                    <a:pt x="19433" y="8769"/>
                  </a:lnTo>
                  <a:lnTo>
                    <a:pt x="19974" y="8784"/>
                  </a:lnTo>
                  <a:lnTo>
                    <a:pt x="20544" y="8794"/>
                  </a:lnTo>
                  <a:lnTo>
                    <a:pt x="21115" y="8799"/>
                  </a:lnTo>
                  <a:lnTo>
                    <a:pt x="21115" y="8830"/>
                  </a:lnTo>
                  <a:lnTo>
                    <a:pt x="21115" y="8830"/>
                  </a:lnTo>
                  <a:lnTo>
                    <a:pt x="20814" y="8830"/>
                  </a:lnTo>
                  <a:lnTo>
                    <a:pt x="20814" y="8830"/>
                  </a:lnTo>
                  <a:lnTo>
                    <a:pt x="20724" y="8830"/>
                  </a:lnTo>
                  <a:lnTo>
                    <a:pt x="20724" y="8830"/>
                  </a:lnTo>
                  <a:lnTo>
                    <a:pt x="12555" y="8830"/>
                  </a:lnTo>
                  <a:lnTo>
                    <a:pt x="12555" y="8830"/>
                  </a:lnTo>
                  <a:lnTo>
                    <a:pt x="12555" y="8743"/>
                  </a:lnTo>
                  <a:lnTo>
                    <a:pt x="12495" y="8662"/>
                  </a:lnTo>
                  <a:lnTo>
                    <a:pt x="12435" y="8575"/>
                  </a:lnTo>
                  <a:lnTo>
                    <a:pt x="12345" y="8483"/>
                  </a:lnTo>
                  <a:lnTo>
                    <a:pt x="12255" y="8396"/>
                  </a:lnTo>
                  <a:lnTo>
                    <a:pt x="12104" y="8310"/>
                  </a:lnTo>
                  <a:lnTo>
                    <a:pt x="11954" y="8223"/>
                  </a:lnTo>
                  <a:lnTo>
                    <a:pt x="11774" y="8136"/>
                  </a:lnTo>
                  <a:lnTo>
                    <a:pt x="11564" y="8050"/>
                  </a:lnTo>
                  <a:lnTo>
                    <a:pt x="11354" y="7963"/>
                  </a:lnTo>
                  <a:lnTo>
                    <a:pt x="11113" y="7881"/>
                  </a:lnTo>
                  <a:lnTo>
                    <a:pt x="10843" y="7794"/>
                  </a:lnTo>
                  <a:lnTo>
                    <a:pt x="10543" y="7713"/>
                  </a:lnTo>
                  <a:lnTo>
                    <a:pt x="10242" y="7636"/>
                  </a:lnTo>
                  <a:lnTo>
                    <a:pt x="9912" y="7560"/>
                  </a:lnTo>
                  <a:lnTo>
                    <a:pt x="9582" y="7483"/>
                  </a:lnTo>
                  <a:lnTo>
                    <a:pt x="9191" y="7412"/>
                  </a:lnTo>
                  <a:lnTo>
                    <a:pt x="8801" y="7341"/>
                  </a:lnTo>
                  <a:lnTo>
                    <a:pt x="8410" y="7274"/>
                  </a:lnTo>
                  <a:lnTo>
                    <a:pt x="7960" y="7213"/>
                  </a:lnTo>
                  <a:lnTo>
                    <a:pt x="7509" y="7152"/>
                  </a:lnTo>
                  <a:lnTo>
                    <a:pt x="7059" y="7101"/>
                  </a:lnTo>
                  <a:lnTo>
                    <a:pt x="6578" y="7045"/>
                  </a:lnTo>
                  <a:lnTo>
                    <a:pt x="6067" y="6999"/>
                  </a:lnTo>
                  <a:lnTo>
                    <a:pt x="5527" y="6958"/>
                  </a:lnTo>
                  <a:lnTo>
                    <a:pt x="4986" y="6922"/>
                  </a:lnTo>
                  <a:lnTo>
                    <a:pt x="4416" y="6887"/>
                  </a:lnTo>
                  <a:lnTo>
                    <a:pt x="3845" y="6861"/>
                  </a:lnTo>
                  <a:lnTo>
                    <a:pt x="3244" y="6841"/>
                  </a:lnTo>
                  <a:lnTo>
                    <a:pt x="2613" y="6825"/>
                  </a:lnTo>
                  <a:lnTo>
                    <a:pt x="1983" y="6815"/>
                  </a:lnTo>
                  <a:lnTo>
                    <a:pt x="1322" y="6810"/>
                  </a:lnTo>
                  <a:lnTo>
                    <a:pt x="1322" y="6810"/>
                  </a:lnTo>
                  <a:lnTo>
                    <a:pt x="661" y="6815"/>
                  </a:lnTo>
                  <a:lnTo>
                    <a:pt x="0" y="6825"/>
                  </a:lnTo>
                  <a:lnTo>
                    <a:pt x="0" y="6779"/>
                  </a:lnTo>
                  <a:lnTo>
                    <a:pt x="0" y="6779"/>
                  </a:lnTo>
                  <a:lnTo>
                    <a:pt x="241" y="6779"/>
                  </a:lnTo>
                  <a:lnTo>
                    <a:pt x="241" y="6779"/>
                  </a:lnTo>
                  <a:lnTo>
                    <a:pt x="811" y="6779"/>
                  </a:lnTo>
                  <a:lnTo>
                    <a:pt x="1352" y="6769"/>
                  </a:lnTo>
                  <a:lnTo>
                    <a:pt x="1893" y="6759"/>
                  </a:lnTo>
                  <a:lnTo>
                    <a:pt x="2433" y="6744"/>
                  </a:lnTo>
                  <a:lnTo>
                    <a:pt x="2974" y="6723"/>
                  </a:lnTo>
                  <a:lnTo>
                    <a:pt x="3484" y="6698"/>
                  </a:lnTo>
                  <a:lnTo>
                    <a:pt x="3965" y="6672"/>
                  </a:lnTo>
                  <a:lnTo>
                    <a:pt x="4446" y="6642"/>
                  </a:lnTo>
                  <a:lnTo>
                    <a:pt x="4926" y="6606"/>
                  </a:lnTo>
                  <a:lnTo>
                    <a:pt x="5407" y="6565"/>
                  </a:lnTo>
                  <a:lnTo>
                    <a:pt x="5857" y="6519"/>
                  </a:lnTo>
                  <a:lnTo>
                    <a:pt x="6278" y="6473"/>
                  </a:lnTo>
                  <a:lnTo>
                    <a:pt x="6698" y="6422"/>
                  </a:lnTo>
                  <a:lnTo>
                    <a:pt x="7119" y="6366"/>
                  </a:lnTo>
                  <a:lnTo>
                    <a:pt x="7509" y="6305"/>
                  </a:lnTo>
                  <a:lnTo>
                    <a:pt x="7900" y="6244"/>
                  </a:lnTo>
                  <a:lnTo>
                    <a:pt x="7900" y="6244"/>
                  </a:lnTo>
                  <a:lnTo>
                    <a:pt x="8170" y="6193"/>
                  </a:lnTo>
                  <a:lnTo>
                    <a:pt x="8410" y="6137"/>
                  </a:lnTo>
                  <a:lnTo>
                    <a:pt x="8650" y="6076"/>
                  </a:lnTo>
                  <a:lnTo>
                    <a:pt x="8861" y="6004"/>
                  </a:lnTo>
                  <a:lnTo>
                    <a:pt x="9071" y="5928"/>
                  </a:lnTo>
                  <a:lnTo>
                    <a:pt x="9251" y="5851"/>
                  </a:lnTo>
                  <a:lnTo>
                    <a:pt x="9431" y="5764"/>
                  </a:lnTo>
                  <a:lnTo>
                    <a:pt x="9582" y="5678"/>
                  </a:lnTo>
                  <a:lnTo>
                    <a:pt x="9732" y="5586"/>
                  </a:lnTo>
                  <a:lnTo>
                    <a:pt x="9852" y="5489"/>
                  </a:lnTo>
                  <a:lnTo>
                    <a:pt x="9942" y="5392"/>
                  </a:lnTo>
                  <a:lnTo>
                    <a:pt x="10032" y="5290"/>
                  </a:lnTo>
                  <a:lnTo>
                    <a:pt x="10092" y="5193"/>
                  </a:lnTo>
                  <a:lnTo>
                    <a:pt x="10152" y="5086"/>
                  </a:lnTo>
                  <a:lnTo>
                    <a:pt x="10182" y="4984"/>
                  </a:lnTo>
                  <a:lnTo>
                    <a:pt x="10182" y="4882"/>
                  </a:lnTo>
                  <a:lnTo>
                    <a:pt x="10182" y="230"/>
                  </a:lnTo>
                  <a:lnTo>
                    <a:pt x="10182" y="230"/>
                  </a:lnTo>
                  <a:lnTo>
                    <a:pt x="10182" y="179"/>
                  </a:lnTo>
                  <a:lnTo>
                    <a:pt x="10182" y="179"/>
                  </a:lnTo>
                  <a:lnTo>
                    <a:pt x="10513" y="179"/>
                  </a:lnTo>
                  <a:lnTo>
                    <a:pt x="10513" y="179"/>
                  </a:lnTo>
                  <a:lnTo>
                    <a:pt x="11113" y="174"/>
                  </a:lnTo>
                  <a:lnTo>
                    <a:pt x="11714" y="169"/>
                  </a:lnTo>
                  <a:lnTo>
                    <a:pt x="12375" y="159"/>
                  </a:lnTo>
                  <a:lnTo>
                    <a:pt x="13036" y="138"/>
                  </a:lnTo>
                  <a:lnTo>
                    <a:pt x="13696" y="113"/>
                  </a:lnTo>
                  <a:lnTo>
                    <a:pt x="14357" y="87"/>
                  </a:lnTo>
                  <a:lnTo>
                    <a:pt x="15048" y="47"/>
                  </a:lnTo>
                  <a:lnTo>
                    <a:pt x="1570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64"/>
            <p:cNvSpPr/>
            <p:nvPr/>
          </p:nvSpPr>
          <p:spPr>
            <a:xfrm flipH="1">
              <a:off x="5788961" y="3414300"/>
              <a:ext cx="68133" cy="209675"/>
            </a:xfrm>
            <a:custGeom>
              <a:avLst/>
              <a:gdLst/>
              <a:ahLst/>
              <a:cxnLst/>
              <a:rect l="l" t="t" r="r" b="b"/>
              <a:pathLst>
                <a:path w="16069" h="8387" extrusionOk="0">
                  <a:moveTo>
                    <a:pt x="9792" y="1"/>
                  </a:moveTo>
                  <a:lnTo>
                    <a:pt x="8891" y="11"/>
                  </a:lnTo>
                  <a:lnTo>
                    <a:pt x="7960" y="26"/>
                  </a:lnTo>
                  <a:lnTo>
                    <a:pt x="7509" y="42"/>
                  </a:lnTo>
                  <a:lnTo>
                    <a:pt x="7089" y="57"/>
                  </a:lnTo>
                  <a:lnTo>
                    <a:pt x="6638" y="77"/>
                  </a:lnTo>
                  <a:lnTo>
                    <a:pt x="6218" y="98"/>
                  </a:lnTo>
                  <a:lnTo>
                    <a:pt x="5767" y="123"/>
                  </a:lnTo>
                  <a:lnTo>
                    <a:pt x="5347" y="154"/>
                  </a:lnTo>
                  <a:lnTo>
                    <a:pt x="4956" y="185"/>
                  </a:lnTo>
                  <a:lnTo>
                    <a:pt x="4536" y="220"/>
                  </a:lnTo>
                  <a:lnTo>
                    <a:pt x="4145" y="261"/>
                  </a:lnTo>
                  <a:lnTo>
                    <a:pt x="3755" y="307"/>
                  </a:lnTo>
                  <a:lnTo>
                    <a:pt x="3364" y="353"/>
                  </a:lnTo>
                  <a:lnTo>
                    <a:pt x="3004" y="404"/>
                  </a:lnTo>
                  <a:lnTo>
                    <a:pt x="2643" y="460"/>
                  </a:lnTo>
                  <a:lnTo>
                    <a:pt x="2313" y="526"/>
                  </a:lnTo>
                  <a:lnTo>
                    <a:pt x="1983" y="603"/>
                  </a:lnTo>
                  <a:lnTo>
                    <a:pt x="1712" y="684"/>
                  </a:lnTo>
                  <a:lnTo>
                    <a:pt x="1442" y="771"/>
                  </a:lnTo>
                  <a:lnTo>
                    <a:pt x="1172" y="868"/>
                  </a:lnTo>
                  <a:lnTo>
                    <a:pt x="962" y="965"/>
                  </a:lnTo>
                  <a:lnTo>
                    <a:pt x="751" y="1072"/>
                  </a:lnTo>
                  <a:lnTo>
                    <a:pt x="571" y="1179"/>
                  </a:lnTo>
                  <a:lnTo>
                    <a:pt x="421" y="1291"/>
                  </a:lnTo>
                  <a:lnTo>
                    <a:pt x="301" y="1409"/>
                  </a:lnTo>
                  <a:lnTo>
                    <a:pt x="181" y="1526"/>
                  </a:lnTo>
                  <a:lnTo>
                    <a:pt x="91" y="1643"/>
                  </a:lnTo>
                  <a:lnTo>
                    <a:pt x="30" y="1766"/>
                  </a:lnTo>
                  <a:lnTo>
                    <a:pt x="0" y="1883"/>
                  </a:lnTo>
                  <a:lnTo>
                    <a:pt x="0" y="2006"/>
                  </a:lnTo>
                  <a:lnTo>
                    <a:pt x="0" y="6540"/>
                  </a:lnTo>
                  <a:lnTo>
                    <a:pt x="0" y="6652"/>
                  </a:lnTo>
                  <a:lnTo>
                    <a:pt x="30" y="6764"/>
                  </a:lnTo>
                  <a:lnTo>
                    <a:pt x="91" y="6877"/>
                  </a:lnTo>
                  <a:lnTo>
                    <a:pt x="151" y="6989"/>
                  </a:lnTo>
                  <a:lnTo>
                    <a:pt x="271" y="7096"/>
                  </a:lnTo>
                  <a:lnTo>
                    <a:pt x="391" y="7203"/>
                  </a:lnTo>
                  <a:lnTo>
                    <a:pt x="571" y="7310"/>
                  </a:lnTo>
                  <a:lnTo>
                    <a:pt x="781" y="7412"/>
                  </a:lnTo>
                  <a:lnTo>
                    <a:pt x="1022" y="7509"/>
                  </a:lnTo>
                  <a:lnTo>
                    <a:pt x="1322" y="7601"/>
                  </a:lnTo>
                  <a:lnTo>
                    <a:pt x="1652" y="7693"/>
                  </a:lnTo>
                  <a:lnTo>
                    <a:pt x="2013" y="7774"/>
                  </a:lnTo>
                  <a:lnTo>
                    <a:pt x="2433" y="7851"/>
                  </a:lnTo>
                  <a:lnTo>
                    <a:pt x="2914" y="7922"/>
                  </a:lnTo>
                  <a:lnTo>
                    <a:pt x="3454" y="7989"/>
                  </a:lnTo>
                  <a:lnTo>
                    <a:pt x="4025" y="8045"/>
                  </a:lnTo>
                  <a:lnTo>
                    <a:pt x="4986" y="8126"/>
                  </a:lnTo>
                  <a:lnTo>
                    <a:pt x="5947" y="8193"/>
                  </a:lnTo>
                  <a:lnTo>
                    <a:pt x="6878" y="8249"/>
                  </a:lnTo>
                  <a:lnTo>
                    <a:pt x="7809" y="8300"/>
                  </a:lnTo>
                  <a:lnTo>
                    <a:pt x="8710" y="8335"/>
                  </a:lnTo>
                  <a:lnTo>
                    <a:pt x="9581" y="8361"/>
                  </a:lnTo>
                  <a:lnTo>
                    <a:pt x="10452" y="8376"/>
                  </a:lnTo>
                  <a:lnTo>
                    <a:pt x="11293" y="8386"/>
                  </a:lnTo>
                  <a:lnTo>
                    <a:pt x="11293" y="3357"/>
                  </a:lnTo>
                  <a:lnTo>
                    <a:pt x="11323" y="3245"/>
                  </a:lnTo>
                  <a:lnTo>
                    <a:pt x="11354" y="3138"/>
                  </a:lnTo>
                  <a:lnTo>
                    <a:pt x="11384" y="3031"/>
                  </a:lnTo>
                  <a:lnTo>
                    <a:pt x="11474" y="2924"/>
                  </a:lnTo>
                  <a:lnTo>
                    <a:pt x="11564" y="2822"/>
                  </a:lnTo>
                  <a:lnTo>
                    <a:pt x="11654" y="2720"/>
                  </a:lnTo>
                  <a:lnTo>
                    <a:pt x="11774" y="2618"/>
                  </a:lnTo>
                  <a:lnTo>
                    <a:pt x="11924" y="2521"/>
                  </a:lnTo>
                  <a:lnTo>
                    <a:pt x="12074" y="2429"/>
                  </a:lnTo>
                  <a:lnTo>
                    <a:pt x="12255" y="2342"/>
                  </a:lnTo>
                  <a:lnTo>
                    <a:pt x="12435" y="2261"/>
                  </a:lnTo>
                  <a:lnTo>
                    <a:pt x="12645" y="2179"/>
                  </a:lnTo>
                  <a:lnTo>
                    <a:pt x="12855" y="2108"/>
                  </a:lnTo>
                  <a:lnTo>
                    <a:pt x="13096" y="2041"/>
                  </a:lnTo>
                  <a:lnTo>
                    <a:pt x="13336" y="1980"/>
                  </a:lnTo>
                  <a:lnTo>
                    <a:pt x="13606" y="1929"/>
                  </a:lnTo>
                  <a:lnTo>
                    <a:pt x="14177" y="1827"/>
                  </a:lnTo>
                  <a:lnTo>
                    <a:pt x="14777" y="1740"/>
                  </a:lnTo>
                  <a:lnTo>
                    <a:pt x="15408" y="1659"/>
                  </a:lnTo>
                  <a:lnTo>
                    <a:pt x="16069" y="1587"/>
                  </a:lnTo>
                  <a:lnTo>
                    <a:pt x="15588" y="1546"/>
                  </a:lnTo>
                  <a:lnTo>
                    <a:pt x="15138" y="1501"/>
                  </a:lnTo>
                  <a:lnTo>
                    <a:pt x="14687" y="1450"/>
                  </a:lnTo>
                  <a:lnTo>
                    <a:pt x="14267" y="1393"/>
                  </a:lnTo>
                  <a:lnTo>
                    <a:pt x="13846" y="1327"/>
                  </a:lnTo>
                  <a:lnTo>
                    <a:pt x="13486" y="1256"/>
                  </a:lnTo>
                  <a:lnTo>
                    <a:pt x="13096" y="1174"/>
                  </a:lnTo>
                  <a:lnTo>
                    <a:pt x="12765" y="1087"/>
                  </a:lnTo>
                  <a:lnTo>
                    <a:pt x="12465" y="991"/>
                  </a:lnTo>
                  <a:lnTo>
                    <a:pt x="12164" y="883"/>
                  </a:lnTo>
                  <a:lnTo>
                    <a:pt x="11924" y="771"/>
                  </a:lnTo>
                  <a:lnTo>
                    <a:pt x="11714" y="649"/>
                  </a:lnTo>
                  <a:lnTo>
                    <a:pt x="11534" y="511"/>
                  </a:lnTo>
                  <a:lnTo>
                    <a:pt x="11384" y="368"/>
                  </a:lnTo>
                  <a:lnTo>
                    <a:pt x="11293" y="210"/>
                  </a:lnTo>
                  <a:lnTo>
                    <a:pt x="11233" y="47"/>
                  </a:lnTo>
                  <a:lnTo>
                    <a:pt x="11233" y="16"/>
                  </a:lnTo>
                  <a:lnTo>
                    <a:pt x="10513" y="6"/>
                  </a:lnTo>
                  <a:lnTo>
                    <a:pt x="9792" y="1"/>
                  </a:lnTo>
                  <a:close/>
                </a:path>
              </a:pathLst>
            </a:custGeom>
            <a:solidFill>
              <a:srgbClr val="00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64"/>
            <p:cNvSpPr/>
            <p:nvPr/>
          </p:nvSpPr>
          <p:spPr>
            <a:xfrm flipH="1">
              <a:off x="5788961" y="3414300"/>
              <a:ext cx="68133" cy="209675"/>
            </a:xfrm>
            <a:custGeom>
              <a:avLst/>
              <a:gdLst/>
              <a:ahLst/>
              <a:cxnLst/>
              <a:rect l="l" t="t" r="r" b="b"/>
              <a:pathLst>
                <a:path w="16069" h="8387" fill="none" extrusionOk="0">
                  <a:moveTo>
                    <a:pt x="9792" y="1"/>
                  </a:moveTo>
                  <a:lnTo>
                    <a:pt x="9792" y="1"/>
                  </a:lnTo>
                  <a:lnTo>
                    <a:pt x="10513" y="6"/>
                  </a:lnTo>
                  <a:lnTo>
                    <a:pt x="11233" y="16"/>
                  </a:lnTo>
                  <a:lnTo>
                    <a:pt x="11233" y="16"/>
                  </a:lnTo>
                  <a:lnTo>
                    <a:pt x="11233" y="47"/>
                  </a:lnTo>
                  <a:lnTo>
                    <a:pt x="11233" y="47"/>
                  </a:lnTo>
                  <a:lnTo>
                    <a:pt x="11293" y="210"/>
                  </a:lnTo>
                  <a:lnTo>
                    <a:pt x="11384" y="368"/>
                  </a:lnTo>
                  <a:lnTo>
                    <a:pt x="11534" y="511"/>
                  </a:lnTo>
                  <a:lnTo>
                    <a:pt x="11714" y="649"/>
                  </a:lnTo>
                  <a:lnTo>
                    <a:pt x="11924" y="771"/>
                  </a:lnTo>
                  <a:lnTo>
                    <a:pt x="12164" y="883"/>
                  </a:lnTo>
                  <a:lnTo>
                    <a:pt x="12465" y="991"/>
                  </a:lnTo>
                  <a:lnTo>
                    <a:pt x="12765" y="1087"/>
                  </a:lnTo>
                  <a:lnTo>
                    <a:pt x="13096" y="1174"/>
                  </a:lnTo>
                  <a:lnTo>
                    <a:pt x="13486" y="1256"/>
                  </a:lnTo>
                  <a:lnTo>
                    <a:pt x="13846" y="1327"/>
                  </a:lnTo>
                  <a:lnTo>
                    <a:pt x="14267" y="1393"/>
                  </a:lnTo>
                  <a:lnTo>
                    <a:pt x="14687" y="1450"/>
                  </a:lnTo>
                  <a:lnTo>
                    <a:pt x="15138" y="1501"/>
                  </a:lnTo>
                  <a:lnTo>
                    <a:pt x="15588" y="1546"/>
                  </a:lnTo>
                  <a:lnTo>
                    <a:pt x="16069" y="1587"/>
                  </a:lnTo>
                  <a:lnTo>
                    <a:pt x="16069" y="1587"/>
                  </a:lnTo>
                  <a:lnTo>
                    <a:pt x="15408" y="1659"/>
                  </a:lnTo>
                  <a:lnTo>
                    <a:pt x="14777" y="1740"/>
                  </a:lnTo>
                  <a:lnTo>
                    <a:pt x="14177" y="1827"/>
                  </a:lnTo>
                  <a:lnTo>
                    <a:pt x="13606" y="1929"/>
                  </a:lnTo>
                  <a:lnTo>
                    <a:pt x="13606" y="1929"/>
                  </a:lnTo>
                  <a:lnTo>
                    <a:pt x="13336" y="1980"/>
                  </a:lnTo>
                  <a:lnTo>
                    <a:pt x="13096" y="2041"/>
                  </a:lnTo>
                  <a:lnTo>
                    <a:pt x="12855" y="2108"/>
                  </a:lnTo>
                  <a:lnTo>
                    <a:pt x="12645" y="2179"/>
                  </a:lnTo>
                  <a:lnTo>
                    <a:pt x="12435" y="2261"/>
                  </a:lnTo>
                  <a:lnTo>
                    <a:pt x="12255" y="2342"/>
                  </a:lnTo>
                  <a:lnTo>
                    <a:pt x="12074" y="2429"/>
                  </a:lnTo>
                  <a:lnTo>
                    <a:pt x="11924" y="2521"/>
                  </a:lnTo>
                  <a:lnTo>
                    <a:pt x="11774" y="2618"/>
                  </a:lnTo>
                  <a:lnTo>
                    <a:pt x="11654" y="2720"/>
                  </a:lnTo>
                  <a:lnTo>
                    <a:pt x="11564" y="2822"/>
                  </a:lnTo>
                  <a:lnTo>
                    <a:pt x="11474" y="2924"/>
                  </a:lnTo>
                  <a:lnTo>
                    <a:pt x="11384" y="3031"/>
                  </a:lnTo>
                  <a:lnTo>
                    <a:pt x="11354" y="3138"/>
                  </a:lnTo>
                  <a:lnTo>
                    <a:pt x="11323" y="3245"/>
                  </a:lnTo>
                  <a:lnTo>
                    <a:pt x="11293" y="3357"/>
                  </a:lnTo>
                  <a:lnTo>
                    <a:pt x="11293" y="8386"/>
                  </a:lnTo>
                  <a:lnTo>
                    <a:pt x="11293" y="8386"/>
                  </a:lnTo>
                  <a:lnTo>
                    <a:pt x="10452" y="8376"/>
                  </a:lnTo>
                  <a:lnTo>
                    <a:pt x="9581" y="8361"/>
                  </a:lnTo>
                  <a:lnTo>
                    <a:pt x="8710" y="8335"/>
                  </a:lnTo>
                  <a:lnTo>
                    <a:pt x="7809" y="8300"/>
                  </a:lnTo>
                  <a:lnTo>
                    <a:pt x="6878" y="8249"/>
                  </a:lnTo>
                  <a:lnTo>
                    <a:pt x="5947" y="8193"/>
                  </a:lnTo>
                  <a:lnTo>
                    <a:pt x="4986" y="8126"/>
                  </a:lnTo>
                  <a:lnTo>
                    <a:pt x="4025" y="8045"/>
                  </a:lnTo>
                  <a:lnTo>
                    <a:pt x="4025" y="8045"/>
                  </a:lnTo>
                  <a:lnTo>
                    <a:pt x="3454" y="7989"/>
                  </a:lnTo>
                  <a:lnTo>
                    <a:pt x="2914" y="7922"/>
                  </a:lnTo>
                  <a:lnTo>
                    <a:pt x="2433" y="7851"/>
                  </a:lnTo>
                  <a:lnTo>
                    <a:pt x="2013" y="7774"/>
                  </a:lnTo>
                  <a:lnTo>
                    <a:pt x="1652" y="7693"/>
                  </a:lnTo>
                  <a:lnTo>
                    <a:pt x="1322" y="7601"/>
                  </a:lnTo>
                  <a:lnTo>
                    <a:pt x="1022" y="7509"/>
                  </a:lnTo>
                  <a:lnTo>
                    <a:pt x="781" y="7412"/>
                  </a:lnTo>
                  <a:lnTo>
                    <a:pt x="571" y="7310"/>
                  </a:lnTo>
                  <a:lnTo>
                    <a:pt x="391" y="7203"/>
                  </a:lnTo>
                  <a:lnTo>
                    <a:pt x="271" y="7096"/>
                  </a:lnTo>
                  <a:lnTo>
                    <a:pt x="151" y="6989"/>
                  </a:lnTo>
                  <a:lnTo>
                    <a:pt x="91" y="6877"/>
                  </a:lnTo>
                  <a:lnTo>
                    <a:pt x="30" y="6764"/>
                  </a:lnTo>
                  <a:lnTo>
                    <a:pt x="0" y="6652"/>
                  </a:lnTo>
                  <a:lnTo>
                    <a:pt x="0" y="6540"/>
                  </a:lnTo>
                  <a:lnTo>
                    <a:pt x="0" y="2006"/>
                  </a:lnTo>
                  <a:lnTo>
                    <a:pt x="0" y="2006"/>
                  </a:lnTo>
                  <a:lnTo>
                    <a:pt x="0" y="1883"/>
                  </a:lnTo>
                  <a:lnTo>
                    <a:pt x="30" y="1766"/>
                  </a:lnTo>
                  <a:lnTo>
                    <a:pt x="91" y="1643"/>
                  </a:lnTo>
                  <a:lnTo>
                    <a:pt x="181" y="1526"/>
                  </a:lnTo>
                  <a:lnTo>
                    <a:pt x="301" y="1409"/>
                  </a:lnTo>
                  <a:lnTo>
                    <a:pt x="421" y="1291"/>
                  </a:lnTo>
                  <a:lnTo>
                    <a:pt x="571" y="1179"/>
                  </a:lnTo>
                  <a:lnTo>
                    <a:pt x="751" y="1072"/>
                  </a:lnTo>
                  <a:lnTo>
                    <a:pt x="962" y="965"/>
                  </a:lnTo>
                  <a:lnTo>
                    <a:pt x="1172" y="868"/>
                  </a:lnTo>
                  <a:lnTo>
                    <a:pt x="1442" y="771"/>
                  </a:lnTo>
                  <a:lnTo>
                    <a:pt x="1712" y="684"/>
                  </a:lnTo>
                  <a:lnTo>
                    <a:pt x="1983" y="603"/>
                  </a:lnTo>
                  <a:lnTo>
                    <a:pt x="2313" y="526"/>
                  </a:lnTo>
                  <a:lnTo>
                    <a:pt x="2643" y="460"/>
                  </a:lnTo>
                  <a:lnTo>
                    <a:pt x="3004" y="404"/>
                  </a:lnTo>
                  <a:lnTo>
                    <a:pt x="3004" y="404"/>
                  </a:lnTo>
                  <a:lnTo>
                    <a:pt x="3364" y="353"/>
                  </a:lnTo>
                  <a:lnTo>
                    <a:pt x="3755" y="307"/>
                  </a:lnTo>
                  <a:lnTo>
                    <a:pt x="4145" y="261"/>
                  </a:lnTo>
                  <a:lnTo>
                    <a:pt x="4536" y="220"/>
                  </a:lnTo>
                  <a:lnTo>
                    <a:pt x="4956" y="185"/>
                  </a:lnTo>
                  <a:lnTo>
                    <a:pt x="5347" y="154"/>
                  </a:lnTo>
                  <a:lnTo>
                    <a:pt x="5767" y="123"/>
                  </a:lnTo>
                  <a:lnTo>
                    <a:pt x="6218" y="98"/>
                  </a:lnTo>
                  <a:lnTo>
                    <a:pt x="6638" y="77"/>
                  </a:lnTo>
                  <a:lnTo>
                    <a:pt x="7089" y="57"/>
                  </a:lnTo>
                  <a:lnTo>
                    <a:pt x="7509" y="42"/>
                  </a:lnTo>
                  <a:lnTo>
                    <a:pt x="7960" y="26"/>
                  </a:lnTo>
                  <a:lnTo>
                    <a:pt x="8891" y="11"/>
                  </a:lnTo>
                  <a:lnTo>
                    <a:pt x="979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64"/>
            <p:cNvSpPr/>
            <p:nvPr/>
          </p:nvSpPr>
          <p:spPr>
            <a:xfrm flipH="1">
              <a:off x="5766035" y="3453975"/>
              <a:ext cx="43176" cy="170000"/>
            </a:xfrm>
            <a:custGeom>
              <a:avLst/>
              <a:gdLst/>
              <a:ahLst/>
              <a:cxnLst/>
              <a:rect l="l" t="t" r="r" b="b"/>
              <a:pathLst>
                <a:path w="10183" h="6800" extrusionOk="0">
                  <a:moveTo>
                    <a:pt x="4776" y="0"/>
                  </a:moveTo>
                  <a:lnTo>
                    <a:pt x="4115" y="72"/>
                  </a:lnTo>
                  <a:lnTo>
                    <a:pt x="3484" y="153"/>
                  </a:lnTo>
                  <a:lnTo>
                    <a:pt x="2884" y="240"/>
                  </a:lnTo>
                  <a:lnTo>
                    <a:pt x="2313" y="342"/>
                  </a:lnTo>
                  <a:lnTo>
                    <a:pt x="2043" y="393"/>
                  </a:lnTo>
                  <a:lnTo>
                    <a:pt x="1803" y="454"/>
                  </a:lnTo>
                  <a:lnTo>
                    <a:pt x="1562" y="521"/>
                  </a:lnTo>
                  <a:lnTo>
                    <a:pt x="1352" y="592"/>
                  </a:lnTo>
                  <a:lnTo>
                    <a:pt x="1142" y="674"/>
                  </a:lnTo>
                  <a:lnTo>
                    <a:pt x="962" y="755"/>
                  </a:lnTo>
                  <a:lnTo>
                    <a:pt x="781" y="842"/>
                  </a:lnTo>
                  <a:lnTo>
                    <a:pt x="631" y="934"/>
                  </a:lnTo>
                  <a:lnTo>
                    <a:pt x="481" y="1031"/>
                  </a:lnTo>
                  <a:lnTo>
                    <a:pt x="361" y="1133"/>
                  </a:lnTo>
                  <a:lnTo>
                    <a:pt x="271" y="1235"/>
                  </a:lnTo>
                  <a:lnTo>
                    <a:pt x="181" y="1337"/>
                  </a:lnTo>
                  <a:lnTo>
                    <a:pt x="91" y="1444"/>
                  </a:lnTo>
                  <a:lnTo>
                    <a:pt x="61" y="1551"/>
                  </a:lnTo>
                  <a:lnTo>
                    <a:pt x="30" y="1658"/>
                  </a:lnTo>
                  <a:lnTo>
                    <a:pt x="0" y="1770"/>
                  </a:lnTo>
                  <a:lnTo>
                    <a:pt x="0" y="6799"/>
                  </a:lnTo>
                  <a:lnTo>
                    <a:pt x="811" y="6799"/>
                  </a:lnTo>
                  <a:lnTo>
                    <a:pt x="1352" y="6789"/>
                  </a:lnTo>
                  <a:lnTo>
                    <a:pt x="1893" y="6779"/>
                  </a:lnTo>
                  <a:lnTo>
                    <a:pt x="2433" y="6764"/>
                  </a:lnTo>
                  <a:lnTo>
                    <a:pt x="2974" y="6743"/>
                  </a:lnTo>
                  <a:lnTo>
                    <a:pt x="3484" y="6718"/>
                  </a:lnTo>
                  <a:lnTo>
                    <a:pt x="3965" y="6692"/>
                  </a:lnTo>
                  <a:lnTo>
                    <a:pt x="4446" y="6662"/>
                  </a:lnTo>
                  <a:lnTo>
                    <a:pt x="4926" y="6626"/>
                  </a:lnTo>
                  <a:lnTo>
                    <a:pt x="5407" y="6585"/>
                  </a:lnTo>
                  <a:lnTo>
                    <a:pt x="5857" y="6539"/>
                  </a:lnTo>
                  <a:lnTo>
                    <a:pt x="6278" y="6493"/>
                  </a:lnTo>
                  <a:lnTo>
                    <a:pt x="6698" y="6442"/>
                  </a:lnTo>
                  <a:lnTo>
                    <a:pt x="7119" y="6386"/>
                  </a:lnTo>
                  <a:lnTo>
                    <a:pt x="7509" y="6325"/>
                  </a:lnTo>
                  <a:lnTo>
                    <a:pt x="7900" y="6264"/>
                  </a:lnTo>
                  <a:lnTo>
                    <a:pt x="8170" y="6213"/>
                  </a:lnTo>
                  <a:lnTo>
                    <a:pt x="8410" y="6157"/>
                  </a:lnTo>
                  <a:lnTo>
                    <a:pt x="8650" y="6096"/>
                  </a:lnTo>
                  <a:lnTo>
                    <a:pt x="8861" y="6024"/>
                  </a:lnTo>
                  <a:lnTo>
                    <a:pt x="9071" y="5948"/>
                  </a:lnTo>
                  <a:lnTo>
                    <a:pt x="9251" y="5871"/>
                  </a:lnTo>
                  <a:lnTo>
                    <a:pt x="9431" y="5784"/>
                  </a:lnTo>
                  <a:lnTo>
                    <a:pt x="9582" y="5698"/>
                  </a:lnTo>
                  <a:lnTo>
                    <a:pt x="9732" y="5606"/>
                  </a:lnTo>
                  <a:lnTo>
                    <a:pt x="9852" y="5509"/>
                  </a:lnTo>
                  <a:lnTo>
                    <a:pt x="9942" y="5412"/>
                  </a:lnTo>
                  <a:lnTo>
                    <a:pt x="10032" y="5310"/>
                  </a:lnTo>
                  <a:lnTo>
                    <a:pt x="10092" y="5213"/>
                  </a:lnTo>
                  <a:lnTo>
                    <a:pt x="10152" y="5106"/>
                  </a:lnTo>
                  <a:lnTo>
                    <a:pt x="10182" y="5004"/>
                  </a:lnTo>
                  <a:lnTo>
                    <a:pt x="10182" y="4902"/>
                  </a:lnTo>
                  <a:lnTo>
                    <a:pt x="10182" y="250"/>
                  </a:lnTo>
                  <a:lnTo>
                    <a:pt x="10182" y="199"/>
                  </a:lnTo>
                  <a:lnTo>
                    <a:pt x="9672" y="194"/>
                  </a:lnTo>
                  <a:lnTo>
                    <a:pt x="9191" y="184"/>
                  </a:lnTo>
                  <a:lnTo>
                    <a:pt x="8110" y="164"/>
                  </a:lnTo>
                  <a:lnTo>
                    <a:pt x="7539" y="148"/>
                  </a:lnTo>
                  <a:lnTo>
                    <a:pt x="6999" y="128"/>
                  </a:lnTo>
                  <a:lnTo>
                    <a:pt x="6428" y="102"/>
                  </a:lnTo>
                  <a:lnTo>
                    <a:pt x="5857" y="77"/>
                  </a:lnTo>
                  <a:lnTo>
                    <a:pt x="5317" y="41"/>
                  </a:lnTo>
                  <a:lnTo>
                    <a:pt x="4776" y="0"/>
                  </a:lnTo>
                  <a:close/>
                </a:path>
              </a:pathLst>
            </a:custGeom>
            <a:solidFill>
              <a:srgbClr val="008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64"/>
            <p:cNvSpPr/>
            <p:nvPr/>
          </p:nvSpPr>
          <p:spPr>
            <a:xfrm flipH="1">
              <a:off x="5766035" y="3453975"/>
              <a:ext cx="43176" cy="170000"/>
            </a:xfrm>
            <a:custGeom>
              <a:avLst/>
              <a:gdLst/>
              <a:ahLst/>
              <a:cxnLst/>
              <a:rect l="l" t="t" r="r" b="b"/>
              <a:pathLst>
                <a:path w="10183" h="6800" fill="none" extrusionOk="0">
                  <a:moveTo>
                    <a:pt x="4776" y="0"/>
                  </a:moveTo>
                  <a:lnTo>
                    <a:pt x="4776" y="0"/>
                  </a:lnTo>
                  <a:lnTo>
                    <a:pt x="5317" y="41"/>
                  </a:lnTo>
                  <a:lnTo>
                    <a:pt x="5857" y="77"/>
                  </a:lnTo>
                  <a:lnTo>
                    <a:pt x="6428" y="102"/>
                  </a:lnTo>
                  <a:lnTo>
                    <a:pt x="6999" y="128"/>
                  </a:lnTo>
                  <a:lnTo>
                    <a:pt x="7539" y="148"/>
                  </a:lnTo>
                  <a:lnTo>
                    <a:pt x="8110" y="164"/>
                  </a:lnTo>
                  <a:lnTo>
                    <a:pt x="9191" y="184"/>
                  </a:lnTo>
                  <a:lnTo>
                    <a:pt x="9191" y="184"/>
                  </a:lnTo>
                  <a:lnTo>
                    <a:pt x="9672" y="194"/>
                  </a:lnTo>
                  <a:lnTo>
                    <a:pt x="10182" y="199"/>
                  </a:lnTo>
                  <a:lnTo>
                    <a:pt x="10182" y="199"/>
                  </a:lnTo>
                  <a:lnTo>
                    <a:pt x="10182" y="250"/>
                  </a:lnTo>
                  <a:lnTo>
                    <a:pt x="10182" y="4902"/>
                  </a:lnTo>
                  <a:lnTo>
                    <a:pt x="10182" y="4902"/>
                  </a:lnTo>
                  <a:lnTo>
                    <a:pt x="10182" y="5004"/>
                  </a:lnTo>
                  <a:lnTo>
                    <a:pt x="10152" y="5106"/>
                  </a:lnTo>
                  <a:lnTo>
                    <a:pt x="10092" y="5213"/>
                  </a:lnTo>
                  <a:lnTo>
                    <a:pt x="10032" y="5310"/>
                  </a:lnTo>
                  <a:lnTo>
                    <a:pt x="9942" y="5412"/>
                  </a:lnTo>
                  <a:lnTo>
                    <a:pt x="9852" y="5509"/>
                  </a:lnTo>
                  <a:lnTo>
                    <a:pt x="9732" y="5606"/>
                  </a:lnTo>
                  <a:lnTo>
                    <a:pt x="9582" y="5698"/>
                  </a:lnTo>
                  <a:lnTo>
                    <a:pt x="9431" y="5784"/>
                  </a:lnTo>
                  <a:lnTo>
                    <a:pt x="9251" y="5871"/>
                  </a:lnTo>
                  <a:lnTo>
                    <a:pt x="9071" y="5948"/>
                  </a:lnTo>
                  <a:lnTo>
                    <a:pt x="8861" y="6024"/>
                  </a:lnTo>
                  <a:lnTo>
                    <a:pt x="8650" y="6096"/>
                  </a:lnTo>
                  <a:lnTo>
                    <a:pt x="8410" y="6157"/>
                  </a:lnTo>
                  <a:lnTo>
                    <a:pt x="8170" y="6213"/>
                  </a:lnTo>
                  <a:lnTo>
                    <a:pt x="7900" y="6264"/>
                  </a:lnTo>
                  <a:lnTo>
                    <a:pt x="7900" y="6264"/>
                  </a:lnTo>
                  <a:lnTo>
                    <a:pt x="7509" y="6325"/>
                  </a:lnTo>
                  <a:lnTo>
                    <a:pt x="7119" y="6386"/>
                  </a:lnTo>
                  <a:lnTo>
                    <a:pt x="6698" y="6442"/>
                  </a:lnTo>
                  <a:lnTo>
                    <a:pt x="6278" y="6493"/>
                  </a:lnTo>
                  <a:lnTo>
                    <a:pt x="5857" y="6539"/>
                  </a:lnTo>
                  <a:lnTo>
                    <a:pt x="5407" y="6585"/>
                  </a:lnTo>
                  <a:lnTo>
                    <a:pt x="4926" y="6626"/>
                  </a:lnTo>
                  <a:lnTo>
                    <a:pt x="4446" y="6662"/>
                  </a:lnTo>
                  <a:lnTo>
                    <a:pt x="3965" y="6692"/>
                  </a:lnTo>
                  <a:lnTo>
                    <a:pt x="3484" y="6718"/>
                  </a:lnTo>
                  <a:lnTo>
                    <a:pt x="2974" y="6743"/>
                  </a:lnTo>
                  <a:lnTo>
                    <a:pt x="2433" y="6764"/>
                  </a:lnTo>
                  <a:lnTo>
                    <a:pt x="1893" y="6779"/>
                  </a:lnTo>
                  <a:lnTo>
                    <a:pt x="1352" y="6789"/>
                  </a:lnTo>
                  <a:lnTo>
                    <a:pt x="811" y="6799"/>
                  </a:lnTo>
                  <a:lnTo>
                    <a:pt x="241" y="6799"/>
                  </a:lnTo>
                  <a:lnTo>
                    <a:pt x="241" y="6799"/>
                  </a:lnTo>
                  <a:lnTo>
                    <a:pt x="0" y="6799"/>
                  </a:lnTo>
                  <a:lnTo>
                    <a:pt x="0" y="1770"/>
                  </a:lnTo>
                  <a:lnTo>
                    <a:pt x="0" y="1770"/>
                  </a:lnTo>
                  <a:lnTo>
                    <a:pt x="30" y="1658"/>
                  </a:lnTo>
                  <a:lnTo>
                    <a:pt x="61" y="1551"/>
                  </a:lnTo>
                  <a:lnTo>
                    <a:pt x="91" y="1444"/>
                  </a:lnTo>
                  <a:lnTo>
                    <a:pt x="181" y="1337"/>
                  </a:lnTo>
                  <a:lnTo>
                    <a:pt x="271" y="1235"/>
                  </a:lnTo>
                  <a:lnTo>
                    <a:pt x="361" y="1133"/>
                  </a:lnTo>
                  <a:lnTo>
                    <a:pt x="481" y="1031"/>
                  </a:lnTo>
                  <a:lnTo>
                    <a:pt x="631" y="934"/>
                  </a:lnTo>
                  <a:lnTo>
                    <a:pt x="781" y="842"/>
                  </a:lnTo>
                  <a:lnTo>
                    <a:pt x="962" y="755"/>
                  </a:lnTo>
                  <a:lnTo>
                    <a:pt x="1142" y="674"/>
                  </a:lnTo>
                  <a:lnTo>
                    <a:pt x="1352" y="592"/>
                  </a:lnTo>
                  <a:lnTo>
                    <a:pt x="1562" y="521"/>
                  </a:lnTo>
                  <a:lnTo>
                    <a:pt x="1803" y="454"/>
                  </a:lnTo>
                  <a:lnTo>
                    <a:pt x="2043" y="393"/>
                  </a:lnTo>
                  <a:lnTo>
                    <a:pt x="2313" y="342"/>
                  </a:lnTo>
                  <a:lnTo>
                    <a:pt x="2313" y="342"/>
                  </a:lnTo>
                  <a:lnTo>
                    <a:pt x="2884" y="240"/>
                  </a:lnTo>
                  <a:lnTo>
                    <a:pt x="3484" y="153"/>
                  </a:lnTo>
                  <a:lnTo>
                    <a:pt x="4115" y="72"/>
                  </a:lnTo>
                  <a:lnTo>
                    <a:pt x="477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64"/>
            <p:cNvSpPr/>
            <p:nvPr/>
          </p:nvSpPr>
          <p:spPr>
            <a:xfrm flipH="1">
              <a:off x="5718026" y="3530600"/>
              <a:ext cx="1662" cy="17250"/>
            </a:xfrm>
            <a:custGeom>
              <a:avLst/>
              <a:gdLst/>
              <a:ahLst/>
              <a:cxnLst/>
              <a:rect l="l" t="t" r="r" b="b"/>
              <a:pathLst>
                <a:path w="392" h="690" extrusionOk="0">
                  <a:moveTo>
                    <a:pt x="1" y="1"/>
                  </a:moveTo>
                  <a:lnTo>
                    <a:pt x="1" y="689"/>
                  </a:lnTo>
                  <a:lnTo>
                    <a:pt x="31" y="516"/>
                  </a:lnTo>
                  <a:lnTo>
                    <a:pt x="91" y="343"/>
                  </a:lnTo>
                  <a:lnTo>
                    <a:pt x="241" y="174"/>
                  </a:lnTo>
                  <a:lnTo>
                    <a:pt x="391" y="11"/>
                  </a:lnTo>
                  <a:lnTo>
                    <a:pt x="1" y="1"/>
                  </a:lnTo>
                  <a:close/>
                </a:path>
              </a:pathLst>
            </a:custGeom>
            <a:solidFill>
              <a:srgbClr val="00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64"/>
            <p:cNvSpPr/>
            <p:nvPr/>
          </p:nvSpPr>
          <p:spPr>
            <a:xfrm flipH="1">
              <a:off x="5718026" y="3530600"/>
              <a:ext cx="1662" cy="143875"/>
            </a:xfrm>
            <a:custGeom>
              <a:avLst/>
              <a:gdLst/>
              <a:ahLst/>
              <a:cxnLst/>
              <a:rect l="l" t="t" r="r" b="b"/>
              <a:pathLst>
                <a:path w="392" h="5755" fill="none" extrusionOk="0">
                  <a:moveTo>
                    <a:pt x="1" y="1"/>
                  </a:moveTo>
                  <a:lnTo>
                    <a:pt x="1" y="1"/>
                  </a:lnTo>
                  <a:lnTo>
                    <a:pt x="391" y="11"/>
                  </a:lnTo>
                  <a:lnTo>
                    <a:pt x="391" y="11"/>
                  </a:lnTo>
                  <a:lnTo>
                    <a:pt x="241" y="174"/>
                  </a:lnTo>
                  <a:lnTo>
                    <a:pt x="91" y="343"/>
                  </a:lnTo>
                  <a:lnTo>
                    <a:pt x="31" y="516"/>
                  </a:lnTo>
                  <a:lnTo>
                    <a:pt x="1" y="689"/>
                  </a:lnTo>
                  <a:lnTo>
                    <a:pt x="1" y="5754"/>
                  </a:lnTo>
                  <a:lnTo>
                    <a:pt x="1" y="5754"/>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64"/>
            <p:cNvSpPr/>
            <p:nvPr/>
          </p:nvSpPr>
          <p:spPr>
            <a:xfrm flipH="1">
              <a:off x="5676258" y="3530850"/>
              <a:ext cx="43430" cy="143750"/>
            </a:xfrm>
            <a:custGeom>
              <a:avLst/>
              <a:gdLst/>
              <a:ahLst/>
              <a:cxnLst/>
              <a:rect l="l" t="t" r="r" b="b"/>
              <a:pathLst>
                <a:path w="10243" h="5750" extrusionOk="0">
                  <a:moveTo>
                    <a:pt x="391" y="1"/>
                  </a:moveTo>
                  <a:lnTo>
                    <a:pt x="241" y="164"/>
                  </a:lnTo>
                  <a:lnTo>
                    <a:pt x="91" y="333"/>
                  </a:lnTo>
                  <a:lnTo>
                    <a:pt x="31" y="506"/>
                  </a:lnTo>
                  <a:lnTo>
                    <a:pt x="1" y="679"/>
                  </a:lnTo>
                  <a:lnTo>
                    <a:pt x="1" y="5744"/>
                  </a:lnTo>
                  <a:lnTo>
                    <a:pt x="511" y="5749"/>
                  </a:lnTo>
                  <a:lnTo>
                    <a:pt x="1412" y="5744"/>
                  </a:lnTo>
                  <a:lnTo>
                    <a:pt x="1833" y="5734"/>
                  </a:lnTo>
                  <a:lnTo>
                    <a:pt x="2283" y="5724"/>
                  </a:lnTo>
                  <a:lnTo>
                    <a:pt x="2734" y="5709"/>
                  </a:lnTo>
                  <a:lnTo>
                    <a:pt x="3154" y="5693"/>
                  </a:lnTo>
                  <a:lnTo>
                    <a:pt x="3575" y="5673"/>
                  </a:lnTo>
                  <a:lnTo>
                    <a:pt x="3995" y="5647"/>
                  </a:lnTo>
                  <a:lnTo>
                    <a:pt x="4416" y="5622"/>
                  </a:lnTo>
                  <a:lnTo>
                    <a:pt x="4836" y="5591"/>
                  </a:lnTo>
                  <a:lnTo>
                    <a:pt x="5227" y="5556"/>
                  </a:lnTo>
                  <a:lnTo>
                    <a:pt x="5617" y="5520"/>
                  </a:lnTo>
                  <a:lnTo>
                    <a:pt x="6008" y="5474"/>
                  </a:lnTo>
                  <a:lnTo>
                    <a:pt x="6398" y="5433"/>
                  </a:lnTo>
                  <a:lnTo>
                    <a:pt x="6759" y="5382"/>
                  </a:lnTo>
                  <a:lnTo>
                    <a:pt x="7119" y="5326"/>
                  </a:lnTo>
                  <a:lnTo>
                    <a:pt x="7479" y="5265"/>
                  </a:lnTo>
                  <a:lnTo>
                    <a:pt x="7810" y="5199"/>
                  </a:lnTo>
                  <a:lnTo>
                    <a:pt x="8140" y="5122"/>
                  </a:lnTo>
                  <a:lnTo>
                    <a:pt x="8441" y="5035"/>
                  </a:lnTo>
                  <a:lnTo>
                    <a:pt x="8741" y="4944"/>
                  </a:lnTo>
                  <a:lnTo>
                    <a:pt x="9011" y="4842"/>
                  </a:lnTo>
                  <a:lnTo>
                    <a:pt x="9252" y="4739"/>
                  </a:lnTo>
                  <a:lnTo>
                    <a:pt x="9492" y="4627"/>
                  </a:lnTo>
                  <a:lnTo>
                    <a:pt x="9702" y="4515"/>
                  </a:lnTo>
                  <a:lnTo>
                    <a:pt x="9882" y="4398"/>
                  </a:lnTo>
                  <a:lnTo>
                    <a:pt x="10002" y="4275"/>
                  </a:lnTo>
                  <a:lnTo>
                    <a:pt x="10123" y="4153"/>
                  </a:lnTo>
                  <a:lnTo>
                    <a:pt x="10183" y="4031"/>
                  </a:lnTo>
                  <a:lnTo>
                    <a:pt x="10213" y="3903"/>
                  </a:lnTo>
                  <a:lnTo>
                    <a:pt x="10213" y="3775"/>
                  </a:lnTo>
                  <a:lnTo>
                    <a:pt x="10183" y="3653"/>
                  </a:lnTo>
                  <a:lnTo>
                    <a:pt x="10183" y="1919"/>
                  </a:lnTo>
                  <a:lnTo>
                    <a:pt x="10213" y="1802"/>
                  </a:lnTo>
                  <a:lnTo>
                    <a:pt x="10243" y="1684"/>
                  </a:lnTo>
                  <a:lnTo>
                    <a:pt x="10213" y="1562"/>
                  </a:lnTo>
                  <a:lnTo>
                    <a:pt x="10153" y="1450"/>
                  </a:lnTo>
                  <a:lnTo>
                    <a:pt x="10032" y="1332"/>
                  </a:lnTo>
                  <a:lnTo>
                    <a:pt x="9882" y="1220"/>
                  </a:lnTo>
                  <a:lnTo>
                    <a:pt x="9702" y="1113"/>
                  </a:lnTo>
                  <a:lnTo>
                    <a:pt x="9462" y="1006"/>
                  </a:lnTo>
                  <a:lnTo>
                    <a:pt x="9191" y="904"/>
                  </a:lnTo>
                  <a:lnTo>
                    <a:pt x="8891" y="807"/>
                  </a:lnTo>
                  <a:lnTo>
                    <a:pt x="8531" y="710"/>
                  </a:lnTo>
                  <a:lnTo>
                    <a:pt x="8140" y="623"/>
                  </a:lnTo>
                  <a:lnTo>
                    <a:pt x="7690" y="542"/>
                  </a:lnTo>
                  <a:lnTo>
                    <a:pt x="7209" y="465"/>
                  </a:lnTo>
                  <a:lnTo>
                    <a:pt x="6699" y="399"/>
                  </a:lnTo>
                  <a:lnTo>
                    <a:pt x="6128" y="338"/>
                  </a:lnTo>
                  <a:lnTo>
                    <a:pt x="5377" y="271"/>
                  </a:lnTo>
                  <a:lnTo>
                    <a:pt x="4626" y="215"/>
                  </a:lnTo>
                  <a:lnTo>
                    <a:pt x="3905" y="159"/>
                  </a:lnTo>
                  <a:lnTo>
                    <a:pt x="3185" y="113"/>
                  </a:lnTo>
                  <a:lnTo>
                    <a:pt x="2464" y="77"/>
                  </a:lnTo>
                  <a:lnTo>
                    <a:pt x="1773" y="42"/>
                  </a:lnTo>
                  <a:lnTo>
                    <a:pt x="1082" y="16"/>
                  </a:lnTo>
                  <a:lnTo>
                    <a:pt x="391" y="1"/>
                  </a:lnTo>
                  <a:close/>
                </a:path>
              </a:pathLst>
            </a:custGeom>
            <a:solidFill>
              <a:srgbClr val="00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64"/>
            <p:cNvSpPr/>
            <p:nvPr/>
          </p:nvSpPr>
          <p:spPr>
            <a:xfrm flipH="1">
              <a:off x="5676258" y="3530850"/>
              <a:ext cx="43430" cy="143750"/>
            </a:xfrm>
            <a:custGeom>
              <a:avLst/>
              <a:gdLst/>
              <a:ahLst/>
              <a:cxnLst/>
              <a:rect l="l" t="t" r="r" b="b"/>
              <a:pathLst>
                <a:path w="10243" h="5750" fill="none" extrusionOk="0">
                  <a:moveTo>
                    <a:pt x="391" y="1"/>
                  </a:moveTo>
                  <a:lnTo>
                    <a:pt x="391" y="1"/>
                  </a:lnTo>
                  <a:lnTo>
                    <a:pt x="1082" y="16"/>
                  </a:lnTo>
                  <a:lnTo>
                    <a:pt x="1773" y="42"/>
                  </a:lnTo>
                  <a:lnTo>
                    <a:pt x="2464" y="77"/>
                  </a:lnTo>
                  <a:lnTo>
                    <a:pt x="3185" y="113"/>
                  </a:lnTo>
                  <a:lnTo>
                    <a:pt x="3905" y="159"/>
                  </a:lnTo>
                  <a:lnTo>
                    <a:pt x="4626" y="215"/>
                  </a:lnTo>
                  <a:lnTo>
                    <a:pt x="5377" y="271"/>
                  </a:lnTo>
                  <a:lnTo>
                    <a:pt x="6128" y="338"/>
                  </a:lnTo>
                  <a:lnTo>
                    <a:pt x="6128" y="338"/>
                  </a:lnTo>
                  <a:lnTo>
                    <a:pt x="6699" y="399"/>
                  </a:lnTo>
                  <a:lnTo>
                    <a:pt x="7209" y="465"/>
                  </a:lnTo>
                  <a:lnTo>
                    <a:pt x="7690" y="542"/>
                  </a:lnTo>
                  <a:lnTo>
                    <a:pt x="8140" y="623"/>
                  </a:lnTo>
                  <a:lnTo>
                    <a:pt x="8531" y="710"/>
                  </a:lnTo>
                  <a:lnTo>
                    <a:pt x="8891" y="807"/>
                  </a:lnTo>
                  <a:lnTo>
                    <a:pt x="9191" y="904"/>
                  </a:lnTo>
                  <a:lnTo>
                    <a:pt x="9462" y="1006"/>
                  </a:lnTo>
                  <a:lnTo>
                    <a:pt x="9702" y="1113"/>
                  </a:lnTo>
                  <a:lnTo>
                    <a:pt x="9882" y="1220"/>
                  </a:lnTo>
                  <a:lnTo>
                    <a:pt x="10032" y="1332"/>
                  </a:lnTo>
                  <a:lnTo>
                    <a:pt x="10153" y="1450"/>
                  </a:lnTo>
                  <a:lnTo>
                    <a:pt x="10213" y="1562"/>
                  </a:lnTo>
                  <a:lnTo>
                    <a:pt x="10243" y="1684"/>
                  </a:lnTo>
                  <a:lnTo>
                    <a:pt x="10213" y="1802"/>
                  </a:lnTo>
                  <a:lnTo>
                    <a:pt x="10183" y="1919"/>
                  </a:lnTo>
                  <a:lnTo>
                    <a:pt x="10183" y="3653"/>
                  </a:lnTo>
                  <a:lnTo>
                    <a:pt x="10183" y="3653"/>
                  </a:lnTo>
                  <a:lnTo>
                    <a:pt x="10213" y="3775"/>
                  </a:lnTo>
                  <a:lnTo>
                    <a:pt x="10213" y="3903"/>
                  </a:lnTo>
                  <a:lnTo>
                    <a:pt x="10183" y="4031"/>
                  </a:lnTo>
                  <a:lnTo>
                    <a:pt x="10123" y="4153"/>
                  </a:lnTo>
                  <a:lnTo>
                    <a:pt x="10002" y="4275"/>
                  </a:lnTo>
                  <a:lnTo>
                    <a:pt x="9882" y="4398"/>
                  </a:lnTo>
                  <a:lnTo>
                    <a:pt x="9702" y="4515"/>
                  </a:lnTo>
                  <a:lnTo>
                    <a:pt x="9492" y="4627"/>
                  </a:lnTo>
                  <a:lnTo>
                    <a:pt x="9252" y="4739"/>
                  </a:lnTo>
                  <a:lnTo>
                    <a:pt x="9011" y="4842"/>
                  </a:lnTo>
                  <a:lnTo>
                    <a:pt x="8741" y="4944"/>
                  </a:lnTo>
                  <a:lnTo>
                    <a:pt x="8441" y="5035"/>
                  </a:lnTo>
                  <a:lnTo>
                    <a:pt x="8140" y="5122"/>
                  </a:lnTo>
                  <a:lnTo>
                    <a:pt x="7810" y="5199"/>
                  </a:lnTo>
                  <a:lnTo>
                    <a:pt x="7479" y="5265"/>
                  </a:lnTo>
                  <a:lnTo>
                    <a:pt x="7119" y="5326"/>
                  </a:lnTo>
                  <a:lnTo>
                    <a:pt x="7119" y="5326"/>
                  </a:lnTo>
                  <a:lnTo>
                    <a:pt x="6759" y="5382"/>
                  </a:lnTo>
                  <a:lnTo>
                    <a:pt x="6398" y="5433"/>
                  </a:lnTo>
                  <a:lnTo>
                    <a:pt x="6008" y="5474"/>
                  </a:lnTo>
                  <a:lnTo>
                    <a:pt x="5617" y="5520"/>
                  </a:lnTo>
                  <a:lnTo>
                    <a:pt x="5227" y="5556"/>
                  </a:lnTo>
                  <a:lnTo>
                    <a:pt x="4836" y="5591"/>
                  </a:lnTo>
                  <a:lnTo>
                    <a:pt x="4416" y="5622"/>
                  </a:lnTo>
                  <a:lnTo>
                    <a:pt x="3995" y="5647"/>
                  </a:lnTo>
                  <a:lnTo>
                    <a:pt x="3575" y="5673"/>
                  </a:lnTo>
                  <a:lnTo>
                    <a:pt x="3154" y="5693"/>
                  </a:lnTo>
                  <a:lnTo>
                    <a:pt x="2734" y="5709"/>
                  </a:lnTo>
                  <a:lnTo>
                    <a:pt x="2283" y="5724"/>
                  </a:lnTo>
                  <a:lnTo>
                    <a:pt x="1833" y="5734"/>
                  </a:lnTo>
                  <a:lnTo>
                    <a:pt x="1412" y="5744"/>
                  </a:lnTo>
                  <a:lnTo>
                    <a:pt x="511" y="5749"/>
                  </a:lnTo>
                  <a:lnTo>
                    <a:pt x="511" y="5749"/>
                  </a:lnTo>
                  <a:lnTo>
                    <a:pt x="1" y="5744"/>
                  </a:lnTo>
                  <a:lnTo>
                    <a:pt x="1" y="679"/>
                  </a:lnTo>
                  <a:lnTo>
                    <a:pt x="1" y="679"/>
                  </a:lnTo>
                  <a:lnTo>
                    <a:pt x="31" y="506"/>
                  </a:lnTo>
                  <a:lnTo>
                    <a:pt x="91" y="333"/>
                  </a:lnTo>
                  <a:lnTo>
                    <a:pt x="241" y="164"/>
                  </a:lnTo>
                  <a:lnTo>
                    <a:pt x="39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64"/>
            <p:cNvSpPr/>
            <p:nvPr/>
          </p:nvSpPr>
          <p:spPr>
            <a:xfrm flipH="1">
              <a:off x="5719684" y="3530350"/>
              <a:ext cx="46356" cy="144125"/>
            </a:xfrm>
            <a:custGeom>
              <a:avLst/>
              <a:gdLst/>
              <a:ahLst/>
              <a:cxnLst/>
              <a:rect l="l" t="t" r="r" b="b"/>
              <a:pathLst>
                <a:path w="10933" h="5765" extrusionOk="0">
                  <a:moveTo>
                    <a:pt x="9761" y="1"/>
                  </a:moveTo>
                  <a:lnTo>
                    <a:pt x="9221" y="6"/>
                  </a:lnTo>
                  <a:lnTo>
                    <a:pt x="8680" y="11"/>
                  </a:lnTo>
                  <a:lnTo>
                    <a:pt x="8140" y="21"/>
                  </a:lnTo>
                  <a:lnTo>
                    <a:pt x="7629" y="41"/>
                  </a:lnTo>
                  <a:lnTo>
                    <a:pt x="7118" y="62"/>
                  </a:lnTo>
                  <a:lnTo>
                    <a:pt x="6608" y="87"/>
                  </a:lnTo>
                  <a:lnTo>
                    <a:pt x="6127" y="113"/>
                  </a:lnTo>
                  <a:lnTo>
                    <a:pt x="5647" y="149"/>
                  </a:lnTo>
                  <a:lnTo>
                    <a:pt x="5166" y="184"/>
                  </a:lnTo>
                  <a:lnTo>
                    <a:pt x="4716" y="225"/>
                  </a:lnTo>
                  <a:lnTo>
                    <a:pt x="4295" y="276"/>
                  </a:lnTo>
                  <a:lnTo>
                    <a:pt x="3875" y="322"/>
                  </a:lnTo>
                  <a:lnTo>
                    <a:pt x="3454" y="378"/>
                  </a:lnTo>
                  <a:lnTo>
                    <a:pt x="3064" y="434"/>
                  </a:lnTo>
                  <a:lnTo>
                    <a:pt x="2673" y="495"/>
                  </a:lnTo>
                  <a:lnTo>
                    <a:pt x="2313" y="562"/>
                  </a:lnTo>
                  <a:lnTo>
                    <a:pt x="2043" y="613"/>
                  </a:lnTo>
                  <a:lnTo>
                    <a:pt x="1802" y="674"/>
                  </a:lnTo>
                  <a:lnTo>
                    <a:pt x="1562" y="740"/>
                  </a:lnTo>
                  <a:lnTo>
                    <a:pt x="1352" y="817"/>
                  </a:lnTo>
                  <a:lnTo>
                    <a:pt x="1142" y="893"/>
                  </a:lnTo>
                  <a:lnTo>
                    <a:pt x="961" y="975"/>
                  </a:lnTo>
                  <a:lnTo>
                    <a:pt x="781" y="1067"/>
                  </a:lnTo>
                  <a:lnTo>
                    <a:pt x="631" y="1158"/>
                  </a:lnTo>
                  <a:lnTo>
                    <a:pt x="481" y="1255"/>
                  </a:lnTo>
                  <a:lnTo>
                    <a:pt x="361" y="1352"/>
                  </a:lnTo>
                  <a:lnTo>
                    <a:pt x="240" y="1454"/>
                  </a:lnTo>
                  <a:lnTo>
                    <a:pt x="150" y="1561"/>
                  </a:lnTo>
                  <a:lnTo>
                    <a:pt x="90" y="1669"/>
                  </a:lnTo>
                  <a:lnTo>
                    <a:pt x="30" y="1776"/>
                  </a:lnTo>
                  <a:lnTo>
                    <a:pt x="0" y="1883"/>
                  </a:lnTo>
                  <a:lnTo>
                    <a:pt x="0" y="1990"/>
                  </a:lnTo>
                  <a:lnTo>
                    <a:pt x="0" y="3846"/>
                  </a:lnTo>
                  <a:lnTo>
                    <a:pt x="0" y="3943"/>
                  </a:lnTo>
                  <a:lnTo>
                    <a:pt x="30" y="4045"/>
                  </a:lnTo>
                  <a:lnTo>
                    <a:pt x="90" y="4142"/>
                  </a:lnTo>
                  <a:lnTo>
                    <a:pt x="150" y="4239"/>
                  </a:lnTo>
                  <a:lnTo>
                    <a:pt x="240" y="4336"/>
                  </a:lnTo>
                  <a:lnTo>
                    <a:pt x="331" y="4433"/>
                  </a:lnTo>
                  <a:lnTo>
                    <a:pt x="451" y="4525"/>
                  </a:lnTo>
                  <a:lnTo>
                    <a:pt x="601" y="4617"/>
                  </a:lnTo>
                  <a:lnTo>
                    <a:pt x="781" y="4703"/>
                  </a:lnTo>
                  <a:lnTo>
                    <a:pt x="991" y="4790"/>
                  </a:lnTo>
                  <a:lnTo>
                    <a:pt x="1202" y="4872"/>
                  </a:lnTo>
                  <a:lnTo>
                    <a:pt x="1472" y="4948"/>
                  </a:lnTo>
                  <a:lnTo>
                    <a:pt x="1742" y="5025"/>
                  </a:lnTo>
                  <a:lnTo>
                    <a:pt x="2043" y="5091"/>
                  </a:lnTo>
                  <a:lnTo>
                    <a:pt x="2373" y="5157"/>
                  </a:lnTo>
                  <a:lnTo>
                    <a:pt x="2763" y="5213"/>
                  </a:lnTo>
                  <a:lnTo>
                    <a:pt x="3154" y="5275"/>
                  </a:lnTo>
                  <a:lnTo>
                    <a:pt x="3604" y="5326"/>
                  </a:lnTo>
                  <a:lnTo>
                    <a:pt x="4055" y="5382"/>
                  </a:lnTo>
                  <a:lnTo>
                    <a:pt x="4505" y="5433"/>
                  </a:lnTo>
                  <a:lnTo>
                    <a:pt x="4986" y="5479"/>
                  </a:lnTo>
                  <a:lnTo>
                    <a:pt x="5497" y="5519"/>
                  </a:lnTo>
                  <a:lnTo>
                    <a:pt x="6007" y="5560"/>
                  </a:lnTo>
                  <a:lnTo>
                    <a:pt x="6518" y="5601"/>
                  </a:lnTo>
                  <a:lnTo>
                    <a:pt x="7058" y="5632"/>
                  </a:lnTo>
                  <a:lnTo>
                    <a:pt x="7599" y="5662"/>
                  </a:lnTo>
                  <a:lnTo>
                    <a:pt x="8140" y="5693"/>
                  </a:lnTo>
                  <a:lnTo>
                    <a:pt x="8680" y="5713"/>
                  </a:lnTo>
                  <a:lnTo>
                    <a:pt x="9251" y="5734"/>
                  </a:lnTo>
                  <a:lnTo>
                    <a:pt x="9792" y="5749"/>
                  </a:lnTo>
                  <a:lnTo>
                    <a:pt x="10362" y="5759"/>
                  </a:lnTo>
                  <a:lnTo>
                    <a:pt x="10933" y="5764"/>
                  </a:lnTo>
                  <a:lnTo>
                    <a:pt x="10933" y="11"/>
                  </a:lnTo>
                  <a:lnTo>
                    <a:pt x="10332" y="6"/>
                  </a:lnTo>
                  <a:lnTo>
                    <a:pt x="9761" y="1"/>
                  </a:lnTo>
                  <a:close/>
                </a:path>
              </a:pathLst>
            </a:custGeom>
            <a:solidFill>
              <a:srgbClr val="008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64"/>
            <p:cNvSpPr/>
            <p:nvPr/>
          </p:nvSpPr>
          <p:spPr>
            <a:xfrm flipH="1">
              <a:off x="5719684" y="3530350"/>
              <a:ext cx="46356" cy="144125"/>
            </a:xfrm>
            <a:custGeom>
              <a:avLst/>
              <a:gdLst/>
              <a:ahLst/>
              <a:cxnLst/>
              <a:rect l="l" t="t" r="r" b="b"/>
              <a:pathLst>
                <a:path w="10933" h="5765" fill="none" extrusionOk="0">
                  <a:moveTo>
                    <a:pt x="9761" y="1"/>
                  </a:moveTo>
                  <a:lnTo>
                    <a:pt x="9761" y="1"/>
                  </a:lnTo>
                  <a:lnTo>
                    <a:pt x="10332" y="6"/>
                  </a:lnTo>
                  <a:lnTo>
                    <a:pt x="10933" y="11"/>
                  </a:lnTo>
                  <a:lnTo>
                    <a:pt x="10933" y="5764"/>
                  </a:lnTo>
                  <a:lnTo>
                    <a:pt x="10933" y="5764"/>
                  </a:lnTo>
                  <a:lnTo>
                    <a:pt x="10362" y="5759"/>
                  </a:lnTo>
                  <a:lnTo>
                    <a:pt x="9792" y="5749"/>
                  </a:lnTo>
                  <a:lnTo>
                    <a:pt x="9251" y="5734"/>
                  </a:lnTo>
                  <a:lnTo>
                    <a:pt x="8680" y="5713"/>
                  </a:lnTo>
                  <a:lnTo>
                    <a:pt x="8140" y="5693"/>
                  </a:lnTo>
                  <a:lnTo>
                    <a:pt x="7599" y="5662"/>
                  </a:lnTo>
                  <a:lnTo>
                    <a:pt x="7058" y="5632"/>
                  </a:lnTo>
                  <a:lnTo>
                    <a:pt x="6518" y="5601"/>
                  </a:lnTo>
                  <a:lnTo>
                    <a:pt x="6007" y="5560"/>
                  </a:lnTo>
                  <a:lnTo>
                    <a:pt x="5497" y="5519"/>
                  </a:lnTo>
                  <a:lnTo>
                    <a:pt x="4986" y="5479"/>
                  </a:lnTo>
                  <a:lnTo>
                    <a:pt x="4505" y="5433"/>
                  </a:lnTo>
                  <a:lnTo>
                    <a:pt x="4055" y="5382"/>
                  </a:lnTo>
                  <a:lnTo>
                    <a:pt x="3604" y="5326"/>
                  </a:lnTo>
                  <a:lnTo>
                    <a:pt x="3154" y="5275"/>
                  </a:lnTo>
                  <a:lnTo>
                    <a:pt x="2763" y="5213"/>
                  </a:lnTo>
                  <a:lnTo>
                    <a:pt x="2763" y="5213"/>
                  </a:lnTo>
                  <a:lnTo>
                    <a:pt x="2373" y="5157"/>
                  </a:lnTo>
                  <a:lnTo>
                    <a:pt x="2043" y="5091"/>
                  </a:lnTo>
                  <a:lnTo>
                    <a:pt x="1742" y="5025"/>
                  </a:lnTo>
                  <a:lnTo>
                    <a:pt x="1472" y="4948"/>
                  </a:lnTo>
                  <a:lnTo>
                    <a:pt x="1202" y="4872"/>
                  </a:lnTo>
                  <a:lnTo>
                    <a:pt x="991" y="4790"/>
                  </a:lnTo>
                  <a:lnTo>
                    <a:pt x="781" y="4703"/>
                  </a:lnTo>
                  <a:lnTo>
                    <a:pt x="601" y="4617"/>
                  </a:lnTo>
                  <a:lnTo>
                    <a:pt x="451" y="4525"/>
                  </a:lnTo>
                  <a:lnTo>
                    <a:pt x="331" y="4433"/>
                  </a:lnTo>
                  <a:lnTo>
                    <a:pt x="240" y="4336"/>
                  </a:lnTo>
                  <a:lnTo>
                    <a:pt x="150" y="4239"/>
                  </a:lnTo>
                  <a:lnTo>
                    <a:pt x="90" y="4142"/>
                  </a:lnTo>
                  <a:lnTo>
                    <a:pt x="30" y="4045"/>
                  </a:lnTo>
                  <a:lnTo>
                    <a:pt x="0" y="3943"/>
                  </a:lnTo>
                  <a:lnTo>
                    <a:pt x="0" y="3846"/>
                  </a:lnTo>
                  <a:lnTo>
                    <a:pt x="0" y="1990"/>
                  </a:lnTo>
                  <a:lnTo>
                    <a:pt x="0" y="1990"/>
                  </a:lnTo>
                  <a:lnTo>
                    <a:pt x="0" y="1883"/>
                  </a:lnTo>
                  <a:lnTo>
                    <a:pt x="30" y="1776"/>
                  </a:lnTo>
                  <a:lnTo>
                    <a:pt x="90" y="1669"/>
                  </a:lnTo>
                  <a:lnTo>
                    <a:pt x="150" y="1561"/>
                  </a:lnTo>
                  <a:lnTo>
                    <a:pt x="240" y="1454"/>
                  </a:lnTo>
                  <a:lnTo>
                    <a:pt x="361" y="1352"/>
                  </a:lnTo>
                  <a:lnTo>
                    <a:pt x="481" y="1255"/>
                  </a:lnTo>
                  <a:lnTo>
                    <a:pt x="631" y="1158"/>
                  </a:lnTo>
                  <a:lnTo>
                    <a:pt x="781" y="1067"/>
                  </a:lnTo>
                  <a:lnTo>
                    <a:pt x="961" y="975"/>
                  </a:lnTo>
                  <a:lnTo>
                    <a:pt x="1142" y="893"/>
                  </a:lnTo>
                  <a:lnTo>
                    <a:pt x="1352" y="817"/>
                  </a:lnTo>
                  <a:lnTo>
                    <a:pt x="1562" y="740"/>
                  </a:lnTo>
                  <a:lnTo>
                    <a:pt x="1802" y="674"/>
                  </a:lnTo>
                  <a:lnTo>
                    <a:pt x="2043" y="613"/>
                  </a:lnTo>
                  <a:lnTo>
                    <a:pt x="2313" y="562"/>
                  </a:lnTo>
                  <a:lnTo>
                    <a:pt x="2313" y="562"/>
                  </a:lnTo>
                  <a:lnTo>
                    <a:pt x="2673" y="495"/>
                  </a:lnTo>
                  <a:lnTo>
                    <a:pt x="3064" y="434"/>
                  </a:lnTo>
                  <a:lnTo>
                    <a:pt x="3454" y="378"/>
                  </a:lnTo>
                  <a:lnTo>
                    <a:pt x="3875" y="322"/>
                  </a:lnTo>
                  <a:lnTo>
                    <a:pt x="4295" y="276"/>
                  </a:lnTo>
                  <a:lnTo>
                    <a:pt x="4716" y="225"/>
                  </a:lnTo>
                  <a:lnTo>
                    <a:pt x="5166" y="184"/>
                  </a:lnTo>
                  <a:lnTo>
                    <a:pt x="5647" y="149"/>
                  </a:lnTo>
                  <a:lnTo>
                    <a:pt x="6127" y="113"/>
                  </a:lnTo>
                  <a:lnTo>
                    <a:pt x="6608" y="87"/>
                  </a:lnTo>
                  <a:lnTo>
                    <a:pt x="7118" y="62"/>
                  </a:lnTo>
                  <a:lnTo>
                    <a:pt x="7629" y="41"/>
                  </a:lnTo>
                  <a:lnTo>
                    <a:pt x="8140" y="21"/>
                  </a:lnTo>
                  <a:lnTo>
                    <a:pt x="8680" y="11"/>
                  </a:lnTo>
                  <a:lnTo>
                    <a:pt x="9221" y="6"/>
                  </a:lnTo>
                  <a:lnTo>
                    <a:pt x="976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64"/>
            <p:cNvSpPr/>
            <p:nvPr/>
          </p:nvSpPr>
          <p:spPr>
            <a:xfrm flipH="1">
              <a:off x="5719684" y="3675200"/>
              <a:ext cx="327286" cy="88775"/>
            </a:xfrm>
            <a:custGeom>
              <a:avLst/>
              <a:gdLst/>
              <a:ahLst/>
              <a:cxnLst/>
              <a:rect l="l" t="t" r="r" b="b"/>
              <a:pathLst>
                <a:path w="77190" h="3551" extrusionOk="0">
                  <a:moveTo>
                    <a:pt x="10273" y="1"/>
                  </a:moveTo>
                  <a:lnTo>
                    <a:pt x="9492" y="11"/>
                  </a:lnTo>
                  <a:lnTo>
                    <a:pt x="8771" y="21"/>
                  </a:lnTo>
                  <a:lnTo>
                    <a:pt x="8050" y="37"/>
                  </a:lnTo>
                  <a:lnTo>
                    <a:pt x="7419" y="57"/>
                  </a:lnTo>
                  <a:lnTo>
                    <a:pt x="6789" y="77"/>
                  </a:lnTo>
                  <a:lnTo>
                    <a:pt x="6218" y="108"/>
                  </a:lnTo>
                  <a:lnTo>
                    <a:pt x="5647" y="139"/>
                  </a:lnTo>
                  <a:lnTo>
                    <a:pt x="5137" y="169"/>
                  </a:lnTo>
                  <a:lnTo>
                    <a:pt x="4656" y="210"/>
                  </a:lnTo>
                  <a:lnTo>
                    <a:pt x="4206" y="246"/>
                  </a:lnTo>
                  <a:lnTo>
                    <a:pt x="3815" y="292"/>
                  </a:lnTo>
                  <a:lnTo>
                    <a:pt x="3425" y="338"/>
                  </a:lnTo>
                  <a:lnTo>
                    <a:pt x="3064" y="383"/>
                  </a:lnTo>
                  <a:lnTo>
                    <a:pt x="2734" y="434"/>
                  </a:lnTo>
                  <a:lnTo>
                    <a:pt x="2403" y="485"/>
                  </a:lnTo>
                  <a:lnTo>
                    <a:pt x="2133" y="542"/>
                  </a:lnTo>
                  <a:lnTo>
                    <a:pt x="1863" y="598"/>
                  </a:lnTo>
                  <a:lnTo>
                    <a:pt x="1653" y="659"/>
                  </a:lnTo>
                  <a:lnTo>
                    <a:pt x="1412" y="715"/>
                  </a:lnTo>
                  <a:lnTo>
                    <a:pt x="1232" y="776"/>
                  </a:lnTo>
                  <a:lnTo>
                    <a:pt x="1052" y="837"/>
                  </a:lnTo>
                  <a:lnTo>
                    <a:pt x="902" y="899"/>
                  </a:lnTo>
                  <a:lnTo>
                    <a:pt x="631" y="1026"/>
                  </a:lnTo>
                  <a:lnTo>
                    <a:pt x="421" y="1159"/>
                  </a:lnTo>
                  <a:lnTo>
                    <a:pt x="271" y="1286"/>
                  </a:lnTo>
                  <a:lnTo>
                    <a:pt x="151" y="1414"/>
                  </a:lnTo>
                  <a:lnTo>
                    <a:pt x="61" y="1536"/>
                  </a:lnTo>
                  <a:lnTo>
                    <a:pt x="1" y="1664"/>
                  </a:lnTo>
                  <a:lnTo>
                    <a:pt x="1" y="1807"/>
                  </a:lnTo>
                  <a:lnTo>
                    <a:pt x="31" y="1965"/>
                  </a:lnTo>
                  <a:lnTo>
                    <a:pt x="151" y="2123"/>
                  </a:lnTo>
                  <a:lnTo>
                    <a:pt x="241" y="2204"/>
                  </a:lnTo>
                  <a:lnTo>
                    <a:pt x="331" y="2291"/>
                  </a:lnTo>
                  <a:lnTo>
                    <a:pt x="481" y="2373"/>
                  </a:lnTo>
                  <a:lnTo>
                    <a:pt x="631" y="2459"/>
                  </a:lnTo>
                  <a:lnTo>
                    <a:pt x="812" y="2541"/>
                  </a:lnTo>
                  <a:lnTo>
                    <a:pt x="992" y="2623"/>
                  </a:lnTo>
                  <a:lnTo>
                    <a:pt x="1232" y="2704"/>
                  </a:lnTo>
                  <a:lnTo>
                    <a:pt x="1472" y="2786"/>
                  </a:lnTo>
                  <a:lnTo>
                    <a:pt x="1773" y="2862"/>
                  </a:lnTo>
                  <a:lnTo>
                    <a:pt x="2073" y="2939"/>
                  </a:lnTo>
                  <a:lnTo>
                    <a:pt x="2434" y="3010"/>
                  </a:lnTo>
                  <a:lnTo>
                    <a:pt x="2824" y="3082"/>
                  </a:lnTo>
                  <a:lnTo>
                    <a:pt x="3214" y="3148"/>
                  </a:lnTo>
                  <a:lnTo>
                    <a:pt x="3665" y="3214"/>
                  </a:lnTo>
                  <a:lnTo>
                    <a:pt x="4176" y="3270"/>
                  </a:lnTo>
                  <a:lnTo>
                    <a:pt x="4686" y="3327"/>
                  </a:lnTo>
                  <a:lnTo>
                    <a:pt x="5257" y="3372"/>
                  </a:lnTo>
                  <a:lnTo>
                    <a:pt x="5857" y="3418"/>
                  </a:lnTo>
                  <a:lnTo>
                    <a:pt x="6518" y="3454"/>
                  </a:lnTo>
                  <a:lnTo>
                    <a:pt x="7209" y="3490"/>
                  </a:lnTo>
                  <a:lnTo>
                    <a:pt x="7930" y="3515"/>
                  </a:lnTo>
                  <a:lnTo>
                    <a:pt x="8711" y="3536"/>
                  </a:lnTo>
                  <a:lnTo>
                    <a:pt x="9552" y="3546"/>
                  </a:lnTo>
                  <a:lnTo>
                    <a:pt x="10423" y="3551"/>
                  </a:lnTo>
                  <a:lnTo>
                    <a:pt x="10813" y="3546"/>
                  </a:lnTo>
                  <a:lnTo>
                    <a:pt x="77190" y="3546"/>
                  </a:lnTo>
                  <a:lnTo>
                    <a:pt x="77190" y="3480"/>
                  </a:lnTo>
                  <a:lnTo>
                    <a:pt x="77190" y="1735"/>
                  </a:lnTo>
                  <a:lnTo>
                    <a:pt x="77130" y="1837"/>
                  </a:lnTo>
                  <a:lnTo>
                    <a:pt x="77040" y="1934"/>
                  </a:lnTo>
                  <a:lnTo>
                    <a:pt x="76920" y="2026"/>
                  </a:lnTo>
                  <a:lnTo>
                    <a:pt x="76799" y="2123"/>
                  </a:lnTo>
                  <a:lnTo>
                    <a:pt x="76649" y="2215"/>
                  </a:lnTo>
                  <a:lnTo>
                    <a:pt x="76499" y="2306"/>
                  </a:lnTo>
                  <a:lnTo>
                    <a:pt x="76289" y="2393"/>
                  </a:lnTo>
                  <a:lnTo>
                    <a:pt x="76109" y="2475"/>
                  </a:lnTo>
                  <a:lnTo>
                    <a:pt x="75898" y="2556"/>
                  </a:lnTo>
                  <a:lnTo>
                    <a:pt x="75658" y="2633"/>
                  </a:lnTo>
                  <a:lnTo>
                    <a:pt x="75448" y="2704"/>
                  </a:lnTo>
                  <a:lnTo>
                    <a:pt x="75178" y="2776"/>
                  </a:lnTo>
                  <a:lnTo>
                    <a:pt x="74937" y="2837"/>
                  </a:lnTo>
                  <a:lnTo>
                    <a:pt x="74667" y="2898"/>
                  </a:lnTo>
                  <a:lnTo>
                    <a:pt x="74397" y="2949"/>
                  </a:lnTo>
                  <a:lnTo>
                    <a:pt x="74126" y="2995"/>
                  </a:lnTo>
                  <a:lnTo>
                    <a:pt x="73766" y="3051"/>
                  </a:lnTo>
                  <a:lnTo>
                    <a:pt x="73375" y="3102"/>
                  </a:lnTo>
                  <a:lnTo>
                    <a:pt x="73015" y="3143"/>
                  </a:lnTo>
                  <a:lnTo>
                    <a:pt x="72625" y="3189"/>
                  </a:lnTo>
                  <a:lnTo>
                    <a:pt x="72234" y="3225"/>
                  </a:lnTo>
                  <a:lnTo>
                    <a:pt x="71814" y="3260"/>
                  </a:lnTo>
                  <a:lnTo>
                    <a:pt x="71423" y="3291"/>
                  </a:lnTo>
                  <a:lnTo>
                    <a:pt x="71003" y="3316"/>
                  </a:lnTo>
                  <a:lnTo>
                    <a:pt x="70582" y="3342"/>
                  </a:lnTo>
                  <a:lnTo>
                    <a:pt x="70162" y="3362"/>
                  </a:lnTo>
                  <a:lnTo>
                    <a:pt x="69711" y="3378"/>
                  </a:lnTo>
                  <a:lnTo>
                    <a:pt x="69291" y="3393"/>
                  </a:lnTo>
                  <a:lnTo>
                    <a:pt x="68840" y="3403"/>
                  </a:lnTo>
                  <a:lnTo>
                    <a:pt x="68390" y="3413"/>
                  </a:lnTo>
                  <a:lnTo>
                    <a:pt x="67519" y="3418"/>
                  </a:lnTo>
                  <a:lnTo>
                    <a:pt x="66918" y="3413"/>
                  </a:lnTo>
                  <a:lnTo>
                    <a:pt x="66317" y="3408"/>
                  </a:lnTo>
                  <a:lnTo>
                    <a:pt x="65717" y="3393"/>
                  </a:lnTo>
                  <a:lnTo>
                    <a:pt x="65146" y="3378"/>
                  </a:lnTo>
                  <a:lnTo>
                    <a:pt x="64545" y="3357"/>
                  </a:lnTo>
                  <a:lnTo>
                    <a:pt x="63975" y="3332"/>
                  </a:lnTo>
                  <a:lnTo>
                    <a:pt x="63404" y="3301"/>
                  </a:lnTo>
                  <a:lnTo>
                    <a:pt x="62833" y="3265"/>
                  </a:lnTo>
                  <a:lnTo>
                    <a:pt x="62293" y="3225"/>
                  </a:lnTo>
                  <a:lnTo>
                    <a:pt x="61752" y="3184"/>
                  </a:lnTo>
                  <a:lnTo>
                    <a:pt x="61211" y="3138"/>
                  </a:lnTo>
                  <a:lnTo>
                    <a:pt x="60701" y="3092"/>
                  </a:lnTo>
                  <a:lnTo>
                    <a:pt x="60190" y="3036"/>
                  </a:lnTo>
                  <a:lnTo>
                    <a:pt x="59740" y="2985"/>
                  </a:lnTo>
                  <a:lnTo>
                    <a:pt x="59259" y="2924"/>
                  </a:lnTo>
                  <a:lnTo>
                    <a:pt x="58839" y="2862"/>
                  </a:lnTo>
                  <a:lnTo>
                    <a:pt x="58508" y="2816"/>
                  </a:lnTo>
                  <a:lnTo>
                    <a:pt x="58238" y="2765"/>
                  </a:lnTo>
                  <a:lnTo>
                    <a:pt x="57968" y="2709"/>
                  </a:lnTo>
                  <a:lnTo>
                    <a:pt x="57727" y="2653"/>
                  </a:lnTo>
                  <a:lnTo>
                    <a:pt x="57517" y="2592"/>
                  </a:lnTo>
                  <a:lnTo>
                    <a:pt x="57307" y="2526"/>
                  </a:lnTo>
                  <a:lnTo>
                    <a:pt x="57127" y="2459"/>
                  </a:lnTo>
                  <a:lnTo>
                    <a:pt x="56946" y="2393"/>
                  </a:lnTo>
                  <a:lnTo>
                    <a:pt x="56796" y="2322"/>
                  </a:lnTo>
                  <a:lnTo>
                    <a:pt x="56646" y="2250"/>
                  </a:lnTo>
                  <a:lnTo>
                    <a:pt x="56436" y="2097"/>
                  </a:lnTo>
                  <a:lnTo>
                    <a:pt x="56256" y="1939"/>
                  </a:lnTo>
                  <a:lnTo>
                    <a:pt x="56166" y="1781"/>
                  </a:lnTo>
                  <a:lnTo>
                    <a:pt x="55685" y="1771"/>
                  </a:lnTo>
                  <a:lnTo>
                    <a:pt x="55234" y="1761"/>
                  </a:lnTo>
                  <a:lnTo>
                    <a:pt x="54784" y="1740"/>
                  </a:lnTo>
                  <a:lnTo>
                    <a:pt x="54333" y="1720"/>
                  </a:lnTo>
                  <a:lnTo>
                    <a:pt x="53883" y="1699"/>
                  </a:lnTo>
                  <a:lnTo>
                    <a:pt x="53432" y="1669"/>
                  </a:lnTo>
                  <a:lnTo>
                    <a:pt x="53012" y="1638"/>
                  </a:lnTo>
                  <a:lnTo>
                    <a:pt x="52591" y="1603"/>
                  </a:lnTo>
                  <a:lnTo>
                    <a:pt x="52201" y="1562"/>
                  </a:lnTo>
                  <a:lnTo>
                    <a:pt x="51811" y="1521"/>
                  </a:lnTo>
                  <a:lnTo>
                    <a:pt x="51420" y="1475"/>
                  </a:lnTo>
                  <a:lnTo>
                    <a:pt x="51030" y="1424"/>
                  </a:lnTo>
                  <a:lnTo>
                    <a:pt x="50669" y="1373"/>
                  </a:lnTo>
                  <a:lnTo>
                    <a:pt x="50339" y="1317"/>
                  </a:lnTo>
                  <a:lnTo>
                    <a:pt x="49978" y="1261"/>
                  </a:lnTo>
                  <a:lnTo>
                    <a:pt x="49678" y="1200"/>
                  </a:lnTo>
                  <a:lnTo>
                    <a:pt x="49348" y="1138"/>
                  </a:lnTo>
                  <a:lnTo>
                    <a:pt x="49077" y="1077"/>
                  </a:lnTo>
                  <a:lnTo>
                    <a:pt x="48777" y="1011"/>
                  </a:lnTo>
                  <a:lnTo>
                    <a:pt x="48537" y="939"/>
                  </a:lnTo>
                  <a:lnTo>
                    <a:pt x="48296" y="873"/>
                  </a:lnTo>
                  <a:lnTo>
                    <a:pt x="48056" y="802"/>
                  </a:lnTo>
                  <a:lnTo>
                    <a:pt x="47846" y="725"/>
                  </a:lnTo>
                  <a:lnTo>
                    <a:pt x="47666" y="649"/>
                  </a:lnTo>
                  <a:lnTo>
                    <a:pt x="47486" y="577"/>
                  </a:lnTo>
                  <a:lnTo>
                    <a:pt x="47335" y="496"/>
                  </a:lnTo>
                  <a:lnTo>
                    <a:pt x="47215" y="419"/>
                  </a:lnTo>
                  <a:lnTo>
                    <a:pt x="47125" y="338"/>
                  </a:lnTo>
                  <a:lnTo>
                    <a:pt x="47035" y="261"/>
                  </a:lnTo>
                  <a:lnTo>
                    <a:pt x="46975" y="179"/>
                  </a:lnTo>
                  <a:lnTo>
                    <a:pt x="46945" y="98"/>
                  </a:lnTo>
                  <a:lnTo>
                    <a:pt x="46915" y="16"/>
                  </a:lnTo>
                  <a:lnTo>
                    <a:pt x="46915" y="1"/>
                  </a:lnTo>
                  <a:close/>
                </a:path>
              </a:pathLst>
            </a:custGeom>
            <a:solidFill>
              <a:srgbClr val="00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64"/>
            <p:cNvSpPr/>
            <p:nvPr/>
          </p:nvSpPr>
          <p:spPr>
            <a:xfrm flipH="1">
              <a:off x="5719684" y="3675200"/>
              <a:ext cx="327286" cy="88775"/>
            </a:xfrm>
            <a:custGeom>
              <a:avLst/>
              <a:gdLst/>
              <a:ahLst/>
              <a:cxnLst/>
              <a:rect l="l" t="t" r="r" b="b"/>
              <a:pathLst>
                <a:path w="77190" h="3551" fill="none" extrusionOk="0">
                  <a:moveTo>
                    <a:pt x="46915" y="1"/>
                  </a:moveTo>
                  <a:lnTo>
                    <a:pt x="46915" y="1"/>
                  </a:lnTo>
                  <a:lnTo>
                    <a:pt x="46915" y="16"/>
                  </a:lnTo>
                  <a:lnTo>
                    <a:pt x="46915" y="16"/>
                  </a:lnTo>
                  <a:lnTo>
                    <a:pt x="46945" y="98"/>
                  </a:lnTo>
                  <a:lnTo>
                    <a:pt x="46975" y="179"/>
                  </a:lnTo>
                  <a:lnTo>
                    <a:pt x="47035" y="261"/>
                  </a:lnTo>
                  <a:lnTo>
                    <a:pt x="47125" y="338"/>
                  </a:lnTo>
                  <a:lnTo>
                    <a:pt x="47215" y="419"/>
                  </a:lnTo>
                  <a:lnTo>
                    <a:pt x="47335" y="496"/>
                  </a:lnTo>
                  <a:lnTo>
                    <a:pt x="47486" y="577"/>
                  </a:lnTo>
                  <a:lnTo>
                    <a:pt x="47666" y="649"/>
                  </a:lnTo>
                  <a:lnTo>
                    <a:pt x="47846" y="725"/>
                  </a:lnTo>
                  <a:lnTo>
                    <a:pt x="48056" y="802"/>
                  </a:lnTo>
                  <a:lnTo>
                    <a:pt x="48296" y="873"/>
                  </a:lnTo>
                  <a:lnTo>
                    <a:pt x="48537" y="939"/>
                  </a:lnTo>
                  <a:lnTo>
                    <a:pt x="48777" y="1011"/>
                  </a:lnTo>
                  <a:lnTo>
                    <a:pt x="49077" y="1077"/>
                  </a:lnTo>
                  <a:lnTo>
                    <a:pt x="49348" y="1138"/>
                  </a:lnTo>
                  <a:lnTo>
                    <a:pt x="49678" y="1200"/>
                  </a:lnTo>
                  <a:lnTo>
                    <a:pt x="49978" y="1261"/>
                  </a:lnTo>
                  <a:lnTo>
                    <a:pt x="50339" y="1317"/>
                  </a:lnTo>
                  <a:lnTo>
                    <a:pt x="50669" y="1373"/>
                  </a:lnTo>
                  <a:lnTo>
                    <a:pt x="51030" y="1424"/>
                  </a:lnTo>
                  <a:lnTo>
                    <a:pt x="51420" y="1475"/>
                  </a:lnTo>
                  <a:lnTo>
                    <a:pt x="51811" y="1521"/>
                  </a:lnTo>
                  <a:lnTo>
                    <a:pt x="52201" y="1562"/>
                  </a:lnTo>
                  <a:lnTo>
                    <a:pt x="52591" y="1603"/>
                  </a:lnTo>
                  <a:lnTo>
                    <a:pt x="53012" y="1638"/>
                  </a:lnTo>
                  <a:lnTo>
                    <a:pt x="53432" y="1669"/>
                  </a:lnTo>
                  <a:lnTo>
                    <a:pt x="53883" y="1699"/>
                  </a:lnTo>
                  <a:lnTo>
                    <a:pt x="54333" y="1720"/>
                  </a:lnTo>
                  <a:lnTo>
                    <a:pt x="54784" y="1740"/>
                  </a:lnTo>
                  <a:lnTo>
                    <a:pt x="55234" y="1761"/>
                  </a:lnTo>
                  <a:lnTo>
                    <a:pt x="55685" y="1771"/>
                  </a:lnTo>
                  <a:lnTo>
                    <a:pt x="56166" y="1781"/>
                  </a:lnTo>
                  <a:lnTo>
                    <a:pt x="56166" y="1781"/>
                  </a:lnTo>
                  <a:lnTo>
                    <a:pt x="56256" y="1939"/>
                  </a:lnTo>
                  <a:lnTo>
                    <a:pt x="56436" y="2097"/>
                  </a:lnTo>
                  <a:lnTo>
                    <a:pt x="56646" y="2250"/>
                  </a:lnTo>
                  <a:lnTo>
                    <a:pt x="56796" y="2322"/>
                  </a:lnTo>
                  <a:lnTo>
                    <a:pt x="56946" y="2393"/>
                  </a:lnTo>
                  <a:lnTo>
                    <a:pt x="57127" y="2459"/>
                  </a:lnTo>
                  <a:lnTo>
                    <a:pt x="57307" y="2526"/>
                  </a:lnTo>
                  <a:lnTo>
                    <a:pt x="57517" y="2592"/>
                  </a:lnTo>
                  <a:lnTo>
                    <a:pt x="57727" y="2653"/>
                  </a:lnTo>
                  <a:lnTo>
                    <a:pt x="57968" y="2709"/>
                  </a:lnTo>
                  <a:lnTo>
                    <a:pt x="58238" y="2765"/>
                  </a:lnTo>
                  <a:lnTo>
                    <a:pt x="58508" y="2816"/>
                  </a:lnTo>
                  <a:lnTo>
                    <a:pt x="58839" y="2862"/>
                  </a:lnTo>
                  <a:lnTo>
                    <a:pt x="58839" y="2862"/>
                  </a:lnTo>
                  <a:lnTo>
                    <a:pt x="59259" y="2924"/>
                  </a:lnTo>
                  <a:lnTo>
                    <a:pt x="59740" y="2985"/>
                  </a:lnTo>
                  <a:lnTo>
                    <a:pt x="60190" y="3036"/>
                  </a:lnTo>
                  <a:lnTo>
                    <a:pt x="60701" y="3092"/>
                  </a:lnTo>
                  <a:lnTo>
                    <a:pt x="61211" y="3138"/>
                  </a:lnTo>
                  <a:lnTo>
                    <a:pt x="61752" y="3184"/>
                  </a:lnTo>
                  <a:lnTo>
                    <a:pt x="62293" y="3225"/>
                  </a:lnTo>
                  <a:lnTo>
                    <a:pt x="62833" y="3265"/>
                  </a:lnTo>
                  <a:lnTo>
                    <a:pt x="63404" y="3301"/>
                  </a:lnTo>
                  <a:lnTo>
                    <a:pt x="63975" y="3332"/>
                  </a:lnTo>
                  <a:lnTo>
                    <a:pt x="64545" y="3357"/>
                  </a:lnTo>
                  <a:lnTo>
                    <a:pt x="65146" y="3378"/>
                  </a:lnTo>
                  <a:lnTo>
                    <a:pt x="65717" y="3393"/>
                  </a:lnTo>
                  <a:lnTo>
                    <a:pt x="66317" y="3408"/>
                  </a:lnTo>
                  <a:lnTo>
                    <a:pt x="66918" y="3413"/>
                  </a:lnTo>
                  <a:lnTo>
                    <a:pt x="67519" y="3418"/>
                  </a:lnTo>
                  <a:lnTo>
                    <a:pt x="67519" y="3418"/>
                  </a:lnTo>
                  <a:lnTo>
                    <a:pt x="68390" y="3413"/>
                  </a:lnTo>
                  <a:lnTo>
                    <a:pt x="68840" y="3403"/>
                  </a:lnTo>
                  <a:lnTo>
                    <a:pt x="69291" y="3393"/>
                  </a:lnTo>
                  <a:lnTo>
                    <a:pt x="69711" y="3378"/>
                  </a:lnTo>
                  <a:lnTo>
                    <a:pt x="70162" y="3362"/>
                  </a:lnTo>
                  <a:lnTo>
                    <a:pt x="70582" y="3342"/>
                  </a:lnTo>
                  <a:lnTo>
                    <a:pt x="71003" y="3316"/>
                  </a:lnTo>
                  <a:lnTo>
                    <a:pt x="71423" y="3291"/>
                  </a:lnTo>
                  <a:lnTo>
                    <a:pt x="71814" y="3260"/>
                  </a:lnTo>
                  <a:lnTo>
                    <a:pt x="72234" y="3225"/>
                  </a:lnTo>
                  <a:lnTo>
                    <a:pt x="72625" y="3189"/>
                  </a:lnTo>
                  <a:lnTo>
                    <a:pt x="73015" y="3143"/>
                  </a:lnTo>
                  <a:lnTo>
                    <a:pt x="73375" y="3102"/>
                  </a:lnTo>
                  <a:lnTo>
                    <a:pt x="73766" y="3051"/>
                  </a:lnTo>
                  <a:lnTo>
                    <a:pt x="74126" y="2995"/>
                  </a:lnTo>
                  <a:lnTo>
                    <a:pt x="74126" y="2995"/>
                  </a:lnTo>
                  <a:lnTo>
                    <a:pt x="74397" y="2949"/>
                  </a:lnTo>
                  <a:lnTo>
                    <a:pt x="74667" y="2898"/>
                  </a:lnTo>
                  <a:lnTo>
                    <a:pt x="74937" y="2837"/>
                  </a:lnTo>
                  <a:lnTo>
                    <a:pt x="75178" y="2776"/>
                  </a:lnTo>
                  <a:lnTo>
                    <a:pt x="75448" y="2704"/>
                  </a:lnTo>
                  <a:lnTo>
                    <a:pt x="75658" y="2633"/>
                  </a:lnTo>
                  <a:lnTo>
                    <a:pt x="75898" y="2556"/>
                  </a:lnTo>
                  <a:lnTo>
                    <a:pt x="76109" y="2475"/>
                  </a:lnTo>
                  <a:lnTo>
                    <a:pt x="76289" y="2393"/>
                  </a:lnTo>
                  <a:lnTo>
                    <a:pt x="76499" y="2306"/>
                  </a:lnTo>
                  <a:lnTo>
                    <a:pt x="76649" y="2215"/>
                  </a:lnTo>
                  <a:lnTo>
                    <a:pt x="76799" y="2123"/>
                  </a:lnTo>
                  <a:lnTo>
                    <a:pt x="76920" y="2026"/>
                  </a:lnTo>
                  <a:lnTo>
                    <a:pt x="77040" y="1934"/>
                  </a:lnTo>
                  <a:lnTo>
                    <a:pt x="77130" y="1837"/>
                  </a:lnTo>
                  <a:lnTo>
                    <a:pt x="77190" y="1735"/>
                  </a:lnTo>
                  <a:lnTo>
                    <a:pt x="77190" y="3480"/>
                  </a:lnTo>
                  <a:lnTo>
                    <a:pt x="77190" y="3480"/>
                  </a:lnTo>
                  <a:lnTo>
                    <a:pt x="77190" y="3546"/>
                  </a:lnTo>
                  <a:lnTo>
                    <a:pt x="77190" y="3546"/>
                  </a:lnTo>
                  <a:lnTo>
                    <a:pt x="76679" y="3546"/>
                  </a:lnTo>
                  <a:lnTo>
                    <a:pt x="76679" y="3546"/>
                  </a:lnTo>
                  <a:lnTo>
                    <a:pt x="71934" y="3546"/>
                  </a:lnTo>
                  <a:lnTo>
                    <a:pt x="71934" y="3546"/>
                  </a:lnTo>
                  <a:lnTo>
                    <a:pt x="16520" y="3546"/>
                  </a:lnTo>
                  <a:lnTo>
                    <a:pt x="16520" y="3546"/>
                  </a:lnTo>
                  <a:lnTo>
                    <a:pt x="10813" y="3546"/>
                  </a:lnTo>
                  <a:lnTo>
                    <a:pt x="10813" y="3546"/>
                  </a:lnTo>
                  <a:lnTo>
                    <a:pt x="10423" y="3551"/>
                  </a:lnTo>
                  <a:lnTo>
                    <a:pt x="10423" y="3551"/>
                  </a:lnTo>
                  <a:lnTo>
                    <a:pt x="9552" y="3546"/>
                  </a:lnTo>
                  <a:lnTo>
                    <a:pt x="8711" y="3536"/>
                  </a:lnTo>
                  <a:lnTo>
                    <a:pt x="7930" y="3515"/>
                  </a:lnTo>
                  <a:lnTo>
                    <a:pt x="7209" y="3490"/>
                  </a:lnTo>
                  <a:lnTo>
                    <a:pt x="6518" y="3454"/>
                  </a:lnTo>
                  <a:lnTo>
                    <a:pt x="5857" y="3418"/>
                  </a:lnTo>
                  <a:lnTo>
                    <a:pt x="5257" y="3372"/>
                  </a:lnTo>
                  <a:lnTo>
                    <a:pt x="4686" y="3327"/>
                  </a:lnTo>
                  <a:lnTo>
                    <a:pt x="4176" y="3270"/>
                  </a:lnTo>
                  <a:lnTo>
                    <a:pt x="3665" y="3214"/>
                  </a:lnTo>
                  <a:lnTo>
                    <a:pt x="3214" y="3148"/>
                  </a:lnTo>
                  <a:lnTo>
                    <a:pt x="2824" y="3082"/>
                  </a:lnTo>
                  <a:lnTo>
                    <a:pt x="2434" y="3010"/>
                  </a:lnTo>
                  <a:lnTo>
                    <a:pt x="2073" y="2939"/>
                  </a:lnTo>
                  <a:lnTo>
                    <a:pt x="1773" y="2862"/>
                  </a:lnTo>
                  <a:lnTo>
                    <a:pt x="1472" y="2786"/>
                  </a:lnTo>
                  <a:lnTo>
                    <a:pt x="1232" y="2704"/>
                  </a:lnTo>
                  <a:lnTo>
                    <a:pt x="992" y="2623"/>
                  </a:lnTo>
                  <a:lnTo>
                    <a:pt x="812" y="2541"/>
                  </a:lnTo>
                  <a:lnTo>
                    <a:pt x="631" y="2459"/>
                  </a:lnTo>
                  <a:lnTo>
                    <a:pt x="481" y="2373"/>
                  </a:lnTo>
                  <a:lnTo>
                    <a:pt x="331" y="2291"/>
                  </a:lnTo>
                  <a:lnTo>
                    <a:pt x="241" y="2204"/>
                  </a:lnTo>
                  <a:lnTo>
                    <a:pt x="151" y="2123"/>
                  </a:lnTo>
                  <a:lnTo>
                    <a:pt x="31" y="1965"/>
                  </a:lnTo>
                  <a:lnTo>
                    <a:pt x="1" y="1807"/>
                  </a:lnTo>
                  <a:lnTo>
                    <a:pt x="1" y="1664"/>
                  </a:lnTo>
                  <a:lnTo>
                    <a:pt x="61" y="1536"/>
                  </a:lnTo>
                  <a:lnTo>
                    <a:pt x="61" y="1536"/>
                  </a:lnTo>
                  <a:lnTo>
                    <a:pt x="151" y="1414"/>
                  </a:lnTo>
                  <a:lnTo>
                    <a:pt x="271" y="1286"/>
                  </a:lnTo>
                  <a:lnTo>
                    <a:pt x="421" y="1159"/>
                  </a:lnTo>
                  <a:lnTo>
                    <a:pt x="631" y="1026"/>
                  </a:lnTo>
                  <a:lnTo>
                    <a:pt x="902" y="899"/>
                  </a:lnTo>
                  <a:lnTo>
                    <a:pt x="1052" y="837"/>
                  </a:lnTo>
                  <a:lnTo>
                    <a:pt x="1232" y="776"/>
                  </a:lnTo>
                  <a:lnTo>
                    <a:pt x="1412" y="715"/>
                  </a:lnTo>
                  <a:lnTo>
                    <a:pt x="1653" y="659"/>
                  </a:lnTo>
                  <a:lnTo>
                    <a:pt x="1863" y="598"/>
                  </a:lnTo>
                  <a:lnTo>
                    <a:pt x="2133" y="542"/>
                  </a:lnTo>
                  <a:lnTo>
                    <a:pt x="2403" y="485"/>
                  </a:lnTo>
                  <a:lnTo>
                    <a:pt x="2734" y="434"/>
                  </a:lnTo>
                  <a:lnTo>
                    <a:pt x="3064" y="383"/>
                  </a:lnTo>
                  <a:lnTo>
                    <a:pt x="3425" y="338"/>
                  </a:lnTo>
                  <a:lnTo>
                    <a:pt x="3815" y="292"/>
                  </a:lnTo>
                  <a:lnTo>
                    <a:pt x="4206" y="246"/>
                  </a:lnTo>
                  <a:lnTo>
                    <a:pt x="4656" y="210"/>
                  </a:lnTo>
                  <a:lnTo>
                    <a:pt x="5137" y="169"/>
                  </a:lnTo>
                  <a:lnTo>
                    <a:pt x="5647" y="139"/>
                  </a:lnTo>
                  <a:lnTo>
                    <a:pt x="6218" y="108"/>
                  </a:lnTo>
                  <a:lnTo>
                    <a:pt x="6789" y="77"/>
                  </a:lnTo>
                  <a:lnTo>
                    <a:pt x="7419" y="57"/>
                  </a:lnTo>
                  <a:lnTo>
                    <a:pt x="8050" y="37"/>
                  </a:lnTo>
                  <a:lnTo>
                    <a:pt x="8771" y="21"/>
                  </a:lnTo>
                  <a:lnTo>
                    <a:pt x="9492" y="11"/>
                  </a:lnTo>
                  <a:lnTo>
                    <a:pt x="10273" y="1"/>
                  </a:lnTo>
                  <a:lnTo>
                    <a:pt x="10273" y="1"/>
                  </a:lnTo>
                  <a:lnTo>
                    <a:pt x="10423" y="1"/>
                  </a:lnTo>
                  <a:lnTo>
                    <a:pt x="11114" y="1"/>
                  </a:lnTo>
                  <a:lnTo>
                    <a:pt x="11114" y="1"/>
                  </a:lnTo>
                  <a:lnTo>
                    <a:pt x="11264" y="1"/>
                  </a:lnTo>
                  <a:lnTo>
                    <a:pt x="4691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64"/>
            <p:cNvSpPr/>
            <p:nvPr/>
          </p:nvSpPr>
          <p:spPr>
            <a:xfrm flipH="1">
              <a:off x="5675494" y="3675200"/>
              <a:ext cx="44194" cy="88650"/>
            </a:xfrm>
            <a:custGeom>
              <a:avLst/>
              <a:gdLst/>
              <a:ahLst/>
              <a:cxnLst/>
              <a:rect l="l" t="t" r="r" b="b"/>
              <a:pathLst>
                <a:path w="10423" h="3546" extrusionOk="0">
                  <a:moveTo>
                    <a:pt x="1" y="1"/>
                  </a:moveTo>
                  <a:lnTo>
                    <a:pt x="1" y="1322"/>
                  </a:lnTo>
                  <a:lnTo>
                    <a:pt x="31" y="1424"/>
                  </a:lnTo>
                  <a:lnTo>
                    <a:pt x="61" y="1526"/>
                  </a:lnTo>
                  <a:lnTo>
                    <a:pt x="31" y="1633"/>
                  </a:lnTo>
                  <a:lnTo>
                    <a:pt x="1" y="1735"/>
                  </a:lnTo>
                  <a:lnTo>
                    <a:pt x="1" y="3480"/>
                  </a:lnTo>
                  <a:lnTo>
                    <a:pt x="1" y="3546"/>
                  </a:lnTo>
                  <a:lnTo>
                    <a:pt x="782" y="3536"/>
                  </a:lnTo>
                  <a:lnTo>
                    <a:pt x="1503" y="3520"/>
                  </a:lnTo>
                  <a:lnTo>
                    <a:pt x="2193" y="3505"/>
                  </a:lnTo>
                  <a:lnTo>
                    <a:pt x="2854" y="3480"/>
                  </a:lnTo>
                  <a:lnTo>
                    <a:pt x="3485" y="3454"/>
                  </a:lnTo>
                  <a:lnTo>
                    <a:pt x="4056" y="3423"/>
                  </a:lnTo>
                  <a:lnTo>
                    <a:pt x="4626" y="3388"/>
                  </a:lnTo>
                  <a:lnTo>
                    <a:pt x="5137" y="3347"/>
                  </a:lnTo>
                  <a:lnTo>
                    <a:pt x="5647" y="3306"/>
                  </a:lnTo>
                  <a:lnTo>
                    <a:pt x="6098" y="3260"/>
                  </a:lnTo>
                  <a:lnTo>
                    <a:pt x="6518" y="3214"/>
                  </a:lnTo>
                  <a:lnTo>
                    <a:pt x="6939" y="3163"/>
                  </a:lnTo>
                  <a:lnTo>
                    <a:pt x="7299" y="3107"/>
                  </a:lnTo>
                  <a:lnTo>
                    <a:pt x="7660" y="3051"/>
                  </a:lnTo>
                  <a:lnTo>
                    <a:pt x="7990" y="2995"/>
                  </a:lnTo>
                  <a:lnTo>
                    <a:pt x="8290" y="2934"/>
                  </a:lnTo>
                  <a:lnTo>
                    <a:pt x="8561" y="2873"/>
                  </a:lnTo>
                  <a:lnTo>
                    <a:pt x="8801" y="2811"/>
                  </a:lnTo>
                  <a:lnTo>
                    <a:pt x="9041" y="2750"/>
                  </a:lnTo>
                  <a:lnTo>
                    <a:pt x="9221" y="2684"/>
                  </a:lnTo>
                  <a:lnTo>
                    <a:pt x="9432" y="2618"/>
                  </a:lnTo>
                  <a:lnTo>
                    <a:pt x="9582" y="2551"/>
                  </a:lnTo>
                  <a:lnTo>
                    <a:pt x="9882" y="2424"/>
                  </a:lnTo>
                  <a:lnTo>
                    <a:pt x="10092" y="2291"/>
                  </a:lnTo>
                  <a:lnTo>
                    <a:pt x="10243" y="2164"/>
                  </a:lnTo>
                  <a:lnTo>
                    <a:pt x="10363" y="2041"/>
                  </a:lnTo>
                  <a:lnTo>
                    <a:pt x="10423" y="1919"/>
                  </a:lnTo>
                  <a:lnTo>
                    <a:pt x="10363" y="1771"/>
                  </a:lnTo>
                  <a:lnTo>
                    <a:pt x="10363" y="1618"/>
                  </a:lnTo>
                  <a:lnTo>
                    <a:pt x="10393" y="1546"/>
                  </a:lnTo>
                  <a:lnTo>
                    <a:pt x="10273" y="1429"/>
                  </a:lnTo>
                  <a:lnTo>
                    <a:pt x="10092" y="1302"/>
                  </a:lnTo>
                  <a:lnTo>
                    <a:pt x="9852" y="1179"/>
                  </a:lnTo>
                  <a:lnTo>
                    <a:pt x="9552" y="1047"/>
                  </a:lnTo>
                  <a:lnTo>
                    <a:pt x="9161" y="919"/>
                  </a:lnTo>
                  <a:lnTo>
                    <a:pt x="8741" y="792"/>
                  </a:lnTo>
                  <a:lnTo>
                    <a:pt x="8471" y="730"/>
                  </a:lnTo>
                  <a:lnTo>
                    <a:pt x="8230" y="669"/>
                  </a:lnTo>
                  <a:lnTo>
                    <a:pt x="7930" y="613"/>
                  </a:lnTo>
                  <a:lnTo>
                    <a:pt x="7630" y="552"/>
                  </a:lnTo>
                  <a:lnTo>
                    <a:pt x="7299" y="496"/>
                  </a:lnTo>
                  <a:lnTo>
                    <a:pt x="6969" y="440"/>
                  </a:lnTo>
                  <a:lnTo>
                    <a:pt x="6608" y="389"/>
                  </a:lnTo>
                  <a:lnTo>
                    <a:pt x="6218" y="338"/>
                  </a:lnTo>
                  <a:lnTo>
                    <a:pt x="5828" y="292"/>
                  </a:lnTo>
                  <a:lnTo>
                    <a:pt x="5407" y="246"/>
                  </a:lnTo>
                  <a:lnTo>
                    <a:pt x="4957" y="205"/>
                  </a:lnTo>
                  <a:lnTo>
                    <a:pt x="4506" y="169"/>
                  </a:lnTo>
                  <a:lnTo>
                    <a:pt x="3995" y="134"/>
                  </a:lnTo>
                  <a:lnTo>
                    <a:pt x="3515" y="103"/>
                  </a:lnTo>
                  <a:lnTo>
                    <a:pt x="2974" y="72"/>
                  </a:lnTo>
                  <a:lnTo>
                    <a:pt x="2434" y="52"/>
                  </a:lnTo>
                  <a:lnTo>
                    <a:pt x="1863" y="32"/>
                  </a:lnTo>
                  <a:lnTo>
                    <a:pt x="1262" y="16"/>
                  </a:lnTo>
                  <a:lnTo>
                    <a:pt x="632" y="6"/>
                  </a:lnTo>
                  <a:lnTo>
                    <a:pt x="1" y="1"/>
                  </a:lnTo>
                  <a:close/>
                </a:path>
              </a:pathLst>
            </a:custGeom>
            <a:solidFill>
              <a:srgbClr val="009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64"/>
            <p:cNvSpPr/>
            <p:nvPr/>
          </p:nvSpPr>
          <p:spPr>
            <a:xfrm flipH="1">
              <a:off x="5675494" y="3675200"/>
              <a:ext cx="44194" cy="88650"/>
            </a:xfrm>
            <a:custGeom>
              <a:avLst/>
              <a:gdLst/>
              <a:ahLst/>
              <a:cxnLst/>
              <a:rect l="l" t="t" r="r" b="b"/>
              <a:pathLst>
                <a:path w="10423" h="3546" fill="none" extrusionOk="0">
                  <a:moveTo>
                    <a:pt x="1" y="1"/>
                  </a:moveTo>
                  <a:lnTo>
                    <a:pt x="1" y="1"/>
                  </a:lnTo>
                  <a:lnTo>
                    <a:pt x="632" y="6"/>
                  </a:lnTo>
                  <a:lnTo>
                    <a:pt x="1262" y="16"/>
                  </a:lnTo>
                  <a:lnTo>
                    <a:pt x="1863" y="32"/>
                  </a:lnTo>
                  <a:lnTo>
                    <a:pt x="2434" y="52"/>
                  </a:lnTo>
                  <a:lnTo>
                    <a:pt x="2974" y="72"/>
                  </a:lnTo>
                  <a:lnTo>
                    <a:pt x="3515" y="103"/>
                  </a:lnTo>
                  <a:lnTo>
                    <a:pt x="3995" y="134"/>
                  </a:lnTo>
                  <a:lnTo>
                    <a:pt x="4506" y="169"/>
                  </a:lnTo>
                  <a:lnTo>
                    <a:pt x="4957" y="205"/>
                  </a:lnTo>
                  <a:lnTo>
                    <a:pt x="5407" y="246"/>
                  </a:lnTo>
                  <a:lnTo>
                    <a:pt x="5828" y="292"/>
                  </a:lnTo>
                  <a:lnTo>
                    <a:pt x="6218" y="338"/>
                  </a:lnTo>
                  <a:lnTo>
                    <a:pt x="6608" y="389"/>
                  </a:lnTo>
                  <a:lnTo>
                    <a:pt x="6969" y="440"/>
                  </a:lnTo>
                  <a:lnTo>
                    <a:pt x="7299" y="496"/>
                  </a:lnTo>
                  <a:lnTo>
                    <a:pt x="7630" y="552"/>
                  </a:lnTo>
                  <a:lnTo>
                    <a:pt x="7930" y="613"/>
                  </a:lnTo>
                  <a:lnTo>
                    <a:pt x="8230" y="669"/>
                  </a:lnTo>
                  <a:lnTo>
                    <a:pt x="8471" y="730"/>
                  </a:lnTo>
                  <a:lnTo>
                    <a:pt x="8741" y="792"/>
                  </a:lnTo>
                  <a:lnTo>
                    <a:pt x="9161" y="919"/>
                  </a:lnTo>
                  <a:lnTo>
                    <a:pt x="9552" y="1047"/>
                  </a:lnTo>
                  <a:lnTo>
                    <a:pt x="9852" y="1179"/>
                  </a:lnTo>
                  <a:lnTo>
                    <a:pt x="10092" y="1302"/>
                  </a:lnTo>
                  <a:lnTo>
                    <a:pt x="10273" y="1429"/>
                  </a:lnTo>
                  <a:lnTo>
                    <a:pt x="10393" y="1546"/>
                  </a:lnTo>
                  <a:lnTo>
                    <a:pt x="10393" y="1546"/>
                  </a:lnTo>
                  <a:lnTo>
                    <a:pt x="10363" y="1618"/>
                  </a:lnTo>
                  <a:lnTo>
                    <a:pt x="10363" y="1618"/>
                  </a:lnTo>
                  <a:lnTo>
                    <a:pt x="10363" y="1771"/>
                  </a:lnTo>
                  <a:lnTo>
                    <a:pt x="10423" y="1919"/>
                  </a:lnTo>
                  <a:lnTo>
                    <a:pt x="10423" y="1919"/>
                  </a:lnTo>
                  <a:lnTo>
                    <a:pt x="10363" y="2041"/>
                  </a:lnTo>
                  <a:lnTo>
                    <a:pt x="10243" y="2164"/>
                  </a:lnTo>
                  <a:lnTo>
                    <a:pt x="10092" y="2291"/>
                  </a:lnTo>
                  <a:lnTo>
                    <a:pt x="9882" y="2424"/>
                  </a:lnTo>
                  <a:lnTo>
                    <a:pt x="9582" y="2551"/>
                  </a:lnTo>
                  <a:lnTo>
                    <a:pt x="9432" y="2618"/>
                  </a:lnTo>
                  <a:lnTo>
                    <a:pt x="9221" y="2684"/>
                  </a:lnTo>
                  <a:lnTo>
                    <a:pt x="9041" y="2750"/>
                  </a:lnTo>
                  <a:lnTo>
                    <a:pt x="8801" y="2811"/>
                  </a:lnTo>
                  <a:lnTo>
                    <a:pt x="8561" y="2873"/>
                  </a:lnTo>
                  <a:lnTo>
                    <a:pt x="8290" y="2934"/>
                  </a:lnTo>
                  <a:lnTo>
                    <a:pt x="7990" y="2995"/>
                  </a:lnTo>
                  <a:lnTo>
                    <a:pt x="7660" y="3051"/>
                  </a:lnTo>
                  <a:lnTo>
                    <a:pt x="7299" y="3107"/>
                  </a:lnTo>
                  <a:lnTo>
                    <a:pt x="6939" y="3163"/>
                  </a:lnTo>
                  <a:lnTo>
                    <a:pt x="6518" y="3214"/>
                  </a:lnTo>
                  <a:lnTo>
                    <a:pt x="6098" y="3260"/>
                  </a:lnTo>
                  <a:lnTo>
                    <a:pt x="5647" y="3306"/>
                  </a:lnTo>
                  <a:lnTo>
                    <a:pt x="5137" y="3347"/>
                  </a:lnTo>
                  <a:lnTo>
                    <a:pt x="4626" y="3388"/>
                  </a:lnTo>
                  <a:lnTo>
                    <a:pt x="4056" y="3423"/>
                  </a:lnTo>
                  <a:lnTo>
                    <a:pt x="3485" y="3454"/>
                  </a:lnTo>
                  <a:lnTo>
                    <a:pt x="2854" y="3480"/>
                  </a:lnTo>
                  <a:lnTo>
                    <a:pt x="2193" y="3505"/>
                  </a:lnTo>
                  <a:lnTo>
                    <a:pt x="1503" y="3520"/>
                  </a:lnTo>
                  <a:lnTo>
                    <a:pt x="782" y="3536"/>
                  </a:lnTo>
                  <a:lnTo>
                    <a:pt x="1" y="3546"/>
                  </a:lnTo>
                  <a:lnTo>
                    <a:pt x="1" y="3546"/>
                  </a:lnTo>
                  <a:lnTo>
                    <a:pt x="1" y="3480"/>
                  </a:lnTo>
                  <a:lnTo>
                    <a:pt x="1" y="1735"/>
                  </a:lnTo>
                  <a:lnTo>
                    <a:pt x="1" y="1735"/>
                  </a:lnTo>
                  <a:lnTo>
                    <a:pt x="31" y="1633"/>
                  </a:lnTo>
                  <a:lnTo>
                    <a:pt x="61" y="1526"/>
                  </a:lnTo>
                  <a:lnTo>
                    <a:pt x="31" y="1424"/>
                  </a:lnTo>
                  <a:lnTo>
                    <a:pt x="1" y="1322"/>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64"/>
            <p:cNvSpPr/>
            <p:nvPr/>
          </p:nvSpPr>
          <p:spPr>
            <a:xfrm flipH="1">
              <a:off x="5719684" y="3675200"/>
              <a:ext cx="89146" cy="85475"/>
            </a:xfrm>
            <a:custGeom>
              <a:avLst/>
              <a:gdLst/>
              <a:ahLst/>
              <a:cxnLst/>
              <a:rect l="l" t="t" r="r" b="b"/>
              <a:pathLst>
                <a:path w="21025" h="3419" extrusionOk="0">
                  <a:moveTo>
                    <a:pt x="12465" y="1"/>
                  </a:moveTo>
                  <a:lnTo>
                    <a:pt x="12465" y="16"/>
                  </a:lnTo>
                  <a:lnTo>
                    <a:pt x="12465" y="159"/>
                  </a:lnTo>
                  <a:lnTo>
                    <a:pt x="12405" y="292"/>
                  </a:lnTo>
                  <a:lnTo>
                    <a:pt x="12315" y="419"/>
                  </a:lnTo>
                  <a:lnTo>
                    <a:pt x="12195" y="542"/>
                  </a:lnTo>
                  <a:lnTo>
                    <a:pt x="12044" y="654"/>
                  </a:lnTo>
                  <a:lnTo>
                    <a:pt x="11834" y="761"/>
                  </a:lnTo>
                  <a:lnTo>
                    <a:pt x="11624" y="863"/>
                  </a:lnTo>
                  <a:lnTo>
                    <a:pt x="11384" y="955"/>
                  </a:lnTo>
                  <a:lnTo>
                    <a:pt x="11113" y="1041"/>
                  </a:lnTo>
                  <a:lnTo>
                    <a:pt x="10783" y="1123"/>
                  </a:lnTo>
                  <a:lnTo>
                    <a:pt x="10483" y="1194"/>
                  </a:lnTo>
                  <a:lnTo>
                    <a:pt x="10122" y="1266"/>
                  </a:lnTo>
                  <a:lnTo>
                    <a:pt x="9762" y="1327"/>
                  </a:lnTo>
                  <a:lnTo>
                    <a:pt x="9371" y="1388"/>
                  </a:lnTo>
                  <a:lnTo>
                    <a:pt x="8951" y="1439"/>
                  </a:lnTo>
                  <a:lnTo>
                    <a:pt x="8530" y="1490"/>
                  </a:lnTo>
                  <a:lnTo>
                    <a:pt x="8080" y="1531"/>
                  </a:lnTo>
                  <a:lnTo>
                    <a:pt x="7629" y="1572"/>
                  </a:lnTo>
                  <a:lnTo>
                    <a:pt x="7179" y="1608"/>
                  </a:lnTo>
                  <a:lnTo>
                    <a:pt x="6698" y="1638"/>
                  </a:lnTo>
                  <a:lnTo>
                    <a:pt x="6188" y="1664"/>
                  </a:lnTo>
                  <a:lnTo>
                    <a:pt x="5707" y="1689"/>
                  </a:lnTo>
                  <a:lnTo>
                    <a:pt x="5197" y="1710"/>
                  </a:lnTo>
                  <a:lnTo>
                    <a:pt x="4686" y="1730"/>
                  </a:lnTo>
                  <a:lnTo>
                    <a:pt x="3665" y="1756"/>
                  </a:lnTo>
                  <a:lnTo>
                    <a:pt x="2644" y="1771"/>
                  </a:lnTo>
                  <a:lnTo>
                    <a:pt x="1622" y="1781"/>
                  </a:lnTo>
                  <a:lnTo>
                    <a:pt x="601" y="1786"/>
                  </a:lnTo>
                  <a:lnTo>
                    <a:pt x="1" y="1781"/>
                  </a:lnTo>
                  <a:lnTo>
                    <a:pt x="91" y="1939"/>
                  </a:lnTo>
                  <a:lnTo>
                    <a:pt x="271" y="2097"/>
                  </a:lnTo>
                  <a:lnTo>
                    <a:pt x="481" y="2250"/>
                  </a:lnTo>
                  <a:lnTo>
                    <a:pt x="631" y="2322"/>
                  </a:lnTo>
                  <a:lnTo>
                    <a:pt x="781" y="2393"/>
                  </a:lnTo>
                  <a:lnTo>
                    <a:pt x="962" y="2459"/>
                  </a:lnTo>
                  <a:lnTo>
                    <a:pt x="1142" y="2526"/>
                  </a:lnTo>
                  <a:lnTo>
                    <a:pt x="1352" y="2592"/>
                  </a:lnTo>
                  <a:lnTo>
                    <a:pt x="1562" y="2653"/>
                  </a:lnTo>
                  <a:lnTo>
                    <a:pt x="1803" y="2709"/>
                  </a:lnTo>
                  <a:lnTo>
                    <a:pt x="2073" y="2765"/>
                  </a:lnTo>
                  <a:lnTo>
                    <a:pt x="2343" y="2816"/>
                  </a:lnTo>
                  <a:lnTo>
                    <a:pt x="2674" y="2862"/>
                  </a:lnTo>
                  <a:lnTo>
                    <a:pt x="3094" y="2924"/>
                  </a:lnTo>
                  <a:lnTo>
                    <a:pt x="3575" y="2985"/>
                  </a:lnTo>
                  <a:lnTo>
                    <a:pt x="4025" y="3036"/>
                  </a:lnTo>
                  <a:lnTo>
                    <a:pt x="4536" y="3092"/>
                  </a:lnTo>
                  <a:lnTo>
                    <a:pt x="5046" y="3138"/>
                  </a:lnTo>
                  <a:lnTo>
                    <a:pt x="5587" y="3184"/>
                  </a:lnTo>
                  <a:lnTo>
                    <a:pt x="6128" y="3225"/>
                  </a:lnTo>
                  <a:lnTo>
                    <a:pt x="6668" y="3265"/>
                  </a:lnTo>
                  <a:lnTo>
                    <a:pt x="7239" y="3301"/>
                  </a:lnTo>
                  <a:lnTo>
                    <a:pt x="7810" y="3332"/>
                  </a:lnTo>
                  <a:lnTo>
                    <a:pt x="8380" y="3357"/>
                  </a:lnTo>
                  <a:lnTo>
                    <a:pt x="8981" y="3378"/>
                  </a:lnTo>
                  <a:lnTo>
                    <a:pt x="9552" y="3393"/>
                  </a:lnTo>
                  <a:lnTo>
                    <a:pt x="10152" y="3408"/>
                  </a:lnTo>
                  <a:lnTo>
                    <a:pt x="10753" y="3413"/>
                  </a:lnTo>
                  <a:lnTo>
                    <a:pt x="11354" y="3418"/>
                  </a:lnTo>
                  <a:lnTo>
                    <a:pt x="12225" y="3413"/>
                  </a:lnTo>
                  <a:lnTo>
                    <a:pt x="12675" y="3403"/>
                  </a:lnTo>
                  <a:lnTo>
                    <a:pt x="13126" y="3393"/>
                  </a:lnTo>
                  <a:lnTo>
                    <a:pt x="13546" y="3378"/>
                  </a:lnTo>
                  <a:lnTo>
                    <a:pt x="13997" y="3362"/>
                  </a:lnTo>
                  <a:lnTo>
                    <a:pt x="14417" y="3342"/>
                  </a:lnTo>
                  <a:lnTo>
                    <a:pt x="14838" y="3316"/>
                  </a:lnTo>
                  <a:lnTo>
                    <a:pt x="15258" y="3291"/>
                  </a:lnTo>
                  <a:lnTo>
                    <a:pt x="15649" y="3260"/>
                  </a:lnTo>
                  <a:lnTo>
                    <a:pt x="16069" y="3225"/>
                  </a:lnTo>
                  <a:lnTo>
                    <a:pt x="16460" y="3189"/>
                  </a:lnTo>
                  <a:lnTo>
                    <a:pt x="16850" y="3143"/>
                  </a:lnTo>
                  <a:lnTo>
                    <a:pt x="17210" y="3102"/>
                  </a:lnTo>
                  <a:lnTo>
                    <a:pt x="17601" y="3051"/>
                  </a:lnTo>
                  <a:lnTo>
                    <a:pt x="17961" y="2995"/>
                  </a:lnTo>
                  <a:lnTo>
                    <a:pt x="18232" y="2949"/>
                  </a:lnTo>
                  <a:lnTo>
                    <a:pt x="18502" y="2898"/>
                  </a:lnTo>
                  <a:lnTo>
                    <a:pt x="18772" y="2837"/>
                  </a:lnTo>
                  <a:lnTo>
                    <a:pt x="19013" y="2776"/>
                  </a:lnTo>
                  <a:lnTo>
                    <a:pt x="19283" y="2704"/>
                  </a:lnTo>
                  <a:lnTo>
                    <a:pt x="19493" y="2633"/>
                  </a:lnTo>
                  <a:lnTo>
                    <a:pt x="19733" y="2556"/>
                  </a:lnTo>
                  <a:lnTo>
                    <a:pt x="19944" y="2475"/>
                  </a:lnTo>
                  <a:lnTo>
                    <a:pt x="20124" y="2393"/>
                  </a:lnTo>
                  <a:lnTo>
                    <a:pt x="20334" y="2306"/>
                  </a:lnTo>
                  <a:lnTo>
                    <a:pt x="20484" y="2215"/>
                  </a:lnTo>
                  <a:lnTo>
                    <a:pt x="20634" y="2123"/>
                  </a:lnTo>
                  <a:lnTo>
                    <a:pt x="20755" y="2026"/>
                  </a:lnTo>
                  <a:lnTo>
                    <a:pt x="20875" y="1934"/>
                  </a:lnTo>
                  <a:lnTo>
                    <a:pt x="20965" y="1837"/>
                  </a:lnTo>
                  <a:lnTo>
                    <a:pt x="21025" y="1735"/>
                  </a:lnTo>
                  <a:lnTo>
                    <a:pt x="21025" y="1322"/>
                  </a:lnTo>
                  <a:lnTo>
                    <a:pt x="21025" y="1"/>
                  </a:lnTo>
                  <a:close/>
                </a:path>
              </a:pathLst>
            </a:custGeom>
            <a:solidFill>
              <a:srgbClr val="008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64"/>
            <p:cNvSpPr/>
            <p:nvPr/>
          </p:nvSpPr>
          <p:spPr>
            <a:xfrm flipH="1">
              <a:off x="5719684" y="3675200"/>
              <a:ext cx="89146" cy="85475"/>
            </a:xfrm>
            <a:custGeom>
              <a:avLst/>
              <a:gdLst/>
              <a:ahLst/>
              <a:cxnLst/>
              <a:rect l="l" t="t" r="r" b="b"/>
              <a:pathLst>
                <a:path w="21025" h="3419" fill="none" extrusionOk="0">
                  <a:moveTo>
                    <a:pt x="20634" y="1"/>
                  </a:moveTo>
                  <a:lnTo>
                    <a:pt x="20634" y="1"/>
                  </a:lnTo>
                  <a:lnTo>
                    <a:pt x="20634" y="1"/>
                  </a:lnTo>
                  <a:lnTo>
                    <a:pt x="20724" y="1"/>
                  </a:lnTo>
                  <a:lnTo>
                    <a:pt x="20724" y="1"/>
                  </a:lnTo>
                  <a:lnTo>
                    <a:pt x="21025" y="1"/>
                  </a:lnTo>
                  <a:lnTo>
                    <a:pt x="21025" y="1322"/>
                  </a:lnTo>
                  <a:lnTo>
                    <a:pt x="21025" y="1322"/>
                  </a:lnTo>
                  <a:lnTo>
                    <a:pt x="21025" y="1735"/>
                  </a:lnTo>
                  <a:lnTo>
                    <a:pt x="21025" y="1735"/>
                  </a:lnTo>
                  <a:lnTo>
                    <a:pt x="20965" y="1837"/>
                  </a:lnTo>
                  <a:lnTo>
                    <a:pt x="20875" y="1934"/>
                  </a:lnTo>
                  <a:lnTo>
                    <a:pt x="20755" y="2026"/>
                  </a:lnTo>
                  <a:lnTo>
                    <a:pt x="20634" y="2123"/>
                  </a:lnTo>
                  <a:lnTo>
                    <a:pt x="20484" y="2215"/>
                  </a:lnTo>
                  <a:lnTo>
                    <a:pt x="20334" y="2306"/>
                  </a:lnTo>
                  <a:lnTo>
                    <a:pt x="20124" y="2393"/>
                  </a:lnTo>
                  <a:lnTo>
                    <a:pt x="19944" y="2475"/>
                  </a:lnTo>
                  <a:lnTo>
                    <a:pt x="19733" y="2556"/>
                  </a:lnTo>
                  <a:lnTo>
                    <a:pt x="19493" y="2633"/>
                  </a:lnTo>
                  <a:lnTo>
                    <a:pt x="19283" y="2704"/>
                  </a:lnTo>
                  <a:lnTo>
                    <a:pt x="19013" y="2776"/>
                  </a:lnTo>
                  <a:lnTo>
                    <a:pt x="18772" y="2837"/>
                  </a:lnTo>
                  <a:lnTo>
                    <a:pt x="18502" y="2898"/>
                  </a:lnTo>
                  <a:lnTo>
                    <a:pt x="18232" y="2949"/>
                  </a:lnTo>
                  <a:lnTo>
                    <a:pt x="17961" y="2995"/>
                  </a:lnTo>
                  <a:lnTo>
                    <a:pt x="17961" y="2995"/>
                  </a:lnTo>
                  <a:lnTo>
                    <a:pt x="17601" y="3051"/>
                  </a:lnTo>
                  <a:lnTo>
                    <a:pt x="17210" y="3102"/>
                  </a:lnTo>
                  <a:lnTo>
                    <a:pt x="16850" y="3143"/>
                  </a:lnTo>
                  <a:lnTo>
                    <a:pt x="16460" y="3189"/>
                  </a:lnTo>
                  <a:lnTo>
                    <a:pt x="16069" y="3225"/>
                  </a:lnTo>
                  <a:lnTo>
                    <a:pt x="15649" y="3260"/>
                  </a:lnTo>
                  <a:lnTo>
                    <a:pt x="15258" y="3291"/>
                  </a:lnTo>
                  <a:lnTo>
                    <a:pt x="14838" y="3316"/>
                  </a:lnTo>
                  <a:lnTo>
                    <a:pt x="14417" y="3342"/>
                  </a:lnTo>
                  <a:lnTo>
                    <a:pt x="13997" y="3362"/>
                  </a:lnTo>
                  <a:lnTo>
                    <a:pt x="13546" y="3378"/>
                  </a:lnTo>
                  <a:lnTo>
                    <a:pt x="13126" y="3393"/>
                  </a:lnTo>
                  <a:lnTo>
                    <a:pt x="12675" y="3403"/>
                  </a:lnTo>
                  <a:lnTo>
                    <a:pt x="12225" y="3413"/>
                  </a:lnTo>
                  <a:lnTo>
                    <a:pt x="11354" y="3418"/>
                  </a:lnTo>
                  <a:lnTo>
                    <a:pt x="11354" y="3418"/>
                  </a:lnTo>
                  <a:lnTo>
                    <a:pt x="10753" y="3413"/>
                  </a:lnTo>
                  <a:lnTo>
                    <a:pt x="10152" y="3408"/>
                  </a:lnTo>
                  <a:lnTo>
                    <a:pt x="9552" y="3393"/>
                  </a:lnTo>
                  <a:lnTo>
                    <a:pt x="8981" y="3378"/>
                  </a:lnTo>
                  <a:lnTo>
                    <a:pt x="8380" y="3357"/>
                  </a:lnTo>
                  <a:lnTo>
                    <a:pt x="7810" y="3332"/>
                  </a:lnTo>
                  <a:lnTo>
                    <a:pt x="7239" y="3301"/>
                  </a:lnTo>
                  <a:lnTo>
                    <a:pt x="6668" y="3265"/>
                  </a:lnTo>
                  <a:lnTo>
                    <a:pt x="6128" y="3225"/>
                  </a:lnTo>
                  <a:lnTo>
                    <a:pt x="5587" y="3184"/>
                  </a:lnTo>
                  <a:lnTo>
                    <a:pt x="5046" y="3138"/>
                  </a:lnTo>
                  <a:lnTo>
                    <a:pt x="4536" y="3092"/>
                  </a:lnTo>
                  <a:lnTo>
                    <a:pt x="4025" y="3036"/>
                  </a:lnTo>
                  <a:lnTo>
                    <a:pt x="3575" y="2985"/>
                  </a:lnTo>
                  <a:lnTo>
                    <a:pt x="3094" y="2924"/>
                  </a:lnTo>
                  <a:lnTo>
                    <a:pt x="2674" y="2862"/>
                  </a:lnTo>
                  <a:lnTo>
                    <a:pt x="2674" y="2862"/>
                  </a:lnTo>
                  <a:lnTo>
                    <a:pt x="2343" y="2816"/>
                  </a:lnTo>
                  <a:lnTo>
                    <a:pt x="2073" y="2765"/>
                  </a:lnTo>
                  <a:lnTo>
                    <a:pt x="1803" y="2709"/>
                  </a:lnTo>
                  <a:lnTo>
                    <a:pt x="1562" y="2653"/>
                  </a:lnTo>
                  <a:lnTo>
                    <a:pt x="1352" y="2592"/>
                  </a:lnTo>
                  <a:lnTo>
                    <a:pt x="1142" y="2526"/>
                  </a:lnTo>
                  <a:lnTo>
                    <a:pt x="962" y="2459"/>
                  </a:lnTo>
                  <a:lnTo>
                    <a:pt x="781" y="2393"/>
                  </a:lnTo>
                  <a:lnTo>
                    <a:pt x="631" y="2322"/>
                  </a:lnTo>
                  <a:lnTo>
                    <a:pt x="481" y="2250"/>
                  </a:lnTo>
                  <a:lnTo>
                    <a:pt x="271" y="2097"/>
                  </a:lnTo>
                  <a:lnTo>
                    <a:pt x="91" y="1939"/>
                  </a:lnTo>
                  <a:lnTo>
                    <a:pt x="1" y="1781"/>
                  </a:lnTo>
                  <a:lnTo>
                    <a:pt x="1" y="1781"/>
                  </a:lnTo>
                  <a:lnTo>
                    <a:pt x="601" y="1786"/>
                  </a:lnTo>
                  <a:lnTo>
                    <a:pt x="601" y="1786"/>
                  </a:lnTo>
                  <a:lnTo>
                    <a:pt x="1622" y="1781"/>
                  </a:lnTo>
                  <a:lnTo>
                    <a:pt x="2644" y="1771"/>
                  </a:lnTo>
                  <a:lnTo>
                    <a:pt x="3665" y="1756"/>
                  </a:lnTo>
                  <a:lnTo>
                    <a:pt x="4686" y="1730"/>
                  </a:lnTo>
                  <a:lnTo>
                    <a:pt x="5197" y="1710"/>
                  </a:lnTo>
                  <a:lnTo>
                    <a:pt x="5707" y="1689"/>
                  </a:lnTo>
                  <a:lnTo>
                    <a:pt x="6188" y="1664"/>
                  </a:lnTo>
                  <a:lnTo>
                    <a:pt x="6698" y="1638"/>
                  </a:lnTo>
                  <a:lnTo>
                    <a:pt x="7179" y="1608"/>
                  </a:lnTo>
                  <a:lnTo>
                    <a:pt x="7629" y="1572"/>
                  </a:lnTo>
                  <a:lnTo>
                    <a:pt x="8080" y="1531"/>
                  </a:lnTo>
                  <a:lnTo>
                    <a:pt x="8530" y="1490"/>
                  </a:lnTo>
                  <a:lnTo>
                    <a:pt x="8951" y="1439"/>
                  </a:lnTo>
                  <a:lnTo>
                    <a:pt x="9371" y="1388"/>
                  </a:lnTo>
                  <a:lnTo>
                    <a:pt x="9762" y="1327"/>
                  </a:lnTo>
                  <a:lnTo>
                    <a:pt x="10122" y="1266"/>
                  </a:lnTo>
                  <a:lnTo>
                    <a:pt x="10483" y="1194"/>
                  </a:lnTo>
                  <a:lnTo>
                    <a:pt x="10783" y="1123"/>
                  </a:lnTo>
                  <a:lnTo>
                    <a:pt x="11113" y="1041"/>
                  </a:lnTo>
                  <a:lnTo>
                    <a:pt x="11384" y="955"/>
                  </a:lnTo>
                  <a:lnTo>
                    <a:pt x="11624" y="863"/>
                  </a:lnTo>
                  <a:lnTo>
                    <a:pt x="11834" y="761"/>
                  </a:lnTo>
                  <a:lnTo>
                    <a:pt x="12044" y="654"/>
                  </a:lnTo>
                  <a:lnTo>
                    <a:pt x="12195" y="542"/>
                  </a:lnTo>
                  <a:lnTo>
                    <a:pt x="12315" y="419"/>
                  </a:lnTo>
                  <a:lnTo>
                    <a:pt x="12405" y="292"/>
                  </a:lnTo>
                  <a:lnTo>
                    <a:pt x="12465" y="159"/>
                  </a:lnTo>
                  <a:lnTo>
                    <a:pt x="12465" y="16"/>
                  </a:lnTo>
                  <a:lnTo>
                    <a:pt x="12465" y="16"/>
                  </a:lnTo>
                  <a:lnTo>
                    <a:pt x="12465" y="1"/>
                  </a:lnTo>
                  <a:lnTo>
                    <a:pt x="2063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64"/>
            <p:cNvSpPr/>
            <p:nvPr/>
          </p:nvSpPr>
          <p:spPr>
            <a:xfrm flipH="1">
              <a:off x="5719429" y="3708250"/>
              <a:ext cx="259" cy="10350"/>
            </a:xfrm>
            <a:custGeom>
              <a:avLst/>
              <a:gdLst/>
              <a:ahLst/>
              <a:cxnLst/>
              <a:rect l="l" t="t" r="r" b="b"/>
              <a:pathLst>
                <a:path w="61" h="414" extrusionOk="0">
                  <a:moveTo>
                    <a:pt x="1" y="0"/>
                  </a:moveTo>
                  <a:lnTo>
                    <a:pt x="1" y="413"/>
                  </a:lnTo>
                  <a:lnTo>
                    <a:pt x="31" y="311"/>
                  </a:lnTo>
                  <a:lnTo>
                    <a:pt x="61" y="204"/>
                  </a:lnTo>
                  <a:lnTo>
                    <a:pt x="31" y="102"/>
                  </a:lnTo>
                  <a:lnTo>
                    <a:pt x="1" y="0"/>
                  </a:lnTo>
                  <a:close/>
                </a:path>
              </a:pathLst>
            </a:custGeom>
            <a:solidFill>
              <a:srgbClr val="0068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64"/>
            <p:cNvSpPr/>
            <p:nvPr/>
          </p:nvSpPr>
          <p:spPr>
            <a:xfrm flipH="1">
              <a:off x="5719429" y="3708250"/>
              <a:ext cx="259" cy="10350"/>
            </a:xfrm>
            <a:custGeom>
              <a:avLst/>
              <a:gdLst/>
              <a:ahLst/>
              <a:cxnLst/>
              <a:rect l="l" t="t" r="r" b="b"/>
              <a:pathLst>
                <a:path w="61" h="414" fill="none" extrusionOk="0">
                  <a:moveTo>
                    <a:pt x="1" y="0"/>
                  </a:moveTo>
                  <a:lnTo>
                    <a:pt x="1" y="0"/>
                  </a:lnTo>
                  <a:lnTo>
                    <a:pt x="31" y="102"/>
                  </a:lnTo>
                  <a:lnTo>
                    <a:pt x="61" y="204"/>
                  </a:lnTo>
                  <a:lnTo>
                    <a:pt x="31" y="311"/>
                  </a:lnTo>
                  <a:lnTo>
                    <a:pt x="1" y="413"/>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64"/>
            <p:cNvSpPr/>
            <p:nvPr/>
          </p:nvSpPr>
          <p:spPr>
            <a:xfrm flipH="1">
              <a:off x="5589278" y="3673425"/>
              <a:ext cx="41009" cy="89275"/>
            </a:xfrm>
            <a:custGeom>
              <a:avLst/>
              <a:gdLst/>
              <a:ahLst/>
              <a:cxnLst/>
              <a:rect l="l" t="t" r="r" b="b"/>
              <a:pathLst>
                <a:path w="9672" h="3571" extrusionOk="0">
                  <a:moveTo>
                    <a:pt x="0" y="1"/>
                  </a:moveTo>
                  <a:lnTo>
                    <a:pt x="0" y="3377"/>
                  </a:lnTo>
                  <a:lnTo>
                    <a:pt x="60" y="3474"/>
                  </a:lnTo>
                  <a:lnTo>
                    <a:pt x="60" y="3571"/>
                  </a:lnTo>
                  <a:lnTo>
                    <a:pt x="751" y="3566"/>
                  </a:lnTo>
                  <a:lnTo>
                    <a:pt x="1502" y="3551"/>
                  </a:lnTo>
                  <a:lnTo>
                    <a:pt x="2253" y="3525"/>
                  </a:lnTo>
                  <a:lnTo>
                    <a:pt x="3034" y="3494"/>
                  </a:lnTo>
                  <a:lnTo>
                    <a:pt x="3815" y="3449"/>
                  </a:lnTo>
                  <a:lnTo>
                    <a:pt x="4205" y="3423"/>
                  </a:lnTo>
                  <a:lnTo>
                    <a:pt x="4595" y="3392"/>
                  </a:lnTo>
                  <a:lnTo>
                    <a:pt x="4986" y="3357"/>
                  </a:lnTo>
                  <a:lnTo>
                    <a:pt x="5376" y="3321"/>
                  </a:lnTo>
                  <a:lnTo>
                    <a:pt x="5737" y="3280"/>
                  </a:lnTo>
                  <a:lnTo>
                    <a:pt x="6127" y="3234"/>
                  </a:lnTo>
                  <a:lnTo>
                    <a:pt x="6488" y="3183"/>
                  </a:lnTo>
                  <a:lnTo>
                    <a:pt x="6818" y="3127"/>
                  </a:lnTo>
                  <a:lnTo>
                    <a:pt x="7148" y="3071"/>
                  </a:lnTo>
                  <a:lnTo>
                    <a:pt x="7479" y="3005"/>
                  </a:lnTo>
                  <a:lnTo>
                    <a:pt x="7779" y="2938"/>
                  </a:lnTo>
                  <a:lnTo>
                    <a:pt x="8049" y="2862"/>
                  </a:lnTo>
                  <a:lnTo>
                    <a:pt x="8320" y="2780"/>
                  </a:lnTo>
                  <a:lnTo>
                    <a:pt x="8590" y="2699"/>
                  </a:lnTo>
                  <a:lnTo>
                    <a:pt x="8800" y="2607"/>
                  </a:lnTo>
                  <a:lnTo>
                    <a:pt x="9011" y="2510"/>
                  </a:lnTo>
                  <a:lnTo>
                    <a:pt x="9191" y="2408"/>
                  </a:lnTo>
                  <a:lnTo>
                    <a:pt x="9341" y="2296"/>
                  </a:lnTo>
                  <a:lnTo>
                    <a:pt x="9461" y="2179"/>
                  </a:lnTo>
                  <a:lnTo>
                    <a:pt x="9551" y="2056"/>
                  </a:lnTo>
                  <a:lnTo>
                    <a:pt x="9641" y="1929"/>
                  </a:lnTo>
                  <a:lnTo>
                    <a:pt x="9671" y="1791"/>
                  </a:lnTo>
                  <a:lnTo>
                    <a:pt x="9671" y="1663"/>
                  </a:lnTo>
                  <a:lnTo>
                    <a:pt x="9641" y="1541"/>
                  </a:lnTo>
                  <a:lnTo>
                    <a:pt x="9551" y="1424"/>
                  </a:lnTo>
                  <a:lnTo>
                    <a:pt x="9461" y="1311"/>
                  </a:lnTo>
                  <a:lnTo>
                    <a:pt x="9341" y="1209"/>
                  </a:lnTo>
                  <a:lnTo>
                    <a:pt x="9191" y="1107"/>
                  </a:lnTo>
                  <a:lnTo>
                    <a:pt x="9011" y="1016"/>
                  </a:lnTo>
                  <a:lnTo>
                    <a:pt x="8800" y="924"/>
                  </a:lnTo>
                  <a:lnTo>
                    <a:pt x="8560" y="842"/>
                  </a:lnTo>
                  <a:lnTo>
                    <a:pt x="8320" y="761"/>
                  </a:lnTo>
                  <a:lnTo>
                    <a:pt x="8049" y="684"/>
                  </a:lnTo>
                  <a:lnTo>
                    <a:pt x="7749" y="618"/>
                  </a:lnTo>
                  <a:lnTo>
                    <a:pt x="7449" y="551"/>
                  </a:lnTo>
                  <a:lnTo>
                    <a:pt x="7118" y="490"/>
                  </a:lnTo>
                  <a:lnTo>
                    <a:pt x="6788" y="434"/>
                  </a:lnTo>
                  <a:lnTo>
                    <a:pt x="6428" y="383"/>
                  </a:lnTo>
                  <a:lnTo>
                    <a:pt x="6037" y="332"/>
                  </a:lnTo>
                  <a:lnTo>
                    <a:pt x="5677" y="286"/>
                  </a:lnTo>
                  <a:lnTo>
                    <a:pt x="5286" y="245"/>
                  </a:lnTo>
                  <a:lnTo>
                    <a:pt x="4896" y="210"/>
                  </a:lnTo>
                  <a:lnTo>
                    <a:pt x="4475" y="174"/>
                  </a:lnTo>
                  <a:lnTo>
                    <a:pt x="4085" y="148"/>
                  </a:lnTo>
                  <a:lnTo>
                    <a:pt x="3664" y="118"/>
                  </a:lnTo>
                  <a:lnTo>
                    <a:pt x="3244" y="97"/>
                  </a:lnTo>
                  <a:lnTo>
                    <a:pt x="2403" y="57"/>
                  </a:lnTo>
                  <a:lnTo>
                    <a:pt x="1592" y="26"/>
                  </a:lnTo>
                  <a:lnTo>
                    <a:pt x="781" y="11"/>
                  </a:lnTo>
                  <a:lnTo>
                    <a:pt x="0" y="1"/>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64"/>
            <p:cNvSpPr/>
            <p:nvPr/>
          </p:nvSpPr>
          <p:spPr>
            <a:xfrm flipH="1">
              <a:off x="5589278" y="3673425"/>
              <a:ext cx="41009" cy="89275"/>
            </a:xfrm>
            <a:custGeom>
              <a:avLst/>
              <a:gdLst/>
              <a:ahLst/>
              <a:cxnLst/>
              <a:rect l="l" t="t" r="r" b="b"/>
              <a:pathLst>
                <a:path w="9672" h="3571" fill="none" extrusionOk="0">
                  <a:moveTo>
                    <a:pt x="0" y="1"/>
                  </a:moveTo>
                  <a:lnTo>
                    <a:pt x="0" y="1"/>
                  </a:lnTo>
                  <a:lnTo>
                    <a:pt x="781" y="11"/>
                  </a:lnTo>
                  <a:lnTo>
                    <a:pt x="1592" y="26"/>
                  </a:lnTo>
                  <a:lnTo>
                    <a:pt x="2403" y="57"/>
                  </a:lnTo>
                  <a:lnTo>
                    <a:pt x="3244" y="97"/>
                  </a:lnTo>
                  <a:lnTo>
                    <a:pt x="3664" y="118"/>
                  </a:lnTo>
                  <a:lnTo>
                    <a:pt x="4085" y="148"/>
                  </a:lnTo>
                  <a:lnTo>
                    <a:pt x="4475" y="174"/>
                  </a:lnTo>
                  <a:lnTo>
                    <a:pt x="4896" y="210"/>
                  </a:lnTo>
                  <a:lnTo>
                    <a:pt x="5286" y="245"/>
                  </a:lnTo>
                  <a:lnTo>
                    <a:pt x="5677" y="286"/>
                  </a:lnTo>
                  <a:lnTo>
                    <a:pt x="6037" y="332"/>
                  </a:lnTo>
                  <a:lnTo>
                    <a:pt x="6428" y="383"/>
                  </a:lnTo>
                  <a:lnTo>
                    <a:pt x="6788" y="434"/>
                  </a:lnTo>
                  <a:lnTo>
                    <a:pt x="7118" y="490"/>
                  </a:lnTo>
                  <a:lnTo>
                    <a:pt x="7449" y="551"/>
                  </a:lnTo>
                  <a:lnTo>
                    <a:pt x="7749" y="618"/>
                  </a:lnTo>
                  <a:lnTo>
                    <a:pt x="8049" y="684"/>
                  </a:lnTo>
                  <a:lnTo>
                    <a:pt x="8320" y="761"/>
                  </a:lnTo>
                  <a:lnTo>
                    <a:pt x="8560" y="842"/>
                  </a:lnTo>
                  <a:lnTo>
                    <a:pt x="8800" y="924"/>
                  </a:lnTo>
                  <a:lnTo>
                    <a:pt x="9011" y="1016"/>
                  </a:lnTo>
                  <a:lnTo>
                    <a:pt x="9191" y="1107"/>
                  </a:lnTo>
                  <a:lnTo>
                    <a:pt x="9341" y="1209"/>
                  </a:lnTo>
                  <a:lnTo>
                    <a:pt x="9461" y="1311"/>
                  </a:lnTo>
                  <a:lnTo>
                    <a:pt x="9551" y="1424"/>
                  </a:lnTo>
                  <a:lnTo>
                    <a:pt x="9641" y="1541"/>
                  </a:lnTo>
                  <a:lnTo>
                    <a:pt x="9671" y="1663"/>
                  </a:lnTo>
                  <a:lnTo>
                    <a:pt x="9671" y="1791"/>
                  </a:lnTo>
                  <a:lnTo>
                    <a:pt x="9671" y="1791"/>
                  </a:lnTo>
                  <a:lnTo>
                    <a:pt x="9641" y="1929"/>
                  </a:lnTo>
                  <a:lnTo>
                    <a:pt x="9551" y="2056"/>
                  </a:lnTo>
                  <a:lnTo>
                    <a:pt x="9461" y="2179"/>
                  </a:lnTo>
                  <a:lnTo>
                    <a:pt x="9341" y="2296"/>
                  </a:lnTo>
                  <a:lnTo>
                    <a:pt x="9191" y="2408"/>
                  </a:lnTo>
                  <a:lnTo>
                    <a:pt x="9011" y="2510"/>
                  </a:lnTo>
                  <a:lnTo>
                    <a:pt x="8800" y="2607"/>
                  </a:lnTo>
                  <a:lnTo>
                    <a:pt x="8590" y="2699"/>
                  </a:lnTo>
                  <a:lnTo>
                    <a:pt x="8320" y="2780"/>
                  </a:lnTo>
                  <a:lnTo>
                    <a:pt x="8049" y="2862"/>
                  </a:lnTo>
                  <a:lnTo>
                    <a:pt x="7779" y="2938"/>
                  </a:lnTo>
                  <a:lnTo>
                    <a:pt x="7479" y="3005"/>
                  </a:lnTo>
                  <a:lnTo>
                    <a:pt x="7148" y="3071"/>
                  </a:lnTo>
                  <a:lnTo>
                    <a:pt x="6818" y="3127"/>
                  </a:lnTo>
                  <a:lnTo>
                    <a:pt x="6488" y="3183"/>
                  </a:lnTo>
                  <a:lnTo>
                    <a:pt x="6127" y="3234"/>
                  </a:lnTo>
                  <a:lnTo>
                    <a:pt x="5737" y="3280"/>
                  </a:lnTo>
                  <a:lnTo>
                    <a:pt x="5376" y="3321"/>
                  </a:lnTo>
                  <a:lnTo>
                    <a:pt x="4986" y="3357"/>
                  </a:lnTo>
                  <a:lnTo>
                    <a:pt x="4595" y="3392"/>
                  </a:lnTo>
                  <a:lnTo>
                    <a:pt x="4205" y="3423"/>
                  </a:lnTo>
                  <a:lnTo>
                    <a:pt x="3815" y="3449"/>
                  </a:lnTo>
                  <a:lnTo>
                    <a:pt x="3034" y="3494"/>
                  </a:lnTo>
                  <a:lnTo>
                    <a:pt x="2253" y="3525"/>
                  </a:lnTo>
                  <a:lnTo>
                    <a:pt x="1502" y="3551"/>
                  </a:lnTo>
                  <a:lnTo>
                    <a:pt x="751" y="3566"/>
                  </a:lnTo>
                  <a:lnTo>
                    <a:pt x="60" y="3571"/>
                  </a:lnTo>
                  <a:lnTo>
                    <a:pt x="60" y="3571"/>
                  </a:lnTo>
                  <a:lnTo>
                    <a:pt x="60" y="3474"/>
                  </a:lnTo>
                  <a:lnTo>
                    <a:pt x="0" y="3377"/>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64"/>
            <p:cNvSpPr/>
            <p:nvPr/>
          </p:nvSpPr>
          <p:spPr>
            <a:xfrm flipH="1">
              <a:off x="5630029" y="3673300"/>
              <a:ext cx="45597" cy="89550"/>
            </a:xfrm>
            <a:custGeom>
              <a:avLst/>
              <a:gdLst/>
              <a:ahLst/>
              <a:cxnLst/>
              <a:rect l="l" t="t" r="r" b="b"/>
              <a:pathLst>
                <a:path w="10754" h="3582" extrusionOk="0">
                  <a:moveTo>
                    <a:pt x="10092" y="0"/>
                  </a:moveTo>
                  <a:lnTo>
                    <a:pt x="9432" y="6"/>
                  </a:lnTo>
                  <a:lnTo>
                    <a:pt x="8801" y="11"/>
                  </a:lnTo>
                  <a:lnTo>
                    <a:pt x="8110" y="26"/>
                  </a:lnTo>
                  <a:lnTo>
                    <a:pt x="7389" y="46"/>
                  </a:lnTo>
                  <a:lnTo>
                    <a:pt x="6669" y="72"/>
                  </a:lnTo>
                  <a:lnTo>
                    <a:pt x="5948" y="102"/>
                  </a:lnTo>
                  <a:lnTo>
                    <a:pt x="5227" y="148"/>
                  </a:lnTo>
                  <a:lnTo>
                    <a:pt x="4536" y="199"/>
                  </a:lnTo>
                  <a:lnTo>
                    <a:pt x="4176" y="230"/>
                  </a:lnTo>
                  <a:lnTo>
                    <a:pt x="3845" y="261"/>
                  </a:lnTo>
                  <a:lnTo>
                    <a:pt x="3515" y="301"/>
                  </a:lnTo>
                  <a:lnTo>
                    <a:pt x="3185" y="342"/>
                  </a:lnTo>
                  <a:lnTo>
                    <a:pt x="2884" y="383"/>
                  </a:lnTo>
                  <a:lnTo>
                    <a:pt x="2584" y="434"/>
                  </a:lnTo>
                  <a:lnTo>
                    <a:pt x="2283" y="485"/>
                  </a:lnTo>
                  <a:lnTo>
                    <a:pt x="2013" y="541"/>
                  </a:lnTo>
                  <a:lnTo>
                    <a:pt x="1743" y="602"/>
                  </a:lnTo>
                  <a:lnTo>
                    <a:pt x="1503" y="669"/>
                  </a:lnTo>
                  <a:lnTo>
                    <a:pt x="1262" y="740"/>
                  </a:lnTo>
                  <a:lnTo>
                    <a:pt x="1052" y="817"/>
                  </a:lnTo>
                  <a:lnTo>
                    <a:pt x="842" y="893"/>
                  </a:lnTo>
                  <a:lnTo>
                    <a:pt x="662" y="980"/>
                  </a:lnTo>
                  <a:lnTo>
                    <a:pt x="481" y="1072"/>
                  </a:lnTo>
                  <a:lnTo>
                    <a:pt x="361" y="1168"/>
                  </a:lnTo>
                  <a:lnTo>
                    <a:pt x="241" y="1276"/>
                  </a:lnTo>
                  <a:lnTo>
                    <a:pt x="121" y="1383"/>
                  </a:lnTo>
                  <a:lnTo>
                    <a:pt x="61" y="1500"/>
                  </a:lnTo>
                  <a:lnTo>
                    <a:pt x="1" y="1622"/>
                  </a:lnTo>
                  <a:lnTo>
                    <a:pt x="61" y="1704"/>
                  </a:lnTo>
                  <a:lnTo>
                    <a:pt x="61" y="1786"/>
                  </a:lnTo>
                  <a:lnTo>
                    <a:pt x="61" y="1888"/>
                  </a:lnTo>
                  <a:lnTo>
                    <a:pt x="31" y="1995"/>
                  </a:lnTo>
                  <a:lnTo>
                    <a:pt x="121" y="2102"/>
                  </a:lnTo>
                  <a:lnTo>
                    <a:pt x="211" y="2209"/>
                  </a:lnTo>
                  <a:lnTo>
                    <a:pt x="361" y="2306"/>
                  </a:lnTo>
                  <a:lnTo>
                    <a:pt x="511" y="2398"/>
                  </a:lnTo>
                  <a:lnTo>
                    <a:pt x="692" y="2490"/>
                  </a:lnTo>
                  <a:lnTo>
                    <a:pt x="902" y="2576"/>
                  </a:lnTo>
                  <a:lnTo>
                    <a:pt x="1142" y="2658"/>
                  </a:lnTo>
                  <a:lnTo>
                    <a:pt x="1382" y="2734"/>
                  </a:lnTo>
                  <a:lnTo>
                    <a:pt x="1653" y="2811"/>
                  </a:lnTo>
                  <a:lnTo>
                    <a:pt x="1923" y="2882"/>
                  </a:lnTo>
                  <a:lnTo>
                    <a:pt x="2223" y="2949"/>
                  </a:lnTo>
                  <a:lnTo>
                    <a:pt x="2554" y="3010"/>
                  </a:lnTo>
                  <a:lnTo>
                    <a:pt x="2884" y="3071"/>
                  </a:lnTo>
                  <a:lnTo>
                    <a:pt x="3215" y="3122"/>
                  </a:lnTo>
                  <a:lnTo>
                    <a:pt x="3575" y="3178"/>
                  </a:lnTo>
                  <a:lnTo>
                    <a:pt x="3935" y="3224"/>
                  </a:lnTo>
                  <a:lnTo>
                    <a:pt x="4296" y="3270"/>
                  </a:lnTo>
                  <a:lnTo>
                    <a:pt x="4686" y="3311"/>
                  </a:lnTo>
                  <a:lnTo>
                    <a:pt x="5047" y="3352"/>
                  </a:lnTo>
                  <a:lnTo>
                    <a:pt x="5437" y="3382"/>
                  </a:lnTo>
                  <a:lnTo>
                    <a:pt x="6218" y="3443"/>
                  </a:lnTo>
                  <a:lnTo>
                    <a:pt x="6969" y="3494"/>
                  </a:lnTo>
                  <a:lnTo>
                    <a:pt x="7750" y="3530"/>
                  </a:lnTo>
                  <a:lnTo>
                    <a:pt x="8471" y="3561"/>
                  </a:lnTo>
                  <a:lnTo>
                    <a:pt x="9161" y="3576"/>
                  </a:lnTo>
                  <a:lnTo>
                    <a:pt x="9792" y="3581"/>
                  </a:lnTo>
                  <a:lnTo>
                    <a:pt x="9972" y="3581"/>
                  </a:lnTo>
                  <a:lnTo>
                    <a:pt x="10753" y="3576"/>
                  </a:lnTo>
                  <a:lnTo>
                    <a:pt x="10753" y="3479"/>
                  </a:lnTo>
                  <a:lnTo>
                    <a:pt x="10693" y="3382"/>
                  </a:lnTo>
                  <a:lnTo>
                    <a:pt x="10693" y="6"/>
                  </a:lnTo>
                  <a:lnTo>
                    <a:pt x="10092" y="0"/>
                  </a:lnTo>
                  <a:close/>
                </a:path>
              </a:pathLst>
            </a:custGeom>
            <a:solidFill>
              <a:srgbClr val="008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64"/>
            <p:cNvSpPr/>
            <p:nvPr/>
          </p:nvSpPr>
          <p:spPr>
            <a:xfrm flipH="1">
              <a:off x="5630029" y="3673300"/>
              <a:ext cx="45597" cy="89550"/>
            </a:xfrm>
            <a:custGeom>
              <a:avLst/>
              <a:gdLst/>
              <a:ahLst/>
              <a:cxnLst/>
              <a:rect l="l" t="t" r="r" b="b"/>
              <a:pathLst>
                <a:path w="10754" h="3582" fill="none" extrusionOk="0">
                  <a:moveTo>
                    <a:pt x="10092" y="0"/>
                  </a:moveTo>
                  <a:lnTo>
                    <a:pt x="10092" y="0"/>
                  </a:lnTo>
                  <a:lnTo>
                    <a:pt x="10693" y="6"/>
                  </a:lnTo>
                  <a:lnTo>
                    <a:pt x="10693" y="3382"/>
                  </a:lnTo>
                  <a:lnTo>
                    <a:pt x="10693" y="3382"/>
                  </a:lnTo>
                  <a:lnTo>
                    <a:pt x="10753" y="3479"/>
                  </a:lnTo>
                  <a:lnTo>
                    <a:pt x="10753" y="3576"/>
                  </a:lnTo>
                  <a:lnTo>
                    <a:pt x="10753" y="3576"/>
                  </a:lnTo>
                  <a:lnTo>
                    <a:pt x="9972" y="3581"/>
                  </a:lnTo>
                  <a:lnTo>
                    <a:pt x="9972" y="3581"/>
                  </a:lnTo>
                  <a:lnTo>
                    <a:pt x="9792" y="3581"/>
                  </a:lnTo>
                  <a:lnTo>
                    <a:pt x="9792" y="3581"/>
                  </a:lnTo>
                  <a:lnTo>
                    <a:pt x="9161" y="3576"/>
                  </a:lnTo>
                  <a:lnTo>
                    <a:pt x="8471" y="3561"/>
                  </a:lnTo>
                  <a:lnTo>
                    <a:pt x="7750" y="3530"/>
                  </a:lnTo>
                  <a:lnTo>
                    <a:pt x="6969" y="3494"/>
                  </a:lnTo>
                  <a:lnTo>
                    <a:pt x="6218" y="3443"/>
                  </a:lnTo>
                  <a:lnTo>
                    <a:pt x="5437" y="3382"/>
                  </a:lnTo>
                  <a:lnTo>
                    <a:pt x="5047" y="3352"/>
                  </a:lnTo>
                  <a:lnTo>
                    <a:pt x="4686" y="3311"/>
                  </a:lnTo>
                  <a:lnTo>
                    <a:pt x="4296" y="3270"/>
                  </a:lnTo>
                  <a:lnTo>
                    <a:pt x="3935" y="3224"/>
                  </a:lnTo>
                  <a:lnTo>
                    <a:pt x="3575" y="3178"/>
                  </a:lnTo>
                  <a:lnTo>
                    <a:pt x="3215" y="3122"/>
                  </a:lnTo>
                  <a:lnTo>
                    <a:pt x="2884" y="3071"/>
                  </a:lnTo>
                  <a:lnTo>
                    <a:pt x="2554" y="3010"/>
                  </a:lnTo>
                  <a:lnTo>
                    <a:pt x="2223" y="2949"/>
                  </a:lnTo>
                  <a:lnTo>
                    <a:pt x="1923" y="2882"/>
                  </a:lnTo>
                  <a:lnTo>
                    <a:pt x="1653" y="2811"/>
                  </a:lnTo>
                  <a:lnTo>
                    <a:pt x="1382" y="2734"/>
                  </a:lnTo>
                  <a:lnTo>
                    <a:pt x="1142" y="2658"/>
                  </a:lnTo>
                  <a:lnTo>
                    <a:pt x="902" y="2576"/>
                  </a:lnTo>
                  <a:lnTo>
                    <a:pt x="692" y="2490"/>
                  </a:lnTo>
                  <a:lnTo>
                    <a:pt x="511" y="2398"/>
                  </a:lnTo>
                  <a:lnTo>
                    <a:pt x="361" y="2306"/>
                  </a:lnTo>
                  <a:lnTo>
                    <a:pt x="211" y="2209"/>
                  </a:lnTo>
                  <a:lnTo>
                    <a:pt x="121" y="2102"/>
                  </a:lnTo>
                  <a:lnTo>
                    <a:pt x="31" y="1995"/>
                  </a:lnTo>
                  <a:lnTo>
                    <a:pt x="31" y="1995"/>
                  </a:lnTo>
                  <a:lnTo>
                    <a:pt x="61" y="1888"/>
                  </a:lnTo>
                  <a:lnTo>
                    <a:pt x="61" y="1786"/>
                  </a:lnTo>
                  <a:lnTo>
                    <a:pt x="61" y="1786"/>
                  </a:lnTo>
                  <a:lnTo>
                    <a:pt x="61" y="1704"/>
                  </a:lnTo>
                  <a:lnTo>
                    <a:pt x="1" y="1622"/>
                  </a:lnTo>
                  <a:lnTo>
                    <a:pt x="1" y="1622"/>
                  </a:lnTo>
                  <a:lnTo>
                    <a:pt x="61" y="1500"/>
                  </a:lnTo>
                  <a:lnTo>
                    <a:pt x="121" y="1383"/>
                  </a:lnTo>
                  <a:lnTo>
                    <a:pt x="241" y="1276"/>
                  </a:lnTo>
                  <a:lnTo>
                    <a:pt x="361" y="1168"/>
                  </a:lnTo>
                  <a:lnTo>
                    <a:pt x="481" y="1072"/>
                  </a:lnTo>
                  <a:lnTo>
                    <a:pt x="662" y="980"/>
                  </a:lnTo>
                  <a:lnTo>
                    <a:pt x="842" y="893"/>
                  </a:lnTo>
                  <a:lnTo>
                    <a:pt x="1052" y="817"/>
                  </a:lnTo>
                  <a:lnTo>
                    <a:pt x="1262" y="740"/>
                  </a:lnTo>
                  <a:lnTo>
                    <a:pt x="1503" y="669"/>
                  </a:lnTo>
                  <a:lnTo>
                    <a:pt x="1743" y="602"/>
                  </a:lnTo>
                  <a:lnTo>
                    <a:pt x="2013" y="541"/>
                  </a:lnTo>
                  <a:lnTo>
                    <a:pt x="2283" y="485"/>
                  </a:lnTo>
                  <a:lnTo>
                    <a:pt x="2584" y="434"/>
                  </a:lnTo>
                  <a:lnTo>
                    <a:pt x="2884" y="383"/>
                  </a:lnTo>
                  <a:lnTo>
                    <a:pt x="3185" y="342"/>
                  </a:lnTo>
                  <a:lnTo>
                    <a:pt x="3515" y="301"/>
                  </a:lnTo>
                  <a:lnTo>
                    <a:pt x="3845" y="261"/>
                  </a:lnTo>
                  <a:lnTo>
                    <a:pt x="4176" y="230"/>
                  </a:lnTo>
                  <a:lnTo>
                    <a:pt x="4536" y="199"/>
                  </a:lnTo>
                  <a:lnTo>
                    <a:pt x="5227" y="148"/>
                  </a:lnTo>
                  <a:lnTo>
                    <a:pt x="5948" y="102"/>
                  </a:lnTo>
                  <a:lnTo>
                    <a:pt x="6669" y="72"/>
                  </a:lnTo>
                  <a:lnTo>
                    <a:pt x="7389" y="46"/>
                  </a:lnTo>
                  <a:lnTo>
                    <a:pt x="8110" y="26"/>
                  </a:lnTo>
                  <a:lnTo>
                    <a:pt x="8801" y="11"/>
                  </a:lnTo>
                  <a:lnTo>
                    <a:pt x="8801" y="11"/>
                  </a:lnTo>
                  <a:lnTo>
                    <a:pt x="9432" y="6"/>
                  </a:lnTo>
                  <a:lnTo>
                    <a:pt x="1009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64"/>
            <p:cNvSpPr/>
            <p:nvPr/>
          </p:nvSpPr>
          <p:spPr>
            <a:xfrm flipH="1">
              <a:off x="5675367" y="3713850"/>
              <a:ext cx="386" cy="9325"/>
            </a:xfrm>
            <a:custGeom>
              <a:avLst/>
              <a:gdLst/>
              <a:ahLst/>
              <a:cxnLst/>
              <a:rect l="l" t="t" r="r" b="b"/>
              <a:pathLst>
                <a:path w="91" h="373" extrusionOk="0">
                  <a:moveTo>
                    <a:pt x="31" y="0"/>
                  </a:moveTo>
                  <a:lnTo>
                    <a:pt x="1" y="72"/>
                  </a:lnTo>
                  <a:lnTo>
                    <a:pt x="1" y="225"/>
                  </a:lnTo>
                  <a:lnTo>
                    <a:pt x="61" y="373"/>
                  </a:lnTo>
                  <a:lnTo>
                    <a:pt x="91" y="266"/>
                  </a:lnTo>
                  <a:lnTo>
                    <a:pt x="91" y="164"/>
                  </a:lnTo>
                  <a:lnTo>
                    <a:pt x="91" y="82"/>
                  </a:lnTo>
                  <a:lnTo>
                    <a:pt x="31" y="0"/>
                  </a:lnTo>
                  <a:close/>
                </a:path>
              </a:pathLst>
            </a:custGeom>
            <a:solidFill>
              <a:srgbClr val="0068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64"/>
            <p:cNvSpPr/>
            <p:nvPr/>
          </p:nvSpPr>
          <p:spPr>
            <a:xfrm flipH="1">
              <a:off x="5675367" y="3713850"/>
              <a:ext cx="386" cy="9325"/>
            </a:xfrm>
            <a:custGeom>
              <a:avLst/>
              <a:gdLst/>
              <a:ahLst/>
              <a:cxnLst/>
              <a:rect l="l" t="t" r="r" b="b"/>
              <a:pathLst>
                <a:path w="91" h="373" fill="none" extrusionOk="0">
                  <a:moveTo>
                    <a:pt x="31" y="0"/>
                  </a:moveTo>
                  <a:lnTo>
                    <a:pt x="31" y="0"/>
                  </a:lnTo>
                  <a:lnTo>
                    <a:pt x="91" y="82"/>
                  </a:lnTo>
                  <a:lnTo>
                    <a:pt x="91" y="164"/>
                  </a:lnTo>
                  <a:lnTo>
                    <a:pt x="91" y="164"/>
                  </a:lnTo>
                  <a:lnTo>
                    <a:pt x="91" y="266"/>
                  </a:lnTo>
                  <a:lnTo>
                    <a:pt x="61" y="373"/>
                  </a:lnTo>
                  <a:lnTo>
                    <a:pt x="61" y="373"/>
                  </a:lnTo>
                  <a:lnTo>
                    <a:pt x="1" y="225"/>
                  </a:lnTo>
                  <a:lnTo>
                    <a:pt x="1" y="72"/>
                  </a:lnTo>
                  <a:lnTo>
                    <a:pt x="1" y="72"/>
                  </a:lnTo>
                  <a:lnTo>
                    <a:pt x="3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64"/>
            <p:cNvSpPr/>
            <p:nvPr/>
          </p:nvSpPr>
          <p:spPr>
            <a:xfrm flipH="1">
              <a:off x="5809207" y="3625100"/>
              <a:ext cx="38847" cy="50125"/>
            </a:xfrm>
            <a:custGeom>
              <a:avLst/>
              <a:gdLst/>
              <a:ahLst/>
              <a:cxnLst/>
              <a:rect l="l" t="t" r="r" b="b"/>
              <a:pathLst>
                <a:path w="9162" h="2005" extrusionOk="0">
                  <a:moveTo>
                    <a:pt x="9161" y="0"/>
                  </a:moveTo>
                  <a:lnTo>
                    <a:pt x="8591" y="16"/>
                  </a:lnTo>
                  <a:lnTo>
                    <a:pt x="8050" y="36"/>
                  </a:lnTo>
                  <a:lnTo>
                    <a:pt x="7510" y="56"/>
                  </a:lnTo>
                  <a:lnTo>
                    <a:pt x="6999" y="87"/>
                  </a:lnTo>
                  <a:lnTo>
                    <a:pt x="6518" y="123"/>
                  </a:lnTo>
                  <a:lnTo>
                    <a:pt x="6038" y="158"/>
                  </a:lnTo>
                  <a:lnTo>
                    <a:pt x="5587" y="204"/>
                  </a:lnTo>
                  <a:lnTo>
                    <a:pt x="5137" y="250"/>
                  </a:lnTo>
                  <a:lnTo>
                    <a:pt x="4716" y="296"/>
                  </a:lnTo>
                  <a:lnTo>
                    <a:pt x="4326" y="352"/>
                  </a:lnTo>
                  <a:lnTo>
                    <a:pt x="3935" y="408"/>
                  </a:lnTo>
                  <a:lnTo>
                    <a:pt x="3575" y="465"/>
                  </a:lnTo>
                  <a:lnTo>
                    <a:pt x="3215" y="531"/>
                  </a:lnTo>
                  <a:lnTo>
                    <a:pt x="2884" y="597"/>
                  </a:lnTo>
                  <a:lnTo>
                    <a:pt x="2584" y="663"/>
                  </a:lnTo>
                  <a:lnTo>
                    <a:pt x="2284" y="730"/>
                  </a:lnTo>
                  <a:lnTo>
                    <a:pt x="2013" y="806"/>
                  </a:lnTo>
                  <a:lnTo>
                    <a:pt x="1773" y="878"/>
                  </a:lnTo>
                  <a:lnTo>
                    <a:pt x="1533" y="954"/>
                  </a:lnTo>
                  <a:lnTo>
                    <a:pt x="1292" y="1031"/>
                  </a:lnTo>
                  <a:lnTo>
                    <a:pt x="1082" y="1112"/>
                  </a:lnTo>
                  <a:lnTo>
                    <a:pt x="902" y="1189"/>
                  </a:lnTo>
                  <a:lnTo>
                    <a:pt x="752" y="1270"/>
                  </a:lnTo>
                  <a:lnTo>
                    <a:pt x="602" y="1352"/>
                  </a:lnTo>
                  <a:lnTo>
                    <a:pt x="331" y="1515"/>
                  </a:lnTo>
                  <a:lnTo>
                    <a:pt x="151" y="1678"/>
                  </a:lnTo>
                  <a:lnTo>
                    <a:pt x="61" y="1847"/>
                  </a:lnTo>
                  <a:lnTo>
                    <a:pt x="1" y="2005"/>
                  </a:lnTo>
                  <a:lnTo>
                    <a:pt x="9161" y="2005"/>
                  </a:lnTo>
                  <a:lnTo>
                    <a:pt x="9161"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64"/>
            <p:cNvSpPr/>
            <p:nvPr/>
          </p:nvSpPr>
          <p:spPr>
            <a:xfrm flipH="1">
              <a:off x="5809207" y="3625100"/>
              <a:ext cx="38847" cy="50125"/>
            </a:xfrm>
            <a:custGeom>
              <a:avLst/>
              <a:gdLst/>
              <a:ahLst/>
              <a:cxnLst/>
              <a:rect l="l" t="t" r="r" b="b"/>
              <a:pathLst>
                <a:path w="9162" h="2005" fill="none" extrusionOk="0">
                  <a:moveTo>
                    <a:pt x="9161" y="0"/>
                  </a:moveTo>
                  <a:lnTo>
                    <a:pt x="9161" y="2005"/>
                  </a:lnTo>
                  <a:lnTo>
                    <a:pt x="1" y="2005"/>
                  </a:lnTo>
                  <a:lnTo>
                    <a:pt x="1" y="2005"/>
                  </a:lnTo>
                  <a:lnTo>
                    <a:pt x="61" y="1847"/>
                  </a:lnTo>
                  <a:lnTo>
                    <a:pt x="151" y="1678"/>
                  </a:lnTo>
                  <a:lnTo>
                    <a:pt x="331" y="1515"/>
                  </a:lnTo>
                  <a:lnTo>
                    <a:pt x="602" y="1352"/>
                  </a:lnTo>
                  <a:lnTo>
                    <a:pt x="752" y="1270"/>
                  </a:lnTo>
                  <a:lnTo>
                    <a:pt x="902" y="1189"/>
                  </a:lnTo>
                  <a:lnTo>
                    <a:pt x="1082" y="1112"/>
                  </a:lnTo>
                  <a:lnTo>
                    <a:pt x="1292" y="1031"/>
                  </a:lnTo>
                  <a:lnTo>
                    <a:pt x="1533" y="954"/>
                  </a:lnTo>
                  <a:lnTo>
                    <a:pt x="1773" y="878"/>
                  </a:lnTo>
                  <a:lnTo>
                    <a:pt x="2013" y="806"/>
                  </a:lnTo>
                  <a:lnTo>
                    <a:pt x="2284" y="730"/>
                  </a:lnTo>
                  <a:lnTo>
                    <a:pt x="2584" y="663"/>
                  </a:lnTo>
                  <a:lnTo>
                    <a:pt x="2884" y="597"/>
                  </a:lnTo>
                  <a:lnTo>
                    <a:pt x="3215" y="531"/>
                  </a:lnTo>
                  <a:lnTo>
                    <a:pt x="3575" y="465"/>
                  </a:lnTo>
                  <a:lnTo>
                    <a:pt x="3935" y="408"/>
                  </a:lnTo>
                  <a:lnTo>
                    <a:pt x="4326" y="352"/>
                  </a:lnTo>
                  <a:lnTo>
                    <a:pt x="4716" y="296"/>
                  </a:lnTo>
                  <a:lnTo>
                    <a:pt x="5137" y="250"/>
                  </a:lnTo>
                  <a:lnTo>
                    <a:pt x="5587" y="204"/>
                  </a:lnTo>
                  <a:lnTo>
                    <a:pt x="6038" y="158"/>
                  </a:lnTo>
                  <a:lnTo>
                    <a:pt x="6518" y="123"/>
                  </a:lnTo>
                  <a:lnTo>
                    <a:pt x="6999" y="87"/>
                  </a:lnTo>
                  <a:lnTo>
                    <a:pt x="7510" y="56"/>
                  </a:lnTo>
                  <a:lnTo>
                    <a:pt x="8050" y="36"/>
                  </a:lnTo>
                  <a:lnTo>
                    <a:pt x="8591" y="16"/>
                  </a:lnTo>
                  <a:lnTo>
                    <a:pt x="916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64"/>
            <p:cNvSpPr/>
            <p:nvPr/>
          </p:nvSpPr>
          <p:spPr>
            <a:xfrm flipH="1">
              <a:off x="5755978" y="3624725"/>
              <a:ext cx="53233" cy="50500"/>
            </a:xfrm>
            <a:custGeom>
              <a:avLst/>
              <a:gdLst/>
              <a:ahLst/>
              <a:cxnLst/>
              <a:rect l="l" t="t" r="r" b="b"/>
              <a:pathLst>
                <a:path w="12555" h="2020" extrusionOk="0">
                  <a:moveTo>
                    <a:pt x="1322" y="0"/>
                  </a:moveTo>
                  <a:lnTo>
                    <a:pt x="661" y="5"/>
                  </a:lnTo>
                  <a:lnTo>
                    <a:pt x="0" y="15"/>
                  </a:lnTo>
                  <a:lnTo>
                    <a:pt x="0" y="2020"/>
                  </a:lnTo>
                  <a:lnTo>
                    <a:pt x="12555" y="2020"/>
                  </a:lnTo>
                  <a:lnTo>
                    <a:pt x="12555" y="1933"/>
                  </a:lnTo>
                  <a:lnTo>
                    <a:pt x="12495" y="1852"/>
                  </a:lnTo>
                  <a:lnTo>
                    <a:pt x="12435" y="1765"/>
                  </a:lnTo>
                  <a:lnTo>
                    <a:pt x="12345" y="1673"/>
                  </a:lnTo>
                  <a:lnTo>
                    <a:pt x="12255" y="1586"/>
                  </a:lnTo>
                  <a:lnTo>
                    <a:pt x="12104" y="1500"/>
                  </a:lnTo>
                  <a:lnTo>
                    <a:pt x="11954" y="1413"/>
                  </a:lnTo>
                  <a:lnTo>
                    <a:pt x="11774" y="1326"/>
                  </a:lnTo>
                  <a:lnTo>
                    <a:pt x="11564" y="1240"/>
                  </a:lnTo>
                  <a:lnTo>
                    <a:pt x="11354" y="1153"/>
                  </a:lnTo>
                  <a:lnTo>
                    <a:pt x="11113" y="1071"/>
                  </a:lnTo>
                  <a:lnTo>
                    <a:pt x="10843" y="984"/>
                  </a:lnTo>
                  <a:lnTo>
                    <a:pt x="10543" y="903"/>
                  </a:lnTo>
                  <a:lnTo>
                    <a:pt x="10242" y="826"/>
                  </a:lnTo>
                  <a:lnTo>
                    <a:pt x="9912" y="750"/>
                  </a:lnTo>
                  <a:lnTo>
                    <a:pt x="9582" y="673"/>
                  </a:lnTo>
                  <a:lnTo>
                    <a:pt x="9191" y="602"/>
                  </a:lnTo>
                  <a:lnTo>
                    <a:pt x="8801" y="531"/>
                  </a:lnTo>
                  <a:lnTo>
                    <a:pt x="8410" y="464"/>
                  </a:lnTo>
                  <a:lnTo>
                    <a:pt x="7960" y="403"/>
                  </a:lnTo>
                  <a:lnTo>
                    <a:pt x="7509" y="342"/>
                  </a:lnTo>
                  <a:lnTo>
                    <a:pt x="7059" y="291"/>
                  </a:lnTo>
                  <a:lnTo>
                    <a:pt x="6578" y="235"/>
                  </a:lnTo>
                  <a:lnTo>
                    <a:pt x="6067" y="189"/>
                  </a:lnTo>
                  <a:lnTo>
                    <a:pt x="5527" y="148"/>
                  </a:lnTo>
                  <a:lnTo>
                    <a:pt x="4986" y="112"/>
                  </a:lnTo>
                  <a:lnTo>
                    <a:pt x="4416" y="77"/>
                  </a:lnTo>
                  <a:lnTo>
                    <a:pt x="3845" y="51"/>
                  </a:lnTo>
                  <a:lnTo>
                    <a:pt x="3244" y="31"/>
                  </a:lnTo>
                  <a:lnTo>
                    <a:pt x="2613" y="15"/>
                  </a:lnTo>
                  <a:lnTo>
                    <a:pt x="1983" y="5"/>
                  </a:lnTo>
                  <a:lnTo>
                    <a:pt x="1322" y="0"/>
                  </a:lnTo>
                  <a:close/>
                </a:path>
              </a:pathLst>
            </a:custGeom>
            <a:solidFill>
              <a:srgbClr val="2083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64"/>
            <p:cNvSpPr/>
            <p:nvPr/>
          </p:nvSpPr>
          <p:spPr>
            <a:xfrm flipH="1">
              <a:off x="5755978" y="3624725"/>
              <a:ext cx="53233" cy="50500"/>
            </a:xfrm>
            <a:custGeom>
              <a:avLst/>
              <a:gdLst/>
              <a:ahLst/>
              <a:cxnLst/>
              <a:rect l="l" t="t" r="r" b="b"/>
              <a:pathLst>
                <a:path w="12555" h="2020" fill="none" extrusionOk="0">
                  <a:moveTo>
                    <a:pt x="1322" y="0"/>
                  </a:moveTo>
                  <a:lnTo>
                    <a:pt x="1322" y="0"/>
                  </a:lnTo>
                  <a:lnTo>
                    <a:pt x="1983" y="5"/>
                  </a:lnTo>
                  <a:lnTo>
                    <a:pt x="2613" y="15"/>
                  </a:lnTo>
                  <a:lnTo>
                    <a:pt x="3244" y="31"/>
                  </a:lnTo>
                  <a:lnTo>
                    <a:pt x="3845" y="51"/>
                  </a:lnTo>
                  <a:lnTo>
                    <a:pt x="4416" y="77"/>
                  </a:lnTo>
                  <a:lnTo>
                    <a:pt x="4986" y="112"/>
                  </a:lnTo>
                  <a:lnTo>
                    <a:pt x="5527" y="148"/>
                  </a:lnTo>
                  <a:lnTo>
                    <a:pt x="6067" y="189"/>
                  </a:lnTo>
                  <a:lnTo>
                    <a:pt x="6578" y="235"/>
                  </a:lnTo>
                  <a:lnTo>
                    <a:pt x="7059" y="291"/>
                  </a:lnTo>
                  <a:lnTo>
                    <a:pt x="7509" y="342"/>
                  </a:lnTo>
                  <a:lnTo>
                    <a:pt x="7960" y="403"/>
                  </a:lnTo>
                  <a:lnTo>
                    <a:pt x="8410" y="464"/>
                  </a:lnTo>
                  <a:lnTo>
                    <a:pt x="8801" y="531"/>
                  </a:lnTo>
                  <a:lnTo>
                    <a:pt x="9191" y="602"/>
                  </a:lnTo>
                  <a:lnTo>
                    <a:pt x="9582" y="673"/>
                  </a:lnTo>
                  <a:lnTo>
                    <a:pt x="9912" y="750"/>
                  </a:lnTo>
                  <a:lnTo>
                    <a:pt x="10242" y="826"/>
                  </a:lnTo>
                  <a:lnTo>
                    <a:pt x="10543" y="903"/>
                  </a:lnTo>
                  <a:lnTo>
                    <a:pt x="10843" y="984"/>
                  </a:lnTo>
                  <a:lnTo>
                    <a:pt x="11113" y="1071"/>
                  </a:lnTo>
                  <a:lnTo>
                    <a:pt x="11354" y="1153"/>
                  </a:lnTo>
                  <a:lnTo>
                    <a:pt x="11564" y="1240"/>
                  </a:lnTo>
                  <a:lnTo>
                    <a:pt x="11774" y="1326"/>
                  </a:lnTo>
                  <a:lnTo>
                    <a:pt x="11954" y="1413"/>
                  </a:lnTo>
                  <a:lnTo>
                    <a:pt x="12104" y="1500"/>
                  </a:lnTo>
                  <a:lnTo>
                    <a:pt x="12255" y="1586"/>
                  </a:lnTo>
                  <a:lnTo>
                    <a:pt x="12345" y="1673"/>
                  </a:lnTo>
                  <a:lnTo>
                    <a:pt x="12435" y="1765"/>
                  </a:lnTo>
                  <a:lnTo>
                    <a:pt x="12495" y="1852"/>
                  </a:lnTo>
                  <a:lnTo>
                    <a:pt x="12555" y="1933"/>
                  </a:lnTo>
                  <a:lnTo>
                    <a:pt x="12555" y="2020"/>
                  </a:lnTo>
                  <a:lnTo>
                    <a:pt x="0" y="2020"/>
                  </a:lnTo>
                  <a:lnTo>
                    <a:pt x="0" y="15"/>
                  </a:lnTo>
                  <a:lnTo>
                    <a:pt x="0" y="15"/>
                  </a:lnTo>
                  <a:lnTo>
                    <a:pt x="661" y="5"/>
                  </a:lnTo>
                  <a:lnTo>
                    <a:pt x="132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64"/>
            <p:cNvSpPr/>
            <p:nvPr/>
          </p:nvSpPr>
          <p:spPr>
            <a:xfrm flipH="1">
              <a:off x="5808825" y="3675200"/>
              <a:ext cx="39228" cy="44550"/>
            </a:xfrm>
            <a:custGeom>
              <a:avLst/>
              <a:gdLst/>
              <a:ahLst/>
              <a:cxnLst/>
              <a:rect l="l" t="t" r="r" b="b"/>
              <a:pathLst>
                <a:path w="9252" h="1782" extrusionOk="0">
                  <a:moveTo>
                    <a:pt x="1" y="1"/>
                  </a:moveTo>
                  <a:lnTo>
                    <a:pt x="1" y="16"/>
                  </a:lnTo>
                  <a:lnTo>
                    <a:pt x="31" y="98"/>
                  </a:lnTo>
                  <a:lnTo>
                    <a:pt x="61" y="179"/>
                  </a:lnTo>
                  <a:lnTo>
                    <a:pt x="121" y="261"/>
                  </a:lnTo>
                  <a:lnTo>
                    <a:pt x="211" y="338"/>
                  </a:lnTo>
                  <a:lnTo>
                    <a:pt x="301" y="419"/>
                  </a:lnTo>
                  <a:lnTo>
                    <a:pt x="421" y="496"/>
                  </a:lnTo>
                  <a:lnTo>
                    <a:pt x="572" y="577"/>
                  </a:lnTo>
                  <a:lnTo>
                    <a:pt x="752" y="649"/>
                  </a:lnTo>
                  <a:lnTo>
                    <a:pt x="932" y="725"/>
                  </a:lnTo>
                  <a:lnTo>
                    <a:pt x="1142" y="802"/>
                  </a:lnTo>
                  <a:lnTo>
                    <a:pt x="1382" y="873"/>
                  </a:lnTo>
                  <a:lnTo>
                    <a:pt x="1623" y="939"/>
                  </a:lnTo>
                  <a:lnTo>
                    <a:pt x="1863" y="1011"/>
                  </a:lnTo>
                  <a:lnTo>
                    <a:pt x="2163" y="1077"/>
                  </a:lnTo>
                  <a:lnTo>
                    <a:pt x="2434" y="1138"/>
                  </a:lnTo>
                  <a:lnTo>
                    <a:pt x="2764" y="1200"/>
                  </a:lnTo>
                  <a:lnTo>
                    <a:pt x="3064" y="1261"/>
                  </a:lnTo>
                  <a:lnTo>
                    <a:pt x="3425" y="1317"/>
                  </a:lnTo>
                  <a:lnTo>
                    <a:pt x="3755" y="1373"/>
                  </a:lnTo>
                  <a:lnTo>
                    <a:pt x="4116" y="1424"/>
                  </a:lnTo>
                  <a:lnTo>
                    <a:pt x="4506" y="1475"/>
                  </a:lnTo>
                  <a:lnTo>
                    <a:pt x="4897" y="1521"/>
                  </a:lnTo>
                  <a:lnTo>
                    <a:pt x="5287" y="1562"/>
                  </a:lnTo>
                  <a:lnTo>
                    <a:pt x="5677" y="1603"/>
                  </a:lnTo>
                  <a:lnTo>
                    <a:pt x="6098" y="1638"/>
                  </a:lnTo>
                  <a:lnTo>
                    <a:pt x="6518" y="1669"/>
                  </a:lnTo>
                  <a:lnTo>
                    <a:pt x="6969" y="1699"/>
                  </a:lnTo>
                  <a:lnTo>
                    <a:pt x="7419" y="1720"/>
                  </a:lnTo>
                  <a:lnTo>
                    <a:pt x="7870" y="1740"/>
                  </a:lnTo>
                  <a:lnTo>
                    <a:pt x="8320" y="1761"/>
                  </a:lnTo>
                  <a:lnTo>
                    <a:pt x="8771" y="1771"/>
                  </a:lnTo>
                  <a:lnTo>
                    <a:pt x="9252" y="1781"/>
                  </a:lnTo>
                  <a:lnTo>
                    <a:pt x="9191" y="1638"/>
                  </a:lnTo>
                  <a:lnTo>
                    <a:pt x="9161" y="1495"/>
                  </a:lnTo>
                  <a:lnTo>
                    <a:pt x="9161" y="1"/>
                  </a:lnTo>
                  <a:close/>
                </a:path>
              </a:pathLst>
            </a:custGeom>
            <a:solidFill>
              <a:srgbClr val="008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64"/>
            <p:cNvSpPr/>
            <p:nvPr/>
          </p:nvSpPr>
          <p:spPr>
            <a:xfrm flipH="1">
              <a:off x="5808825" y="3675200"/>
              <a:ext cx="39228" cy="44550"/>
            </a:xfrm>
            <a:custGeom>
              <a:avLst/>
              <a:gdLst/>
              <a:ahLst/>
              <a:cxnLst/>
              <a:rect l="l" t="t" r="r" b="b"/>
              <a:pathLst>
                <a:path w="9252" h="1782" fill="none" extrusionOk="0">
                  <a:moveTo>
                    <a:pt x="9161" y="1"/>
                  </a:moveTo>
                  <a:lnTo>
                    <a:pt x="9161" y="1495"/>
                  </a:lnTo>
                  <a:lnTo>
                    <a:pt x="9161" y="1495"/>
                  </a:lnTo>
                  <a:lnTo>
                    <a:pt x="9191" y="1638"/>
                  </a:lnTo>
                  <a:lnTo>
                    <a:pt x="9252" y="1781"/>
                  </a:lnTo>
                  <a:lnTo>
                    <a:pt x="9252" y="1781"/>
                  </a:lnTo>
                  <a:lnTo>
                    <a:pt x="8771" y="1771"/>
                  </a:lnTo>
                  <a:lnTo>
                    <a:pt x="8320" y="1761"/>
                  </a:lnTo>
                  <a:lnTo>
                    <a:pt x="7870" y="1740"/>
                  </a:lnTo>
                  <a:lnTo>
                    <a:pt x="7419" y="1720"/>
                  </a:lnTo>
                  <a:lnTo>
                    <a:pt x="6969" y="1699"/>
                  </a:lnTo>
                  <a:lnTo>
                    <a:pt x="6518" y="1669"/>
                  </a:lnTo>
                  <a:lnTo>
                    <a:pt x="6098" y="1638"/>
                  </a:lnTo>
                  <a:lnTo>
                    <a:pt x="5677" y="1603"/>
                  </a:lnTo>
                  <a:lnTo>
                    <a:pt x="5287" y="1562"/>
                  </a:lnTo>
                  <a:lnTo>
                    <a:pt x="4897" y="1521"/>
                  </a:lnTo>
                  <a:lnTo>
                    <a:pt x="4506" y="1475"/>
                  </a:lnTo>
                  <a:lnTo>
                    <a:pt x="4116" y="1424"/>
                  </a:lnTo>
                  <a:lnTo>
                    <a:pt x="3755" y="1373"/>
                  </a:lnTo>
                  <a:lnTo>
                    <a:pt x="3425" y="1317"/>
                  </a:lnTo>
                  <a:lnTo>
                    <a:pt x="3064" y="1261"/>
                  </a:lnTo>
                  <a:lnTo>
                    <a:pt x="2764" y="1200"/>
                  </a:lnTo>
                  <a:lnTo>
                    <a:pt x="2434" y="1138"/>
                  </a:lnTo>
                  <a:lnTo>
                    <a:pt x="2163" y="1077"/>
                  </a:lnTo>
                  <a:lnTo>
                    <a:pt x="1863" y="1011"/>
                  </a:lnTo>
                  <a:lnTo>
                    <a:pt x="1623" y="939"/>
                  </a:lnTo>
                  <a:lnTo>
                    <a:pt x="1382" y="873"/>
                  </a:lnTo>
                  <a:lnTo>
                    <a:pt x="1142" y="802"/>
                  </a:lnTo>
                  <a:lnTo>
                    <a:pt x="932" y="725"/>
                  </a:lnTo>
                  <a:lnTo>
                    <a:pt x="752" y="649"/>
                  </a:lnTo>
                  <a:lnTo>
                    <a:pt x="572" y="577"/>
                  </a:lnTo>
                  <a:lnTo>
                    <a:pt x="421" y="496"/>
                  </a:lnTo>
                  <a:lnTo>
                    <a:pt x="301" y="419"/>
                  </a:lnTo>
                  <a:lnTo>
                    <a:pt x="211" y="338"/>
                  </a:lnTo>
                  <a:lnTo>
                    <a:pt x="121" y="261"/>
                  </a:lnTo>
                  <a:lnTo>
                    <a:pt x="61" y="179"/>
                  </a:lnTo>
                  <a:lnTo>
                    <a:pt x="31" y="98"/>
                  </a:lnTo>
                  <a:lnTo>
                    <a:pt x="1" y="16"/>
                  </a:lnTo>
                  <a:lnTo>
                    <a:pt x="1" y="16"/>
                  </a:lnTo>
                  <a:lnTo>
                    <a:pt x="1" y="1"/>
                  </a:lnTo>
                  <a:lnTo>
                    <a:pt x="916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64"/>
            <p:cNvSpPr/>
            <p:nvPr/>
          </p:nvSpPr>
          <p:spPr>
            <a:xfrm flipH="1">
              <a:off x="5755978" y="3675200"/>
              <a:ext cx="53233" cy="44675"/>
            </a:xfrm>
            <a:custGeom>
              <a:avLst/>
              <a:gdLst/>
              <a:ahLst/>
              <a:cxnLst/>
              <a:rect l="l" t="t" r="r" b="b"/>
              <a:pathLst>
                <a:path w="12555" h="1787" extrusionOk="0">
                  <a:moveTo>
                    <a:pt x="0" y="1"/>
                  </a:moveTo>
                  <a:lnTo>
                    <a:pt x="0" y="1495"/>
                  </a:lnTo>
                  <a:lnTo>
                    <a:pt x="30" y="1638"/>
                  </a:lnTo>
                  <a:lnTo>
                    <a:pt x="91" y="1781"/>
                  </a:lnTo>
                  <a:lnTo>
                    <a:pt x="691" y="1786"/>
                  </a:lnTo>
                  <a:lnTo>
                    <a:pt x="1712" y="1781"/>
                  </a:lnTo>
                  <a:lnTo>
                    <a:pt x="2734" y="1771"/>
                  </a:lnTo>
                  <a:lnTo>
                    <a:pt x="3755" y="1756"/>
                  </a:lnTo>
                  <a:lnTo>
                    <a:pt x="4776" y="1730"/>
                  </a:lnTo>
                  <a:lnTo>
                    <a:pt x="5287" y="1710"/>
                  </a:lnTo>
                  <a:lnTo>
                    <a:pt x="5797" y="1689"/>
                  </a:lnTo>
                  <a:lnTo>
                    <a:pt x="6278" y="1664"/>
                  </a:lnTo>
                  <a:lnTo>
                    <a:pt x="6788" y="1638"/>
                  </a:lnTo>
                  <a:lnTo>
                    <a:pt x="7269" y="1608"/>
                  </a:lnTo>
                  <a:lnTo>
                    <a:pt x="7719" y="1572"/>
                  </a:lnTo>
                  <a:lnTo>
                    <a:pt x="8170" y="1531"/>
                  </a:lnTo>
                  <a:lnTo>
                    <a:pt x="8620" y="1490"/>
                  </a:lnTo>
                  <a:lnTo>
                    <a:pt x="9041" y="1439"/>
                  </a:lnTo>
                  <a:lnTo>
                    <a:pt x="9461" y="1388"/>
                  </a:lnTo>
                  <a:lnTo>
                    <a:pt x="9852" y="1327"/>
                  </a:lnTo>
                  <a:lnTo>
                    <a:pt x="10212" y="1266"/>
                  </a:lnTo>
                  <a:lnTo>
                    <a:pt x="10573" y="1194"/>
                  </a:lnTo>
                  <a:lnTo>
                    <a:pt x="10873" y="1123"/>
                  </a:lnTo>
                  <a:lnTo>
                    <a:pt x="11203" y="1041"/>
                  </a:lnTo>
                  <a:lnTo>
                    <a:pt x="11474" y="955"/>
                  </a:lnTo>
                  <a:lnTo>
                    <a:pt x="11714" y="863"/>
                  </a:lnTo>
                  <a:lnTo>
                    <a:pt x="11924" y="761"/>
                  </a:lnTo>
                  <a:lnTo>
                    <a:pt x="12134" y="654"/>
                  </a:lnTo>
                  <a:lnTo>
                    <a:pt x="12285" y="542"/>
                  </a:lnTo>
                  <a:lnTo>
                    <a:pt x="12405" y="419"/>
                  </a:lnTo>
                  <a:lnTo>
                    <a:pt x="12495" y="292"/>
                  </a:lnTo>
                  <a:lnTo>
                    <a:pt x="12555" y="159"/>
                  </a:lnTo>
                  <a:lnTo>
                    <a:pt x="12555" y="16"/>
                  </a:lnTo>
                  <a:lnTo>
                    <a:pt x="12555" y="1"/>
                  </a:lnTo>
                  <a:close/>
                </a:path>
              </a:pathLst>
            </a:custGeom>
            <a:solidFill>
              <a:srgbClr val="0063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64"/>
            <p:cNvSpPr/>
            <p:nvPr/>
          </p:nvSpPr>
          <p:spPr>
            <a:xfrm flipH="1">
              <a:off x="5755978" y="3675200"/>
              <a:ext cx="53233" cy="44675"/>
            </a:xfrm>
            <a:custGeom>
              <a:avLst/>
              <a:gdLst/>
              <a:ahLst/>
              <a:cxnLst/>
              <a:rect l="l" t="t" r="r" b="b"/>
              <a:pathLst>
                <a:path w="12555" h="1787" fill="none" extrusionOk="0">
                  <a:moveTo>
                    <a:pt x="12555" y="1"/>
                  </a:moveTo>
                  <a:lnTo>
                    <a:pt x="12555" y="1"/>
                  </a:lnTo>
                  <a:lnTo>
                    <a:pt x="12555" y="16"/>
                  </a:lnTo>
                  <a:lnTo>
                    <a:pt x="12555" y="16"/>
                  </a:lnTo>
                  <a:lnTo>
                    <a:pt x="12555" y="159"/>
                  </a:lnTo>
                  <a:lnTo>
                    <a:pt x="12495" y="292"/>
                  </a:lnTo>
                  <a:lnTo>
                    <a:pt x="12405" y="419"/>
                  </a:lnTo>
                  <a:lnTo>
                    <a:pt x="12285" y="542"/>
                  </a:lnTo>
                  <a:lnTo>
                    <a:pt x="12134" y="654"/>
                  </a:lnTo>
                  <a:lnTo>
                    <a:pt x="11924" y="761"/>
                  </a:lnTo>
                  <a:lnTo>
                    <a:pt x="11714" y="863"/>
                  </a:lnTo>
                  <a:lnTo>
                    <a:pt x="11474" y="955"/>
                  </a:lnTo>
                  <a:lnTo>
                    <a:pt x="11203" y="1041"/>
                  </a:lnTo>
                  <a:lnTo>
                    <a:pt x="10873" y="1123"/>
                  </a:lnTo>
                  <a:lnTo>
                    <a:pt x="10573" y="1194"/>
                  </a:lnTo>
                  <a:lnTo>
                    <a:pt x="10212" y="1266"/>
                  </a:lnTo>
                  <a:lnTo>
                    <a:pt x="9852" y="1327"/>
                  </a:lnTo>
                  <a:lnTo>
                    <a:pt x="9461" y="1388"/>
                  </a:lnTo>
                  <a:lnTo>
                    <a:pt x="9041" y="1439"/>
                  </a:lnTo>
                  <a:lnTo>
                    <a:pt x="8620" y="1490"/>
                  </a:lnTo>
                  <a:lnTo>
                    <a:pt x="8170" y="1531"/>
                  </a:lnTo>
                  <a:lnTo>
                    <a:pt x="7719" y="1572"/>
                  </a:lnTo>
                  <a:lnTo>
                    <a:pt x="7269" y="1608"/>
                  </a:lnTo>
                  <a:lnTo>
                    <a:pt x="6788" y="1638"/>
                  </a:lnTo>
                  <a:lnTo>
                    <a:pt x="6278" y="1664"/>
                  </a:lnTo>
                  <a:lnTo>
                    <a:pt x="5797" y="1689"/>
                  </a:lnTo>
                  <a:lnTo>
                    <a:pt x="5287" y="1710"/>
                  </a:lnTo>
                  <a:lnTo>
                    <a:pt x="4776" y="1730"/>
                  </a:lnTo>
                  <a:lnTo>
                    <a:pt x="3755" y="1756"/>
                  </a:lnTo>
                  <a:lnTo>
                    <a:pt x="2734" y="1771"/>
                  </a:lnTo>
                  <a:lnTo>
                    <a:pt x="1712" y="1781"/>
                  </a:lnTo>
                  <a:lnTo>
                    <a:pt x="691" y="1786"/>
                  </a:lnTo>
                  <a:lnTo>
                    <a:pt x="691" y="1786"/>
                  </a:lnTo>
                  <a:lnTo>
                    <a:pt x="91" y="1781"/>
                  </a:lnTo>
                  <a:lnTo>
                    <a:pt x="91" y="1781"/>
                  </a:lnTo>
                  <a:lnTo>
                    <a:pt x="30" y="1638"/>
                  </a:lnTo>
                  <a:lnTo>
                    <a:pt x="0" y="1495"/>
                  </a:lnTo>
                  <a:lnTo>
                    <a:pt x="0" y="1"/>
                  </a:lnTo>
                  <a:lnTo>
                    <a:pt x="1255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64"/>
            <p:cNvSpPr/>
            <p:nvPr/>
          </p:nvSpPr>
          <p:spPr>
            <a:xfrm flipH="1">
              <a:off x="5719048" y="3366875"/>
              <a:ext cx="90418" cy="87625"/>
            </a:xfrm>
            <a:custGeom>
              <a:avLst/>
              <a:gdLst/>
              <a:ahLst/>
              <a:cxnLst/>
              <a:rect l="l" t="t" r="r" b="b"/>
              <a:pathLst>
                <a:path w="21325" h="3505" extrusionOk="0">
                  <a:moveTo>
                    <a:pt x="10272" y="1"/>
                  </a:moveTo>
                  <a:lnTo>
                    <a:pt x="9551" y="6"/>
                  </a:lnTo>
                  <a:lnTo>
                    <a:pt x="8771" y="26"/>
                  </a:lnTo>
                  <a:lnTo>
                    <a:pt x="7930" y="57"/>
                  </a:lnTo>
                  <a:lnTo>
                    <a:pt x="7089" y="103"/>
                  </a:lnTo>
                  <a:lnTo>
                    <a:pt x="6638" y="128"/>
                  </a:lnTo>
                  <a:lnTo>
                    <a:pt x="6218" y="159"/>
                  </a:lnTo>
                  <a:lnTo>
                    <a:pt x="5767" y="194"/>
                  </a:lnTo>
                  <a:lnTo>
                    <a:pt x="5347" y="235"/>
                  </a:lnTo>
                  <a:lnTo>
                    <a:pt x="4926" y="276"/>
                  </a:lnTo>
                  <a:lnTo>
                    <a:pt x="4506" y="322"/>
                  </a:lnTo>
                  <a:lnTo>
                    <a:pt x="4085" y="373"/>
                  </a:lnTo>
                  <a:lnTo>
                    <a:pt x="3665" y="424"/>
                  </a:lnTo>
                  <a:lnTo>
                    <a:pt x="3274" y="485"/>
                  </a:lnTo>
                  <a:lnTo>
                    <a:pt x="2914" y="546"/>
                  </a:lnTo>
                  <a:lnTo>
                    <a:pt x="2523" y="613"/>
                  </a:lnTo>
                  <a:lnTo>
                    <a:pt x="2193" y="684"/>
                  </a:lnTo>
                  <a:lnTo>
                    <a:pt x="1863" y="761"/>
                  </a:lnTo>
                  <a:lnTo>
                    <a:pt x="1562" y="842"/>
                  </a:lnTo>
                  <a:lnTo>
                    <a:pt x="1262" y="929"/>
                  </a:lnTo>
                  <a:lnTo>
                    <a:pt x="992" y="1016"/>
                  </a:lnTo>
                  <a:lnTo>
                    <a:pt x="751" y="1112"/>
                  </a:lnTo>
                  <a:lnTo>
                    <a:pt x="541" y="1209"/>
                  </a:lnTo>
                  <a:lnTo>
                    <a:pt x="361" y="1317"/>
                  </a:lnTo>
                  <a:lnTo>
                    <a:pt x="211" y="1424"/>
                  </a:lnTo>
                  <a:lnTo>
                    <a:pt x="121" y="1536"/>
                  </a:lnTo>
                  <a:lnTo>
                    <a:pt x="30" y="1658"/>
                  </a:lnTo>
                  <a:lnTo>
                    <a:pt x="0" y="1781"/>
                  </a:lnTo>
                  <a:lnTo>
                    <a:pt x="0" y="1913"/>
                  </a:lnTo>
                  <a:lnTo>
                    <a:pt x="511" y="1923"/>
                  </a:lnTo>
                  <a:lnTo>
                    <a:pt x="1022" y="1939"/>
                  </a:lnTo>
                  <a:lnTo>
                    <a:pt x="1532" y="1954"/>
                  </a:lnTo>
                  <a:lnTo>
                    <a:pt x="2043" y="1980"/>
                  </a:lnTo>
                  <a:lnTo>
                    <a:pt x="3064" y="2026"/>
                  </a:lnTo>
                  <a:lnTo>
                    <a:pt x="4025" y="2087"/>
                  </a:lnTo>
                  <a:lnTo>
                    <a:pt x="4956" y="2158"/>
                  </a:lnTo>
                  <a:lnTo>
                    <a:pt x="5857" y="2240"/>
                  </a:lnTo>
                  <a:lnTo>
                    <a:pt x="6698" y="2332"/>
                  </a:lnTo>
                  <a:lnTo>
                    <a:pt x="7119" y="2377"/>
                  </a:lnTo>
                  <a:lnTo>
                    <a:pt x="7509" y="2428"/>
                  </a:lnTo>
                  <a:lnTo>
                    <a:pt x="7749" y="2464"/>
                  </a:lnTo>
                  <a:lnTo>
                    <a:pt x="8020" y="2505"/>
                  </a:lnTo>
                  <a:lnTo>
                    <a:pt x="8230" y="2551"/>
                  </a:lnTo>
                  <a:lnTo>
                    <a:pt x="8440" y="2592"/>
                  </a:lnTo>
                  <a:lnTo>
                    <a:pt x="8650" y="2643"/>
                  </a:lnTo>
                  <a:lnTo>
                    <a:pt x="8831" y="2689"/>
                  </a:lnTo>
                  <a:lnTo>
                    <a:pt x="9191" y="2796"/>
                  </a:lnTo>
                  <a:lnTo>
                    <a:pt x="9461" y="2903"/>
                  </a:lnTo>
                  <a:lnTo>
                    <a:pt x="9702" y="3020"/>
                  </a:lnTo>
                  <a:lnTo>
                    <a:pt x="9882" y="3143"/>
                  </a:lnTo>
                  <a:lnTo>
                    <a:pt x="10032" y="3265"/>
                  </a:lnTo>
                  <a:lnTo>
                    <a:pt x="10693" y="3270"/>
                  </a:lnTo>
                  <a:lnTo>
                    <a:pt x="11384" y="3280"/>
                  </a:lnTo>
                  <a:lnTo>
                    <a:pt x="12104" y="3301"/>
                  </a:lnTo>
                  <a:lnTo>
                    <a:pt x="12795" y="3326"/>
                  </a:lnTo>
                  <a:lnTo>
                    <a:pt x="13516" y="3362"/>
                  </a:lnTo>
                  <a:lnTo>
                    <a:pt x="14267" y="3403"/>
                  </a:lnTo>
                  <a:lnTo>
                    <a:pt x="15018" y="3449"/>
                  </a:lnTo>
                  <a:lnTo>
                    <a:pt x="15769" y="3505"/>
                  </a:lnTo>
                  <a:lnTo>
                    <a:pt x="16309" y="3459"/>
                  </a:lnTo>
                  <a:lnTo>
                    <a:pt x="16880" y="3408"/>
                  </a:lnTo>
                  <a:lnTo>
                    <a:pt x="17421" y="3352"/>
                  </a:lnTo>
                  <a:lnTo>
                    <a:pt x="17931" y="3285"/>
                  </a:lnTo>
                  <a:lnTo>
                    <a:pt x="18412" y="3214"/>
                  </a:lnTo>
                  <a:lnTo>
                    <a:pt x="18892" y="3132"/>
                  </a:lnTo>
                  <a:lnTo>
                    <a:pt x="19313" y="3046"/>
                  </a:lnTo>
                  <a:lnTo>
                    <a:pt x="19733" y="2949"/>
                  </a:lnTo>
                  <a:lnTo>
                    <a:pt x="20094" y="2842"/>
                  </a:lnTo>
                  <a:lnTo>
                    <a:pt x="20424" y="2724"/>
                  </a:lnTo>
                  <a:lnTo>
                    <a:pt x="20694" y="2602"/>
                  </a:lnTo>
                  <a:lnTo>
                    <a:pt x="20935" y="2469"/>
                  </a:lnTo>
                  <a:lnTo>
                    <a:pt x="21115" y="2326"/>
                  </a:lnTo>
                  <a:lnTo>
                    <a:pt x="21235" y="2173"/>
                  </a:lnTo>
                  <a:lnTo>
                    <a:pt x="21325" y="2010"/>
                  </a:lnTo>
                  <a:lnTo>
                    <a:pt x="21325" y="1837"/>
                  </a:lnTo>
                  <a:lnTo>
                    <a:pt x="21295" y="1684"/>
                  </a:lnTo>
                  <a:lnTo>
                    <a:pt x="21205" y="1541"/>
                  </a:lnTo>
                  <a:lnTo>
                    <a:pt x="21085" y="1403"/>
                  </a:lnTo>
                  <a:lnTo>
                    <a:pt x="20935" y="1281"/>
                  </a:lnTo>
                  <a:lnTo>
                    <a:pt x="20754" y="1158"/>
                  </a:lnTo>
                  <a:lnTo>
                    <a:pt x="20544" y="1046"/>
                  </a:lnTo>
                  <a:lnTo>
                    <a:pt x="20304" y="944"/>
                  </a:lnTo>
                  <a:lnTo>
                    <a:pt x="20034" y="847"/>
                  </a:lnTo>
                  <a:lnTo>
                    <a:pt x="19733" y="755"/>
                  </a:lnTo>
                  <a:lnTo>
                    <a:pt x="19403" y="674"/>
                  </a:lnTo>
                  <a:lnTo>
                    <a:pt x="19072" y="597"/>
                  </a:lnTo>
                  <a:lnTo>
                    <a:pt x="18712" y="526"/>
                  </a:lnTo>
                  <a:lnTo>
                    <a:pt x="18352" y="460"/>
                  </a:lnTo>
                  <a:lnTo>
                    <a:pt x="17931" y="398"/>
                  </a:lnTo>
                  <a:lnTo>
                    <a:pt x="17541" y="342"/>
                  </a:lnTo>
                  <a:lnTo>
                    <a:pt x="17120" y="296"/>
                  </a:lnTo>
                  <a:lnTo>
                    <a:pt x="16700" y="250"/>
                  </a:lnTo>
                  <a:lnTo>
                    <a:pt x="16249" y="210"/>
                  </a:lnTo>
                  <a:lnTo>
                    <a:pt x="15829" y="174"/>
                  </a:lnTo>
                  <a:lnTo>
                    <a:pt x="15378" y="143"/>
                  </a:lnTo>
                  <a:lnTo>
                    <a:pt x="14928" y="113"/>
                  </a:lnTo>
                  <a:lnTo>
                    <a:pt x="14477" y="92"/>
                  </a:lnTo>
                  <a:lnTo>
                    <a:pt x="13606" y="52"/>
                  </a:lnTo>
                  <a:lnTo>
                    <a:pt x="12735" y="26"/>
                  </a:lnTo>
                  <a:lnTo>
                    <a:pt x="11924" y="11"/>
                  </a:lnTo>
                  <a:lnTo>
                    <a:pt x="11143" y="1"/>
                  </a:lnTo>
                  <a:close/>
                </a:path>
              </a:pathLst>
            </a:custGeom>
            <a:solidFill>
              <a:srgbClr val="A1C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64"/>
            <p:cNvSpPr/>
            <p:nvPr/>
          </p:nvSpPr>
          <p:spPr>
            <a:xfrm flipH="1">
              <a:off x="5719048" y="3366875"/>
              <a:ext cx="90418" cy="87625"/>
            </a:xfrm>
            <a:custGeom>
              <a:avLst/>
              <a:gdLst/>
              <a:ahLst/>
              <a:cxnLst/>
              <a:rect l="l" t="t" r="r" b="b"/>
              <a:pathLst>
                <a:path w="21325" h="3505" fill="none" extrusionOk="0">
                  <a:moveTo>
                    <a:pt x="10452" y="1"/>
                  </a:moveTo>
                  <a:lnTo>
                    <a:pt x="10452" y="1"/>
                  </a:lnTo>
                  <a:lnTo>
                    <a:pt x="11143" y="1"/>
                  </a:lnTo>
                  <a:lnTo>
                    <a:pt x="11924" y="11"/>
                  </a:lnTo>
                  <a:lnTo>
                    <a:pt x="12735" y="26"/>
                  </a:lnTo>
                  <a:lnTo>
                    <a:pt x="13606" y="52"/>
                  </a:lnTo>
                  <a:lnTo>
                    <a:pt x="14477" y="92"/>
                  </a:lnTo>
                  <a:lnTo>
                    <a:pt x="14928" y="113"/>
                  </a:lnTo>
                  <a:lnTo>
                    <a:pt x="15378" y="143"/>
                  </a:lnTo>
                  <a:lnTo>
                    <a:pt x="15829" y="174"/>
                  </a:lnTo>
                  <a:lnTo>
                    <a:pt x="16249" y="210"/>
                  </a:lnTo>
                  <a:lnTo>
                    <a:pt x="16700" y="250"/>
                  </a:lnTo>
                  <a:lnTo>
                    <a:pt x="17120" y="296"/>
                  </a:lnTo>
                  <a:lnTo>
                    <a:pt x="17541" y="342"/>
                  </a:lnTo>
                  <a:lnTo>
                    <a:pt x="17931" y="398"/>
                  </a:lnTo>
                  <a:lnTo>
                    <a:pt x="18352" y="460"/>
                  </a:lnTo>
                  <a:lnTo>
                    <a:pt x="18712" y="526"/>
                  </a:lnTo>
                  <a:lnTo>
                    <a:pt x="19072" y="597"/>
                  </a:lnTo>
                  <a:lnTo>
                    <a:pt x="19403" y="674"/>
                  </a:lnTo>
                  <a:lnTo>
                    <a:pt x="19733" y="755"/>
                  </a:lnTo>
                  <a:lnTo>
                    <a:pt x="20034" y="847"/>
                  </a:lnTo>
                  <a:lnTo>
                    <a:pt x="20304" y="944"/>
                  </a:lnTo>
                  <a:lnTo>
                    <a:pt x="20544" y="1046"/>
                  </a:lnTo>
                  <a:lnTo>
                    <a:pt x="20754" y="1158"/>
                  </a:lnTo>
                  <a:lnTo>
                    <a:pt x="20935" y="1281"/>
                  </a:lnTo>
                  <a:lnTo>
                    <a:pt x="21085" y="1403"/>
                  </a:lnTo>
                  <a:lnTo>
                    <a:pt x="21205" y="1541"/>
                  </a:lnTo>
                  <a:lnTo>
                    <a:pt x="21295" y="1684"/>
                  </a:lnTo>
                  <a:lnTo>
                    <a:pt x="21325" y="1837"/>
                  </a:lnTo>
                  <a:lnTo>
                    <a:pt x="21325" y="1837"/>
                  </a:lnTo>
                  <a:lnTo>
                    <a:pt x="21325" y="2010"/>
                  </a:lnTo>
                  <a:lnTo>
                    <a:pt x="21235" y="2173"/>
                  </a:lnTo>
                  <a:lnTo>
                    <a:pt x="21115" y="2326"/>
                  </a:lnTo>
                  <a:lnTo>
                    <a:pt x="20935" y="2469"/>
                  </a:lnTo>
                  <a:lnTo>
                    <a:pt x="20694" y="2602"/>
                  </a:lnTo>
                  <a:lnTo>
                    <a:pt x="20424" y="2724"/>
                  </a:lnTo>
                  <a:lnTo>
                    <a:pt x="20094" y="2842"/>
                  </a:lnTo>
                  <a:lnTo>
                    <a:pt x="19733" y="2949"/>
                  </a:lnTo>
                  <a:lnTo>
                    <a:pt x="19313" y="3046"/>
                  </a:lnTo>
                  <a:lnTo>
                    <a:pt x="18892" y="3132"/>
                  </a:lnTo>
                  <a:lnTo>
                    <a:pt x="18412" y="3214"/>
                  </a:lnTo>
                  <a:lnTo>
                    <a:pt x="17931" y="3285"/>
                  </a:lnTo>
                  <a:lnTo>
                    <a:pt x="17421" y="3352"/>
                  </a:lnTo>
                  <a:lnTo>
                    <a:pt x="16880" y="3408"/>
                  </a:lnTo>
                  <a:lnTo>
                    <a:pt x="16309" y="3459"/>
                  </a:lnTo>
                  <a:lnTo>
                    <a:pt x="15769" y="3505"/>
                  </a:lnTo>
                  <a:lnTo>
                    <a:pt x="15769" y="3505"/>
                  </a:lnTo>
                  <a:lnTo>
                    <a:pt x="15018" y="3449"/>
                  </a:lnTo>
                  <a:lnTo>
                    <a:pt x="14267" y="3403"/>
                  </a:lnTo>
                  <a:lnTo>
                    <a:pt x="13516" y="3362"/>
                  </a:lnTo>
                  <a:lnTo>
                    <a:pt x="12795" y="3326"/>
                  </a:lnTo>
                  <a:lnTo>
                    <a:pt x="12104" y="3301"/>
                  </a:lnTo>
                  <a:lnTo>
                    <a:pt x="11384" y="3280"/>
                  </a:lnTo>
                  <a:lnTo>
                    <a:pt x="10693" y="3270"/>
                  </a:lnTo>
                  <a:lnTo>
                    <a:pt x="10032" y="3265"/>
                  </a:lnTo>
                  <a:lnTo>
                    <a:pt x="10032" y="3265"/>
                  </a:lnTo>
                  <a:lnTo>
                    <a:pt x="9882" y="3143"/>
                  </a:lnTo>
                  <a:lnTo>
                    <a:pt x="9702" y="3020"/>
                  </a:lnTo>
                  <a:lnTo>
                    <a:pt x="9461" y="2903"/>
                  </a:lnTo>
                  <a:lnTo>
                    <a:pt x="9191" y="2796"/>
                  </a:lnTo>
                  <a:lnTo>
                    <a:pt x="8831" y="2689"/>
                  </a:lnTo>
                  <a:lnTo>
                    <a:pt x="8650" y="2643"/>
                  </a:lnTo>
                  <a:lnTo>
                    <a:pt x="8440" y="2592"/>
                  </a:lnTo>
                  <a:lnTo>
                    <a:pt x="8230" y="2551"/>
                  </a:lnTo>
                  <a:lnTo>
                    <a:pt x="8020" y="2505"/>
                  </a:lnTo>
                  <a:lnTo>
                    <a:pt x="7749" y="2464"/>
                  </a:lnTo>
                  <a:lnTo>
                    <a:pt x="7509" y="2428"/>
                  </a:lnTo>
                  <a:lnTo>
                    <a:pt x="7509" y="2428"/>
                  </a:lnTo>
                  <a:lnTo>
                    <a:pt x="7119" y="2377"/>
                  </a:lnTo>
                  <a:lnTo>
                    <a:pt x="6698" y="2332"/>
                  </a:lnTo>
                  <a:lnTo>
                    <a:pt x="5857" y="2240"/>
                  </a:lnTo>
                  <a:lnTo>
                    <a:pt x="4956" y="2158"/>
                  </a:lnTo>
                  <a:lnTo>
                    <a:pt x="4025" y="2087"/>
                  </a:lnTo>
                  <a:lnTo>
                    <a:pt x="3064" y="2026"/>
                  </a:lnTo>
                  <a:lnTo>
                    <a:pt x="2043" y="1980"/>
                  </a:lnTo>
                  <a:lnTo>
                    <a:pt x="1532" y="1954"/>
                  </a:lnTo>
                  <a:lnTo>
                    <a:pt x="1022" y="1939"/>
                  </a:lnTo>
                  <a:lnTo>
                    <a:pt x="511" y="1923"/>
                  </a:lnTo>
                  <a:lnTo>
                    <a:pt x="0" y="1913"/>
                  </a:lnTo>
                  <a:lnTo>
                    <a:pt x="0" y="1913"/>
                  </a:lnTo>
                  <a:lnTo>
                    <a:pt x="0" y="1781"/>
                  </a:lnTo>
                  <a:lnTo>
                    <a:pt x="30" y="1658"/>
                  </a:lnTo>
                  <a:lnTo>
                    <a:pt x="121" y="1536"/>
                  </a:lnTo>
                  <a:lnTo>
                    <a:pt x="211" y="1424"/>
                  </a:lnTo>
                  <a:lnTo>
                    <a:pt x="361" y="1317"/>
                  </a:lnTo>
                  <a:lnTo>
                    <a:pt x="541" y="1209"/>
                  </a:lnTo>
                  <a:lnTo>
                    <a:pt x="751" y="1112"/>
                  </a:lnTo>
                  <a:lnTo>
                    <a:pt x="992" y="1016"/>
                  </a:lnTo>
                  <a:lnTo>
                    <a:pt x="1262" y="929"/>
                  </a:lnTo>
                  <a:lnTo>
                    <a:pt x="1562" y="842"/>
                  </a:lnTo>
                  <a:lnTo>
                    <a:pt x="1863" y="761"/>
                  </a:lnTo>
                  <a:lnTo>
                    <a:pt x="2193" y="684"/>
                  </a:lnTo>
                  <a:lnTo>
                    <a:pt x="2523" y="613"/>
                  </a:lnTo>
                  <a:lnTo>
                    <a:pt x="2914" y="546"/>
                  </a:lnTo>
                  <a:lnTo>
                    <a:pt x="3274" y="485"/>
                  </a:lnTo>
                  <a:lnTo>
                    <a:pt x="3665" y="424"/>
                  </a:lnTo>
                  <a:lnTo>
                    <a:pt x="4085" y="373"/>
                  </a:lnTo>
                  <a:lnTo>
                    <a:pt x="4506" y="322"/>
                  </a:lnTo>
                  <a:lnTo>
                    <a:pt x="4926" y="276"/>
                  </a:lnTo>
                  <a:lnTo>
                    <a:pt x="5347" y="235"/>
                  </a:lnTo>
                  <a:lnTo>
                    <a:pt x="5767" y="194"/>
                  </a:lnTo>
                  <a:lnTo>
                    <a:pt x="6218" y="159"/>
                  </a:lnTo>
                  <a:lnTo>
                    <a:pt x="6638" y="128"/>
                  </a:lnTo>
                  <a:lnTo>
                    <a:pt x="7089" y="103"/>
                  </a:lnTo>
                  <a:lnTo>
                    <a:pt x="7930" y="57"/>
                  </a:lnTo>
                  <a:lnTo>
                    <a:pt x="8771" y="26"/>
                  </a:lnTo>
                  <a:lnTo>
                    <a:pt x="9551" y="6"/>
                  </a:lnTo>
                  <a:lnTo>
                    <a:pt x="10272" y="1"/>
                  </a:lnTo>
                  <a:lnTo>
                    <a:pt x="10272" y="1"/>
                  </a:lnTo>
                  <a:lnTo>
                    <a:pt x="1045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64"/>
            <p:cNvSpPr/>
            <p:nvPr/>
          </p:nvSpPr>
          <p:spPr>
            <a:xfrm flipH="1">
              <a:off x="5742605" y="3448475"/>
              <a:ext cx="24329" cy="10500"/>
            </a:xfrm>
            <a:custGeom>
              <a:avLst/>
              <a:gdLst/>
              <a:ahLst/>
              <a:cxnLst/>
              <a:rect l="l" t="t" r="r" b="b"/>
              <a:pathLst>
                <a:path w="5738" h="420" extrusionOk="0">
                  <a:moveTo>
                    <a:pt x="1" y="1"/>
                  </a:moveTo>
                  <a:lnTo>
                    <a:pt x="91" y="103"/>
                  </a:lnTo>
                  <a:lnTo>
                    <a:pt x="151" y="205"/>
                  </a:lnTo>
                  <a:lnTo>
                    <a:pt x="181" y="312"/>
                  </a:lnTo>
                  <a:lnTo>
                    <a:pt x="211" y="419"/>
                  </a:lnTo>
                  <a:lnTo>
                    <a:pt x="542" y="419"/>
                  </a:lnTo>
                  <a:lnTo>
                    <a:pt x="1142" y="414"/>
                  </a:lnTo>
                  <a:lnTo>
                    <a:pt x="1743" y="409"/>
                  </a:lnTo>
                  <a:lnTo>
                    <a:pt x="2404" y="399"/>
                  </a:lnTo>
                  <a:lnTo>
                    <a:pt x="3065" y="378"/>
                  </a:lnTo>
                  <a:lnTo>
                    <a:pt x="3725" y="353"/>
                  </a:lnTo>
                  <a:lnTo>
                    <a:pt x="4386" y="327"/>
                  </a:lnTo>
                  <a:lnTo>
                    <a:pt x="5077" y="287"/>
                  </a:lnTo>
                  <a:lnTo>
                    <a:pt x="5738" y="241"/>
                  </a:lnTo>
                  <a:lnTo>
                    <a:pt x="4987" y="185"/>
                  </a:lnTo>
                  <a:lnTo>
                    <a:pt x="4236" y="139"/>
                  </a:lnTo>
                  <a:lnTo>
                    <a:pt x="3485" y="98"/>
                  </a:lnTo>
                  <a:lnTo>
                    <a:pt x="2764" y="62"/>
                  </a:lnTo>
                  <a:lnTo>
                    <a:pt x="2073" y="37"/>
                  </a:lnTo>
                  <a:lnTo>
                    <a:pt x="1353" y="16"/>
                  </a:lnTo>
                  <a:lnTo>
                    <a:pt x="662" y="6"/>
                  </a:lnTo>
                  <a:lnTo>
                    <a:pt x="1" y="1"/>
                  </a:lnTo>
                  <a:close/>
                </a:path>
              </a:pathLst>
            </a:custGeom>
            <a:solidFill>
              <a:srgbClr val="399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64"/>
            <p:cNvSpPr/>
            <p:nvPr/>
          </p:nvSpPr>
          <p:spPr>
            <a:xfrm flipH="1">
              <a:off x="5742605" y="3448475"/>
              <a:ext cx="24329" cy="10500"/>
            </a:xfrm>
            <a:custGeom>
              <a:avLst/>
              <a:gdLst/>
              <a:ahLst/>
              <a:cxnLst/>
              <a:rect l="l" t="t" r="r" b="b"/>
              <a:pathLst>
                <a:path w="5738" h="420" fill="none" extrusionOk="0">
                  <a:moveTo>
                    <a:pt x="1" y="1"/>
                  </a:moveTo>
                  <a:lnTo>
                    <a:pt x="1" y="1"/>
                  </a:lnTo>
                  <a:lnTo>
                    <a:pt x="662" y="6"/>
                  </a:lnTo>
                  <a:lnTo>
                    <a:pt x="1353" y="16"/>
                  </a:lnTo>
                  <a:lnTo>
                    <a:pt x="2073" y="37"/>
                  </a:lnTo>
                  <a:lnTo>
                    <a:pt x="2764" y="62"/>
                  </a:lnTo>
                  <a:lnTo>
                    <a:pt x="3485" y="98"/>
                  </a:lnTo>
                  <a:lnTo>
                    <a:pt x="4236" y="139"/>
                  </a:lnTo>
                  <a:lnTo>
                    <a:pt x="4987" y="185"/>
                  </a:lnTo>
                  <a:lnTo>
                    <a:pt x="5738" y="241"/>
                  </a:lnTo>
                  <a:lnTo>
                    <a:pt x="5738" y="241"/>
                  </a:lnTo>
                  <a:lnTo>
                    <a:pt x="5077" y="287"/>
                  </a:lnTo>
                  <a:lnTo>
                    <a:pt x="4386" y="327"/>
                  </a:lnTo>
                  <a:lnTo>
                    <a:pt x="3725" y="353"/>
                  </a:lnTo>
                  <a:lnTo>
                    <a:pt x="3065" y="378"/>
                  </a:lnTo>
                  <a:lnTo>
                    <a:pt x="2404" y="399"/>
                  </a:lnTo>
                  <a:lnTo>
                    <a:pt x="1743" y="409"/>
                  </a:lnTo>
                  <a:lnTo>
                    <a:pt x="1142" y="414"/>
                  </a:lnTo>
                  <a:lnTo>
                    <a:pt x="542" y="419"/>
                  </a:lnTo>
                  <a:lnTo>
                    <a:pt x="542" y="419"/>
                  </a:lnTo>
                  <a:lnTo>
                    <a:pt x="211" y="419"/>
                  </a:lnTo>
                  <a:lnTo>
                    <a:pt x="211" y="419"/>
                  </a:lnTo>
                  <a:lnTo>
                    <a:pt x="181" y="312"/>
                  </a:lnTo>
                  <a:lnTo>
                    <a:pt x="151" y="205"/>
                  </a:lnTo>
                  <a:lnTo>
                    <a:pt x="91" y="103"/>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64"/>
            <p:cNvSpPr/>
            <p:nvPr/>
          </p:nvSpPr>
          <p:spPr>
            <a:xfrm flipH="1">
              <a:off x="5766930" y="3414700"/>
              <a:ext cx="42536" cy="39300"/>
            </a:xfrm>
            <a:custGeom>
              <a:avLst/>
              <a:gdLst/>
              <a:ahLst/>
              <a:cxnLst/>
              <a:rect l="l" t="t" r="r" b="b"/>
              <a:pathLst>
                <a:path w="10032" h="1572" extrusionOk="0">
                  <a:moveTo>
                    <a:pt x="0" y="0"/>
                  </a:moveTo>
                  <a:lnTo>
                    <a:pt x="0" y="31"/>
                  </a:lnTo>
                  <a:lnTo>
                    <a:pt x="60" y="194"/>
                  </a:lnTo>
                  <a:lnTo>
                    <a:pt x="151" y="352"/>
                  </a:lnTo>
                  <a:lnTo>
                    <a:pt x="301" y="495"/>
                  </a:lnTo>
                  <a:lnTo>
                    <a:pt x="481" y="633"/>
                  </a:lnTo>
                  <a:lnTo>
                    <a:pt x="691" y="755"/>
                  </a:lnTo>
                  <a:lnTo>
                    <a:pt x="931" y="867"/>
                  </a:lnTo>
                  <a:lnTo>
                    <a:pt x="1232" y="975"/>
                  </a:lnTo>
                  <a:lnTo>
                    <a:pt x="1532" y="1071"/>
                  </a:lnTo>
                  <a:lnTo>
                    <a:pt x="1863" y="1158"/>
                  </a:lnTo>
                  <a:lnTo>
                    <a:pt x="2253" y="1240"/>
                  </a:lnTo>
                  <a:lnTo>
                    <a:pt x="2613" y="1311"/>
                  </a:lnTo>
                  <a:lnTo>
                    <a:pt x="3034" y="1377"/>
                  </a:lnTo>
                  <a:lnTo>
                    <a:pt x="3454" y="1434"/>
                  </a:lnTo>
                  <a:lnTo>
                    <a:pt x="3905" y="1485"/>
                  </a:lnTo>
                  <a:lnTo>
                    <a:pt x="4355" y="1530"/>
                  </a:lnTo>
                  <a:lnTo>
                    <a:pt x="4836" y="1571"/>
                  </a:lnTo>
                  <a:lnTo>
                    <a:pt x="5407" y="1520"/>
                  </a:lnTo>
                  <a:lnTo>
                    <a:pt x="5977" y="1479"/>
                  </a:lnTo>
                  <a:lnTo>
                    <a:pt x="6578" y="1439"/>
                  </a:lnTo>
                  <a:lnTo>
                    <a:pt x="7179" y="1408"/>
                  </a:lnTo>
                  <a:lnTo>
                    <a:pt x="7809" y="1383"/>
                  </a:lnTo>
                  <a:lnTo>
                    <a:pt x="8470" y="1367"/>
                  </a:lnTo>
                  <a:lnTo>
                    <a:pt x="9131" y="1357"/>
                  </a:lnTo>
                  <a:lnTo>
                    <a:pt x="9822" y="1352"/>
                  </a:lnTo>
                  <a:lnTo>
                    <a:pt x="10032" y="1352"/>
                  </a:lnTo>
                  <a:lnTo>
                    <a:pt x="9882" y="1230"/>
                  </a:lnTo>
                  <a:lnTo>
                    <a:pt x="9702" y="1107"/>
                  </a:lnTo>
                  <a:lnTo>
                    <a:pt x="9461" y="990"/>
                  </a:lnTo>
                  <a:lnTo>
                    <a:pt x="9191" y="883"/>
                  </a:lnTo>
                  <a:lnTo>
                    <a:pt x="8831" y="776"/>
                  </a:lnTo>
                  <a:lnTo>
                    <a:pt x="8650" y="730"/>
                  </a:lnTo>
                  <a:lnTo>
                    <a:pt x="8440" y="679"/>
                  </a:lnTo>
                  <a:lnTo>
                    <a:pt x="8230" y="638"/>
                  </a:lnTo>
                  <a:lnTo>
                    <a:pt x="8020" y="592"/>
                  </a:lnTo>
                  <a:lnTo>
                    <a:pt x="7749" y="551"/>
                  </a:lnTo>
                  <a:lnTo>
                    <a:pt x="7509" y="515"/>
                  </a:lnTo>
                  <a:lnTo>
                    <a:pt x="7119" y="464"/>
                  </a:lnTo>
                  <a:lnTo>
                    <a:pt x="6698" y="419"/>
                  </a:lnTo>
                  <a:lnTo>
                    <a:pt x="5857" y="327"/>
                  </a:lnTo>
                  <a:lnTo>
                    <a:pt x="4956" y="245"/>
                  </a:lnTo>
                  <a:lnTo>
                    <a:pt x="4025" y="174"/>
                  </a:lnTo>
                  <a:lnTo>
                    <a:pt x="3064" y="113"/>
                  </a:lnTo>
                  <a:lnTo>
                    <a:pt x="2043" y="67"/>
                  </a:lnTo>
                  <a:lnTo>
                    <a:pt x="1532" y="41"/>
                  </a:lnTo>
                  <a:lnTo>
                    <a:pt x="1022" y="26"/>
                  </a:lnTo>
                  <a:lnTo>
                    <a:pt x="511" y="10"/>
                  </a:lnTo>
                  <a:lnTo>
                    <a:pt x="0" y="0"/>
                  </a:lnTo>
                  <a:close/>
                </a:path>
              </a:pathLst>
            </a:custGeom>
            <a:solidFill>
              <a:srgbClr val="00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64"/>
            <p:cNvSpPr/>
            <p:nvPr/>
          </p:nvSpPr>
          <p:spPr>
            <a:xfrm flipH="1">
              <a:off x="5766930" y="3414700"/>
              <a:ext cx="42536" cy="39300"/>
            </a:xfrm>
            <a:custGeom>
              <a:avLst/>
              <a:gdLst/>
              <a:ahLst/>
              <a:cxnLst/>
              <a:rect l="l" t="t" r="r" b="b"/>
              <a:pathLst>
                <a:path w="10032" h="1572" fill="none" extrusionOk="0">
                  <a:moveTo>
                    <a:pt x="0" y="0"/>
                  </a:moveTo>
                  <a:lnTo>
                    <a:pt x="0" y="0"/>
                  </a:lnTo>
                  <a:lnTo>
                    <a:pt x="511" y="10"/>
                  </a:lnTo>
                  <a:lnTo>
                    <a:pt x="1022" y="26"/>
                  </a:lnTo>
                  <a:lnTo>
                    <a:pt x="1532" y="41"/>
                  </a:lnTo>
                  <a:lnTo>
                    <a:pt x="2043" y="67"/>
                  </a:lnTo>
                  <a:lnTo>
                    <a:pt x="3064" y="113"/>
                  </a:lnTo>
                  <a:lnTo>
                    <a:pt x="4025" y="174"/>
                  </a:lnTo>
                  <a:lnTo>
                    <a:pt x="4956" y="245"/>
                  </a:lnTo>
                  <a:lnTo>
                    <a:pt x="5857" y="327"/>
                  </a:lnTo>
                  <a:lnTo>
                    <a:pt x="6698" y="419"/>
                  </a:lnTo>
                  <a:lnTo>
                    <a:pt x="7119" y="464"/>
                  </a:lnTo>
                  <a:lnTo>
                    <a:pt x="7509" y="515"/>
                  </a:lnTo>
                  <a:lnTo>
                    <a:pt x="7509" y="515"/>
                  </a:lnTo>
                  <a:lnTo>
                    <a:pt x="7749" y="551"/>
                  </a:lnTo>
                  <a:lnTo>
                    <a:pt x="8020" y="592"/>
                  </a:lnTo>
                  <a:lnTo>
                    <a:pt x="8230" y="638"/>
                  </a:lnTo>
                  <a:lnTo>
                    <a:pt x="8440" y="679"/>
                  </a:lnTo>
                  <a:lnTo>
                    <a:pt x="8650" y="730"/>
                  </a:lnTo>
                  <a:lnTo>
                    <a:pt x="8831" y="776"/>
                  </a:lnTo>
                  <a:lnTo>
                    <a:pt x="9191" y="883"/>
                  </a:lnTo>
                  <a:lnTo>
                    <a:pt x="9461" y="990"/>
                  </a:lnTo>
                  <a:lnTo>
                    <a:pt x="9702" y="1107"/>
                  </a:lnTo>
                  <a:lnTo>
                    <a:pt x="9882" y="1230"/>
                  </a:lnTo>
                  <a:lnTo>
                    <a:pt x="10032" y="1352"/>
                  </a:lnTo>
                  <a:lnTo>
                    <a:pt x="10032" y="1352"/>
                  </a:lnTo>
                  <a:lnTo>
                    <a:pt x="9822" y="1352"/>
                  </a:lnTo>
                  <a:lnTo>
                    <a:pt x="9822" y="1352"/>
                  </a:lnTo>
                  <a:lnTo>
                    <a:pt x="9131" y="1357"/>
                  </a:lnTo>
                  <a:lnTo>
                    <a:pt x="8470" y="1367"/>
                  </a:lnTo>
                  <a:lnTo>
                    <a:pt x="7809" y="1383"/>
                  </a:lnTo>
                  <a:lnTo>
                    <a:pt x="7179" y="1408"/>
                  </a:lnTo>
                  <a:lnTo>
                    <a:pt x="6578" y="1439"/>
                  </a:lnTo>
                  <a:lnTo>
                    <a:pt x="5977" y="1479"/>
                  </a:lnTo>
                  <a:lnTo>
                    <a:pt x="5407" y="1520"/>
                  </a:lnTo>
                  <a:lnTo>
                    <a:pt x="4836" y="1571"/>
                  </a:lnTo>
                  <a:lnTo>
                    <a:pt x="4836" y="1571"/>
                  </a:lnTo>
                  <a:lnTo>
                    <a:pt x="4355" y="1530"/>
                  </a:lnTo>
                  <a:lnTo>
                    <a:pt x="3905" y="1485"/>
                  </a:lnTo>
                  <a:lnTo>
                    <a:pt x="3454" y="1434"/>
                  </a:lnTo>
                  <a:lnTo>
                    <a:pt x="3034" y="1377"/>
                  </a:lnTo>
                  <a:lnTo>
                    <a:pt x="2613" y="1311"/>
                  </a:lnTo>
                  <a:lnTo>
                    <a:pt x="2253" y="1240"/>
                  </a:lnTo>
                  <a:lnTo>
                    <a:pt x="1863" y="1158"/>
                  </a:lnTo>
                  <a:lnTo>
                    <a:pt x="1532" y="1071"/>
                  </a:lnTo>
                  <a:lnTo>
                    <a:pt x="1232" y="975"/>
                  </a:lnTo>
                  <a:lnTo>
                    <a:pt x="931" y="867"/>
                  </a:lnTo>
                  <a:lnTo>
                    <a:pt x="691" y="755"/>
                  </a:lnTo>
                  <a:lnTo>
                    <a:pt x="481" y="633"/>
                  </a:lnTo>
                  <a:lnTo>
                    <a:pt x="301" y="495"/>
                  </a:lnTo>
                  <a:lnTo>
                    <a:pt x="151" y="352"/>
                  </a:lnTo>
                  <a:lnTo>
                    <a:pt x="60" y="194"/>
                  </a:lnTo>
                  <a:lnTo>
                    <a:pt x="0" y="31"/>
                  </a:lnTo>
                  <a:lnTo>
                    <a:pt x="0" y="31"/>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64"/>
            <p:cNvSpPr/>
            <p:nvPr/>
          </p:nvSpPr>
          <p:spPr>
            <a:xfrm flipH="1">
              <a:off x="5766035" y="3448475"/>
              <a:ext cx="22930" cy="10500"/>
            </a:xfrm>
            <a:custGeom>
              <a:avLst/>
              <a:gdLst/>
              <a:ahLst/>
              <a:cxnLst/>
              <a:rect l="l" t="t" r="r" b="b"/>
              <a:pathLst>
                <a:path w="5408" h="420" extrusionOk="0">
                  <a:moveTo>
                    <a:pt x="4987" y="1"/>
                  </a:moveTo>
                  <a:lnTo>
                    <a:pt x="4296" y="6"/>
                  </a:lnTo>
                  <a:lnTo>
                    <a:pt x="3635" y="16"/>
                  </a:lnTo>
                  <a:lnTo>
                    <a:pt x="2974" y="32"/>
                  </a:lnTo>
                  <a:lnTo>
                    <a:pt x="2344" y="57"/>
                  </a:lnTo>
                  <a:lnTo>
                    <a:pt x="1743" y="88"/>
                  </a:lnTo>
                  <a:lnTo>
                    <a:pt x="1142" y="128"/>
                  </a:lnTo>
                  <a:lnTo>
                    <a:pt x="572" y="169"/>
                  </a:lnTo>
                  <a:lnTo>
                    <a:pt x="1" y="220"/>
                  </a:lnTo>
                  <a:lnTo>
                    <a:pt x="542" y="261"/>
                  </a:lnTo>
                  <a:lnTo>
                    <a:pt x="1082" y="297"/>
                  </a:lnTo>
                  <a:lnTo>
                    <a:pt x="1653" y="322"/>
                  </a:lnTo>
                  <a:lnTo>
                    <a:pt x="2224" y="348"/>
                  </a:lnTo>
                  <a:lnTo>
                    <a:pt x="2764" y="368"/>
                  </a:lnTo>
                  <a:lnTo>
                    <a:pt x="3335" y="384"/>
                  </a:lnTo>
                  <a:lnTo>
                    <a:pt x="4416" y="404"/>
                  </a:lnTo>
                  <a:lnTo>
                    <a:pt x="4897" y="414"/>
                  </a:lnTo>
                  <a:lnTo>
                    <a:pt x="5407" y="419"/>
                  </a:lnTo>
                  <a:lnTo>
                    <a:pt x="5377" y="312"/>
                  </a:lnTo>
                  <a:lnTo>
                    <a:pt x="5347" y="205"/>
                  </a:lnTo>
                  <a:lnTo>
                    <a:pt x="5287" y="103"/>
                  </a:lnTo>
                  <a:lnTo>
                    <a:pt x="5197" y="1"/>
                  </a:lnTo>
                  <a:close/>
                </a:path>
              </a:pathLst>
            </a:custGeom>
            <a:solidFill>
              <a:srgbClr val="006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64"/>
            <p:cNvSpPr/>
            <p:nvPr/>
          </p:nvSpPr>
          <p:spPr>
            <a:xfrm flipH="1">
              <a:off x="5766035" y="3448475"/>
              <a:ext cx="22930" cy="10500"/>
            </a:xfrm>
            <a:custGeom>
              <a:avLst/>
              <a:gdLst/>
              <a:ahLst/>
              <a:cxnLst/>
              <a:rect l="l" t="t" r="r" b="b"/>
              <a:pathLst>
                <a:path w="5408" h="420" fill="none" extrusionOk="0">
                  <a:moveTo>
                    <a:pt x="4987" y="1"/>
                  </a:moveTo>
                  <a:lnTo>
                    <a:pt x="4987" y="1"/>
                  </a:lnTo>
                  <a:lnTo>
                    <a:pt x="5197" y="1"/>
                  </a:lnTo>
                  <a:lnTo>
                    <a:pt x="5197" y="1"/>
                  </a:lnTo>
                  <a:lnTo>
                    <a:pt x="5287" y="103"/>
                  </a:lnTo>
                  <a:lnTo>
                    <a:pt x="5347" y="205"/>
                  </a:lnTo>
                  <a:lnTo>
                    <a:pt x="5377" y="312"/>
                  </a:lnTo>
                  <a:lnTo>
                    <a:pt x="5407" y="419"/>
                  </a:lnTo>
                  <a:lnTo>
                    <a:pt x="5407" y="419"/>
                  </a:lnTo>
                  <a:lnTo>
                    <a:pt x="4897" y="414"/>
                  </a:lnTo>
                  <a:lnTo>
                    <a:pt x="4416" y="404"/>
                  </a:lnTo>
                  <a:lnTo>
                    <a:pt x="4416" y="404"/>
                  </a:lnTo>
                  <a:lnTo>
                    <a:pt x="3335" y="384"/>
                  </a:lnTo>
                  <a:lnTo>
                    <a:pt x="2764" y="368"/>
                  </a:lnTo>
                  <a:lnTo>
                    <a:pt x="2224" y="348"/>
                  </a:lnTo>
                  <a:lnTo>
                    <a:pt x="1653" y="322"/>
                  </a:lnTo>
                  <a:lnTo>
                    <a:pt x="1082" y="297"/>
                  </a:lnTo>
                  <a:lnTo>
                    <a:pt x="542" y="261"/>
                  </a:lnTo>
                  <a:lnTo>
                    <a:pt x="1" y="220"/>
                  </a:lnTo>
                  <a:lnTo>
                    <a:pt x="1" y="220"/>
                  </a:lnTo>
                  <a:lnTo>
                    <a:pt x="572" y="169"/>
                  </a:lnTo>
                  <a:lnTo>
                    <a:pt x="1142" y="128"/>
                  </a:lnTo>
                  <a:lnTo>
                    <a:pt x="1743" y="88"/>
                  </a:lnTo>
                  <a:lnTo>
                    <a:pt x="2344" y="57"/>
                  </a:lnTo>
                  <a:lnTo>
                    <a:pt x="2974" y="32"/>
                  </a:lnTo>
                  <a:lnTo>
                    <a:pt x="3635" y="16"/>
                  </a:lnTo>
                  <a:lnTo>
                    <a:pt x="4296" y="6"/>
                  </a:lnTo>
                  <a:lnTo>
                    <a:pt x="498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4" name="Google Shape;1264;p64"/>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Green - 2 Photo ">
  <p:cSld name="TITLE_AND_BODY_2_2_1_1">
    <p:spTree>
      <p:nvGrpSpPr>
        <p:cNvPr id="1" name="Shape 1265"/>
        <p:cNvGrpSpPr/>
        <p:nvPr/>
      </p:nvGrpSpPr>
      <p:grpSpPr>
        <a:xfrm>
          <a:off x="0" y="0"/>
          <a:ext cx="0" cy="0"/>
          <a:chOff x="0" y="0"/>
          <a:chExt cx="0" cy="0"/>
        </a:xfrm>
      </p:grpSpPr>
      <p:sp>
        <p:nvSpPr>
          <p:cNvPr id="1266" name="Google Shape;1266;p65"/>
          <p:cNvSpPr>
            <a:spLocks noGrp="1"/>
          </p:cNvSpPr>
          <p:nvPr>
            <p:ph type="pic" idx="2"/>
          </p:nvPr>
        </p:nvSpPr>
        <p:spPr>
          <a:xfrm>
            <a:off x="848575" y="492900"/>
            <a:ext cx="2633700" cy="2633700"/>
          </a:xfrm>
          <a:prstGeom prst="ellipse">
            <a:avLst/>
          </a:prstGeom>
          <a:noFill/>
          <a:ln>
            <a:noFill/>
          </a:ln>
        </p:spPr>
      </p:sp>
      <p:grpSp>
        <p:nvGrpSpPr>
          <p:cNvPr id="1267" name="Google Shape;1267;p65"/>
          <p:cNvGrpSpPr/>
          <p:nvPr/>
        </p:nvGrpSpPr>
        <p:grpSpPr>
          <a:xfrm>
            <a:off x="457201" y="2412023"/>
            <a:ext cx="3027728" cy="1703990"/>
            <a:chOff x="4703326" y="3449125"/>
            <a:chExt cx="499205" cy="280950"/>
          </a:xfrm>
        </p:grpSpPr>
        <p:sp>
          <p:nvSpPr>
            <p:cNvPr id="1268" name="Google Shape;1268;p65"/>
            <p:cNvSpPr/>
            <p:nvPr/>
          </p:nvSpPr>
          <p:spPr>
            <a:xfrm flipH="1">
              <a:off x="4703326" y="3449125"/>
              <a:ext cx="213056" cy="102800"/>
            </a:xfrm>
            <a:custGeom>
              <a:avLst/>
              <a:gdLst/>
              <a:ahLst/>
              <a:cxnLst/>
              <a:rect l="l" t="t" r="r" b="b"/>
              <a:pathLst>
                <a:path w="50249" h="4112" extrusionOk="0">
                  <a:moveTo>
                    <a:pt x="38145" y="0"/>
                  </a:moveTo>
                  <a:lnTo>
                    <a:pt x="37334" y="6"/>
                  </a:lnTo>
                  <a:lnTo>
                    <a:pt x="36493" y="16"/>
                  </a:lnTo>
                  <a:lnTo>
                    <a:pt x="14928" y="16"/>
                  </a:lnTo>
                  <a:lnTo>
                    <a:pt x="14117" y="6"/>
                  </a:lnTo>
                  <a:lnTo>
                    <a:pt x="12525" y="6"/>
                  </a:lnTo>
                  <a:lnTo>
                    <a:pt x="11714" y="16"/>
                  </a:lnTo>
                  <a:lnTo>
                    <a:pt x="10933" y="31"/>
                  </a:lnTo>
                  <a:lnTo>
                    <a:pt x="10182" y="46"/>
                  </a:lnTo>
                  <a:lnTo>
                    <a:pt x="9401" y="72"/>
                  </a:lnTo>
                  <a:lnTo>
                    <a:pt x="8681" y="102"/>
                  </a:lnTo>
                  <a:lnTo>
                    <a:pt x="7960" y="133"/>
                  </a:lnTo>
                  <a:lnTo>
                    <a:pt x="7269" y="174"/>
                  </a:lnTo>
                  <a:lnTo>
                    <a:pt x="6608" y="215"/>
                  </a:lnTo>
                  <a:lnTo>
                    <a:pt x="5978" y="261"/>
                  </a:lnTo>
                  <a:lnTo>
                    <a:pt x="5377" y="307"/>
                  </a:lnTo>
                  <a:lnTo>
                    <a:pt x="4806" y="358"/>
                  </a:lnTo>
                  <a:lnTo>
                    <a:pt x="4296" y="414"/>
                  </a:lnTo>
                  <a:lnTo>
                    <a:pt x="3815" y="470"/>
                  </a:lnTo>
                  <a:lnTo>
                    <a:pt x="3364" y="526"/>
                  </a:lnTo>
                  <a:lnTo>
                    <a:pt x="3004" y="587"/>
                  </a:lnTo>
                  <a:lnTo>
                    <a:pt x="2584" y="664"/>
                  </a:lnTo>
                  <a:lnTo>
                    <a:pt x="2193" y="745"/>
                  </a:lnTo>
                  <a:lnTo>
                    <a:pt x="1833" y="827"/>
                  </a:lnTo>
                  <a:lnTo>
                    <a:pt x="1532" y="908"/>
                  </a:lnTo>
                  <a:lnTo>
                    <a:pt x="1232" y="995"/>
                  </a:lnTo>
                  <a:lnTo>
                    <a:pt x="992" y="1082"/>
                  </a:lnTo>
                  <a:lnTo>
                    <a:pt x="751" y="1174"/>
                  </a:lnTo>
                  <a:lnTo>
                    <a:pt x="571" y="1260"/>
                  </a:lnTo>
                  <a:lnTo>
                    <a:pt x="391" y="1352"/>
                  </a:lnTo>
                  <a:lnTo>
                    <a:pt x="271" y="1449"/>
                  </a:lnTo>
                  <a:lnTo>
                    <a:pt x="151" y="1541"/>
                  </a:lnTo>
                  <a:lnTo>
                    <a:pt x="91" y="1638"/>
                  </a:lnTo>
                  <a:lnTo>
                    <a:pt x="31" y="1735"/>
                  </a:lnTo>
                  <a:lnTo>
                    <a:pt x="1" y="1827"/>
                  </a:lnTo>
                  <a:lnTo>
                    <a:pt x="1" y="1923"/>
                  </a:lnTo>
                  <a:lnTo>
                    <a:pt x="31" y="2020"/>
                  </a:lnTo>
                  <a:lnTo>
                    <a:pt x="91" y="2117"/>
                  </a:lnTo>
                  <a:lnTo>
                    <a:pt x="151" y="2214"/>
                  </a:lnTo>
                  <a:lnTo>
                    <a:pt x="271" y="2311"/>
                  </a:lnTo>
                  <a:lnTo>
                    <a:pt x="391" y="2403"/>
                  </a:lnTo>
                  <a:lnTo>
                    <a:pt x="511" y="2500"/>
                  </a:lnTo>
                  <a:lnTo>
                    <a:pt x="691" y="2592"/>
                  </a:lnTo>
                  <a:lnTo>
                    <a:pt x="872" y="2683"/>
                  </a:lnTo>
                  <a:lnTo>
                    <a:pt x="1082" y="2775"/>
                  </a:lnTo>
                  <a:lnTo>
                    <a:pt x="1292" y="2867"/>
                  </a:lnTo>
                  <a:lnTo>
                    <a:pt x="1532" y="2954"/>
                  </a:lnTo>
                  <a:lnTo>
                    <a:pt x="1803" y="3040"/>
                  </a:lnTo>
                  <a:lnTo>
                    <a:pt x="2073" y="3127"/>
                  </a:lnTo>
                  <a:lnTo>
                    <a:pt x="2373" y="3209"/>
                  </a:lnTo>
                  <a:lnTo>
                    <a:pt x="2674" y="3290"/>
                  </a:lnTo>
                  <a:lnTo>
                    <a:pt x="3004" y="3367"/>
                  </a:lnTo>
                  <a:lnTo>
                    <a:pt x="3334" y="3443"/>
                  </a:lnTo>
                  <a:lnTo>
                    <a:pt x="20454" y="3443"/>
                  </a:lnTo>
                  <a:lnTo>
                    <a:pt x="21295" y="3433"/>
                  </a:lnTo>
                  <a:lnTo>
                    <a:pt x="22106" y="3428"/>
                  </a:lnTo>
                  <a:lnTo>
                    <a:pt x="22887" y="3433"/>
                  </a:lnTo>
                  <a:lnTo>
                    <a:pt x="23668" y="3443"/>
                  </a:lnTo>
                  <a:lnTo>
                    <a:pt x="24449" y="3454"/>
                  </a:lnTo>
                  <a:lnTo>
                    <a:pt x="25230" y="3474"/>
                  </a:lnTo>
                  <a:lnTo>
                    <a:pt x="25981" y="3500"/>
                  </a:lnTo>
                  <a:lnTo>
                    <a:pt x="26731" y="3530"/>
                  </a:lnTo>
                  <a:lnTo>
                    <a:pt x="27422" y="3561"/>
                  </a:lnTo>
                  <a:lnTo>
                    <a:pt x="28113" y="3602"/>
                  </a:lnTo>
                  <a:lnTo>
                    <a:pt x="28774" y="3642"/>
                  </a:lnTo>
                  <a:lnTo>
                    <a:pt x="29435" y="3688"/>
                  </a:lnTo>
                  <a:lnTo>
                    <a:pt x="30005" y="3739"/>
                  </a:lnTo>
                  <a:lnTo>
                    <a:pt x="30576" y="3790"/>
                  </a:lnTo>
                  <a:lnTo>
                    <a:pt x="31117" y="3846"/>
                  </a:lnTo>
                  <a:lnTo>
                    <a:pt x="31567" y="3902"/>
                  </a:lnTo>
                  <a:lnTo>
                    <a:pt x="32018" y="3964"/>
                  </a:lnTo>
                  <a:lnTo>
                    <a:pt x="32378" y="4030"/>
                  </a:lnTo>
                  <a:lnTo>
                    <a:pt x="32798" y="4112"/>
                  </a:lnTo>
                  <a:lnTo>
                    <a:pt x="36102" y="4112"/>
                  </a:lnTo>
                  <a:lnTo>
                    <a:pt x="36883" y="4106"/>
                  </a:lnTo>
                  <a:lnTo>
                    <a:pt x="37664" y="4101"/>
                  </a:lnTo>
                  <a:lnTo>
                    <a:pt x="38415" y="4091"/>
                  </a:lnTo>
                  <a:lnTo>
                    <a:pt x="39166" y="4076"/>
                  </a:lnTo>
                  <a:lnTo>
                    <a:pt x="39917" y="4055"/>
                  </a:lnTo>
                  <a:lnTo>
                    <a:pt x="40638" y="4035"/>
                  </a:lnTo>
                  <a:lnTo>
                    <a:pt x="41358" y="4010"/>
                  </a:lnTo>
                  <a:lnTo>
                    <a:pt x="42019" y="3979"/>
                  </a:lnTo>
                  <a:lnTo>
                    <a:pt x="42680" y="3948"/>
                  </a:lnTo>
                  <a:lnTo>
                    <a:pt x="43311" y="3913"/>
                  </a:lnTo>
                  <a:lnTo>
                    <a:pt x="43911" y="3877"/>
                  </a:lnTo>
                  <a:lnTo>
                    <a:pt x="44482" y="3836"/>
                  </a:lnTo>
                  <a:lnTo>
                    <a:pt x="44993" y="3790"/>
                  </a:lnTo>
                  <a:lnTo>
                    <a:pt x="45473" y="3744"/>
                  </a:lnTo>
                  <a:lnTo>
                    <a:pt x="45894" y="3698"/>
                  </a:lnTo>
                  <a:lnTo>
                    <a:pt x="46254" y="3647"/>
                  </a:lnTo>
                  <a:lnTo>
                    <a:pt x="46675" y="3586"/>
                  </a:lnTo>
                  <a:lnTo>
                    <a:pt x="47065" y="3520"/>
                  </a:lnTo>
                  <a:lnTo>
                    <a:pt x="47425" y="3454"/>
                  </a:lnTo>
                  <a:lnTo>
                    <a:pt x="47756" y="3387"/>
                  </a:lnTo>
                  <a:lnTo>
                    <a:pt x="48086" y="3316"/>
                  </a:lnTo>
                  <a:lnTo>
                    <a:pt x="48386" y="3244"/>
                  </a:lnTo>
                  <a:lnTo>
                    <a:pt x="48687" y="3168"/>
                  </a:lnTo>
                  <a:lnTo>
                    <a:pt x="48927" y="3091"/>
                  </a:lnTo>
                  <a:lnTo>
                    <a:pt x="49167" y="3010"/>
                  </a:lnTo>
                  <a:lnTo>
                    <a:pt x="49378" y="2933"/>
                  </a:lnTo>
                  <a:lnTo>
                    <a:pt x="49588" y="2847"/>
                  </a:lnTo>
                  <a:lnTo>
                    <a:pt x="49738" y="2765"/>
                  </a:lnTo>
                  <a:lnTo>
                    <a:pt x="49888" y="2678"/>
                  </a:lnTo>
                  <a:lnTo>
                    <a:pt x="50008" y="2592"/>
                  </a:lnTo>
                  <a:lnTo>
                    <a:pt x="50098" y="2500"/>
                  </a:lnTo>
                  <a:lnTo>
                    <a:pt x="50189" y="2408"/>
                  </a:lnTo>
                  <a:lnTo>
                    <a:pt x="50219" y="2316"/>
                  </a:lnTo>
                  <a:lnTo>
                    <a:pt x="50249" y="2224"/>
                  </a:lnTo>
                  <a:lnTo>
                    <a:pt x="50249" y="2127"/>
                  </a:lnTo>
                  <a:lnTo>
                    <a:pt x="50219" y="2031"/>
                  </a:lnTo>
                  <a:lnTo>
                    <a:pt x="50159" y="1934"/>
                  </a:lnTo>
                  <a:lnTo>
                    <a:pt x="50068" y="1837"/>
                  </a:lnTo>
                  <a:lnTo>
                    <a:pt x="49948" y="1735"/>
                  </a:lnTo>
                  <a:lnTo>
                    <a:pt x="49828" y="1633"/>
                  </a:lnTo>
                  <a:lnTo>
                    <a:pt x="49648" y="1531"/>
                  </a:lnTo>
                  <a:lnTo>
                    <a:pt x="49468" y="1424"/>
                  </a:lnTo>
                  <a:lnTo>
                    <a:pt x="49227" y="1322"/>
                  </a:lnTo>
                  <a:lnTo>
                    <a:pt x="48987" y="1214"/>
                  </a:lnTo>
                  <a:lnTo>
                    <a:pt x="48717" y="1107"/>
                  </a:lnTo>
                  <a:lnTo>
                    <a:pt x="48417" y="1000"/>
                  </a:lnTo>
                  <a:lnTo>
                    <a:pt x="48056" y="888"/>
                  </a:lnTo>
                  <a:lnTo>
                    <a:pt x="47696" y="781"/>
                  </a:lnTo>
                  <a:lnTo>
                    <a:pt x="47335" y="684"/>
                  </a:lnTo>
                  <a:lnTo>
                    <a:pt x="46915" y="592"/>
                  </a:lnTo>
                  <a:lnTo>
                    <a:pt x="46464" y="511"/>
                  </a:lnTo>
                  <a:lnTo>
                    <a:pt x="45984" y="434"/>
                  </a:lnTo>
                  <a:lnTo>
                    <a:pt x="45443" y="363"/>
                  </a:lnTo>
                  <a:lnTo>
                    <a:pt x="44902" y="296"/>
                  </a:lnTo>
                  <a:lnTo>
                    <a:pt x="44302" y="240"/>
                  </a:lnTo>
                  <a:lnTo>
                    <a:pt x="43701" y="189"/>
                  </a:lnTo>
                  <a:lnTo>
                    <a:pt x="43070" y="143"/>
                  </a:lnTo>
                  <a:lnTo>
                    <a:pt x="42410" y="108"/>
                  </a:lnTo>
                  <a:lnTo>
                    <a:pt x="41719" y="72"/>
                  </a:lnTo>
                  <a:lnTo>
                    <a:pt x="41028" y="46"/>
                  </a:lnTo>
                  <a:lnTo>
                    <a:pt x="40337" y="26"/>
                  </a:lnTo>
                  <a:lnTo>
                    <a:pt x="39616" y="11"/>
                  </a:lnTo>
                  <a:lnTo>
                    <a:pt x="38896" y="6"/>
                  </a:lnTo>
                  <a:lnTo>
                    <a:pt x="38145" y="0"/>
                  </a:lnTo>
                  <a:close/>
                </a:path>
              </a:pathLst>
            </a:custGeom>
            <a:solidFill>
              <a:srgbClr val="A1C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65"/>
            <p:cNvSpPr/>
            <p:nvPr/>
          </p:nvSpPr>
          <p:spPr>
            <a:xfrm flipH="1">
              <a:off x="4703326" y="3449125"/>
              <a:ext cx="213056" cy="102800"/>
            </a:xfrm>
            <a:custGeom>
              <a:avLst/>
              <a:gdLst/>
              <a:ahLst/>
              <a:cxnLst/>
              <a:rect l="l" t="t" r="r" b="b"/>
              <a:pathLst>
                <a:path w="50249" h="4112" fill="none" extrusionOk="0">
                  <a:moveTo>
                    <a:pt x="38145" y="0"/>
                  </a:moveTo>
                  <a:lnTo>
                    <a:pt x="38145" y="0"/>
                  </a:lnTo>
                  <a:lnTo>
                    <a:pt x="38896" y="6"/>
                  </a:lnTo>
                  <a:lnTo>
                    <a:pt x="39616" y="11"/>
                  </a:lnTo>
                  <a:lnTo>
                    <a:pt x="40337" y="26"/>
                  </a:lnTo>
                  <a:lnTo>
                    <a:pt x="41028" y="46"/>
                  </a:lnTo>
                  <a:lnTo>
                    <a:pt x="41719" y="72"/>
                  </a:lnTo>
                  <a:lnTo>
                    <a:pt x="42410" y="108"/>
                  </a:lnTo>
                  <a:lnTo>
                    <a:pt x="43070" y="143"/>
                  </a:lnTo>
                  <a:lnTo>
                    <a:pt x="43701" y="189"/>
                  </a:lnTo>
                  <a:lnTo>
                    <a:pt x="44302" y="240"/>
                  </a:lnTo>
                  <a:lnTo>
                    <a:pt x="44902" y="296"/>
                  </a:lnTo>
                  <a:lnTo>
                    <a:pt x="45443" y="363"/>
                  </a:lnTo>
                  <a:lnTo>
                    <a:pt x="45984" y="434"/>
                  </a:lnTo>
                  <a:lnTo>
                    <a:pt x="46464" y="511"/>
                  </a:lnTo>
                  <a:lnTo>
                    <a:pt x="46915" y="592"/>
                  </a:lnTo>
                  <a:lnTo>
                    <a:pt x="47335" y="684"/>
                  </a:lnTo>
                  <a:lnTo>
                    <a:pt x="47696" y="781"/>
                  </a:lnTo>
                  <a:lnTo>
                    <a:pt x="47696" y="781"/>
                  </a:lnTo>
                  <a:lnTo>
                    <a:pt x="48056" y="888"/>
                  </a:lnTo>
                  <a:lnTo>
                    <a:pt x="48417" y="1000"/>
                  </a:lnTo>
                  <a:lnTo>
                    <a:pt x="48717" y="1107"/>
                  </a:lnTo>
                  <a:lnTo>
                    <a:pt x="48987" y="1214"/>
                  </a:lnTo>
                  <a:lnTo>
                    <a:pt x="49227" y="1322"/>
                  </a:lnTo>
                  <a:lnTo>
                    <a:pt x="49468" y="1424"/>
                  </a:lnTo>
                  <a:lnTo>
                    <a:pt x="49648" y="1531"/>
                  </a:lnTo>
                  <a:lnTo>
                    <a:pt x="49828" y="1633"/>
                  </a:lnTo>
                  <a:lnTo>
                    <a:pt x="49948" y="1735"/>
                  </a:lnTo>
                  <a:lnTo>
                    <a:pt x="50068" y="1837"/>
                  </a:lnTo>
                  <a:lnTo>
                    <a:pt x="50159" y="1934"/>
                  </a:lnTo>
                  <a:lnTo>
                    <a:pt x="50219" y="2031"/>
                  </a:lnTo>
                  <a:lnTo>
                    <a:pt x="50249" y="2127"/>
                  </a:lnTo>
                  <a:lnTo>
                    <a:pt x="50249" y="2224"/>
                  </a:lnTo>
                  <a:lnTo>
                    <a:pt x="50219" y="2316"/>
                  </a:lnTo>
                  <a:lnTo>
                    <a:pt x="50189" y="2408"/>
                  </a:lnTo>
                  <a:lnTo>
                    <a:pt x="50098" y="2500"/>
                  </a:lnTo>
                  <a:lnTo>
                    <a:pt x="50008" y="2592"/>
                  </a:lnTo>
                  <a:lnTo>
                    <a:pt x="49888" y="2678"/>
                  </a:lnTo>
                  <a:lnTo>
                    <a:pt x="49738" y="2765"/>
                  </a:lnTo>
                  <a:lnTo>
                    <a:pt x="49588" y="2847"/>
                  </a:lnTo>
                  <a:lnTo>
                    <a:pt x="49378" y="2933"/>
                  </a:lnTo>
                  <a:lnTo>
                    <a:pt x="49167" y="3010"/>
                  </a:lnTo>
                  <a:lnTo>
                    <a:pt x="48927" y="3091"/>
                  </a:lnTo>
                  <a:lnTo>
                    <a:pt x="48687" y="3168"/>
                  </a:lnTo>
                  <a:lnTo>
                    <a:pt x="48386" y="3244"/>
                  </a:lnTo>
                  <a:lnTo>
                    <a:pt x="48086" y="3316"/>
                  </a:lnTo>
                  <a:lnTo>
                    <a:pt x="47756" y="3387"/>
                  </a:lnTo>
                  <a:lnTo>
                    <a:pt x="47425" y="3454"/>
                  </a:lnTo>
                  <a:lnTo>
                    <a:pt x="47065" y="3520"/>
                  </a:lnTo>
                  <a:lnTo>
                    <a:pt x="46675" y="3586"/>
                  </a:lnTo>
                  <a:lnTo>
                    <a:pt x="46254" y="3647"/>
                  </a:lnTo>
                  <a:lnTo>
                    <a:pt x="46254" y="3647"/>
                  </a:lnTo>
                  <a:lnTo>
                    <a:pt x="45894" y="3698"/>
                  </a:lnTo>
                  <a:lnTo>
                    <a:pt x="45473" y="3744"/>
                  </a:lnTo>
                  <a:lnTo>
                    <a:pt x="44993" y="3790"/>
                  </a:lnTo>
                  <a:lnTo>
                    <a:pt x="44482" y="3836"/>
                  </a:lnTo>
                  <a:lnTo>
                    <a:pt x="43911" y="3877"/>
                  </a:lnTo>
                  <a:lnTo>
                    <a:pt x="43311" y="3913"/>
                  </a:lnTo>
                  <a:lnTo>
                    <a:pt x="42680" y="3948"/>
                  </a:lnTo>
                  <a:lnTo>
                    <a:pt x="42019" y="3979"/>
                  </a:lnTo>
                  <a:lnTo>
                    <a:pt x="41358" y="4010"/>
                  </a:lnTo>
                  <a:lnTo>
                    <a:pt x="40638" y="4035"/>
                  </a:lnTo>
                  <a:lnTo>
                    <a:pt x="39917" y="4055"/>
                  </a:lnTo>
                  <a:lnTo>
                    <a:pt x="39166" y="4076"/>
                  </a:lnTo>
                  <a:lnTo>
                    <a:pt x="38415" y="4091"/>
                  </a:lnTo>
                  <a:lnTo>
                    <a:pt x="37664" y="4101"/>
                  </a:lnTo>
                  <a:lnTo>
                    <a:pt x="36883" y="4106"/>
                  </a:lnTo>
                  <a:lnTo>
                    <a:pt x="36102" y="4112"/>
                  </a:lnTo>
                  <a:lnTo>
                    <a:pt x="32798" y="4112"/>
                  </a:lnTo>
                  <a:lnTo>
                    <a:pt x="32798" y="4112"/>
                  </a:lnTo>
                  <a:lnTo>
                    <a:pt x="32378" y="4030"/>
                  </a:lnTo>
                  <a:lnTo>
                    <a:pt x="32378" y="4030"/>
                  </a:lnTo>
                  <a:lnTo>
                    <a:pt x="32018" y="3964"/>
                  </a:lnTo>
                  <a:lnTo>
                    <a:pt x="31567" y="3902"/>
                  </a:lnTo>
                  <a:lnTo>
                    <a:pt x="31117" y="3846"/>
                  </a:lnTo>
                  <a:lnTo>
                    <a:pt x="30576" y="3790"/>
                  </a:lnTo>
                  <a:lnTo>
                    <a:pt x="30005" y="3739"/>
                  </a:lnTo>
                  <a:lnTo>
                    <a:pt x="29435" y="3688"/>
                  </a:lnTo>
                  <a:lnTo>
                    <a:pt x="28774" y="3642"/>
                  </a:lnTo>
                  <a:lnTo>
                    <a:pt x="28113" y="3602"/>
                  </a:lnTo>
                  <a:lnTo>
                    <a:pt x="27422" y="3561"/>
                  </a:lnTo>
                  <a:lnTo>
                    <a:pt x="26731" y="3530"/>
                  </a:lnTo>
                  <a:lnTo>
                    <a:pt x="25981" y="3500"/>
                  </a:lnTo>
                  <a:lnTo>
                    <a:pt x="25230" y="3474"/>
                  </a:lnTo>
                  <a:lnTo>
                    <a:pt x="24449" y="3454"/>
                  </a:lnTo>
                  <a:lnTo>
                    <a:pt x="23668" y="3443"/>
                  </a:lnTo>
                  <a:lnTo>
                    <a:pt x="22887" y="3433"/>
                  </a:lnTo>
                  <a:lnTo>
                    <a:pt x="22106" y="3428"/>
                  </a:lnTo>
                  <a:lnTo>
                    <a:pt x="22106" y="3428"/>
                  </a:lnTo>
                  <a:lnTo>
                    <a:pt x="21295" y="3433"/>
                  </a:lnTo>
                  <a:lnTo>
                    <a:pt x="20454" y="3443"/>
                  </a:lnTo>
                  <a:lnTo>
                    <a:pt x="3334" y="3443"/>
                  </a:lnTo>
                  <a:lnTo>
                    <a:pt x="3334" y="3443"/>
                  </a:lnTo>
                  <a:lnTo>
                    <a:pt x="3004" y="3367"/>
                  </a:lnTo>
                  <a:lnTo>
                    <a:pt x="2674" y="3290"/>
                  </a:lnTo>
                  <a:lnTo>
                    <a:pt x="2373" y="3209"/>
                  </a:lnTo>
                  <a:lnTo>
                    <a:pt x="2073" y="3127"/>
                  </a:lnTo>
                  <a:lnTo>
                    <a:pt x="1803" y="3040"/>
                  </a:lnTo>
                  <a:lnTo>
                    <a:pt x="1532" y="2954"/>
                  </a:lnTo>
                  <a:lnTo>
                    <a:pt x="1292" y="2867"/>
                  </a:lnTo>
                  <a:lnTo>
                    <a:pt x="1082" y="2775"/>
                  </a:lnTo>
                  <a:lnTo>
                    <a:pt x="872" y="2683"/>
                  </a:lnTo>
                  <a:lnTo>
                    <a:pt x="691" y="2592"/>
                  </a:lnTo>
                  <a:lnTo>
                    <a:pt x="511" y="2500"/>
                  </a:lnTo>
                  <a:lnTo>
                    <a:pt x="391" y="2403"/>
                  </a:lnTo>
                  <a:lnTo>
                    <a:pt x="271" y="2311"/>
                  </a:lnTo>
                  <a:lnTo>
                    <a:pt x="151" y="2214"/>
                  </a:lnTo>
                  <a:lnTo>
                    <a:pt x="91" y="2117"/>
                  </a:lnTo>
                  <a:lnTo>
                    <a:pt x="31" y="2020"/>
                  </a:lnTo>
                  <a:lnTo>
                    <a:pt x="1" y="1923"/>
                  </a:lnTo>
                  <a:lnTo>
                    <a:pt x="1" y="1827"/>
                  </a:lnTo>
                  <a:lnTo>
                    <a:pt x="31" y="1735"/>
                  </a:lnTo>
                  <a:lnTo>
                    <a:pt x="91" y="1638"/>
                  </a:lnTo>
                  <a:lnTo>
                    <a:pt x="151" y="1541"/>
                  </a:lnTo>
                  <a:lnTo>
                    <a:pt x="271" y="1449"/>
                  </a:lnTo>
                  <a:lnTo>
                    <a:pt x="391" y="1352"/>
                  </a:lnTo>
                  <a:lnTo>
                    <a:pt x="571" y="1260"/>
                  </a:lnTo>
                  <a:lnTo>
                    <a:pt x="751" y="1174"/>
                  </a:lnTo>
                  <a:lnTo>
                    <a:pt x="992" y="1082"/>
                  </a:lnTo>
                  <a:lnTo>
                    <a:pt x="1232" y="995"/>
                  </a:lnTo>
                  <a:lnTo>
                    <a:pt x="1532" y="908"/>
                  </a:lnTo>
                  <a:lnTo>
                    <a:pt x="1833" y="827"/>
                  </a:lnTo>
                  <a:lnTo>
                    <a:pt x="2193" y="745"/>
                  </a:lnTo>
                  <a:lnTo>
                    <a:pt x="2584" y="664"/>
                  </a:lnTo>
                  <a:lnTo>
                    <a:pt x="3004" y="587"/>
                  </a:lnTo>
                  <a:lnTo>
                    <a:pt x="3004" y="587"/>
                  </a:lnTo>
                  <a:lnTo>
                    <a:pt x="3364" y="526"/>
                  </a:lnTo>
                  <a:lnTo>
                    <a:pt x="3815" y="470"/>
                  </a:lnTo>
                  <a:lnTo>
                    <a:pt x="4296" y="414"/>
                  </a:lnTo>
                  <a:lnTo>
                    <a:pt x="4806" y="358"/>
                  </a:lnTo>
                  <a:lnTo>
                    <a:pt x="5377" y="307"/>
                  </a:lnTo>
                  <a:lnTo>
                    <a:pt x="5978" y="261"/>
                  </a:lnTo>
                  <a:lnTo>
                    <a:pt x="6608" y="215"/>
                  </a:lnTo>
                  <a:lnTo>
                    <a:pt x="7269" y="174"/>
                  </a:lnTo>
                  <a:lnTo>
                    <a:pt x="7960" y="133"/>
                  </a:lnTo>
                  <a:lnTo>
                    <a:pt x="8681" y="102"/>
                  </a:lnTo>
                  <a:lnTo>
                    <a:pt x="9401" y="72"/>
                  </a:lnTo>
                  <a:lnTo>
                    <a:pt x="10182" y="46"/>
                  </a:lnTo>
                  <a:lnTo>
                    <a:pt x="10933" y="31"/>
                  </a:lnTo>
                  <a:lnTo>
                    <a:pt x="11714" y="16"/>
                  </a:lnTo>
                  <a:lnTo>
                    <a:pt x="12525" y="6"/>
                  </a:lnTo>
                  <a:lnTo>
                    <a:pt x="13306" y="6"/>
                  </a:lnTo>
                  <a:lnTo>
                    <a:pt x="13306" y="6"/>
                  </a:lnTo>
                  <a:lnTo>
                    <a:pt x="14117" y="6"/>
                  </a:lnTo>
                  <a:lnTo>
                    <a:pt x="14928" y="16"/>
                  </a:lnTo>
                  <a:lnTo>
                    <a:pt x="36493" y="16"/>
                  </a:lnTo>
                  <a:lnTo>
                    <a:pt x="36493" y="16"/>
                  </a:lnTo>
                  <a:lnTo>
                    <a:pt x="37334" y="6"/>
                  </a:lnTo>
                  <a:lnTo>
                    <a:pt x="3814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65"/>
            <p:cNvSpPr/>
            <p:nvPr/>
          </p:nvSpPr>
          <p:spPr>
            <a:xfrm flipH="1">
              <a:off x="4766362" y="3534825"/>
              <a:ext cx="436169" cy="107000"/>
            </a:xfrm>
            <a:custGeom>
              <a:avLst/>
              <a:gdLst/>
              <a:ahLst/>
              <a:cxnLst/>
              <a:rect l="l" t="t" r="r" b="b"/>
              <a:pathLst>
                <a:path w="102870" h="4280" extrusionOk="0">
                  <a:moveTo>
                    <a:pt x="11324" y="0"/>
                  </a:moveTo>
                  <a:lnTo>
                    <a:pt x="10603" y="10"/>
                  </a:lnTo>
                  <a:lnTo>
                    <a:pt x="9912" y="26"/>
                  </a:lnTo>
                  <a:lnTo>
                    <a:pt x="9191" y="46"/>
                  </a:lnTo>
                  <a:lnTo>
                    <a:pt x="8501" y="72"/>
                  </a:lnTo>
                  <a:lnTo>
                    <a:pt x="7840" y="107"/>
                  </a:lnTo>
                  <a:lnTo>
                    <a:pt x="7179" y="143"/>
                  </a:lnTo>
                  <a:lnTo>
                    <a:pt x="6548" y="189"/>
                  </a:lnTo>
                  <a:lnTo>
                    <a:pt x="5918" y="245"/>
                  </a:lnTo>
                  <a:lnTo>
                    <a:pt x="5347" y="301"/>
                  </a:lnTo>
                  <a:lnTo>
                    <a:pt x="4806" y="367"/>
                  </a:lnTo>
                  <a:lnTo>
                    <a:pt x="4266" y="439"/>
                  </a:lnTo>
                  <a:lnTo>
                    <a:pt x="3785" y="520"/>
                  </a:lnTo>
                  <a:lnTo>
                    <a:pt x="3335" y="607"/>
                  </a:lnTo>
                  <a:lnTo>
                    <a:pt x="2914" y="704"/>
                  </a:lnTo>
                  <a:lnTo>
                    <a:pt x="2554" y="806"/>
                  </a:lnTo>
                  <a:lnTo>
                    <a:pt x="2193" y="923"/>
                  </a:lnTo>
                  <a:lnTo>
                    <a:pt x="1863" y="1036"/>
                  </a:lnTo>
                  <a:lnTo>
                    <a:pt x="1532" y="1153"/>
                  </a:lnTo>
                  <a:lnTo>
                    <a:pt x="1262" y="1265"/>
                  </a:lnTo>
                  <a:lnTo>
                    <a:pt x="1022" y="1377"/>
                  </a:lnTo>
                  <a:lnTo>
                    <a:pt x="782" y="1484"/>
                  </a:lnTo>
                  <a:lnTo>
                    <a:pt x="601" y="1597"/>
                  </a:lnTo>
                  <a:lnTo>
                    <a:pt x="451" y="1704"/>
                  </a:lnTo>
                  <a:lnTo>
                    <a:pt x="301" y="1811"/>
                  </a:lnTo>
                  <a:lnTo>
                    <a:pt x="181" y="1913"/>
                  </a:lnTo>
                  <a:lnTo>
                    <a:pt x="121" y="2020"/>
                  </a:lnTo>
                  <a:lnTo>
                    <a:pt x="61" y="2122"/>
                  </a:lnTo>
                  <a:lnTo>
                    <a:pt x="31" y="2219"/>
                  </a:lnTo>
                  <a:lnTo>
                    <a:pt x="1" y="2321"/>
                  </a:lnTo>
                  <a:lnTo>
                    <a:pt x="31" y="2418"/>
                  </a:lnTo>
                  <a:lnTo>
                    <a:pt x="91" y="2515"/>
                  </a:lnTo>
                  <a:lnTo>
                    <a:pt x="151" y="2612"/>
                  </a:lnTo>
                  <a:lnTo>
                    <a:pt x="241" y="2703"/>
                  </a:lnTo>
                  <a:lnTo>
                    <a:pt x="361" y="2795"/>
                  </a:lnTo>
                  <a:lnTo>
                    <a:pt x="511" y="2882"/>
                  </a:lnTo>
                  <a:lnTo>
                    <a:pt x="661" y="2969"/>
                  </a:lnTo>
                  <a:lnTo>
                    <a:pt x="872" y="3055"/>
                  </a:lnTo>
                  <a:lnTo>
                    <a:pt x="1082" y="3142"/>
                  </a:lnTo>
                  <a:lnTo>
                    <a:pt x="1322" y="3224"/>
                  </a:lnTo>
                  <a:lnTo>
                    <a:pt x="1562" y="3305"/>
                  </a:lnTo>
                  <a:lnTo>
                    <a:pt x="1863" y="3382"/>
                  </a:lnTo>
                  <a:lnTo>
                    <a:pt x="2163" y="3458"/>
                  </a:lnTo>
                  <a:lnTo>
                    <a:pt x="2494" y="3535"/>
                  </a:lnTo>
                  <a:lnTo>
                    <a:pt x="2824" y="3606"/>
                  </a:lnTo>
                  <a:lnTo>
                    <a:pt x="3184" y="3678"/>
                  </a:lnTo>
                  <a:lnTo>
                    <a:pt x="3575" y="3744"/>
                  </a:lnTo>
                  <a:lnTo>
                    <a:pt x="3995" y="3810"/>
                  </a:lnTo>
                  <a:lnTo>
                    <a:pt x="4326" y="3856"/>
                  </a:lnTo>
                  <a:lnTo>
                    <a:pt x="4686" y="3902"/>
                  </a:lnTo>
                  <a:lnTo>
                    <a:pt x="5077" y="3948"/>
                  </a:lnTo>
                  <a:lnTo>
                    <a:pt x="5527" y="3989"/>
                  </a:lnTo>
                  <a:lnTo>
                    <a:pt x="5978" y="4030"/>
                  </a:lnTo>
                  <a:lnTo>
                    <a:pt x="6488" y="4065"/>
                  </a:lnTo>
                  <a:lnTo>
                    <a:pt x="6999" y="4106"/>
                  </a:lnTo>
                  <a:lnTo>
                    <a:pt x="7569" y="4137"/>
                  </a:lnTo>
                  <a:lnTo>
                    <a:pt x="8140" y="4167"/>
                  </a:lnTo>
                  <a:lnTo>
                    <a:pt x="8711" y="4198"/>
                  </a:lnTo>
                  <a:lnTo>
                    <a:pt x="9341" y="4218"/>
                  </a:lnTo>
                  <a:lnTo>
                    <a:pt x="9972" y="4239"/>
                  </a:lnTo>
                  <a:lnTo>
                    <a:pt x="10603" y="4254"/>
                  </a:lnTo>
                  <a:lnTo>
                    <a:pt x="11264" y="4269"/>
                  </a:lnTo>
                  <a:lnTo>
                    <a:pt x="11924" y="4274"/>
                  </a:lnTo>
                  <a:lnTo>
                    <a:pt x="12585" y="4280"/>
                  </a:lnTo>
                  <a:lnTo>
                    <a:pt x="13366" y="4274"/>
                  </a:lnTo>
                  <a:lnTo>
                    <a:pt x="14147" y="4264"/>
                  </a:lnTo>
                  <a:lnTo>
                    <a:pt x="38145" y="4264"/>
                  </a:lnTo>
                  <a:lnTo>
                    <a:pt x="38505" y="4183"/>
                  </a:lnTo>
                  <a:lnTo>
                    <a:pt x="38926" y="4101"/>
                  </a:lnTo>
                  <a:lnTo>
                    <a:pt x="39346" y="4025"/>
                  </a:lnTo>
                  <a:lnTo>
                    <a:pt x="39797" y="3948"/>
                  </a:lnTo>
                  <a:lnTo>
                    <a:pt x="40187" y="3897"/>
                  </a:lnTo>
                  <a:lnTo>
                    <a:pt x="40608" y="3846"/>
                  </a:lnTo>
                  <a:lnTo>
                    <a:pt x="41088" y="3795"/>
                  </a:lnTo>
                  <a:lnTo>
                    <a:pt x="41599" y="3754"/>
                  </a:lnTo>
                  <a:lnTo>
                    <a:pt x="42169" y="3708"/>
                  </a:lnTo>
                  <a:lnTo>
                    <a:pt x="42770" y="3673"/>
                  </a:lnTo>
                  <a:lnTo>
                    <a:pt x="43371" y="3632"/>
                  </a:lnTo>
                  <a:lnTo>
                    <a:pt x="44032" y="3601"/>
                  </a:lnTo>
                  <a:lnTo>
                    <a:pt x="44722" y="3571"/>
                  </a:lnTo>
                  <a:lnTo>
                    <a:pt x="45443" y="3545"/>
                  </a:lnTo>
                  <a:lnTo>
                    <a:pt x="46164" y="3525"/>
                  </a:lnTo>
                  <a:lnTo>
                    <a:pt x="46915" y="3504"/>
                  </a:lnTo>
                  <a:lnTo>
                    <a:pt x="47666" y="3489"/>
                  </a:lnTo>
                  <a:lnTo>
                    <a:pt x="48417" y="3479"/>
                  </a:lnTo>
                  <a:lnTo>
                    <a:pt x="49198" y="3474"/>
                  </a:lnTo>
                  <a:lnTo>
                    <a:pt x="49948" y="3469"/>
                  </a:lnTo>
                  <a:lnTo>
                    <a:pt x="99085" y="3469"/>
                  </a:lnTo>
                  <a:lnTo>
                    <a:pt x="100016" y="3474"/>
                  </a:lnTo>
                  <a:lnTo>
                    <a:pt x="100587" y="3316"/>
                  </a:lnTo>
                  <a:lnTo>
                    <a:pt x="101127" y="3152"/>
                  </a:lnTo>
                  <a:lnTo>
                    <a:pt x="101578" y="2984"/>
                  </a:lnTo>
                  <a:lnTo>
                    <a:pt x="101968" y="2811"/>
                  </a:lnTo>
                  <a:lnTo>
                    <a:pt x="102149" y="2724"/>
                  </a:lnTo>
                  <a:lnTo>
                    <a:pt x="102299" y="2632"/>
                  </a:lnTo>
                  <a:lnTo>
                    <a:pt x="102449" y="2540"/>
                  </a:lnTo>
                  <a:lnTo>
                    <a:pt x="102569" y="2448"/>
                  </a:lnTo>
                  <a:lnTo>
                    <a:pt x="102659" y="2357"/>
                  </a:lnTo>
                  <a:lnTo>
                    <a:pt x="102749" y="2265"/>
                  </a:lnTo>
                  <a:lnTo>
                    <a:pt x="102809" y="2173"/>
                  </a:lnTo>
                  <a:lnTo>
                    <a:pt x="102839" y="2081"/>
                  </a:lnTo>
                  <a:lnTo>
                    <a:pt x="102869" y="1984"/>
                  </a:lnTo>
                  <a:lnTo>
                    <a:pt x="102869" y="1892"/>
                  </a:lnTo>
                  <a:lnTo>
                    <a:pt x="102839" y="1801"/>
                  </a:lnTo>
                  <a:lnTo>
                    <a:pt x="102779" y="1709"/>
                  </a:lnTo>
                  <a:lnTo>
                    <a:pt x="102719" y="1617"/>
                  </a:lnTo>
                  <a:lnTo>
                    <a:pt x="102629" y="1525"/>
                  </a:lnTo>
                  <a:lnTo>
                    <a:pt x="102509" y="1438"/>
                  </a:lnTo>
                  <a:lnTo>
                    <a:pt x="102359" y="1347"/>
                  </a:lnTo>
                  <a:lnTo>
                    <a:pt x="102209" y="1260"/>
                  </a:lnTo>
                  <a:lnTo>
                    <a:pt x="101998" y="1173"/>
                  </a:lnTo>
                  <a:lnTo>
                    <a:pt x="101788" y="1087"/>
                  </a:lnTo>
                  <a:lnTo>
                    <a:pt x="101548" y="1000"/>
                  </a:lnTo>
                  <a:lnTo>
                    <a:pt x="101278" y="918"/>
                  </a:lnTo>
                  <a:lnTo>
                    <a:pt x="100977" y="837"/>
                  </a:lnTo>
                  <a:lnTo>
                    <a:pt x="100647" y="760"/>
                  </a:lnTo>
                  <a:lnTo>
                    <a:pt x="100286" y="684"/>
                  </a:lnTo>
                  <a:lnTo>
                    <a:pt x="81154" y="684"/>
                  </a:lnTo>
                  <a:lnTo>
                    <a:pt x="80464" y="678"/>
                  </a:lnTo>
                  <a:lnTo>
                    <a:pt x="79773" y="673"/>
                  </a:lnTo>
                  <a:lnTo>
                    <a:pt x="79052" y="663"/>
                  </a:lnTo>
                  <a:lnTo>
                    <a:pt x="78361" y="653"/>
                  </a:lnTo>
                  <a:lnTo>
                    <a:pt x="77670" y="633"/>
                  </a:lnTo>
                  <a:lnTo>
                    <a:pt x="76980" y="612"/>
                  </a:lnTo>
                  <a:lnTo>
                    <a:pt x="76319" y="587"/>
                  </a:lnTo>
                  <a:lnTo>
                    <a:pt x="75688" y="556"/>
                  </a:lnTo>
                  <a:lnTo>
                    <a:pt x="75057" y="520"/>
                  </a:lnTo>
                  <a:lnTo>
                    <a:pt x="74457" y="480"/>
                  </a:lnTo>
                  <a:lnTo>
                    <a:pt x="73856" y="439"/>
                  </a:lnTo>
                  <a:lnTo>
                    <a:pt x="73315" y="388"/>
                  </a:lnTo>
                  <a:lnTo>
                    <a:pt x="72775" y="332"/>
                  </a:lnTo>
                  <a:lnTo>
                    <a:pt x="72294" y="270"/>
                  </a:lnTo>
                  <a:lnTo>
                    <a:pt x="71844" y="204"/>
                  </a:lnTo>
                  <a:lnTo>
                    <a:pt x="71423" y="133"/>
                  </a:lnTo>
                  <a:lnTo>
                    <a:pt x="70822" y="15"/>
                  </a:lnTo>
                  <a:lnTo>
                    <a:pt x="13757" y="15"/>
                  </a:lnTo>
                  <a:lnTo>
                    <a:pt x="12916" y="5"/>
                  </a:lnTo>
                  <a:lnTo>
                    <a:pt x="12075" y="0"/>
                  </a:lnTo>
                  <a:close/>
                </a:path>
              </a:pathLst>
            </a:custGeom>
            <a:solidFill>
              <a:srgbClr val="00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65"/>
            <p:cNvSpPr/>
            <p:nvPr/>
          </p:nvSpPr>
          <p:spPr>
            <a:xfrm flipH="1">
              <a:off x="4766362" y="3534825"/>
              <a:ext cx="436169" cy="107000"/>
            </a:xfrm>
            <a:custGeom>
              <a:avLst/>
              <a:gdLst/>
              <a:ahLst/>
              <a:cxnLst/>
              <a:rect l="l" t="t" r="r" b="b"/>
              <a:pathLst>
                <a:path w="102870" h="4280" fill="none" extrusionOk="0">
                  <a:moveTo>
                    <a:pt x="12075" y="0"/>
                  </a:moveTo>
                  <a:lnTo>
                    <a:pt x="12075" y="0"/>
                  </a:lnTo>
                  <a:lnTo>
                    <a:pt x="12916" y="5"/>
                  </a:lnTo>
                  <a:lnTo>
                    <a:pt x="13757" y="15"/>
                  </a:lnTo>
                  <a:lnTo>
                    <a:pt x="70822" y="15"/>
                  </a:lnTo>
                  <a:lnTo>
                    <a:pt x="70822" y="15"/>
                  </a:lnTo>
                  <a:lnTo>
                    <a:pt x="71423" y="133"/>
                  </a:lnTo>
                  <a:lnTo>
                    <a:pt x="71423" y="133"/>
                  </a:lnTo>
                  <a:lnTo>
                    <a:pt x="71844" y="204"/>
                  </a:lnTo>
                  <a:lnTo>
                    <a:pt x="72294" y="270"/>
                  </a:lnTo>
                  <a:lnTo>
                    <a:pt x="72775" y="332"/>
                  </a:lnTo>
                  <a:lnTo>
                    <a:pt x="73315" y="388"/>
                  </a:lnTo>
                  <a:lnTo>
                    <a:pt x="73856" y="439"/>
                  </a:lnTo>
                  <a:lnTo>
                    <a:pt x="74457" y="480"/>
                  </a:lnTo>
                  <a:lnTo>
                    <a:pt x="75057" y="520"/>
                  </a:lnTo>
                  <a:lnTo>
                    <a:pt x="75688" y="556"/>
                  </a:lnTo>
                  <a:lnTo>
                    <a:pt x="76319" y="587"/>
                  </a:lnTo>
                  <a:lnTo>
                    <a:pt x="76980" y="612"/>
                  </a:lnTo>
                  <a:lnTo>
                    <a:pt x="77670" y="633"/>
                  </a:lnTo>
                  <a:lnTo>
                    <a:pt x="78361" y="653"/>
                  </a:lnTo>
                  <a:lnTo>
                    <a:pt x="79052" y="663"/>
                  </a:lnTo>
                  <a:lnTo>
                    <a:pt x="79773" y="673"/>
                  </a:lnTo>
                  <a:lnTo>
                    <a:pt x="80464" y="678"/>
                  </a:lnTo>
                  <a:lnTo>
                    <a:pt x="81154" y="684"/>
                  </a:lnTo>
                  <a:lnTo>
                    <a:pt x="100286" y="684"/>
                  </a:lnTo>
                  <a:lnTo>
                    <a:pt x="100286" y="684"/>
                  </a:lnTo>
                  <a:lnTo>
                    <a:pt x="100647" y="760"/>
                  </a:lnTo>
                  <a:lnTo>
                    <a:pt x="100977" y="837"/>
                  </a:lnTo>
                  <a:lnTo>
                    <a:pt x="101278" y="918"/>
                  </a:lnTo>
                  <a:lnTo>
                    <a:pt x="101548" y="1000"/>
                  </a:lnTo>
                  <a:lnTo>
                    <a:pt x="101788" y="1087"/>
                  </a:lnTo>
                  <a:lnTo>
                    <a:pt x="101998" y="1173"/>
                  </a:lnTo>
                  <a:lnTo>
                    <a:pt x="102209" y="1260"/>
                  </a:lnTo>
                  <a:lnTo>
                    <a:pt x="102359" y="1347"/>
                  </a:lnTo>
                  <a:lnTo>
                    <a:pt x="102509" y="1438"/>
                  </a:lnTo>
                  <a:lnTo>
                    <a:pt x="102629" y="1525"/>
                  </a:lnTo>
                  <a:lnTo>
                    <a:pt x="102719" y="1617"/>
                  </a:lnTo>
                  <a:lnTo>
                    <a:pt x="102779" y="1709"/>
                  </a:lnTo>
                  <a:lnTo>
                    <a:pt x="102839" y="1801"/>
                  </a:lnTo>
                  <a:lnTo>
                    <a:pt x="102869" y="1892"/>
                  </a:lnTo>
                  <a:lnTo>
                    <a:pt x="102869" y="1984"/>
                  </a:lnTo>
                  <a:lnTo>
                    <a:pt x="102839" y="2081"/>
                  </a:lnTo>
                  <a:lnTo>
                    <a:pt x="102809" y="2173"/>
                  </a:lnTo>
                  <a:lnTo>
                    <a:pt x="102749" y="2265"/>
                  </a:lnTo>
                  <a:lnTo>
                    <a:pt x="102659" y="2357"/>
                  </a:lnTo>
                  <a:lnTo>
                    <a:pt x="102569" y="2448"/>
                  </a:lnTo>
                  <a:lnTo>
                    <a:pt x="102449" y="2540"/>
                  </a:lnTo>
                  <a:lnTo>
                    <a:pt x="102299" y="2632"/>
                  </a:lnTo>
                  <a:lnTo>
                    <a:pt x="102149" y="2724"/>
                  </a:lnTo>
                  <a:lnTo>
                    <a:pt x="101968" y="2811"/>
                  </a:lnTo>
                  <a:lnTo>
                    <a:pt x="101578" y="2984"/>
                  </a:lnTo>
                  <a:lnTo>
                    <a:pt x="101127" y="3152"/>
                  </a:lnTo>
                  <a:lnTo>
                    <a:pt x="100587" y="3316"/>
                  </a:lnTo>
                  <a:lnTo>
                    <a:pt x="100016" y="3474"/>
                  </a:lnTo>
                  <a:lnTo>
                    <a:pt x="100016" y="3474"/>
                  </a:lnTo>
                  <a:lnTo>
                    <a:pt x="99085" y="3469"/>
                  </a:lnTo>
                  <a:lnTo>
                    <a:pt x="49948" y="3469"/>
                  </a:lnTo>
                  <a:lnTo>
                    <a:pt x="49948" y="3469"/>
                  </a:lnTo>
                  <a:lnTo>
                    <a:pt x="49198" y="3474"/>
                  </a:lnTo>
                  <a:lnTo>
                    <a:pt x="48417" y="3479"/>
                  </a:lnTo>
                  <a:lnTo>
                    <a:pt x="47666" y="3489"/>
                  </a:lnTo>
                  <a:lnTo>
                    <a:pt x="46915" y="3504"/>
                  </a:lnTo>
                  <a:lnTo>
                    <a:pt x="46164" y="3525"/>
                  </a:lnTo>
                  <a:lnTo>
                    <a:pt x="45443" y="3545"/>
                  </a:lnTo>
                  <a:lnTo>
                    <a:pt x="44722" y="3571"/>
                  </a:lnTo>
                  <a:lnTo>
                    <a:pt x="44032" y="3601"/>
                  </a:lnTo>
                  <a:lnTo>
                    <a:pt x="43371" y="3632"/>
                  </a:lnTo>
                  <a:lnTo>
                    <a:pt x="42770" y="3673"/>
                  </a:lnTo>
                  <a:lnTo>
                    <a:pt x="42169" y="3708"/>
                  </a:lnTo>
                  <a:lnTo>
                    <a:pt x="41599" y="3754"/>
                  </a:lnTo>
                  <a:lnTo>
                    <a:pt x="41088" y="3795"/>
                  </a:lnTo>
                  <a:lnTo>
                    <a:pt x="40608" y="3846"/>
                  </a:lnTo>
                  <a:lnTo>
                    <a:pt x="40187" y="3897"/>
                  </a:lnTo>
                  <a:lnTo>
                    <a:pt x="39797" y="3948"/>
                  </a:lnTo>
                  <a:lnTo>
                    <a:pt x="39797" y="3948"/>
                  </a:lnTo>
                  <a:lnTo>
                    <a:pt x="39346" y="4025"/>
                  </a:lnTo>
                  <a:lnTo>
                    <a:pt x="38926" y="4101"/>
                  </a:lnTo>
                  <a:lnTo>
                    <a:pt x="38505" y="4183"/>
                  </a:lnTo>
                  <a:lnTo>
                    <a:pt x="38145" y="4264"/>
                  </a:lnTo>
                  <a:lnTo>
                    <a:pt x="14147" y="4264"/>
                  </a:lnTo>
                  <a:lnTo>
                    <a:pt x="14147" y="4264"/>
                  </a:lnTo>
                  <a:lnTo>
                    <a:pt x="13366" y="4274"/>
                  </a:lnTo>
                  <a:lnTo>
                    <a:pt x="12585" y="4280"/>
                  </a:lnTo>
                  <a:lnTo>
                    <a:pt x="12585" y="4280"/>
                  </a:lnTo>
                  <a:lnTo>
                    <a:pt x="11924" y="4274"/>
                  </a:lnTo>
                  <a:lnTo>
                    <a:pt x="11264" y="4269"/>
                  </a:lnTo>
                  <a:lnTo>
                    <a:pt x="10603" y="4254"/>
                  </a:lnTo>
                  <a:lnTo>
                    <a:pt x="9972" y="4239"/>
                  </a:lnTo>
                  <a:lnTo>
                    <a:pt x="9341" y="4218"/>
                  </a:lnTo>
                  <a:lnTo>
                    <a:pt x="8711" y="4198"/>
                  </a:lnTo>
                  <a:lnTo>
                    <a:pt x="8140" y="4167"/>
                  </a:lnTo>
                  <a:lnTo>
                    <a:pt x="7569" y="4137"/>
                  </a:lnTo>
                  <a:lnTo>
                    <a:pt x="6999" y="4106"/>
                  </a:lnTo>
                  <a:lnTo>
                    <a:pt x="6488" y="4065"/>
                  </a:lnTo>
                  <a:lnTo>
                    <a:pt x="5978" y="4030"/>
                  </a:lnTo>
                  <a:lnTo>
                    <a:pt x="5527" y="3989"/>
                  </a:lnTo>
                  <a:lnTo>
                    <a:pt x="5077" y="3948"/>
                  </a:lnTo>
                  <a:lnTo>
                    <a:pt x="4686" y="3902"/>
                  </a:lnTo>
                  <a:lnTo>
                    <a:pt x="4326" y="3856"/>
                  </a:lnTo>
                  <a:lnTo>
                    <a:pt x="3995" y="3810"/>
                  </a:lnTo>
                  <a:lnTo>
                    <a:pt x="3995" y="3810"/>
                  </a:lnTo>
                  <a:lnTo>
                    <a:pt x="3575" y="3744"/>
                  </a:lnTo>
                  <a:lnTo>
                    <a:pt x="3184" y="3678"/>
                  </a:lnTo>
                  <a:lnTo>
                    <a:pt x="2824" y="3606"/>
                  </a:lnTo>
                  <a:lnTo>
                    <a:pt x="2494" y="3535"/>
                  </a:lnTo>
                  <a:lnTo>
                    <a:pt x="2163" y="3458"/>
                  </a:lnTo>
                  <a:lnTo>
                    <a:pt x="1863" y="3382"/>
                  </a:lnTo>
                  <a:lnTo>
                    <a:pt x="1562" y="3305"/>
                  </a:lnTo>
                  <a:lnTo>
                    <a:pt x="1322" y="3224"/>
                  </a:lnTo>
                  <a:lnTo>
                    <a:pt x="1082" y="3142"/>
                  </a:lnTo>
                  <a:lnTo>
                    <a:pt x="872" y="3055"/>
                  </a:lnTo>
                  <a:lnTo>
                    <a:pt x="661" y="2969"/>
                  </a:lnTo>
                  <a:lnTo>
                    <a:pt x="511" y="2882"/>
                  </a:lnTo>
                  <a:lnTo>
                    <a:pt x="361" y="2795"/>
                  </a:lnTo>
                  <a:lnTo>
                    <a:pt x="241" y="2703"/>
                  </a:lnTo>
                  <a:lnTo>
                    <a:pt x="151" y="2612"/>
                  </a:lnTo>
                  <a:lnTo>
                    <a:pt x="91" y="2515"/>
                  </a:lnTo>
                  <a:lnTo>
                    <a:pt x="31" y="2418"/>
                  </a:lnTo>
                  <a:lnTo>
                    <a:pt x="1" y="2321"/>
                  </a:lnTo>
                  <a:lnTo>
                    <a:pt x="31" y="2219"/>
                  </a:lnTo>
                  <a:lnTo>
                    <a:pt x="61" y="2122"/>
                  </a:lnTo>
                  <a:lnTo>
                    <a:pt x="121" y="2020"/>
                  </a:lnTo>
                  <a:lnTo>
                    <a:pt x="181" y="1913"/>
                  </a:lnTo>
                  <a:lnTo>
                    <a:pt x="301" y="1811"/>
                  </a:lnTo>
                  <a:lnTo>
                    <a:pt x="451" y="1704"/>
                  </a:lnTo>
                  <a:lnTo>
                    <a:pt x="601" y="1597"/>
                  </a:lnTo>
                  <a:lnTo>
                    <a:pt x="782" y="1484"/>
                  </a:lnTo>
                  <a:lnTo>
                    <a:pt x="1022" y="1377"/>
                  </a:lnTo>
                  <a:lnTo>
                    <a:pt x="1262" y="1265"/>
                  </a:lnTo>
                  <a:lnTo>
                    <a:pt x="1532" y="1153"/>
                  </a:lnTo>
                  <a:lnTo>
                    <a:pt x="1863" y="1036"/>
                  </a:lnTo>
                  <a:lnTo>
                    <a:pt x="2193" y="923"/>
                  </a:lnTo>
                  <a:lnTo>
                    <a:pt x="2554" y="806"/>
                  </a:lnTo>
                  <a:lnTo>
                    <a:pt x="2554" y="806"/>
                  </a:lnTo>
                  <a:lnTo>
                    <a:pt x="2914" y="704"/>
                  </a:lnTo>
                  <a:lnTo>
                    <a:pt x="3335" y="607"/>
                  </a:lnTo>
                  <a:lnTo>
                    <a:pt x="3785" y="520"/>
                  </a:lnTo>
                  <a:lnTo>
                    <a:pt x="4266" y="439"/>
                  </a:lnTo>
                  <a:lnTo>
                    <a:pt x="4806" y="367"/>
                  </a:lnTo>
                  <a:lnTo>
                    <a:pt x="5347" y="301"/>
                  </a:lnTo>
                  <a:lnTo>
                    <a:pt x="5918" y="245"/>
                  </a:lnTo>
                  <a:lnTo>
                    <a:pt x="6548" y="189"/>
                  </a:lnTo>
                  <a:lnTo>
                    <a:pt x="7179" y="143"/>
                  </a:lnTo>
                  <a:lnTo>
                    <a:pt x="7840" y="107"/>
                  </a:lnTo>
                  <a:lnTo>
                    <a:pt x="8501" y="72"/>
                  </a:lnTo>
                  <a:lnTo>
                    <a:pt x="9191" y="46"/>
                  </a:lnTo>
                  <a:lnTo>
                    <a:pt x="9912" y="26"/>
                  </a:lnTo>
                  <a:lnTo>
                    <a:pt x="10603" y="10"/>
                  </a:lnTo>
                  <a:lnTo>
                    <a:pt x="11324" y="0"/>
                  </a:lnTo>
                  <a:lnTo>
                    <a:pt x="1207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65"/>
            <p:cNvSpPr/>
            <p:nvPr/>
          </p:nvSpPr>
          <p:spPr>
            <a:xfrm flipH="1">
              <a:off x="4777314" y="3534825"/>
              <a:ext cx="124932" cy="17100"/>
            </a:xfrm>
            <a:custGeom>
              <a:avLst/>
              <a:gdLst/>
              <a:ahLst/>
              <a:cxnLst/>
              <a:rect l="l" t="t" r="r" b="b"/>
              <a:pathLst>
                <a:path w="29465" h="684" extrusionOk="0">
                  <a:moveTo>
                    <a:pt x="18772" y="0"/>
                  </a:moveTo>
                  <a:lnTo>
                    <a:pt x="17961" y="5"/>
                  </a:lnTo>
                  <a:lnTo>
                    <a:pt x="17120" y="15"/>
                  </a:lnTo>
                  <a:lnTo>
                    <a:pt x="0" y="15"/>
                  </a:lnTo>
                  <a:lnTo>
                    <a:pt x="601" y="133"/>
                  </a:lnTo>
                  <a:lnTo>
                    <a:pt x="1022" y="204"/>
                  </a:lnTo>
                  <a:lnTo>
                    <a:pt x="1472" y="270"/>
                  </a:lnTo>
                  <a:lnTo>
                    <a:pt x="1953" y="332"/>
                  </a:lnTo>
                  <a:lnTo>
                    <a:pt x="2493" y="388"/>
                  </a:lnTo>
                  <a:lnTo>
                    <a:pt x="3034" y="439"/>
                  </a:lnTo>
                  <a:lnTo>
                    <a:pt x="3635" y="480"/>
                  </a:lnTo>
                  <a:lnTo>
                    <a:pt x="4235" y="520"/>
                  </a:lnTo>
                  <a:lnTo>
                    <a:pt x="4866" y="556"/>
                  </a:lnTo>
                  <a:lnTo>
                    <a:pt x="5497" y="587"/>
                  </a:lnTo>
                  <a:lnTo>
                    <a:pt x="6158" y="612"/>
                  </a:lnTo>
                  <a:lnTo>
                    <a:pt x="6848" y="633"/>
                  </a:lnTo>
                  <a:lnTo>
                    <a:pt x="7539" y="653"/>
                  </a:lnTo>
                  <a:lnTo>
                    <a:pt x="8230" y="663"/>
                  </a:lnTo>
                  <a:lnTo>
                    <a:pt x="8951" y="673"/>
                  </a:lnTo>
                  <a:lnTo>
                    <a:pt x="9642" y="678"/>
                  </a:lnTo>
                  <a:lnTo>
                    <a:pt x="10332" y="684"/>
                  </a:lnTo>
                  <a:lnTo>
                    <a:pt x="29464" y="684"/>
                  </a:lnTo>
                  <a:lnTo>
                    <a:pt x="29044" y="602"/>
                  </a:lnTo>
                  <a:lnTo>
                    <a:pt x="28684" y="536"/>
                  </a:lnTo>
                  <a:lnTo>
                    <a:pt x="28233" y="474"/>
                  </a:lnTo>
                  <a:lnTo>
                    <a:pt x="27783" y="418"/>
                  </a:lnTo>
                  <a:lnTo>
                    <a:pt x="27242" y="362"/>
                  </a:lnTo>
                  <a:lnTo>
                    <a:pt x="26671" y="311"/>
                  </a:lnTo>
                  <a:lnTo>
                    <a:pt x="26101" y="260"/>
                  </a:lnTo>
                  <a:lnTo>
                    <a:pt x="25440" y="214"/>
                  </a:lnTo>
                  <a:lnTo>
                    <a:pt x="24779" y="174"/>
                  </a:lnTo>
                  <a:lnTo>
                    <a:pt x="24088" y="133"/>
                  </a:lnTo>
                  <a:lnTo>
                    <a:pt x="23397" y="102"/>
                  </a:lnTo>
                  <a:lnTo>
                    <a:pt x="22647" y="72"/>
                  </a:lnTo>
                  <a:lnTo>
                    <a:pt x="21896" y="46"/>
                  </a:lnTo>
                  <a:lnTo>
                    <a:pt x="21115" y="26"/>
                  </a:lnTo>
                  <a:lnTo>
                    <a:pt x="20334" y="15"/>
                  </a:lnTo>
                  <a:lnTo>
                    <a:pt x="19553" y="5"/>
                  </a:lnTo>
                  <a:lnTo>
                    <a:pt x="18772" y="0"/>
                  </a:lnTo>
                  <a:close/>
                </a:path>
              </a:pathLst>
            </a:custGeom>
            <a:solidFill>
              <a:srgbClr val="00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65"/>
            <p:cNvSpPr/>
            <p:nvPr/>
          </p:nvSpPr>
          <p:spPr>
            <a:xfrm flipH="1">
              <a:off x="4777314" y="3534825"/>
              <a:ext cx="124932" cy="17100"/>
            </a:xfrm>
            <a:custGeom>
              <a:avLst/>
              <a:gdLst/>
              <a:ahLst/>
              <a:cxnLst/>
              <a:rect l="l" t="t" r="r" b="b"/>
              <a:pathLst>
                <a:path w="29465" h="684" fill="none" extrusionOk="0">
                  <a:moveTo>
                    <a:pt x="18772" y="0"/>
                  </a:moveTo>
                  <a:lnTo>
                    <a:pt x="18772" y="0"/>
                  </a:lnTo>
                  <a:lnTo>
                    <a:pt x="19553" y="5"/>
                  </a:lnTo>
                  <a:lnTo>
                    <a:pt x="20334" y="15"/>
                  </a:lnTo>
                  <a:lnTo>
                    <a:pt x="21115" y="26"/>
                  </a:lnTo>
                  <a:lnTo>
                    <a:pt x="21896" y="46"/>
                  </a:lnTo>
                  <a:lnTo>
                    <a:pt x="22647" y="72"/>
                  </a:lnTo>
                  <a:lnTo>
                    <a:pt x="23397" y="102"/>
                  </a:lnTo>
                  <a:lnTo>
                    <a:pt x="24088" y="133"/>
                  </a:lnTo>
                  <a:lnTo>
                    <a:pt x="24779" y="174"/>
                  </a:lnTo>
                  <a:lnTo>
                    <a:pt x="25440" y="214"/>
                  </a:lnTo>
                  <a:lnTo>
                    <a:pt x="26101" y="260"/>
                  </a:lnTo>
                  <a:lnTo>
                    <a:pt x="26671" y="311"/>
                  </a:lnTo>
                  <a:lnTo>
                    <a:pt x="27242" y="362"/>
                  </a:lnTo>
                  <a:lnTo>
                    <a:pt x="27783" y="418"/>
                  </a:lnTo>
                  <a:lnTo>
                    <a:pt x="28233" y="474"/>
                  </a:lnTo>
                  <a:lnTo>
                    <a:pt x="28684" y="536"/>
                  </a:lnTo>
                  <a:lnTo>
                    <a:pt x="29044" y="602"/>
                  </a:lnTo>
                  <a:lnTo>
                    <a:pt x="29044" y="602"/>
                  </a:lnTo>
                  <a:lnTo>
                    <a:pt x="29464" y="684"/>
                  </a:lnTo>
                  <a:lnTo>
                    <a:pt x="10332" y="684"/>
                  </a:lnTo>
                  <a:lnTo>
                    <a:pt x="10332" y="684"/>
                  </a:lnTo>
                  <a:lnTo>
                    <a:pt x="9642" y="678"/>
                  </a:lnTo>
                  <a:lnTo>
                    <a:pt x="8951" y="673"/>
                  </a:lnTo>
                  <a:lnTo>
                    <a:pt x="8230" y="663"/>
                  </a:lnTo>
                  <a:lnTo>
                    <a:pt x="7539" y="653"/>
                  </a:lnTo>
                  <a:lnTo>
                    <a:pt x="6848" y="633"/>
                  </a:lnTo>
                  <a:lnTo>
                    <a:pt x="6158" y="612"/>
                  </a:lnTo>
                  <a:lnTo>
                    <a:pt x="5497" y="587"/>
                  </a:lnTo>
                  <a:lnTo>
                    <a:pt x="4866" y="556"/>
                  </a:lnTo>
                  <a:lnTo>
                    <a:pt x="4235" y="520"/>
                  </a:lnTo>
                  <a:lnTo>
                    <a:pt x="3635" y="480"/>
                  </a:lnTo>
                  <a:lnTo>
                    <a:pt x="3034" y="439"/>
                  </a:lnTo>
                  <a:lnTo>
                    <a:pt x="2493" y="388"/>
                  </a:lnTo>
                  <a:lnTo>
                    <a:pt x="1953" y="332"/>
                  </a:lnTo>
                  <a:lnTo>
                    <a:pt x="1472" y="270"/>
                  </a:lnTo>
                  <a:lnTo>
                    <a:pt x="1022" y="204"/>
                  </a:lnTo>
                  <a:lnTo>
                    <a:pt x="601" y="133"/>
                  </a:lnTo>
                  <a:lnTo>
                    <a:pt x="601" y="133"/>
                  </a:lnTo>
                  <a:lnTo>
                    <a:pt x="0" y="15"/>
                  </a:lnTo>
                  <a:lnTo>
                    <a:pt x="17120" y="15"/>
                  </a:lnTo>
                  <a:lnTo>
                    <a:pt x="17120" y="15"/>
                  </a:lnTo>
                  <a:lnTo>
                    <a:pt x="17961" y="5"/>
                  </a:lnTo>
                  <a:lnTo>
                    <a:pt x="1877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65"/>
            <p:cNvSpPr/>
            <p:nvPr/>
          </p:nvSpPr>
          <p:spPr>
            <a:xfrm flipH="1">
              <a:off x="4724467" y="3621650"/>
              <a:ext cx="326137" cy="108425"/>
            </a:xfrm>
            <a:custGeom>
              <a:avLst/>
              <a:gdLst/>
              <a:ahLst/>
              <a:cxnLst/>
              <a:rect l="l" t="t" r="r" b="b"/>
              <a:pathLst>
                <a:path w="76919" h="4337" extrusionOk="0">
                  <a:moveTo>
                    <a:pt x="64184" y="1"/>
                  </a:moveTo>
                  <a:lnTo>
                    <a:pt x="63674" y="128"/>
                  </a:lnTo>
                  <a:lnTo>
                    <a:pt x="63103" y="245"/>
                  </a:lnTo>
                  <a:lnTo>
                    <a:pt x="62743" y="312"/>
                  </a:lnTo>
                  <a:lnTo>
                    <a:pt x="62352" y="373"/>
                  </a:lnTo>
                  <a:lnTo>
                    <a:pt x="61962" y="429"/>
                  </a:lnTo>
                  <a:lnTo>
                    <a:pt x="61511" y="485"/>
                  </a:lnTo>
                  <a:lnTo>
                    <a:pt x="61061" y="536"/>
                  </a:lnTo>
                  <a:lnTo>
                    <a:pt x="60580" y="582"/>
                  </a:lnTo>
                  <a:lnTo>
                    <a:pt x="60069" y="623"/>
                  </a:lnTo>
                  <a:lnTo>
                    <a:pt x="59559" y="659"/>
                  </a:lnTo>
                  <a:lnTo>
                    <a:pt x="59018" y="694"/>
                  </a:lnTo>
                  <a:lnTo>
                    <a:pt x="58448" y="725"/>
                  </a:lnTo>
                  <a:lnTo>
                    <a:pt x="57877" y="750"/>
                  </a:lnTo>
                  <a:lnTo>
                    <a:pt x="57306" y="771"/>
                  </a:lnTo>
                  <a:lnTo>
                    <a:pt x="56736" y="786"/>
                  </a:lnTo>
                  <a:lnTo>
                    <a:pt x="56135" y="796"/>
                  </a:lnTo>
                  <a:lnTo>
                    <a:pt x="55534" y="807"/>
                  </a:lnTo>
                  <a:lnTo>
                    <a:pt x="54933" y="807"/>
                  </a:lnTo>
                  <a:lnTo>
                    <a:pt x="54153" y="801"/>
                  </a:lnTo>
                  <a:lnTo>
                    <a:pt x="53372" y="791"/>
                  </a:lnTo>
                  <a:lnTo>
                    <a:pt x="2313" y="791"/>
                  </a:lnTo>
                  <a:lnTo>
                    <a:pt x="2042" y="858"/>
                  </a:lnTo>
                  <a:lnTo>
                    <a:pt x="1772" y="924"/>
                  </a:lnTo>
                  <a:lnTo>
                    <a:pt x="1532" y="990"/>
                  </a:lnTo>
                  <a:lnTo>
                    <a:pt x="1322" y="1062"/>
                  </a:lnTo>
                  <a:lnTo>
                    <a:pt x="1111" y="1133"/>
                  </a:lnTo>
                  <a:lnTo>
                    <a:pt x="931" y="1204"/>
                  </a:lnTo>
                  <a:lnTo>
                    <a:pt x="751" y="1276"/>
                  </a:lnTo>
                  <a:lnTo>
                    <a:pt x="601" y="1352"/>
                  </a:lnTo>
                  <a:lnTo>
                    <a:pt x="451" y="1429"/>
                  </a:lnTo>
                  <a:lnTo>
                    <a:pt x="330" y="1510"/>
                  </a:lnTo>
                  <a:lnTo>
                    <a:pt x="240" y="1587"/>
                  </a:lnTo>
                  <a:lnTo>
                    <a:pt x="150" y="1669"/>
                  </a:lnTo>
                  <a:lnTo>
                    <a:pt x="90" y="1750"/>
                  </a:lnTo>
                  <a:lnTo>
                    <a:pt x="30" y="1832"/>
                  </a:lnTo>
                  <a:lnTo>
                    <a:pt x="0" y="1919"/>
                  </a:lnTo>
                  <a:lnTo>
                    <a:pt x="0" y="2005"/>
                  </a:lnTo>
                  <a:lnTo>
                    <a:pt x="0" y="2092"/>
                  </a:lnTo>
                  <a:lnTo>
                    <a:pt x="30" y="2179"/>
                  </a:lnTo>
                  <a:lnTo>
                    <a:pt x="90" y="2265"/>
                  </a:lnTo>
                  <a:lnTo>
                    <a:pt x="150" y="2357"/>
                  </a:lnTo>
                  <a:lnTo>
                    <a:pt x="240" y="2449"/>
                  </a:lnTo>
                  <a:lnTo>
                    <a:pt x="330" y="2541"/>
                  </a:lnTo>
                  <a:lnTo>
                    <a:pt x="481" y="2633"/>
                  </a:lnTo>
                  <a:lnTo>
                    <a:pt x="601" y="2724"/>
                  </a:lnTo>
                  <a:lnTo>
                    <a:pt x="781" y="2821"/>
                  </a:lnTo>
                  <a:lnTo>
                    <a:pt x="961" y="2913"/>
                  </a:lnTo>
                  <a:lnTo>
                    <a:pt x="1171" y="3010"/>
                  </a:lnTo>
                  <a:lnTo>
                    <a:pt x="1412" y="3107"/>
                  </a:lnTo>
                  <a:lnTo>
                    <a:pt x="1922" y="3301"/>
                  </a:lnTo>
                  <a:lnTo>
                    <a:pt x="2553" y="3500"/>
                  </a:lnTo>
                  <a:lnTo>
                    <a:pt x="2913" y="3607"/>
                  </a:lnTo>
                  <a:lnTo>
                    <a:pt x="3334" y="3704"/>
                  </a:lnTo>
                  <a:lnTo>
                    <a:pt x="3784" y="3790"/>
                  </a:lnTo>
                  <a:lnTo>
                    <a:pt x="4295" y="3872"/>
                  </a:lnTo>
                  <a:lnTo>
                    <a:pt x="4806" y="3949"/>
                  </a:lnTo>
                  <a:lnTo>
                    <a:pt x="5376" y="4020"/>
                  </a:lnTo>
                  <a:lnTo>
                    <a:pt x="5977" y="4081"/>
                  </a:lnTo>
                  <a:lnTo>
                    <a:pt x="6578" y="4132"/>
                  </a:lnTo>
                  <a:lnTo>
                    <a:pt x="7238" y="4183"/>
                  </a:lnTo>
                  <a:lnTo>
                    <a:pt x="7899" y="4224"/>
                  </a:lnTo>
                  <a:lnTo>
                    <a:pt x="8560" y="4260"/>
                  </a:lnTo>
                  <a:lnTo>
                    <a:pt x="9281" y="4285"/>
                  </a:lnTo>
                  <a:lnTo>
                    <a:pt x="10002" y="4311"/>
                  </a:lnTo>
                  <a:lnTo>
                    <a:pt x="10722" y="4326"/>
                  </a:lnTo>
                  <a:lnTo>
                    <a:pt x="11443" y="4331"/>
                  </a:lnTo>
                  <a:lnTo>
                    <a:pt x="12194" y="4336"/>
                  </a:lnTo>
                  <a:lnTo>
                    <a:pt x="12975" y="4331"/>
                  </a:lnTo>
                  <a:lnTo>
                    <a:pt x="13756" y="4321"/>
                  </a:lnTo>
                  <a:lnTo>
                    <a:pt x="62022" y="4321"/>
                  </a:lnTo>
                  <a:lnTo>
                    <a:pt x="62773" y="4331"/>
                  </a:lnTo>
                  <a:lnTo>
                    <a:pt x="63523" y="4336"/>
                  </a:lnTo>
                  <a:lnTo>
                    <a:pt x="64334" y="4331"/>
                  </a:lnTo>
                  <a:lnTo>
                    <a:pt x="65115" y="4321"/>
                  </a:lnTo>
                  <a:lnTo>
                    <a:pt x="65896" y="4306"/>
                  </a:lnTo>
                  <a:lnTo>
                    <a:pt x="66677" y="4285"/>
                  </a:lnTo>
                  <a:lnTo>
                    <a:pt x="67458" y="4260"/>
                  </a:lnTo>
                  <a:lnTo>
                    <a:pt x="68209" y="4229"/>
                  </a:lnTo>
                  <a:lnTo>
                    <a:pt x="68930" y="4193"/>
                  </a:lnTo>
                  <a:lnTo>
                    <a:pt x="69620" y="4153"/>
                  </a:lnTo>
                  <a:lnTo>
                    <a:pt x="70281" y="4107"/>
                  </a:lnTo>
                  <a:lnTo>
                    <a:pt x="70942" y="4056"/>
                  </a:lnTo>
                  <a:lnTo>
                    <a:pt x="71543" y="4005"/>
                  </a:lnTo>
                  <a:lnTo>
                    <a:pt x="72113" y="3954"/>
                  </a:lnTo>
                  <a:lnTo>
                    <a:pt x="72624" y="3892"/>
                  </a:lnTo>
                  <a:lnTo>
                    <a:pt x="73104" y="3831"/>
                  </a:lnTo>
                  <a:lnTo>
                    <a:pt x="73555" y="3770"/>
                  </a:lnTo>
                  <a:lnTo>
                    <a:pt x="73945" y="3709"/>
                  </a:lnTo>
                  <a:lnTo>
                    <a:pt x="74366" y="3622"/>
                  </a:lnTo>
                  <a:lnTo>
                    <a:pt x="74786" y="3530"/>
                  </a:lnTo>
                  <a:lnTo>
                    <a:pt x="75147" y="3444"/>
                  </a:lnTo>
                  <a:lnTo>
                    <a:pt x="75477" y="3347"/>
                  </a:lnTo>
                  <a:lnTo>
                    <a:pt x="75748" y="3250"/>
                  </a:lnTo>
                  <a:lnTo>
                    <a:pt x="76018" y="3153"/>
                  </a:lnTo>
                  <a:lnTo>
                    <a:pt x="76258" y="3056"/>
                  </a:lnTo>
                  <a:lnTo>
                    <a:pt x="76438" y="2954"/>
                  </a:lnTo>
                  <a:lnTo>
                    <a:pt x="76588" y="2852"/>
                  </a:lnTo>
                  <a:lnTo>
                    <a:pt x="76709" y="2745"/>
                  </a:lnTo>
                  <a:lnTo>
                    <a:pt x="76799" y="2643"/>
                  </a:lnTo>
                  <a:lnTo>
                    <a:pt x="76889" y="2536"/>
                  </a:lnTo>
                  <a:lnTo>
                    <a:pt x="76919" y="2429"/>
                  </a:lnTo>
                  <a:lnTo>
                    <a:pt x="76919" y="2321"/>
                  </a:lnTo>
                  <a:lnTo>
                    <a:pt x="76889" y="2214"/>
                  </a:lnTo>
                  <a:lnTo>
                    <a:pt x="76859" y="2107"/>
                  </a:lnTo>
                  <a:lnTo>
                    <a:pt x="76769" y="2000"/>
                  </a:lnTo>
                  <a:lnTo>
                    <a:pt x="76679" y="1893"/>
                  </a:lnTo>
                  <a:lnTo>
                    <a:pt x="76558" y="1786"/>
                  </a:lnTo>
                  <a:lnTo>
                    <a:pt x="76408" y="1684"/>
                  </a:lnTo>
                  <a:lnTo>
                    <a:pt x="76228" y="1582"/>
                  </a:lnTo>
                  <a:lnTo>
                    <a:pt x="76018" y="1475"/>
                  </a:lnTo>
                  <a:lnTo>
                    <a:pt x="75808" y="1378"/>
                  </a:lnTo>
                  <a:lnTo>
                    <a:pt x="75567" y="1276"/>
                  </a:lnTo>
                  <a:lnTo>
                    <a:pt x="75297" y="1179"/>
                  </a:lnTo>
                  <a:lnTo>
                    <a:pt x="75027" y="1082"/>
                  </a:lnTo>
                  <a:lnTo>
                    <a:pt x="74726" y="990"/>
                  </a:lnTo>
                  <a:lnTo>
                    <a:pt x="74426" y="898"/>
                  </a:lnTo>
                  <a:lnTo>
                    <a:pt x="74096" y="812"/>
                  </a:lnTo>
                  <a:lnTo>
                    <a:pt x="73735" y="725"/>
                  </a:lnTo>
                  <a:lnTo>
                    <a:pt x="73375" y="643"/>
                  </a:lnTo>
                  <a:lnTo>
                    <a:pt x="72984" y="567"/>
                  </a:lnTo>
                  <a:lnTo>
                    <a:pt x="72594" y="495"/>
                  </a:lnTo>
                  <a:lnTo>
                    <a:pt x="72203" y="434"/>
                  </a:lnTo>
                  <a:lnTo>
                    <a:pt x="71753" y="373"/>
                  </a:lnTo>
                  <a:lnTo>
                    <a:pt x="71272" y="317"/>
                  </a:lnTo>
                  <a:lnTo>
                    <a:pt x="70792" y="271"/>
                  </a:lnTo>
                  <a:lnTo>
                    <a:pt x="70281" y="225"/>
                  </a:lnTo>
                  <a:lnTo>
                    <a:pt x="69711" y="184"/>
                  </a:lnTo>
                  <a:lnTo>
                    <a:pt x="69170" y="149"/>
                  </a:lnTo>
                  <a:lnTo>
                    <a:pt x="68569" y="118"/>
                  </a:lnTo>
                  <a:lnTo>
                    <a:pt x="67999" y="87"/>
                  </a:lnTo>
                  <a:lnTo>
                    <a:pt x="67368" y="67"/>
                  </a:lnTo>
                  <a:lnTo>
                    <a:pt x="66767" y="47"/>
                  </a:lnTo>
                  <a:lnTo>
                    <a:pt x="66136" y="26"/>
                  </a:lnTo>
                  <a:lnTo>
                    <a:pt x="65476" y="16"/>
                  </a:lnTo>
                  <a:lnTo>
                    <a:pt x="64845" y="6"/>
                  </a:lnTo>
                  <a:lnTo>
                    <a:pt x="64184" y="1"/>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65"/>
            <p:cNvSpPr/>
            <p:nvPr/>
          </p:nvSpPr>
          <p:spPr>
            <a:xfrm flipH="1">
              <a:off x="4724467" y="3621650"/>
              <a:ext cx="326137" cy="108425"/>
            </a:xfrm>
            <a:custGeom>
              <a:avLst/>
              <a:gdLst/>
              <a:ahLst/>
              <a:cxnLst/>
              <a:rect l="l" t="t" r="r" b="b"/>
              <a:pathLst>
                <a:path w="76919" h="4337" fill="none" extrusionOk="0">
                  <a:moveTo>
                    <a:pt x="64184" y="1"/>
                  </a:moveTo>
                  <a:lnTo>
                    <a:pt x="64184" y="1"/>
                  </a:lnTo>
                  <a:lnTo>
                    <a:pt x="64845" y="6"/>
                  </a:lnTo>
                  <a:lnTo>
                    <a:pt x="65476" y="16"/>
                  </a:lnTo>
                  <a:lnTo>
                    <a:pt x="66136" y="26"/>
                  </a:lnTo>
                  <a:lnTo>
                    <a:pt x="66767" y="47"/>
                  </a:lnTo>
                  <a:lnTo>
                    <a:pt x="67368" y="67"/>
                  </a:lnTo>
                  <a:lnTo>
                    <a:pt x="67999" y="87"/>
                  </a:lnTo>
                  <a:lnTo>
                    <a:pt x="68569" y="118"/>
                  </a:lnTo>
                  <a:lnTo>
                    <a:pt x="69170" y="149"/>
                  </a:lnTo>
                  <a:lnTo>
                    <a:pt x="69711" y="184"/>
                  </a:lnTo>
                  <a:lnTo>
                    <a:pt x="70281" y="225"/>
                  </a:lnTo>
                  <a:lnTo>
                    <a:pt x="70792" y="271"/>
                  </a:lnTo>
                  <a:lnTo>
                    <a:pt x="71272" y="317"/>
                  </a:lnTo>
                  <a:lnTo>
                    <a:pt x="71753" y="373"/>
                  </a:lnTo>
                  <a:lnTo>
                    <a:pt x="72203" y="434"/>
                  </a:lnTo>
                  <a:lnTo>
                    <a:pt x="72594" y="495"/>
                  </a:lnTo>
                  <a:lnTo>
                    <a:pt x="72984" y="567"/>
                  </a:lnTo>
                  <a:lnTo>
                    <a:pt x="72984" y="567"/>
                  </a:lnTo>
                  <a:lnTo>
                    <a:pt x="73375" y="643"/>
                  </a:lnTo>
                  <a:lnTo>
                    <a:pt x="73735" y="725"/>
                  </a:lnTo>
                  <a:lnTo>
                    <a:pt x="74096" y="812"/>
                  </a:lnTo>
                  <a:lnTo>
                    <a:pt x="74426" y="898"/>
                  </a:lnTo>
                  <a:lnTo>
                    <a:pt x="74726" y="990"/>
                  </a:lnTo>
                  <a:lnTo>
                    <a:pt x="75027" y="1082"/>
                  </a:lnTo>
                  <a:lnTo>
                    <a:pt x="75297" y="1179"/>
                  </a:lnTo>
                  <a:lnTo>
                    <a:pt x="75567" y="1276"/>
                  </a:lnTo>
                  <a:lnTo>
                    <a:pt x="75808" y="1378"/>
                  </a:lnTo>
                  <a:lnTo>
                    <a:pt x="76018" y="1475"/>
                  </a:lnTo>
                  <a:lnTo>
                    <a:pt x="76228" y="1582"/>
                  </a:lnTo>
                  <a:lnTo>
                    <a:pt x="76408" y="1684"/>
                  </a:lnTo>
                  <a:lnTo>
                    <a:pt x="76558" y="1786"/>
                  </a:lnTo>
                  <a:lnTo>
                    <a:pt x="76679" y="1893"/>
                  </a:lnTo>
                  <a:lnTo>
                    <a:pt x="76769" y="2000"/>
                  </a:lnTo>
                  <a:lnTo>
                    <a:pt x="76859" y="2107"/>
                  </a:lnTo>
                  <a:lnTo>
                    <a:pt x="76889" y="2214"/>
                  </a:lnTo>
                  <a:lnTo>
                    <a:pt x="76919" y="2321"/>
                  </a:lnTo>
                  <a:lnTo>
                    <a:pt x="76919" y="2429"/>
                  </a:lnTo>
                  <a:lnTo>
                    <a:pt x="76889" y="2536"/>
                  </a:lnTo>
                  <a:lnTo>
                    <a:pt x="76799" y="2643"/>
                  </a:lnTo>
                  <a:lnTo>
                    <a:pt x="76709" y="2745"/>
                  </a:lnTo>
                  <a:lnTo>
                    <a:pt x="76588" y="2852"/>
                  </a:lnTo>
                  <a:lnTo>
                    <a:pt x="76438" y="2954"/>
                  </a:lnTo>
                  <a:lnTo>
                    <a:pt x="76258" y="3056"/>
                  </a:lnTo>
                  <a:lnTo>
                    <a:pt x="76018" y="3153"/>
                  </a:lnTo>
                  <a:lnTo>
                    <a:pt x="75748" y="3250"/>
                  </a:lnTo>
                  <a:lnTo>
                    <a:pt x="75477" y="3347"/>
                  </a:lnTo>
                  <a:lnTo>
                    <a:pt x="75147" y="3444"/>
                  </a:lnTo>
                  <a:lnTo>
                    <a:pt x="74786" y="3530"/>
                  </a:lnTo>
                  <a:lnTo>
                    <a:pt x="74366" y="3622"/>
                  </a:lnTo>
                  <a:lnTo>
                    <a:pt x="73945" y="3709"/>
                  </a:lnTo>
                  <a:lnTo>
                    <a:pt x="73945" y="3709"/>
                  </a:lnTo>
                  <a:lnTo>
                    <a:pt x="73555" y="3770"/>
                  </a:lnTo>
                  <a:lnTo>
                    <a:pt x="73104" y="3831"/>
                  </a:lnTo>
                  <a:lnTo>
                    <a:pt x="72624" y="3892"/>
                  </a:lnTo>
                  <a:lnTo>
                    <a:pt x="72113" y="3954"/>
                  </a:lnTo>
                  <a:lnTo>
                    <a:pt x="71543" y="4005"/>
                  </a:lnTo>
                  <a:lnTo>
                    <a:pt x="70942" y="4056"/>
                  </a:lnTo>
                  <a:lnTo>
                    <a:pt x="70281" y="4107"/>
                  </a:lnTo>
                  <a:lnTo>
                    <a:pt x="69620" y="4153"/>
                  </a:lnTo>
                  <a:lnTo>
                    <a:pt x="68930" y="4193"/>
                  </a:lnTo>
                  <a:lnTo>
                    <a:pt x="68209" y="4229"/>
                  </a:lnTo>
                  <a:lnTo>
                    <a:pt x="67458" y="4260"/>
                  </a:lnTo>
                  <a:lnTo>
                    <a:pt x="66677" y="4285"/>
                  </a:lnTo>
                  <a:lnTo>
                    <a:pt x="65896" y="4306"/>
                  </a:lnTo>
                  <a:lnTo>
                    <a:pt x="65115" y="4321"/>
                  </a:lnTo>
                  <a:lnTo>
                    <a:pt x="64334" y="4331"/>
                  </a:lnTo>
                  <a:lnTo>
                    <a:pt x="63523" y="4336"/>
                  </a:lnTo>
                  <a:lnTo>
                    <a:pt x="63523" y="4336"/>
                  </a:lnTo>
                  <a:lnTo>
                    <a:pt x="62773" y="4331"/>
                  </a:lnTo>
                  <a:lnTo>
                    <a:pt x="62022" y="4321"/>
                  </a:lnTo>
                  <a:lnTo>
                    <a:pt x="13756" y="4321"/>
                  </a:lnTo>
                  <a:lnTo>
                    <a:pt x="13756" y="4321"/>
                  </a:lnTo>
                  <a:lnTo>
                    <a:pt x="12975" y="4331"/>
                  </a:lnTo>
                  <a:lnTo>
                    <a:pt x="12194" y="4336"/>
                  </a:lnTo>
                  <a:lnTo>
                    <a:pt x="12194" y="4336"/>
                  </a:lnTo>
                  <a:lnTo>
                    <a:pt x="11443" y="4331"/>
                  </a:lnTo>
                  <a:lnTo>
                    <a:pt x="10722" y="4326"/>
                  </a:lnTo>
                  <a:lnTo>
                    <a:pt x="10002" y="4311"/>
                  </a:lnTo>
                  <a:lnTo>
                    <a:pt x="9281" y="4285"/>
                  </a:lnTo>
                  <a:lnTo>
                    <a:pt x="8560" y="4260"/>
                  </a:lnTo>
                  <a:lnTo>
                    <a:pt x="7899" y="4224"/>
                  </a:lnTo>
                  <a:lnTo>
                    <a:pt x="7238" y="4183"/>
                  </a:lnTo>
                  <a:lnTo>
                    <a:pt x="6578" y="4132"/>
                  </a:lnTo>
                  <a:lnTo>
                    <a:pt x="5977" y="4081"/>
                  </a:lnTo>
                  <a:lnTo>
                    <a:pt x="5376" y="4020"/>
                  </a:lnTo>
                  <a:lnTo>
                    <a:pt x="4806" y="3949"/>
                  </a:lnTo>
                  <a:lnTo>
                    <a:pt x="4295" y="3872"/>
                  </a:lnTo>
                  <a:lnTo>
                    <a:pt x="3784" y="3790"/>
                  </a:lnTo>
                  <a:lnTo>
                    <a:pt x="3334" y="3704"/>
                  </a:lnTo>
                  <a:lnTo>
                    <a:pt x="2913" y="3607"/>
                  </a:lnTo>
                  <a:lnTo>
                    <a:pt x="2553" y="3500"/>
                  </a:lnTo>
                  <a:lnTo>
                    <a:pt x="2553" y="3500"/>
                  </a:lnTo>
                  <a:lnTo>
                    <a:pt x="1922" y="3301"/>
                  </a:lnTo>
                  <a:lnTo>
                    <a:pt x="1412" y="3107"/>
                  </a:lnTo>
                  <a:lnTo>
                    <a:pt x="1171" y="3010"/>
                  </a:lnTo>
                  <a:lnTo>
                    <a:pt x="961" y="2913"/>
                  </a:lnTo>
                  <a:lnTo>
                    <a:pt x="781" y="2821"/>
                  </a:lnTo>
                  <a:lnTo>
                    <a:pt x="601" y="2724"/>
                  </a:lnTo>
                  <a:lnTo>
                    <a:pt x="481" y="2633"/>
                  </a:lnTo>
                  <a:lnTo>
                    <a:pt x="330" y="2541"/>
                  </a:lnTo>
                  <a:lnTo>
                    <a:pt x="240" y="2449"/>
                  </a:lnTo>
                  <a:lnTo>
                    <a:pt x="150" y="2357"/>
                  </a:lnTo>
                  <a:lnTo>
                    <a:pt x="90" y="2265"/>
                  </a:lnTo>
                  <a:lnTo>
                    <a:pt x="30" y="2179"/>
                  </a:lnTo>
                  <a:lnTo>
                    <a:pt x="0" y="2092"/>
                  </a:lnTo>
                  <a:lnTo>
                    <a:pt x="0" y="2005"/>
                  </a:lnTo>
                  <a:lnTo>
                    <a:pt x="0" y="1919"/>
                  </a:lnTo>
                  <a:lnTo>
                    <a:pt x="30" y="1832"/>
                  </a:lnTo>
                  <a:lnTo>
                    <a:pt x="90" y="1750"/>
                  </a:lnTo>
                  <a:lnTo>
                    <a:pt x="150" y="1669"/>
                  </a:lnTo>
                  <a:lnTo>
                    <a:pt x="240" y="1587"/>
                  </a:lnTo>
                  <a:lnTo>
                    <a:pt x="330" y="1510"/>
                  </a:lnTo>
                  <a:lnTo>
                    <a:pt x="451" y="1429"/>
                  </a:lnTo>
                  <a:lnTo>
                    <a:pt x="601" y="1352"/>
                  </a:lnTo>
                  <a:lnTo>
                    <a:pt x="751" y="1276"/>
                  </a:lnTo>
                  <a:lnTo>
                    <a:pt x="931" y="1204"/>
                  </a:lnTo>
                  <a:lnTo>
                    <a:pt x="1111" y="1133"/>
                  </a:lnTo>
                  <a:lnTo>
                    <a:pt x="1322" y="1062"/>
                  </a:lnTo>
                  <a:lnTo>
                    <a:pt x="1532" y="990"/>
                  </a:lnTo>
                  <a:lnTo>
                    <a:pt x="1772" y="924"/>
                  </a:lnTo>
                  <a:lnTo>
                    <a:pt x="2042" y="858"/>
                  </a:lnTo>
                  <a:lnTo>
                    <a:pt x="2313" y="791"/>
                  </a:lnTo>
                  <a:lnTo>
                    <a:pt x="53372" y="791"/>
                  </a:lnTo>
                  <a:lnTo>
                    <a:pt x="53372" y="791"/>
                  </a:lnTo>
                  <a:lnTo>
                    <a:pt x="54153" y="801"/>
                  </a:lnTo>
                  <a:lnTo>
                    <a:pt x="54933" y="807"/>
                  </a:lnTo>
                  <a:lnTo>
                    <a:pt x="54933" y="807"/>
                  </a:lnTo>
                  <a:lnTo>
                    <a:pt x="55534" y="807"/>
                  </a:lnTo>
                  <a:lnTo>
                    <a:pt x="56135" y="796"/>
                  </a:lnTo>
                  <a:lnTo>
                    <a:pt x="56736" y="786"/>
                  </a:lnTo>
                  <a:lnTo>
                    <a:pt x="57306" y="771"/>
                  </a:lnTo>
                  <a:lnTo>
                    <a:pt x="57877" y="750"/>
                  </a:lnTo>
                  <a:lnTo>
                    <a:pt x="58448" y="725"/>
                  </a:lnTo>
                  <a:lnTo>
                    <a:pt x="59018" y="694"/>
                  </a:lnTo>
                  <a:lnTo>
                    <a:pt x="59559" y="659"/>
                  </a:lnTo>
                  <a:lnTo>
                    <a:pt x="60069" y="623"/>
                  </a:lnTo>
                  <a:lnTo>
                    <a:pt x="60580" y="582"/>
                  </a:lnTo>
                  <a:lnTo>
                    <a:pt x="61061" y="536"/>
                  </a:lnTo>
                  <a:lnTo>
                    <a:pt x="61511" y="485"/>
                  </a:lnTo>
                  <a:lnTo>
                    <a:pt x="61962" y="429"/>
                  </a:lnTo>
                  <a:lnTo>
                    <a:pt x="62352" y="373"/>
                  </a:lnTo>
                  <a:lnTo>
                    <a:pt x="62743" y="312"/>
                  </a:lnTo>
                  <a:lnTo>
                    <a:pt x="63103" y="245"/>
                  </a:lnTo>
                  <a:lnTo>
                    <a:pt x="63103" y="245"/>
                  </a:lnTo>
                  <a:lnTo>
                    <a:pt x="63674" y="128"/>
                  </a:lnTo>
                  <a:lnTo>
                    <a:pt x="6418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65"/>
            <p:cNvSpPr/>
            <p:nvPr/>
          </p:nvSpPr>
          <p:spPr>
            <a:xfrm flipH="1">
              <a:off x="4778459" y="3621525"/>
              <a:ext cx="262342" cy="20300"/>
            </a:xfrm>
            <a:custGeom>
              <a:avLst/>
              <a:gdLst/>
              <a:ahLst/>
              <a:cxnLst/>
              <a:rect l="l" t="t" r="r" b="b"/>
              <a:pathLst>
                <a:path w="61873" h="812" extrusionOk="0">
                  <a:moveTo>
                    <a:pt x="11804" y="1"/>
                  </a:moveTo>
                  <a:lnTo>
                    <a:pt x="11054" y="6"/>
                  </a:lnTo>
                  <a:lnTo>
                    <a:pt x="10273" y="11"/>
                  </a:lnTo>
                  <a:lnTo>
                    <a:pt x="9522" y="21"/>
                  </a:lnTo>
                  <a:lnTo>
                    <a:pt x="8771" y="36"/>
                  </a:lnTo>
                  <a:lnTo>
                    <a:pt x="8020" y="57"/>
                  </a:lnTo>
                  <a:lnTo>
                    <a:pt x="7299" y="77"/>
                  </a:lnTo>
                  <a:lnTo>
                    <a:pt x="6578" y="103"/>
                  </a:lnTo>
                  <a:lnTo>
                    <a:pt x="5888" y="133"/>
                  </a:lnTo>
                  <a:lnTo>
                    <a:pt x="5227" y="164"/>
                  </a:lnTo>
                  <a:lnTo>
                    <a:pt x="4626" y="205"/>
                  </a:lnTo>
                  <a:lnTo>
                    <a:pt x="4025" y="240"/>
                  </a:lnTo>
                  <a:lnTo>
                    <a:pt x="3455" y="286"/>
                  </a:lnTo>
                  <a:lnTo>
                    <a:pt x="2944" y="327"/>
                  </a:lnTo>
                  <a:lnTo>
                    <a:pt x="2464" y="378"/>
                  </a:lnTo>
                  <a:lnTo>
                    <a:pt x="2043" y="429"/>
                  </a:lnTo>
                  <a:lnTo>
                    <a:pt x="1653" y="480"/>
                  </a:lnTo>
                  <a:lnTo>
                    <a:pt x="1202" y="557"/>
                  </a:lnTo>
                  <a:lnTo>
                    <a:pt x="782" y="633"/>
                  </a:lnTo>
                  <a:lnTo>
                    <a:pt x="361" y="715"/>
                  </a:lnTo>
                  <a:lnTo>
                    <a:pt x="1" y="796"/>
                  </a:lnTo>
                  <a:lnTo>
                    <a:pt x="51060" y="796"/>
                  </a:lnTo>
                  <a:lnTo>
                    <a:pt x="51841" y="806"/>
                  </a:lnTo>
                  <a:lnTo>
                    <a:pt x="52621" y="812"/>
                  </a:lnTo>
                  <a:lnTo>
                    <a:pt x="53222" y="812"/>
                  </a:lnTo>
                  <a:lnTo>
                    <a:pt x="53823" y="801"/>
                  </a:lnTo>
                  <a:lnTo>
                    <a:pt x="54424" y="791"/>
                  </a:lnTo>
                  <a:lnTo>
                    <a:pt x="54994" y="776"/>
                  </a:lnTo>
                  <a:lnTo>
                    <a:pt x="55565" y="755"/>
                  </a:lnTo>
                  <a:lnTo>
                    <a:pt x="56136" y="730"/>
                  </a:lnTo>
                  <a:lnTo>
                    <a:pt x="56706" y="699"/>
                  </a:lnTo>
                  <a:lnTo>
                    <a:pt x="57247" y="664"/>
                  </a:lnTo>
                  <a:lnTo>
                    <a:pt x="57757" y="628"/>
                  </a:lnTo>
                  <a:lnTo>
                    <a:pt x="58268" y="587"/>
                  </a:lnTo>
                  <a:lnTo>
                    <a:pt x="58749" y="541"/>
                  </a:lnTo>
                  <a:lnTo>
                    <a:pt x="59199" y="490"/>
                  </a:lnTo>
                  <a:lnTo>
                    <a:pt x="59650" y="434"/>
                  </a:lnTo>
                  <a:lnTo>
                    <a:pt x="60040" y="378"/>
                  </a:lnTo>
                  <a:lnTo>
                    <a:pt x="60431" y="317"/>
                  </a:lnTo>
                  <a:lnTo>
                    <a:pt x="60791" y="250"/>
                  </a:lnTo>
                  <a:lnTo>
                    <a:pt x="61362" y="133"/>
                  </a:lnTo>
                  <a:lnTo>
                    <a:pt x="61872" y="6"/>
                  </a:lnTo>
                  <a:lnTo>
                    <a:pt x="60941" y="1"/>
                  </a:lnTo>
                  <a:close/>
                </a:path>
              </a:pathLst>
            </a:custGeom>
            <a:solidFill>
              <a:srgbClr val="008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65"/>
            <p:cNvSpPr/>
            <p:nvPr/>
          </p:nvSpPr>
          <p:spPr>
            <a:xfrm flipH="1">
              <a:off x="4778459" y="3621525"/>
              <a:ext cx="262342" cy="20300"/>
            </a:xfrm>
            <a:custGeom>
              <a:avLst/>
              <a:gdLst/>
              <a:ahLst/>
              <a:cxnLst/>
              <a:rect l="l" t="t" r="r" b="b"/>
              <a:pathLst>
                <a:path w="61873" h="812" fill="none" extrusionOk="0">
                  <a:moveTo>
                    <a:pt x="11804" y="1"/>
                  </a:moveTo>
                  <a:lnTo>
                    <a:pt x="60941" y="1"/>
                  </a:lnTo>
                  <a:lnTo>
                    <a:pt x="60941" y="1"/>
                  </a:lnTo>
                  <a:lnTo>
                    <a:pt x="61872" y="6"/>
                  </a:lnTo>
                  <a:lnTo>
                    <a:pt x="61872" y="6"/>
                  </a:lnTo>
                  <a:lnTo>
                    <a:pt x="61362" y="133"/>
                  </a:lnTo>
                  <a:lnTo>
                    <a:pt x="60791" y="250"/>
                  </a:lnTo>
                  <a:lnTo>
                    <a:pt x="60791" y="250"/>
                  </a:lnTo>
                  <a:lnTo>
                    <a:pt x="60431" y="317"/>
                  </a:lnTo>
                  <a:lnTo>
                    <a:pt x="60040" y="378"/>
                  </a:lnTo>
                  <a:lnTo>
                    <a:pt x="59650" y="434"/>
                  </a:lnTo>
                  <a:lnTo>
                    <a:pt x="59199" y="490"/>
                  </a:lnTo>
                  <a:lnTo>
                    <a:pt x="58749" y="541"/>
                  </a:lnTo>
                  <a:lnTo>
                    <a:pt x="58268" y="587"/>
                  </a:lnTo>
                  <a:lnTo>
                    <a:pt x="57757" y="628"/>
                  </a:lnTo>
                  <a:lnTo>
                    <a:pt x="57247" y="664"/>
                  </a:lnTo>
                  <a:lnTo>
                    <a:pt x="56706" y="699"/>
                  </a:lnTo>
                  <a:lnTo>
                    <a:pt x="56136" y="730"/>
                  </a:lnTo>
                  <a:lnTo>
                    <a:pt x="55565" y="755"/>
                  </a:lnTo>
                  <a:lnTo>
                    <a:pt x="54994" y="776"/>
                  </a:lnTo>
                  <a:lnTo>
                    <a:pt x="54424" y="791"/>
                  </a:lnTo>
                  <a:lnTo>
                    <a:pt x="53823" y="801"/>
                  </a:lnTo>
                  <a:lnTo>
                    <a:pt x="53222" y="812"/>
                  </a:lnTo>
                  <a:lnTo>
                    <a:pt x="52621" y="812"/>
                  </a:lnTo>
                  <a:lnTo>
                    <a:pt x="52621" y="812"/>
                  </a:lnTo>
                  <a:lnTo>
                    <a:pt x="51841" y="806"/>
                  </a:lnTo>
                  <a:lnTo>
                    <a:pt x="51060" y="796"/>
                  </a:lnTo>
                  <a:lnTo>
                    <a:pt x="1" y="796"/>
                  </a:lnTo>
                  <a:lnTo>
                    <a:pt x="1" y="796"/>
                  </a:lnTo>
                  <a:lnTo>
                    <a:pt x="361" y="715"/>
                  </a:lnTo>
                  <a:lnTo>
                    <a:pt x="782" y="633"/>
                  </a:lnTo>
                  <a:lnTo>
                    <a:pt x="1202" y="557"/>
                  </a:lnTo>
                  <a:lnTo>
                    <a:pt x="1653" y="480"/>
                  </a:lnTo>
                  <a:lnTo>
                    <a:pt x="1653" y="480"/>
                  </a:lnTo>
                  <a:lnTo>
                    <a:pt x="2043" y="429"/>
                  </a:lnTo>
                  <a:lnTo>
                    <a:pt x="2464" y="378"/>
                  </a:lnTo>
                  <a:lnTo>
                    <a:pt x="2944" y="327"/>
                  </a:lnTo>
                  <a:lnTo>
                    <a:pt x="3455" y="286"/>
                  </a:lnTo>
                  <a:lnTo>
                    <a:pt x="4025" y="240"/>
                  </a:lnTo>
                  <a:lnTo>
                    <a:pt x="4626" y="205"/>
                  </a:lnTo>
                  <a:lnTo>
                    <a:pt x="5227" y="164"/>
                  </a:lnTo>
                  <a:lnTo>
                    <a:pt x="5888" y="133"/>
                  </a:lnTo>
                  <a:lnTo>
                    <a:pt x="6578" y="103"/>
                  </a:lnTo>
                  <a:lnTo>
                    <a:pt x="7299" y="77"/>
                  </a:lnTo>
                  <a:lnTo>
                    <a:pt x="8020" y="57"/>
                  </a:lnTo>
                  <a:lnTo>
                    <a:pt x="8771" y="36"/>
                  </a:lnTo>
                  <a:lnTo>
                    <a:pt x="9522" y="21"/>
                  </a:lnTo>
                  <a:lnTo>
                    <a:pt x="10273" y="11"/>
                  </a:lnTo>
                  <a:lnTo>
                    <a:pt x="11054" y="6"/>
                  </a:lnTo>
                  <a:lnTo>
                    <a:pt x="1180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8" name="Google Shape;1278;p65"/>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65"/>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65"/>
          <p:cNvSpPr txBox="1">
            <a:spLocks noGrp="1"/>
          </p:cNvSpPr>
          <p:nvPr>
            <p:ph type="title"/>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281" name="Google Shape;1281;p65"/>
          <p:cNvSpPr txBox="1">
            <a:spLocks noGrp="1"/>
          </p:cNvSpPr>
          <p:nvPr>
            <p:ph type="subTitle" idx="1"/>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282" name="Google Shape;1282;p65"/>
          <p:cNvSpPr txBox="1">
            <a:spLocks noGrp="1"/>
          </p:cNvSpPr>
          <p:nvPr>
            <p:ph type="subTitle" idx="3"/>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283" name="Google Shape;1283;p65"/>
          <p:cNvSpPr txBox="1">
            <a:spLocks noGrp="1"/>
          </p:cNvSpPr>
          <p:nvPr>
            <p:ph type="subTitle" idx="4"/>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1pPr>
            <a:lvl2pPr lvl="1"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2pPr>
            <a:lvl3pPr lvl="2"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3pPr>
            <a:lvl4pPr lvl="3"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4pPr>
            <a:lvl5pPr lvl="4"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5pPr>
            <a:lvl6pPr lvl="5"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6pPr>
            <a:lvl7pPr lvl="6"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7pPr>
            <a:lvl8pPr lvl="7"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8pPr>
            <a:lvl9pPr lvl="8" rtl="0">
              <a:spcBef>
                <a:spcPts val="1600"/>
              </a:spcBef>
              <a:spcAft>
                <a:spcPts val="1600"/>
              </a:spcAft>
              <a:buClr>
                <a:srgbClr val="5AB759"/>
              </a:buClr>
              <a:buSzPts val="900"/>
              <a:buFont typeface="Lato Black"/>
              <a:buNone/>
              <a:defRPr>
                <a:solidFill>
                  <a:srgbClr val="5AB759"/>
                </a:solidFill>
                <a:latin typeface="Lato Black"/>
                <a:ea typeface="Lato Black"/>
                <a:cs typeface="Lato Black"/>
                <a:sym typeface="Lato Black"/>
              </a:defRPr>
            </a:lvl9pPr>
          </a:lstStyle>
          <a:p>
            <a:endParaRPr/>
          </a:p>
        </p:txBody>
      </p:sp>
      <p:sp>
        <p:nvSpPr>
          <p:cNvPr id="1284" name="Google Shape;1284;p65"/>
          <p:cNvSpPr txBox="1">
            <a:spLocks noGrp="1"/>
          </p:cNvSpPr>
          <p:nvPr>
            <p:ph type="subTitle" idx="5"/>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1pPr>
            <a:lvl2pPr lvl="1"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2pPr>
            <a:lvl3pPr lvl="2"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3pPr>
            <a:lvl4pPr lvl="3"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4pPr>
            <a:lvl5pPr lvl="4"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5pPr>
            <a:lvl6pPr lvl="5"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6pPr>
            <a:lvl7pPr lvl="6"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7pPr>
            <a:lvl8pPr lvl="7"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8pPr>
            <a:lvl9pPr lvl="8" rtl="0">
              <a:spcBef>
                <a:spcPts val="1600"/>
              </a:spcBef>
              <a:spcAft>
                <a:spcPts val="1600"/>
              </a:spcAft>
              <a:buClr>
                <a:srgbClr val="5AB759"/>
              </a:buClr>
              <a:buSzPts val="900"/>
              <a:buFont typeface="Lato Black"/>
              <a:buNone/>
              <a:defRPr>
                <a:solidFill>
                  <a:srgbClr val="5AB759"/>
                </a:solidFill>
                <a:latin typeface="Lato Black"/>
                <a:ea typeface="Lato Black"/>
                <a:cs typeface="Lato Black"/>
                <a:sym typeface="Lato Black"/>
              </a:defRPr>
            </a:lvl9pPr>
          </a:lstStyle>
          <a:p>
            <a:endParaRPr/>
          </a:p>
        </p:txBody>
      </p:sp>
      <p:sp>
        <p:nvSpPr>
          <p:cNvPr id="1285" name="Google Shape;1285;p65"/>
          <p:cNvSpPr>
            <a:spLocks noGrp="1"/>
          </p:cNvSpPr>
          <p:nvPr>
            <p:ph type="pic" idx="6"/>
          </p:nvPr>
        </p:nvSpPr>
        <p:spPr>
          <a:xfrm>
            <a:off x="2359050" y="3308000"/>
            <a:ext cx="1425300" cy="1425300"/>
          </a:xfrm>
          <a:prstGeom prst="ellipse">
            <a:avLst/>
          </a:prstGeom>
          <a:noFill/>
          <a:ln>
            <a:noFill/>
          </a:ln>
        </p:spPr>
      </p:sp>
      <p:sp>
        <p:nvSpPr>
          <p:cNvPr id="1286" name="Google Shape;1286;p65"/>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65"/>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65"/>
          <p:cNvSpPr txBox="1">
            <a:spLocks noGrp="1"/>
          </p:cNvSpPr>
          <p:nvPr>
            <p:ph type="subTitle" idx="7"/>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289" name="Google Shape;1289;p65"/>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Green - Photo + Quote Right ">
  <p:cSld name="TITLE_AND_BODY_2_1_1_1">
    <p:spTree>
      <p:nvGrpSpPr>
        <p:cNvPr id="1" name="Shape 1290"/>
        <p:cNvGrpSpPr/>
        <p:nvPr/>
      </p:nvGrpSpPr>
      <p:grpSpPr>
        <a:xfrm>
          <a:off x="0" y="0"/>
          <a:ext cx="0" cy="0"/>
          <a:chOff x="0" y="0"/>
          <a:chExt cx="0" cy="0"/>
        </a:xfrm>
      </p:grpSpPr>
      <p:sp>
        <p:nvSpPr>
          <p:cNvPr id="1291" name="Google Shape;1291;p66"/>
          <p:cNvSpPr>
            <a:spLocks noGrp="1"/>
          </p:cNvSpPr>
          <p:nvPr>
            <p:ph type="pic" idx="2"/>
          </p:nvPr>
        </p:nvSpPr>
        <p:spPr>
          <a:xfrm>
            <a:off x="6782225" y="640075"/>
            <a:ext cx="1888500" cy="1888500"/>
          </a:xfrm>
          <a:prstGeom prst="ellipse">
            <a:avLst/>
          </a:prstGeom>
          <a:noFill/>
          <a:ln>
            <a:noFill/>
          </a:ln>
        </p:spPr>
      </p:sp>
      <p:grpSp>
        <p:nvGrpSpPr>
          <p:cNvPr id="1292" name="Google Shape;1292;p66"/>
          <p:cNvGrpSpPr/>
          <p:nvPr/>
        </p:nvGrpSpPr>
        <p:grpSpPr>
          <a:xfrm>
            <a:off x="5076534" y="1599027"/>
            <a:ext cx="3594463" cy="2612320"/>
            <a:chOff x="1487049" y="3432300"/>
            <a:chExt cx="409168" cy="297375"/>
          </a:xfrm>
        </p:grpSpPr>
        <p:sp>
          <p:nvSpPr>
            <p:cNvPr id="1293" name="Google Shape;1293;p66"/>
            <p:cNvSpPr/>
            <p:nvPr/>
          </p:nvSpPr>
          <p:spPr>
            <a:xfrm flipH="1">
              <a:off x="1805163" y="3668575"/>
              <a:ext cx="64948" cy="61100"/>
            </a:xfrm>
            <a:custGeom>
              <a:avLst/>
              <a:gdLst/>
              <a:ahLst/>
              <a:cxnLst/>
              <a:rect l="l" t="t" r="r" b="b"/>
              <a:pathLst>
                <a:path w="15318" h="2444" extrusionOk="0">
                  <a:moveTo>
                    <a:pt x="4566" y="1"/>
                  </a:moveTo>
                  <a:lnTo>
                    <a:pt x="4175" y="21"/>
                  </a:lnTo>
                  <a:lnTo>
                    <a:pt x="3815" y="47"/>
                  </a:lnTo>
                  <a:lnTo>
                    <a:pt x="3484" y="77"/>
                  </a:lnTo>
                  <a:lnTo>
                    <a:pt x="3154" y="108"/>
                  </a:lnTo>
                  <a:lnTo>
                    <a:pt x="2854" y="144"/>
                  </a:lnTo>
                  <a:lnTo>
                    <a:pt x="2583" y="179"/>
                  </a:lnTo>
                  <a:lnTo>
                    <a:pt x="2313" y="215"/>
                  </a:lnTo>
                  <a:lnTo>
                    <a:pt x="2073" y="256"/>
                  </a:lnTo>
                  <a:lnTo>
                    <a:pt x="1832" y="297"/>
                  </a:lnTo>
                  <a:lnTo>
                    <a:pt x="1622" y="337"/>
                  </a:lnTo>
                  <a:lnTo>
                    <a:pt x="1232" y="429"/>
                  </a:lnTo>
                  <a:lnTo>
                    <a:pt x="901" y="526"/>
                  </a:lnTo>
                  <a:lnTo>
                    <a:pt x="661" y="623"/>
                  </a:lnTo>
                  <a:lnTo>
                    <a:pt x="451" y="720"/>
                  </a:lnTo>
                  <a:lnTo>
                    <a:pt x="271" y="822"/>
                  </a:lnTo>
                  <a:lnTo>
                    <a:pt x="150" y="919"/>
                  </a:lnTo>
                  <a:lnTo>
                    <a:pt x="60" y="1016"/>
                  </a:lnTo>
                  <a:lnTo>
                    <a:pt x="30" y="1108"/>
                  </a:lnTo>
                  <a:lnTo>
                    <a:pt x="0" y="1194"/>
                  </a:lnTo>
                  <a:lnTo>
                    <a:pt x="30" y="1281"/>
                  </a:lnTo>
                  <a:lnTo>
                    <a:pt x="60" y="1352"/>
                  </a:lnTo>
                  <a:lnTo>
                    <a:pt x="120" y="1444"/>
                  </a:lnTo>
                  <a:lnTo>
                    <a:pt x="211" y="1531"/>
                  </a:lnTo>
                  <a:lnTo>
                    <a:pt x="331" y="1623"/>
                  </a:lnTo>
                  <a:lnTo>
                    <a:pt x="451" y="1715"/>
                  </a:lnTo>
                  <a:lnTo>
                    <a:pt x="661" y="1801"/>
                  </a:lnTo>
                  <a:lnTo>
                    <a:pt x="871" y="1893"/>
                  </a:lnTo>
                  <a:lnTo>
                    <a:pt x="1172" y="1980"/>
                  </a:lnTo>
                  <a:lnTo>
                    <a:pt x="1502" y="2056"/>
                  </a:lnTo>
                  <a:lnTo>
                    <a:pt x="1712" y="2097"/>
                  </a:lnTo>
                  <a:lnTo>
                    <a:pt x="1923" y="2133"/>
                  </a:lnTo>
                  <a:lnTo>
                    <a:pt x="2163" y="2174"/>
                  </a:lnTo>
                  <a:lnTo>
                    <a:pt x="2403" y="2204"/>
                  </a:lnTo>
                  <a:lnTo>
                    <a:pt x="2673" y="2240"/>
                  </a:lnTo>
                  <a:lnTo>
                    <a:pt x="2974" y="2270"/>
                  </a:lnTo>
                  <a:lnTo>
                    <a:pt x="3304" y="2296"/>
                  </a:lnTo>
                  <a:lnTo>
                    <a:pt x="3635" y="2327"/>
                  </a:lnTo>
                  <a:lnTo>
                    <a:pt x="3995" y="2347"/>
                  </a:lnTo>
                  <a:lnTo>
                    <a:pt x="4385" y="2373"/>
                  </a:lnTo>
                  <a:lnTo>
                    <a:pt x="4806" y="2388"/>
                  </a:lnTo>
                  <a:lnTo>
                    <a:pt x="5226" y="2408"/>
                  </a:lnTo>
                  <a:lnTo>
                    <a:pt x="5677" y="2418"/>
                  </a:lnTo>
                  <a:lnTo>
                    <a:pt x="6187" y="2434"/>
                  </a:lnTo>
                  <a:lnTo>
                    <a:pt x="6698" y="2439"/>
                  </a:lnTo>
                  <a:lnTo>
                    <a:pt x="7239" y="2444"/>
                  </a:lnTo>
                  <a:lnTo>
                    <a:pt x="8140" y="2444"/>
                  </a:lnTo>
                  <a:lnTo>
                    <a:pt x="8650" y="2434"/>
                  </a:lnTo>
                  <a:lnTo>
                    <a:pt x="9131" y="2424"/>
                  </a:lnTo>
                  <a:lnTo>
                    <a:pt x="9581" y="2408"/>
                  </a:lnTo>
                  <a:lnTo>
                    <a:pt x="10032" y="2393"/>
                  </a:lnTo>
                  <a:lnTo>
                    <a:pt x="10452" y="2367"/>
                  </a:lnTo>
                  <a:lnTo>
                    <a:pt x="10843" y="2342"/>
                  </a:lnTo>
                  <a:lnTo>
                    <a:pt x="11233" y="2316"/>
                  </a:lnTo>
                  <a:lnTo>
                    <a:pt x="11594" y="2286"/>
                  </a:lnTo>
                  <a:lnTo>
                    <a:pt x="11924" y="2250"/>
                  </a:lnTo>
                  <a:lnTo>
                    <a:pt x="12254" y="2214"/>
                  </a:lnTo>
                  <a:lnTo>
                    <a:pt x="12555" y="2174"/>
                  </a:lnTo>
                  <a:lnTo>
                    <a:pt x="12855" y="2133"/>
                  </a:lnTo>
                  <a:lnTo>
                    <a:pt x="13125" y="2092"/>
                  </a:lnTo>
                  <a:lnTo>
                    <a:pt x="13366" y="2046"/>
                  </a:lnTo>
                  <a:lnTo>
                    <a:pt x="13606" y="2000"/>
                  </a:lnTo>
                  <a:lnTo>
                    <a:pt x="14027" y="1903"/>
                  </a:lnTo>
                  <a:lnTo>
                    <a:pt x="14387" y="1806"/>
                  </a:lnTo>
                  <a:lnTo>
                    <a:pt x="14687" y="1704"/>
                  </a:lnTo>
                  <a:lnTo>
                    <a:pt x="14928" y="1602"/>
                  </a:lnTo>
                  <a:lnTo>
                    <a:pt x="15108" y="1505"/>
                  </a:lnTo>
                  <a:lnTo>
                    <a:pt x="15228" y="1408"/>
                  </a:lnTo>
                  <a:lnTo>
                    <a:pt x="15288" y="1317"/>
                  </a:lnTo>
                  <a:lnTo>
                    <a:pt x="15318" y="1235"/>
                  </a:lnTo>
                  <a:lnTo>
                    <a:pt x="15318" y="1159"/>
                  </a:lnTo>
                  <a:lnTo>
                    <a:pt x="15288" y="1077"/>
                  </a:lnTo>
                  <a:lnTo>
                    <a:pt x="15258" y="985"/>
                  </a:lnTo>
                  <a:lnTo>
                    <a:pt x="15168" y="888"/>
                  </a:lnTo>
                  <a:lnTo>
                    <a:pt x="15048" y="791"/>
                  </a:lnTo>
                  <a:lnTo>
                    <a:pt x="14867" y="694"/>
                  </a:lnTo>
                  <a:lnTo>
                    <a:pt x="14657" y="592"/>
                  </a:lnTo>
                  <a:lnTo>
                    <a:pt x="14357" y="495"/>
                  </a:lnTo>
                  <a:lnTo>
                    <a:pt x="12975" y="455"/>
                  </a:lnTo>
                  <a:lnTo>
                    <a:pt x="11624" y="409"/>
                  </a:lnTo>
                  <a:lnTo>
                    <a:pt x="10332" y="353"/>
                  </a:lnTo>
                  <a:lnTo>
                    <a:pt x="9041" y="297"/>
                  </a:lnTo>
                  <a:lnTo>
                    <a:pt x="7839" y="230"/>
                  </a:lnTo>
                  <a:lnTo>
                    <a:pt x="6668" y="159"/>
                  </a:lnTo>
                  <a:lnTo>
                    <a:pt x="5587" y="82"/>
                  </a:lnTo>
                  <a:lnTo>
                    <a:pt x="4566" y="1"/>
                  </a:lnTo>
                  <a:close/>
                </a:path>
              </a:pathLst>
            </a:custGeom>
            <a:solidFill>
              <a:srgbClr val="00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66"/>
            <p:cNvSpPr/>
            <p:nvPr/>
          </p:nvSpPr>
          <p:spPr>
            <a:xfrm flipH="1">
              <a:off x="1805163" y="3668575"/>
              <a:ext cx="64948" cy="61100"/>
            </a:xfrm>
            <a:custGeom>
              <a:avLst/>
              <a:gdLst/>
              <a:ahLst/>
              <a:cxnLst/>
              <a:rect l="l" t="t" r="r" b="b"/>
              <a:pathLst>
                <a:path w="15318" h="2444" fill="none" extrusionOk="0">
                  <a:moveTo>
                    <a:pt x="4566" y="1"/>
                  </a:moveTo>
                  <a:lnTo>
                    <a:pt x="4566" y="1"/>
                  </a:lnTo>
                  <a:lnTo>
                    <a:pt x="5587" y="82"/>
                  </a:lnTo>
                  <a:lnTo>
                    <a:pt x="6668" y="159"/>
                  </a:lnTo>
                  <a:lnTo>
                    <a:pt x="7839" y="230"/>
                  </a:lnTo>
                  <a:lnTo>
                    <a:pt x="9041" y="297"/>
                  </a:lnTo>
                  <a:lnTo>
                    <a:pt x="10332" y="353"/>
                  </a:lnTo>
                  <a:lnTo>
                    <a:pt x="11624" y="409"/>
                  </a:lnTo>
                  <a:lnTo>
                    <a:pt x="12975" y="455"/>
                  </a:lnTo>
                  <a:lnTo>
                    <a:pt x="14357" y="495"/>
                  </a:lnTo>
                  <a:lnTo>
                    <a:pt x="14357" y="495"/>
                  </a:lnTo>
                  <a:lnTo>
                    <a:pt x="14657" y="592"/>
                  </a:lnTo>
                  <a:lnTo>
                    <a:pt x="14867" y="694"/>
                  </a:lnTo>
                  <a:lnTo>
                    <a:pt x="15048" y="791"/>
                  </a:lnTo>
                  <a:lnTo>
                    <a:pt x="15168" y="888"/>
                  </a:lnTo>
                  <a:lnTo>
                    <a:pt x="15258" y="985"/>
                  </a:lnTo>
                  <a:lnTo>
                    <a:pt x="15288" y="1077"/>
                  </a:lnTo>
                  <a:lnTo>
                    <a:pt x="15318" y="1159"/>
                  </a:lnTo>
                  <a:lnTo>
                    <a:pt x="15318" y="1235"/>
                  </a:lnTo>
                  <a:lnTo>
                    <a:pt x="15318" y="1235"/>
                  </a:lnTo>
                  <a:lnTo>
                    <a:pt x="15288" y="1317"/>
                  </a:lnTo>
                  <a:lnTo>
                    <a:pt x="15228" y="1408"/>
                  </a:lnTo>
                  <a:lnTo>
                    <a:pt x="15108" y="1505"/>
                  </a:lnTo>
                  <a:lnTo>
                    <a:pt x="14928" y="1602"/>
                  </a:lnTo>
                  <a:lnTo>
                    <a:pt x="14687" y="1704"/>
                  </a:lnTo>
                  <a:lnTo>
                    <a:pt x="14387" y="1806"/>
                  </a:lnTo>
                  <a:lnTo>
                    <a:pt x="14027" y="1903"/>
                  </a:lnTo>
                  <a:lnTo>
                    <a:pt x="13606" y="2000"/>
                  </a:lnTo>
                  <a:lnTo>
                    <a:pt x="13366" y="2046"/>
                  </a:lnTo>
                  <a:lnTo>
                    <a:pt x="13125" y="2092"/>
                  </a:lnTo>
                  <a:lnTo>
                    <a:pt x="12855" y="2133"/>
                  </a:lnTo>
                  <a:lnTo>
                    <a:pt x="12555" y="2174"/>
                  </a:lnTo>
                  <a:lnTo>
                    <a:pt x="12254" y="2214"/>
                  </a:lnTo>
                  <a:lnTo>
                    <a:pt x="11924" y="2250"/>
                  </a:lnTo>
                  <a:lnTo>
                    <a:pt x="11594" y="2286"/>
                  </a:lnTo>
                  <a:lnTo>
                    <a:pt x="11233" y="2316"/>
                  </a:lnTo>
                  <a:lnTo>
                    <a:pt x="10843" y="2342"/>
                  </a:lnTo>
                  <a:lnTo>
                    <a:pt x="10452" y="2367"/>
                  </a:lnTo>
                  <a:lnTo>
                    <a:pt x="10032" y="2393"/>
                  </a:lnTo>
                  <a:lnTo>
                    <a:pt x="9581" y="2408"/>
                  </a:lnTo>
                  <a:lnTo>
                    <a:pt x="9131" y="2424"/>
                  </a:lnTo>
                  <a:lnTo>
                    <a:pt x="8650" y="2434"/>
                  </a:lnTo>
                  <a:lnTo>
                    <a:pt x="8140" y="2444"/>
                  </a:lnTo>
                  <a:lnTo>
                    <a:pt x="7599" y="2444"/>
                  </a:lnTo>
                  <a:lnTo>
                    <a:pt x="7599" y="2444"/>
                  </a:lnTo>
                  <a:lnTo>
                    <a:pt x="7239" y="2444"/>
                  </a:lnTo>
                  <a:lnTo>
                    <a:pt x="7239" y="2444"/>
                  </a:lnTo>
                  <a:lnTo>
                    <a:pt x="6698" y="2439"/>
                  </a:lnTo>
                  <a:lnTo>
                    <a:pt x="6187" y="2434"/>
                  </a:lnTo>
                  <a:lnTo>
                    <a:pt x="5677" y="2418"/>
                  </a:lnTo>
                  <a:lnTo>
                    <a:pt x="5226" y="2408"/>
                  </a:lnTo>
                  <a:lnTo>
                    <a:pt x="4806" y="2388"/>
                  </a:lnTo>
                  <a:lnTo>
                    <a:pt x="4385" y="2373"/>
                  </a:lnTo>
                  <a:lnTo>
                    <a:pt x="3995" y="2347"/>
                  </a:lnTo>
                  <a:lnTo>
                    <a:pt x="3635" y="2327"/>
                  </a:lnTo>
                  <a:lnTo>
                    <a:pt x="3304" y="2296"/>
                  </a:lnTo>
                  <a:lnTo>
                    <a:pt x="2974" y="2270"/>
                  </a:lnTo>
                  <a:lnTo>
                    <a:pt x="2673" y="2240"/>
                  </a:lnTo>
                  <a:lnTo>
                    <a:pt x="2403" y="2204"/>
                  </a:lnTo>
                  <a:lnTo>
                    <a:pt x="2163" y="2174"/>
                  </a:lnTo>
                  <a:lnTo>
                    <a:pt x="1923" y="2133"/>
                  </a:lnTo>
                  <a:lnTo>
                    <a:pt x="1712" y="2097"/>
                  </a:lnTo>
                  <a:lnTo>
                    <a:pt x="1502" y="2056"/>
                  </a:lnTo>
                  <a:lnTo>
                    <a:pt x="1172" y="1980"/>
                  </a:lnTo>
                  <a:lnTo>
                    <a:pt x="871" y="1893"/>
                  </a:lnTo>
                  <a:lnTo>
                    <a:pt x="661" y="1801"/>
                  </a:lnTo>
                  <a:lnTo>
                    <a:pt x="451" y="1715"/>
                  </a:lnTo>
                  <a:lnTo>
                    <a:pt x="331" y="1623"/>
                  </a:lnTo>
                  <a:lnTo>
                    <a:pt x="211" y="1531"/>
                  </a:lnTo>
                  <a:lnTo>
                    <a:pt x="120" y="1444"/>
                  </a:lnTo>
                  <a:lnTo>
                    <a:pt x="60" y="1352"/>
                  </a:lnTo>
                  <a:lnTo>
                    <a:pt x="60" y="1352"/>
                  </a:lnTo>
                  <a:lnTo>
                    <a:pt x="30" y="1281"/>
                  </a:lnTo>
                  <a:lnTo>
                    <a:pt x="0" y="1194"/>
                  </a:lnTo>
                  <a:lnTo>
                    <a:pt x="30" y="1108"/>
                  </a:lnTo>
                  <a:lnTo>
                    <a:pt x="60" y="1016"/>
                  </a:lnTo>
                  <a:lnTo>
                    <a:pt x="150" y="919"/>
                  </a:lnTo>
                  <a:lnTo>
                    <a:pt x="271" y="822"/>
                  </a:lnTo>
                  <a:lnTo>
                    <a:pt x="451" y="720"/>
                  </a:lnTo>
                  <a:lnTo>
                    <a:pt x="661" y="623"/>
                  </a:lnTo>
                  <a:lnTo>
                    <a:pt x="901" y="526"/>
                  </a:lnTo>
                  <a:lnTo>
                    <a:pt x="1232" y="429"/>
                  </a:lnTo>
                  <a:lnTo>
                    <a:pt x="1622" y="337"/>
                  </a:lnTo>
                  <a:lnTo>
                    <a:pt x="1832" y="297"/>
                  </a:lnTo>
                  <a:lnTo>
                    <a:pt x="2073" y="256"/>
                  </a:lnTo>
                  <a:lnTo>
                    <a:pt x="2313" y="215"/>
                  </a:lnTo>
                  <a:lnTo>
                    <a:pt x="2583" y="179"/>
                  </a:lnTo>
                  <a:lnTo>
                    <a:pt x="2854" y="144"/>
                  </a:lnTo>
                  <a:lnTo>
                    <a:pt x="3154" y="108"/>
                  </a:lnTo>
                  <a:lnTo>
                    <a:pt x="3484" y="77"/>
                  </a:lnTo>
                  <a:lnTo>
                    <a:pt x="3815" y="47"/>
                  </a:lnTo>
                  <a:lnTo>
                    <a:pt x="4175" y="21"/>
                  </a:lnTo>
                  <a:lnTo>
                    <a:pt x="456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66"/>
            <p:cNvSpPr/>
            <p:nvPr/>
          </p:nvSpPr>
          <p:spPr>
            <a:xfrm flipH="1">
              <a:off x="1830887" y="3690650"/>
              <a:ext cx="16303" cy="14800"/>
            </a:xfrm>
            <a:custGeom>
              <a:avLst/>
              <a:gdLst/>
              <a:ahLst/>
              <a:cxnLst/>
              <a:rect l="l" t="t" r="r" b="b"/>
              <a:pathLst>
                <a:path w="3845" h="592" extrusionOk="0">
                  <a:moveTo>
                    <a:pt x="451" y="0"/>
                  </a:moveTo>
                  <a:lnTo>
                    <a:pt x="271" y="61"/>
                  </a:lnTo>
                  <a:lnTo>
                    <a:pt x="121" y="117"/>
                  </a:lnTo>
                  <a:lnTo>
                    <a:pt x="31" y="174"/>
                  </a:lnTo>
                  <a:lnTo>
                    <a:pt x="1" y="235"/>
                  </a:lnTo>
                  <a:lnTo>
                    <a:pt x="31" y="281"/>
                  </a:lnTo>
                  <a:lnTo>
                    <a:pt x="91" y="332"/>
                  </a:lnTo>
                  <a:lnTo>
                    <a:pt x="181" y="378"/>
                  </a:lnTo>
                  <a:lnTo>
                    <a:pt x="331" y="423"/>
                  </a:lnTo>
                  <a:lnTo>
                    <a:pt x="481" y="469"/>
                  </a:lnTo>
                  <a:lnTo>
                    <a:pt x="691" y="515"/>
                  </a:lnTo>
                  <a:lnTo>
                    <a:pt x="932" y="556"/>
                  </a:lnTo>
                  <a:lnTo>
                    <a:pt x="1232" y="592"/>
                  </a:lnTo>
                  <a:lnTo>
                    <a:pt x="1773" y="541"/>
                  </a:lnTo>
                  <a:lnTo>
                    <a:pt x="1863" y="525"/>
                  </a:lnTo>
                  <a:lnTo>
                    <a:pt x="1893" y="505"/>
                  </a:lnTo>
                  <a:lnTo>
                    <a:pt x="1863" y="485"/>
                  </a:lnTo>
                  <a:lnTo>
                    <a:pt x="1803" y="469"/>
                  </a:lnTo>
                  <a:lnTo>
                    <a:pt x="1652" y="444"/>
                  </a:lnTo>
                  <a:lnTo>
                    <a:pt x="1532" y="403"/>
                  </a:lnTo>
                  <a:lnTo>
                    <a:pt x="1412" y="357"/>
                  </a:lnTo>
                  <a:lnTo>
                    <a:pt x="1382" y="327"/>
                  </a:lnTo>
                  <a:lnTo>
                    <a:pt x="1352" y="301"/>
                  </a:lnTo>
                  <a:lnTo>
                    <a:pt x="1382" y="265"/>
                  </a:lnTo>
                  <a:lnTo>
                    <a:pt x="1442" y="230"/>
                  </a:lnTo>
                  <a:lnTo>
                    <a:pt x="1532" y="189"/>
                  </a:lnTo>
                  <a:lnTo>
                    <a:pt x="1652" y="143"/>
                  </a:lnTo>
                  <a:lnTo>
                    <a:pt x="1713" y="133"/>
                  </a:lnTo>
                  <a:lnTo>
                    <a:pt x="1713" y="117"/>
                  </a:lnTo>
                  <a:lnTo>
                    <a:pt x="1682" y="102"/>
                  </a:lnTo>
                  <a:lnTo>
                    <a:pt x="1652" y="87"/>
                  </a:lnTo>
                  <a:lnTo>
                    <a:pt x="1562" y="77"/>
                  </a:lnTo>
                  <a:lnTo>
                    <a:pt x="1472" y="66"/>
                  </a:lnTo>
                  <a:lnTo>
                    <a:pt x="451" y="0"/>
                  </a:lnTo>
                  <a:close/>
                  <a:moveTo>
                    <a:pt x="2403" y="0"/>
                  </a:moveTo>
                  <a:lnTo>
                    <a:pt x="2223" y="61"/>
                  </a:lnTo>
                  <a:lnTo>
                    <a:pt x="2073" y="117"/>
                  </a:lnTo>
                  <a:lnTo>
                    <a:pt x="2013" y="174"/>
                  </a:lnTo>
                  <a:lnTo>
                    <a:pt x="1983" y="235"/>
                  </a:lnTo>
                  <a:lnTo>
                    <a:pt x="1983" y="281"/>
                  </a:lnTo>
                  <a:lnTo>
                    <a:pt x="2043" y="332"/>
                  </a:lnTo>
                  <a:lnTo>
                    <a:pt x="2133" y="378"/>
                  </a:lnTo>
                  <a:lnTo>
                    <a:pt x="2283" y="423"/>
                  </a:lnTo>
                  <a:lnTo>
                    <a:pt x="2463" y="469"/>
                  </a:lnTo>
                  <a:lnTo>
                    <a:pt x="2674" y="515"/>
                  </a:lnTo>
                  <a:lnTo>
                    <a:pt x="2914" y="556"/>
                  </a:lnTo>
                  <a:lnTo>
                    <a:pt x="3184" y="592"/>
                  </a:lnTo>
                  <a:lnTo>
                    <a:pt x="3725" y="541"/>
                  </a:lnTo>
                  <a:lnTo>
                    <a:pt x="3815" y="525"/>
                  </a:lnTo>
                  <a:lnTo>
                    <a:pt x="3845" y="505"/>
                  </a:lnTo>
                  <a:lnTo>
                    <a:pt x="3815" y="485"/>
                  </a:lnTo>
                  <a:lnTo>
                    <a:pt x="3755" y="469"/>
                  </a:lnTo>
                  <a:lnTo>
                    <a:pt x="3635" y="444"/>
                  </a:lnTo>
                  <a:lnTo>
                    <a:pt x="3485" y="403"/>
                  </a:lnTo>
                  <a:lnTo>
                    <a:pt x="3364" y="357"/>
                  </a:lnTo>
                  <a:lnTo>
                    <a:pt x="3334" y="327"/>
                  </a:lnTo>
                  <a:lnTo>
                    <a:pt x="3334" y="301"/>
                  </a:lnTo>
                  <a:lnTo>
                    <a:pt x="3334" y="265"/>
                  </a:lnTo>
                  <a:lnTo>
                    <a:pt x="3394" y="230"/>
                  </a:lnTo>
                  <a:lnTo>
                    <a:pt x="3485" y="189"/>
                  </a:lnTo>
                  <a:lnTo>
                    <a:pt x="3605" y="143"/>
                  </a:lnTo>
                  <a:lnTo>
                    <a:pt x="3665" y="133"/>
                  </a:lnTo>
                  <a:lnTo>
                    <a:pt x="3665" y="117"/>
                  </a:lnTo>
                  <a:lnTo>
                    <a:pt x="3665" y="102"/>
                  </a:lnTo>
                  <a:lnTo>
                    <a:pt x="3605" y="87"/>
                  </a:lnTo>
                  <a:lnTo>
                    <a:pt x="3515" y="77"/>
                  </a:lnTo>
                  <a:lnTo>
                    <a:pt x="3425" y="66"/>
                  </a:lnTo>
                  <a:lnTo>
                    <a:pt x="24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66"/>
            <p:cNvSpPr/>
            <p:nvPr/>
          </p:nvSpPr>
          <p:spPr>
            <a:xfrm flipH="1">
              <a:off x="1506913" y="3432300"/>
              <a:ext cx="64953" cy="61225"/>
            </a:xfrm>
            <a:custGeom>
              <a:avLst/>
              <a:gdLst/>
              <a:ahLst/>
              <a:cxnLst/>
              <a:rect l="l" t="t" r="r" b="b"/>
              <a:pathLst>
                <a:path w="15319" h="2449" extrusionOk="0">
                  <a:moveTo>
                    <a:pt x="7719" y="0"/>
                  </a:moveTo>
                  <a:lnTo>
                    <a:pt x="7209" y="5"/>
                  </a:lnTo>
                  <a:lnTo>
                    <a:pt x="6698" y="10"/>
                  </a:lnTo>
                  <a:lnTo>
                    <a:pt x="6218" y="21"/>
                  </a:lnTo>
                  <a:lnTo>
                    <a:pt x="5737" y="36"/>
                  </a:lnTo>
                  <a:lnTo>
                    <a:pt x="5317" y="56"/>
                  </a:lnTo>
                  <a:lnTo>
                    <a:pt x="4896" y="77"/>
                  </a:lnTo>
                  <a:lnTo>
                    <a:pt x="4476" y="102"/>
                  </a:lnTo>
                  <a:lnTo>
                    <a:pt x="4115" y="133"/>
                  </a:lnTo>
                  <a:lnTo>
                    <a:pt x="3755" y="163"/>
                  </a:lnTo>
                  <a:lnTo>
                    <a:pt x="3394" y="199"/>
                  </a:lnTo>
                  <a:lnTo>
                    <a:pt x="3064" y="235"/>
                  </a:lnTo>
                  <a:lnTo>
                    <a:pt x="2764" y="271"/>
                  </a:lnTo>
                  <a:lnTo>
                    <a:pt x="2493" y="316"/>
                  </a:lnTo>
                  <a:lnTo>
                    <a:pt x="2223" y="357"/>
                  </a:lnTo>
                  <a:lnTo>
                    <a:pt x="1953" y="403"/>
                  </a:lnTo>
                  <a:lnTo>
                    <a:pt x="1713" y="449"/>
                  </a:lnTo>
                  <a:lnTo>
                    <a:pt x="1292" y="546"/>
                  </a:lnTo>
                  <a:lnTo>
                    <a:pt x="932" y="643"/>
                  </a:lnTo>
                  <a:lnTo>
                    <a:pt x="661" y="745"/>
                  </a:lnTo>
                  <a:lnTo>
                    <a:pt x="421" y="847"/>
                  </a:lnTo>
                  <a:lnTo>
                    <a:pt x="241" y="944"/>
                  </a:lnTo>
                  <a:lnTo>
                    <a:pt x="91" y="1041"/>
                  </a:lnTo>
                  <a:lnTo>
                    <a:pt x="31" y="1127"/>
                  </a:lnTo>
                  <a:lnTo>
                    <a:pt x="1" y="1214"/>
                  </a:lnTo>
                  <a:lnTo>
                    <a:pt x="31" y="1352"/>
                  </a:lnTo>
                  <a:lnTo>
                    <a:pt x="61" y="1428"/>
                  </a:lnTo>
                  <a:lnTo>
                    <a:pt x="121" y="1510"/>
                  </a:lnTo>
                  <a:lnTo>
                    <a:pt x="211" y="1597"/>
                  </a:lnTo>
                  <a:lnTo>
                    <a:pt x="331" y="1683"/>
                  </a:lnTo>
                  <a:lnTo>
                    <a:pt x="481" y="1770"/>
                  </a:lnTo>
                  <a:lnTo>
                    <a:pt x="691" y="1857"/>
                  </a:lnTo>
                  <a:lnTo>
                    <a:pt x="2103" y="1903"/>
                  </a:lnTo>
                  <a:lnTo>
                    <a:pt x="3485" y="1959"/>
                  </a:lnTo>
                  <a:lnTo>
                    <a:pt x="4806" y="2020"/>
                  </a:lnTo>
                  <a:lnTo>
                    <a:pt x="6098" y="2097"/>
                  </a:lnTo>
                  <a:lnTo>
                    <a:pt x="7359" y="2173"/>
                  </a:lnTo>
                  <a:lnTo>
                    <a:pt x="8530" y="2260"/>
                  </a:lnTo>
                  <a:lnTo>
                    <a:pt x="9672" y="2352"/>
                  </a:lnTo>
                  <a:lnTo>
                    <a:pt x="10723" y="2448"/>
                  </a:lnTo>
                  <a:lnTo>
                    <a:pt x="11113" y="2428"/>
                  </a:lnTo>
                  <a:lnTo>
                    <a:pt x="11474" y="2403"/>
                  </a:lnTo>
                  <a:lnTo>
                    <a:pt x="11804" y="2372"/>
                  </a:lnTo>
                  <a:lnTo>
                    <a:pt x="12135" y="2341"/>
                  </a:lnTo>
                  <a:lnTo>
                    <a:pt x="12435" y="2311"/>
                  </a:lnTo>
                  <a:lnTo>
                    <a:pt x="12735" y="2275"/>
                  </a:lnTo>
                  <a:lnTo>
                    <a:pt x="13006" y="2234"/>
                  </a:lnTo>
                  <a:lnTo>
                    <a:pt x="13246" y="2193"/>
                  </a:lnTo>
                  <a:lnTo>
                    <a:pt x="13486" y="2153"/>
                  </a:lnTo>
                  <a:lnTo>
                    <a:pt x="13696" y="2112"/>
                  </a:lnTo>
                  <a:lnTo>
                    <a:pt x="14087" y="2020"/>
                  </a:lnTo>
                  <a:lnTo>
                    <a:pt x="14417" y="1928"/>
                  </a:lnTo>
                  <a:lnTo>
                    <a:pt x="14657" y="1831"/>
                  </a:lnTo>
                  <a:lnTo>
                    <a:pt x="14898" y="1729"/>
                  </a:lnTo>
                  <a:lnTo>
                    <a:pt x="15048" y="1627"/>
                  </a:lnTo>
                  <a:lnTo>
                    <a:pt x="15168" y="1530"/>
                  </a:lnTo>
                  <a:lnTo>
                    <a:pt x="15258" y="1433"/>
                  </a:lnTo>
                  <a:lnTo>
                    <a:pt x="15288" y="1342"/>
                  </a:lnTo>
                  <a:lnTo>
                    <a:pt x="15318" y="1250"/>
                  </a:lnTo>
                  <a:lnTo>
                    <a:pt x="15318" y="1168"/>
                  </a:lnTo>
                  <a:lnTo>
                    <a:pt x="15258" y="1092"/>
                  </a:lnTo>
                  <a:lnTo>
                    <a:pt x="15198" y="1005"/>
                  </a:lnTo>
                  <a:lnTo>
                    <a:pt x="15108" y="918"/>
                  </a:lnTo>
                  <a:lnTo>
                    <a:pt x="15018" y="826"/>
                  </a:lnTo>
                  <a:lnTo>
                    <a:pt x="14868" y="735"/>
                  </a:lnTo>
                  <a:lnTo>
                    <a:pt x="14687" y="643"/>
                  </a:lnTo>
                  <a:lnTo>
                    <a:pt x="14447" y="556"/>
                  </a:lnTo>
                  <a:lnTo>
                    <a:pt x="14147" y="469"/>
                  </a:lnTo>
                  <a:lnTo>
                    <a:pt x="13816" y="388"/>
                  </a:lnTo>
                  <a:lnTo>
                    <a:pt x="13606" y="352"/>
                  </a:lnTo>
                  <a:lnTo>
                    <a:pt x="13396" y="311"/>
                  </a:lnTo>
                  <a:lnTo>
                    <a:pt x="13156" y="276"/>
                  </a:lnTo>
                  <a:lnTo>
                    <a:pt x="12915" y="240"/>
                  </a:lnTo>
                  <a:lnTo>
                    <a:pt x="12645" y="209"/>
                  </a:lnTo>
                  <a:lnTo>
                    <a:pt x="12345" y="179"/>
                  </a:lnTo>
                  <a:lnTo>
                    <a:pt x="12044" y="148"/>
                  </a:lnTo>
                  <a:lnTo>
                    <a:pt x="11684" y="123"/>
                  </a:lnTo>
                  <a:lnTo>
                    <a:pt x="11324" y="97"/>
                  </a:lnTo>
                  <a:lnTo>
                    <a:pt x="10933" y="77"/>
                  </a:lnTo>
                  <a:lnTo>
                    <a:pt x="10543" y="56"/>
                  </a:lnTo>
                  <a:lnTo>
                    <a:pt x="10092" y="41"/>
                  </a:lnTo>
                  <a:lnTo>
                    <a:pt x="9642" y="26"/>
                  </a:lnTo>
                  <a:lnTo>
                    <a:pt x="9161" y="15"/>
                  </a:lnTo>
                  <a:lnTo>
                    <a:pt x="8620" y="10"/>
                  </a:lnTo>
                  <a:lnTo>
                    <a:pt x="8080" y="5"/>
                  </a:lnTo>
                  <a:lnTo>
                    <a:pt x="7719"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66"/>
            <p:cNvSpPr/>
            <p:nvPr/>
          </p:nvSpPr>
          <p:spPr>
            <a:xfrm flipH="1">
              <a:off x="1506913" y="3432300"/>
              <a:ext cx="64953" cy="61225"/>
            </a:xfrm>
            <a:custGeom>
              <a:avLst/>
              <a:gdLst/>
              <a:ahLst/>
              <a:cxnLst/>
              <a:rect l="l" t="t" r="r" b="b"/>
              <a:pathLst>
                <a:path w="15319" h="2449" fill="none" extrusionOk="0">
                  <a:moveTo>
                    <a:pt x="7719" y="0"/>
                  </a:moveTo>
                  <a:lnTo>
                    <a:pt x="7719" y="0"/>
                  </a:lnTo>
                  <a:lnTo>
                    <a:pt x="8080" y="5"/>
                  </a:lnTo>
                  <a:lnTo>
                    <a:pt x="8080" y="5"/>
                  </a:lnTo>
                  <a:lnTo>
                    <a:pt x="8620" y="10"/>
                  </a:lnTo>
                  <a:lnTo>
                    <a:pt x="9161" y="15"/>
                  </a:lnTo>
                  <a:lnTo>
                    <a:pt x="9642" y="26"/>
                  </a:lnTo>
                  <a:lnTo>
                    <a:pt x="10092" y="41"/>
                  </a:lnTo>
                  <a:lnTo>
                    <a:pt x="10543" y="56"/>
                  </a:lnTo>
                  <a:lnTo>
                    <a:pt x="10933" y="77"/>
                  </a:lnTo>
                  <a:lnTo>
                    <a:pt x="11324" y="97"/>
                  </a:lnTo>
                  <a:lnTo>
                    <a:pt x="11684" y="123"/>
                  </a:lnTo>
                  <a:lnTo>
                    <a:pt x="12044" y="148"/>
                  </a:lnTo>
                  <a:lnTo>
                    <a:pt x="12345" y="179"/>
                  </a:lnTo>
                  <a:lnTo>
                    <a:pt x="12645" y="209"/>
                  </a:lnTo>
                  <a:lnTo>
                    <a:pt x="12915" y="240"/>
                  </a:lnTo>
                  <a:lnTo>
                    <a:pt x="13156" y="276"/>
                  </a:lnTo>
                  <a:lnTo>
                    <a:pt x="13396" y="311"/>
                  </a:lnTo>
                  <a:lnTo>
                    <a:pt x="13606" y="352"/>
                  </a:lnTo>
                  <a:lnTo>
                    <a:pt x="13816" y="388"/>
                  </a:lnTo>
                  <a:lnTo>
                    <a:pt x="14147" y="469"/>
                  </a:lnTo>
                  <a:lnTo>
                    <a:pt x="14447" y="556"/>
                  </a:lnTo>
                  <a:lnTo>
                    <a:pt x="14687" y="643"/>
                  </a:lnTo>
                  <a:lnTo>
                    <a:pt x="14868" y="735"/>
                  </a:lnTo>
                  <a:lnTo>
                    <a:pt x="15018" y="826"/>
                  </a:lnTo>
                  <a:lnTo>
                    <a:pt x="15108" y="918"/>
                  </a:lnTo>
                  <a:lnTo>
                    <a:pt x="15198" y="1005"/>
                  </a:lnTo>
                  <a:lnTo>
                    <a:pt x="15258" y="1092"/>
                  </a:lnTo>
                  <a:lnTo>
                    <a:pt x="15258" y="1092"/>
                  </a:lnTo>
                  <a:lnTo>
                    <a:pt x="15318" y="1168"/>
                  </a:lnTo>
                  <a:lnTo>
                    <a:pt x="15318" y="1250"/>
                  </a:lnTo>
                  <a:lnTo>
                    <a:pt x="15288" y="1342"/>
                  </a:lnTo>
                  <a:lnTo>
                    <a:pt x="15258" y="1433"/>
                  </a:lnTo>
                  <a:lnTo>
                    <a:pt x="15168" y="1530"/>
                  </a:lnTo>
                  <a:lnTo>
                    <a:pt x="15048" y="1627"/>
                  </a:lnTo>
                  <a:lnTo>
                    <a:pt x="14898" y="1729"/>
                  </a:lnTo>
                  <a:lnTo>
                    <a:pt x="14657" y="1831"/>
                  </a:lnTo>
                  <a:lnTo>
                    <a:pt x="14417" y="1928"/>
                  </a:lnTo>
                  <a:lnTo>
                    <a:pt x="14087" y="2020"/>
                  </a:lnTo>
                  <a:lnTo>
                    <a:pt x="13696" y="2112"/>
                  </a:lnTo>
                  <a:lnTo>
                    <a:pt x="13486" y="2153"/>
                  </a:lnTo>
                  <a:lnTo>
                    <a:pt x="13246" y="2193"/>
                  </a:lnTo>
                  <a:lnTo>
                    <a:pt x="13006" y="2234"/>
                  </a:lnTo>
                  <a:lnTo>
                    <a:pt x="12735" y="2275"/>
                  </a:lnTo>
                  <a:lnTo>
                    <a:pt x="12435" y="2311"/>
                  </a:lnTo>
                  <a:lnTo>
                    <a:pt x="12135" y="2341"/>
                  </a:lnTo>
                  <a:lnTo>
                    <a:pt x="11804" y="2372"/>
                  </a:lnTo>
                  <a:lnTo>
                    <a:pt x="11474" y="2403"/>
                  </a:lnTo>
                  <a:lnTo>
                    <a:pt x="11113" y="2428"/>
                  </a:lnTo>
                  <a:lnTo>
                    <a:pt x="10723" y="2448"/>
                  </a:lnTo>
                  <a:lnTo>
                    <a:pt x="10723" y="2448"/>
                  </a:lnTo>
                  <a:lnTo>
                    <a:pt x="9672" y="2352"/>
                  </a:lnTo>
                  <a:lnTo>
                    <a:pt x="8530" y="2260"/>
                  </a:lnTo>
                  <a:lnTo>
                    <a:pt x="7359" y="2173"/>
                  </a:lnTo>
                  <a:lnTo>
                    <a:pt x="6098" y="2097"/>
                  </a:lnTo>
                  <a:lnTo>
                    <a:pt x="4806" y="2020"/>
                  </a:lnTo>
                  <a:lnTo>
                    <a:pt x="3485" y="1959"/>
                  </a:lnTo>
                  <a:lnTo>
                    <a:pt x="2103" y="1903"/>
                  </a:lnTo>
                  <a:lnTo>
                    <a:pt x="691" y="1857"/>
                  </a:lnTo>
                  <a:lnTo>
                    <a:pt x="691" y="1857"/>
                  </a:lnTo>
                  <a:lnTo>
                    <a:pt x="481" y="1770"/>
                  </a:lnTo>
                  <a:lnTo>
                    <a:pt x="331" y="1683"/>
                  </a:lnTo>
                  <a:lnTo>
                    <a:pt x="211" y="1597"/>
                  </a:lnTo>
                  <a:lnTo>
                    <a:pt x="121" y="1510"/>
                  </a:lnTo>
                  <a:lnTo>
                    <a:pt x="61" y="1428"/>
                  </a:lnTo>
                  <a:lnTo>
                    <a:pt x="31" y="1352"/>
                  </a:lnTo>
                  <a:lnTo>
                    <a:pt x="1" y="1214"/>
                  </a:lnTo>
                  <a:lnTo>
                    <a:pt x="1" y="1214"/>
                  </a:lnTo>
                  <a:lnTo>
                    <a:pt x="31" y="1127"/>
                  </a:lnTo>
                  <a:lnTo>
                    <a:pt x="91" y="1041"/>
                  </a:lnTo>
                  <a:lnTo>
                    <a:pt x="241" y="944"/>
                  </a:lnTo>
                  <a:lnTo>
                    <a:pt x="421" y="847"/>
                  </a:lnTo>
                  <a:lnTo>
                    <a:pt x="661" y="745"/>
                  </a:lnTo>
                  <a:lnTo>
                    <a:pt x="932" y="643"/>
                  </a:lnTo>
                  <a:lnTo>
                    <a:pt x="1292" y="546"/>
                  </a:lnTo>
                  <a:lnTo>
                    <a:pt x="1713" y="449"/>
                  </a:lnTo>
                  <a:lnTo>
                    <a:pt x="1953" y="403"/>
                  </a:lnTo>
                  <a:lnTo>
                    <a:pt x="2223" y="357"/>
                  </a:lnTo>
                  <a:lnTo>
                    <a:pt x="2493" y="316"/>
                  </a:lnTo>
                  <a:lnTo>
                    <a:pt x="2764" y="271"/>
                  </a:lnTo>
                  <a:lnTo>
                    <a:pt x="3064" y="235"/>
                  </a:lnTo>
                  <a:lnTo>
                    <a:pt x="3394" y="199"/>
                  </a:lnTo>
                  <a:lnTo>
                    <a:pt x="3755" y="163"/>
                  </a:lnTo>
                  <a:lnTo>
                    <a:pt x="4115" y="133"/>
                  </a:lnTo>
                  <a:lnTo>
                    <a:pt x="4476" y="102"/>
                  </a:lnTo>
                  <a:lnTo>
                    <a:pt x="4896" y="77"/>
                  </a:lnTo>
                  <a:lnTo>
                    <a:pt x="5317" y="56"/>
                  </a:lnTo>
                  <a:lnTo>
                    <a:pt x="5737" y="36"/>
                  </a:lnTo>
                  <a:lnTo>
                    <a:pt x="6218" y="21"/>
                  </a:lnTo>
                  <a:lnTo>
                    <a:pt x="6698" y="10"/>
                  </a:lnTo>
                  <a:lnTo>
                    <a:pt x="7209" y="5"/>
                  </a:lnTo>
                  <a:lnTo>
                    <a:pt x="771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66"/>
            <p:cNvSpPr/>
            <p:nvPr/>
          </p:nvSpPr>
          <p:spPr>
            <a:xfrm flipH="1">
              <a:off x="1529839" y="3456525"/>
              <a:ext cx="16303" cy="14800"/>
            </a:xfrm>
            <a:custGeom>
              <a:avLst/>
              <a:gdLst/>
              <a:ahLst/>
              <a:cxnLst/>
              <a:rect l="l" t="t" r="r" b="b"/>
              <a:pathLst>
                <a:path w="3845" h="592" extrusionOk="0">
                  <a:moveTo>
                    <a:pt x="661" y="0"/>
                  </a:moveTo>
                  <a:lnTo>
                    <a:pt x="121" y="56"/>
                  </a:lnTo>
                  <a:lnTo>
                    <a:pt x="31" y="72"/>
                  </a:lnTo>
                  <a:lnTo>
                    <a:pt x="1" y="92"/>
                  </a:lnTo>
                  <a:lnTo>
                    <a:pt x="31" y="107"/>
                  </a:lnTo>
                  <a:lnTo>
                    <a:pt x="91" y="128"/>
                  </a:lnTo>
                  <a:lnTo>
                    <a:pt x="241" y="153"/>
                  </a:lnTo>
                  <a:lnTo>
                    <a:pt x="361" y="189"/>
                  </a:lnTo>
                  <a:lnTo>
                    <a:pt x="481" y="240"/>
                  </a:lnTo>
                  <a:lnTo>
                    <a:pt x="511" y="266"/>
                  </a:lnTo>
                  <a:lnTo>
                    <a:pt x="541" y="296"/>
                  </a:lnTo>
                  <a:lnTo>
                    <a:pt x="511" y="332"/>
                  </a:lnTo>
                  <a:lnTo>
                    <a:pt x="451" y="368"/>
                  </a:lnTo>
                  <a:lnTo>
                    <a:pt x="361" y="408"/>
                  </a:lnTo>
                  <a:lnTo>
                    <a:pt x="241" y="449"/>
                  </a:lnTo>
                  <a:lnTo>
                    <a:pt x="211" y="464"/>
                  </a:lnTo>
                  <a:lnTo>
                    <a:pt x="181" y="480"/>
                  </a:lnTo>
                  <a:lnTo>
                    <a:pt x="211" y="495"/>
                  </a:lnTo>
                  <a:lnTo>
                    <a:pt x="241" y="510"/>
                  </a:lnTo>
                  <a:lnTo>
                    <a:pt x="331" y="521"/>
                  </a:lnTo>
                  <a:lnTo>
                    <a:pt x="421" y="531"/>
                  </a:lnTo>
                  <a:lnTo>
                    <a:pt x="1442" y="592"/>
                  </a:lnTo>
                  <a:lnTo>
                    <a:pt x="1652" y="536"/>
                  </a:lnTo>
                  <a:lnTo>
                    <a:pt x="1773" y="480"/>
                  </a:lnTo>
                  <a:lnTo>
                    <a:pt x="1863" y="419"/>
                  </a:lnTo>
                  <a:lnTo>
                    <a:pt x="1893" y="362"/>
                  </a:lnTo>
                  <a:lnTo>
                    <a:pt x="1863" y="311"/>
                  </a:lnTo>
                  <a:lnTo>
                    <a:pt x="1803" y="266"/>
                  </a:lnTo>
                  <a:lnTo>
                    <a:pt x="1713" y="215"/>
                  </a:lnTo>
                  <a:lnTo>
                    <a:pt x="1562" y="169"/>
                  </a:lnTo>
                  <a:lnTo>
                    <a:pt x="1412" y="128"/>
                  </a:lnTo>
                  <a:lnTo>
                    <a:pt x="1202" y="82"/>
                  </a:lnTo>
                  <a:lnTo>
                    <a:pt x="962" y="41"/>
                  </a:lnTo>
                  <a:lnTo>
                    <a:pt x="661" y="0"/>
                  </a:lnTo>
                  <a:close/>
                  <a:moveTo>
                    <a:pt x="2644" y="0"/>
                  </a:moveTo>
                  <a:lnTo>
                    <a:pt x="2103" y="56"/>
                  </a:lnTo>
                  <a:lnTo>
                    <a:pt x="1983" y="72"/>
                  </a:lnTo>
                  <a:lnTo>
                    <a:pt x="1953" y="92"/>
                  </a:lnTo>
                  <a:lnTo>
                    <a:pt x="1983" y="107"/>
                  </a:lnTo>
                  <a:lnTo>
                    <a:pt x="2073" y="128"/>
                  </a:lnTo>
                  <a:lnTo>
                    <a:pt x="2193" y="153"/>
                  </a:lnTo>
                  <a:lnTo>
                    <a:pt x="2343" y="189"/>
                  </a:lnTo>
                  <a:lnTo>
                    <a:pt x="2433" y="240"/>
                  </a:lnTo>
                  <a:lnTo>
                    <a:pt x="2493" y="266"/>
                  </a:lnTo>
                  <a:lnTo>
                    <a:pt x="2493" y="296"/>
                  </a:lnTo>
                  <a:lnTo>
                    <a:pt x="2463" y="332"/>
                  </a:lnTo>
                  <a:lnTo>
                    <a:pt x="2433" y="368"/>
                  </a:lnTo>
                  <a:lnTo>
                    <a:pt x="2343" y="408"/>
                  </a:lnTo>
                  <a:lnTo>
                    <a:pt x="2193" y="449"/>
                  </a:lnTo>
                  <a:lnTo>
                    <a:pt x="2163" y="464"/>
                  </a:lnTo>
                  <a:lnTo>
                    <a:pt x="2133" y="480"/>
                  </a:lnTo>
                  <a:lnTo>
                    <a:pt x="2163" y="495"/>
                  </a:lnTo>
                  <a:lnTo>
                    <a:pt x="2223" y="510"/>
                  </a:lnTo>
                  <a:lnTo>
                    <a:pt x="2283" y="521"/>
                  </a:lnTo>
                  <a:lnTo>
                    <a:pt x="2403" y="531"/>
                  </a:lnTo>
                  <a:lnTo>
                    <a:pt x="3394" y="592"/>
                  </a:lnTo>
                  <a:lnTo>
                    <a:pt x="3605" y="536"/>
                  </a:lnTo>
                  <a:lnTo>
                    <a:pt x="3725" y="480"/>
                  </a:lnTo>
                  <a:lnTo>
                    <a:pt x="3815" y="419"/>
                  </a:lnTo>
                  <a:lnTo>
                    <a:pt x="3845" y="362"/>
                  </a:lnTo>
                  <a:lnTo>
                    <a:pt x="3815" y="311"/>
                  </a:lnTo>
                  <a:lnTo>
                    <a:pt x="3755" y="266"/>
                  </a:lnTo>
                  <a:lnTo>
                    <a:pt x="3665" y="215"/>
                  </a:lnTo>
                  <a:lnTo>
                    <a:pt x="3545" y="169"/>
                  </a:lnTo>
                  <a:lnTo>
                    <a:pt x="3364" y="128"/>
                  </a:lnTo>
                  <a:lnTo>
                    <a:pt x="3154" y="82"/>
                  </a:lnTo>
                  <a:lnTo>
                    <a:pt x="2914" y="41"/>
                  </a:lnTo>
                  <a:lnTo>
                    <a:pt x="26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66"/>
            <p:cNvSpPr/>
            <p:nvPr/>
          </p:nvSpPr>
          <p:spPr>
            <a:xfrm flipH="1">
              <a:off x="1487049" y="3476425"/>
              <a:ext cx="409168" cy="206600"/>
            </a:xfrm>
            <a:custGeom>
              <a:avLst/>
              <a:gdLst/>
              <a:ahLst/>
              <a:cxnLst/>
              <a:rect l="l" t="t" r="r" b="b"/>
              <a:pathLst>
                <a:path w="96502" h="8264" extrusionOk="0">
                  <a:moveTo>
                    <a:pt x="23007" y="0"/>
                  </a:moveTo>
                  <a:lnTo>
                    <a:pt x="21625" y="5"/>
                  </a:lnTo>
                  <a:lnTo>
                    <a:pt x="20244" y="20"/>
                  </a:lnTo>
                  <a:lnTo>
                    <a:pt x="18862" y="46"/>
                  </a:lnTo>
                  <a:lnTo>
                    <a:pt x="18201" y="66"/>
                  </a:lnTo>
                  <a:lnTo>
                    <a:pt x="17510" y="87"/>
                  </a:lnTo>
                  <a:lnTo>
                    <a:pt x="16850" y="112"/>
                  </a:lnTo>
                  <a:lnTo>
                    <a:pt x="16189" y="138"/>
                  </a:lnTo>
                  <a:lnTo>
                    <a:pt x="15558" y="168"/>
                  </a:lnTo>
                  <a:lnTo>
                    <a:pt x="14897" y="204"/>
                  </a:lnTo>
                  <a:lnTo>
                    <a:pt x="14267" y="240"/>
                  </a:lnTo>
                  <a:lnTo>
                    <a:pt x="13666" y="281"/>
                  </a:lnTo>
                  <a:lnTo>
                    <a:pt x="13035" y="321"/>
                  </a:lnTo>
                  <a:lnTo>
                    <a:pt x="12435" y="367"/>
                  </a:lnTo>
                  <a:lnTo>
                    <a:pt x="11864" y="413"/>
                  </a:lnTo>
                  <a:lnTo>
                    <a:pt x="11293" y="469"/>
                  </a:lnTo>
                  <a:lnTo>
                    <a:pt x="10723" y="520"/>
                  </a:lnTo>
                  <a:lnTo>
                    <a:pt x="10182" y="581"/>
                  </a:lnTo>
                  <a:lnTo>
                    <a:pt x="9641" y="643"/>
                  </a:lnTo>
                  <a:lnTo>
                    <a:pt x="9101" y="709"/>
                  </a:lnTo>
                  <a:lnTo>
                    <a:pt x="8590" y="775"/>
                  </a:lnTo>
                  <a:lnTo>
                    <a:pt x="8110" y="847"/>
                  </a:lnTo>
                  <a:lnTo>
                    <a:pt x="7629" y="923"/>
                  </a:lnTo>
                  <a:lnTo>
                    <a:pt x="7178" y="1000"/>
                  </a:lnTo>
                  <a:lnTo>
                    <a:pt x="6728" y="1081"/>
                  </a:lnTo>
                  <a:lnTo>
                    <a:pt x="6307" y="1168"/>
                  </a:lnTo>
                  <a:lnTo>
                    <a:pt x="5917" y="1260"/>
                  </a:lnTo>
                  <a:lnTo>
                    <a:pt x="5527" y="1352"/>
                  </a:lnTo>
                  <a:lnTo>
                    <a:pt x="5166" y="1449"/>
                  </a:lnTo>
                  <a:lnTo>
                    <a:pt x="4836" y="1546"/>
                  </a:lnTo>
                  <a:lnTo>
                    <a:pt x="4115" y="1770"/>
                  </a:lnTo>
                  <a:lnTo>
                    <a:pt x="3484" y="1989"/>
                  </a:lnTo>
                  <a:lnTo>
                    <a:pt x="2914" y="2203"/>
                  </a:lnTo>
                  <a:lnTo>
                    <a:pt x="2373" y="2423"/>
                  </a:lnTo>
                  <a:lnTo>
                    <a:pt x="1892" y="2632"/>
                  </a:lnTo>
                  <a:lnTo>
                    <a:pt x="1472" y="2846"/>
                  </a:lnTo>
                  <a:lnTo>
                    <a:pt x="1111" y="3055"/>
                  </a:lnTo>
                  <a:lnTo>
                    <a:pt x="811" y="3264"/>
                  </a:lnTo>
                  <a:lnTo>
                    <a:pt x="541" y="3468"/>
                  </a:lnTo>
                  <a:lnTo>
                    <a:pt x="331" y="3672"/>
                  </a:lnTo>
                  <a:lnTo>
                    <a:pt x="180" y="3871"/>
                  </a:lnTo>
                  <a:lnTo>
                    <a:pt x="60" y="4070"/>
                  </a:lnTo>
                  <a:lnTo>
                    <a:pt x="0" y="4264"/>
                  </a:lnTo>
                  <a:lnTo>
                    <a:pt x="0" y="4458"/>
                  </a:lnTo>
                  <a:lnTo>
                    <a:pt x="30" y="4647"/>
                  </a:lnTo>
                  <a:lnTo>
                    <a:pt x="120" y="4830"/>
                  </a:lnTo>
                  <a:lnTo>
                    <a:pt x="240" y="5014"/>
                  </a:lnTo>
                  <a:lnTo>
                    <a:pt x="421" y="5198"/>
                  </a:lnTo>
                  <a:lnTo>
                    <a:pt x="661" y="5371"/>
                  </a:lnTo>
                  <a:lnTo>
                    <a:pt x="931" y="5544"/>
                  </a:lnTo>
                  <a:lnTo>
                    <a:pt x="1262" y="5718"/>
                  </a:lnTo>
                  <a:lnTo>
                    <a:pt x="1622" y="5881"/>
                  </a:lnTo>
                  <a:lnTo>
                    <a:pt x="2013" y="6044"/>
                  </a:lnTo>
                  <a:lnTo>
                    <a:pt x="2463" y="6208"/>
                  </a:lnTo>
                  <a:lnTo>
                    <a:pt x="2974" y="6361"/>
                  </a:lnTo>
                  <a:lnTo>
                    <a:pt x="3514" y="6514"/>
                  </a:lnTo>
                  <a:lnTo>
                    <a:pt x="4085" y="6656"/>
                  </a:lnTo>
                  <a:lnTo>
                    <a:pt x="4686" y="6804"/>
                  </a:lnTo>
                  <a:lnTo>
                    <a:pt x="5346" y="6942"/>
                  </a:lnTo>
                  <a:lnTo>
                    <a:pt x="6067" y="7075"/>
                  </a:lnTo>
                  <a:lnTo>
                    <a:pt x="6788" y="7207"/>
                  </a:lnTo>
                  <a:lnTo>
                    <a:pt x="7569" y="7330"/>
                  </a:lnTo>
                  <a:lnTo>
                    <a:pt x="7899" y="7381"/>
                  </a:lnTo>
                  <a:lnTo>
                    <a:pt x="8230" y="7427"/>
                  </a:lnTo>
                  <a:lnTo>
                    <a:pt x="8981" y="7513"/>
                  </a:lnTo>
                  <a:lnTo>
                    <a:pt x="9822" y="7605"/>
                  </a:lnTo>
                  <a:lnTo>
                    <a:pt x="10723" y="7687"/>
                  </a:lnTo>
                  <a:lnTo>
                    <a:pt x="11353" y="7656"/>
                  </a:lnTo>
                  <a:lnTo>
                    <a:pt x="12044" y="7636"/>
                  </a:lnTo>
                  <a:lnTo>
                    <a:pt x="12765" y="7620"/>
                  </a:lnTo>
                  <a:lnTo>
                    <a:pt x="13576" y="7615"/>
                  </a:lnTo>
                  <a:lnTo>
                    <a:pt x="13846" y="7615"/>
                  </a:lnTo>
                  <a:lnTo>
                    <a:pt x="14537" y="7620"/>
                  </a:lnTo>
                  <a:lnTo>
                    <a:pt x="15168" y="7631"/>
                  </a:lnTo>
                  <a:lnTo>
                    <a:pt x="15768" y="7646"/>
                  </a:lnTo>
                  <a:lnTo>
                    <a:pt x="16339" y="7666"/>
                  </a:lnTo>
                  <a:lnTo>
                    <a:pt x="16850" y="7692"/>
                  </a:lnTo>
                  <a:lnTo>
                    <a:pt x="17360" y="7722"/>
                  </a:lnTo>
                  <a:lnTo>
                    <a:pt x="17811" y="7758"/>
                  </a:lnTo>
                  <a:lnTo>
                    <a:pt x="18231" y="7794"/>
                  </a:lnTo>
                  <a:lnTo>
                    <a:pt x="18622" y="7835"/>
                  </a:lnTo>
                  <a:lnTo>
                    <a:pt x="18952" y="7875"/>
                  </a:lnTo>
                  <a:lnTo>
                    <a:pt x="19282" y="7921"/>
                  </a:lnTo>
                  <a:lnTo>
                    <a:pt x="19583" y="7967"/>
                  </a:lnTo>
                  <a:lnTo>
                    <a:pt x="19853" y="8018"/>
                  </a:lnTo>
                  <a:lnTo>
                    <a:pt x="20093" y="8069"/>
                  </a:lnTo>
                  <a:lnTo>
                    <a:pt x="20304" y="8125"/>
                  </a:lnTo>
                  <a:lnTo>
                    <a:pt x="20514" y="8181"/>
                  </a:lnTo>
                  <a:lnTo>
                    <a:pt x="22076" y="8217"/>
                  </a:lnTo>
                  <a:lnTo>
                    <a:pt x="23668" y="8243"/>
                  </a:lnTo>
                  <a:lnTo>
                    <a:pt x="25289" y="8258"/>
                  </a:lnTo>
                  <a:lnTo>
                    <a:pt x="26881" y="8263"/>
                  </a:lnTo>
                  <a:lnTo>
                    <a:pt x="70462" y="8263"/>
                  </a:lnTo>
                  <a:lnTo>
                    <a:pt x="71813" y="8258"/>
                  </a:lnTo>
                  <a:lnTo>
                    <a:pt x="73165" y="8248"/>
                  </a:lnTo>
                  <a:lnTo>
                    <a:pt x="74486" y="8227"/>
                  </a:lnTo>
                  <a:lnTo>
                    <a:pt x="75808" y="8202"/>
                  </a:lnTo>
                  <a:lnTo>
                    <a:pt x="77129" y="8166"/>
                  </a:lnTo>
                  <a:lnTo>
                    <a:pt x="78421" y="8120"/>
                  </a:lnTo>
                  <a:lnTo>
                    <a:pt x="79682" y="8069"/>
                  </a:lnTo>
                  <a:lnTo>
                    <a:pt x="80914" y="8008"/>
                  </a:lnTo>
                  <a:lnTo>
                    <a:pt x="82115" y="7937"/>
                  </a:lnTo>
                  <a:lnTo>
                    <a:pt x="83256" y="7855"/>
                  </a:lnTo>
                  <a:lnTo>
                    <a:pt x="83827" y="7814"/>
                  </a:lnTo>
                  <a:lnTo>
                    <a:pt x="84368" y="7763"/>
                  </a:lnTo>
                  <a:lnTo>
                    <a:pt x="84908" y="7717"/>
                  </a:lnTo>
                  <a:lnTo>
                    <a:pt x="85419" y="7666"/>
                  </a:lnTo>
                  <a:lnTo>
                    <a:pt x="85929" y="7610"/>
                  </a:lnTo>
                  <a:lnTo>
                    <a:pt x="86410" y="7554"/>
                  </a:lnTo>
                  <a:lnTo>
                    <a:pt x="86891" y="7493"/>
                  </a:lnTo>
                  <a:lnTo>
                    <a:pt x="87341" y="7432"/>
                  </a:lnTo>
                  <a:lnTo>
                    <a:pt x="87792" y="7370"/>
                  </a:lnTo>
                  <a:lnTo>
                    <a:pt x="88212" y="7299"/>
                  </a:lnTo>
                  <a:lnTo>
                    <a:pt x="88633" y="7233"/>
                  </a:lnTo>
                  <a:lnTo>
                    <a:pt x="88993" y="7156"/>
                  </a:lnTo>
                  <a:lnTo>
                    <a:pt x="89744" y="7008"/>
                  </a:lnTo>
                  <a:lnTo>
                    <a:pt x="90435" y="6850"/>
                  </a:lnTo>
                  <a:lnTo>
                    <a:pt x="91095" y="6687"/>
                  </a:lnTo>
                  <a:lnTo>
                    <a:pt x="91726" y="6524"/>
                  </a:lnTo>
                  <a:lnTo>
                    <a:pt x="92327" y="6350"/>
                  </a:lnTo>
                  <a:lnTo>
                    <a:pt x="92897" y="6172"/>
                  </a:lnTo>
                  <a:lnTo>
                    <a:pt x="93438" y="5988"/>
                  </a:lnTo>
                  <a:lnTo>
                    <a:pt x="93919" y="5799"/>
                  </a:lnTo>
                  <a:lnTo>
                    <a:pt x="94369" y="5611"/>
                  </a:lnTo>
                  <a:lnTo>
                    <a:pt x="94790" y="5417"/>
                  </a:lnTo>
                  <a:lnTo>
                    <a:pt x="95150" y="5223"/>
                  </a:lnTo>
                  <a:lnTo>
                    <a:pt x="95510" y="5024"/>
                  </a:lnTo>
                  <a:lnTo>
                    <a:pt x="95781" y="4820"/>
                  </a:lnTo>
                  <a:lnTo>
                    <a:pt x="96021" y="4621"/>
                  </a:lnTo>
                  <a:lnTo>
                    <a:pt x="96201" y="4417"/>
                  </a:lnTo>
                  <a:lnTo>
                    <a:pt x="96351" y="4213"/>
                  </a:lnTo>
                  <a:lnTo>
                    <a:pt x="96442" y="4009"/>
                  </a:lnTo>
                  <a:lnTo>
                    <a:pt x="96502" y="3805"/>
                  </a:lnTo>
                  <a:lnTo>
                    <a:pt x="96472" y="3596"/>
                  </a:lnTo>
                  <a:lnTo>
                    <a:pt x="96412" y="3392"/>
                  </a:lnTo>
                  <a:lnTo>
                    <a:pt x="96291" y="3193"/>
                  </a:lnTo>
                  <a:lnTo>
                    <a:pt x="96111" y="2989"/>
                  </a:lnTo>
                  <a:lnTo>
                    <a:pt x="95871" y="2790"/>
                  </a:lnTo>
                  <a:lnTo>
                    <a:pt x="95571" y="2596"/>
                  </a:lnTo>
                  <a:lnTo>
                    <a:pt x="95210" y="2402"/>
                  </a:lnTo>
                  <a:lnTo>
                    <a:pt x="94790" y="2209"/>
                  </a:lnTo>
                  <a:lnTo>
                    <a:pt x="94279" y="2025"/>
                  </a:lnTo>
                  <a:lnTo>
                    <a:pt x="93738" y="1841"/>
                  </a:lnTo>
                  <a:lnTo>
                    <a:pt x="93438" y="1750"/>
                  </a:lnTo>
                  <a:lnTo>
                    <a:pt x="93108" y="1663"/>
                  </a:lnTo>
                  <a:lnTo>
                    <a:pt x="92777" y="1576"/>
                  </a:lnTo>
                  <a:lnTo>
                    <a:pt x="92417" y="1489"/>
                  </a:lnTo>
                  <a:lnTo>
                    <a:pt x="92026" y="1403"/>
                  </a:lnTo>
                  <a:lnTo>
                    <a:pt x="91636" y="1321"/>
                  </a:lnTo>
                  <a:lnTo>
                    <a:pt x="91246" y="1239"/>
                  </a:lnTo>
                  <a:lnTo>
                    <a:pt x="90795" y="1158"/>
                  </a:lnTo>
                  <a:lnTo>
                    <a:pt x="90435" y="1092"/>
                  </a:lnTo>
                  <a:lnTo>
                    <a:pt x="90044" y="1030"/>
                  </a:lnTo>
                  <a:lnTo>
                    <a:pt x="89654" y="969"/>
                  </a:lnTo>
                  <a:lnTo>
                    <a:pt x="89203" y="913"/>
                  </a:lnTo>
                  <a:lnTo>
                    <a:pt x="88753" y="852"/>
                  </a:lnTo>
                  <a:lnTo>
                    <a:pt x="88272" y="796"/>
                  </a:lnTo>
                  <a:lnTo>
                    <a:pt x="87762" y="740"/>
                  </a:lnTo>
                  <a:lnTo>
                    <a:pt x="87221" y="683"/>
                  </a:lnTo>
                  <a:lnTo>
                    <a:pt x="86590" y="714"/>
                  </a:lnTo>
                  <a:lnTo>
                    <a:pt x="85929" y="735"/>
                  </a:lnTo>
                  <a:lnTo>
                    <a:pt x="85179" y="750"/>
                  </a:lnTo>
                  <a:lnTo>
                    <a:pt x="84398" y="755"/>
                  </a:lnTo>
                  <a:lnTo>
                    <a:pt x="84127" y="755"/>
                  </a:lnTo>
                  <a:lnTo>
                    <a:pt x="83376" y="745"/>
                  </a:lnTo>
                  <a:lnTo>
                    <a:pt x="82686" y="735"/>
                  </a:lnTo>
                  <a:lnTo>
                    <a:pt x="82025" y="714"/>
                  </a:lnTo>
                  <a:lnTo>
                    <a:pt x="81424" y="689"/>
                  </a:lnTo>
                  <a:lnTo>
                    <a:pt x="80854" y="658"/>
                  </a:lnTo>
                  <a:lnTo>
                    <a:pt x="80343" y="622"/>
                  </a:lnTo>
                  <a:lnTo>
                    <a:pt x="79862" y="587"/>
                  </a:lnTo>
                  <a:lnTo>
                    <a:pt x="79412" y="541"/>
                  </a:lnTo>
                  <a:lnTo>
                    <a:pt x="79021" y="495"/>
                  </a:lnTo>
                  <a:lnTo>
                    <a:pt x="78661" y="444"/>
                  </a:lnTo>
                  <a:lnTo>
                    <a:pt x="78361" y="388"/>
                  </a:lnTo>
                  <a:lnTo>
                    <a:pt x="78060" y="332"/>
                  </a:lnTo>
                  <a:lnTo>
                    <a:pt x="77790" y="275"/>
                  </a:lnTo>
                  <a:lnTo>
                    <a:pt x="77580" y="214"/>
                  </a:lnTo>
                  <a:lnTo>
                    <a:pt x="77370" y="153"/>
                  </a:lnTo>
                  <a:lnTo>
                    <a:pt x="77189" y="92"/>
                  </a:lnTo>
                  <a:lnTo>
                    <a:pt x="75718" y="51"/>
                  </a:lnTo>
                  <a:lnTo>
                    <a:pt x="74216" y="26"/>
                  </a:lnTo>
                  <a:lnTo>
                    <a:pt x="72684" y="5"/>
                  </a:lnTo>
                  <a:lnTo>
                    <a:pt x="71152" y="0"/>
                  </a:lnTo>
                  <a:lnTo>
                    <a:pt x="69621" y="10"/>
                  </a:lnTo>
                  <a:lnTo>
                    <a:pt x="68870" y="15"/>
                  </a:lnTo>
                  <a:lnTo>
                    <a:pt x="68119" y="26"/>
                  </a:lnTo>
                  <a:lnTo>
                    <a:pt x="26190" y="26"/>
                  </a:lnTo>
                  <a:lnTo>
                    <a:pt x="25380" y="15"/>
                  </a:lnTo>
                  <a:lnTo>
                    <a:pt x="24599" y="5"/>
                  </a:lnTo>
                  <a:lnTo>
                    <a:pt x="23788" y="0"/>
                  </a:lnTo>
                  <a:close/>
                </a:path>
              </a:pathLst>
            </a:custGeom>
            <a:solidFill>
              <a:srgbClr val="A1C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66"/>
            <p:cNvSpPr/>
            <p:nvPr/>
          </p:nvSpPr>
          <p:spPr>
            <a:xfrm flipH="1">
              <a:off x="1487049" y="3476425"/>
              <a:ext cx="409168" cy="206600"/>
            </a:xfrm>
            <a:custGeom>
              <a:avLst/>
              <a:gdLst/>
              <a:ahLst/>
              <a:cxnLst/>
              <a:rect l="l" t="t" r="r" b="b"/>
              <a:pathLst>
                <a:path w="96502" h="8264" fill="none" extrusionOk="0">
                  <a:moveTo>
                    <a:pt x="23007" y="0"/>
                  </a:moveTo>
                  <a:lnTo>
                    <a:pt x="23007" y="0"/>
                  </a:lnTo>
                  <a:lnTo>
                    <a:pt x="23788" y="0"/>
                  </a:lnTo>
                  <a:lnTo>
                    <a:pt x="24599" y="5"/>
                  </a:lnTo>
                  <a:lnTo>
                    <a:pt x="25380" y="15"/>
                  </a:lnTo>
                  <a:lnTo>
                    <a:pt x="26190" y="26"/>
                  </a:lnTo>
                  <a:lnTo>
                    <a:pt x="68119" y="26"/>
                  </a:lnTo>
                  <a:lnTo>
                    <a:pt x="68119" y="26"/>
                  </a:lnTo>
                  <a:lnTo>
                    <a:pt x="68870" y="15"/>
                  </a:lnTo>
                  <a:lnTo>
                    <a:pt x="69621" y="10"/>
                  </a:lnTo>
                  <a:lnTo>
                    <a:pt x="71152" y="0"/>
                  </a:lnTo>
                  <a:lnTo>
                    <a:pt x="71152" y="0"/>
                  </a:lnTo>
                  <a:lnTo>
                    <a:pt x="72684" y="5"/>
                  </a:lnTo>
                  <a:lnTo>
                    <a:pt x="74216" y="26"/>
                  </a:lnTo>
                  <a:lnTo>
                    <a:pt x="75718" y="51"/>
                  </a:lnTo>
                  <a:lnTo>
                    <a:pt x="77189" y="92"/>
                  </a:lnTo>
                  <a:lnTo>
                    <a:pt x="77189" y="92"/>
                  </a:lnTo>
                  <a:lnTo>
                    <a:pt x="77370" y="153"/>
                  </a:lnTo>
                  <a:lnTo>
                    <a:pt x="77580" y="214"/>
                  </a:lnTo>
                  <a:lnTo>
                    <a:pt x="77790" y="275"/>
                  </a:lnTo>
                  <a:lnTo>
                    <a:pt x="78060" y="332"/>
                  </a:lnTo>
                  <a:lnTo>
                    <a:pt x="78361" y="388"/>
                  </a:lnTo>
                  <a:lnTo>
                    <a:pt x="78661" y="444"/>
                  </a:lnTo>
                  <a:lnTo>
                    <a:pt x="79021" y="495"/>
                  </a:lnTo>
                  <a:lnTo>
                    <a:pt x="79412" y="541"/>
                  </a:lnTo>
                  <a:lnTo>
                    <a:pt x="79862" y="587"/>
                  </a:lnTo>
                  <a:lnTo>
                    <a:pt x="80343" y="622"/>
                  </a:lnTo>
                  <a:lnTo>
                    <a:pt x="80854" y="658"/>
                  </a:lnTo>
                  <a:lnTo>
                    <a:pt x="81424" y="689"/>
                  </a:lnTo>
                  <a:lnTo>
                    <a:pt x="82025" y="714"/>
                  </a:lnTo>
                  <a:lnTo>
                    <a:pt x="82686" y="735"/>
                  </a:lnTo>
                  <a:lnTo>
                    <a:pt x="83376" y="745"/>
                  </a:lnTo>
                  <a:lnTo>
                    <a:pt x="84127" y="755"/>
                  </a:lnTo>
                  <a:lnTo>
                    <a:pt x="84127" y="755"/>
                  </a:lnTo>
                  <a:lnTo>
                    <a:pt x="84398" y="755"/>
                  </a:lnTo>
                  <a:lnTo>
                    <a:pt x="84398" y="755"/>
                  </a:lnTo>
                  <a:lnTo>
                    <a:pt x="85179" y="750"/>
                  </a:lnTo>
                  <a:lnTo>
                    <a:pt x="85929" y="735"/>
                  </a:lnTo>
                  <a:lnTo>
                    <a:pt x="86590" y="714"/>
                  </a:lnTo>
                  <a:lnTo>
                    <a:pt x="87221" y="683"/>
                  </a:lnTo>
                  <a:lnTo>
                    <a:pt x="87221" y="683"/>
                  </a:lnTo>
                  <a:lnTo>
                    <a:pt x="87762" y="740"/>
                  </a:lnTo>
                  <a:lnTo>
                    <a:pt x="88272" y="796"/>
                  </a:lnTo>
                  <a:lnTo>
                    <a:pt x="88753" y="852"/>
                  </a:lnTo>
                  <a:lnTo>
                    <a:pt x="89203" y="913"/>
                  </a:lnTo>
                  <a:lnTo>
                    <a:pt x="89654" y="969"/>
                  </a:lnTo>
                  <a:lnTo>
                    <a:pt x="90044" y="1030"/>
                  </a:lnTo>
                  <a:lnTo>
                    <a:pt x="90435" y="1092"/>
                  </a:lnTo>
                  <a:lnTo>
                    <a:pt x="90795" y="1158"/>
                  </a:lnTo>
                  <a:lnTo>
                    <a:pt x="90795" y="1158"/>
                  </a:lnTo>
                  <a:lnTo>
                    <a:pt x="91246" y="1239"/>
                  </a:lnTo>
                  <a:lnTo>
                    <a:pt x="91636" y="1321"/>
                  </a:lnTo>
                  <a:lnTo>
                    <a:pt x="92026" y="1403"/>
                  </a:lnTo>
                  <a:lnTo>
                    <a:pt x="92417" y="1489"/>
                  </a:lnTo>
                  <a:lnTo>
                    <a:pt x="92777" y="1576"/>
                  </a:lnTo>
                  <a:lnTo>
                    <a:pt x="93108" y="1663"/>
                  </a:lnTo>
                  <a:lnTo>
                    <a:pt x="93438" y="1750"/>
                  </a:lnTo>
                  <a:lnTo>
                    <a:pt x="93738" y="1841"/>
                  </a:lnTo>
                  <a:lnTo>
                    <a:pt x="94279" y="2025"/>
                  </a:lnTo>
                  <a:lnTo>
                    <a:pt x="94790" y="2209"/>
                  </a:lnTo>
                  <a:lnTo>
                    <a:pt x="95210" y="2402"/>
                  </a:lnTo>
                  <a:lnTo>
                    <a:pt x="95571" y="2596"/>
                  </a:lnTo>
                  <a:lnTo>
                    <a:pt x="95871" y="2790"/>
                  </a:lnTo>
                  <a:lnTo>
                    <a:pt x="96111" y="2989"/>
                  </a:lnTo>
                  <a:lnTo>
                    <a:pt x="96291" y="3193"/>
                  </a:lnTo>
                  <a:lnTo>
                    <a:pt x="96412" y="3392"/>
                  </a:lnTo>
                  <a:lnTo>
                    <a:pt x="96472" y="3596"/>
                  </a:lnTo>
                  <a:lnTo>
                    <a:pt x="96502" y="3805"/>
                  </a:lnTo>
                  <a:lnTo>
                    <a:pt x="96442" y="4009"/>
                  </a:lnTo>
                  <a:lnTo>
                    <a:pt x="96351" y="4213"/>
                  </a:lnTo>
                  <a:lnTo>
                    <a:pt x="96201" y="4417"/>
                  </a:lnTo>
                  <a:lnTo>
                    <a:pt x="96021" y="4621"/>
                  </a:lnTo>
                  <a:lnTo>
                    <a:pt x="95781" y="4820"/>
                  </a:lnTo>
                  <a:lnTo>
                    <a:pt x="95510" y="5024"/>
                  </a:lnTo>
                  <a:lnTo>
                    <a:pt x="95150" y="5223"/>
                  </a:lnTo>
                  <a:lnTo>
                    <a:pt x="94790" y="5417"/>
                  </a:lnTo>
                  <a:lnTo>
                    <a:pt x="94369" y="5611"/>
                  </a:lnTo>
                  <a:lnTo>
                    <a:pt x="93919" y="5799"/>
                  </a:lnTo>
                  <a:lnTo>
                    <a:pt x="93438" y="5988"/>
                  </a:lnTo>
                  <a:lnTo>
                    <a:pt x="92897" y="6172"/>
                  </a:lnTo>
                  <a:lnTo>
                    <a:pt x="92327" y="6350"/>
                  </a:lnTo>
                  <a:lnTo>
                    <a:pt x="91726" y="6524"/>
                  </a:lnTo>
                  <a:lnTo>
                    <a:pt x="91095" y="6687"/>
                  </a:lnTo>
                  <a:lnTo>
                    <a:pt x="90435" y="6850"/>
                  </a:lnTo>
                  <a:lnTo>
                    <a:pt x="89744" y="7008"/>
                  </a:lnTo>
                  <a:lnTo>
                    <a:pt x="88993" y="7156"/>
                  </a:lnTo>
                  <a:lnTo>
                    <a:pt x="88993" y="7156"/>
                  </a:lnTo>
                  <a:lnTo>
                    <a:pt x="88633" y="7233"/>
                  </a:lnTo>
                  <a:lnTo>
                    <a:pt x="88212" y="7299"/>
                  </a:lnTo>
                  <a:lnTo>
                    <a:pt x="87792" y="7370"/>
                  </a:lnTo>
                  <a:lnTo>
                    <a:pt x="87341" y="7432"/>
                  </a:lnTo>
                  <a:lnTo>
                    <a:pt x="86891" y="7493"/>
                  </a:lnTo>
                  <a:lnTo>
                    <a:pt x="86410" y="7554"/>
                  </a:lnTo>
                  <a:lnTo>
                    <a:pt x="85929" y="7610"/>
                  </a:lnTo>
                  <a:lnTo>
                    <a:pt x="85419" y="7666"/>
                  </a:lnTo>
                  <a:lnTo>
                    <a:pt x="84908" y="7717"/>
                  </a:lnTo>
                  <a:lnTo>
                    <a:pt x="84368" y="7763"/>
                  </a:lnTo>
                  <a:lnTo>
                    <a:pt x="83827" y="7814"/>
                  </a:lnTo>
                  <a:lnTo>
                    <a:pt x="83256" y="7855"/>
                  </a:lnTo>
                  <a:lnTo>
                    <a:pt x="82115" y="7937"/>
                  </a:lnTo>
                  <a:lnTo>
                    <a:pt x="80914" y="8008"/>
                  </a:lnTo>
                  <a:lnTo>
                    <a:pt x="79682" y="8069"/>
                  </a:lnTo>
                  <a:lnTo>
                    <a:pt x="78421" y="8120"/>
                  </a:lnTo>
                  <a:lnTo>
                    <a:pt x="77129" y="8166"/>
                  </a:lnTo>
                  <a:lnTo>
                    <a:pt x="75808" y="8202"/>
                  </a:lnTo>
                  <a:lnTo>
                    <a:pt x="74486" y="8227"/>
                  </a:lnTo>
                  <a:lnTo>
                    <a:pt x="73165" y="8248"/>
                  </a:lnTo>
                  <a:lnTo>
                    <a:pt x="71813" y="8258"/>
                  </a:lnTo>
                  <a:lnTo>
                    <a:pt x="70462" y="8263"/>
                  </a:lnTo>
                  <a:lnTo>
                    <a:pt x="26881" y="8263"/>
                  </a:lnTo>
                  <a:lnTo>
                    <a:pt x="26881" y="8263"/>
                  </a:lnTo>
                  <a:lnTo>
                    <a:pt x="25289" y="8258"/>
                  </a:lnTo>
                  <a:lnTo>
                    <a:pt x="23668" y="8243"/>
                  </a:lnTo>
                  <a:lnTo>
                    <a:pt x="22076" y="8217"/>
                  </a:lnTo>
                  <a:lnTo>
                    <a:pt x="20514" y="8181"/>
                  </a:lnTo>
                  <a:lnTo>
                    <a:pt x="20514" y="8181"/>
                  </a:lnTo>
                  <a:lnTo>
                    <a:pt x="20304" y="8125"/>
                  </a:lnTo>
                  <a:lnTo>
                    <a:pt x="20093" y="8069"/>
                  </a:lnTo>
                  <a:lnTo>
                    <a:pt x="19853" y="8018"/>
                  </a:lnTo>
                  <a:lnTo>
                    <a:pt x="19583" y="7967"/>
                  </a:lnTo>
                  <a:lnTo>
                    <a:pt x="19282" y="7921"/>
                  </a:lnTo>
                  <a:lnTo>
                    <a:pt x="18952" y="7875"/>
                  </a:lnTo>
                  <a:lnTo>
                    <a:pt x="18622" y="7835"/>
                  </a:lnTo>
                  <a:lnTo>
                    <a:pt x="18231" y="7794"/>
                  </a:lnTo>
                  <a:lnTo>
                    <a:pt x="17811" y="7758"/>
                  </a:lnTo>
                  <a:lnTo>
                    <a:pt x="17360" y="7722"/>
                  </a:lnTo>
                  <a:lnTo>
                    <a:pt x="16850" y="7692"/>
                  </a:lnTo>
                  <a:lnTo>
                    <a:pt x="16339" y="7666"/>
                  </a:lnTo>
                  <a:lnTo>
                    <a:pt x="15768" y="7646"/>
                  </a:lnTo>
                  <a:lnTo>
                    <a:pt x="15168" y="7631"/>
                  </a:lnTo>
                  <a:lnTo>
                    <a:pt x="14537" y="7620"/>
                  </a:lnTo>
                  <a:lnTo>
                    <a:pt x="13846" y="7615"/>
                  </a:lnTo>
                  <a:lnTo>
                    <a:pt x="13846" y="7615"/>
                  </a:lnTo>
                  <a:lnTo>
                    <a:pt x="13576" y="7615"/>
                  </a:lnTo>
                  <a:lnTo>
                    <a:pt x="13576" y="7615"/>
                  </a:lnTo>
                  <a:lnTo>
                    <a:pt x="12765" y="7620"/>
                  </a:lnTo>
                  <a:lnTo>
                    <a:pt x="12044" y="7636"/>
                  </a:lnTo>
                  <a:lnTo>
                    <a:pt x="11353" y="7656"/>
                  </a:lnTo>
                  <a:lnTo>
                    <a:pt x="10723" y="7687"/>
                  </a:lnTo>
                  <a:lnTo>
                    <a:pt x="10723" y="7687"/>
                  </a:lnTo>
                  <a:lnTo>
                    <a:pt x="9822" y="7605"/>
                  </a:lnTo>
                  <a:lnTo>
                    <a:pt x="8981" y="7513"/>
                  </a:lnTo>
                  <a:lnTo>
                    <a:pt x="8230" y="7427"/>
                  </a:lnTo>
                  <a:lnTo>
                    <a:pt x="7899" y="7381"/>
                  </a:lnTo>
                  <a:lnTo>
                    <a:pt x="7569" y="7330"/>
                  </a:lnTo>
                  <a:lnTo>
                    <a:pt x="7569" y="7330"/>
                  </a:lnTo>
                  <a:lnTo>
                    <a:pt x="6788" y="7207"/>
                  </a:lnTo>
                  <a:lnTo>
                    <a:pt x="6067" y="7075"/>
                  </a:lnTo>
                  <a:lnTo>
                    <a:pt x="5346" y="6942"/>
                  </a:lnTo>
                  <a:lnTo>
                    <a:pt x="4686" y="6804"/>
                  </a:lnTo>
                  <a:lnTo>
                    <a:pt x="4085" y="6656"/>
                  </a:lnTo>
                  <a:lnTo>
                    <a:pt x="3514" y="6514"/>
                  </a:lnTo>
                  <a:lnTo>
                    <a:pt x="2974" y="6361"/>
                  </a:lnTo>
                  <a:lnTo>
                    <a:pt x="2463" y="6208"/>
                  </a:lnTo>
                  <a:lnTo>
                    <a:pt x="2013" y="6044"/>
                  </a:lnTo>
                  <a:lnTo>
                    <a:pt x="1622" y="5881"/>
                  </a:lnTo>
                  <a:lnTo>
                    <a:pt x="1262" y="5718"/>
                  </a:lnTo>
                  <a:lnTo>
                    <a:pt x="931" y="5544"/>
                  </a:lnTo>
                  <a:lnTo>
                    <a:pt x="661" y="5371"/>
                  </a:lnTo>
                  <a:lnTo>
                    <a:pt x="421" y="5198"/>
                  </a:lnTo>
                  <a:lnTo>
                    <a:pt x="240" y="5014"/>
                  </a:lnTo>
                  <a:lnTo>
                    <a:pt x="120" y="4830"/>
                  </a:lnTo>
                  <a:lnTo>
                    <a:pt x="30" y="4647"/>
                  </a:lnTo>
                  <a:lnTo>
                    <a:pt x="0" y="4458"/>
                  </a:lnTo>
                  <a:lnTo>
                    <a:pt x="0" y="4264"/>
                  </a:lnTo>
                  <a:lnTo>
                    <a:pt x="60" y="4070"/>
                  </a:lnTo>
                  <a:lnTo>
                    <a:pt x="180" y="3871"/>
                  </a:lnTo>
                  <a:lnTo>
                    <a:pt x="331" y="3672"/>
                  </a:lnTo>
                  <a:lnTo>
                    <a:pt x="541" y="3468"/>
                  </a:lnTo>
                  <a:lnTo>
                    <a:pt x="811" y="3264"/>
                  </a:lnTo>
                  <a:lnTo>
                    <a:pt x="1111" y="3055"/>
                  </a:lnTo>
                  <a:lnTo>
                    <a:pt x="1472" y="2846"/>
                  </a:lnTo>
                  <a:lnTo>
                    <a:pt x="1892" y="2632"/>
                  </a:lnTo>
                  <a:lnTo>
                    <a:pt x="2373" y="2423"/>
                  </a:lnTo>
                  <a:lnTo>
                    <a:pt x="2914" y="2203"/>
                  </a:lnTo>
                  <a:lnTo>
                    <a:pt x="3484" y="1989"/>
                  </a:lnTo>
                  <a:lnTo>
                    <a:pt x="4115" y="1770"/>
                  </a:lnTo>
                  <a:lnTo>
                    <a:pt x="4836" y="1546"/>
                  </a:lnTo>
                  <a:lnTo>
                    <a:pt x="4836" y="1546"/>
                  </a:lnTo>
                  <a:lnTo>
                    <a:pt x="5166" y="1449"/>
                  </a:lnTo>
                  <a:lnTo>
                    <a:pt x="5527" y="1352"/>
                  </a:lnTo>
                  <a:lnTo>
                    <a:pt x="5917" y="1260"/>
                  </a:lnTo>
                  <a:lnTo>
                    <a:pt x="6307" y="1168"/>
                  </a:lnTo>
                  <a:lnTo>
                    <a:pt x="6728" y="1081"/>
                  </a:lnTo>
                  <a:lnTo>
                    <a:pt x="7178" y="1000"/>
                  </a:lnTo>
                  <a:lnTo>
                    <a:pt x="7629" y="923"/>
                  </a:lnTo>
                  <a:lnTo>
                    <a:pt x="8110" y="847"/>
                  </a:lnTo>
                  <a:lnTo>
                    <a:pt x="8590" y="775"/>
                  </a:lnTo>
                  <a:lnTo>
                    <a:pt x="9101" y="709"/>
                  </a:lnTo>
                  <a:lnTo>
                    <a:pt x="9641" y="643"/>
                  </a:lnTo>
                  <a:lnTo>
                    <a:pt x="10182" y="581"/>
                  </a:lnTo>
                  <a:lnTo>
                    <a:pt x="10723" y="520"/>
                  </a:lnTo>
                  <a:lnTo>
                    <a:pt x="11293" y="469"/>
                  </a:lnTo>
                  <a:lnTo>
                    <a:pt x="11864" y="413"/>
                  </a:lnTo>
                  <a:lnTo>
                    <a:pt x="12435" y="367"/>
                  </a:lnTo>
                  <a:lnTo>
                    <a:pt x="13035" y="321"/>
                  </a:lnTo>
                  <a:lnTo>
                    <a:pt x="13666" y="281"/>
                  </a:lnTo>
                  <a:lnTo>
                    <a:pt x="14267" y="240"/>
                  </a:lnTo>
                  <a:lnTo>
                    <a:pt x="14897" y="204"/>
                  </a:lnTo>
                  <a:lnTo>
                    <a:pt x="15558" y="168"/>
                  </a:lnTo>
                  <a:lnTo>
                    <a:pt x="16189" y="138"/>
                  </a:lnTo>
                  <a:lnTo>
                    <a:pt x="16850" y="112"/>
                  </a:lnTo>
                  <a:lnTo>
                    <a:pt x="17510" y="87"/>
                  </a:lnTo>
                  <a:lnTo>
                    <a:pt x="18201" y="66"/>
                  </a:lnTo>
                  <a:lnTo>
                    <a:pt x="18862" y="46"/>
                  </a:lnTo>
                  <a:lnTo>
                    <a:pt x="20244" y="20"/>
                  </a:lnTo>
                  <a:lnTo>
                    <a:pt x="21625" y="5"/>
                  </a:lnTo>
                  <a:lnTo>
                    <a:pt x="2300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66"/>
            <p:cNvSpPr/>
            <p:nvPr/>
          </p:nvSpPr>
          <p:spPr>
            <a:xfrm flipH="1">
              <a:off x="1809238" y="3666800"/>
              <a:ext cx="41518" cy="14175"/>
            </a:xfrm>
            <a:custGeom>
              <a:avLst/>
              <a:gdLst/>
              <a:ahLst/>
              <a:cxnLst/>
              <a:rect l="l" t="t" r="r" b="b"/>
              <a:pathLst>
                <a:path w="9792" h="567" extrusionOk="0">
                  <a:moveTo>
                    <a:pt x="2854" y="0"/>
                  </a:moveTo>
                  <a:lnTo>
                    <a:pt x="2043" y="5"/>
                  </a:lnTo>
                  <a:lnTo>
                    <a:pt x="1322" y="21"/>
                  </a:lnTo>
                  <a:lnTo>
                    <a:pt x="631" y="41"/>
                  </a:lnTo>
                  <a:lnTo>
                    <a:pt x="1" y="72"/>
                  </a:lnTo>
                  <a:lnTo>
                    <a:pt x="1022" y="153"/>
                  </a:lnTo>
                  <a:lnTo>
                    <a:pt x="2103" y="230"/>
                  </a:lnTo>
                  <a:lnTo>
                    <a:pt x="3274" y="301"/>
                  </a:lnTo>
                  <a:lnTo>
                    <a:pt x="4476" y="368"/>
                  </a:lnTo>
                  <a:lnTo>
                    <a:pt x="5767" y="424"/>
                  </a:lnTo>
                  <a:lnTo>
                    <a:pt x="7059" y="480"/>
                  </a:lnTo>
                  <a:lnTo>
                    <a:pt x="8410" y="526"/>
                  </a:lnTo>
                  <a:lnTo>
                    <a:pt x="9792" y="566"/>
                  </a:lnTo>
                  <a:lnTo>
                    <a:pt x="9582" y="510"/>
                  </a:lnTo>
                  <a:lnTo>
                    <a:pt x="9371" y="454"/>
                  </a:lnTo>
                  <a:lnTo>
                    <a:pt x="9131" y="403"/>
                  </a:lnTo>
                  <a:lnTo>
                    <a:pt x="8861" y="352"/>
                  </a:lnTo>
                  <a:lnTo>
                    <a:pt x="8560" y="306"/>
                  </a:lnTo>
                  <a:lnTo>
                    <a:pt x="8230" y="260"/>
                  </a:lnTo>
                  <a:lnTo>
                    <a:pt x="7900" y="220"/>
                  </a:lnTo>
                  <a:lnTo>
                    <a:pt x="7509" y="179"/>
                  </a:lnTo>
                  <a:lnTo>
                    <a:pt x="7089" y="143"/>
                  </a:lnTo>
                  <a:lnTo>
                    <a:pt x="6638" y="107"/>
                  </a:lnTo>
                  <a:lnTo>
                    <a:pt x="6128" y="77"/>
                  </a:lnTo>
                  <a:lnTo>
                    <a:pt x="5617" y="51"/>
                  </a:lnTo>
                  <a:lnTo>
                    <a:pt x="5046" y="31"/>
                  </a:lnTo>
                  <a:lnTo>
                    <a:pt x="4446" y="16"/>
                  </a:lnTo>
                  <a:lnTo>
                    <a:pt x="3815" y="5"/>
                  </a:lnTo>
                  <a:lnTo>
                    <a:pt x="3124" y="0"/>
                  </a:lnTo>
                  <a:close/>
                </a:path>
              </a:pathLst>
            </a:custGeom>
            <a:solidFill>
              <a:srgbClr val="00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66"/>
            <p:cNvSpPr/>
            <p:nvPr/>
          </p:nvSpPr>
          <p:spPr>
            <a:xfrm flipH="1">
              <a:off x="1809238" y="3666800"/>
              <a:ext cx="41518" cy="14175"/>
            </a:xfrm>
            <a:custGeom>
              <a:avLst/>
              <a:gdLst/>
              <a:ahLst/>
              <a:cxnLst/>
              <a:rect l="l" t="t" r="r" b="b"/>
              <a:pathLst>
                <a:path w="9792" h="567" fill="none" extrusionOk="0">
                  <a:moveTo>
                    <a:pt x="2854" y="0"/>
                  </a:moveTo>
                  <a:lnTo>
                    <a:pt x="2854" y="0"/>
                  </a:lnTo>
                  <a:lnTo>
                    <a:pt x="3124" y="0"/>
                  </a:lnTo>
                  <a:lnTo>
                    <a:pt x="3124" y="0"/>
                  </a:lnTo>
                  <a:lnTo>
                    <a:pt x="3815" y="5"/>
                  </a:lnTo>
                  <a:lnTo>
                    <a:pt x="4446" y="16"/>
                  </a:lnTo>
                  <a:lnTo>
                    <a:pt x="5046" y="31"/>
                  </a:lnTo>
                  <a:lnTo>
                    <a:pt x="5617" y="51"/>
                  </a:lnTo>
                  <a:lnTo>
                    <a:pt x="6128" y="77"/>
                  </a:lnTo>
                  <a:lnTo>
                    <a:pt x="6638" y="107"/>
                  </a:lnTo>
                  <a:lnTo>
                    <a:pt x="7089" y="143"/>
                  </a:lnTo>
                  <a:lnTo>
                    <a:pt x="7509" y="179"/>
                  </a:lnTo>
                  <a:lnTo>
                    <a:pt x="7900" y="220"/>
                  </a:lnTo>
                  <a:lnTo>
                    <a:pt x="8230" y="260"/>
                  </a:lnTo>
                  <a:lnTo>
                    <a:pt x="8560" y="306"/>
                  </a:lnTo>
                  <a:lnTo>
                    <a:pt x="8861" y="352"/>
                  </a:lnTo>
                  <a:lnTo>
                    <a:pt x="9131" y="403"/>
                  </a:lnTo>
                  <a:lnTo>
                    <a:pt x="9371" y="454"/>
                  </a:lnTo>
                  <a:lnTo>
                    <a:pt x="9582" y="510"/>
                  </a:lnTo>
                  <a:lnTo>
                    <a:pt x="9792" y="566"/>
                  </a:lnTo>
                  <a:lnTo>
                    <a:pt x="9792" y="566"/>
                  </a:lnTo>
                  <a:lnTo>
                    <a:pt x="8410" y="526"/>
                  </a:lnTo>
                  <a:lnTo>
                    <a:pt x="7059" y="480"/>
                  </a:lnTo>
                  <a:lnTo>
                    <a:pt x="5767" y="424"/>
                  </a:lnTo>
                  <a:lnTo>
                    <a:pt x="4476" y="368"/>
                  </a:lnTo>
                  <a:lnTo>
                    <a:pt x="3274" y="301"/>
                  </a:lnTo>
                  <a:lnTo>
                    <a:pt x="2103" y="230"/>
                  </a:lnTo>
                  <a:lnTo>
                    <a:pt x="1022" y="153"/>
                  </a:lnTo>
                  <a:lnTo>
                    <a:pt x="1" y="72"/>
                  </a:lnTo>
                  <a:lnTo>
                    <a:pt x="1" y="72"/>
                  </a:lnTo>
                  <a:lnTo>
                    <a:pt x="631" y="41"/>
                  </a:lnTo>
                  <a:lnTo>
                    <a:pt x="1322" y="21"/>
                  </a:lnTo>
                  <a:lnTo>
                    <a:pt x="2043" y="5"/>
                  </a:lnTo>
                  <a:lnTo>
                    <a:pt x="285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66"/>
            <p:cNvSpPr/>
            <p:nvPr/>
          </p:nvSpPr>
          <p:spPr>
            <a:xfrm flipH="1">
              <a:off x="1526400" y="3478700"/>
              <a:ext cx="42536" cy="16600"/>
            </a:xfrm>
            <a:custGeom>
              <a:avLst/>
              <a:gdLst/>
              <a:ahLst/>
              <a:cxnLst/>
              <a:rect l="l" t="t" r="r" b="b"/>
              <a:pathLst>
                <a:path w="10032" h="664" extrusionOk="0">
                  <a:moveTo>
                    <a:pt x="0" y="1"/>
                  </a:moveTo>
                  <a:lnTo>
                    <a:pt x="181" y="62"/>
                  </a:lnTo>
                  <a:lnTo>
                    <a:pt x="391" y="123"/>
                  </a:lnTo>
                  <a:lnTo>
                    <a:pt x="601" y="184"/>
                  </a:lnTo>
                  <a:lnTo>
                    <a:pt x="871" y="241"/>
                  </a:lnTo>
                  <a:lnTo>
                    <a:pt x="1172" y="297"/>
                  </a:lnTo>
                  <a:lnTo>
                    <a:pt x="1472" y="353"/>
                  </a:lnTo>
                  <a:lnTo>
                    <a:pt x="1832" y="404"/>
                  </a:lnTo>
                  <a:lnTo>
                    <a:pt x="2223" y="450"/>
                  </a:lnTo>
                  <a:lnTo>
                    <a:pt x="2673" y="496"/>
                  </a:lnTo>
                  <a:lnTo>
                    <a:pt x="3154" y="531"/>
                  </a:lnTo>
                  <a:lnTo>
                    <a:pt x="3665" y="567"/>
                  </a:lnTo>
                  <a:lnTo>
                    <a:pt x="4235" y="598"/>
                  </a:lnTo>
                  <a:lnTo>
                    <a:pt x="4836" y="623"/>
                  </a:lnTo>
                  <a:lnTo>
                    <a:pt x="5497" y="644"/>
                  </a:lnTo>
                  <a:lnTo>
                    <a:pt x="6187" y="654"/>
                  </a:lnTo>
                  <a:lnTo>
                    <a:pt x="6938" y="664"/>
                  </a:lnTo>
                  <a:lnTo>
                    <a:pt x="7209" y="664"/>
                  </a:lnTo>
                  <a:lnTo>
                    <a:pt x="7990" y="659"/>
                  </a:lnTo>
                  <a:lnTo>
                    <a:pt x="8740" y="644"/>
                  </a:lnTo>
                  <a:lnTo>
                    <a:pt x="9401" y="623"/>
                  </a:lnTo>
                  <a:lnTo>
                    <a:pt x="10032" y="592"/>
                  </a:lnTo>
                  <a:lnTo>
                    <a:pt x="8981" y="496"/>
                  </a:lnTo>
                  <a:lnTo>
                    <a:pt x="7839" y="404"/>
                  </a:lnTo>
                  <a:lnTo>
                    <a:pt x="6668" y="317"/>
                  </a:lnTo>
                  <a:lnTo>
                    <a:pt x="5407" y="241"/>
                  </a:lnTo>
                  <a:lnTo>
                    <a:pt x="4115" y="164"/>
                  </a:lnTo>
                  <a:lnTo>
                    <a:pt x="2794" y="103"/>
                  </a:lnTo>
                  <a:lnTo>
                    <a:pt x="1412" y="47"/>
                  </a:lnTo>
                  <a:lnTo>
                    <a:pt x="0" y="1"/>
                  </a:lnTo>
                  <a:close/>
                </a:path>
              </a:pathLst>
            </a:custGeom>
            <a:solidFill>
              <a:srgbClr val="399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66"/>
            <p:cNvSpPr/>
            <p:nvPr/>
          </p:nvSpPr>
          <p:spPr>
            <a:xfrm flipH="1">
              <a:off x="1526400" y="3478700"/>
              <a:ext cx="42536" cy="16600"/>
            </a:xfrm>
            <a:custGeom>
              <a:avLst/>
              <a:gdLst/>
              <a:ahLst/>
              <a:cxnLst/>
              <a:rect l="l" t="t" r="r" b="b"/>
              <a:pathLst>
                <a:path w="10032" h="664" fill="none" extrusionOk="0">
                  <a:moveTo>
                    <a:pt x="0" y="1"/>
                  </a:moveTo>
                  <a:lnTo>
                    <a:pt x="0" y="1"/>
                  </a:lnTo>
                  <a:lnTo>
                    <a:pt x="1412" y="47"/>
                  </a:lnTo>
                  <a:lnTo>
                    <a:pt x="2794" y="103"/>
                  </a:lnTo>
                  <a:lnTo>
                    <a:pt x="4115" y="164"/>
                  </a:lnTo>
                  <a:lnTo>
                    <a:pt x="5407" y="241"/>
                  </a:lnTo>
                  <a:lnTo>
                    <a:pt x="6668" y="317"/>
                  </a:lnTo>
                  <a:lnTo>
                    <a:pt x="7839" y="404"/>
                  </a:lnTo>
                  <a:lnTo>
                    <a:pt x="8981" y="496"/>
                  </a:lnTo>
                  <a:lnTo>
                    <a:pt x="10032" y="592"/>
                  </a:lnTo>
                  <a:lnTo>
                    <a:pt x="10032" y="592"/>
                  </a:lnTo>
                  <a:lnTo>
                    <a:pt x="9401" y="623"/>
                  </a:lnTo>
                  <a:lnTo>
                    <a:pt x="8740" y="644"/>
                  </a:lnTo>
                  <a:lnTo>
                    <a:pt x="7990" y="659"/>
                  </a:lnTo>
                  <a:lnTo>
                    <a:pt x="7209" y="664"/>
                  </a:lnTo>
                  <a:lnTo>
                    <a:pt x="7209" y="664"/>
                  </a:lnTo>
                  <a:lnTo>
                    <a:pt x="6938" y="664"/>
                  </a:lnTo>
                  <a:lnTo>
                    <a:pt x="6938" y="664"/>
                  </a:lnTo>
                  <a:lnTo>
                    <a:pt x="6187" y="654"/>
                  </a:lnTo>
                  <a:lnTo>
                    <a:pt x="5497" y="644"/>
                  </a:lnTo>
                  <a:lnTo>
                    <a:pt x="4836" y="623"/>
                  </a:lnTo>
                  <a:lnTo>
                    <a:pt x="4235" y="598"/>
                  </a:lnTo>
                  <a:lnTo>
                    <a:pt x="3665" y="567"/>
                  </a:lnTo>
                  <a:lnTo>
                    <a:pt x="3154" y="531"/>
                  </a:lnTo>
                  <a:lnTo>
                    <a:pt x="2673" y="496"/>
                  </a:lnTo>
                  <a:lnTo>
                    <a:pt x="2223" y="450"/>
                  </a:lnTo>
                  <a:lnTo>
                    <a:pt x="1832" y="404"/>
                  </a:lnTo>
                  <a:lnTo>
                    <a:pt x="1472" y="353"/>
                  </a:lnTo>
                  <a:lnTo>
                    <a:pt x="1172" y="297"/>
                  </a:lnTo>
                  <a:lnTo>
                    <a:pt x="871" y="241"/>
                  </a:lnTo>
                  <a:lnTo>
                    <a:pt x="601" y="184"/>
                  </a:lnTo>
                  <a:lnTo>
                    <a:pt x="391" y="123"/>
                  </a:lnTo>
                  <a:lnTo>
                    <a:pt x="181" y="62"/>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5" name="Google Shape;1305;p66"/>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306" name="Google Shape;1306;p66"/>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66"/>
          <p:cNvSpPr/>
          <p:nvPr/>
        </p:nvSpPr>
        <p:spPr>
          <a:xfrm rot="10800000">
            <a:off x="8508368" y="2423333"/>
            <a:ext cx="162495" cy="3295"/>
          </a:xfrm>
          <a:custGeom>
            <a:avLst/>
            <a:gdLst/>
            <a:ahLst/>
            <a:cxnLst/>
            <a:rect l="l" t="t" r="r" b="b"/>
            <a:pathLst>
              <a:path w="1773" h="8" fill="none" extrusionOk="0">
                <a:moveTo>
                  <a:pt x="1" y="7"/>
                </a:moveTo>
                <a:lnTo>
                  <a:pt x="1773" y="7"/>
                </a:lnTo>
                <a:lnTo>
                  <a:pt x="1773" y="7"/>
                </a:lnTo>
                <a:lnTo>
                  <a:pt x="132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66"/>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309" name="Google Shape;1309;p66"/>
          <p:cNvSpPr txBox="1">
            <a:spLocks noGrp="1"/>
          </p:cNvSpPr>
          <p:nvPr>
            <p:ph type="subTitle" idx="3"/>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310" name="Google Shape;1310;p66"/>
          <p:cNvSpPr txBox="1">
            <a:spLocks noGrp="1"/>
          </p:cNvSpPr>
          <p:nvPr>
            <p:ph type="subTitle" idx="4"/>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311" name="Google Shape;1311;p66"/>
          <p:cNvSpPr txBox="1">
            <a:spLocks noGrp="1"/>
          </p:cNvSpPr>
          <p:nvPr>
            <p:ph type="subTitle" idx="5"/>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1pPr>
            <a:lvl2pPr lvl="1"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2pPr>
            <a:lvl3pPr lvl="2"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3pPr>
            <a:lvl4pPr lvl="3"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4pPr>
            <a:lvl5pPr lvl="4"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5pPr>
            <a:lvl6pPr lvl="5"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6pPr>
            <a:lvl7pPr lvl="6"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7pPr>
            <a:lvl8pPr lvl="7"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8pPr>
            <a:lvl9pPr lvl="8" rtl="0">
              <a:spcBef>
                <a:spcPts val="1600"/>
              </a:spcBef>
              <a:spcAft>
                <a:spcPts val="1600"/>
              </a:spcAft>
              <a:buClr>
                <a:srgbClr val="5AB759"/>
              </a:buClr>
              <a:buSzPts val="900"/>
              <a:buFont typeface="Lato Black"/>
              <a:buNone/>
              <a:defRPr>
                <a:solidFill>
                  <a:srgbClr val="5AB759"/>
                </a:solidFill>
                <a:latin typeface="Lato Black"/>
                <a:ea typeface="Lato Black"/>
                <a:cs typeface="Lato Black"/>
                <a:sym typeface="Lato Black"/>
              </a:defRPr>
            </a:lvl9pPr>
          </a:lstStyle>
          <a:p>
            <a:endParaRPr/>
          </a:p>
        </p:txBody>
      </p:sp>
      <p:sp>
        <p:nvSpPr>
          <p:cNvPr id="1312" name="Google Shape;1312;p66"/>
          <p:cNvSpPr txBox="1">
            <a:spLocks noGrp="1"/>
          </p:cNvSpPr>
          <p:nvPr>
            <p:ph type="subTitle" idx="6"/>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1pPr>
            <a:lvl2pPr lvl="1"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2pPr>
            <a:lvl3pPr lvl="2"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3pPr>
            <a:lvl4pPr lvl="3"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4pPr>
            <a:lvl5pPr lvl="4"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5pPr>
            <a:lvl6pPr lvl="5"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6pPr>
            <a:lvl7pPr lvl="6"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7pPr>
            <a:lvl8pPr lvl="7"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8pPr>
            <a:lvl9pPr lvl="8" rtl="0">
              <a:spcBef>
                <a:spcPts val="1600"/>
              </a:spcBef>
              <a:spcAft>
                <a:spcPts val="1600"/>
              </a:spcAft>
              <a:buClr>
                <a:srgbClr val="5AB759"/>
              </a:buClr>
              <a:buSzPts val="900"/>
              <a:buFont typeface="Lato Black"/>
              <a:buNone/>
              <a:defRPr>
                <a:solidFill>
                  <a:srgbClr val="5AB759"/>
                </a:solidFill>
                <a:latin typeface="Lato Black"/>
                <a:ea typeface="Lato Black"/>
                <a:cs typeface="Lato Black"/>
                <a:sym typeface="Lato Black"/>
              </a:defRPr>
            </a:lvl9pPr>
          </a:lstStyle>
          <a:p>
            <a:endParaRPr/>
          </a:p>
        </p:txBody>
      </p:sp>
      <p:sp>
        <p:nvSpPr>
          <p:cNvPr id="1313" name="Google Shape;1313;p66"/>
          <p:cNvSpPr txBox="1">
            <a:spLocks noGrp="1"/>
          </p:cNvSpPr>
          <p:nvPr>
            <p:ph type="title" idx="7"/>
          </p:nvPr>
        </p:nvSpPr>
        <p:spPr>
          <a:xfrm>
            <a:off x="5604325" y="2324400"/>
            <a:ext cx="2506800" cy="8373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314" name="Google Shape;1314;p66"/>
          <p:cNvSpPr txBox="1">
            <a:spLocks noGrp="1"/>
          </p:cNvSpPr>
          <p:nvPr>
            <p:ph type="title" idx="8"/>
          </p:nvPr>
        </p:nvSpPr>
        <p:spPr>
          <a:xfrm>
            <a:off x="5604325" y="3254700"/>
            <a:ext cx="2610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315" name="Google Shape;1315;p66"/>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66"/>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66"/>
          <p:cNvSpPr txBox="1">
            <a:spLocks noGrp="1"/>
          </p:cNvSpPr>
          <p:nvPr>
            <p:ph type="subTitle" idx="9"/>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318" name="Google Shape;1318;p66"/>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Green - Photo Right">
  <p:cSld name="TITLE_AND_BODY_1_1_1">
    <p:spTree>
      <p:nvGrpSpPr>
        <p:cNvPr id="1" name="Shape 1319"/>
        <p:cNvGrpSpPr/>
        <p:nvPr/>
      </p:nvGrpSpPr>
      <p:grpSpPr>
        <a:xfrm>
          <a:off x="0" y="0"/>
          <a:ext cx="0" cy="0"/>
          <a:chOff x="0" y="0"/>
          <a:chExt cx="0" cy="0"/>
        </a:xfrm>
      </p:grpSpPr>
      <p:sp>
        <p:nvSpPr>
          <p:cNvPr id="1320" name="Google Shape;1320;p67"/>
          <p:cNvSpPr>
            <a:spLocks noGrp="1"/>
          </p:cNvSpPr>
          <p:nvPr>
            <p:ph type="pic" idx="2"/>
          </p:nvPr>
        </p:nvSpPr>
        <p:spPr>
          <a:xfrm>
            <a:off x="4762806" y="1534487"/>
            <a:ext cx="3150600" cy="1609200"/>
          </a:xfrm>
          <a:prstGeom prst="rect">
            <a:avLst/>
          </a:prstGeom>
          <a:noFill/>
          <a:ln>
            <a:noFill/>
          </a:ln>
        </p:spPr>
      </p:sp>
      <p:sp>
        <p:nvSpPr>
          <p:cNvPr id="1321" name="Google Shape;1321;p67"/>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322" name="Google Shape;1322;p67"/>
          <p:cNvSpPr/>
          <p:nvPr/>
        </p:nvSpPr>
        <p:spPr>
          <a:xfrm rot="10800000">
            <a:off x="4278980" y="612648"/>
            <a:ext cx="6220545" cy="3416907"/>
          </a:xfrm>
          <a:custGeom>
            <a:avLst/>
            <a:gdLst/>
            <a:ahLst/>
            <a:cxnLst/>
            <a:rect l="l" t="t" r="r" b="b"/>
            <a:pathLst>
              <a:path w="65507" h="8007" fill="none" extrusionOk="0">
                <a:moveTo>
                  <a:pt x="65507" y="8006"/>
                </a:moveTo>
                <a:lnTo>
                  <a:pt x="65507" y="0"/>
                </a:lnTo>
                <a:lnTo>
                  <a:pt x="1" y="0"/>
                </a:lnTo>
                <a:lnTo>
                  <a:pt x="1" y="8006"/>
                </a:lnTo>
                <a:lnTo>
                  <a:pt x="65507" y="800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67"/>
          <p:cNvSpPr/>
          <p:nvPr/>
        </p:nvSpPr>
        <p:spPr>
          <a:xfrm rot="10800000">
            <a:off x="4592727" y="942522"/>
            <a:ext cx="5658666" cy="2720468"/>
          </a:xfrm>
          <a:custGeom>
            <a:avLst/>
            <a:gdLst/>
            <a:ahLst/>
            <a:cxnLst/>
            <a:rect l="l" t="t" r="r" b="b"/>
            <a:pathLst>
              <a:path w="59590" h="6375" fill="none" extrusionOk="0">
                <a:moveTo>
                  <a:pt x="1443" y="608"/>
                </a:moveTo>
                <a:lnTo>
                  <a:pt x="1443" y="608"/>
                </a:lnTo>
                <a:lnTo>
                  <a:pt x="1683" y="522"/>
                </a:lnTo>
                <a:lnTo>
                  <a:pt x="1953" y="443"/>
                </a:lnTo>
                <a:lnTo>
                  <a:pt x="2254" y="370"/>
                </a:lnTo>
                <a:lnTo>
                  <a:pt x="2584" y="304"/>
                </a:lnTo>
                <a:lnTo>
                  <a:pt x="2944" y="245"/>
                </a:lnTo>
                <a:lnTo>
                  <a:pt x="3305" y="192"/>
                </a:lnTo>
                <a:lnTo>
                  <a:pt x="3725" y="145"/>
                </a:lnTo>
                <a:lnTo>
                  <a:pt x="4116" y="106"/>
                </a:lnTo>
                <a:lnTo>
                  <a:pt x="4566" y="73"/>
                </a:lnTo>
                <a:lnTo>
                  <a:pt x="4987" y="46"/>
                </a:lnTo>
                <a:lnTo>
                  <a:pt x="5467" y="27"/>
                </a:lnTo>
                <a:lnTo>
                  <a:pt x="5918" y="13"/>
                </a:lnTo>
                <a:lnTo>
                  <a:pt x="6398" y="0"/>
                </a:lnTo>
                <a:lnTo>
                  <a:pt x="6849" y="0"/>
                </a:lnTo>
                <a:lnTo>
                  <a:pt x="7329" y="0"/>
                </a:lnTo>
                <a:lnTo>
                  <a:pt x="7810" y="7"/>
                </a:lnTo>
                <a:lnTo>
                  <a:pt x="35232" y="7"/>
                </a:lnTo>
                <a:lnTo>
                  <a:pt x="35232" y="7"/>
                </a:lnTo>
                <a:lnTo>
                  <a:pt x="35742" y="0"/>
                </a:lnTo>
                <a:lnTo>
                  <a:pt x="36253" y="0"/>
                </a:lnTo>
                <a:lnTo>
                  <a:pt x="36763" y="0"/>
                </a:lnTo>
                <a:lnTo>
                  <a:pt x="37274" y="13"/>
                </a:lnTo>
                <a:lnTo>
                  <a:pt x="37755" y="27"/>
                </a:lnTo>
                <a:lnTo>
                  <a:pt x="38265" y="53"/>
                </a:lnTo>
                <a:lnTo>
                  <a:pt x="38716" y="73"/>
                </a:lnTo>
                <a:lnTo>
                  <a:pt x="39196" y="106"/>
                </a:lnTo>
                <a:lnTo>
                  <a:pt x="39647" y="139"/>
                </a:lnTo>
                <a:lnTo>
                  <a:pt x="40067" y="178"/>
                </a:lnTo>
                <a:lnTo>
                  <a:pt x="40458" y="218"/>
                </a:lnTo>
                <a:lnTo>
                  <a:pt x="40818" y="258"/>
                </a:lnTo>
                <a:lnTo>
                  <a:pt x="41179" y="311"/>
                </a:lnTo>
                <a:lnTo>
                  <a:pt x="41479" y="357"/>
                </a:lnTo>
                <a:lnTo>
                  <a:pt x="41779" y="410"/>
                </a:lnTo>
                <a:lnTo>
                  <a:pt x="42020" y="462"/>
                </a:lnTo>
                <a:lnTo>
                  <a:pt x="42020" y="462"/>
                </a:lnTo>
                <a:lnTo>
                  <a:pt x="42230" y="515"/>
                </a:lnTo>
                <a:lnTo>
                  <a:pt x="42440" y="575"/>
                </a:lnTo>
                <a:lnTo>
                  <a:pt x="42800" y="694"/>
                </a:lnTo>
                <a:lnTo>
                  <a:pt x="43101" y="819"/>
                </a:lnTo>
                <a:lnTo>
                  <a:pt x="43341" y="951"/>
                </a:lnTo>
                <a:lnTo>
                  <a:pt x="43521" y="1083"/>
                </a:lnTo>
                <a:lnTo>
                  <a:pt x="43641" y="1222"/>
                </a:lnTo>
                <a:lnTo>
                  <a:pt x="43701" y="1361"/>
                </a:lnTo>
                <a:lnTo>
                  <a:pt x="43701" y="1500"/>
                </a:lnTo>
                <a:lnTo>
                  <a:pt x="47936" y="1500"/>
                </a:lnTo>
                <a:lnTo>
                  <a:pt x="47936" y="1500"/>
                </a:lnTo>
                <a:lnTo>
                  <a:pt x="49018" y="1500"/>
                </a:lnTo>
                <a:lnTo>
                  <a:pt x="49528" y="1506"/>
                </a:lnTo>
                <a:lnTo>
                  <a:pt x="50009" y="1519"/>
                </a:lnTo>
                <a:lnTo>
                  <a:pt x="50459" y="1533"/>
                </a:lnTo>
                <a:lnTo>
                  <a:pt x="50910" y="1552"/>
                </a:lnTo>
                <a:lnTo>
                  <a:pt x="51330" y="1572"/>
                </a:lnTo>
                <a:lnTo>
                  <a:pt x="51751" y="1599"/>
                </a:lnTo>
                <a:lnTo>
                  <a:pt x="51751" y="1599"/>
                </a:lnTo>
                <a:lnTo>
                  <a:pt x="52321" y="1592"/>
                </a:lnTo>
                <a:lnTo>
                  <a:pt x="52862" y="1592"/>
                </a:lnTo>
                <a:lnTo>
                  <a:pt x="52862" y="1592"/>
                </a:lnTo>
                <a:lnTo>
                  <a:pt x="53313" y="1599"/>
                </a:lnTo>
                <a:lnTo>
                  <a:pt x="53853" y="1612"/>
                </a:lnTo>
                <a:lnTo>
                  <a:pt x="54394" y="1638"/>
                </a:lnTo>
                <a:lnTo>
                  <a:pt x="54934" y="1678"/>
                </a:lnTo>
                <a:lnTo>
                  <a:pt x="55505" y="1731"/>
                </a:lnTo>
                <a:lnTo>
                  <a:pt x="56106" y="1797"/>
                </a:lnTo>
                <a:lnTo>
                  <a:pt x="56646" y="1876"/>
                </a:lnTo>
                <a:lnTo>
                  <a:pt x="57187" y="1962"/>
                </a:lnTo>
                <a:lnTo>
                  <a:pt x="57457" y="2015"/>
                </a:lnTo>
                <a:lnTo>
                  <a:pt x="57698" y="2074"/>
                </a:lnTo>
                <a:lnTo>
                  <a:pt x="57938" y="2127"/>
                </a:lnTo>
                <a:lnTo>
                  <a:pt x="58178" y="2193"/>
                </a:lnTo>
                <a:lnTo>
                  <a:pt x="58388" y="2259"/>
                </a:lnTo>
                <a:lnTo>
                  <a:pt x="58599" y="2332"/>
                </a:lnTo>
                <a:lnTo>
                  <a:pt x="58779" y="2404"/>
                </a:lnTo>
                <a:lnTo>
                  <a:pt x="58959" y="2484"/>
                </a:lnTo>
                <a:lnTo>
                  <a:pt x="59109" y="2563"/>
                </a:lnTo>
                <a:lnTo>
                  <a:pt x="59229" y="2649"/>
                </a:lnTo>
                <a:lnTo>
                  <a:pt x="59350" y="2741"/>
                </a:lnTo>
                <a:lnTo>
                  <a:pt x="59440" y="2840"/>
                </a:lnTo>
                <a:lnTo>
                  <a:pt x="59500" y="2939"/>
                </a:lnTo>
                <a:lnTo>
                  <a:pt x="59560" y="3045"/>
                </a:lnTo>
                <a:lnTo>
                  <a:pt x="59590" y="3157"/>
                </a:lnTo>
                <a:lnTo>
                  <a:pt x="59590" y="3270"/>
                </a:lnTo>
                <a:lnTo>
                  <a:pt x="59590" y="3270"/>
                </a:lnTo>
                <a:lnTo>
                  <a:pt x="59530" y="3428"/>
                </a:lnTo>
                <a:lnTo>
                  <a:pt x="59470" y="3574"/>
                </a:lnTo>
                <a:lnTo>
                  <a:pt x="59350" y="3712"/>
                </a:lnTo>
                <a:lnTo>
                  <a:pt x="59199" y="3838"/>
                </a:lnTo>
                <a:lnTo>
                  <a:pt x="59049" y="3950"/>
                </a:lnTo>
                <a:lnTo>
                  <a:pt x="58839" y="4056"/>
                </a:lnTo>
                <a:lnTo>
                  <a:pt x="58629" y="4148"/>
                </a:lnTo>
                <a:lnTo>
                  <a:pt x="58358" y="4234"/>
                </a:lnTo>
                <a:lnTo>
                  <a:pt x="58118" y="4313"/>
                </a:lnTo>
                <a:lnTo>
                  <a:pt x="57818" y="4379"/>
                </a:lnTo>
                <a:lnTo>
                  <a:pt x="57517" y="4445"/>
                </a:lnTo>
                <a:lnTo>
                  <a:pt x="57217" y="4498"/>
                </a:lnTo>
                <a:lnTo>
                  <a:pt x="56887" y="4545"/>
                </a:lnTo>
                <a:lnTo>
                  <a:pt x="56556" y="4584"/>
                </a:lnTo>
                <a:lnTo>
                  <a:pt x="56196" y="4624"/>
                </a:lnTo>
                <a:lnTo>
                  <a:pt x="55835" y="4650"/>
                </a:lnTo>
                <a:lnTo>
                  <a:pt x="55835" y="4650"/>
                </a:lnTo>
                <a:lnTo>
                  <a:pt x="55835" y="4743"/>
                </a:lnTo>
                <a:lnTo>
                  <a:pt x="55805" y="4829"/>
                </a:lnTo>
                <a:lnTo>
                  <a:pt x="55745" y="4921"/>
                </a:lnTo>
                <a:lnTo>
                  <a:pt x="55685" y="5007"/>
                </a:lnTo>
                <a:lnTo>
                  <a:pt x="55475" y="5185"/>
                </a:lnTo>
                <a:lnTo>
                  <a:pt x="55235" y="5357"/>
                </a:lnTo>
                <a:lnTo>
                  <a:pt x="54904" y="5522"/>
                </a:lnTo>
                <a:lnTo>
                  <a:pt x="54514" y="5674"/>
                </a:lnTo>
                <a:lnTo>
                  <a:pt x="54093" y="5819"/>
                </a:lnTo>
                <a:lnTo>
                  <a:pt x="53613" y="5958"/>
                </a:lnTo>
                <a:lnTo>
                  <a:pt x="53613" y="5958"/>
                </a:lnTo>
                <a:lnTo>
                  <a:pt x="53373" y="6011"/>
                </a:lnTo>
                <a:lnTo>
                  <a:pt x="53132" y="6064"/>
                </a:lnTo>
                <a:lnTo>
                  <a:pt x="52832" y="6110"/>
                </a:lnTo>
                <a:lnTo>
                  <a:pt x="52532" y="6150"/>
                </a:lnTo>
                <a:lnTo>
                  <a:pt x="52231" y="6189"/>
                </a:lnTo>
                <a:lnTo>
                  <a:pt x="51901" y="6222"/>
                </a:lnTo>
                <a:lnTo>
                  <a:pt x="51571" y="6255"/>
                </a:lnTo>
                <a:lnTo>
                  <a:pt x="51210" y="6282"/>
                </a:lnTo>
                <a:lnTo>
                  <a:pt x="50459" y="6321"/>
                </a:lnTo>
                <a:lnTo>
                  <a:pt x="49678" y="6354"/>
                </a:lnTo>
                <a:lnTo>
                  <a:pt x="48867" y="6368"/>
                </a:lnTo>
                <a:lnTo>
                  <a:pt x="48087" y="6374"/>
                </a:lnTo>
                <a:lnTo>
                  <a:pt x="20154" y="6374"/>
                </a:lnTo>
                <a:lnTo>
                  <a:pt x="20154" y="6374"/>
                </a:lnTo>
                <a:lnTo>
                  <a:pt x="19283" y="6368"/>
                </a:lnTo>
                <a:lnTo>
                  <a:pt x="18412" y="6348"/>
                </a:lnTo>
                <a:lnTo>
                  <a:pt x="17601" y="6321"/>
                </a:lnTo>
                <a:lnTo>
                  <a:pt x="16790" y="6282"/>
                </a:lnTo>
                <a:lnTo>
                  <a:pt x="16070" y="6229"/>
                </a:lnTo>
                <a:lnTo>
                  <a:pt x="15409" y="6169"/>
                </a:lnTo>
                <a:lnTo>
                  <a:pt x="15108" y="6136"/>
                </a:lnTo>
                <a:lnTo>
                  <a:pt x="14838" y="6097"/>
                </a:lnTo>
                <a:lnTo>
                  <a:pt x="14598" y="6064"/>
                </a:lnTo>
                <a:lnTo>
                  <a:pt x="14388" y="6024"/>
                </a:lnTo>
                <a:lnTo>
                  <a:pt x="14388" y="6024"/>
                </a:lnTo>
                <a:lnTo>
                  <a:pt x="13937" y="5925"/>
                </a:lnTo>
                <a:lnTo>
                  <a:pt x="13547" y="5819"/>
                </a:lnTo>
                <a:lnTo>
                  <a:pt x="13186" y="5707"/>
                </a:lnTo>
                <a:lnTo>
                  <a:pt x="12886" y="5588"/>
                </a:lnTo>
                <a:lnTo>
                  <a:pt x="12616" y="5463"/>
                </a:lnTo>
                <a:lnTo>
                  <a:pt x="12405" y="5337"/>
                </a:lnTo>
                <a:lnTo>
                  <a:pt x="12255" y="5199"/>
                </a:lnTo>
                <a:lnTo>
                  <a:pt x="12165" y="5060"/>
                </a:lnTo>
                <a:lnTo>
                  <a:pt x="12135" y="4914"/>
                </a:lnTo>
                <a:lnTo>
                  <a:pt x="12165" y="4769"/>
                </a:lnTo>
                <a:lnTo>
                  <a:pt x="12225" y="4617"/>
                </a:lnTo>
                <a:lnTo>
                  <a:pt x="12375" y="4459"/>
                </a:lnTo>
                <a:lnTo>
                  <a:pt x="12586" y="4294"/>
                </a:lnTo>
                <a:lnTo>
                  <a:pt x="12856" y="4135"/>
                </a:lnTo>
                <a:lnTo>
                  <a:pt x="13186" y="3963"/>
                </a:lnTo>
                <a:lnTo>
                  <a:pt x="13577" y="3798"/>
                </a:lnTo>
                <a:lnTo>
                  <a:pt x="13577" y="3798"/>
                </a:lnTo>
                <a:lnTo>
                  <a:pt x="13757" y="3726"/>
                </a:lnTo>
                <a:lnTo>
                  <a:pt x="13967" y="3666"/>
                </a:lnTo>
                <a:lnTo>
                  <a:pt x="14177" y="3607"/>
                </a:lnTo>
                <a:lnTo>
                  <a:pt x="14418" y="3554"/>
                </a:lnTo>
                <a:lnTo>
                  <a:pt x="14658" y="3501"/>
                </a:lnTo>
                <a:lnTo>
                  <a:pt x="14928" y="3455"/>
                </a:lnTo>
                <a:lnTo>
                  <a:pt x="15229" y="3408"/>
                </a:lnTo>
                <a:lnTo>
                  <a:pt x="15499" y="3369"/>
                </a:lnTo>
                <a:lnTo>
                  <a:pt x="15799" y="3336"/>
                </a:lnTo>
                <a:lnTo>
                  <a:pt x="16130" y="3303"/>
                </a:lnTo>
                <a:lnTo>
                  <a:pt x="16460" y="3276"/>
                </a:lnTo>
                <a:lnTo>
                  <a:pt x="16790" y="3250"/>
                </a:lnTo>
                <a:lnTo>
                  <a:pt x="17481" y="3217"/>
                </a:lnTo>
                <a:lnTo>
                  <a:pt x="18172" y="3190"/>
                </a:lnTo>
                <a:lnTo>
                  <a:pt x="8020" y="3190"/>
                </a:lnTo>
                <a:lnTo>
                  <a:pt x="8020" y="3190"/>
                </a:lnTo>
                <a:lnTo>
                  <a:pt x="7149" y="3184"/>
                </a:lnTo>
                <a:lnTo>
                  <a:pt x="6278" y="3164"/>
                </a:lnTo>
                <a:lnTo>
                  <a:pt x="5467" y="3138"/>
                </a:lnTo>
                <a:lnTo>
                  <a:pt x="4656" y="3091"/>
                </a:lnTo>
                <a:lnTo>
                  <a:pt x="3936" y="3045"/>
                </a:lnTo>
                <a:lnTo>
                  <a:pt x="3275" y="2986"/>
                </a:lnTo>
                <a:lnTo>
                  <a:pt x="2974" y="2953"/>
                </a:lnTo>
                <a:lnTo>
                  <a:pt x="2704" y="2913"/>
                </a:lnTo>
                <a:lnTo>
                  <a:pt x="2464" y="2880"/>
                </a:lnTo>
                <a:lnTo>
                  <a:pt x="2254" y="2840"/>
                </a:lnTo>
                <a:lnTo>
                  <a:pt x="2254" y="2840"/>
                </a:lnTo>
                <a:lnTo>
                  <a:pt x="1803" y="2741"/>
                </a:lnTo>
                <a:lnTo>
                  <a:pt x="1413" y="2636"/>
                </a:lnTo>
                <a:lnTo>
                  <a:pt x="1052" y="2523"/>
                </a:lnTo>
                <a:lnTo>
                  <a:pt x="722" y="2404"/>
                </a:lnTo>
                <a:lnTo>
                  <a:pt x="482" y="2279"/>
                </a:lnTo>
                <a:lnTo>
                  <a:pt x="271" y="2153"/>
                </a:lnTo>
                <a:lnTo>
                  <a:pt x="121" y="2015"/>
                </a:lnTo>
                <a:lnTo>
                  <a:pt x="31" y="1876"/>
                </a:lnTo>
                <a:lnTo>
                  <a:pt x="1" y="1731"/>
                </a:lnTo>
                <a:lnTo>
                  <a:pt x="1" y="1585"/>
                </a:lnTo>
                <a:lnTo>
                  <a:pt x="91" y="1433"/>
                </a:lnTo>
                <a:lnTo>
                  <a:pt x="241" y="1275"/>
                </a:lnTo>
                <a:lnTo>
                  <a:pt x="452" y="1110"/>
                </a:lnTo>
                <a:lnTo>
                  <a:pt x="722" y="951"/>
                </a:lnTo>
                <a:lnTo>
                  <a:pt x="1052" y="780"/>
                </a:lnTo>
                <a:lnTo>
                  <a:pt x="1443" y="60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67"/>
          <p:cNvSpPr/>
          <p:nvPr/>
        </p:nvSpPr>
        <p:spPr>
          <a:xfrm rot="10800000">
            <a:off x="4949200" y="942536"/>
            <a:ext cx="4149942" cy="1359167"/>
          </a:xfrm>
          <a:custGeom>
            <a:avLst/>
            <a:gdLst/>
            <a:ahLst/>
            <a:cxnLst/>
            <a:rect l="l" t="t" r="r" b="b"/>
            <a:pathLst>
              <a:path w="43702" h="3185" fill="none" extrusionOk="0">
                <a:moveTo>
                  <a:pt x="37755" y="1487"/>
                </a:moveTo>
                <a:lnTo>
                  <a:pt x="37755" y="1487"/>
                </a:lnTo>
                <a:lnTo>
                  <a:pt x="37244" y="1506"/>
                </a:lnTo>
                <a:lnTo>
                  <a:pt x="36673" y="1520"/>
                </a:lnTo>
                <a:lnTo>
                  <a:pt x="36133" y="1526"/>
                </a:lnTo>
                <a:lnTo>
                  <a:pt x="35592" y="1526"/>
                </a:lnTo>
                <a:lnTo>
                  <a:pt x="22437" y="1526"/>
                </a:lnTo>
                <a:lnTo>
                  <a:pt x="22437" y="1526"/>
                </a:lnTo>
                <a:lnTo>
                  <a:pt x="21626" y="1520"/>
                </a:lnTo>
                <a:lnTo>
                  <a:pt x="20815" y="1506"/>
                </a:lnTo>
                <a:lnTo>
                  <a:pt x="20034" y="1473"/>
                </a:lnTo>
                <a:lnTo>
                  <a:pt x="19644" y="1454"/>
                </a:lnTo>
                <a:lnTo>
                  <a:pt x="19283" y="1427"/>
                </a:lnTo>
                <a:lnTo>
                  <a:pt x="18923" y="1401"/>
                </a:lnTo>
                <a:lnTo>
                  <a:pt x="18562" y="1368"/>
                </a:lnTo>
                <a:lnTo>
                  <a:pt x="18232" y="1335"/>
                </a:lnTo>
                <a:lnTo>
                  <a:pt x="17902" y="1295"/>
                </a:lnTo>
                <a:lnTo>
                  <a:pt x="17601" y="1249"/>
                </a:lnTo>
                <a:lnTo>
                  <a:pt x="17331" y="1203"/>
                </a:lnTo>
                <a:lnTo>
                  <a:pt x="17061" y="1150"/>
                </a:lnTo>
                <a:lnTo>
                  <a:pt x="16820" y="1097"/>
                </a:lnTo>
                <a:lnTo>
                  <a:pt x="16820" y="1097"/>
                </a:lnTo>
                <a:lnTo>
                  <a:pt x="16430" y="978"/>
                </a:lnTo>
                <a:lnTo>
                  <a:pt x="16040" y="859"/>
                </a:lnTo>
                <a:lnTo>
                  <a:pt x="15709" y="727"/>
                </a:lnTo>
                <a:lnTo>
                  <a:pt x="15409" y="588"/>
                </a:lnTo>
                <a:lnTo>
                  <a:pt x="15138" y="450"/>
                </a:lnTo>
                <a:lnTo>
                  <a:pt x="14928" y="304"/>
                </a:lnTo>
                <a:lnTo>
                  <a:pt x="14748" y="152"/>
                </a:lnTo>
                <a:lnTo>
                  <a:pt x="14628" y="0"/>
                </a:lnTo>
                <a:lnTo>
                  <a:pt x="7810" y="0"/>
                </a:lnTo>
                <a:lnTo>
                  <a:pt x="6038" y="0"/>
                </a:lnTo>
                <a:lnTo>
                  <a:pt x="6038" y="0"/>
                </a:lnTo>
                <a:lnTo>
                  <a:pt x="5347" y="27"/>
                </a:lnTo>
                <a:lnTo>
                  <a:pt x="4656" y="60"/>
                </a:lnTo>
                <a:lnTo>
                  <a:pt x="4326" y="86"/>
                </a:lnTo>
                <a:lnTo>
                  <a:pt x="3996" y="113"/>
                </a:lnTo>
                <a:lnTo>
                  <a:pt x="3665" y="146"/>
                </a:lnTo>
                <a:lnTo>
                  <a:pt x="3365" y="179"/>
                </a:lnTo>
                <a:lnTo>
                  <a:pt x="3095" y="218"/>
                </a:lnTo>
                <a:lnTo>
                  <a:pt x="2794" y="265"/>
                </a:lnTo>
                <a:lnTo>
                  <a:pt x="2524" y="311"/>
                </a:lnTo>
                <a:lnTo>
                  <a:pt x="2284" y="364"/>
                </a:lnTo>
                <a:lnTo>
                  <a:pt x="2043" y="417"/>
                </a:lnTo>
                <a:lnTo>
                  <a:pt x="1833" y="476"/>
                </a:lnTo>
                <a:lnTo>
                  <a:pt x="1623" y="536"/>
                </a:lnTo>
                <a:lnTo>
                  <a:pt x="1443" y="608"/>
                </a:lnTo>
                <a:lnTo>
                  <a:pt x="1443" y="608"/>
                </a:lnTo>
                <a:lnTo>
                  <a:pt x="1052" y="773"/>
                </a:lnTo>
                <a:lnTo>
                  <a:pt x="722" y="945"/>
                </a:lnTo>
                <a:lnTo>
                  <a:pt x="452" y="1104"/>
                </a:lnTo>
                <a:lnTo>
                  <a:pt x="241" y="1269"/>
                </a:lnTo>
                <a:lnTo>
                  <a:pt x="91" y="1427"/>
                </a:lnTo>
                <a:lnTo>
                  <a:pt x="31" y="1579"/>
                </a:lnTo>
                <a:lnTo>
                  <a:pt x="1" y="1724"/>
                </a:lnTo>
                <a:lnTo>
                  <a:pt x="31" y="1870"/>
                </a:lnTo>
                <a:lnTo>
                  <a:pt x="121" y="2009"/>
                </a:lnTo>
                <a:lnTo>
                  <a:pt x="271" y="2147"/>
                </a:lnTo>
                <a:lnTo>
                  <a:pt x="482" y="2273"/>
                </a:lnTo>
                <a:lnTo>
                  <a:pt x="752" y="2398"/>
                </a:lnTo>
                <a:lnTo>
                  <a:pt x="1052" y="2517"/>
                </a:lnTo>
                <a:lnTo>
                  <a:pt x="1413" y="2629"/>
                </a:lnTo>
                <a:lnTo>
                  <a:pt x="1803" y="2735"/>
                </a:lnTo>
                <a:lnTo>
                  <a:pt x="2254" y="2834"/>
                </a:lnTo>
                <a:lnTo>
                  <a:pt x="2254" y="2834"/>
                </a:lnTo>
                <a:lnTo>
                  <a:pt x="2464" y="2874"/>
                </a:lnTo>
                <a:lnTo>
                  <a:pt x="2704" y="2907"/>
                </a:lnTo>
                <a:lnTo>
                  <a:pt x="2974" y="2946"/>
                </a:lnTo>
                <a:lnTo>
                  <a:pt x="3275" y="2979"/>
                </a:lnTo>
                <a:lnTo>
                  <a:pt x="3936" y="3039"/>
                </a:lnTo>
                <a:lnTo>
                  <a:pt x="4656" y="3092"/>
                </a:lnTo>
                <a:lnTo>
                  <a:pt x="5467" y="3131"/>
                </a:lnTo>
                <a:lnTo>
                  <a:pt x="6278" y="3158"/>
                </a:lnTo>
                <a:lnTo>
                  <a:pt x="7149" y="3178"/>
                </a:lnTo>
                <a:lnTo>
                  <a:pt x="8020" y="3184"/>
                </a:lnTo>
                <a:lnTo>
                  <a:pt x="35953" y="3184"/>
                </a:lnTo>
                <a:lnTo>
                  <a:pt x="35953" y="3184"/>
                </a:lnTo>
                <a:lnTo>
                  <a:pt x="36733" y="3178"/>
                </a:lnTo>
                <a:lnTo>
                  <a:pt x="37544" y="3164"/>
                </a:lnTo>
                <a:lnTo>
                  <a:pt x="38325" y="3131"/>
                </a:lnTo>
                <a:lnTo>
                  <a:pt x="39076" y="3092"/>
                </a:lnTo>
                <a:lnTo>
                  <a:pt x="39437" y="3065"/>
                </a:lnTo>
                <a:lnTo>
                  <a:pt x="39767" y="3032"/>
                </a:lnTo>
                <a:lnTo>
                  <a:pt x="40097" y="2999"/>
                </a:lnTo>
                <a:lnTo>
                  <a:pt x="40398" y="2960"/>
                </a:lnTo>
                <a:lnTo>
                  <a:pt x="40698" y="2920"/>
                </a:lnTo>
                <a:lnTo>
                  <a:pt x="40998" y="2874"/>
                </a:lnTo>
                <a:lnTo>
                  <a:pt x="41239" y="2821"/>
                </a:lnTo>
                <a:lnTo>
                  <a:pt x="41479" y="2768"/>
                </a:lnTo>
                <a:lnTo>
                  <a:pt x="41479" y="2768"/>
                </a:lnTo>
                <a:lnTo>
                  <a:pt x="41959" y="2629"/>
                </a:lnTo>
                <a:lnTo>
                  <a:pt x="42380" y="2484"/>
                </a:lnTo>
                <a:lnTo>
                  <a:pt x="42770" y="2332"/>
                </a:lnTo>
                <a:lnTo>
                  <a:pt x="43101" y="2167"/>
                </a:lnTo>
                <a:lnTo>
                  <a:pt x="43341" y="1995"/>
                </a:lnTo>
                <a:lnTo>
                  <a:pt x="43551" y="1817"/>
                </a:lnTo>
                <a:lnTo>
                  <a:pt x="43611" y="1731"/>
                </a:lnTo>
                <a:lnTo>
                  <a:pt x="43671" y="1639"/>
                </a:lnTo>
                <a:lnTo>
                  <a:pt x="43701" y="1553"/>
                </a:lnTo>
                <a:lnTo>
                  <a:pt x="43701" y="1460"/>
                </a:lnTo>
                <a:lnTo>
                  <a:pt x="43701" y="1460"/>
                </a:lnTo>
                <a:lnTo>
                  <a:pt x="43131" y="1506"/>
                </a:lnTo>
                <a:lnTo>
                  <a:pt x="42530" y="1533"/>
                </a:lnTo>
                <a:lnTo>
                  <a:pt x="41959" y="1553"/>
                </a:lnTo>
                <a:lnTo>
                  <a:pt x="41389" y="1573"/>
                </a:lnTo>
                <a:lnTo>
                  <a:pt x="41389" y="1573"/>
                </a:lnTo>
                <a:lnTo>
                  <a:pt x="40998" y="1579"/>
                </a:lnTo>
                <a:lnTo>
                  <a:pt x="40608" y="1579"/>
                </a:lnTo>
                <a:lnTo>
                  <a:pt x="40157" y="1579"/>
                </a:lnTo>
                <a:lnTo>
                  <a:pt x="39707" y="1573"/>
                </a:lnTo>
                <a:lnTo>
                  <a:pt x="39256" y="1559"/>
                </a:lnTo>
                <a:lnTo>
                  <a:pt x="38746" y="1546"/>
                </a:lnTo>
                <a:lnTo>
                  <a:pt x="38265" y="1520"/>
                </a:lnTo>
                <a:lnTo>
                  <a:pt x="37755" y="148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67"/>
          <p:cNvSpPr/>
          <p:nvPr/>
        </p:nvSpPr>
        <p:spPr>
          <a:xfrm rot="10800000">
            <a:off x="4949200" y="942536"/>
            <a:ext cx="4149942" cy="1359167"/>
          </a:xfrm>
          <a:custGeom>
            <a:avLst/>
            <a:gdLst/>
            <a:ahLst/>
            <a:cxnLst/>
            <a:rect l="l" t="t" r="r" b="b"/>
            <a:pathLst>
              <a:path w="43702" h="3185" fill="none" extrusionOk="0">
                <a:moveTo>
                  <a:pt x="8020" y="3184"/>
                </a:moveTo>
                <a:lnTo>
                  <a:pt x="35953" y="3184"/>
                </a:lnTo>
                <a:lnTo>
                  <a:pt x="35953" y="3184"/>
                </a:lnTo>
                <a:lnTo>
                  <a:pt x="36733" y="3178"/>
                </a:lnTo>
                <a:lnTo>
                  <a:pt x="37544" y="3164"/>
                </a:lnTo>
                <a:lnTo>
                  <a:pt x="38325" y="3131"/>
                </a:lnTo>
                <a:lnTo>
                  <a:pt x="39076" y="3092"/>
                </a:lnTo>
                <a:lnTo>
                  <a:pt x="39437" y="3065"/>
                </a:lnTo>
                <a:lnTo>
                  <a:pt x="39767" y="3032"/>
                </a:lnTo>
                <a:lnTo>
                  <a:pt x="40097" y="2999"/>
                </a:lnTo>
                <a:lnTo>
                  <a:pt x="40398" y="2960"/>
                </a:lnTo>
                <a:lnTo>
                  <a:pt x="40698" y="2920"/>
                </a:lnTo>
                <a:lnTo>
                  <a:pt x="40998" y="2874"/>
                </a:lnTo>
                <a:lnTo>
                  <a:pt x="41239" y="2821"/>
                </a:lnTo>
                <a:lnTo>
                  <a:pt x="41479" y="2768"/>
                </a:lnTo>
                <a:lnTo>
                  <a:pt x="41479" y="2768"/>
                </a:lnTo>
                <a:lnTo>
                  <a:pt x="41959" y="2629"/>
                </a:lnTo>
                <a:lnTo>
                  <a:pt x="42380" y="2484"/>
                </a:lnTo>
                <a:lnTo>
                  <a:pt x="42770" y="2332"/>
                </a:lnTo>
                <a:lnTo>
                  <a:pt x="43101" y="2167"/>
                </a:lnTo>
                <a:lnTo>
                  <a:pt x="43341" y="1995"/>
                </a:lnTo>
                <a:lnTo>
                  <a:pt x="43551" y="1817"/>
                </a:lnTo>
                <a:lnTo>
                  <a:pt x="43611" y="1731"/>
                </a:lnTo>
                <a:lnTo>
                  <a:pt x="43671" y="1639"/>
                </a:lnTo>
                <a:lnTo>
                  <a:pt x="43701" y="1553"/>
                </a:lnTo>
                <a:lnTo>
                  <a:pt x="43701" y="1460"/>
                </a:lnTo>
                <a:lnTo>
                  <a:pt x="43701" y="1460"/>
                </a:lnTo>
                <a:lnTo>
                  <a:pt x="43131" y="1506"/>
                </a:lnTo>
                <a:lnTo>
                  <a:pt x="42530" y="1533"/>
                </a:lnTo>
                <a:lnTo>
                  <a:pt x="41959" y="1553"/>
                </a:lnTo>
                <a:lnTo>
                  <a:pt x="41389" y="1573"/>
                </a:lnTo>
                <a:lnTo>
                  <a:pt x="41389" y="1573"/>
                </a:lnTo>
                <a:lnTo>
                  <a:pt x="41329" y="1573"/>
                </a:lnTo>
                <a:lnTo>
                  <a:pt x="41329" y="1573"/>
                </a:lnTo>
                <a:lnTo>
                  <a:pt x="41209" y="1573"/>
                </a:lnTo>
                <a:lnTo>
                  <a:pt x="41209" y="1573"/>
                </a:lnTo>
                <a:lnTo>
                  <a:pt x="40518" y="1579"/>
                </a:lnTo>
                <a:lnTo>
                  <a:pt x="40518" y="1579"/>
                </a:lnTo>
                <a:lnTo>
                  <a:pt x="40518" y="1579"/>
                </a:lnTo>
                <a:lnTo>
                  <a:pt x="40518" y="1579"/>
                </a:lnTo>
                <a:lnTo>
                  <a:pt x="40518" y="1579"/>
                </a:lnTo>
                <a:lnTo>
                  <a:pt x="40518" y="1579"/>
                </a:lnTo>
                <a:lnTo>
                  <a:pt x="40518" y="1579"/>
                </a:lnTo>
                <a:lnTo>
                  <a:pt x="40518" y="1579"/>
                </a:lnTo>
                <a:lnTo>
                  <a:pt x="39887" y="1579"/>
                </a:lnTo>
                <a:lnTo>
                  <a:pt x="39256" y="1559"/>
                </a:lnTo>
                <a:lnTo>
                  <a:pt x="38596" y="1533"/>
                </a:lnTo>
                <a:lnTo>
                  <a:pt x="37905" y="1493"/>
                </a:lnTo>
                <a:lnTo>
                  <a:pt x="37905" y="1493"/>
                </a:lnTo>
                <a:lnTo>
                  <a:pt x="37905" y="1493"/>
                </a:lnTo>
                <a:lnTo>
                  <a:pt x="37905" y="1493"/>
                </a:lnTo>
                <a:lnTo>
                  <a:pt x="37845" y="1493"/>
                </a:lnTo>
                <a:lnTo>
                  <a:pt x="37845" y="1493"/>
                </a:lnTo>
                <a:lnTo>
                  <a:pt x="37815" y="1487"/>
                </a:lnTo>
                <a:lnTo>
                  <a:pt x="37815" y="1487"/>
                </a:lnTo>
                <a:lnTo>
                  <a:pt x="37755" y="1487"/>
                </a:lnTo>
                <a:lnTo>
                  <a:pt x="37755" y="1487"/>
                </a:lnTo>
                <a:lnTo>
                  <a:pt x="37755" y="1487"/>
                </a:lnTo>
                <a:lnTo>
                  <a:pt x="37755" y="1487"/>
                </a:lnTo>
                <a:lnTo>
                  <a:pt x="37755" y="1487"/>
                </a:lnTo>
                <a:lnTo>
                  <a:pt x="37755" y="1487"/>
                </a:lnTo>
                <a:lnTo>
                  <a:pt x="37755" y="1487"/>
                </a:lnTo>
                <a:lnTo>
                  <a:pt x="37755" y="1487"/>
                </a:lnTo>
                <a:lnTo>
                  <a:pt x="37755" y="1487"/>
                </a:lnTo>
                <a:lnTo>
                  <a:pt x="37755" y="1487"/>
                </a:lnTo>
                <a:lnTo>
                  <a:pt x="37755" y="1487"/>
                </a:lnTo>
                <a:lnTo>
                  <a:pt x="37244" y="1506"/>
                </a:lnTo>
                <a:lnTo>
                  <a:pt x="36673" y="1520"/>
                </a:lnTo>
                <a:lnTo>
                  <a:pt x="36133" y="1526"/>
                </a:lnTo>
                <a:lnTo>
                  <a:pt x="35592" y="1526"/>
                </a:lnTo>
                <a:lnTo>
                  <a:pt x="22437" y="1526"/>
                </a:lnTo>
                <a:lnTo>
                  <a:pt x="22437" y="1526"/>
                </a:lnTo>
                <a:lnTo>
                  <a:pt x="21626" y="1520"/>
                </a:lnTo>
                <a:lnTo>
                  <a:pt x="20815" y="1506"/>
                </a:lnTo>
                <a:lnTo>
                  <a:pt x="20034" y="1473"/>
                </a:lnTo>
                <a:lnTo>
                  <a:pt x="19644" y="1454"/>
                </a:lnTo>
                <a:lnTo>
                  <a:pt x="19283" y="1427"/>
                </a:lnTo>
                <a:lnTo>
                  <a:pt x="18923" y="1401"/>
                </a:lnTo>
                <a:lnTo>
                  <a:pt x="18562" y="1368"/>
                </a:lnTo>
                <a:lnTo>
                  <a:pt x="18232" y="1335"/>
                </a:lnTo>
                <a:lnTo>
                  <a:pt x="17902" y="1295"/>
                </a:lnTo>
                <a:lnTo>
                  <a:pt x="17601" y="1249"/>
                </a:lnTo>
                <a:lnTo>
                  <a:pt x="17331" y="1203"/>
                </a:lnTo>
                <a:lnTo>
                  <a:pt x="17061" y="1150"/>
                </a:lnTo>
                <a:lnTo>
                  <a:pt x="16820" y="1097"/>
                </a:lnTo>
                <a:lnTo>
                  <a:pt x="16820" y="1097"/>
                </a:lnTo>
                <a:lnTo>
                  <a:pt x="16430" y="978"/>
                </a:lnTo>
                <a:lnTo>
                  <a:pt x="16040" y="859"/>
                </a:lnTo>
                <a:lnTo>
                  <a:pt x="15709" y="727"/>
                </a:lnTo>
                <a:lnTo>
                  <a:pt x="15409" y="588"/>
                </a:lnTo>
                <a:lnTo>
                  <a:pt x="15138" y="450"/>
                </a:lnTo>
                <a:lnTo>
                  <a:pt x="14928" y="304"/>
                </a:lnTo>
                <a:lnTo>
                  <a:pt x="14748" y="152"/>
                </a:lnTo>
                <a:lnTo>
                  <a:pt x="14628" y="0"/>
                </a:lnTo>
                <a:lnTo>
                  <a:pt x="14628" y="0"/>
                </a:lnTo>
                <a:lnTo>
                  <a:pt x="14628" y="0"/>
                </a:lnTo>
                <a:lnTo>
                  <a:pt x="14628" y="0"/>
                </a:lnTo>
                <a:lnTo>
                  <a:pt x="7810" y="0"/>
                </a:lnTo>
                <a:lnTo>
                  <a:pt x="7810" y="0"/>
                </a:lnTo>
                <a:lnTo>
                  <a:pt x="7810" y="0"/>
                </a:lnTo>
                <a:lnTo>
                  <a:pt x="7810" y="0"/>
                </a:lnTo>
                <a:lnTo>
                  <a:pt x="7810" y="0"/>
                </a:lnTo>
                <a:lnTo>
                  <a:pt x="6038" y="0"/>
                </a:lnTo>
                <a:lnTo>
                  <a:pt x="6038" y="0"/>
                </a:lnTo>
                <a:lnTo>
                  <a:pt x="6038" y="0"/>
                </a:lnTo>
                <a:lnTo>
                  <a:pt x="6038" y="0"/>
                </a:lnTo>
                <a:lnTo>
                  <a:pt x="6038" y="0"/>
                </a:lnTo>
                <a:lnTo>
                  <a:pt x="6038" y="0"/>
                </a:lnTo>
                <a:lnTo>
                  <a:pt x="6038" y="0"/>
                </a:lnTo>
                <a:lnTo>
                  <a:pt x="6038" y="0"/>
                </a:lnTo>
                <a:lnTo>
                  <a:pt x="6038" y="0"/>
                </a:lnTo>
                <a:lnTo>
                  <a:pt x="5347" y="27"/>
                </a:lnTo>
                <a:lnTo>
                  <a:pt x="4656" y="60"/>
                </a:lnTo>
                <a:lnTo>
                  <a:pt x="4326" y="86"/>
                </a:lnTo>
                <a:lnTo>
                  <a:pt x="3996" y="113"/>
                </a:lnTo>
                <a:lnTo>
                  <a:pt x="3665" y="146"/>
                </a:lnTo>
                <a:lnTo>
                  <a:pt x="3365" y="179"/>
                </a:lnTo>
                <a:lnTo>
                  <a:pt x="3095" y="218"/>
                </a:lnTo>
                <a:lnTo>
                  <a:pt x="2794" y="265"/>
                </a:lnTo>
                <a:lnTo>
                  <a:pt x="2524" y="311"/>
                </a:lnTo>
                <a:lnTo>
                  <a:pt x="2284" y="364"/>
                </a:lnTo>
                <a:lnTo>
                  <a:pt x="2043" y="417"/>
                </a:lnTo>
                <a:lnTo>
                  <a:pt x="1833" y="476"/>
                </a:lnTo>
                <a:lnTo>
                  <a:pt x="1623" y="536"/>
                </a:lnTo>
                <a:lnTo>
                  <a:pt x="1443" y="608"/>
                </a:lnTo>
                <a:lnTo>
                  <a:pt x="1443" y="608"/>
                </a:lnTo>
                <a:lnTo>
                  <a:pt x="1082" y="753"/>
                </a:lnTo>
                <a:lnTo>
                  <a:pt x="812" y="892"/>
                </a:lnTo>
                <a:lnTo>
                  <a:pt x="542" y="1038"/>
                </a:lnTo>
                <a:lnTo>
                  <a:pt x="361" y="1176"/>
                </a:lnTo>
                <a:lnTo>
                  <a:pt x="181" y="1308"/>
                </a:lnTo>
                <a:lnTo>
                  <a:pt x="91" y="1447"/>
                </a:lnTo>
                <a:lnTo>
                  <a:pt x="31" y="1579"/>
                </a:lnTo>
                <a:lnTo>
                  <a:pt x="1" y="1705"/>
                </a:lnTo>
                <a:lnTo>
                  <a:pt x="1" y="1705"/>
                </a:lnTo>
                <a:lnTo>
                  <a:pt x="1" y="1791"/>
                </a:lnTo>
                <a:lnTo>
                  <a:pt x="31" y="1870"/>
                </a:lnTo>
                <a:lnTo>
                  <a:pt x="91" y="1949"/>
                </a:lnTo>
                <a:lnTo>
                  <a:pt x="151" y="2028"/>
                </a:lnTo>
                <a:lnTo>
                  <a:pt x="241" y="2108"/>
                </a:lnTo>
                <a:lnTo>
                  <a:pt x="331" y="2180"/>
                </a:lnTo>
                <a:lnTo>
                  <a:pt x="452" y="2260"/>
                </a:lnTo>
                <a:lnTo>
                  <a:pt x="572" y="2326"/>
                </a:lnTo>
                <a:lnTo>
                  <a:pt x="722" y="2398"/>
                </a:lnTo>
                <a:lnTo>
                  <a:pt x="902" y="2464"/>
                </a:lnTo>
                <a:lnTo>
                  <a:pt x="1082" y="2530"/>
                </a:lnTo>
                <a:lnTo>
                  <a:pt x="1292" y="2596"/>
                </a:lnTo>
                <a:lnTo>
                  <a:pt x="1503" y="2662"/>
                </a:lnTo>
                <a:lnTo>
                  <a:pt x="1743" y="2722"/>
                </a:lnTo>
                <a:lnTo>
                  <a:pt x="2254" y="2834"/>
                </a:lnTo>
                <a:lnTo>
                  <a:pt x="2254" y="2834"/>
                </a:lnTo>
                <a:lnTo>
                  <a:pt x="2464" y="2874"/>
                </a:lnTo>
                <a:lnTo>
                  <a:pt x="2704" y="2907"/>
                </a:lnTo>
                <a:lnTo>
                  <a:pt x="2974" y="2946"/>
                </a:lnTo>
                <a:lnTo>
                  <a:pt x="3275" y="2979"/>
                </a:lnTo>
                <a:lnTo>
                  <a:pt x="3936" y="3039"/>
                </a:lnTo>
                <a:lnTo>
                  <a:pt x="4656" y="3092"/>
                </a:lnTo>
                <a:lnTo>
                  <a:pt x="5467" y="3131"/>
                </a:lnTo>
                <a:lnTo>
                  <a:pt x="6278" y="3158"/>
                </a:lnTo>
                <a:lnTo>
                  <a:pt x="7149" y="3178"/>
                </a:lnTo>
                <a:lnTo>
                  <a:pt x="8020" y="318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67"/>
          <p:cNvSpPr/>
          <p:nvPr/>
        </p:nvSpPr>
        <p:spPr>
          <a:xfrm rot="10800000">
            <a:off x="6101451" y="2301262"/>
            <a:ext cx="4149942" cy="1361727"/>
          </a:xfrm>
          <a:custGeom>
            <a:avLst/>
            <a:gdLst/>
            <a:ahLst/>
            <a:cxnLst/>
            <a:rect l="l" t="t" r="r" b="b"/>
            <a:pathLst>
              <a:path w="43702" h="3191" fill="none" extrusionOk="0">
                <a:moveTo>
                  <a:pt x="2254" y="2840"/>
                </a:moveTo>
                <a:lnTo>
                  <a:pt x="2254" y="2840"/>
                </a:lnTo>
                <a:lnTo>
                  <a:pt x="2464" y="2880"/>
                </a:lnTo>
                <a:lnTo>
                  <a:pt x="2704" y="2913"/>
                </a:lnTo>
                <a:lnTo>
                  <a:pt x="2974" y="2953"/>
                </a:lnTo>
                <a:lnTo>
                  <a:pt x="3275" y="2986"/>
                </a:lnTo>
                <a:lnTo>
                  <a:pt x="3936" y="3045"/>
                </a:lnTo>
                <a:lnTo>
                  <a:pt x="4656" y="3091"/>
                </a:lnTo>
                <a:lnTo>
                  <a:pt x="5467" y="3138"/>
                </a:lnTo>
                <a:lnTo>
                  <a:pt x="6278" y="3164"/>
                </a:lnTo>
                <a:lnTo>
                  <a:pt x="7149" y="3184"/>
                </a:lnTo>
                <a:lnTo>
                  <a:pt x="8020" y="3190"/>
                </a:lnTo>
                <a:lnTo>
                  <a:pt x="18172" y="3190"/>
                </a:lnTo>
                <a:lnTo>
                  <a:pt x="18172" y="3190"/>
                </a:lnTo>
                <a:lnTo>
                  <a:pt x="18622" y="3184"/>
                </a:lnTo>
                <a:lnTo>
                  <a:pt x="19073" y="3184"/>
                </a:lnTo>
                <a:lnTo>
                  <a:pt x="19493" y="3184"/>
                </a:lnTo>
                <a:lnTo>
                  <a:pt x="19944" y="3190"/>
                </a:lnTo>
                <a:lnTo>
                  <a:pt x="26762" y="3190"/>
                </a:lnTo>
                <a:lnTo>
                  <a:pt x="26762" y="3190"/>
                </a:lnTo>
                <a:lnTo>
                  <a:pt x="26702" y="3025"/>
                </a:lnTo>
                <a:lnTo>
                  <a:pt x="26702" y="2854"/>
                </a:lnTo>
                <a:lnTo>
                  <a:pt x="26732" y="2774"/>
                </a:lnTo>
                <a:lnTo>
                  <a:pt x="26792" y="2688"/>
                </a:lnTo>
                <a:lnTo>
                  <a:pt x="26852" y="2609"/>
                </a:lnTo>
                <a:lnTo>
                  <a:pt x="26942" y="2530"/>
                </a:lnTo>
                <a:lnTo>
                  <a:pt x="27062" y="2451"/>
                </a:lnTo>
                <a:lnTo>
                  <a:pt x="27182" y="2371"/>
                </a:lnTo>
                <a:lnTo>
                  <a:pt x="27333" y="2292"/>
                </a:lnTo>
                <a:lnTo>
                  <a:pt x="27513" y="2219"/>
                </a:lnTo>
                <a:lnTo>
                  <a:pt x="27693" y="2147"/>
                </a:lnTo>
                <a:lnTo>
                  <a:pt x="27903" y="2074"/>
                </a:lnTo>
                <a:lnTo>
                  <a:pt x="28143" y="2002"/>
                </a:lnTo>
                <a:lnTo>
                  <a:pt x="28414" y="1935"/>
                </a:lnTo>
                <a:lnTo>
                  <a:pt x="28414" y="1935"/>
                </a:lnTo>
                <a:lnTo>
                  <a:pt x="28654" y="1883"/>
                </a:lnTo>
                <a:lnTo>
                  <a:pt x="28924" y="1836"/>
                </a:lnTo>
                <a:lnTo>
                  <a:pt x="29255" y="1790"/>
                </a:lnTo>
                <a:lnTo>
                  <a:pt x="29585" y="1744"/>
                </a:lnTo>
                <a:lnTo>
                  <a:pt x="29946" y="1704"/>
                </a:lnTo>
                <a:lnTo>
                  <a:pt x="30306" y="1665"/>
                </a:lnTo>
                <a:lnTo>
                  <a:pt x="30726" y="1632"/>
                </a:lnTo>
                <a:lnTo>
                  <a:pt x="31147" y="1605"/>
                </a:lnTo>
                <a:lnTo>
                  <a:pt x="31597" y="1579"/>
                </a:lnTo>
                <a:lnTo>
                  <a:pt x="32078" y="1552"/>
                </a:lnTo>
                <a:lnTo>
                  <a:pt x="32559" y="1533"/>
                </a:lnTo>
                <a:lnTo>
                  <a:pt x="33069" y="1519"/>
                </a:lnTo>
                <a:lnTo>
                  <a:pt x="33610" y="1506"/>
                </a:lnTo>
                <a:lnTo>
                  <a:pt x="34150" y="1500"/>
                </a:lnTo>
                <a:lnTo>
                  <a:pt x="34691" y="1500"/>
                </a:lnTo>
                <a:lnTo>
                  <a:pt x="35262" y="1500"/>
                </a:lnTo>
                <a:lnTo>
                  <a:pt x="43701" y="1500"/>
                </a:lnTo>
                <a:lnTo>
                  <a:pt x="43701" y="1500"/>
                </a:lnTo>
                <a:lnTo>
                  <a:pt x="43701" y="1361"/>
                </a:lnTo>
                <a:lnTo>
                  <a:pt x="43641" y="1222"/>
                </a:lnTo>
                <a:lnTo>
                  <a:pt x="43521" y="1083"/>
                </a:lnTo>
                <a:lnTo>
                  <a:pt x="43341" y="951"/>
                </a:lnTo>
                <a:lnTo>
                  <a:pt x="43101" y="819"/>
                </a:lnTo>
                <a:lnTo>
                  <a:pt x="42800" y="694"/>
                </a:lnTo>
                <a:lnTo>
                  <a:pt x="42440" y="575"/>
                </a:lnTo>
                <a:lnTo>
                  <a:pt x="42230" y="515"/>
                </a:lnTo>
                <a:lnTo>
                  <a:pt x="42020" y="462"/>
                </a:lnTo>
                <a:lnTo>
                  <a:pt x="42020" y="462"/>
                </a:lnTo>
                <a:lnTo>
                  <a:pt x="41779" y="410"/>
                </a:lnTo>
                <a:lnTo>
                  <a:pt x="41479" y="357"/>
                </a:lnTo>
                <a:lnTo>
                  <a:pt x="41179" y="311"/>
                </a:lnTo>
                <a:lnTo>
                  <a:pt x="40818" y="258"/>
                </a:lnTo>
                <a:lnTo>
                  <a:pt x="40458" y="218"/>
                </a:lnTo>
                <a:lnTo>
                  <a:pt x="40067" y="178"/>
                </a:lnTo>
                <a:lnTo>
                  <a:pt x="39647" y="139"/>
                </a:lnTo>
                <a:lnTo>
                  <a:pt x="39196" y="106"/>
                </a:lnTo>
                <a:lnTo>
                  <a:pt x="38716" y="73"/>
                </a:lnTo>
                <a:lnTo>
                  <a:pt x="38265" y="53"/>
                </a:lnTo>
                <a:lnTo>
                  <a:pt x="37755" y="27"/>
                </a:lnTo>
                <a:lnTo>
                  <a:pt x="37274" y="13"/>
                </a:lnTo>
                <a:lnTo>
                  <a:pt x="36763" y="0"/>
                </a:lnTo>
                <a:lnTo>
                  <a:pt x="36253" y="0"/>
                </a:lnTo>
                <a:lnTo>
                  <a:pt x="35742" y="0"/>
                </a:lnTo>
                <a:lnTo>
                  <a:pt x="35232" y="7"/>
                </a:lnTo>
                <a:lnTo>
                  <a:pt x="7810" y="7"/>
                </a:lnTo>
                <a:lnTo>
                  <a:pt x="7810" y="7"/>
                </a:lnTo>
                <a:lnTo>
                  <a:pt x="7329" y="0"/>
                </a:lnTo>
                <a:lnTo>
                  <a:pt x="6849" y="0"/>
                </a:lnTo>
                <a:lnTo>
                  <a:pt x="6398" y="0"/>
                </a:lnTo>
                <a:lnTo>
                  <a:pt x="5918" y="13"/>
                </a:lnTo>
                <a:lnTo>
                  <a:pt x="5467" y="27"/>
                </a:lnTo>
                <a:lnTo>
                  <a:pt x="4987" y="46"/>
                </a:lnTo>
                <a:lnTo>
                  <a:pt x="4566" y="73"/>
                </a:lnTo>
                <a:lnTo>
                  <a:pt x="4116" y="106"/>
                </a:lnTo>
                <a:lnTo>
                  <a:pt x="3725" y="145"/>
                </a:lnTo>
                <a:lnTo>
                  <a:pt x="3305" y="192"/>
                </a:lnTo>
                <a:lnTo>
                  <a:pt x="2944" y="245"/>
                </a:lnTo>
                <a:lnTo>
                  <a:pt x="2584" y="304"/>
                </a:lnTo>
                <a:lnTo>
                  <a:pt x="2254" y="370"/>
                </a:lnTo>
                <a:lnTo>
                  <a:pt x="1953" y="443"/>
                </a:lnTo>
                <a:lnTo>
                  <a:pt x="1683" y="522"/>
                </a:lnTo>
                <a:lnTo>
                  <a:pt x="1443" y="608"/>
                </a:lnTo>
                <a:lnTo>
                  <a:pt x="1443" y="608"/>
                </a:lnTo>
                <a:lnTo>
                  <a:pt x="1052" y="780"/>
                </a:lnTo>
                <a:lnTo>
                  <a:pt x="722" y="951"/>
                </a:lnTo>
                <a:lnTo>
                  <a:pt x="452" y="1110"/>
                </a:lnTo>
                <a:lnTo>
                  <a:pt x="241" y="1275"/>
                </a:lnTo>
                <a:lnTo>
                  <a:pt x="91" y="1433"/>
                </a:lnTo>
                <a:lnTo>
                  <a:pt x="1" y="1585"/>
                </a:lnTo>
                <a:lnTo>
                  <a:pt x="1" y="1731"/>
                </a:lnTo>
                <a:lnTo>
                  <a:pt x="31" y="1876"/>
                </a:lnTo>
                <a:lnTo>
                  <a:pt x="121" y="2015"/>
                </a:lnTo>
                <a:lnTo>
                  <a:pt x="271" y="2153"/>
                </a:lnTo>
                <a:lnTo>
                  <a:pt x="482" y="2279"/>
                </a:lnTo>
                <a:lnTo>
                  <a:pt x="722" y="2404"/>
                </a:lnTo>
                <a:lnTo>
                  <a:pt x="1052" y="2523"/>
                </a:lnTo>
                <a:lnTo>
                  <a:pt x="1413" y="2636"/>
                </a:lnTo>
                <a:lnTo>
                  <a:pt x="1803" y="2741"/>
                </a:lnTo>
                <a:lnTo>
                  <a:pt x="2254" y="284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67"/>
          <p:cNvSpPr/>
          <p:nvPr/>
        </p:nvSpPr>
        <p:spPr>
          <a:xfrm rot="10800000">
            <a:off x="6101451" y="2301262"/>
            <a:ext cx="4149942" cy="1361727"/>
          </a:xfrm>
          <a:custGeom>
            <a:avLst/>
            <a:gdLst/>
            <a:ahLst/>
            <a:cxnLst/>
            <a:rect l="l" t="t" r="r" b="b"/>
            <a:pathLst>
              <a:path w="43702" h="3191" fill="none" extrusionOk="0">
                <a:moveTo>
                  <a:pt x="8020" y="3190"/>
                </a:moveTo>
                <a:lnTo>
                  <a:pt x="18172" y="3190"/>
                </a:lnTo>
                <a:lnTo>
                  <a:pt x="18172" y="3190"/>
                </a:lnTo>
                <a:lnTo>
                  <a:pt x="18172" y="3190"/>
                </a:lnTo>
                <a:lnTo>
                  <a:pt x="18172" y="3190"/>
                </a:lnTo>
                <a:lnTo>
                  <a:pt x="18622" y="3184"/>
                </a:lnTo>
                <a:lnTo>
                  <a:pt x="19073" y="3184"/>
                </a:lnTo>
                <a:lnTo>
                  <a:pt x="19073" y="3184"/>
                </a:lnTo>
                <a:lnTo>
                  <a:pt x="19073" y="3184"/>
                </a:lnTo>
                <a:lnTo>
                  <a:pt x="19073" y="3184"/>
                </a:lnTo>
                <a:lnTo>
                  <a:pt x="19073" y="3184"/>
                </a:lnTo>
                <a:lnTo>
                  <a:pt x="19073" y="3184"/>
                </a:lnTo>
                <a:lnTo>
                  <a:pt x="19073" y="3184"/>
                </a:lnTo>
                <a:lnTo>
                  <a:pt x="19794" y="3190"/>
                </a:lnTo>
                <a:lnTo>
                  <a:pt x="19794" y="3190"/>
                </a:lnTo>
                <a:lnTo>
                  <a:pt x="19794" y="3190"/>
                </a:lnTo>
                <a:lnTo>
                  <a:pt x="19794" y="3190"/>
                </a:lnTo>
                <a:lnTo>
                  <a:pt x="19944" y="3190"/>
                </a:lnTo>
                <a:lnTo>
                  <a:pt x="26762" y="3190"/>
                </a:lnTo>
                <a:lnTo>
                  <a:pt x="26762" y="3190"/>
                </a:lnTo>
                <a:lnTo>
                  <a:pt x="26732" y="3072"/>
                </a:lnTo>
                <a:lnTo>
                  <a:pt x="26702" y="2953"/>
                </a:lnTo>
                <a:lnTo>
                  <a:pt x="26702" y="2953"/>
                </a:lnTo>
                <a:lnTo>
                  <a:pt x="26732" y="2814"/>
                </a:lnTo>
                <a:lnTo>
                  <a:pt x="26792" y="2675"/>
                </a:lnTo>
                <a:lnTo>
                  <a:pt x="26912" y="2543"/>
                </a:lnTo>
                <a:lnTo>
                  <a:pt x="27092" y="2411"/>
                </a:lnTo>
                <a:lnTo>
                  <a:pt x="27333" y="2286"/>
                </a:lnTo>
                <a:lnTo>
                  <a:pt x="27633" y="2167"/>
                </a:lnTo>
                <a:lnTo>
                  <a:pt x="27993" y="2048"/>
                </a:lnTo>
                <a:lnTo>
                  <a:pt x="28414" y="1935"/>
                </a:lnTo>
                <a:lnTo>
                  <a:pt x="28414" y="1935"/>
                </a:lnTo>
                <a:lnTo>
                  <a:pt x="28654" y="1883"/>
                </a:lnTo>
                <a:lnTo>
                  <a:pt x="28924" y="1836"/>
                </a:lnTo>
                <a:lnTo>
                  <a:pt x="29195" y="1790"/>
                </a:lnTo>
                <a:lnTo>
                  <a:pt x="29525" y="1751"/>
                </a:lnTo>
                <a:lnTo>
                  <a:pt x="29855" y="1711"/>
                </a:lnTo>
                <a:lnTo>
                  <a:pt x="30216" y="1678"/>
                </a:lnTo>
                <a:lnTo>
                  <a:pt x="30606" y="1645"/>
                </a:lnTo>
                <a:lnTo>
                  <a:pt x="30997" y="1612"/>
                </a:lnTo>
                <a:lnTo>
                  <a:pt x="31417" y="1585"/>
                </a:lnTo>
                <a:lnTo>
                  <a:pt x="31868" y="1566"/>
                </a:lnTo>
                <a:lnTo>
                  <a:pt x="32348" y="1546"/>
                </a:lnTo>
                <a:lnTo>
                  <a:pt x="32829" y="1526"/>
                </a:lnTo>
                <a:lnTo>
                  <a:pt x="33820" y="1506"/>
                </a:lnTo>
                <a:lnTo>
                  <a:pt x="34871" y="1500"/>
                </a:lnTo>
                <a:lnTo>
                  <a:pt x="34871" y="1500"/>
                </a:lnTo>
                <a:lnTo>
                  <a:pt x="35262" y="1500"/>
                </a:lnTo>
                <a:lnTo>
                  <a:pt x="43701" y="1500"/>
                </a:lnTo>
                <a:lnTo>
                  <a:pt x="43701" y="1500"/>
                </a:lnTo>
                <a:lnTo>
                  <a:pt x="43701" y="1460"/>
                </a:lnTo>
                <a:lnTo>
                  <a:pt x="43701" y="1460"/>
                </a:lnTo>
                <a:lnTo>
                  <a:pt x="43701" y="1321"/>
                </a:lnTo>
                <a:lnTo>
                  <a:pt x="43611" y="1189"/>
                </a:lnTo>
                <a:lnTo>
                  <a:pt x="43491" y="1057"/>
                </a:lnTo>
                <a:lnTo>
                  <a:pt x="43311" y="931"/>
                </a:lnTo>
                <a:lnTo>
                  <a:pt x="43071" y="806"/>
                </a:lnTo>
                <a:lnTo>
                  <a:pt x="42800" y="687"/>
                </a:lnTo>
                <a:lnTo>
                  <a:pt x="42440" y="568"/>
                </a:lnTo>
                <a:lnTo>
                  <a:pt x="42020" y="462"/>
                </a:lnTo>
                <a:lnTo>
                  <a:pt x="42020" y="462"/>
                </a:lnTo>
                <a:lnTo>
                  <a:pt x="41809" y="416"/>
                </a:lnTo>
                <a:lnTo>
                  <a:pt x="41539" y="370"/>
                </a:lnTo>
                <a:lnTo>
                  <a:pt x="41269" y="324"/>
                </a:lnTo>
                <a:lnTo>
                  <a:pt x="40968" y="278"/>
                </a:lnTo>
                <a:lnTo>
                  <a:pt x="40668" y="238"/>
                </a:lnTo>
                <a:lnTo>
                  <a:pt x="40308" y="205"/>
                </a:lnTo>
                <a:lnTo>
                  <a:pt x="39947" y="165"/>
                </a:lnTo>
                <a:lnTo>
                  <a:pt x="39557" y="132"/>
                </a:lnTo>
                <a:lnTo>
                  <a:pt x="39166" y="106"/>
                </a:lnTo>
                <a:lnTo>
                  <a:pt x="38746" y="79"/>
                </a:lnTo>
                <a:lnTo>
                  <a:pt x="38325" y="53"/>
                </a:lnTo>
                <a:lnTo>
                  <a:pt x="37905" y="33"/>
                </a:lnTo>
                <a:lnTo>
                  <a:pt x="37454" y="20"/>
                </a:lnTo>
                <a:lnTo>
                  <a:pt x="37004" y="7"/>
                </a:lnTo>
                <a:lnTo>
                  <a:pt x="36553" y="0"/>
                </a:lnTo>
                <a:lnTo>
                  <a:pt x="36103" y="0"/>
                </a:lnTo>
                <a:lnTo>
                  <a:pt x="36103" y="0"/>
                </a:lnTo>
                <a:lnTo>
                  <a:pt x="35682" y="0"/>
                </a:lnTo>
                <a:lnTo>
                  <a:pt x="35232" y="7"/>
                </a:lnTo>
                <a:lnTo>
                  <a:pt x="7810" y="7"/>
                </a:lnTo>
                <a:lnTo>
                  <a:pt x="7810" y="7"/>
                </a:lnTo>
                <a:lnTo>
                  <a:pt x="7359" y="0"/>
                </a:lnTo>
                <a:lnTo>
                  <a:pt x="6909" y="0"/>
                </a:lnTo>
                <a:lnTo>
                  <a:pt x="6909" y="0"/>
                </a:lnTo>
                <a:lnTo>
                  <a:pt x="6488" y="0"/>
                </a:lnTo>
                <a:lnTo>
                  <a:pt x="6098" y="7"/>
                </a:lnTo>
                <a:lnTo>
                  <a:pt x="5678" y="20"/>
                </a:lnTo>
                <a:lnTo>
                  <a:pt x="5257" y="33"/>
                </a:lnTo>
                <a:lnTo>
                  <a:pt x="4867" y="53"/>
                </a:lnTo>
                <a:lnTo>
                  <a:pt x="4476" y="79"/>
                </a:lnTo>
                <a:lnTo>
                  <a:pt x="4116" y="112"/>
                </a:lnTo>
                <a:lnTo>
                  <a:pt x="3725" y="145"/>
                </a:lnTo>
                <a:lnTo>
                  <a:pt x="3395" y="185"/>
                </a:lnTo>
                <a:lnTo>
                  <a:pt x="3034" y="231"/>
                </a:lnTo>
                <a:lnTo>
                  <a:pt x="2734" y="284"/>
                </a:lnTo>
                <a:lnTo>
                  <a:pt x="2434" y="337"/>
                </a:lnTo>
                <a:lnTo>
                  <a:pt x="2133" y="396"/>
                </a:lnTo>
                <a:lnTo>
                  <a:pt x="1893" y="462"/>
                </a:lnTo>
                <a:lnTo>
                  <a:pt x="1653" y="535"/>
                </a:lnTo>
                <a:lnTo>
                  <a:pt x="1443" y="608"/>
                </a:lnTo>
                <a:lnTo>
                  <a:pt x="1443" y="608"/>
                </a:lnTo>
                <a:lnTo>
                  <a:pt x="1082" y="760"/>
                </a:lnTo>
                <a:lnTo>
                  <a:pt x="782" y="898"/>
                </a:lnTo>
                <a:lnTo>
                  <a:pt x="542" y="1044"/>
                </a:lnTo>
                <a:lnTo>
                  <a:pt x="361" y="1182"/>
                </a:lnTo>
                <a:lnTo>
                  <a:pt x="181" y="1315"/>
                </a:lnTo>
                <a:lnTo>
                  <a:pt x="91" y="1453"/>
                </a:lnTo>
                <a:lnTo>
                  <a:pt x="31" y="1579"/>
                </a:lnTo>
                <a:lnTo>
                  <a:pt x="1" y="1711"/>
                </a:lnTo>
                <a:lnTo>
                  <a:pt x="1" y="1711"/>
                </a:lnTo>
                <a:lnTo>
                  <a:pt x="1" y="1797"/>
                </a:lnTo>
                <a:lnTo>
                  <a:pt x="31" y="1876"/>
                </a:lnTo>
                <a:lnTo>
                  <a:pt x="91" y="1955"/>
                </a:lnTo>
                <a:lnTo>
                  <a:pt x="151" y="2035"/>
                </a:lnTo>
                <a:lnTo>
                  <a:pt x="241" y="2114"/>
                </a:lnTo>
                <a:lnTo>
                  <a:pt x="331" y="2186"/>
                </a:lnTo>
                <a:lnTo>
                  <a:pt x="452" y="2259"/>
                </a:lnTo>
                <a:lnTo>
                  <a:pt x="572" y="2332"/>
                </a:lnTo>
                <a:lnTo>
                  <a:pt x="722" y="2404"/>
                </a:lnTo>
                <a:lnTo>
                  <a:pt x="902" y="2470"/>
                </a:lnTo>
                <a:lnTo>
                  <a:pt x="1082" y="2537"/>
                </a:lnTo>
                <a:lnTo>
                  <a:pt x="1292" y="2603"/>
                </a:lnTo>
                <a:lnTo>
                  <a:pt x="1503" y="2669"/>
                </a:lnTo>
                <a:lnTo>
                  <a:pt x="1743" y="2728"/>
                </a:lnTo>
                <a:lnTo>
                  <a:pt x="2254" y="2840"/>
                </a:lnTo>
                <a:lnTo>
                  <a:pt x="2254" y="2840"/>
                </a:lnTo>
                <a:lnTo>
                  <a:pt x="2464" y="2880"/>
                </a:lnTo>
                <a:lnTo>
                  <a:pt x="2704" y="2913"/>
                </a:lnTo>
                <a:lnTo>
                  <a:pt x="2974" y="2953"/>
                </a:lnTo>
                <a:lnTo>
                  <a:pt x="3275" y="2986"/>
                </a:lnTo>
                <a:lnTo>
                  <a:pt x="3936" y="3045"/>
                </a:lnTo>
                <a:lnTo>
                  <a:pt x="4656" y="3091"/>
                </a:lnTo>
                <a:lnTo>
                  <a:pt x="5467" y="3138"/>
                </a:lnTo>
                <a:lnTo>
                  <a:pt x="6278" y="3164"/>
                </a:lnTo>
                <a:lnTo>
                  <a:pt x="7149" y="3184"/>
                </a:lnTo>
                <a:lnTo>
                  <a:pt x="8020" y="319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67"/>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67"/>
          <p:cNvSpPr/>
          <p:nvPr/>
        </p:nvSpPr>
        <p:spPr>
          <a:xfrm rot="10800000">
            <a:off x="8508368" y="2423333"/>
            <a:ext cx="162495" cy="3295"/>
          </a:xfrm>
          <a:custGeom>
            <a:avLst/>
            <a:gdLst/>
            <a:ahLst/>
            <a:cxnLst/>
            <a:rect l="l" t="t" r="r" b="b"/>
            <a:pathLst>
              <a:path w="1773" h="8" fill="none" extrusionOk="0">
                <a:moveTo>
                  <a:pt x="1" y="7"/>
                </a:moveTo>
                <a:lnTo>
                  <a:pt x="1773" y="7"/>
                </a:lnTo>
                <a:lnTo>
                  <a:pt x="1773" y="7"/>
                </a:lnTo>
                <a:lnTo>
                  <a:pt x="132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67"/>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67"/>
          <p:cNvSpPr/>
          <p:nvPr/>
        </p:nvSpPr>
        <p:spPr>
          <a:xfrm rot="10800000">
            <a:off x="8508368" y="2423333"/>
            <a:ext cx="162495" cy="3295"/>
          </a:xfrm>
          <a:custGeom>
            <a:avLst/>
            <a:gdLst/>
            <a:ahLst/>
            <a:cxnLst/>
            <a:rect l="l" t="t" r="r" b="b"/>
            <a:pathLst>
              <a:path w="1773" h="8" fill="none" extrusionOk="0">
                <a:moveTo>
                  <a:pt x="1" y="7"/>
                </a:moveTo>
                <a:lnTo>
                  <a:pt x="1773" y="7"/>
                </a:lnTo>
                <a:lnTo>
                  <a:pt x="1773" y="7"/>
                </a:lnTo>
                <a:lnTo>
                  <a:pt x="1322" y="1"/>
                </a:lnTo>
                <a:lnTo>
                  <a:pt x="90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67"/>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67"/>
          <p:cNvSpPr/>
          <p:nvPr/>
        </p:nvSpPr>
        <p:spPr>
          <a:xfrm rot="10800000">
            <a:off x="4592699" y="1678228"/>
            <a:ext cx="744486" cy="1305824"/>
          </a:xfrm>
          <a:custGeom>
            <a:avLst/>
            <a:gdLst/>
            <a:ahLst/>
            <a:cxnLst/>
            <a:rect l="l" t="t" r="r" b="b"/>
            <a:pathLst>
              <a:path w="7840" h="3060" fill="none" extrusionOk="0">
                <a:moveTo>
                  <a:pt x="4085" y="3059"/>
                </a:move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606"/>
                </a:lnTo>
                <a:lnTo>
                  <a:pt x="7840" y="1606"/>
                </a:lnTo>
                <a:lnTo>
                  <a:pt x="7810" y="1494"/>
                </a:lnTo>
                <a:lnTo>
                  <a:pt x="7780" y="1395"/>
                </a:lnTo>
                <a:lnTo>
                  <a:pt x="7720" y="1289"/>
                </a:lnTo>
                <a:lnTo>
                  <a:pt x="7630" y="1197"/>
                </a:lnTo>
                <a:lnTo>
                  <a:pt x="7539" y="1104"/>
                </a:lnTo>
                <a:lnTo>
                  <a:pt x="7419" y="1018"/>
                </a:lnTo>
                <a:lnTo>
                  <a:pt x="7269" y="932"/>
                </a:lnTo>
                <a:lnTo>
                  <a:pt x="7119" y="853"/>
                </a:lnTo>
                <a:lnTo>
                  <a:pt x="6939" y="780"/>
                </a:lnTo>
                <a:lnTo>
                  <a:pt x="6759" y="708"/>
                </a:lnTo>
                <a:lnTo>
                  <a:pt x="6548" y="642"/>
                </a:lnTo>
                <a:lnTo>
                  <a:pt x="6338" y="576"/>
                </a:lnTo>
                <a:lnTo>
                  <a:pt x="6098" y="516"/>
                </a:lnTo>
                <a:lnTo>
                  <a:pt x="5858" y="463"/>
                </a:lnTo>
                <a:lnTo>
                  <a:pt x="5347" y="358"/>
                </a:lnTo>
                <a:lnTo>
                  <a:pt x="4836" y="272"/>
                </a:lnTo>
                <a:lnTo>
                  <a:pt x="4266" y="199"/>
                </a:lnTo>
                <a:lnTo>
                  <a:pt x="3725" y="133"/>
                </a:lnTo>
                <a:lnTo>
                  <a:pt x="3154" y="87"/>
                </a:lnTo>
                <a:lnTo>
                  <a:pt x="2614" y="47"/>
                </a:lnTo>
                <a:lnTo>
                  <a:pt x="2073" y="21"/>
                </a:lnTo>
                <a:lnTo>
                  <a:pt x="1563" y="8"/>
                </a:lnTo>
                <a:lnTo>
                  <a:pt x="1112" y="1"/>
                </a:lnTo>
                <a:lnTo>
                  <a:pt x="1112" y="1"/>
                </a:lnTo>
                <a:lnTo>
                  <a:pt x="962" y="1"/>
                </a:lnTo>
                <a:lnTo>
                  <a:pt x="962" y="1"/>
                </a:lnTo>
                <a:lnTo>
                  <a:pt x="511" y="1"/>
                </a:lnTo>
                <a:lnTo>
                  <a:pt x="1" y="8"/>
                </a:lnTo>
                <a:lnTo>
                  <a:pt x="1" y="8"/>
                </a:lnTo>
                <a:lnTo>
                  <a:pt x="421" y="47"/>
                </a:lnTo>
                <a:lnTo>
                  <a:pt x="782" y="87"/>
                </a:lnTo>
                <a:lnTo>
                  <a:pt x="1142" y="133"/>
                </a:lnTo>
                <a:lnTo>
                  <a:pt x="1502" y="193"/>
                </a:lnTo>
                <a:lnTo>
                  <a:pt x="1803" y="259"/>
                </a:lnTo>
                <a:lnTo>
                  <a:pt x="2103" y="331"/>
                </a:lnTo>
                <a:lnTo>
                  <a:pt x="2373" y="411"/>
                </a:lnTo>
                <a:lnTo>
                  <a:pt x="2614" y="496"/>
                </a:lnTo>
                <a:lnTo>
                  <a:pt x="2614" y="496"/>
                </a:lnTo>
                <a:lnTo>
                  <a:pt x="2974" y="648"/>
                </a:lnTo>
                <a:lnTo>
                  <a:pt x="3275" y="794"/>
                </a:lnTo>
                <a:lnTo>
                  <a:pt x="3515" y="932"/>
                </a:lnTo>
                <a:lnTo>
                  <a:pt x="3725" y="1078"/>
                </a:lnTo>
                <a:lnTo>
                  <a:pt x="3875" y="1216"/>
                </a:lnTo>
                <a:lnTo>
                  <a:pt x="3995" y="1348"/>
                </a:lnTo>
                <a:lnTo>
                  <a:pt x="4055" y="1481"/>
                </a:lnTo>
                <a:lnTo>
                  <a:pt x="4085" y="1613"/>
                </a:lnTo>
                <a:lnTo>
                  <a:pt x="4085" y="1613"/>
                </a:lnTo>
                <a:lnTo>
                  <a:pt x="4085" y="1712"/>
                </a:lnTo>
                <a:lnTo>
                  <a:pt x="4025" y="1804"/>
                </a:lnTo>
                <a:lnTo>
                  <a:pt x="3965" y="1897"/>
                </a:lnTo>
                <a:lnTo>
                  <a:pt x="3875" y="1989"/>
                </a:lnTo>
                <a:lnTo>
                  <a:pt x="3785" y="2082"/>
                </a:lnTo>
                <a:lnTo>
                  <a:pt x="3635" y="2168"/>
                </a:lnTo>
                <a:lnTo>
                  <a:pt x="3485" y="2247"/>
                </a:lnTo>
                <a:lnTo>
                  <a:pt x="3305" y="2333"/>
                </a:lnTo>
                <a:lnTo>
                  <a:pt x="3305" y="2333"/>
                </a:lnTo>
                <a:lnTo>
                  <a:pt x="3485" y="2419"/>
                </a:lnTo>
                <a:lnTo>
                  <a:pt x="3665" y="2504"/>
                </a:lnTo>
                <a:lnTo>
                  <a:pt x="3785" y="2590"/>
                </a:lnTo>
                <a:lnTo>
                  <a:pt x="3905" y="2683"/>
                </a:lnTo>
                <a:lnTo>
                  <a:pt x="3995" y="2769"/>
                </a:lnTo>
                <a:lnTo>
                  <a:pt x="4055" y="2861"/>
                </a:lnTo>
                <a:lnTo>
                  <a:pt x="4085" y="2954"/>
                </a:lnTo>
                <a:lnTo>
                  <a:pt x="4085" y="3053"/>
                </a:lnTo>
                <a:lnTo>
                  <a:pt x="4085" y="3053"/>
                </a:lnTo>
                <a:lnTo>
                  <a:pt x="4085" y="3053"/>
                </a:lnTo>
                <a:lnTo>
                  <a:pt x="4085" y="3053"/>
                </a:lnTo>
                <a:lnTo>
                  <a:pt x="4085" y="3053"/>
                </a:lnTo>
                <a:lnTo>
                  <a:pt x="4085" y="305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67"/>
          <p:cNvSpPr txBox="1">
            <a:spLocks noGrp="1"/>
          </p:cNvSpPr>
          <p:nvPr>
            <p:ph type="subTitle" idx="3"/>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335" name="Google Shape;1335;p67"/>
          <p:cNvSpPr txBox="1">
            <a:spLocks noGrp="1"/>
          </p:cNvSpPr>
          <p:nvPr>
            <p:ph type="subTitle" idx="4"/>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336" name="Google Shape;1336;p67"/>
          <p:cNvSpPr txBox="1">
            <a:spLocks noGrp="1"/>
          </p:cNvSpPr>
          <p:nvPr>
            <p:ph type="subTitle" idx="5"/>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1pPr>
            <a:lvl2pPr lvl="1"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2pPr>
            <a:lvl3pPr lvl="2"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3pPr>
            <a:lvl4pPr lvl="3"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4pPr>
            <a:lvl5pPr lvl="4"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5pPr>
            <a:lvl6pPr lvl="5"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6pPr>
            <a:lvl7pPr lvl="6"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7pPr>
            <a:lvl8pPr lvl="7"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8pPr>
            <a:lvl9pPr lvl="8" rtl="0">
              <a:spcBef>
                <a:spcPts val="1600"/>
              </a:spcBef>
              <a:spcAft>
                <a:spcPts val="1600"/>
              </a:spcAft>
              <a:buClr>
                <a:srgbClr val="5AB759"/>
              </a:buClr>
              <a:buSzPts val="900"/>
              <a:buFont typeface="Lato Black"/>
              <a:buNone/>
              <a:defRPr>
                <a:solidFill>
                  <a:srgbClr val="5AB759"/>
                </a:solidFill>
                <a:latin typeface="Lato Black"/>
                <a:ea typeface="Lato Black"/>
                <a:cs typeface="Lato Black"/>
                <a:sym typeface="Lato Black"/>
              </a:defRPr>
            </a:lvl9pPr>
          </a:lstStyle>
          <a:p>
            <a:endParaRPr/>
          </a:p>
        </p:txBody>
      </p:sp>
      <p:sp>
        <p:nvSpPr>
          <p:cNvPr id="1337" name="Google Shape;1337;p67"/>
          <p:cNvSpPr txBox="1">
            <a:spLocks noGrp="1"/>
          </p:cNvSpPr>
          <p:nvPr>
            <p:ph type="subTitle" idx="6"/>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1pPr>
            <a:lvl2pPr lvl="1"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2pPr>
            <a:lvl3pPr lvl="2"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3pPr>
            <a:lvl4pPr lvl="3"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4pPr>
            <a:lvl5pPr lvl="4"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5pPr>
            <a:lvl6pPr lvl="5"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6pPr>
            <a:lvl7pPr lvl="6"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7pPr>
            <a:lvl8pPr lvl="7"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8pPr>
            <a:lvl9pPr lvl="8" rtl="0">
              <a:spcBef>
                <a:spcPts val="1600"/>
              </a:spcBef>
              <a:spcAft>
                <a:spcPts val="1600"/>
              </a:spcAft>
              <a:buClr>
                <a:srgbClr val="5AB759"/>
              </a:buClr>
              <a:buSzPts val="900"/>
              <a:buFont typeface="Lato Black"/>
              <a:buNone/>
              <a:defRPr>
                <a:solidFill>
                  <a:srgbClr val="5AB759"/>
                </a:solidFill>
                <a:latin typeface="Lato Black"/>
                <a:ea typeface="Lato Black"/>
                <a:cs typeface="Lato Black"/>
                <a:sym typeface="Lato Black"/>
              </a:defRPr>
            </a:lvl9pPr>
          </a:lstStyle>
          <a:p>
            <a:endParaRPr/>
          </a:p>
        </p:txBody>
      </p:sp>
      <p:sp>
        <p:nvSpPr>
          <p:cNvPr id="1338" name="Google Shape;1338;p67"/>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67"/>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67"/>
          <p:cNvSpPr txBox="1">
            <a:spLocks noGrp="1"/>
          </p:cNvSpPr>
          <p:nvPr>
            <p:ph type="subTitle" idx="7"/>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grpSp>
        <p:nvGrpSpPr>
          <p:cNvPr id="1341" name="Google Shape;1341;p67"/>
          <p:cNvGrpSpPr/>
          <p:nvPr/>
        </p:nvGrpSpPr>
        <p:grpSpPr>
          <a:xfrm>
            <a:off x="4282667" y="615661"/>
            <a:ext cx="6213175" cy="3413810"/>
            <a:chOff x="5515071" y="1269781"/>
            <a:chExt cx="876082" cy="481361"/>
          </a:xfrm>
        </p:grpSpPr>
        <p:sp>
          <p:nvSpPr>
            <p:cNvPr id="1342" name="Google Shape;1342;p67"/>
            <p:cNvSpPr/>
            <p:nvPr/>
          </p:nvSpPr>
          <p:spPr>
            <a:xfrm rot="10800000">
              <a:off x="5515071" y="1269781"/>
              <a:ext cx="876082" cy="481361"/>
            </a:xfrm>
            <a:custGeom>
              <a:avLst/>
              <a:gdLst/>
              <a:ahLst/>
              <a:cxnLst/>
              <a:rect l="l" t="t" r="r" b="b"/>
              <a:pathLst>
                <a:path w="65477" h="8006" extrusionOk="0">
                  <a:moveTo>
                    <a:pt x="38866" y="852"/>
                  </a:moveTo>
                  <a:lnTo>
                    <a:pt x="39376" y="859"/>
                  </a:lnTo>
                  <a:lnTo>
                    <a:pt x="39887" y="872"/>
                  </a:lnTo>
                  <a:lnTo>
                    <a:pt x="40367" y="885"/>
                  </a:lnTo>
                  <a:lnTo>
                    <a:pt x="40848" y="905"/>
                  </a:lnTo>
                  <a:lnTo>
                    <a:pt x="41329" y="931"/>
                  </a:lnTo>
                  <a:lnTo>
                    <a:pt x="41779" y="958"/>
                  </a:lnTo>
                  <a:lnTo>
                    <a:pt x="42230" y="997"/>
                  </a:lnTo>
                  <a:lnTo>
                    <a:pt x="42650" y="1030"/>
                  </a:lnTo>
                  <a:lnTo>
                    <a:pt x="43071" y="1070"/>
                  </a:lnTo>
                  <a:lnTo>
                    <a:pt x="43431" y="1116"/>
                  </a:lnTo>
                  <a:lnTo>
                    <a:pt x="43791" y="1163"/>
                  </a:lnTo>
                  <a:lnTo>
                    <a:pt x="44092" y="1215"/>
                  </a:lnTo>
                  <a:lnTo>
                    <a:pt x="44362" y="1262"/>
                  </a:lnTo>
                  <a:lnTo>
                    <a:pt x="44632" y="1315"/>
                  </a:lnTo>
                  <a:lnTo>
                    <a:pt x="44843" y="1374"/>
                  </a:lnTo>
                  <a:lnTo>
                    <a:pt x="45053" y="1427"/>
                  </a:lnTo>
                  <a:lnTo>
                    <a:pt x="45413" y="1552"/>
                  </a:lnTo>
                  <a:lnTo>
                    <a:pt x="45714" y="1678"/>
                  </a:lnTo>
                  <a:lnTo>
                    <a:pt x="45954" y="1803"/>
                  </a:lnTo>
                  <a:lnTo>
                    <a:pt x="46134" y="1942"/>
                  </a:lnTo>
                  <a:lnTo>
                    <a:pt x="46254" y="2074"/>
                  </a:lnTo>
                  <a:lnTo>
                    <a:pt x="46314" y="2213"/>
                  </a:lnTo>
                  <a:lnTo>
                    <a:pt x="46314" y="2352"/>
                  </a:lnTo>
                  <a:lnTo>
                    <a:pt x="50519" y="2352"/>
                  </a:lnTo>
                  <a:lnTo>
                    <a:pt x="51600" y="2358"/>
                  </a:lnTo>
                  <a:lnTo>
                    <a:pt x="52111" y="2365"/>
                  </a:lnTo>
                  <a:lnTo>
                    <a:pt x="52622" y="2371"/>
                  </a:lnTo>
                  <a:lnTo>
                    <a:pt x="53072" y="2385"/>
                  </a:lnTo>
                  <a:lnTo>
                    <a:pt x="53523" y="2404"/>
                  </a:lnTo>
                  <a:lnTo>
                    <a:pt x="53943" y="2431"/>
                  </a:lnTo>
                  <a:lnTo>
                    <a:pt x="54364" y="2457"/>
                  </a:lnTo>
                  <a:lnTo>
                    <a:pt x="54934" y="2451"/>
                  </a:lnTo>
                  <a:lnTo>
                    <a:pt x="55445" y="2444"/>
                  </a:lnTo>
                  <a:lnTo>
                    <a:pt x="55925" y="2451"/>
                  </a:lnTo>
                  <a:lnTo>
                    <a:pt x="56436" y="2470"/>
                  </a:lnTo>
                  <a:lnTo>
                    <a:pt x="56977" y="2497"/>
                  </a:lnTo>
                  <a:lnTo>
                    <a:pt x="57547" y="2536"/>
                  </a:lnTo>
                  <a:lnTo>
                    <a:pt x="58118" y="2589"/>
                  </a:lnTo>
                  <a:lnTo>
                    <a:pt x="58689" y="2649"/>
                  </a:lnTo>
                  <a:lnTo>
                    <a:pt x="59259" y="2728"/>
                  </a:lnTo>
                  <a:lnTo>
                    <a:pt x="59800" y="2821"/>
                  </a:lnTo>
                  <a:lnTo>
                    <a:pt x="60040" y="2873"/>
                  </a:lnTo>
                  <a:lnTo>
                    <a:pt x="60310" y="2926"/>
                  </a:lnTo>
                  <a:lnTo>
                    <a:pt x="60551" y="2986"/>
                  </a:lnTo>
                  <a:lnTo>
                    <a:pt x="60761" y="3045"/>
                  </a:lnTo>
                  <a:lnTo>
                    <a:pt x="61001" y="3118"/>
                  </a:lnTo>
                  <a:lnTo>
                    <a:pt x="61181" y="3184"/>
                  </a:lnTo>
                  <a:lnTo>
                    <a:pt x="61392" y="3256"/>
                  </a:lnTo>
                  <a:lnTo>
                    <a:pt x="61542" y="3336"/>
                  </a:lnTo>
                  <a:lnTo>
                    <a:pt x="61692" y="3422"/>
                  </a:lnTo>
                  <a:lnTo>
                    <a:pt x="61842" y="3507"/>
                  </a:lnTo>
                  <a:lnTo>
                    <a:pt x="61962" y="3600"/>
                  </a:lnTo>
                  <a:lnTo>
                    <a:pt x="62052" y="3692"/>
                  </a:lnTo>
                  <a:lnTo>
                    <a:pt x="62113" y="3798"/>
                  </a:lnTo>
                  <a:lnTo>
                    <a:pt x="62173" y="3904"/>
                  </a:lnTo>
                  <a:lnTo>
                    <a:pt x="62173" y="4009"/>
                  </a:lnTo>
                  <a:lnTo>
                    <a:pt x="62173" y="4128"/>
                  </a:lnTo>
                  <a:lnTo>
                    <a:pt x="62143" y="4287"/>
                  </a:lnTo>
                  <a:lnTo>
                    <a:pt x="62052" y="4432"/>
                  </a:lnTo>
                  <a:lnTo>
                    <a:pt x="61962" y="4571"/>
                  </a:lnTo>
                  <a:lnTo>
                    <a:pt x="61812" y="4690"/>
                  </a:lnTo>
                  <a:lnTo>
                    <a:pt x="61632" y="4809"/>
                  </a:lnTo>
                  <a:lnTo>
                    <a:pt x="61452" y="4914"/>
                  </a:lnTo>
                  <a:lnTo>
                    <a:pt x="61211" y="5007"/>
                  </a:lnTo>
                  <a:lnTo>
                    <a:pt x="60971" y="5093"/>
                  </a:lnTo>
                  <a:lnTo>
                    <a:pt x="60701" y="5165"/>
                  </a:lnTo>
                  <a:lnTo>
                    <a:pt x="60431" y="5238"/>
                  </a:lnTo>
                  <a:lnTo>
                    <a:pt x="60130" y="5298"/>
                  </a:lnTo>
                  <a:lnTo>
                    <a:pt x="59800" y="5350"/>
                  </a:lnTo>
                  <a:lnTo>
                    <a:pt x="59500" y="5403"/>
                  </a:lnTo>
                  <a:lnTo>
                    <a:pt x="59139" y="5443"/>
                  </a:lnTo>
                  <a:lnTo>
                    <a:pt x="58809" y="5476"/>
                  </a:lnTo>
                  <a:lnTo>
                    <a:pt x="58448" y="5509"/>
                  </a:lnTo>
                  <a:lnTo>
                    <a:pt x="58448" y="5601"/>
                  </a:lnTo>
                  <a:lnTo>
                    <a:pt x="58418" y="5687"/>
                  </a:lnTo>
                  <a:lnTo>
                    <a:pt x="58358" y="5780"/>
                  </a:lnTo>
                  <a:lnTo>
                    <a:pt x="58298" y="5866"/>
                  </a:lnTo>
                  <a:lnTo>
                    <a:pt x="58088" y="6037"/>
                  </a:lnTo>
                  <a:lnTo>
                    <a:pt x="57818" y="6209"/>
                  </a:lnTo>
                  <a:lnTo>
                    <a:pt x="57517" y="6374"/>
                  </a:lnTo>
                  <a:lnTo>
                    <a:pt x="57127" y="6533"/>
                  </a:lnTo>
                  <a:lnTo>
                    <a:pt x="56706" y="6678"/>
                  </a:lnTo>
                  <a:lnTo>
                    <a:pt x="56226" y="6810"/>
                  </a:lnTo>
                  <a:lnTo>
                    <a:pt x="55985" y="6870"/>
                  </a:lnTo>
                  <a:lnTo>
                    <a:pt x="55715" y="6916"/>
                  </a:lnTo>
                  <a:lnTo>
                    <a:pt x="55445" y="6962"/>
                  </a:lnTo>
                  <a:lnTo>
                    <a:pt x="55144" y="7008"/>
                  </a:lnTo>
                  <a:lnTo>
                    <a:pt x="54844" y="7048"/>
                  </a:lnTo>
                  <a:lnTo>
                    <a:pt x="54514" y="7081"/>
                  </a:lnTo>
                  <a:lnTo>
                    <a:pt x="54153" y="7107"/>
                  </a:lnTo>
                  <a:lnTo>
                    <a:pt x="53793" y="7134"/>
                  </a:lnTo>
                  <a:lnTo>
                    <a:pt x="53072" y="7180"/>
                  </a:lnTo>
                  <a:lnTo>
                    <a:pt x="52291" y="7206"/>
                  </a:lnTo>
                  <a:lnTo>
                    <a:pt x="51480" y="7226"/>
                  </a:lnTo>
                  <a:lnTo>
                    <a:pt x="50669" y="7233"/>
                  </a:lnTo>
                  <a:lnTo>
                    <a:pt x="22767" y="7233"/>
                  </a:lnTo>
                  <a:lnTo>
                    <a:pt x="21896" y="7226"/>
                  </a:lnTo>
                  <a:lnTo>
                    <a:pt x="21025" y="7206"/>
                  </a:lnTo>
                  <a:lnTo>
                    <a:pt x="20184" y="7173"/>
                  </a:lnTo>
                  <a:lnTo>
                    <a:pt x="19403" y="7134"/>
                  </a:lnTo>
                  <a:lnTo>
                    <a:pt x="18682" y="7081"/>
                  </a:lnTo>
                  <a:lnTo>
                    <a:pt x="18022" y="7022"/>
                  </a:lnTo>
                  <a:lnTo>
                    <a:pt x="17721" y="6988"/>
                  </a:lnTo>
                  <a:lnTo>
                    <a:pt x="17451" y="6955"/>
                  </a:lnTo>
                  <a:lnTo>
                    <a:pt x="17211" y="6916"/>
                  </a:lnTo>
                  <a:lnTo>
                    <a:pt x="17000" y="6876"/>
                  </a:lnTo>
                  <a:lnTo>
                    <a:pt x="16550" y="6784"/>
                  </a:lnTo>
                  <a:lnTo>
                    <a:pt x="16129" y="6678"/>
                  </a:lnTo>
                  <a:lnTo>
                    <a:pt x="15769" y="6566"/>
                  </a:lnTo>
                  <a:lnTo>
                    <a:pt x="15469" y="6447"/>
                  </a:lnTo>
                  <a:lnTo>
                    <a:pt x="15228" y="6321"/>
                  </a:lnTo>
                  <a:lnTo>
                    <a:pt x="15018" y="6189"/>
                  </a:lnTo>
                  <a:lnTo>
                    <a:pt x="14868" y="6057"/>
                  </a:lnTo>
                  <a:lnTo>
                    <a:pt x="14778" y="5918"/>
                  </a:lnTo>
                  <a:lnTo>
                    <a:pt x="14748" y="5773"/>
                  </a:lnTo>
                  <a:lnTo>
                    <a:pt x="14748" y="5621"/>
                  </a:lnTo>
                  <a:lnTo>
                    <a:pt x="14838" y="5469"/>
                  </a:lnTo>
                  <a:lnTo>
                    <a:pt x="14988" y="5311"/>
                  </a:lnTo>
                  <a:lnTo>
                    <a:pt x="15168" y="5152"/>
                  </a:lnTo>
                  <a:lnTo>
                    <a:pt x="15439" y="4987"/>
                  </a:lnTo>
                  <a:lnTo>
                    <a:pt x="15769" y="4822"/>
                  </a:lnTo>
                  <a:lnTo>
                    <a:pt x="16189" y="4650"/>
                  </a:lnTo>
                  <a:lnTo>
                    <a:pt x="16370" y="4584"/>
                  </a:lnTo>
                  <a:lnTo>
                    <a:pt x="16550" y="4525"/>
                  </a:lnTo>
                  <a:lnTo>
                    <a:pt x="16790" y="4465"/>
                  </a:lnTo>
                  <a:lnTo>
                    <a:pt x="17030" y="4406"/>
                  </a:lnTo>
                  <a:lnTo>
                    <a:pt x="17271" y="4360"/>
                  </a:lnTo>
                  <a:lnTo>
                    <a:pt x="17541" y="4313"/>
                  </a:lnTo>
                  <a:lnTo>
                    <a:pt x="17811" y="4267"/>
                  </a:lnTo>
                  <a:lnTo>
                    <a:pt x="18112" y="4227"/>
                  </a:lnTo>
                  <a:lnTo>
                    <a:pt x="18412" y="4194"/>
                  </a:lnTo>
                  <a:lnTo>
                    <a:pt x="18742" y="4161"/>
                  </a:lnTo>
                  <a:lnTo>
                    <a:pt x="19043" y="4135"/>
                  </a:lnTo>
                  <a:lnTo>
                    <a:pt x="19373" y="4109"/>
                  </a:lnTo>
                  <a:lnTo>
                    <a:pt x="20064" y="4069"/>
                  </a:lnTo>
                  <a:lnTo>
                    <a:pt x="20785" y="4049"/>
                  </a:lnTo>
                  <a:lnTo>
                    <a:pt x="10633" y="4049"/>
                  </a:lnTo>
                  <a:lnTo>
                    <a:pt x="9762" y="4043"/>
                  </a:lnTo>
                  <a:lnTo>
                    <a:pt x="8891" y="4023"/>
                  </a:lnTo>
                  <a:lnTo>
                    <a:pt x="8050" y="3990"/>
                  </a:lnTo>
                  <a:lnTo>
                    <a:pt x="7269" y="3950"/>
                  </a:lnTo>
                  <a:lnTo>
                    <a:pt x="6548" y="3897"/>
                  </a:lnTo>
                  <a:lnTo>
                    <a:pt x="5888" y="3838"/>
                  </a:lnTo>
                  <a:lnTo>
                    <a:pt x="5587" y="3805"/>
                  </a:lnTo>
                  <a:lnTo>
                    <a:pt x="5317" y="3772"/>
                  </a:lnTo>
                  <a:lnTo>
                    <a:pt x="5077" y="3732"/>
                  </a:lnTo>
                  <a:lnTo>
                    <a:pt x="4866" y="3692"/>
                  </a:lnTo>
                  <a:lnTo>
                    <a:pt x="4416" y="3593"/>
                  </a:lnTo>
                  <a:lnTo>
                    <a:pt x="3995" y="3494"/>
                  </a:lnTo>
                  <a:lnTo>
                    <a:pt x="3635" y="3382"/>
                  </a:lnTo>
                  <a:lnTo>
                    <a:pt x="3335" y="3263"/>
                  </a:lnTo>
                  <a:lnTo>
                    <a:pt x="3094" y="3138"/>
                  </a:lnTo>
                  <a:lnTo>
                    <a:pt x="2884" y="3005"/>
                  </a:lnTo>
                  <a:lnTo>
                    <a:pt x="2734" y="2873"/>
                  </a:lnTo>
                  <a:lnTo>
                    <a:pt x="2644" y="2735"/>
                  </a:lnTo>
                  <a:lnTo>
                    <a:pt x="2584" y="2589"/>
                  </a:lnTo>
                  <a:lnTo>
                    <a:pt x="2614" y="2437"/>
                  </a:lnTo>
                  <a:lnTo>
                    <a:pt x="2704" y="2285"/>
                  </a:lnTo>
                  <a:lnTo>
                    <a:pt x="2854" y="2127"/>
                  </a:lnTo>
                  <a:lnTo>
                    <a:pt x="3034" y="1968"/>
                  </a:lnTo>
                  <a:lnTo>
                    <a:pt x="3305" y="1803"/>
                  </a:lnTo>
                  <a:lnTo>
                    <a:pt x="3635" y="1638"/>
                  </a:lnTo>
                  <a:lnTo>
                    <a:pt x="4055" y="1466"/>
                  </a:lnTo>
                  <a:lnTo>
                    <a:pt x="4296" y="1381"/>
                  </a:lnTo>
                  <a:lnTo>
                    <a:pt x="4566" y="1301"/>
                  </a:lnTo>
                  <a:lnTo>
                    <a:pt x="4866" y="1229"/>
                  </a:lnTo>
                  <a:lnTo>
                    <a:pt x="5197" y="1163"/>
                  </a:lnTo>
                  <a:lnTo>
                    <a:pt x="5557" y="1103"/>
                  </a:lnTo>
                  <a:lnTo>
                    <a:pt x="5918" y="1050"/>
                  </a:lnTo>
                  <a:lnTo>
                    <a:pt x="6308" y="1004"/>
                  </a:lnTo>
                  <a:lnTo>
                    <a:pt x="6729" y="964"/>
                  </a:lnTo>
                  <a:lnTo>
                    <a:pt x="7149" y="931"/>
                  </a:lnTo>
                  <a:lnTo>
                    <a:pt x="7600" y="905"/>
                  </a:lnTo>
                  <a:lnTo>
                    <a:pt x="8050" y="879"/>
                  </a:lnTo>
                  <a:lnTo>
                    <a:pt x="8531" y="865"/>
                  </a:lnTo>
                  <a:lnTo>
                    <a:pt x="8981" y="859"/>
                  </a:lnTo>
                  <a:lnTo>
                    <a:pt x="9462" y="852"/>
                  </a:lnTo>
                  <a:lnTo>
                    <a:pt x="9942" y="852"/>
                  </a:lnTo>
                  <a:lnTo>
                    <a:pt x="10423" y="865"/>
                  </a:lnTo>
                  <a:lnTo>
                    <a:pt x="37844" y="865"/>
                  </a:lnTo>
                  <a:lnTo>
                    <a:pt x="38355" y="859"/>
                  </a:lnTo>
                  <a:lnTo>
                    <a:pt x="38866" y="852"/>
                  </a:lnTo>
                  <a:close/>
                  <a:moveTo>
                    <a:pt x="1" y="0"/>
                  </a:moveTo>
                  <a:lnTo>
                    <a:pt x="1" y="8006"/>
                  </a:lnTo>
                  <a:lnTo>
                    <a:pt x="65476" y="8006"/>
                  </a:lnTo>
                  <a:lnTo>
                    <a:pt x="654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67"/>
            <p:cNvSpPr/>
            <p:nvPr/>
          </p:nvSpPr>
          <p:spPr>
            <a:xfrm rot="10800000">
              <a:off x="5515071" y="1269781"/>
              <a:ext cx="876082" cy="481361"/>
            </a:xfrm>
            <a:custGeom>
              <a:avLst/>
              <a:gdLst/>
              <a:ahLst/>
              <a:cxnLst/>
              <a:rect l="l" t="t" r="r" b="b"/>
              <a:pathLst>
                <a:path w="65477" h="8006" fill="none" extrusionOk="0">
                  <a:moveTo>
                    <a:pt x="65476" y="8006"/>
                  </a:moveTo>
                  <a:lnTo>
                    <a:pt x="65476" y="0"/>
                  </a:lnTo>
                  <a:lnTo>
                    <a:pt x="1" y="0"/>
                  </a:lnTo>
                  <a:lnTo>
                    <a:pt x="1" y="8006"/>
                  </a:lnTo>
                  <a:lnTo>
                    <a:pt x="65476" y="800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67"/>
            <p:cNvSpPr/>
            <p:nvPr/>
          </p:nvSpPr>
          <p:spPr>
            <a:xfrm rot="10800000">
              <a:off x="5559280" y="1316257"/>
              <a:ext cx="797314" cy="383658"/>
            </a:xfrm>
            <a:custGeom>
              <a:avLst/>
              <a:gdLst/>
              <a:ahLst/>
              <a:cxnLst/>
              <a:rect l="l" t="t" r="r" b="b"/>
              <a:pathLst>
                <a:path w="59590" h="6381" fill="none" extrusionOk="0">
                  <a:moveTo>
                    <a:pt x="1472" y="614"/>
                  </a:moveTo>
                  <a:lnTo>
                    <a:pt x="1472" y="614"/>
                  </a:lnTo>
                  <a:lnTo>
                    <a:pt x="1713" y="529"/>
                  </a:lnTo>
                  <a:lnTo>
                    <a:pt x="1983" y="449"/>
                  </a:lnTo>
                  <a:lnTo>
                    <a:pt x="2283" y="377"/>
                  </a:lnTo>
                  <a:lnTo>
                    <a:pt x="2614" y="311"/>
                  </a:lnTo>
                  <a:lnTo>
                    <a:pt x="2974" y="251"/>
                  </a:lnTo>
                  <a:lnTo>
                    <a:pt x="3335" y="198"/>
                  </a:lnTo>
                  <a:lnTo>
                    <a:pt x="3725" y="152"/>
                  </a:lnTo>
                  <a:lnTo>
                    <a:pt x="4146" y="112"/>
                  </a:lnTo>
                  <a:lnTo>
                    <a:pt x="4566" y="79"/>
                  </a:lnTo>
                  <a:lnTo>
                    <a:pt x="5017" y="53"/>
                  </a:lnTo>
                  <a:lnTo>
                    <a:pt x="5467" y="27"/>
                  </a:lnTo>
                  <a:lnTo>
                    <a:pt x="5948" y="13"/>
                  </a:lnTo>
                  <a:lnTo>
                    <a:pt x="6398" y="7"/>
                  </a:lnTo>
                  <a:lnTo>
                    <a:pt x="6879" y="0"/>
                  </a:lnTo>
                  <a:lnTo>
                    <a:pt x="7359" y="0"/>
                  </a:lnTo>
                  <a:lnTo>
                    <a:pt x="7840" y="13"/>
                  </a:lnTo>
                  <a:lnTo>
                    <a:pt x="35261" y="13"/>
                  </a:lnTo>
                  <a:lnTo>
                    <a:pt x="35261" y="13"/>
                  </a:lnTo>
                  <a:lnTo>
                    <a:pt x="35772" y="7"/>
                  </a:lnTo>
                  <a:lnTo>
                    <a:pt x="36283" y="0"/>
                  </a:lnTo>
                  <a:lnTo>
                    <a:pt x="36793" y="7"/>
                  </a:lnTo>
                  <a:lnTo>
                    <a:pt x="37304" y="20"/>
                  </a:lnTo>
                  <a:lnTo>
                    <a:pt x="37784" y="33"/>
                  </a:lnTo>
                  <a:lnTo>
                    <a:pt x="38265" y="53"/>
                  </a:lnTo>
                  <a:lnTo>
                    <a:pt x="38746" y="79"/>
                  </a:lnTo>
                  <a:lnTo>
                    <a:pt x="39196" y="106"/>
                  </a:lnTo>
                  <a:lnTo>
                    <a:pt x="39647" y="145"/>
                  </a:lnTo>
                  <a:lnTo>
                    <a:pt x="40067" y="178"/>
                  </a:lnTo>
                  <a:lnTo>
                    <a:pt x="40488" y="218"/>
                  </a:lnTo>
                  <a:lnTo>
                    <a:pt x="40848" y="264"/>
                  </a:lnTo>
                  <a:lnTo>
                    <a:pt x="41208" y="311"/>
                  </a:lnTo>
                  <a:lnTo>
                    <a:pt x="41509" y="363"/>
                  </a:lnTo>
                  <a:lnTo>
                    <a:pt x="41779" y="410"/>
                  </a:lnTo>
                  <a:lnTo>
                    <a:pt x="42049" y="463"/>
                  </a:lnTo>
                  <a:lnTo>
                    <a:pt x="42049" y="463"/>
                  </a:lnTo>
                  <a:lnTo>
                    <a:pt x="42260" y="522"/>
                  </a:lnTo>
                  <a:lnTo>
                    <a:pt x="42470" y="575"/>
                  </a:lnTo>
                  <a:lnTo>
                    <a:pt x="42830" y="700"/>
                  </a:lnTo>
                  <a:lnTo>
                    <a:pt x="43131" y="826"/>
                  </a:lnTo>
                  <a:lnTo>
                    <a:pt x="43371" y="951"/>
                  </a:lnTo>
                  <a:lnTo>
                    <a:pt x="43551" y="1090"/>
                  </a:lnTo>
                  <a:lnTo>
                    <a:pt x="43671" y="1222"/>
                  </a:lnTo>
                  <a:lnTo>
                    <a:pt x="43731" y="1361"/>
                  </a:lnTo>
                  <a:lnTo>
                    <a:pt x="43731" y="1500"/>
                  </a:lnTo>
                  <a:lnTo>
                    <a:pt x="47936" y="1500"/>
                  </a:lnTo>
                  <a:lnTo>
                    <a:pt x="47936" y="1500"/>
                  </a:lnTo>
                  <a:lnTo>
                    <a:pt x="49017" y="1506"/>
                  </a:lnTo>
                  <a:lnTo>
                    <a:pt x="49528" y="1513"/>
                  </a:lnTo>
                  <a:lnTo>
                    <a:pt x="50039" y="1519"/>
                  </a:lnTo>
                  <a:lnTo>
                    <a:pt x="50489" y="1533"/>
                  </a:lnTo>
                  <a:lnTo>
                    <a:pt x="50940" y="1552"/>
                  </a:lnTo>
                  <a:lnTo>
                    <a:pt x="51360" y="1579"/>
                  </a:lnTo>
                  <a:lnTo>
                    <a:pt x="51781" y="1605"/>
                  </a:lnTo>
                  <a:lnTo>
                    <a:pt x="51781" y="1605"/>
                  </a:lnTo>
                  <a:lnTo>
                    <a:pt x="52351" y="1599"/>
                  </a:lnTo>
                  <a:lnTo>
                    <a:pt x="52862" y="1592"/>
                  </a:lnTo>
                  <a:lnTo>
                    <a:pt x="52862" y="1592"/>
                  </a:lnTo>
                  <a:lnTo>
                    <a:pt x="53342" y="1599"/>
                  </a:lnTo>
                  <a:lnTo>
                    <a:pt x="53853" y="1618"/>
                  </a:lnTo>
                  <a:lnTo>
                    <a:pt x="54394" y="1645"/>
                  </a:lnTo>
                  <a:lnTo>
                    <a:pt x="54964" y="1684"/>
                  </a:lnTo>
                  <a:lnTo>
                    <a:pt x="55535" y="1737"/>
                  </a:lnTo>
                  <a:lnTo>
                    <a:pt x="56106" y="1797"/>
                  </a:lnTo>
                  <a:lnTo>
                    <a:pt x="56676" y="1876"/>
                  </a:lnTo>
                  <a:lnTo>
                    <a:pt x="57217" y="1969"/>
                  </a:lnTo>
                  <a:lnTo>
                    <a:pt x="57457" y="2021"/>
                  </a:lnTo>
                  <a:lnTo>
                    <a:pt x="57727" y="2074"/>
                  </a:lnTo>
                  <a:lnTo>
                    <a:pt x="57968" y="2134"/>
                  </a:lnTo>
                  <a:lnTo>
                    <a:pt x="58178" y="2193"/>
                  </a:lnTo>
                  <a:lnTo>
                    <a:pt x="58418" y="2266"/>
                  </a:lnTo>
                  <a:lnTo>
                    <a:pt x="58598" y="2332"/>
                  </a:lnTo>
                  <a:lnTo>
                    <a:pt x="58809" y="2404"/>
                  </a:lnTo>
                  <a:lnTo>
                    <a:pt x="58959" y="2484"/>
                  </a:lnTo>
                  <a:lnTo>
                    <a:pt x="59109" y="2570"/>
                  </a:lnTo>
                  <a:lnTo>
                    <a:pt x="59259" y="2655"/>
                  </a:lnTo>
                  <a:lnTo>
                    <a:pt x="59379" y="2748"/>
                  </a:lnTo>
                  <a:lnTo>
                    <a:pt x="59469" y="2840"/>
                  </a:lnTo>
                  <a:lnTo>
                    <a:pt x="59530" y="2946"/>
                  </a:lnTo>
                  <a:lnTo>
                    <a:pt x="59590" y="3052"/>
                  </a:lnTo>
                  <a:lnTo>
                    <a:pt x="59590" y="3157"/>
                  </a:lnTo>
                  <a:lnTo>
                    <a:pt x="59590" y="3276"/>
                  </a:lnTo>
                  <a:lnTo>
                    <a:pt x="59590" y="3276"/>
                  </a:lnTo>
                  <a:lnTo>
                    <a:pt x="59560" y="3435"/>
                  </a:lnTo>
                  <a:lnTo>
                    <a:pt x="59469" y="3580"/>
                  </a:lnTo>
                  <a:lnTo>
                    <a:pt x="59379" y="3719"/>
                  </a:lnTo>
                  <a:lnTo>
                    <a:pt x="59229" y="3838"/>
                  </a:lnTo>
                  <a:lnTo>
                    <a:pt x="59049" y="3957"/>
                  </a:lnTo>
                  <a:lnTo>
                    <a:pt x="58869" y="4062"/>
                  </a:lnTo>
                  <a:lnTo>
                    <a:pt x="58628" y="4155"/>
                  </a:lnTo>
                  <a:lnTo>
                    <a:pt x="58388" y="4241"/>
                  </a:lnTo>
                  <a:lnTo>
                    <a:pt x="58118" y="4313"/>
                  </a:lnTo>
                  <a:lnTo>
                    <a:pt x="57848" y="4386"/>
                  </a:lnTo>
                  <a:lnTo>
                    <a:pt x="57547" y="4446"/>
                  </a:lnTo>
                  <a:lnTo>
                    <a:pt x="57217" y="4498"/>
                  </a:lnTo>
                  <a:lnTo>
                    <a:pt x="56917" y="4551"/>
                  </a:lnTo>
                  <a:lnTo>
                    <a:pt x="56556" y="4591"/>
                  </a:lnTo>
                  <a:lnTo>
                    <a:pt x="56226" y="4624"/>
                  </a:lnTo>
                  <a:lnTo>
                    <a:pt x="55865" y="4657"/>
                  </a:lnTo>
                  <a:lnTo>
                    <a:pt x="55865" y="4657"/>
                  </a:lnTo>
                  <a:lnTo>
                    <a:pt x="55865" y="4749"/>
                  </a:lnTo>
                  <a:lnTo>
                    <a:pt x="55835" y="4835"/>
                  </a:lnTo>
                  <a:lnTo>
                    <a:pt x="55775" y="4928"/>
                  </a:lnTo>
                  <a:lnTo>
                    <a:pt x="55715" y="5014"/>
                  </a:lnTo>
                  <a:lnTo>
                    <a:pt x="55505" y="5185"/>
                  </a:lnTo>
                  <a:lnTo>
                    <a:pt x="55235" y="5357"/>
                  </a:lnTo>
                  <a:lnTo>
                    <a:pt x="54934" y="5522"/>
                  </a:lnTo>
                  <a:lnTo>
                    <a:pt x="54544" y="5681"/>
                  </a:lnTo>
                  <a:lnTo>
                    <a:pt x="54123" y="5826"/>
                  </a:lnTo>
                  <a:lnTo>
                    <a:pt x="53643" y="5958"/>
                  </a:lnTo>
                  <a:lnTo>
                    <a:pt x="53643" y="5958"/>
                  </a:lnTo>
                  <a:lnTo>
                    <a:pt x="53402" y="6018"/>
                  </a:lnTo>
                  <a:lnTo>
                    <a:pt x="53132" y="6064"/>
                  </a:lnTo>
                  <a:lnTo>
                    <a:pt x="52862" y="6110"/>
                  </a:lnTo>
                  <a:lnTo>
                    <a:pt x="52561" y="6156"/>
                  </a:lnTo>
                  <a:lnTo>
                    <a:pt x="52261" y="6196"/>
                  </a:lnTo>
                  <a:lnTo>
                    <a:pt x="51931" y="6229"/>
                  </a:lnTo>
                  <a:lnTo>
                    <a:pt x="51570" y="6255"/>
                  </a:lnTo>
                  <a:lnTo>
                    <a:pt x="51210" y="6282"/>
                  </a:lnTo>
                  <a:lnTo>
                    <a:pt x="50489" y="6328"/>
                  </a:lnTo>
                  <a:lnTo>
                    <a:pt x="49708" y="6354"/>
                  </a:lnTo>
                  <a:lnTo>
                    <a:pt x="48897" y="6374"/>
                  </a:lnTo>
                  <a:lnTo>
                    <a:pt x="48086" y="6381"/>
                  </a:lnTo>
                  <a:lnTo>
                    <a:pt x="20184" y="6381"/>
                  </a:lnTo>
                  <a:lnTo>
                    <a:pt x="20184" y="6381"/>
                  </a:lnTo>
                  <a:lnTo>
                    <a:pt x="19313" y="6374"/>
                  </a:lnTo>
                  <a:lnTo>
                    <a:pt x="18442" y="6354"/>
                  </a:lnTo>
                  <a:lnTo>
                    <a:pt x="17601" y="6321"/>
                  </a:lnTo>
                  <a:lnTo>
                    <a:pt x="16820" y="6282"/>
                  </a:lnTo>
                  <a:lnTo>
                    <a:pt x="16099" y="6229"/>
                  </a:lnTo>
                  <a:lnTo>
                    <a:pt x="15439" y="6170"/>
                  </a:lnTo>
                  <a:lnTo>
                    <a:pt x="15138" y="6136"/>
                  </a:lnTo>
                  <a:lnTo>
                    <a:pt x="14868" y="6103"/>
                  </a:lnTo>
                  <a:lnTo>
                    <a:pt x="14628" y="6064"/>
                  </a:lnTo>
                  <a:lnTo>
                    <a:pt x="14417" y="6024"/>
                  </a:lnTo>
                  <a:lnTo>
                    <a:pt x="14417" y="6024"/>
                  </a:lnTo>
                  <a:lnTo>
                    <a:pt x="13967" y="5932"/>
                  </a:lnTo>
                  <a:lnTo>
                    <a:pt x="13546" y="5826"/>
                  </a:lnTo>
                  <a:lnTo>
                    <a:pt x="13186" y="5714"/>
                  </a:lnTo>
                  <a:lnTo>
                    <a:pt x="12886" y="5595"/>
                  </a:lnTo>
                  <a:lnTo>
                    <a:pt x="12645" y="5469"/>
                  </a:lnTo>
                  <a:lnTo>
                    <a:pt x="12435" y="5337"/>
                  </a:lnTo>
                  <a:lnTo>
                    <a:pt x="12285" y="5205"/>
                  </a:lnTo>
                  <a:lnTo>
                    <a:pt x="12195" y="5066"/>
                  </a:lnTo>
                  <a:lnTo>
                    <a:pt x="12165" y="4921"/>
                  </a:lnTo>
                  <a:lnTo>
                    <a:pt x="12165" y="4769"/>
                  </a:lnTo>
                  <a:lnTo>
                    <a:pt x="12255" y="4617"/>
                  </a:lnTo>
                  <a:lnTo>
                    <a:pt x="12405" y="4459"/>
                  </a:lnTo>
                  <a:lnTo>
                    <a:pt x="12585" y="4300"/>
                  </a:lnTo>
                  <a:lnTo>
                    <a:pt x="12856" y="4135"/>
                  </a:lnTo>
                  <a:lnTo>
                    <a:pt x="13186" y="3970"/>
                  </a:lnTo>
                  <a:lnTo>
                    <a:pt x="13606" y="3798"/>
                  </a:lnTo>
                  <a:lnTo>
                    <a:pt x="13606" y="3798"/>
                  </a:lnTo>
                  <a:lnTo>
                    <a:pt x="13787" y="3732"/>
                  </a:lnTo>
                  <a:lnTo>
                    <a:pt x="13967" y="3673"/>
                  </a:lnTo>
                  <a:lnTo>
                    <a:pt x="14207" y="3613"/>
                  </a:lnTo>
                  <a:lnTo>
                    <a:pt x="14447" y="3554"/>
                  </a:lnTo>
                  <a:lnTo>
                    <a:pt x="14688" y="3508"/>
                  </a:lnTo>
                  <a:lnTo>
                    <a:pt x="14958" y="3461"/>
                  </a:lnTo>
                  <a:lnTo>
                    <a:pt x="15228" y="3415"/>
                  </a:lnTo>
                  <a:lnTo>
                    <a:pt x="15529" y="3375"/>
                  </a:lnTo>
                  <a:lnTo>
                    <a:pt x="15829" y="3342"/>
                  </a:lnTo>
                  <a:lnTo>
                    <a:pt x="16159" y="3309"/>
                  </a:lnTo>
                  <a:lnTo>
                    <a:pt x="16460" y="3283"/>
                  </a:lnTo>
                  <a:lnTo>
                    <a:pt x="16790" y="3257"/>
                  </a:lnTo>
                  <a:lnTo>
                    <a:pt x="17481" y="3217"/>
                  </a:lnTo>
                  <a:lnTo>
                    <a:pt x="18202" y="3197"/>
                  </a:lnTo>
                  <a:lnTo>
                    <a:pt x="8050" y="3197"/>
                  </a:lnTo>
                  <a:lnTo>
                    <a:pt x="8050" y="3197"/>
                  </a:lnTo>
                  <a:lnTo>
                    <a:pt x="7179" y="3191"/>
                  </a:lnTo>
                  <a:lnTo>
                    <a:pt x="6308" y="3171"/>
                  </a:lnTo>
                  <a:lnTo>
                    <a:pt x="5467" y="3138"/>
                  </a:lnTo>
                  <a:lnTo>
                    <a:pt x="4686" y="3098"/>
                  </a:lnTo>
                  <a:lnTo>
                    <a:pt x="3965" y="3045"/>
                  </a:lnTo>
                  <a:lnTo>
                    <a:pt x="3305" y="2986"/>
                  </a:lnTo>
                  <a:lnTo>
                    <a:pt x="3004" y="2953"/>
                  </a:lnTo>
                  <a:lnTo>
                    <a:pt x="2734" y="2920"/>
                  </a:lnTo>
                  <a:lnTo>
                    <a:pt x="2494" y="2880"/>
                  </a:lnTo>
                  <a:lnTo>
                    <a:pt x="2283" y="2840"/>
                  </a:lnTo>
                  <a:lnTo>
                    <a:pt x="2283" y="2840"/>
                  </a:lnTo>
                  <a:lnTo>
                    <a:pt x="1833" y="2741"/>
                  </a:lnTo>
                  <a:lnTo>
                    <a:pt x="1412" y="2642"/>
                  </a:lnTo>
                  <a:lnTo>
                    <a:pt x="1052" y="2530"/>
                  </a:lnTo>
                  <a:lnTo>
                    <a:pt x="752" y="2411"/>
                  </a:lnTo>
                  <a:lnTo>
                    <a:pt x="511" y="2286"/>
                  </a:lnTo>
                  <a:lnTo>
                    <a:pt x="301" y="2153"/>
                  </a:lnTo>
                  <a:lnTo>
                    <a:pt x="151" y="2021"/>
                  </a:lnTo>
                  <a:lnTo>
                    <a:pt x="61" y="1883"/>
                  </a:lnTo>
                  <a:lnTo>
                    <a:pt x="1" y="1737"/>
                  </a:lnTo>
                  <a:lnTo>
                    <a:pt x="31" y="1585"/>
                  </a:lnTo>
                  <a:lnTo>
                    <a:pt x="121" y="1433"/>
                  </a:lnTo>
                  <a:lnTo>
                    <a:pt x="271" y="1275"/>
                  </a:lnTo>
                  <a:lnTo>
                    <a:pt x="451" y="1116"/>
                  </a:lnTo>
                  <a:lnTo>
                    <a:pt x="722" y="951"/>
                  </a:lnTo>
                  <a:lnTo>
                    <a:pt x="1052" y="786"/>
                  </a:lnTo>
                  <a:lnTo>
                    <a:pt x="1472" y="61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67"/>
            <p:cNvSpPr/>
            <p:nvPr/>
          </p:nvSpPr>
          <p:spPr>
            <a:xfrm rot="10800000">
              <a:off x="5609111" y="1316258"/>
              <a:ext cx="584733" cy="191438"/>
            </a:xfrm>
            <a:custGeom>
              <a:avLst/>
              <a:gdLst/>
              <a:ahLst/>
              <a:cxnLst/>
              <a:rect l="l" t="t" r="r" b="b"/>
              <a:pathLst>
                <a:path w="43702" h="3184" extrusionOk="0">
                  <a:moveTo>
                    <a:pt x="6038" y="0"/>
                  </a:moveTo>
                  <a:lnTo>
                    <a:pt x="5317" y="20"/>
                  </a:lnTo>
                  <a:lnTo>
                    <a:pt x="4626" y="60"/>
                  </a:lnTo>
                  <a:lnTo>
                    <a:pt x="4296" y="86"/>
                  </a:lnTo>
                  <a:lnTo>
                    <a:pt x="3995" y="112"/>
                  </a:lnTo>
                  <a:lnTo>
                    <a:pt x="3665" y="145"/>
                  </a:lnTo>
                  <a:lnTo>
                    <a:pt x="3365" y="178"/>
                  </a:lnTo>
                  <a:lnTo>
                    <a:pt x="3064" y="218"/>
                  </a:lnTo>
                  <a:lnTo>
                    <a:pt x="2794" y="264"/>
                  </a:lnTo>
                  <a:lnTo>
                    <a:pt x="2524" y="311"/>
                  </a:lnTo>
                  <a:lnTo>
                    <a:pt x="2283" y="357"/>
                  </a:lnTo>
                  <a:lnTo>
                    <a:pt x="2043" y="416"/>
                  </a:lnTo>
                  <a:lnTo>
                    <a:pt x="1803" y="476"/>
                  </a:lnTo>
                  <a:lnTo>
                    <a:pt x="1623" y="535"/>
                  </a:lnTo>
                  <a:lnTo>
                    <a:pt x="1442" y="601"/>
                  </a:lnTo>
                  <a:lnTo>
                    <a:pt x="1022" y="773"/>
                  </a:lnTo>
                  <a:lnTo>
                    <a:pt x="692" y="938"/>
                  </a:lnTo>
                  <a:lnTo>
                    <a:pt x="421" y="1103"/>
                  </a:lnTo>
                  <a:lnTo>
                    <a:pt x="241" y="1262"/>
                  </a:lnTo>
                  <a:lnTo>
                    <a:pt x="91" y="1420"/>
                  </a:lnTo>
                  <a:lnTo>
                    <a:pt x="1" y="1572"/>
                  </a:lnTo>
                  <a:lnTo>
                    <a:pt x="1" y="1724"/>
                  </a:lnTo>
                  <a:lnTo>
                    <a:pt x="31" y="1869"/>
                  </a:lnTo>
                  <a:lnTo>
                    <a:pt x="121" y="2008"/>
                  </a:lnTo>
                  <a:lnTo>
                    <a:pt x="271" y="2140"/>
                  </a:lnTo>
                  <a:lnTo>
                    <a:pt x="481" y="2272"/>
                  </a:lnTo>
                  <a:lnTo>
                    <a:pt x="722" y="2398"/>
                  </a:lnTo>
                  <a:lnTo>
                    <a:pt x="1022" y="2517"/>
                  </a:lnTo>
                  <a:lnTo>
                    <a:pt x="1382" y="2629"/>
                  </a:lnTo>
                  <a:lnTo>
                    <a:pt x="1803" y="2735"/>
                  </a:lnTo>
                  <a:lnTo>
                    <a:pt x="2253" y="2827"/>
                  </a:lnTo>
                  <a:lnTo>
                    <a:pt x="2464" y="2867"/>
                  </a:lnTo>
                  <a:lnTo>
                    <a:pt x="2704" y="2906"/>
                  </a:lnTo>
                  <a:lnTo>
                    <a:pt x="2974" y="2939"/>
                  </a:lnTo>
                  <a:lnTo>
                    <a:pt x="3275" y="2973"/>
                  </a:lnTo>
                  <a:lnTo>
                    <a:pt x="3935" y="3032"/>
                  </a:lnTo>
                  <a:lnTo>
                    <a:pt x="4656" y="3085"/>
                  </a:lnTo>
                  <a:lnTo>
                    <a:pt x="5437" y="3124"/>
                  </a:lnTo>
                  <a:lnTo>
                    <a:pt x="6278" y="3157"/>
                  </a:lnTo>
                  <a:lnTo>
                    <a:pt x="7149" y="3177"/>
                  </a:lnTo>
                  <a:lnTo>
                    <a:pt x="8020" y="3184"/>
                  </a:lnTo>
                  <a:lnTo>
                    <a:pt x="35922" y="3184"/>
                  </a:lnTo>
                  <a:lnTo>
                    <a:pt x="36733" y="3177"/>
                  </a:lnTo>
                  <a:lnTo>
                    <a:pt x="37544" y="3157"/>
                  </a:lnTo>
                  <a:lnTo>
                    <a:pt x="38325" y="3131"/>
                  </a:lnTo>
                  <a:lnTo>
                    <a:pt x="39046" y="3085"/>
                  </a:lnTo>
                  <a:lnTo>
                    <a:pt x="39406" y="3058"/>
                  </a:lnTo>
                  <a:lnTo>
                    <a:pt x="39767" y="3032"/>
                  </a:lnTo>
                  <a:lnTo>
                    <a:pt x="40097" y="2999"/>
                  </a:lnTo>
                  <a:lnTo>
                    <a:pt x="40397" y="2959"/>
                  </a:lnTo>
                  <a:lnTo>
                    <a:pt x="40698" y="2913"/>
                  </a:lnTo>
                  <a:lnTo>
                    <a:pt x="40968" y="2867"/>
                  </a:lnTo>
                  <a:lnTo>
                    <a:pt x="41238" y="2821"/>
                  </a:lnTo>
                  <a:lnTo>
                    <a:pt x="41479" y="2761"/>
                  </a:lnTo>
                  <a:lnTo>
                    <a:pt x="41959" y="2629"/>
                  </a:lnTo>
                  <a:lnTo>
                    <a:pt x="42380" y="2484"/>
                  </a:lnTo>
                  <a:lnTo>
                    <a:pt x="42770" y="2325"/>
                  </a:lnTo>
                  <a:lnTo>
                    <a:pt x="43071" y="2160"/>
                  </a:lnTo>
                  <a:lnTo>
                    <a:pt x="43341" y="1988"/>
                  </a:lnTo>
                  <a:lnTo>
                    <a:pt x="43551" y="1817"/>
                  </a:lnTo>
                  <a:lnTo>
                    <a:pt x="43611" y="1731"/>
                  </a:lnTo>
                  <a:lnTo>
                    <a:pt x="43671" y="1638"/>
                  </a:lnTo>
                  <a:lnTo>
                    <a:pt x="43701" y="1552"/>
                  </a:lnTo>
                  <a:lnTo>
                    <a:pt x="43701" y="1460"/>
                  </a:lnTo>
                  <a:lnTo>
                    <a:pt x="43131" y="1500"/>
                  </a:lnTo>
                  <a:lnTo>
                    <a:pt x="42530" y="1533"/>
                  </a:lnTo>
                  <a:lnTo>
                    <a:pt x="41929" y="1552"/>
                  </a:lnTo>
                  <a:lnTo>
                    <a:pt x="41389" y="1566"/>
                  </a:lnTo>
                  <a:lnTo>
                    <a:pt x="40998" y="1572"/>
                  </a:lnTo>
                  <a:lnTo>
                    <a:pt x="40608" y="1579"/>
                  </a:lnTo>
                  <a:lnTo>
                    <a:pt x="40157" y="1579"/>
                  </a:lnTo>
                  <a:lnTo>
                    <a:pt x="39707" y="1572"/>
                  </a:lnTo>
                  <a:lnTo>
                    <a:pt x="39226" y="1559"/>
                  </a:lnTo>
                  <a:lnTo>
                    <a:pt x="38746" y="1539"/>
                  </a:lnTo>
                  <a:lnTo>
                    <a:pt x="38265" y="1513"/>
                  </a:lnTo>
                  <a:lnTo>
                    <a:pt x="37754" y="1486"/>
                  </a:lnTo>
                  <a:lnTo>
                    <a:pt x="37214" y="1500"/>
                  </a:lnTo>
                  <a:lnTo>
                    <a:pt x="36673" y="1513"/>
                  </a:lnTo>
                  <a:lnTo>
                    <a:pt x="36133" y="1519"/>
                  </a:lnTo>
                  <a:lnTo>
                    <a:pt x="35562" y="1526"/>
                  </a:lnTo>
                  <a:lnTo>
                    <a:pt x="22407" y="1526"/>
                  </a:lnTo>
                  <a:lnTo>
                    <a:pt x="21596" y="1519"/>
                  </a:lnTo>
                  <a:lnTo>
                    <a:pt x="20785" y="1500"/>
                  </a:lnTo>
                  <a:lnTo>
                    <a:pt x="20004" y="1467"/>
                  </a:lnTo>
                  <a:lnTo>
                    <a:pt x="19644" y="1447"/>
                  </a:lnTo>
                  <a:lnTo>
                    <a:pt x="19253" y="1427"/>
                  </a:lnTo>
                  <a:lnTo>
                    <a:pt x="18893" y="1394"/>
                  </a:lnTo>
                  <a:lnTo>
                    <a:pt x="18562" y="1367"/>
                  </a:lnTo>
                  <a:lnTo>
                    <a:pt x="18202" y="1328"/>
                  </a:lnTo>
                  <a:lnTo>
                    <a:pt x="17901" y="1288"/>
                  </a:lnTo>
                  <a:lnTo>
                    <a:pt x="17601" y="1249"/>
                  </a:lnTo>
                  <a:lnTo>
                    <a:pt x="17331" y="1196"/>
                  </a:lnTo>
                  <a:lnTo>
                    <a:pt x="17061" y="1149"/>
                  </a:lnTo>
                  <a:lnTo>
                    <a:pt x="16820" y="1090"/>
                  </a:lnTo>
                  <a:lnTo>
                    <a:pt x="16400" y="978"/>
                  </a:lnTo>
                  <a:lnTo>
                    <a:pt x="16039" y="852"/>
                  </a:lnTo>
                  <a:lnTo>
                    <a:pt x="15679" y="727"/>
                  </a:lnTo>
                  <a:lnTo>
                    <a:pt x="15379" y="588"/>
                  </a:lnTo>
                  <a:lnTo>
                    <a:pt x="15138" y="443"/>
                  </a:lnTo>
                  <a:lnTo>
                    <a:pt x="14898" y="297"/>
                  </a:lnTo>
                  <a:lnTo>
                    <a:pt x="14748" y="152"/>
                  </a:lnTo>
                  <a:lnTo>
                    <a:pt x="146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67"/>
            <p:cNvSpPr/>
            <p:nvPr/>
          </p:nvSpPr>
          <p:spPr>
            <a:xfrm rot="10800000">
              <a:off x="5609111" y="1316258"/>
              <a:ext cx="584733" cy="191438"/>
            </a:xfrm>
            <a:custGeom>
              <a:avLst/>
              <a:gdLst/>
              <a:ahLst/>
              <a:cxnLst/>
              <a:rect l="l" t="t" r="r" b="b"/>
              <a:pathLst>
                <a:path w="43702" h="3184" fill="none" extrusionOk="0">
                  <a:moveTo>
                    <a:pt x="37754" y="1486"/>
                  </a:moveTo>
                  <a:lnTo>
                    <a:pt x="37754" y="1486"/>
                  </a:lnTo>
                  <a:lnTo>
                    <a:pt x="37214" y="1500"/>
                  </a:lnTo>
                  <a:lnTo>
                    <a:pt x="36673" y="1513"/>
                  </a:lnTo>
                  <a:lnTo>
                    <a:pt x="36133" y="1519"/>
                  </a:lnTo>
                  <a:lnTo>
                    <a:pt x="35562" y="1526"/>
                  </a:lnTo>
                  <a:lnTo>
                    <a:pt x="22407" y="1526"/>
                  </a:lnTo>
                  <a:lnTo>
                    <a:pt x="22407" y="1526"/>
                  </a:lnTo>
                  <a:lnTo>
                    <a:pt x="21596" y="1519"/>
                  </a:lnTo>
                  <a:lnTo>
                    <a:pt x="20785" y="1500"/>
                  </a:lnTo>
                  <a:lnTo>
                    <a:pt x="20004" y="1467"/>
                  </a:lnTo>
                  <a:lnTo>
                    <a:pt x="19644" y="1447"/>
                  </a:lnTo>
                  <a:lnTo>
                    <a:pt x="19253" y="1427"/>
                  </a:lnTo>
                  <a:lnTo>
                    <a:pt x="18893" y="1394"/>
                  </a:lnTo>
                  <a:lnTo>
                    <a:pt x="18562" y="1367"/>
                  </a:lnTo>
                  <a:lnTo>
                    <a:pt x="18202" y="1328"/>
                  </a:lnTo>
                  <a:lnTo>
                    <a:pt x="17901" y="1288"/>
                  </a:lnTo>
                  <a:lnTo>
                    <a:pt x="17601" y="1249"/>
                  </a:lnTo>
                  <a:lnTo>
                    <a:pt x="17331" y="1196"/>
                  </a:lnTo>
                  <a:lnTo>
                    <a:pt x="17061" y="1149"/>
                  </a:lnTo>
                  <a:lnTo>
                    <a:pt x="16820" y="1090"/>
                  </a:lnTo>
                  <a:lnTo>
                    <a:pt x="16820" y="1090"/>
                  </a:lnTo>
                  <a:lnTo>
                    <a:pt x="16400" y="978"/>
                  </a:lnTo>
                  <a:lnTo>
                    <a:pt x="16039" y="852"/>
                  </a:lnTo>
                  <a:lnTo>
                    <a:pt x="15679" y="727"/>
                  </a:lnTo>
                  <a:lnTo>
                    <a:pt x="15379" y="588"/>
                  </a:lnTo>
                  <a:lnTo>
                    <a:pt x="15138" y="443"/>
                  </a:lnTo>
                  <a:lnTo>
                    <a:pt x="14898" y="297"/>
                  </a:lnTo>
                  <a:lnTo>
                    <a:pt x="14748" y="152"/>
                  </a:lnTo>
                  <a:lnTo>
                    <a:pt x="14628" y="0"/>
                  </a:lnTo>
                  <a:lnTo>
                    <a:pt x="7810" y="0"/>
                  </a:lnTo>
                  <a:lnTo>
                    <a:pt x="6038" y="0"/>
                  </a:lnTo>
                  <a:lnTo>
                    <a:pt x="6038" y="0"/>
                  </a:lnTo>
                  <a:lnTo>
                    <a:pt x="5317" y="20"/>
                  </a:lnTo>
                  <a:lnTo>
                    <a:pt x="4626" y="60"/>
                  </a:lnTo>
                  <a:lnTo>
                    <a:pt x="4296" y="86"/>
                  </a:lnTo>
                  <a:lnTo>
                    <a:pt x="3995" y="112"/>
                  </a:lnTo>
                  <a:lnTo>
                    <a:pt x="3665" y="145"/>
                  </a:lnTo>
                  <a:lnTo>
                    <a:pt x="3365" y="178"/>
                  </a:lnTo>
                  <a:lnTo>
                    <a:pt x="3064" y="218"/>
                  </a:lnTo>
                  <a:lnTo>
                    <a:pt x="2794" y="264"/>
                  </a:lnTo>
                  <a:lnTo>
                    <a:pt x="2524" y="311"/>
                  </a:lnTo>
                  <a:lnTo>
                    <a:pt x="2283" y="357"/>
                  </a:lnTo>
                  <a:lnTo>
                    <a:pt x="2043" y="416"/>
                  </a:lnTo>
                  <a:lnTo>
                    <a:pt x="1803" y="476"/>
                  </a:lnTo>
                  <a:lnTo>
                    <a:pt x="1623" y="535"/>
                  </a:lnTo>
                  <a:lnTo>
                    <a:pt x="1442" y="601"/>
                  </a:lnTo>
                  <a:lnTo>
                    <a:pt x="1442" y="601"/>
                  </a:lnTo>
                  <a:lnTo>
                    <a:pt x="1022" y="773"/>
                  </a:lnTo>
                  <a:lnTo>
                    <a:pt x="692" y="938"/>
                  </a:lnTo>
                  <a:lnTo>
                    <a:pt x="421" y="1103"/>
                  </a:lnTo>
                  <a:lnTo>
                    <a:pt x="241" y="1262"/>
                  </a:lnTo>
                  <a:lnTo>
                    <a:pt x="91" y="1420"/>
                  </a:lnTo>
                  <a:lnTo>
                    <a:pt x="1" y="1572"/>
                  </a:lnTo>
                  <a:lnTo>
                    <a:pt x="1" y="1724"/>
                  </a:lnTo>
                  <a:lnTo>
                    <a:pt x="31" y="1869"/>
                  </a:lnTo>
                  <a:lnTo>
                    <a:pt x="121" y="2008"/>
                  </a:lnTo>
                  <a:lnTo>
                    <a:pt x="271" y="2140"/>
                  </a:lnTo>
                  <a:lnTo>
                    <a:pt x="481" y="2272"/>
                  </a:lnTo>
                  <a:lnTo>
                    <a:pt x="722" y="2398"/>
                  </a:lnTo>
                  <a:lnTo>
                    <a:pt x="1022" y="2517"/>
                  </a:lnTo>
                  <a:lnTo>
                    <a:pt x="1382" y="2629"/>
                  </a:lnTo>
                  <a:lnTo>
                    <a:pt x="1803" y="2735"/>
                  </a:lnTo>
                  <a:lnTo>
                    <a:pt x="2253" y="2827"/>
                  </a:lnTo>
                  <a:lnTo>
                    <a:pt x="2253" y="2827"/>
                  </a:lnTo>
                  <a:lnTo>
                    <a:pt x="2464" y="2867"/>
                  </a:lnTo>
                  <a:lnTo>
                    <a:pt x="2704" y="2906"/>
                  </a:lnTo>
                  <a:lnTo>
                    <a:pt x="2974" y="2939"/>
                  </a:lnTo>
                  <a:lnTo>
                    <a:pt x="3275" y="2973"/>
                  </a:lnTo>
                  <a:lnTo>
                    <a:pt x="3935" y="3032"/>
                  </a:lnTo>
                  <a:lnTo>
                    <a:pt x="4656" y="3085"/>
                  </a:lnTo>
                  <a:lnTo>
                    <a:pt x="5437" y="3124"/>
                  </a:lnTo>
                  <a:lnTo>
                    <a:pt x="6278" y="3157"/>
                  </a:lnTo>
                  <a:lnTo>
                    <a:pt x="7149" y="3177"/>
                  </a:lnTo>
                  <a:lnTo>
                    <a:pt x="8020" y="3184"/>
                  </a:lnTo>
                  <a:lnTo>
                    <a:pt x="35922" y="3184"/>
                  </a:lnTo>
                  <a:lnTo>
                    <a:pt x="35922" y="3184"/>
                  </a:lnTo>
                  <a:lnTo>
                    <a:pt x="36733" y="3177"/>
                  </a:lnTo>
                  <a:lnTo>
                    <a:pt x="37544" y="3157"/>
                  </a:lnTo>
                  <a:lnTo>
                    <a:pt x="38325" y="3131"/>
                  </a:lnTo>
                  <a:lnTo>
                    <a:pt x="39046" y="3085"/>
                  </a:lnTo>
                  <a:lnTo>
                    <a:pt x="39406" y="3058"/>
                  </a:lnTo>
                  <a:lnTo>
                    <a:pt x="39767" y="3032"/>
                  </a:lnTo>
                  <a:lnTo>
                    <a:pt x="40097" y="2999"/>
                  </a:lnTo>
                  <a:lnTo>
                    <a:pt x="40397" y="2959"/>
                  </a:lnTo>
                  <a:lnTo>
                    <a:pt x="40698" y="2913"/>
                  </a:lnTo>
                  <a:lnTo>
                    <a:pt x="40968" y="2867"/>
                  </a:lnTo>
                  <a:lnTo>
                    <a:pt x="41238" y="2821"/>
                  </a:lnTo>
                  <a:lnTo>
                    <a:pt x="41479" y="2761"/>
                  </a:lnTo>
                  <a:lnTo>
                    <a:pt x="41479" y="2761"/>
                  </a:lnTo>
                  <a:lnTo>
                    <a:pt x="41959" y="2629"/>
                  </a:lnTo>
                  <a:lnTo>
                    <a:pt x="42380" y="2484"/>
                  </a:lnTo>
                  <a:lnTo>
                    <a:pt x="42770" y="2325"/>
                  </a:lnTo>
                  <a:lnTo>
                    <a:pt x="43071" y="2160"/>
                  </a:lnTo>
                  <a:lnTo>
                    <a:pt x="43341" y="1988"/>
                  </a:lnTo>
                  <a:lnTo>
                    <a:pt x="43551" y="1817"/>
                  </a:lnTo>
                  <a:lnTo>
                    <a:pt x="43611" y="1731"/>
                  </a:lnTo>
                  <a:lnTo>
                    <a:pt x="43671" y="1638"/>
                  </a:lnTo>
                  <a:lnTo>
                    <a:pt x="43701" y="1552"/>
                  </a:lnTo>
                  <a:lnTo>
                    <a:pt x="43701" y="1460"/>
                  </a:lnTo>
                  <a:lnTo>
                    <a:pt x="43701" y="1460"/>
                  </a:lnTo>
                  <a:lnTo>
                    <a:pt x="43131" y="1500"/>
                  </a:lnTo>
                  <a:lnTo>
                    <a:pt x="42530" y="1533"/>
                  </a:lnTo>
                  <a:lnTo>
                    <a:pt x="41929" y="1552"/>
                  </a:lnTo>
                  <a:lnTo>
                    <a:pt x="41389" y="1566"/>
                  </a:lnTo>
                  <a:lnTo>
                    <a:pt x="41389" y="1566"/>
                  </a:lnTo>
                  <a:lnTo>
                    <a:pt x="40998" y="1572"/>
                  </a:lnTo>
                  <a:lnTo>
                    <a:pt x="40608" y="1579"/>
                  </a:lnTo>
                  <a:lnTo>
                    <a:pt x="40157" y="1579"/>
                  </a:lnTo>
                  <a:lnTo>
                    <a:pt x="39707" y="1572"/>
                  </a:lnTo>
                  <a:lnTo>
                    <a:pt x="39226" y="1559"/>
                  </a:lnTo>
                  <a:lnTo>
                    <a:pt x="38746" y="1539"/>
                  </a:lnTo>
                  <a:lnTo>
                    <a:pt x="38265" y="1513"/>
                  </a:lnTo>
                  <a:lnTo>
                    <a:pt x="37754" y="148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67"/>
            <p:cNvSpPr/>
            <p:nvPr/>
          </p:nvSpPr>
          <p:spPr>
            <a:xfrm rot="10800000">
              <a:off x="5609111" y="1316258"/>
              <a:ext cx="584733" cy="191438"/>
            </a:xfrm>
            <a:custGeom>
              <a:avLst/>
              <a:gdLst/>
              <a:ahLst/>
              <a:cxnLst/>
              <a:rect l="l" t="t" r="r" b="b"/>
              <a:pathLst>
                <a:path w="43702" h="3184" extrusionOk="0">
                  <a:moveTo>
                    <a:pt x="6038" y="0"/>
                  </a:moveTo>
                  <a:lnTo>
                    <a:pt x="5317" y="20"/>
                  </a:lnTo>
                  <a:lnTo>
                    <a:pt x="4626" y="60"/>
                  </a:lnTo>
                  <a:lnTo>
                    <a:pt x="4296" y="86"/>
                  </a:lnTo>
                  <a:lnTo>
                    <a:pt x="3995" y="112"/>
                  </a:lnTo>
                  <a:lnTo>
                    <a:pt x="3665" y="145"/>
                  </a:lnTo>
                  <a:lnTo>
                    <a:pt x="3365" y="178"/>
                  </a:lnTo>
                  <a:lnTo>
                    <a:pt x="3064" y="218"/>
                  </a:lnTo>
                  <a:lnTo>
                    <a:pt x="2794" y="264"/>
                  </a:lnTo>
                  <a:lnTo>
                    <a:pt x="2524" y="311"/>
                  </a:lnTo>
                  <a:lnTo>
                    <a:pt x="2283" y="357"/>
                  </a:lnTo>
                  <a:lnTo>
                    <a:pt x="2043" y="416"/>
                  </a:lnTo>
                  <a:lnTo>
                    <a:pt x="1803" y="476"/>
                  </a:lnTo>
                  <a:lnTo>
                    <a:pt x="1623" y="535"/>
                  </a:lnTo>
                  <a:lnTo>
                    <a:pt x="1442" y="601"/>
                  </a:lnTo>
                  <a:lnTo>
                    <a:pt x="1082" y="747"/>
                  </a:lnTo>
                  <a:lnTo>
                    <a:pt x="782" y="892"/>
                  </a:lnTo>
                  <a:lnTo>
                    <a:pt x="541" y="1031"/>
                  </a:lnTo>
                  <a:lnTo>
                    <a:pt x="331" y="1169"/>
                  </a:lnTo>
                  <a:lnTo>
                    <a:pt x="181" y="1308"/>
                  </a:lnTo>
                  <a:lnTo>
                    <a:pt x="61" y="1440"/>
                  </a:lnTo>
                  <a:lnTo>
                    <a:pt x="1" y="1572"/>
                  </a:lnTo>
                  <a:lnTo>
                    <a:pt x="1" y="1704"/>
                  </a:lnTo>
                  <a:lnTo>
                    <a:pt x="1" y="1784"/>
                  </a:lnTo>
                  <a:lnTo>
                    <a:pt x="31" y="1869"/>
                  </a:lnTo>
                  <a:lnTo>
                    <a:pt x="61" y="1949"/>
                  </a:lnTo>
                  <a:lnTo>
                    <a:pt x="121" y="2028"/>
                  </a:lnTo>
                  <a:lnTo>
                    <a:pt x="211" y="2107"/>
                  </a:lnTo>
                  <a:lnTo>
                    <a:pt x="331" y="2180"/>
                  </a:lnTo>
                  <a:lnTo>
                    <a:pt x="451" y="2253"/>
                  </a:lnTo>
                  <a:lnTo>
                    <a:pt x="571" y="2325"/>
                  </a:lnTo>
                  <a:lnTo>
                    <a:pt x="722" y="2398"/>
                  </a:lnTo>
                  <a:lnTo>
                    <a:pt x="902" y="2464"/>
                  </a:lnTo>
                  <a:lnTo>
                    <a:pt x="1082" y="2530"/>
                  </a:lnTo>
                  <a:lnTo>
                    <a:pt x="1292" y="2596"/>
                  </a:lnTo>
                  <a:lnTo>
                    <a:pt x="1503" y="2655"/>
                  </a:lnTo>
                  <a:lnTo>
                    <a:pt x="1743" y="2715"/>
                  </a:lnTo>
                  <a:lnTo>
                    <a:pt x="2253" y="2827"/>
                  </a:lnTo>
                  <a:lnTo>
                    <a:pt x="2464" y="2867"/>
                  </a:lnTo>
                  <a:lnTo>
                    <a:pt x="2704" y="2906"/>
                  </a:lnTo>
                  <a:lnTo>
                    <a:pt x="2974" y="2939"/>
                  </a:lnTo>
                  <a:lnTo>
                    <a:pt x="3275" y="2973"/>
                  </a:lnTo>
                  <a:lnTo>
                    <a:pt x="3935" y="3032"/>
                  </a:lnTo>
                  <a:lnTo>
                    <a:pt x="4656" y="3085"/>
                  </a:lnTo>
                  <a:lnTo>
                    <a:pt x="5437" y="3124"/>
                  </a:lnTo>
                  <a:lnTo>
                    <a:pt x="6278" y="3157"/>
                  </a:lnTo>
                  <a:lnTo>
                    <a:pt x="7149" y="3177"/>
                  </a:lnTo>
                  <a:lnTo>
                    <a:pt x="8020" y="3184"/>
                  </a:lnTo>
                  <a:lnTo>
                    <a:pt x="35922" y="3184"/>
                  </a:lnTo>
                  <a:lnTo>
                    <a:pt x="36733" y="3177"/>
                  </a:lnTo>
                  <a:lnTo>
                    <a:pt x="37544" y="3157"/>
                  </a:lnTo>
                  <a:lnTo>
                    <a:pt x="38325" y="3131"/>
                  </a:lnTo>
                  <a:lnTo>
                    <a:pt x="39046" y="3085"/>
                  </a:lnTo>
                  <a:lnTo>
                    <a:pt x="39406" y="3058"/>
                  </a:lnTo>
                  <a:lnTo>
                    <a:pt x="39767" y="3032"/>
                  </a:lnTo>
                  <a:lnTo>
                    <a:pt x="40097" y="2999"/>
                  </a:lnTo>
                  <a:lnTo>
                    <a:pt x="40397" y="2959"/>
                  </a:lnTo>
                  <a:lnTo>
                    <a:pt x="40698" y="2913"/>
                  </a:lnTo>
                  <a:lnTo>
                    <a:pt x="40968" y="2867"/>
                  </a:lnTo>
                  <a:lnTo>
                    <a:pt x="41238" y="2821"/>
                  </a:lnTo>
                  <a:lnTo>
                    <a:pt x="41479" y="2761"/>
                  </a:lnTo>
                  <a:lnTo>
                    <a:pt x="41959" y="2629"/>
                  </a:lnTo>
                  <a:lnTo>
                    <a:pt x="42380" y="2484"/>
                  </a:lnTo>
                  <a:lnTo>
                    <a:pt x="42770" y="2325"/>
                  </a:lnTo>
                  <a:lnTo>
                    <a:pt x="43071" y="2160"/>
                  </a:lnTo>
                  <a:lnTo>
                    <a:pt x="43341" y="1988"/>
                  </a:lnTo>
                  <a:lnTo>
                    <a:pt x="43551" y="1817"/>
                  </a:lnTo>
                  <a:lnTo>
                    <a:pt x="43611" y="1731"/>
                  </a:lnTo>
                  <a:lnTo>
                    <a:pt x="43671" y="1638"/>
                  </a:lnTo>
                  <a:lnTo>
                    <a:pt x="43701" y="1552"/>
                  </a:lnTo>
                  <a:lnTo>
                    <a:pt x="43701" y="1460"/>
                  </a:lnTo>
                  <a:lnTo>
                    <a:pt x="43131" y="1500"/>
                  </a:lnTo>
                  <a:lnTo>
                    <a:pt x="42530" y="1533"/>
                  </a:lnTo>
                  <a:lnTo>
                    <a:pt x="41929" y="1552"/>
                  </a:lnTo>
                  <a:lnTo>
                    <a:pt x="41389" y="1566"/>
                  </a:lnTo>
                  <a:lnTo>
                    <a:pt x="41329" y="1572"/>
                  </a:lnTo>
                  <a:lnTo>
                    <a:pt x="41299" y="1572"/>
                  </a:lnTo>
                  <a:lnTo>
                    <a:pt x="40908" y="1579"/>
                  </a:lnTo>
                  <a:lnTo>
                    <a:pt x="40488" y="1579"/>
                  </a:lnTo>
                  <a:lnTo>
                    <a:pt x="39827" y="1572"/>
                  </a:lnTo>
                  <a:lnTo>
                    <a:pt x="39166" y="1559"/>
                  </a:lnTo>
                  <a:lnTo>
                    <a:pt x="38475" y="1526"/>
                  </a:lnTo>
                  <a:lnTo>
                    <a:pt x="37754" y="1486"/>
                  </a:lnTo>
                  <a:lnTo>
                    <a:pt x="37214" y="1500"/>
                  </a:lnTo>
                  <a:lnTo>
                    <a:pt x="36673" y="1513"/>
                  </a:lnTo>
                  <a:lnTo>
                    <a:pt x="36133" y="1519"/>
                  </a:lnTo>
                  <a:lnTo>
                    <a:pt x="35562" y="1526"/>
                  </a:lnTo>
                  <a:lnTo>
                    <a:pt x="22407" y="1526"/>
                  </a:lnTo>
                  <a:lnTo>
                    <a:pt x="21596" y="1519"/>
                  </a:lnTo>
                  <a:lnTo>
                    <a:pt x="20785" y="1500"/>
                  </a:lnTo>
                  <a:lnTo>
                    <a:pt x="20004" y="1467"/>
                  </a:lnTo>
                  <a:lnTo>
                    <a:pt x="19644" y="1447"/>
                  </a:lnTo>
                  <a:lnTo>
                    <a:pt x="19253" y="1427"/>
                  </a:lnTo>
                  <a:lnTo>
                    <a:pt x="18893" y="1394"/>
                  </a:lnTo>
                  <a:lnTo>
                    <a:pt x="18562" y="1367"/>
                  </a:lnTo>
                  <a:lnTo>
                    <a:pt x="18202" y="1328"/>
                  </a:lnTo>
                  <a:lnTo>
                    <a:pt x="17901" y="1288"/>
                  </a:lnTo>
                  <a:lnTo>
                    <a:pt x="17601" y="1249"/>
                  </a:lnTo>
                  <a:lnTo>
                    <a:pt x="17331" y="1196"/>
                  </a:lnTo>
                  <a:lnTo>
                    <a:pt x="17061" y="1149"/>
                  </a:lnTo>
                  <a:lnTo>
                    <a:pt x="16820" y="1090"/>
                  </a:lnTo>
                  <a:lnTo>
                    <a:pt x="16400" y="978"/>
                  </a:lnTo>
                  <a:lnTo>
                    <a:pt x="16039" y="852"/>
                  </a:lnTo>
                  <a:lnTo>
                    <a:pt x="15679" y="727"/>
                  </a:lnTo>
                  <a:lnTo>
                    <a:pt x="15379" y="588"/>
                  </a:lnTo>
                  <a:lnTo>
                    <a:pt x="15138" y="443"/>
                  </a:lnTo>
                  <a:lnTo>
                    <a:pt x="14898" y="297"/>
                  </a:lnTo>
                  <a:lnTo>
                    <a:pt x="14748" y="152"/>
                  </a:lnTo>
                  <a:lnTo>
                    <a:pt x="14628" y="0"/>
                  </a:lnTo>
                  <a:close/>
                </a:path>
              </a:pathLst>
            </a:custGeom>
            <a:solidFill>
              <a:srgbClr val="A1C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67"/>
            <p:cNvSpPr/>
            <p:nvPr/>
          </p:nvSpPr>
          <p:spPr>
            <a:xfrm rot="10800000">
              <a:off x="5609111" y="1316258"/>
              <a:ext cx="584733" cy="191438"/>
            </a:xfrm>
            <a:custGeom>
              <a:avLst/>
              <a:gdLst/>
              <a:ahLst/>
              <a:cxnLst/>
              <a:rect l="l" t="t" r="r" b="b"/>
              <a:pathLst>
                <a:path w="43702" h="3184" fill="none" extrusionOk="0">
                  <a:moveTo>
                    <a:pt x="8020" y="3184"/>
                  </a:moveTo>
                  <a:lnTo>
                    <a:pt x="35922" y="3184"/>
                  </a:lnTo>
                  <a:lnTo>
                    <a:pt x="35922" y="3184"/>
                  </a:lnTo>
                  <a:lnTo>
                    <a:pt x="36733" y="3177"/>
                  </a:lnTo>
                  <a:lnTo>
                    <a:pt x="37544" y="3157"/>
                  </a:lnTo>
                  <a:lnTo>
                    <a:pt x="38325" y="3131"/>
                  </a:lnTo>
                  <a:lnTo>
                    <a:pt x="39046" y="3085"/>
                  </a:lnTo>
                  <a:lnTo>
                    <a:pt x="39406" y="3058"/>
                  </a:lnTo>
                  <a:lnTo>
                    <a:pt x="39767" y="3032"/>
                  </a:lnTo>
                  <a:lnTo>
                    <a:pt x="40097" y="2999"/>
                  </a:lnTo>
                  <a:lnTo>
                    <a:pt x="40397" y="2959"/>
                  </a:lnTo>
                  <a:lnTo>
                    <a:pt x="40698" y="2913"/>
                  </a:lnTo>
                  <a:lnTo>
                    <a:pt x="40968" y="2867"/>
                  </a:lnTo>
                  <a:lnTo>
                    <a:pt x="41238" y="2821"/>
                  </a:lnTo>
                  <a:lnTo>
                    <a:pt x="41479" y="2761"/>
                  </a:lnTo>
                  <a:lnTo>
                    <a:pt x="41479" y="2761"/>
                  </a:lnTo>
                  <a:lnTo>
                    <a:pt x="41959" y="2629"/>
                  </a:lnTo>
                  <a:lnTo>
                    <a:pt x="42380" y="2484"/>
                  </a:lnTo>
                  <a:lnTo>
                    <a:pt x="42770" y="2325"/>
                  </a:lnTo>
                  <a:lnTo>
                    <a:pt x="43071" y="2160"/>
                  </a:lnTo>
                  <a:lnTo>
                    <a:pt x="43341" y="1988"/>
                  </a:lnTo>
                  <a:lnTo>
                    <a:pt x="43551" y="1817"/>
                  </a:lnTo>
                  <a:lnTo>
                    <a:pt x="43611" y="1731"/>
                  </a:lnTo>
                  <a:lnTo>
                    <a:pt x="43671" y="1638"/>
                  </a:lnTo>
                  <a:lnTo>
                    <a:pt x="43701" y="1552"/>
                  </a:lnTo>
                  <a:lnTo>
                    <a:pt x="43701" y="1460"/>
                  </a:lnTo>
                  <a:lnTo>
                    <a:pt x="43701" y="1460"/>
                  </a:lnTo>
                  <a:lnTo>
                    <a:pt x="43131" y="1500"/>
                  </a:lnTo>
                  <a:lnTo>
                    <a:pt x="42530" y="1533"/>
                  </a:lnTo>
                  <a:lnTo>
                    <a:pt x="41929" y="1552"/>
                  </a:lnTo>
                  <a:lnTo>
                    <a:pt x="41389" y="1566"/>
                  </a:lnTo>
                  <a:lnTo>
                    <a:pt x="41389" y="1566"/>
                  </a:lnTo>
                  <a:lnTo>
                    <a:pt x="41329" y="1572"/>
                  </a:lnTo>
                  <a:lnTo>
                    <a:pt x="41329" y="1572"/>
                  </a:lnTo>
                  <a:lnTo>
                    <a:pt x="41299" y="1572"/>
                  </a:lnTo>
                  <a:lnTo>
                    <a:pt x="41299" y="1572"/>
                  </a:lnTo>
                  <a:lnTo>
                    <a:pt x="40908" y="1579"/>
                  </a:lnTo>
                  <a:lnTo>
                    <a:pt x="40518" y="1579"/>
                  </a:lnTo>
                  <a:lnTo>
                    <a:pt x="40518" y="1579"/>
                  </a:lnTo>
                  <a:lnTo>
                    <a:pt x="40488" y="1579"/>
                  </a:lnTo>
                  <a:lnTo>
                    <a:pt x="40488" y="1579"/>
                  </a:lnTo>
                  <a:lnTo>
                    <a:pt x="40488" y="1579"/>
                  </a:lnTo>
                  <a:lnTo>
                    <a:pt x="40488" y="1579"/>
                  </a:lnTo>
                  <a:lnTo>
                    <a:pt x="40488" y="1579"/>
                  </a:lnTo>
                  <a:lnTo>
                    <a:pt x="40488" y="1579"/>
                  </a:lnTo>
                  <a:lnTo>
                    <a:pt x="39827" y="1572"/>
                  </a:lnTo>
                  <a:lnTo>
                    <a:pt x="39166" y="1559"/>
                  </a:lnTo>
                  <a:lnTo>
                    <a:pt x="38475" y="1526"/>
                  </a:lnTo>
                  <a:lnTo>
                    <a:pt x="37754" y="1486"/>
                  </a:lnTo>
                  <a:lnTo>
                    <a:pt x="37754" y="1486"/>
                  </a:lnTo>
                  <a:lnTo>
                    <a:pt x="37754" y="1486"/>
                  </a:lnTo>
                  <a:lnTo>
                    <a:pt x="37754" y="1486"/>
                  </a:lnTo>
                  <a:lnTo>
                    <a:pt x="37754" y="1486"/>
                  </a:lnTo>
                  <a:lnTo>
                    <a:pt x="37754" y="1486"/>
                  </a:lnTo>
                  <a:lnTo>
                    <a:pt x="37754" y="1486"/>
                  </a:lnTo>
                  <a:lnTo>
                    <a:pt x="37754" y="1486"/>
                  </a:lnTo>
                  <a:lnTo>
                    <a:pt x="37754" y="1486"/>
                  </a:lnTo>
                  <a:lnTo>
                    <a:pt x="37754" y="1486"/>
                  </a:lnTo>
                  <a:lnTo>
                    <a:pt x="37754" y="1486"/>
                  </a:lnTo>
                  <a:lnTo>
                    <a:pt x="37214" y="1500"/>
                  </a:lnTo>
                  <a:lnTo>
                    <a:pt x="36673" y="1513"/>
                  </a:lnTo>
                  <a:lnTo>
                    <a:pt x="36133" y="1519"/>
                  </a:lnTo>
                  <a:lnTo>
                    <a:pt x="35562" y="1526"/>
                  </a:lnTo>
                  <a:lnTo>
                    <a:pt x="22407" y="1526"/>
                  </a:lnTo>
                  <a:lnTo>
                    <a:pt x="22407" y="1526"/>
                  </a:lnTo>
                  <a:lnTo>
                    <a:pt x="21596" y="1519"/>
                  </a:lnTo>
                  <a:lnTo>
                    <a:pt x="20785" y="1500"/>
                  </a:lnTo>
                  <a:lnTo>
                    <a:pt x="20004" y="1467"/>
                  </a:lnTo>
                  <a:lnTo>
                    <a:pt x="19644" y="1447"/>
                  </a:lnTo>
                  <a:lnTo>
                    <a:pt x="19253" y="1427"/>
                  </a:lnTo>
                  <a:lnTo>
                    <a:pt x="18893" y="1394"/>
                  </a:lnTo>
                  <a:lnTo>
                    <a:pt x="18562" y="1367"/>
                  </a:lnTo>
                  <a:lnTo>
                    <a:pt x="18202" y="1328"/>
                  </a:lnTo>
                  <a:lnTo>
                    <a:pt x="17901" y="1288"/>
                  </a:lnTo>
                  <a:lnTo>
                    <a:pt x="17601" y="1249"/>
                  </a:lnTo>
                  <a:lnTo>
                    <a:pt x="17331" y="1196"/>
                  </a:lnTo>
                  <a:lnTo>
                    <a:pt x="17061" y="1149"/>
                  </a:lnTo>
                  <a:lnTo>
                    <a:pt x="16820" y="1090"/>
                  </a:lnTo>
                  <a:lnTo>
                    <a:pt x="16820" y="1090"/>
                  </a:lnTo>
                  <a:lnTo>
                    <a:pt x="16400" y="978"/>
                  </a:lnTo>
                  <a:lnTo>
                    <a:pt x="16039" y="852"/>
                  </a:lnTo>
                  <a:lnTo>
                    <a:pt x="15679" y="727"/>
                  </a:lnTo>
                  <a:lnTo>
                    <a:pt x="15379" y="588"/>
                  </a:lnTo>
                  <a:lnTo>
                    <a:pt x="15138" y="443"/>
                  </a:lnTo>
                  <a:lnTo>
                    <a:pt x="14898" y="297"/>
                  </a:lnTo>
                  <a:lnTo>
                    <a:pt x="14748" y="152"/>
                  </a:lnTo>
                  <a:lnTo>
                    <a:pt x="14628" y="0"/>
                  </a:lnTo>
                  <a:lnTo>
                    <a:pt x="14628" y="0"/>
                  </a:lnTo>
                  <a:lnTo>
                    <a:pt x="14628" y="0"/>
                  </a:lnTo>
                  <a:lnTo>
                    <a:pt x="14628" y="0"/>
                  </a:lnTo>
                  <a:lnTo>
                    <a:pt x="7810" y="0"/>
                  </a:lnTo>
                  <a:lnTo>
                    <a:pt x="7810" y="0"/>
                  </a:lnTo>
                  <a:lnTo>
                    <a:pt x="7810" y="0"/>
                  </a:lnTo>
                  <a:lnTo>
                    <a:pt x="7810" y="0"/>
                  </a:lnTo>
                  <a:lnTo>
                    <a:pt x="7810" y="0"/>
                  </a:lnTo>
                  <a:lnTo>
                    <a:pt x="6038" y="0"/>
                  </a:lnTo>
                  <a:lnTo>
                    <a:pt x="6038" y="0"/>
                  </a:lnTo>
                  <a:lnTo>
                    <a:pt x="6038" y="0"/>
                  </a:lnTo>
                  <a:lnTo>
                    <a:pt x="6038" y="0"/>
                  </a:lnTo>
                  <a:lnTo>
                    <a:pt x="6038" y="0"/>
                  </a:lnTo>
                  <a:lnTo>
                    <a:pt x="6038" y="0"/>
                  </a:lnTo>
                  <a:lnTo>
                    <a:pt x="6038" y="0"/>
                  </a:lnTo>
                  <a:lnTo>
                    <a:pt x="6038" y="0"/>
                  </a:lnTo>
                  <a:lnTo>
                    <a:pt x="6038" y="0"/>
                  </a:lnTo>
                  <a:lnTo>
                    <a:pt x="5317" y="20"/>
                  </a:lnTo>
                  <a:lnTo>
                    <a:pt x="4626" y="60"/>
                  </a:lnTo>
                  <a:lnTo>
                    <a:pt x="4296" y="86"/>
                  </a:lnTo>
                  <a:lnTo>
                    <a:pt x="3995" y="112"/>
                  </a:lnTo>
                  <a:lnTo>
                    <a:pt x="3665" y="145"/>
                  </a:lnTo>
                  <a:lnTo>
                    <a:pt x="3365" y="178"/>
                  </a:lnTo>
                  <a:lnTo>
                    <a:pt x="3064" y="218"/>
                  </a:lnTo>
                  <a:lnTo>
                    <a:pt x="2794" y="264"/>
                  </a:lnTo>
                  <a:lnTo>
                    <a:pt x="2524" y="311"/>
                  </a:lnTo>
                  <a:lnTo>
                    <a:pt x="2283" y="357"/>
                  </a:lnTo>
                  <a:lnTo>
                    <a:pt x="2043" y="416"/>
                  </a:lnTo>
                  <a:lnTo>
                    <a:pt x="1803" y="476"/>
                  </a:lnTo>
                  <a:lnTo>
                    <a:pt x="1623" y="535"/>
                  </a:lnTo>
                  <a:lnTo>
                    <a:pt x="1442" y="601"/>
                  </a:lnTo>
                  <a:lnTo>
                    <a:pt x="1442" y="601"/>
                  </a:lnTo>
                  <a:lnTo>
                    <a:pt x="1082" y="747"/>
                  </a:lnTo>
                  <a:lnTo>
                    <a:pt x="782" y="892"/>
                  </a:lnTo>
                  <a:lnTo>
                    <a:pt x="541" y="1031"/>
                  </a:lnTo>
                  <a:lnTo>
                    <a:pt x="331" y="1169"/>
                  </a:lnTo>
                  <a:lnTo>
                    <a:pt x="181" y="1308"/>
                  </a:lnTo>
                  <a:lnTo>
                    <a:pt x="61" y="1440"/>
                  </a:lnTo>
                  <a:lnTo>
                    <a:pt x="1" y="1572"/>
                  </a:lnTo>
                  <a:lnTo>
                    <a:pt x="1" y="1704"/>
                  </a:lnTo>
                  <a:lnTo>
                    <a:pt x="1" y="1704"/>
                  </a:lnTo>
                  <a:lnTo>
                    <a:pt x="1" y="1784"/>
                  </a:lnTo>
                  <a:lnTo>
                    <a:pt x="31" y="1869"/>
                  </a:lnTo>
                  <a:lnTo>
                    <a:pt x="61" y="1949"/>
                  </a:lnTo>
                  <a:lnTo>
                    <a:pt x="121" y="2028"/>
                  </a:lnTo>
                  <a:lnTo>
                    <a:pt x="211" y="2107"/>
                  </a:lnTo>
                  <a:lnTo>
                    <a:pt x="331" y="2180"/>
                  </a:lnTo>
                  <a:lnTo>
                    <a:pt x="451" y="2253"/>
                  </a:lnTo>
                  <a:lnTo>
                    <a:pt x="571" y="2325"/>
                  </a:lnTo>
                  <a:lnTo>
                    <a:pt x="722" y="2398"/>
                  </a:lnTo>
                  <a:lnTo>
                    <a:pt x="902" y="2464"/>
                  </a:lnTo>
                  <a:lnTo>
                    <a:pt x="1082" y="2530"/>
                  </a:lnTo>
                  <a:lnTo>
                    <a:pt x="1292" y="2596"/>
                  </a:lnTo>
                  <a:lnTo>
                    <a:pt x="1503" y="2655"/>
                  </a:lnTo>
                  <a:lnTo>
                    <a:pt x="1743" y="2715"/>
                  </a:lnTo>
                  <a:lnTo>
                    <a:pt x="2253" y="2827"/>
                  </a:lnTo>
                  <a:lnTo>
                    <a:pt x="2253" y="2827"/>
                  </a:lnTo>
                  <a:lnTo>
                    <a:pt x="2464" y="2867"/>
                  </a:lnTo>
                  <a:lnTo>
                    <a:pt x="2704" y="2906"/>
                  </a:lnTo>
                  <a:lnTo>
                    <a:pt x="2974" y="2939"/>
                  </a:lnTo>
                  <a:lnTo>
                    <a:pt x="3275" y="2973"/>
                  </a:lnTo>
                  <a:lnTo>
                    <a:pt x="3935" y="3032"/>
                  </a:lnTo>
                  <a:lnTo>
                    <a:pt x="4656" y="3085"/>
                  </a:lnTo>
                  <a:lnTo>
                    <a:pt x="5437" y="3124"/>
                  </a:lnTo>
                  <a:lnTo>
                    <a:pt x="6278" y="3157"/>
                  </a:lnTo>
                  <a:lnTo>
                    <a:pt x="7149" y="3177"/>
                  </a:lnTo>
                  <a:lnTo>
                    <a:pt x="8020" y="318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67"/>
            <p:cNvSpPr/>
            <p:nvPr/>
          </p:nvSpPr>
          <p:spPr>
            <a:xfrm rot="10800000">
              <a:off x="5771460" y="1507635"/>
              <a:ext cx="585134" cy="192280"/>
            </a:xfrm>
            <a:custGeom>
              <a:avLst/>
              <a:gdLst/>
              <a:ahLst/>
              <a:cxnLst/>
              <a:rect l="l" t="t" r="r" b="b"/>
              <a:pathLst>
                <a:path w="43732" h="3198" extrusionOk="0">
                  <a:moveTo>
                    <a:pt x="6879" y="0"/>
                  </a:moveTo>
                  <a:lnTo>
                    <a:pt x="6398" y="7"/>
                  </a:lnTo>
                  <a:lnTo>
                    <a:pt x="5948" y="13"/>
                  </a:lnTo>
                  <a:lnTo>
                    <a:pt x="5467" y="27"/>
                  </a:lnTo>
                  <a:lnTo>
                    <a:pt x="5017" y="53"/>
                  </a:lnTo>
                  <a:lnTo>
                    <a:pt x="4566" y="79"/>
                  </a:lnTo>
                  <a:lnTo>
                    <a:pt x="4146" y="112"/>
                  </a:lnTo>
                  <a:lnTo>
                    <a:pt x="3725" y="152"/>
                  </a:lnTo>
                  <a:lnTo>
                    <a:pt x="3335" y="198"/>
                  </a:lnTo>
                  <a:lnTo>
                    <a:pt x="2974" y="251"/>
                  </a:lnTo>
                  <a:lnTo>
                    <a:pt x="2614" y="311"/>
                  </a:lnTo>
                  <a:lnTo>
                    <a:pt x="2283" y="377"/>
                  </a:lnTo>
                  <a:lnTo>
                    <a:pt x="1983" y="449"/>
                  </a:lnTo>
                  <a:lnTo>
                    <a:pt x="1713" y="529"/>
                  </a:lnTo>
                  <a:lnTo>
                    <a:pt x="1472" y="614"/>
                  </a:lnTo>
                  <a:lnTo>
                    <a:pt x="1052" y="786"/>
                  </a:lnTo>
                  <a:lnTo>
                    <a:pt x="722" y="951"/>
                  </a:lnTo>
                  <a:lnTo>
                    <a:pt x="451" y="1116"/>
                  </a:lnTo>
                  <a:lnTo>
                    <a:pt x="271" y="1275"/>
                  </a:lnTo>
                  <a:lnTo>
                    <a:pt x="121" y="1433"/>
                  </a:lnTo>
                  <a:lnTo>
                    <a:pt x="31" y="1585"/>
                  </a:lnTo>
                  <a:lnTo>
                    <a:pt x="1" y="1737"/>
                  </a:lnTo>
                  <a:lnTo>
                    <a:pt x="61" y="1883"/>
                  </a:lnTo>
                  <a:lnTo>
                    <a:pt x="151" y="2021"/>
                  </a:lnTo>
                  <a:lnTo>
                    <a:pt x="301" y="2153"/>
                  </a:lnTo>
                  <a:lnTo>
                    <a:pt x="511" y="2286"/>
                  </a:lnTo>
                  <a:lnTo>
                    <a:pt x="752" y="2411"/>
                  </a:lnTo>
                  <a:lnTo>
                    <a:pt x="1052" y="2530"/>
                  </a:lnTo>
                  <a:lnTo>
                    <a:pt x="1412" y="2642"/>
                  </a:lnTo>
                  <a:lnTo>
                    <a:pt x="1833" y="2741"/>
                  </a:lnTo>
                  <a:lnTo>
                    <a:pt x="2283" y="2840"/>
                  </a:lnTo>
                  <a:lnTo>
                    <a:pt x="2494" y="2880"/>
                  </a:lnTo>
                  <a:lnTo>
                    <a:pt x="2734" y="2920"/>
                  </a:lnTo>
                  <a:lnTo>
                    <a:pt x="3004" y="2953"/>
                  </a:lnTo>
                  <a:lnTo>
                    <a:pt x="3305" y="2986"/>
                  </a:lnTo>
                  <a:lnTo>
                    <a:pt x="3965" y="3045"/>
                  </a:lnTo>
                  <a:lnTo>
                    <a:pt x="4686" y="3098"/>
                  </a:lnTo>
                  <a:lnTo>
                    <a:pt x="5467" y="3138"/>
                  </a:lnTo>
                  <a:lnTo>
                    <a:pt x="6308" y="3171"/>
                  </a:lnTo>
                  <a:lnTo>
                    <a:pt x="7179" y="3191"/>
                  </a:lnTo>
                  <a:lnTo>
                    <a:pt x="8050" y="3197"/>
                  </a:lnTo>
                  <a:lnTo>
                    <a:pt x="18202" y="3197"/>
                  </a:lnTo>
                  <a:lnTo>
                    <a:pt x="18652" y="3191"/>
                  </a:lnTo>
                  <a:lnTo>
                    <a:pt x="19073" y="3184"/>
                  </a:lnTo>
                  <a:lnTo>
                    <a:pt x="19523" y="3191"/>
                  </a:lnTo>
                  <a:lnTo>
                    <a:pt x="19974" y="3197"/>
                  </a:lnTo>
                  <a:lnTo>
                    <a:pt x="26792" y="3197"/>
                  </a:lnTo>
                  <a:lnTo>
                    <a:pt x="26732" y="3025"/>
                  </a:lnTo>
                  <a:lnTo>
                    <a:pt x="26732" y="2860"/>
                  </a:lnTo>
                  <a:lnTo>
                    <a:pt x="26762" y="2774"/>
                  </a:lnTo>
                  <a:lnTo>
                    <a:pt x="26822" y="2695"/>
                  </a:lnTo>
                  <a:lnTo>
                    <a:pt x="26882" y="2609"/>
                  </a:lnTo>
                  <a:lnTo>
                    <a:pt x="26972" y="2530"/>
                  </a:lnTo>
                  <a:lnTo>
                    <a:pt x="27062" y="2451"/>
                  </a:lnTo>
                  <a:lnTo>
                    <a:pt x="27212" y="2371"/>
                  </a:lnTo>
                  <a:lnTo>
                    <a:pt x="27362" y="2299"/>
                  </a:lnTo>
                  <a:lnTo>
                    <a:pt x="27513" y="2220"/>
                  </a:lnTo>
                  <a:lnTo>
                    <a:pt x="27723" y="2147"/>
                  </a:lnTo>
                  <a:lnTo>
                    <a:pt x="27933" y="2074"/>
                  </a:lnTo>
                  <a:lnTo>
                    <a:pt x="28173" y="2008"/>
                  </a:lnTo>
                  <a:lnTo>
                    <a:pt x="28444" y="1942"/>
                  </a:lnTo>
                  <a:lnTo>
                    <a:pt x="28684" y="1889"/>
                  </a:lnTo>
                  <a:lnTo>
                    <a:pt x="28954" y="1836"/>
                  </a:lnTo>
                  <a:lnTo>
                    <a:pt x="29255" y="1790"/>
                  </a:lnTo>
                  <a:lnTo>
                    <a:pt x="29585" y="1751"/>
                  </a:lnTo>
                  <a:lnTo>
                    <a:pt x="29945" y="1704"/>
                  </a:lnTo>
                  <a:lnTo>
                    <a:pt x="30336" y="1671"/>
                  </a:lnTo>
                  <a:lnTo>
                    <a:pt x="30756" y="1638"/>
                  </a:lnTo>
                  <a:lnTo>
                    <a:pt x="31177" y="1605"/>
                  </a:lnTo>
                  <a:lnTo>
                    <a:pt x="31627" y="1579"/>
                  </a:lnTo>
                  <a:lnTo>
                    <a:pt x="32108" y="1559"/>
                  </a:lnTo>
                  <a:lnTo>
                    <a:pt x="32588" y="1539"/>
                  </a:lnTo>
                  <a:lnTo>
                    <a:pt x="33099" y="1526"/>
                  </a:lnTo>
                  <a:lnTo>
                    <a:pt x="33640" y="1513"/>
                  </a:lnTo>
                  <a:lnTo>
                    <a:pt x="34180" y="1506"/>
                  </a:lnTo>
                  <a:lnTo>
                    <a:pt x="34721" y="1500"/>
                  </a:lnTo>
                  <a:lnTo>
                    <a:pt x="43731" y="1500"/>
                  </a:lnTo>
                  <a:lnTo>
                    <a:pt x="43731" y="1361"/>
                  </a:lnTo>
                  <a:lnTo>
                    <a:pt x="43671" y="1222"/>
                  </a:lnTo>
                  <a:lnTo>
                    <a:pt x="43551" y="1090"/>
                  </a:lnTo>
                  <a:lnTo>
                    <a:pt x="43371" y="951"/>
                  </a:lnTo>
                  <a:lnTo>
                    <a:pt x="43131" y="826"/>
                  </a:lnTo>
                  <a:lnTo>
                    <a:pt x="42830" y="700"/>
                  </a:lnTo>
                  <a:lnTo>
                    <a:pt x="42470" y="575"/>
                  </a:lnTo>
                  <a:lnTo>
                    <a:pt x="42260" y="522"/>
                  </a:lnTo>
                  <a:lnTo>
                    <a:pt x="42049" y="463"/>
                  </a:lnTo>
                  <a:lnTo>
                    <a:pt x="41779" y="410"/>
                  </a:lnTo>
                  <a:lnTo>
                    <a:pt x="41509" y="363"/>
                  </a:lnTo>
                  <a:lnTo>
                    <a:pt x="41208" y="311"/>
                  </a:lnTo>
                  <a:lnTo>
                    <a:pt x="40848" y="264"/>
                  </a:lnTo>
                  <a:lnTo>
                    <a:pt x="40488" y="218"/>
                  </a:lnTo>
                  <a:lnTo>
                    <a:pt x="40067" y="178"/>
                  </a:lnTo>
                  <a:lnTo>
                    <a:pt x="39647" y="145"/>
                  </a:lnTo>
                  <a:lnTo>
                    <a:pt x="39196" y="106"/>
                  </a:lnTo>
                  <a:lnTo>
                    <a:pt x="38746" y="79"/>
                  </a:lnTo>
                  <a:lnTo>
                    <a:pt x="38265" y="53"/>
                  </a:lnTo>
                  <a:lnTo>
                    <a:pt x="37784" y="33"/>
                  </a:lnTo>
                  <a:lnTo>
                    <a:pt x="37304" y="20"/>
                  </a:lnTo>
                  <a:lnTo>
                    <a:pt x="36793" y="7"/>
                  </a:lnTo>
                  <a:lnTo>
                    <a:pt x="36283" y="0"/>
                  </a:lnTo>
                  <a:lnTo>
                    <a:pt x="35772" y="7"/>
                  </a:lnTo>
                  <a:lnTo>
                    <a:pt x="35261" y="13"/>
                  </a:lnTo>
                  <a:lnTo>
                    <a:pt x="7840" y="13"/>
                  </a:lnTo>
                  <a:lnTo>
                    <a:pt x="735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67"/>
            <p:cNvSpPr/>
            <p:nvPr/>
          </p:nvSpPr>
          <p:spPr>
            <a:xfrm rot="10800000">
              <a:off x="5771460" y="1507635"/>
              <a:ext cx="585134" cy="192280"/>
            </a:xfrm>
            <a:custGeom>
              <a:avLst/>
              <a:gdLst/>
              <a:ahLst/>
              <a:cxnLst/>
              <a:rect l="l" t="t" r="r" b="b"/>
              <a:pathLst>
                <a:path w="43732" h="3198" fill="none" extrusionOk="0">
                  <a:moveTo>
                    <a:pt x="2283" y="2840"/>
                  </a:moveTo>
                  <a:lnTo>
                    <a:pt x="2283" y="2840"/>
                  </a:lnTo>
                  <a:lnTo>
                    <a:pt x="2494" y="2880"/>
                  </a:lnTo>
                  <a:lnTo>
                    <a:pt x="2734" y="2920"/>
                  </a:lnTo>
                  <a:lnTo>
                    <a:pt x="3004" y="2953"/>
                  </a:lnTo>
                  <a:lnTo>
                    <a:pt x="3305" y="2986"/>
                  </a:lnTo>
                  <a:lnTo>
                    <a:pt x="3965" y="3045"/>
                  </a:lnTo>
                  <a:lnTo>
                    <a:pt x="4686" y="3098"/>
                  </a:lnTo>
                  <a:lnTo>
                    <a:pt x="5467" y="3138"/>
                  </a:lnTo>
                  <a:lnTo>
                    <a:pt x="6308" y="3171"/>
                  </a:lnTo>
                  <a:lnTo>
                    <a:pt x="7179" y="3191"/>
                  </a:lnTo>
                  <a:lnTo>
                    <a:pt x="8050" y="3197"/>
                  </a:lnTo>
                  <a:lnTo>
                    <a:pt x="18202" y="3197"/>
                  </a:lnTo>
                  <a:lnTo>
                    <a:pt x="18202" y="3197"/>
                  </a:lnTo>
                  <a:lnTo>
                    <a:pt x="18652" y="3191"/>
                  </a:lnTo>
                  <a:lnTo>
                    <a:pt x="19073" y="3184"/>
                  </a:lnTo>
                  <a:lnTo>
                    <a:pt x="19523" y="3191"/>
                  </a:lnTo>
                  <a:lnTo>
                    <a:pt x="19974" y="3197"/>
                  </a:lnTo>
                  <a:lnTo>
                    <a:pt x="26792" y="3197"/>
                  </a:lnTo>
                  <a:lnTo>
                    <a:pt x="26792" y="3197"/>
                  </a:lnTo>
                  <a:lnTo>
                    <a:pt x="26732" y="3025"/>
                  </a:lnTo>
                  <a:lnTo>
                    <a:pt x="26732" y="2860"/>
                  </a:lnTo>
                  <a:lnTo>
                    <a:pt x="26762" y="2774"/>
                  </a:lnTo>
                  <a:lnTo>
                    <a:pt x="26822" y="2695"/>
                  </a:lnTo>
                  <a:lnTo>
                    <a:pt x="26882" y="2609"/>
                  </a:lnTo>
                  <a:lnTo>
                    <a:pt x="26972" y="2530"/>
                  </a:lnTo>
                  <a:lnTo>
                    <a:pt x="27062" y="2451"/>
                  </a:lnTo>
                  <a:lnTo>
                    <a:pt x="27212" y="2371"/>
                  </a:lnTo>
                  <a:lnTo>
                    <a:pt x="27362" y="2299"/>
                  </a:lnTo>
                  <a:lnTo>
                    <a:pt x="27513" y="2220"/>
                  </a:lnTo>
                  <a:lnTo>
                    <a:pt x="27723" y="2147"/>
                  </a:lnTo>
                  <a:lnTo>
                    <a:pt x="27933" y="2074"/>
                  </a:lnTo>
                  <a:lnTo>
                    <a:pt x="28173" y="2008"/>
                  </a:lnTo>
                  <a:lnTo>
                    <a:pt x="28444" y="1942"/>
                  </a:lnTo>
                  <a:lnTo>
                    <a:pt x="28444" y="1942"/>
                  </a:lnTo>
                  <a:lnTo>
                    <a:pt x="28684" y="1889"/>
                  </a:lnTo>
                  <a:lnTo>
                    <a:pt x="28954" y="1836"/>
                  </a:lnTo>
                  <a:lnTo>
                    <a:pt x="29255" y="1790"/>
                  </a:lnTo>
                  <a:lnTo>
                    <a:pt x="29585" y="1751"/>
                  </a:lnTo>
                  <a:lnTo>
                    <a:pt x="29945" y="1704"/>
                  </a:lnTo>
                  <a:lnTo>
                    <a:pt x="30336" y="1671"/>
                  </a:lnTo>
                  <a:lnTo>
                    <a:pt x="30756" y="1638"/>
                  </a:lnTo>
                  <a:lnTo>
                    <a:pt x="31177" y="1605"/>
                  </a:lnTo>
                  <a:lnTo>
                    <a:pt x="31627" y="1579"/>
                  </a:lnTo>
                  <a:lnTo>
                    <a:pt x="32108" y="1559"/>
                  </a:lnTo>
                  <a:lnTo>
                    <a:pt x="32588" y="1539"/>
                  </a:lnTo>
                  <a:lnTo>
                    <a:pt x="33099" y="1526"/>
                  </a:lnTo>
                  <a:lnTo>
                    <a:pt x="33640" y="1513"/>
                  </a:lnTo>
                  <a:lnTo>
                    <a:pt x="34180" y="1506"/>
                  </a:lnTo>
                  <a:lnTo>
                    <a:pt x="34721" y="1500"/>
                  </a:lnTo>
                  <a:lnTo>
                    <a:pt x="35292" y="1500"/>
                  </a:lnTo>
                  <a:lnTo>
                    <a:pt x="43731" y="1500"/>
                  </a:lnTo>
                  <a:lnTo>
                    <a:pt x="43731" y="1500"/>
                  </a:lnTo>
                  <a:lnTo>
                    <a:pt x="43731" y="1361"/>
                  </a:lnTo>
                  <a:lnTo>
                    <a:pt x="43671" y="1222"/>
                  </a:lnTo>
                  <a:lnTo>
                    <a:pt x="43551" y="1090"/>
                  </a:lnTo>
                  <a:lnTo>
                    <a:pt x="43371" y="951"/>
                  </a:lnTo>
                  <a:lnTo>
                    <a:pt x="43131" y="826"/>
                  </a:lnTo>
                  <a:lnTo>
                    <a:pt x="42830" y="700"/>
                  </a:lnTo>
                  <a:lnTo>
                    <a:pt x="42470" y="575"/>
                  </a:lnTo>
                  <a:lnTo>
                    <a:pt x="42260" y="522"/>
                  </a:lnTo>
                  <a:lnTo>
                    <a:pt x="42049" y="463"/>
                  </a:lnTo>
                  <a:lnTo>
                    <a:pt x="42049" y="463"/>
                  </a:lnTo>
                  <a:lnTo>
                    <a:pt x="41779" y="410"/>
                  </a:lnTo>
                  <a:lnTo>
                    <a:pt x="41509" y="363"/>
                  </a:lnTo>
                  <a:lnTo>
                    <a:pt x="41208" y="311"/>
                  </a:lnTo>
                  <a:lnTo>
                    <a:pt x="40848" y="264"/>
                  </a:lnTo>
                  <a:lnTo>
                    <a:pt x="40488" y="218"/>
                  </a:lnTo>
                  <a:lnTo>
                    <a:pt x="40067" y="178"/>
                  </a:lnTo>
                  <a:lnTo>
                    <a:pt x="39647" y="145"/>
                  </a:lnTo>
                  <a:lnTo>
                    <a:pt x="39196" y="106"/>
                  </a:lnTo>
                  <a:lnTo>
                    <a:pt x="38746" y="79"/>
                  </a:lnTo>
                  <a:lnTo>
                    <a:pt x="38265" y="53"/>
                  </a:lnTo>
                  <a:lnTo>
                    <a:pt x="37784" y="33"/>
                  </a:lnTo>
                  <a:lnTo>
                    <a:pt x="37304" y="20"/>
                  </a:lnTo>
                  <a:lnTo>
                    <a:pt x="36793" y="7"/>
                  </a:lnTo>
                  <a:lnTo>
                    <a:pt x="36283" y="0"/>
                  </a:lnTo>
                  <a:lnTo>
                    <a:pt x="35772" y="7"/>
                  </a:lnTo>
                  <a:lnTo>
                    <a:pt x="35261" y="13"/>
                  </a:lnTo>
                  <a:lnTo>
                    <a:pt x="7840" y="13"/>
                  </a:lnTo>
                  <a:lnTo>
                    <a:pt x="7840" y="13"/>
                  </a:lnTo>
                  <a:lnTo>
                    <a:pt x="7359" y="0"/>
                  </a:lnTo>
                  <a:lnTo>
                    <a:pt x="6879" y="0"/>
                  </a:lnTo>
                  <a:lnTo>
                    <a:pt x="6398" y="7"/>
                  </a:lnTo>
                  <a:lnTo>
                    <a:pt x="5948" y="13"/>
                  </a:lnTo>
                  <a:lnTo>
                    <a:pt x="5467" y="27"/>
                  </a:lnTo>
                  <a:lnTo>
                    <a:pt x="5017" y="53"/>
                  </a:lnTo>
                  <a:lnTo>
                    <a:pt x="4566" y="79"/>
                  </a:lnTo>
                  <a:lnTo>
                    <a:pt x="4146" y="112"/>
                  </a:lnTo>
                  <a:lnTo>
                    <a:pt x="3725" y="152"/>
                  </a:lnTo>
                  <a:lnTo>
                    <a:pt x="3335" y="198"/>
                  </a:lnTo>
                  <a:lnTo>
                    <a:pt x="2974" y="251"/>
                  </a:lnTo>
                  <a:lnTo>
                    <a:pt x="2614" y="311"/>
                  </a:lnTo>
                  <a:lnTo>
                    <a:pt x="2283" y="377"/>
                  </a:lnTo>
                  <a:lnTo>
                    <a:pt x="1983" y="449"/>
                  </a:lnTo>
                  <a:lnTo>
                    <a:pt x="1713" y="529"/>
                  </a:lnTo>
                  <a:lnTo>
                    <a:pt x="1472" y="614"/>
                  </a:lnTo>
                  <a:lnTo>
                    <a:pt x="1472" y="614"/>
                  </a:lnTo>
                  <a:lnTo>
                    <a:pt x="1052" y="786"/>
                  </a:lnTo>
                  <a:lnTo>
                    <a:pt x="722" y="951"/>
                  </a:lnTo>
                  <a:lnTo>
                    <a:pt x="451" y="1116"/>
                  </a:lnTo>
                  <a:lnTo>
                    <a:pt x="271" y="1275"/>
                  </a:lnTo>
                  <a:lnTo>
                    <a:pt x="121" y="1433"/>
                  </a:lnTo>
                  <a:lnTo>
                    <a:pt x="31" y="1585"/>
                  </a:lnTo>
                  <a:lnTo>
                    <a:pt x="1" y="1737"/>
                  </a:lnTo>
                  <a:lnTo>
                    <a:pt x="61" y="1883"/>
                  </a:lnTo>
                  <a:lnTo>
                    <a:pt x="151" y="2021"/>
                  </a:lnTo>
                  <a:lnTo>
                    <a:pt x="301" y="2153"/>
                  </a:lnTo>
                  <a:lnTo>
                    <a:pt x="511" y="2286"/>
                  </a:lnTo>
                  <a:lnTo>
                    <a:pt x="752" y="2411"/>
                  </a:lnTo>
                  <a:lnTo>
                    <a:pt x="1052" y="2530"/>
                  </a:lnTo>
                  <a:lnTo>
                    <a:pt x="1412" y="2642"/>
                  </a:lnTo>
                  <a:lnTo>
                    <a:pt x="1833" y="2741"/>
                  </a:lnTo>
                  <a:lnTo>
                    <a:pt x="2283" y="284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67"/>
            <p:cNvSpPr/>
            <p:nvPr/>
          </p:nvSpPr>
          <p:spPr>
            <a:xfrm rot="10800000">
              <a:off x="5771460" y="1507635"/>
              <a:ext cx="585134" cy="192280"/>
            </a:xfrm>
            <a:custGeom>
              <a:avLst/>
              <a:gdLst/>
              <a:ahLst/>
              <a:cxnLst/>
              <a:rect l="l" t="t" r="r" b="b"/>
              <a:pathLst>
                <a:path w="43732" h="3198" extrusionOk="0">
                  <a:moveTo>
                    <a:pt x="6518" y="0"/>
                  </a:moveTo>
                  <a:lnTo>
                    <a:pt x="6098" y="7"/>
                  </a:lnTo>
                  <a:lnTo>
                    <a:pt x="5707" y="20"/>
                  </a:lnTo>
                  <a:lnTo>
                    <a:pt x="5287" y="40"/>
                  </a:lnTo>
                  <a:lnTo>
                    <a:pt x="4896" y="60"/>
                  </a:lnTo>
                  <a:lnTo>
                    <a:pt x="4506" y="86"/>
                  </a:lnTo>
                  <a:lnTo>
                    <a:pt x="4116" y="112"/>
                  </a:lnTo>
                  <a:lnTo>
                    <a:pt x="3755" y="152"/>
                  </a:lnTo>
                  <a:lnTo>
                    <a:pt x="3395" y="192"/>
                  </a:lnTo>
                  <a:lnTo>
                    <a:pt x="3064" y="238"/>
                  </a:lnTo>
                  <a:lnTo>
                    <a:pt x="2764" y="284"/>
                  </a:lnTo>
                  <a:lnTo>
                    <a:pt x="2464" y="344"/>
                  </a:lnTo>
                  <a:lnTo>
                    <a:pt x="2163" y="403"/>
                  </a:lnTo>
                  <a:lnTo>
                    <a:pt x="1893" y="469"/>
                  </a:lnTo>
                  <a:lnTo>
                    <a:pt x="1683" y="542"/>
                  </a:lnTo>
                  <a:lnTo>
                    <a:pt x="1472" y="614"/>
                  </a:lnTo>
                  <a:lnTo>
                    <a:pt x="1112" y="760"/>
                  </a:lnTo>
                  <a:lnTo>
                    <a:pt x="812" y="905"/>
                  </a:lnTo>
                  <a:lnTo>
                    <a:pt x="571" y="1044"/>
                  </a:lnTo>
                  <a:lnTo>
                    <a:pt x="361" y="1182"/>
                  </a:lnTo>
                  <a:lnTo>
                    <a:pt x="211" y="1321"/>
                  </a:lnTo>
                  <a:lnTo>
                    <a:pt x="91" y="1453"/>
                  </a:lnTo>
                  <a:lnTo>
                    <a:pt x="31" y="1585"/>
                  </a:lnTo>
                  <a:lnTo>
                    <a:pt x="1" y="1711"/>
                  </a:lnTo>
                  <a:lnTo>
                    <a:pt x="31" y="1797"/>
                  </a:lnTo>
                  <a:lnTo>
                    <a:pt x="61" y="1883"/>
                  </a:lnTo>
                  <a:lnTo>
                    <a:pt x="91" y="1962"/>
                  </a:lnTo>
                  <a:lnTo>
                    <a:pt x="151" y="2041"/>
                  </a:lnTo>
                  <a:lnTo>
                    <a:pt x="241" y="2114"/>
                  </a:lnTo>
                  <a:lnTo>
                    <a:pt x="361" y="2193"/>
                  </a:lnTo>
                  <a:lnTo>
                    <a:pt x="451" y="2266"/>
                  </a:lnTo>
                  <a:lnTo>
                    <a:pt x="601" y="2338"/>
                  </a:lnTo>
                  <a:lnTo>
                    <a:pt x="752" y="2411"/>
                  </a:lnTo>
                  <a:lnTo>
                    <a:pt x="932" y="2477"/>
                  </a:lnTo>
                  <a:lnTo>
                    <a:pt x="1112" y="2543"/>
                  </a:lnTo>
                  <a:lnTo>
                    <a:pt x="1322" y="2609"/>
                  </a:lnTo>
                  <a:lnTo>
                    <a:pt x="1533" y="2669"/>
                  </a:lnTo>
                  <a:lnTo>
                    <a:pt x="1773" y="2728"/>
                  </a:lnTo>
                  <a:lnTo>
                    <a:pt x="2283" y="2840"/>
                  </a:lnTo>
                  <a:lnTo>
                    <a:pt x="2494" y="2880"/>
                  </a:lnTo>
                  <a:lnTo>
                    <a:pt x="2734" y="2920"/>
                  </a:lnTo>
                  <a:lnTo>
                    <a:pt x="3004" y="2953"/>
                  </a:lnTo>
                  <a:lnTo>
                    <a:pt x="3305" y="2986"/>
                  </a:lnTo>
                  <a:lnTo>
                    <a:pt x="3965" y="3045"/>
                  </a:lnTo>
                  <a:lnTo>
                    <a:pt x="4686" y="3098"/>
                  </a:lnTo>
                  <a:lnTo>
                    <a:pt x="5467" y="3138"/>
                  </a:lnTo>
                  <a:lnTo>
                    <a:pt x="6308" y="3171"/>
                  </a:lnTo>
                  <a:lnTo>
                    <a:pt x="7179" y="3191"/>
                  </a:lnTo>
                  <a:lnTo>
                    <a:pt x="8050" y="3197"/>
                  </a:lnTo>
                  <a:lnTo>
                    <a:pt x="18202" y="3197"/>
                  </a:lnTo>
                  <a:lnTo>
                    <a:pt x="18652" y="3191"/>
                  </a:lnTo>
                  <a:lnTo>
                    <a:pt x="19073" y="3184"/>
                  </a:lnTo>
                  <a:lnTo>
                    <a:pt x="19103" y="3184"/>
                  </a:lnTo>
                  <a:lnTo>
                    <a:pt x="19794" y="3191"/>
                  </a:lnTo>
                  <a:lnTo>
                    <a:pt x="19974" y="3197"/>
                  </a:lnTo>
                  <a:lnTo>
                    <a:pt x="26792" y="3197"/>
                  </a:lnTo>
                  <a:lnTo>
                    <a:pt x="26732" y="3072"/>
                  </a:lnTo>
                  <a:lnTo>
                    <a:pt x="26732" y="2953"/>
                  </a:lnTo>
                  <a:lnTo>
                    <a:pt x="26732" y="2814"/>
                  </a:lnTo>
                  <a:lnTo>
                    <a:pt x="26822" y="2682"/>
                  </a:lnTo>
                  <a:lnTo>
                    <a:pt x="26942" y="2550"/>
                  </a:lnTo>
                  <a:lnTo>
                    <a:pt x="27122" y="2418"/>
                  </a:lnTo>
                  <a:lnTo>
                    <a:pt x="27362" y="2292"/>
                  </a:lnTo>
                  <a:lnTo>
                    <a:pt x="27663" y="2167"/>
                  </a:lnTo>
                  <a:lnTo>
                    <a:pt x="28023" y="2048"/>
                  </a:lnTo>
                  <a:lnTo>
                    <a:pt x="28444" y="1942"/>
                  </a:lnTo>
                  <a:lnTo>
                    <a:pt x="28684" y="1889"/>
                  </a:lnTo>
                  <a:lnTo>
                    <a:pt x="28924" y="1843"/>
                  </a:lnTo>
                  <a:lnTo>
                    <a:pt x="29225" y="1797"/>
                  </a:lnTo>
                  <a:lnTo>
                    <a:pt x="29525" y="1757"/>
                  </a:lnTo>
                  <a:lnTo>
                    <a:pt x="29885" y="1718"/>
                  </a:lnTo>
                  <a:lnTo>
                    <a:pt x="30246" y="1678"/>
                  </a:lnTo>
                  <a:lnTo>
                    <a:pt x="30606" y="1645"/>
                  </a:lnTo>
                  <a:lnTo>
                    <a:pt x="31027" y="1618"/>
                  </a:lnTo>
                  <a:lnTo>
                    <a:pt x="31447" y="1592"/>
                  </a:lnTo>
                  <a:lnTo>
                    <a:pt x="31898" y="1566"/>
                  </a:lnTo>
                  <a:lnTo>
                    <a:pt x="32348" y="1546"/>
                  </a:lnTo>
                  <a:lnTo>
                    <a:pt x="32829" y="1533"/>
                  </a:lnTo>
                  <a:lnTo>
                    <a:pt x="33850" y="1506"/>
                  </a:lnTo>
                  <a:lnTo>
                    <a:pt x="34901" y="1500"/>
                  </a:lnTo>
                  <a:lnTo>
                    <a:pt x="43731" y="1500"/>
                  </a:lnTo>
                  <a:lnTo>
                    <a:pt x="43731" y="1460"/>
                  </a:lnTo>
                  <a:lnTo>
                    <a:pt x="43701" y="1328"/>
                  </a:lnTo>
                  <a:lnTo>
                    <a:pt x="43641" y="1196"/>
                  </a:lnTo>
                  <a:lnTo>
                    <a:pt x="43521" y="1064"/>
                  </a:lnTo>
                  <a:lnTo>
                    <a:pt x="43341" y="931"/>
                  </a:lnTo>
                  <a:lnTo>
                    <a:pt x="43101" y="813"/>
                  </a:lnTo>
                  <a:lnTo>
                    <a:pt x="42800" y="687"/>
                  </a:lnTo>
                  <a:lnTo>
                    <a:pt x="42440" y="575"/>
                  </a:lnTo>
                  <a:lnTo>
                    <a:pt x="42049" y="463"/>
                  </a:lnTo>
                  <a:lnTo>
                    <a:pt x="41809" y="416"/>
                  </a:lnTo>
                  <a:lnTo>
                    <a:pt x="41569" y="370"/>
                  </a:lnTo>
                  <a:lnTo>
                    <a:pt x="41298" y="324"/>
                  </a:lnTo>
                  <a:lnTo>
                    <a:pt x="40998" y="284"/>
                  </a:lnTo>
                  <a:lnTo>
                    <a:pt x="40668" y="245"/>
                  </a:lnTo>
                  <a:lnTo>
                    <a:pt x="40337" y="205"/>
                  </a:lnTo>
                  <a:lnTo>
                    <a:pt x="39977" y="172"/>
                  </a:lnTo>
                  <a:lnTo>
                    <a:pt x="39586" y="139"/>
                  </a:lnTo>
                  <a:lnTo>
                    <a:pt x="39196" y="106"/>
                  </a:lnTo>
                  <a:lnTo>
                    <a:pt x="38776" y="79"/>
                  </a:lnTo>
                  <a:lnTo>
                    <a:pt x="38355" y="60"/>
                  </a:lnTo>
                  <a:lnTo>
                    <a:pt x="37905" y="40"/>
                  </a:lnTo>
                  <a:lnTo>
                    <a:pt x="37484" y="20"/>
                  </a:lnTo>
                  <a:lnTo>
                    <a:pt x="37034" y="13"/>
                  </a:lnTo>
                  <a:lnTo>
                    <a:pt x="36583" y="7"/>
                  </a:lnTo>
                  <a:lnTo>
                    <a:pt x="36133" y="0"/>
                  </a:lnTo>
                  <a:lnTo>
                    <a:pt x="35682" y="7"/>
                  </a:lnTo>
                  <a:lnTo>
                    <a:pt x="35261" y="13"/>
                  </a:lnTo>
                  <a:lnTo>
                    <a:pt x="7840" y="13"/>
                  </a:lnTo>
                  <a:lnTo>
                    <a:pt x="7389" y="7"/>
                  </a:lnTo>
                  <a:lnTo>
                    <a:pt x="6939"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67"/>
            <p:cNvSpPr/>
            <p:nvPr/>
          </p:nvSpPr>
          <p:spPr>
            <a:xfrm rot="10800000">
              <a:off x="5771460" y="1507635"/>
              <a:ext cx="585134" cy="192280"/>
            </a:xfrm>
            <a:custGeom>
              <a:avLst/>
              <a:gdLst/>
              <a:ahLst/>
              <a:cxnLst/>
              <a:rect l="l" t="t" r="r" b="b"/>
              <a:pathLst>
                <a:path w="43732" h="3198" fill="none" extrusionOk="0">
                  <a:moveTo>
                    <a:pt x="8050" y="3197"/>
                  </a:moveTo>
                  <a:lnTo>
                    <a:pt x="18202" y="3197"/>
                  </a:lnTo>
                  <a:lnTo>
                    <a:pt x="18202" y="3197"/>
                  </a:lnTo>
                  <a:lnTo>
                    <a:pt x="18202" y="3197"/>
                  </a:lnTo>
                  <a:lnTo>
                    <a:pt x="18202" y="3197"/>
                  </a:lnTo>
                  <a:lnTo>
                    <a:pt x="18652" y="3191"/>
                  </a:lnTo>
                  <a:lnTo>
                    <a:pt x="19073" y="3184"/>
                  </a:lnTo>
                  <a:lnTo>
                    <a:pt x="19073" y="3184"/>
                  </a:lnTo>
                  <a:lnTo>
                    <a:pt x="19073" y="3184"/>
                  </a:lnTo>
                  <a:lnTo>
                    <a:pt x="19073" y="3184"/>
                  </a:lnTo>
                  <a:lnTo>
                    <a:pt x="19073" y="3184"/>
                  </a:lnTo>
                  <a:lnTo>
                    <a:pt x="19103" y="3184"/>
                  </a:lnTo>
                  <a:lnTo>
                    <a:pt x="19103" y="3184"/>
                  </a:lnTo>
                  <a:lnTo>
                    <a:pt x="19794" y="3191"/>
                  </a:lnTo>
                  <a:lnTo>
                    <a:pt x="19794" y="3191"/>
                  </a:lnTo>
                  <a:lnTo>
                    <a:pt x="19794" y="3191"/>
                  </a:lnTo>
                  <a:lnTo>
                    <a:pt x="19794" y="3191"/>
                  </a:lnTo>
                  <a:lnTo>
                    <a:pt x="19974" y="3197"/>
                  </a:lnTo>
                  <a:lnTo>
                    <a:pt x="26792" y="3197"/>
                  </a:lnTo>
                  <a:lnTo>
                    <a:pt x="26792" y="3197"/>
                  </a:lnTo>
                  <a:lnTo>
                    <a:pt x="26732" y="3072"/>
                  </a:lnTo>
                  <a:lnTo>
                    <a:pt x="26732" y="2953"/>
                  </a:lnTo>
                  <a:lnTo>
                    <a:pt x="26732" y="2953"/>
                  </a:lnTo>
                  <a:lnTo>
                    <a:pt x="26732" y="2814"/>
                  </a:lnTo>
                  <a:lnTo>
                    <a:pt x="26822" y="2682"/>
                  </a:lnTo>
                  <a:lnTo>
                    <a:pt x="26942" y="2550"/>
                  </a:lnTo>
                  <a:lnTo>
                    <a:pt x="27122" y="2418"/>
                  </a:lnTo>
                  <a:lnTo>
                    <a:pt x="27362" y="2292"/>
                  </a:lnTo>
                  <a:lnTo>
                    <a:pt x="27663" y="2167"/>
                  </a:lnTo>
                  <a:lnTo>
                    <a:pt x="28023" y="2048"/>
                  </a:lnTo>
                  <a:lnTo>
                    <a:pt x="28444" y="1942"/>
                  </a:lnTo>
                  <a:lnTo>
                    <a:pt x="28444" y="1942"/>
                  </a:lnTo>
                  <a:lnTo>
                    <a:pt x="28684" y="1889"/>
                  </a:lnTo>
                  <a:lnTo>
                    <a:pt x="28924" y="1843"/>
                  </a:lnTo>
                  <a:lnTo>
                    <a:pt x="29225" y="1797"/>
                  </a:lnTo>
                  <a:lnTo>
                    <a:pt x="29525" y="1757"/>
                  </a:lnTo>
                  <a:lnTo>
                    <a:pt x="29885" y="1718"/>
                  </a:lnTo>
                  <a:lnTo>
                    <a:pt x="30246" y="1678"/>
                  </a:lnTo>
                  <a:lnTo>
                    <a:pt x="30606" y="1645"/>
                  </a:lnTo>
                  <a:lnTo>
                    <a:pt x="31027" y="1618"/>
                  </a:lnTo>
                  <a:lnTo>
                    <a:pt x="31447" y="1592"/>
                  </a:lnTo>
                  <a:lnTo>
                    <a:pt x="31898" y="1566"/>
                  </a:lnTo>
                  <a:lnTo>
                    <a:pt x="32348" y="1546"/>
                  </a:lnTo>
                  <a:lnTo>
                    <a:pt x="32829" y="1533"/>
                  </a:lnTo>
                  <a:lnTo>
                    <a:pt x="33850" y="1506"/>
                  </a:lnTo>
                  <a:lnTo>
                    <a:pt x="34901" y="1500"/>
                  </a:lnTo>
                  <a:lnTo>
                    <a:pt x="34901" y="1500"/>
                  </a:lnTo>
                  <a:lnTo>
                    <a:pt x="35292" y="1500"/>
                  </a:lnTo>
                  <a:lnTo>
                    <a:pt x="43731" y="1500"/>
                  </a:lnTo>
                  <a:lnTo>
                    <a:pt x="43731" y="1500"/>
                  </a:lnTo>
                  <a:lnTo>
                    <a:pt x="43731" y="1460"/>
                  </a:lnTo>
                  <a:lnTo>
                    <a:pt x="43731" y="1460"/>
                  </a:lnTo>
                  <a:lnTo>
                    <a:pt x="43701" y="1328"/>
                  </a:lnTo>
                  <a:lnTo>
                    <a:pt x="43641" y="1196"/>
                  </a:lnTo>
                  <a:lnTo>
                    <a:pt x="43521" y="1064"/>
                  </a:lnTo>
                  <a:lnTo>
                    <a:pt x="43341" y="931"/>
                  </a:lnTo>
                  <a:lnTo>
                    <a:pt x="43101" y="813"/>
                  </a:lnTo>
                  <a:lnTo>
                    <a:pt x="42800" y="687"/>
                  </a:lnTo>
                  <a:lnTo>
                    <a:pt x="42440" y="575"/>
                  </a:lnTo>
                  <a:lnTo>
                    <a:pt x="42049" y="463"/>
                  </a:lnTo>
                  <a:lnTo>
                    <a:pt x="42049" y="463"/>
                  </a:lnTo>
                  <a:lnTo>
                    <a:pt x="41809" y="416"/>
                  </a:lnTo>
                  <a:lnTo>
                    <a:pt x="41569" y="370"/>
                  </a:lnTo>
                  <a:lnTo>
                    <a:pt x="41298" y="324"/>
                  </a:lnTo>
                  <a:lnTo>
                    <a:pt x="40998" y="284"/>
                  </a:lnTo>
                  <a:lnTo>
                    <a:pt x="40668" y="245"/>
                  </a:lnTo>
                  <a:lnTo>
                    <a:pt x="40337" y="205"/>
                  </a:lnTo>
                  <a:lnTo>
                    <a:pt x="39977" y="172"/>
                  </a:lnTo>
                  <a:lnTo>
                    <a:pt x="39586" y="139"/>
                  </a:lnTo>
                  <a:lnTo>
                    <a:pt x="39196" y="106"/>
                  </a:lnTo>
                  <a:lnTo>
                    <a:pt x="38776" y="79"/>
                  </a:lnTo>
                  <a:lnTo>
                    <a:pt x="38355" y="60"/>
                  </a:lnTo>
                  <a:lnTo>
                    <a:pt x="37905" y="40"/>
                  </a:lnTo>
                  <a:lnTo>
                    <a:pt x="37484" y="20"/>
                  </a:lnTo>
                  <a:lnTo>
                    <a:pt x="37034" y="13"/>
                  </a:lnTo>
                  <a:lnTo>
                    <a:pt x="36583" y="7"/>
                  </a:lnTo>
                  <a:lnTo>
                    <a:pt x="36133" y="0"/>
                  </a:lnTo>
                  <a:lnTo>
                    <a:pt x="36133" y="0"/>
                  </a:lnTo>
                  <a:lnTo>
                    <a:pt x="35682" y="7"/>
                  </a:lnTo>
                  <a:lnTo>
                    <a:pt x="35261" y="13"/>
                  </a:lnTo>
                  <a:lnTo>
                    <a:pt x="7840" y="13"/>
                  </a:lnTo>
                  <a:lnTo>
                    <a:pt x="7840" y="13"/>
                  </a:lnTo>
                  <a:lnTo>
                    <a:pt x="7389" y="7"/>
                  </a:lnTo>
                  <a:lnTo>
                    <a:pt x="6939" y="0"/>
                  </a:lnTo>
                  <a:lnTo>
                    <a:pt x="6939" y="0"/>
                  </a:lnTo>
                  <a:lnTo>
                    <a:pt x="6518" y="0"/>
                  </a:lnTo>
                  <a:lnTo>
                    <a:pt x="6098" y="7"/>
                  </a:lnTo>
                  <a:lnTo>
                    <a:pt x="5707" y="20"/>
                  </a:lnTo>
                  <a:lnTo>
                    <a:pt x="5287" y="40"/>
                  </a:lnTo>
                  <a:lnTo>
                    <a:pt x="4896" y="60"/>
                  </a:lnTo>
                  <a:lnTo>
                    <a:pt x="4506" y="86"/>
                  </a:lnTo>
                  <a:lnTo>
                    <a:pt x="4116" y="112"/>
                  </a:lnTo>
                  <a:lnTo>
                    <a:pt x="3755" y="152"/>
                  </a:lnTo>
                  <a:lnTo>
                    <a:pt x="3395" y="192"/>
                  </a:lnTo>
                  <a:lnTo>
                    <a:pt x="3064" y="238"/>
                  </a:lnTo>
                  <a:lnTo>
                    <a:pt x="2764" y="284"/>
                  </a:lnTo>
                  <a:lnTo>
                    <a:pt x="2464" y="344"/>
                  </a:lnTo>
                  <a:lnTo>
                    <a:pt x="2163" y="403"/>
                  </a:lnTo>
                  <a:lnTo>
                    <a:pt x="1893" y="469"/>
                  </a:lnTo>
                  <a:lnTo>
                    <a:pt x="1683" y="542"/>
                  </a:lnTo>
                  <a:lnTo>
                    <a:pt x="1472" y="614"/>
                  </a:lnTo>
                  <a:lnTo>
                    <a:pt x="1472" y="614"/>
                  </a:lnTo>
                  <a:lnTo>
                    <a:pt x="1112" y="760"/>
                  </a:lnTo>
                  <a:lnTo>
                    <a:pt x="812" y="905"/>
                  </a:lnTo>
                  <a:lnTo>
                    <a:pt x="571" y="1044"/>
                  </a:lnTo>
                  <a:lnTo>
                    <a:pt x="361" y="1182"/>
                  </a:lnTo>
                  <a:lnTo>
                    <a:pt x="211" y="1321"/>
                  </a:lnTo>
                  <a:lnTo>
                    <a:pt x="91" y="1453"/>
                  </a:lnTo>
                  <a:lnTo>
                    <a:pt x="31" y="1585"/>
                  </a:lnTo>
                  <a:lnTo>
                    <a:pt x="1" y="1711"/>
                  </a:lnTo>
                  <a:lnTo>
                    <a:pt x="1" y="1711"/>
                  </a:lnTo>
                  <a:lnTo>
                    <a:pt x="31" y="1797"/>
                  </a:lnTo>
                  <a:lnTo>
                    <a:pt x="61" y="1883"/>
                  </a:lnTo>
                  <a:lnTo>
                    <a:pt x="91" y="1962"/>
                  </a:lnTo>
                  <a:lnTo>
                    <a:pt x="151" y="2041"/>
                  </a:lnTo>
                  <a:lnTo>
                    <a:pt x="241" y="2114"/>
                  </a:lnTo>
                  <a:lnTo>
                    <a:pt x="361" y="2193"/>
                  </a:lnTo>
                  <a:lnTo>
                    <a:pt x="451" y="2266"/>
                  </a:lnTo>
                  <a:lnTo>
                    <a:pt x="601" y="2338"/>
                  </a:lnTo>
                  <a:lnTo>
                    <a:pt x="752" y="2411"/>
                  </a:lnTo>
                  <a:lnTo>
                    <a:pt x="932" y="2477"/>
                  </a:lnTo>
                  <a:lnTo>
                    <a:pt x="1112" y="2543"/>
                  </a:lnTo>
                  <a:lnTo>
                    <a:pt x="1322" y="2609"/>
                  </a:lnTo>
                  <a:lnTo>
                    <a:pt x="1533" y="2669"/>
                  </a:lnTo>
                  <a:lnTo>
                    <a:pt x="1773" y="2728"/>
                  </a:lnTo>
                  <a:lnTo>
                    <a:pt x="2283" y="2840"/>
                  </a:lnTo>
                  <a:lnTo>
                    <a:pt x="2283" y="2840"/>
                  </a:lnTo>
                  <a:lnTo>
                    <a:pt x="2494" y="2880"/>
                  </a:lnTo>
                  <a:lnTo>
                    <a:pt x="2734" y="2920"/>
                  </a:lnTo>
                  <a:lnTo>
                    <a:pt x="3004" y="2953"/>
                  </a:lnTo>
                  <a:lnTo>
                    <a:pt x="3305" y="2986"/>
                  </a:lnTo>
                  <a:lnTo>
                    <a:pt x="3965" y="3045"/>
                  </a:lnTo>
                  <a:lnTo>
                    <a:pt x="4686" y="3098"/>
                  </a:lnTo>
                  <a:lnTo>
                    <a:pt x="5467" y="3138"/>
                  </a:lnTo>
                  <a:lnTo>
                    <a:pt x="6308" y="3171"/>
                  </a:lnTo>
                  <a:lnTo>
                    <a:pt x="7179" y="3191"/>
                  </a:lnTo>
                  <a:lnTo>
                    <a:pt x="8050" y="319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67"/>
            <p:cNvSpPr/>
            <p:nvPr/>
          </p:nvSpPr>
          <p:spPr>
            <a:xfrm rot="10800000">
              <a:off x="6089348" y="1507636"/>
              <a:ext cx="23723" cy="902"/>
            </a:xfrm>
            <a:custGeom>
              <a:avLst/>
              <a:gdLst/>
              <a:ahLst/>
              <a:cxnLst/>
              <a:rect l="l" t="t" r="r" b="b"/>
              <a:pathLst>
                <a:path w="1773" h="15" extrusionOk="0">
                  <a:moveTo>
                    <a:pt x="872" y="1"/>
                  </a:moveTo>
                  <a:lnTo>
                    <a:pt x="451" y="8"/>
                  </a:lnTo>
                  <a:lnTo>
                    <a:pt x="1" y="14"/>
                  </a:lnTo>
                  <a:lnTo>
                    <a:pt x="1773" y="14"/>
                  </a:lnTo>
                  <a:lnTo>
                    <a:pt x="1322" y="8"/>
                  </a:lnTo>
                  <a:lnTo>
                    <a:pt x="8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67"/>
            <p:cNvSpPr/>
            <p:nvPr/>
          </p:nvSpPr>
          <p:spPr>
            <a:xfrm rot="10800000">
              <a:off x="6089348" y="1507636"/>
              <a:ext cx="23723" cy="902"/>
            </a:xfrm>
            <a:custGeom>
              <a:avLst/>
              <a:gdLst/>
              <a:ahLst/>
              <a:cxnLst/>
              <a:rect l="l" t="t" r="r" b="b"/>
              <a:pathLst>
                <a:path w="1773" h="15" fill="none" extrusionOk="0">
                  <a:moveTo>
                    <a:pt x="1" y="14"/>
                  </a:moveTo>
                  <a:lnTo>
                    <a:pt x="1773" y="14"/>
                  </a:lnTo>
                  <a:lnTo>
                    <a:pt x="1773" y="14"/>
                  </a:lnTo>
                  <a:lnTo>
                    <a:pt x="1322" y="8"/>
                  </a:lnTo>
                  <a:lnTo>
                    <a:pt x="872" y="1"/>
                  </a:lnTo>
                  <a:lnTo>
                    <a:pt x="451" y="8"/>
                  </a:lnTo>
                  <a:lnTo>
                    <a:pt x="1" y="1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67"/>
            <p:cNvSpPr/>
            <p:nvPr/>
          </p:nvSpPr>
          <p:spPr>
            <a:xfrm rot="10800000">
              <a:off x="6089348" y="1507636"/>
              <a:ext cx="23723" cy="902"/>
            </a:xfrm>
            <a:custGeom>
              <a:avLst/>
              <a:gdLst/>
              <a:ahLst/>
              <a:cxnLst/>
              <a:rect l="l" t="t" r="r" b="b"/>
              <a:pathLst>
                <a:path w="1773" h="15" extrusionOk="0">
                  <a:moveTo>
                    <a:pt x="872" y="1"/>
                  </a:moveTo>
                  <a:lnTo>
                    <a:pt x="451" y="8"/>
                  </a:lnTo>
                  <a:lnTo>
                    <a:pt x="1" y="14"/>
                  </a:lnTo>
                  <a:lnTo>
                    <a:pt x="1773" y="14"/>
                  </a:lnTo>
                  <a:lnTo>
                    <a:pt x="1322" y="8"/>
                  </a:lnTo>
                  <a:lnTo>
                    <a:pt x="872" y="1"/>
                  </a:lnTo>
                  <a:close/>
                </a:path>
              </a:pathLst>
            </a:custGeom>
            <a:solidFill>
              <a:srgbClr val="399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67"/>
            <p:cNvSpPr/>
            <p:nvPr/>
          </p:nvSpPr>
          <p:spPr>
            <a:xfrm rot="10800000">
              <a:off x="6089348" y="1507636"/>
              <a:ext cx="23723" cy="902"/>
            </a:xfrm>
            <a:custGeom>
              <a:avLst/>
              <a:gdLst/>
              <a:ahLst/>
              <a:cxnLst/>
              <a:rect l="l" t="t" r="r" b="b"/>
              <a:pathLst>
                <a:path w="1773" h="15" fill="none" extrusionOk="0">
                  <a:moveTo>
                    <a:pt x="1" y="14"/>
                  </a:moveTo>
                  <a:lnTo>
                    <a:pt x="1773" y="14"/>
                  </a:lnTo>
                  <a:lnTo>
                    <a:pt x="1773" y="14"/>
                  </a:lnTo>
                  <a:lnTo>
                    <a:pt x="1322" y="8"/>
                  </a:lnTo>
                  <a:lnTo>
                    <a:pt x="872" y="1"/>
                  </a:lnTo>
                  <a:lnTo>
                    <a:pt x="872" y="1"/>
                  </a:lnTo>
                  <a:lnTo>
                    <a:pt x="451" y="8"/>
                  </a:lnTo>
                  <a:lnTo>
                    <a:pt x="1" y="1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67"/>
            <p:cNvSpPr/>
            <p:nvPr/>
          </p:nvSpPr>
          <p:spPr>
            <a:xfrm rot="10800000">
              <a:off x="5559297" y="1419913"/>
              <a:ext cx="104498" cy="184283"/>
            </a:xfrm>
            <a:custGeom>
              <a:avLst/>
              <a:gdLst/>
              <a:ahLst/>
              <a:cxnLst/>
              <a:rect l="l" t="t" r="r" b="b"/>
              <a:pathLst>
                <a:path w="7810" h="3065" extrusionOk="0">
                  <a:moveTo>
                    <a:pt x="1082" y="0"/>
                  </a:moveTo>
                  <a:lnTo>
                    <a:pt x="571" y="7"/>
                  </a:lnTo>
                  <a:lnTo>
                    <a:pt x="1" y="13"/>
                  </a:lnTo>
                  <a:lnTo>
                    <a:pt x="391" y="46"/>
                  </a:lnTo>
                  <a:lnTo>
                    <a:pt x="781" y="92"/>
                  </a:lnTo>
                  <a:lnTo>
                    <a:pt x="1142" y="139"/>
                  </a:lnTo>
                  <a:lnTo>
                    <a:pt x="1472" y="198"/>
                  </a:lnTo>
                  <a:lnTo>
                    <a:pt x="1803" y="258"/>
                  </a:lnTo>
                  <a:lnTo>
                    <a:pt x="2103" y="330"/>
                  </a:lnTo>
                  <a:lnTo>
                    <a:pt x="2373" y="410"/>
                  </a:lnTo>
                  <a:lnTo>
                    <a:pt x="2614" y="502"/>
                  </a:lnTo>
                  <a:lnTo>
                    <a:pt x="2914" y="634"/>
                  </a:lnTo>
                  <a:lnTo>
                    <a:pt x="3184" y="760"/>
                  </a:lnTo>
                  <a:lnTo>
                    <a:pt x="3425" y="885"/>
                  </a:lnTo>
                  <a:lnTo>
                    <a:pt x="3635" y="1011"/>
                  </a:lnTo>
                  <a:lnTo>
                    <a:pt x="3785" y="1136"/>
                  </a:lnTo>
                  <a:lnTo>
                    <a:pt x="3905" y="1255"/>
                  </a:lnTo>
                  <a:lnTo>
                    <a:pt x="3995" y="1374"/>
                  </a:lnTo>
                  <a:lnTo>
                    <a:pt x="4055" y="1493"/>
                  </a:lnTo>
                  <a:lnTo>
                    <a:pt x="4085" y="1612"/>
                  </a:lnTo>
                  <a:lnTo>
                    <a:pt x="4055" y="1724"/>
                  </a:lnTo>
                  <a:lnTo>
                    <a:pt x="4025" y="1830"/>
                  </a:lnTo>
                  <a:lnTo>
                    <a:pt x="3935" y="1935"/>
                  </a:lnTo>
                  <a:lnTo>
                    <a:pt x="3815" y="2041"/>
                  </a:lnTo>
                  <a:lnTo>
                    <a:pt x="3665" y="2140"/>
                  </a:lnTo>
                  <a:lnTo>
                    <a:pt x="3515" y="2239"/>
                  </a:lnTo>
                  <a:lnTo>
                    <a:pt x="3304" y="2332"/>
                  </a:lnTo>
                  <a:lnTo>
                    <a:pt x="3485" y="2418"/>
                  </a:lnTo>
                  <a:lnTo>
                    <a:pt x="3665" y="2510"/>
                  </a:lnTo>
                  <a:lnTo>
                    <a:pt x="3785" y="2596"/>
                  </a:lnTo>
                  <a:lnTo>
                    <a:pt x="3905" y="2688"/>
                  </a:lnTo>
                  <a:lnTo>
                    <a:pt x="3995" y="2781"/>
                  </a:lnTo>
                  <a:lnTo>
                    <a:pt x="4055" y="2873"/>
                  </a:lnTo>
                  <a:lnTo>
                    <a:pt x="4085" y="2972"/>
                  </a:lnTo>
                  <a:lnTo>
                    <a:pt x="4085" y="3065"/>
                  </a:lnTo>
                  <a:lnTo>
                    <a:pt x="4446" y="3032"/>
                  </a:lnTo>
                  <a:lnTo>
                    <a:pt x="4776" y="2999"/>
                  </a:lnTo>
                  <a:lnTo>
                    <a:pt x="5137" y="2959"/>
                  </a:lnTo>
                  <a:lnTo>
                    <a:pt x="5437" y="2906"/>
                  </a:lnTo>
                  <a:lnTo>
                    <a:pt x="5767" y="2854"/>
                  </a:lnTo>
                  <a:lnTo>
                    <a:pt x="6068" y="2794"/>
                  </a:lnTo>
                  <a:lnTo>
                    <a:pt x="6338" y="2721"/>
                  </a:lnTo>
                  <a:lnTo>
                    <a:pt x="6608" y="2649"/>
                  </a:lnTo>
                  <a:lnTo>
                    <a:pt x="6848" y="2563"/>
                  </a:lnTo>
                  <a:lnTo>
                    <a:pt x="7089" y="2470"/>
                  </a:lnTo>
                  <a:lnTo>
                    <a:pt x="7269" y="2365"/>
                  </a:lnTo>
                  <a:lnTo>
                    <a:pt x="7449" y="2246"/>
                  </a:lnTo>
                  <a:lnTo>
                    <a:pt x="7599" y="2127"/>
                  </a:lnTo>
                  <a:lnTo>
                    <a:pt x="7689" y="1988"/>
                  </a:lnTo>
                  <a:lnTo>
                    <a:pt x="7780" y="1843"/>
                  </a:lnTo>
                  <a:lnTo>
                    <a:pt x="7810" y="1684"/>
                  </a:lnTo>
                  <a:lnTo>
                    <a:pt x="7810" y="1565"/>
                  </a:lnTo>
                  <a:lnTo>
                    <a:pt x="7810" y="1460"/>
                  </a:lnTo>
                  <a:lnTo>
                    <a:pt x="7750" y="1354"/>
                  </a:lnTo>
                  <a:lnTo>
                    <a:pt x="7689" y="1248"/>
                  </a:lnTo>
                  <a:lnTo>
                    <a:pt x="7599" y="1156"/>
                  </a:lnTo>
                  <a:lnTo>
                    <a:pt x="7479" y="1063"/>
                  </a:lnTo>
                  <a:lnTo>
                    <a:pt x="7329" y="978"/>
                  </a:lnTo>
                  <a:lnTo>
                    <a:pt x="7179" y="892"/>
                  </a:lnTo>
                  <a:lnTo>
                    <a:pt x="7029" y="812"/>
                  </a:lnTo>
                  <a:lnTo>
                    <a:pt x="6818" y="740"/>
                  </a:lnTo>
                  <a:lnTo>
                    <a:pt x="6638" y="674"/>
                  </a:lnTo>
                  <a:lnTo>
                    <a:pt x="6398" y="601"/>
                  </a:lnTo>
                  <a:lnTo>
                    <a:pt x="6188" y="542"/>
                  </a:lnTo>
                  <a:lnTo>
                    <a:pt x="5947" y="482"/>
                  </a:lnTo>
                  <a:lnTo>
                    <a:pt x="5677" y="429"/>
                  </a:lnTo>
                  <a:lnTo>
                    <a:pt x="5437" y="377"/>
                  </a:lnTo>
                  <a:lnTo>
                    <a:pt x="4896" y="284"/>
                  </a:lnTo>
                  <a:lnTo>
                    <a:pt x="4326" y="205"/>
                  </a:lnTo>
                  <a:lnTo>
                    <a:pt x="3755" y="145"/>
                  </a:lnTo>
                  <a:lnTo>
                    <a:pt x="3184" y="92"/>
                  </a:lnTo>
                  <a:lnTo>
                    <a:pt x="2614" y="53"/>
                  </a:lnTo>
                  <a:lnTo>
                    <a:pt x="2073" y="26"/>
                  </a:lnTo>
                  <a:lnTo>
                    <a:pt x="1562" y="7"/>
                  </a:lnTo>
                  <a:lnTo>
                    <a:pt x="10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67"/>
            <p:cNvSpPr/>
            <p:nvPr/>
          </p:nvSpPr>
          <p:spPr>
            <a:xfrm rot="10800000">
              <a:off x="5559297" y="1419913"/>
              <a:ext cx="104498" cy="184283"/>
            </a:xfrm>
            <a:custGeom>
              <a:avLst/>
              <a:gdLst/>
              <a:ahLst/>
              <a:cxnLst/>
              <a:rect l="l" t="t" r="r" b="b"/>
              <a:pathLst>
                <a:path w="7810" h="3065" fill="none" extrusionOk="0">
                  <a:moveTo>
                    <a:pt x="2614" y="502"/>
                  </a:moveTo>
                  <a:lnTo>
                    <a:pt x="2614" y="502"/>
                  </a:lnTo>
                  <a:lnTo>
                    <a:pt x="2914" y="634"/>
                  </a:lnTo>
                  <a:lnTo>
                    <a:pt x="3184" y="760"/>
                  </a:lnTo>
                  <a:lnTo>
                    <a:pt x="3425" y="885"/>
                  </a:lnTo>
                  <a:lnTo>
                    <a:pt x="3635" y="1011"/>
                  </a:lnTo>
                  <a:lnTo>
                    <a:pt x="3785" y="1136"/>
                  </a:lnTo>
                  <a:lnTo>
                    <a:pt x="3905" y="1255"/>
                  </a:lnTo>
                  <a:lnTo>
                    <a:pt x="3995" y="1374"/>
                  </a:lnTo>
                  <a:lnTo>
                    <a:pt x="4055" y="1493"/>
                  </a:lnTo>
                  <a:lnTo>
                    <a:pt x="4085" y="1612"/>
                  </a:lnTo>
                  <a:lnTo>
                    <a:pt x="4055" y="1724"/>
                  </a:lnTo>
                  <a:lnTo>
                    <a:pt x="4025" y="1830"/>
                  </a:lnTo>
                  <a:lnTo>
                    <a:pt x="3935" y="1935"/>
                  </a:lnTo>
                  <a:lnTo>
                    <a:pt x="3815" y="2041"/>
                  </a:lnTo>
                  <a:lnTo>
                    <a:pt x="3665" y="2140"/>
                  </a:lnTo>
                  <a:lnTo>
                    <a:pt x="3515" y="2239"/>
                  </a:lnTo>
                  <a:lnTo>
                    <a:pt x="3304" y="2332"/>
                  </a:lnTo>
                  <a:lnTo>
                    <a:pt x="3304" y="2332"/>
                  </a:lnTo>
                  <a:lnTo>
                    <a:pt x="3485" y="2418"/>
                  </a:lnTo>
                  <a:lnTo>
                    <a:pt x="3665" y="2510"/>
                  </a:lnTo>
                  <a:lnTo>
                    <a:pt x="3785" y="2596"/>
                  </a:lnTo>
                  <a:lnTo>
                    <a:pt x="3905" y="2688"/>
                  </a:lnTo>
                  <a:lnTo>
                    <a:pt x="3995" y="2781"/>
                  </a:lnTo>
                  <a:lnTo>
                    <a:pt x="4055" y="2873"/>
                  </a:lnTo>
                  <a:lnTo>
                    <a:pt x="4085" y="2972"/>
                  </a:lnTo>
                  <a:lnTo>
                    <a:pt x="4085" y="3065"/>
                  </a:lnTo>
                  <a:lnTo>
                    <a:pt x="4085" y="3065"/>
                  </a:lnTo>
                  <a:lnTo>
                    <a:pt x="4446" y="3032"/>
                  </a:lnTo>
                  <a:lnTo>
                    <a:pt x="4776" y="2999"/>
                  </a:lnTo>
                  <a:lnTo>
                    <a:pt x="5137" y="2959"/>
                  </a:lnTo>
                  <a:lnTo>
                    <a:pt x="5437" y="2906"/>
                  </a:lnTo>
                  <a:lnTo>
                    <a:pt x="5767" y="2854"/>
                  </a:lnTo>
                  <a:lnTo>
                    <a:pt x="6068" y="2794"/>
                  </a:lnTo>
                  <a:lnTo>
                    <a:pt x="6338" y="2721"/>
                  </a:lnTo>
                  <a:lnTo>
                    <a:pt x="6608" y="2649"/>
                  </a:lnTo>
                  <a:lnTo>
                    <a:pt x="6848" y="2563"/>
                  </a:lnTo>
                  <a:lnTo>
                    <a:pt x="7089" y="2470"/>
                  </a:lnTo>
                  <a:lnTo>
                    <a:pt x="7269" y="2365"/>
                  </a:lnTo>
                  <a:lnTo>
                    <a:pt x="7449" y="2246"/>
                  </a:lnTo>
                  <a:lnTo>
                    <a:pt x="7599" y="2127"/>
                  </a:lnTo>
                  <a:lnTo>
                    <a:pt x="7689" y="1988"/>
                  </a:lnTo>
                  <a:lnTo>
                    <a:pt x="7780" y="1843"/>
                  </a:lnTo>
                  <a:lnTo>
                    <a:pt x="7810" y="1684"/>
                  </a:lnTo>
                  <a:lnTo>
                    <a:pt x="7810" y="1684"/>
                  </a:lnTo>
                  <a:lnTo>
                    <a:pt x="7810" y="1565"/>
                  </a:lnTo>
                  <a:lnTo>
                    <a:pt x="7810" y="1460"/>
                  </a:lnTo>
                  <a:lnTo>
                    <a:pt x="7750" y="1354"/>
                  </a:lnTo>
                  <a:lnTo>
                    <a:pt x="7689" y="1248"/>
                  </a:lnTo>
                  <a:lnTo>
                    <a:pt x="7599" y="1156"/>
                  </a:lnTo>
                  <a:lnTo>
                    <a:pt x="7479" y="1063"/>
                  </a:lnTo>
                  <a:lnTo>
                    <a:pt x="7329" y="978"/>
                  </a:lnTo>
                  <a:lnTo>
                    <a:pt x="7179" y="892"/>
                  </a:lnTo>
                  <a:lnTo>
                    <a:pt x="7029" y="812"/>
                  </a:lnTo>
                  <a:lnTo>
                    <a:pt x="6818" y="740"/>
                  </a:lnTo>
                  <a:lnTo>
                    <a:pt x="6638" y="674"/>
                  </a:lnTo>
                  <a:lnTo>
                    <a:pt x="6398" y="601"/>
                  </a:lnTo>
                  <a:lnTo>
                    <a:pt x="6188" y="542"/>
                  </a:lnTo>
                  <a:lnTo>
                    <a:pt x="5947" y="482"/>
                  </a:lnTo>
                  <a:lnTo>
                    <a:pt x="5677" y="429"/>
                  </a:lnTo>
                  <a:lnTo>
                    <a:pt x="5437" y="377"/>
                  </a:lnTo>
                  <a:lnTo>
                    <a:pt x="4896" y="284"/>
                  </a:lnTo>
                  <a:lnTo>
                    <a:pt x="4326" y="205"/>
                  </a:lnTo>
                  <a:lnTo>
                    <a:pt x="3755" y="145"/>
                  </a:lnTo>
                  <a:lnTo>
                    <a:pt x="3184" y="92"/>
                  </a:lnTo>
                  <a:lnTo>
                    <a:pt x="2614" y="53"/>
                  </a:lnTo>
                  <a:lnTo>
                    <a:pt x="2073" y="26"/>
                  </a:lnTo>
                  <a:lnTo>
                    <a:pt x="1562" y="7"/>
                  </a:lnTo>
                  <a:lnTo>
                    <a:pt x="1082" y="0"/>
                  </a:lnTo>
                  <a:lnTo>
                    <a:pt x="1082" y="0"/>
                  </a:lnTo>
                  <a:lnTo>
                    <a:pt x="571" y="7"/>
                  </a:lnTo>
                  <a:lnTo>
                    <a:pt x="1" y="13"/>
                  </a:lnTo>
                  <a:lnTo>
                    <a:pt x="1" y="13"/>
                  </a:lnTo>
                  <a:lnTo>
                    <a:pt x="391" y="46"/>
                  </a:lnTo>
                  <a:lnTo>
                    <a:pt x="781" y="92"/>
                  </a:lnTo>
                  <a:lnTo>
                    <a:pt x="1142" y="139"/>
                  </a:lnTo>
                  <a:lnTo>
                    <a:pt x="1472" y="198"/>
                  </a:lnTo>
                  <a:lnTo>
                    <a:pt x="1803" y="258"/>
                  </a:lnTo>
                  <a:lnTo>
                    <a:pt x="2103" y="330"/>
                  </a:lnTo>
                  <a:lnTo>
                    <a:pt x="2373" y="410"/>
                  </a:lnTo>
                  <a:lnTo>
                    <a:pt x="2614" y="50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67"/>
            <p:cNvSpPr/>
            <p:nvPr/>
          </p:nvSpPr>
          <p:spPr>
            <a:xfrm rot="10800000">
              <a:off x="5559297" y="1419913"/>
              <a:ext cx="104498" cy="184283"/>
            </a:xfrm>
            <a:custGeom>
              <a:avLst/>
              <a:gdLst/>
              <a:ahLst/>
              <a:cxnLst/>
              <a:rect l="l" t="t" r="r" b="b"/>
              <a:pathLst>
                <a:path w="7810" h="3065" extrusionOk="0">
                  <a:moveTo>
                    <a:pt x="962" y="0"/>
                  </a:moveTo>
                  <a:lnTo>
                    <a:pt x="511" y="7"/>
                  </a:lnTo>
                  <a:lnTo>
                    <a:pt x="1" y="13"/>
                  </a:lnTo>
                  <a:lnTo>
                    <a:pt x="391" y="46"/>
                  </a:lnTo>
                  <a:lnTo>
                    <a:pt x="781" y="92"/>
                  </a:lnTo>
                  <a:lnTo>
                    <a:pt x="1142" y="139"/>
                  </a:lnTo>
                  <a:lnTo>
                    <a:pt x="1472" y="198"/>
                  </a:lnTo>
                  <a:lnTo>
                    <a:pt x="1803" y="258"/>
                  </a:lnTo>
                  <a:lnTo>
                    <a:pt x="2103" y="330"/>
                  </a:lnTo>
                  <a:lnTo>
                    <a:pt x="2373" y="410"/>
                  </a:lnTo>
                  <a:lnTo>
                    <a:pt x="2614" y="502"/>
                  </a:lnTo>
                  <a:lnTo>
                    <a:pt x="2974" y="647"/>
                  </a:lnTo>
                  <a:lnTo>
                    <a:pt x="3274" y="793"/>
                  </a:lnTo>
                  <a:lnTo>
                    <a:pt x="3515" y="938"/>
                  </a:lnTo>
                  <a:lnTo>
                    <a:pt x="3725" y="1077"/>
                  </a:lnTo>
                  <a:lnTo>
                    <a:pt x="3875" y="1215"/>
                  </a:lnTo>
                  <a:lnTo>
                    <a:pt x="3995" y="1354"/>
                  </a:lnTo>
                  <a:lnTo>
                    <a:pt x="4055" y="1486"/>
                  </a:lnTo>
                  <a:lnTo>
                    <a:pt x="4085" y="1618"/>
                  </a:lnTo>
                  <a:lnTo>
                    <a:pt x="4055" y="1711"/>
                  </a:lnTo>
                  <a:lnTo>
                    <a:pt x="4025" y="1810"/>
                  </a:lnTo>
                  <a:lnTo>
                    <a:pt x="3965" y="1902"/>
                  </a:lnTo>
                  <a:lnTo>
                    <a:pt x="3875" y="1995"/>
                  </a:lnTo>
                  <a:lnTo>
                    <a:pt x="3755" y="2081"/>
                  </a:lnTo>
                  <a:lnTo>
                    <a:pt x="3635" y="2167"/>
                  </a:lnTo>
                  <a:lnTo>
                    <a:pt x="3485" y="2252"/>
                  </a:lnTo>
                  <a:lnTo>
                    <a:pt x="3304" y="2332"/>
                  </a:lnTo>
                  <a:lnTo>
                    <a:pt x="3485" y="2418"/>
                  </a:lnTo>
                  <a:lnTo>
                    <a:pt x="3665" y="2503"/>
                  </a:lnTo>
                  <a:lnTo>
                    <a:pt x="3785" y="2596"/>
                  </a:lnTo>
                  <a:lnTo>
                    <a:pt x="3905" y="2682"/>
                  </a:lnTo>
                  <a:lnTo>
                    <a:pt x="3995" y="2774"/>
                  </a:lnTo>
                  <a:lnTo>
                    <a:pt x="4055" y="2867"/>
                  </a:lnTo>
                  <a:lnTo>
                    <a:pt x="4085" y="2959"/>
                  </a:lnTo>
                  <a:lnTo>
                    <a:pt x="4085" y="3052"/>
                  </a:lnTo>
                  <a:lnTo>
                    <a:pt x="4085" y="3065"/>
                  </a:lnTo>
                  <a:lnTo>
                    <a:pt x="4446" y="3032"/>
                  </a:lnTo>
                  <a:lnTo>
                    <a:pt x="4776" y="2999"/>
                  </a:lnTo>
                  <a:lnTo>
                    <a:pt x="5137" y="2959"/>
                  </a:lnTo>
                  <a:lnTo>
                    <a:pt x="5437" y="2906"/>
                  </a:lnTo>
                  <a:lnTo>
                    <a:pt x="5767" y="2854"/>
                  </a:lnTo>
                  <a:lnTo>
                    <a:pt x="6068" y="2794"/>
                  </a:lnTo>
                  <a:lnTo>
                    <a:pt x="6338" y="2721"/>
                  </a:lnTo>
                  <a:lnTo>
                    <a:pt x="6608" y="2649"/>
                  </a:lnTo>
                  <a:lnTo>
                    <a:pt x="6848" y="2563"/>
                  </a:lnTo>
                  <a:lnTo>
                    <a:pt x="7089" y="2470"/>
                  </a:lnTo>
                  <a:lnTo>
                    <a:pt x="7269" y="2365"/>
                  </a:lnTo>
                  <a:lnTo>
                    <a:pt x="7449" y="2246"/>
                  </a:lnTo>
                  <a:lnTo>
                    <a:pt x="7599" y="2127"/>
                  </a:lnTo>
                  <a:lnTo>
                    <a:pt x="7689" y="1988"/>
                  </a:lnTo>
                  <a:lnTo>
                    <a:pt x="7780" y="1843"/>
                  </a:lnTo>
                  <a:lnTo>
                    <a:pt x="7810" y="1684"/>
                  </a:lnTo>
                  <a:lnTo>
                    <a:pt x="7810" y="1612"/>
                  </a:lnTo>
                  <a:lnTo>
                    <a:pt x="7810" y="1499"/>
                  </a:lnTo>
                  <a:lnTo>
                    <a:pt x="7780" y="1394"/>
                  </a:lnTo>
                  <a:lnTo>
                    <a:pt x="7719" y="1295"/>
                  </a:lnTo>
                  <a:lnTo>
                    <a:pt x="7629" y="1196"/>
                  </a:lnTo>
                  <a:lnTo>
                    <a:pt x="7539" y="1110"/>
                  </a:lnTo>
                  <a:lnTo>
                    <a:pt x="7419" y="1017"/>
                  </a:lnTo>
                  <a:lnTo>
                    <a:pt x="7269" y="938"/>
                  </a:lnTo>
                  <a:lnTo>
                    <a:pt x="7119" y="859"/>
                  </a:lnTo>
                  <a:lnTo>
                    <a:pt x="6939" y="779"/>
                  </a:lnTo>
                  <a:lnTo>
                    <a:pt x="6728" y="713"/>
                  </a:lnTo>
                  <a:lnTo>
                    <a:pt x="6548" y="641"/>
                  </a:lnTo>
                  <a:lnTo>
                    <a:pt x="6308" y="581"/>
                  </a:lnTo>
                  <a:lnTo>
                    <a:pt x="6098" y="522"/>
                  </a:lnTo>
                  <a:lnTo>
                    <a:pt x="5857" y="462"/>
                  </a:lnTo>
                  <a:lnTo>
                    <a:pt x="5347" y="363"/>
                  </a:lnTo>
                  <a:lnTo>
                    <a:pt x="4806" y="271"/>
                  </a:lnTo>
                  <a:lnTo>
                    <a:pt x="4266" y="198"/>
                  </a:lnTo>
                  <a:lnTo>
                    <a:pt x="3695" y="139"/>
                  </a:lnTo>
                  <a:lnTo>
                    <a:pt x="3154" y="86"/>
                  </a:lnTo>
                  <a:lnTo>
                    <a:pt x="2584" y="53"/>
                  </a:lnTo>
                  <a:lnTo>
                    <a:pt x="2073" y="26"/>
                  </a:lnTo>
                  <a:lnTo>
                    <a:pt x="1562" y="7"/>
                  </a:lnTo>
                  <a:lnTo>
                    <a:pt x="1082" y="0"/>
                  </a:lnTo>
                  <a:close/>
                </a:path>
              </a:pathLst>
            </a:custGeom>
            <a:solidFill>
              <a:srgbClr val="00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67"/>
            <p:cNvSpPr/>
            <p:nvPr/>
          </p:nvSpPr>
          <p:spPr>
            <a:xfrm rot="10800000">
              <a:off x="5559297" y="1419913"/>
              <a:ext cx="104498" cy="184283"/>
            </a:xfrm>
            <a:custGeom>
              <a:avLst/>
              <a:gdLst/>
              <a:ahLst/>
              <a:cxnLst/>
              <a:rect l="l" t="t" r="r" b="b"/>
              <a:pathLst>
                <a:path w="7810" h="3065" fill="none" extrusionOk="0">
                  <a:moveTo>
                    <a:pt x="4085" y="3065"/>
                  </a:moveTo>
                  <a:lnTo>
                    <a:pt x="4085" y="3065"/>
                  </a:lnTo>
                  <a:lnTo>
                    <a:pt x="4446" y="3032"/>
                  </a:lnTo>
                  <a:lnTo>
                    <a:pt x="4776" y="2999"/>
                  </a:lnTo>
                  <a:lnTo>
                    <a:pt x="5137" y="2959"/>
                  </a:lnTo>
                  <a:lnTo>
                    <a:pt x="5437" y="2906"/>
                  </a:lnTo>
                  <a:lnTo>
                    <a:pt x="5767" y="2854"/>
                  </a:lnTo>
                  <a:lnTo>
                    <a:pt x="6068" y="2794"/>
                  </a:lnTo>
                  <a:lnTo>
                    <a:pt x="6338" y="2721"/>
                  </a:lnTo>
                  <a:lnTo>
                    <a:pt x="6608" y="2649"/>
                  </a:lnTo>
                  <a:lnTo>
                    <a:pt x="6848" y="2563"/>
                  </a:lnTo>
                  <a:lnTo>
                    <a:pt x="7089" y="2470"/>
                  </a:lnTo>
                  <a:lnTo>
                    <a:pt x="7269" y="2365"/>
                  </a:lnTo>
                  <a:lnTo>
                    <a:pt x="7449" y="2246"/>
                  </a:lnTo>
                  <a:lnTo>
                    <a:pt x="7599" y="2127"/>
                  </a:lnTo>
                  <a:lnTo>
                    <a:pt x="7689" y="1988"/>
                  </a:lnTo>
                  <a:lnTo>
                    <a:pt x="7780" y="1843"/>
                  </a:lnTo>
                  <a:lnTo>
                    <a:pt x="7810" y="1684"/>
                  </a:lnTo>
                  <a:lnTo>
                    <a:pt x="7810" y="1684"/>
                  </a:lnTo>
                  <a:lnTo>
                    <a:pt x="7810" y="1612"/>
                  </a:lnTo>
                  <a:lnTo>
                    <a:pt x="7810" y="1612"/>
                  </a:lnTo>
                  <a:lnTo>
                    <a:pt x="7810" y="1499"/>
                  </a:lnTo>
                  <a:lnTo>
                    <a:pt x="7780" y="1394"/>
                  </a:lnTo>
                  <a:lnTo>
                    <a:pt x="7719" y="1295"/>
                  </a:lnTo>
                  <a:lnTo>
                    <a:pt x="7629" y="1196"/>
                  </a:lnTo>
                  <a:lnTo>
                    <a:pt x="7539" y="1110"/>
                  </a:lnTo>
                  <a:lnTo>
                    <a:pt x="7419" y="1017"/>
                  </a:lnTo>
                  <a:lnTo>
                    <a:pt x="7269" y="938"/>
                  </a:lnTo>
                  <a:lnTo>
                    <a:pt x="7119" y="859"/>
                  </a:lnTo>
                  <a:lnTo>
                    <a:pt x="6939" y="779"/>
                  </a:lnTo>
                  <a:lnTo>
                    <a:pt x="6728" y="713"/>
                  </a:lnTo>
                  <a:lnTo>
                    <a:pt x="6548" y="641"/>
                  </a:lnTo>
                  <a:lnTo>
                    <a:pt x="6308" y="581"/>
                  </a:lnTo>
                  <a:lnTo>
                    <a:pt x="6098" y="522"/>
                  </a:lnTo>
                  <a:lnTo>
                    <a:pt x="5857" y="462"/>
                  </a:lnTo>
                  <a:lnTo>
                    <a:pt x="5347" y="363"/>
                  </a:lnTo>
                  <a:lnTo>
                    <a:pt x="4806" y="271"/>
                  </a:lnTo>
                  <a:lnTo>
                    <a:pt x="4266" y="198"/>
                  </a:lnTo>
                  <a:lnTo>
                    <a:pt x="3695" y="139"/>
                  </a:lnTo>
                  <a:lnTo>
                    <a:pt x="3154" y="86"/>
                  </a:lnTo>
                  <a:lnTo>
                    <a:pt x="2584" y="53"/>
                  </a:lnTo>
                  <a:lnTo>
                    <a:pt x="2073" y="26"/>
                  </a:lnTo>
                  <a:lnTo>
                    <a:pt x="1562" y="7"/>
                  </a:lnTo>
                  <a:lnTo>
                    <a:pt x="1082" y="0"/>
                  </a:lnTo>
                  <a:lnTo>
                    <a:pt x="1082" y="0"/>
                  </a:lnTo>
                  <a:lnTo>
                    <a:pt x="962" y="0"/>
                  </a:lnTo>
                  <a:lnTo>
                    <a:pt x="962" y="0"/>
                  </a:lnTo>
                  <a:lnTo>
                    <a:pt x="511" y="7"/>
                  </a:lnTo>
                  <a:lnTo>
                    <a:pt x="1" y="13"/>
                  </a:lnTo>
                  <a:lnTo>
                    <a:pt x="1" y="13"/>
                  </a:lnTo>
                  <a:lnTo>
                    <a:pt x="391" y="46"/>
                  </a:lnTo>
                  <a:lnTo>
                    <a:pt x="781" y="92"/>
                  </a:lnTo>
                  <a:lnTo>
                    <a:pt x="1142" y="139"/>
                  </a:lnTo>
                  <a:lnTo>
                    <a:pt x="1472" y="198"/>
                  </a:lnTo>
                  <a:lnTo>
                    <a:pt x="1803" y="258"/>
                  </a:lnTo>
                  <a:lnTo>
                    <a:pt x="2103" y="330"/>
                  </a:lnTo>
                  <a:lnTo>
                    <a:pt x="2373" y="410"/>
                  </a:lnTo>
                  <a:lnTo>
                    <a:pt x="2614" y="502"/>
                  </a:lnTo>
                  <a:lnTo>
                    <a:pt x="2614" y="502"/>
                  </a:lnTo>
                  <a:lnTo>
                    <a:pt x="2974" y="647"/>
                  </a:lnTo>
                  <a:lnTo>
                    <a:pt x="3274" y="793"/>
                  </a:lnTo>
                  <a:lnTo>
                    <a:pt x="3515" y="938"/>
                  </a:lnTo>
                  <a:lnTo>
                    <a:pt x="3725" y="1077"/>
                  </a:lnTo>
                  <a:lnTo>
                    <a:pt x="3875" y="1215"/>
                  </a:lnTo>
                  <a:lnTo>
                    <a:pt x="3995" y="1354"/>
                  </a:lnTo>
                  <a:lnTo>
                    <a:pt x="4055" y="1486"/>
                  </a:lnTo>
                  <a:lnTo>
                    <a:pt x="4085" y="1618"/>
                  </a:lnTo>
                  <a:lnTo>
                    <a:pt x="4085" y="1618"/>
                  </a:lnTo>
                  <a:lnTo>
                    <a:pt x="4055" y="1711"/>
                  </a:lnTo>
                  <a:lnTo>
                    <a:pt x="4025" y="1810"/>
                  </a:lnTo>
                  <a:lnTo>
                    <a:pt x="3965" y="1902"/>
                  </a:lnTo>
                  <a:lnTo>
                    <a:pt x="3875" y="1995"/>
                  </a:lnTo>
                  <a:lnTo>
                    <a:pt x="3755" y="2081"/>
                  </a:lnTo>
                  <a:lnTo>
                    <a:pt x="3635" y="2167"/>
                  </a:lnTo>
                  <a:lnTo>
                    <a:pt x="3485" y="2252"/>
                  </a:lnTo>
                  <a:lnTo>
                    <a:pt x="3304" y="2332"/>
                  </a:lnTo>
                  <a:lnTo>
                    <a:pt x="3304" y="2332"/>
                  </a:lnTo>
                  <a:lnTo>
                    <a:pt x="3485" y="2418"/>
                  </a:lnTo>
                  <a:lnTo>
                    <a:pt x="3665" y="2503"/>
                  </a:lnTo>
                  <a:lnTo>
                    <a:pt x="3785" y="2596"/>
                  </a:lnTo>
                  <a:lnTo>
                    <a:pt x="3905" y="2682"/>
                  </a:lnTo>
                  <a:lnTo>
                    <a:pt x="3995" y="2774"/>
                  </a:lnTo>
                  <a:lnTo>
                    <a:pt x="4055" y="2867"/>
                  </a:lnTo>
                  <a:lnTo>
                    <a:pt x="4085" y="2959"/>
                  </a:lnTo>
                  <a:lnTo>
                    <a:pt x="4085" y="3052"/>
                  </a:lnTo>
                  <a:lnTo>
                    <a:pt x="4085" y="3052"/>
                  </a:lnTo>
                  <a:lnTo>
                    <a:pt x="4085" y="3052"/>
                  </a:lnTo>
                  <a:lnTo>
                    <a:pt x="4085" y="3052"/>
                  </a:lnTo>
                  <a:lnTo>
                    <a:pt x="4085" y="3052"/>
                  </a:lnTo>
                  <a:lnTo>
                    <a:pt x="4085" y="30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67"/>
            <p:cNvSpPr/>
            <p:nvPr/>
          </p:nvSpPr>
          <p:spPr>
            <a:xfrm rot="10800000">
              <a:off x="5609123" y="1412759"/>
              <a:ext cx="79584" cy="51287"/>
            </a:xfrm>
            <a:custGeom>
              <a:avLst/>
              <a:gdLst/>
              <a:ahLst/>
              <a:cxnLst/>
              <a:rect l="l" t="t" r="r" b="b"/>
              <a:pathLst>
                <a:path w="5948" h="853" extrusionOk="0">
                  <a:moveTo>
                    <a:pt x="5166" y="1"/>
                  </a:moveTo>
                  <a:lnTo>
                    <a:pt x="4866" y="120"/>
                  </a:lnTo>
                  <a:lnTo>
                    <a:pt x="4506" y="232"/>
                  </a:lnTo>
                  <a:lnTo>
                    <a:pt x="4085" y="338"/>
                  </a:lnTo>
                  <a:lnTo>
                    <a:pt x="3635" y="430"/>
                  </a:lnTo>
                  <a:lnTo>
                    <a:pt x="3334" y="489"/>
                  </a:lnTo>
                  <a:lnTo>
                    <a:pt x="2974" y="536"/>
                  </a:lnTo>
                  <a:lnTo>
                    <a:pt x="2583" y="582"/>
                  </a:lnTo>
                  <a:lnTo>
                    <a:pt x="2133" y="628"/>
                  </a:lnTo>
                  <a:lnTo>
                    <a:pt x="1652" y="668"/>
                  </a:lnTo>
                  <a:lnTo>
                    <a:pt x="1112" y="701"/>
                  </a:lnTo>
                  <a:lnTo>
                    <a:pt x="571" y="734"/>
                  </a:lnTo>
                  <a:lnTo>
                    <a:pt x="0" y="760"/>
                  </a:lnTo>
                  <a:lnTo>
                    <a:pt x="511" y="787"/>
                  </a:lnTo>
                  <a:lnTo>
                    <a:pt x="992" y="813"/>
                  </a:lnTo>
                  <a:lnTo>
                    <a:pt x="1472" y="833"/>
                  </a:lnTo>
                  <a:lnTo>
                    <a:pt x="1953" y="846"/>
                  </a:lnTo>
                  <a:lnTo>
                    <a:pt x="2403" y="853"/>
                  </a:lnTo>
                  <a:lnTo>
                    <a:pt x="2854" y="853"/>
                  </a:lnTo>
                  <a:lnTo>
                    <a:pt x="3244" y="846"/>
                  </a:lnTo>
                  <a:lnTo>
                    <a:pt x="3635" y="840"/>
                  </a:lnTo>
                  <a:lnTo>
                    <a:pt x="4175" y="826"/>
                  </a:lnTo>
                  <a:lnTo>
                    <a:pt x="4776" y="807"/>
                  </a:lnTo>
                  <a:lnTo>
                    <a:pt x="5377" y="774"/>
                  </a:lnTo>
                  <a:lnTo>
                    <a:pt x="5947" y="734"/>
                  </a:lnTo>
                  <a:lnTo>
                    <a:pt x="5947" y="641"/>
                  </a:lnTo>
                  <a:lnTo>
                    <a:pt x="5917" y="542"/>
                  </a:lnTo>
                  <a:lnTo>
                    <a:pt x="5857" y="450"/>
                  </a:lnTo>
                  <a:lnTo>
                    <a:pt x="5767" y="357"/>
                  </a:lnTo>
                  <a:lnTo>
                    <a:pt x="5647" y="265"/>
                  </a:lnTo>
                  <a:lnTo>
                    <a:pt x="5527" y="179"/>
                  </a:lnTo>
                  <a:lnTo>
                    <a:pt x="5347" y="87"/>
                  </a:lnTo>
                  <a:lnTo>
                    <a:pt x="51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67"/>
            <p:cNvSpPr/>
            <p:nvPr/>
          </p:nvSpPr>
          <p:spPr>
            <a:xfrm rot="10800000">
              <a:off x="5609123" y="1412759"/>
              <a:ext cx="79584" cy="51287"/>
            </a:xfrm>
            <a:custGeom>
              <a:avLst/>
              <a:gdLst/>
              <a:ahLst/>
              <a:cxnLst/>
              <a:rect l="l" t="t" r="r" b="b"/>
              <a:pathLst>
                <a:path w="5948" h="853" fill="none" extrusionOk="0">
                  <a:moveTo>
                    <a:pt x="5166" y="1"/>
                  </a:moveTo>
                  <a:lnTo>
                    <a:pt x="5166" y="1"/>
                  </a:lnTo>
                  <a:lnTo>
                    <a:pt x="4866" y="120"/>
                  </a:lnTo>
                  <a:lnTo>
                    <a:pt x="4506" y="232"/>
                  </a:lnTo>
                  <a:lnTo>
                    <a:pt x="4085" y="338"/>
                  </a:lnTo>
                  <a:lnTo>
                    <a:pt x="3635" y="430"/>
                  </a:lnTo>
                  <a:lnTo>
                    <a:pt x="3635" y="430"/>
                  </a:lnTo>
                  <a:lnTo>
                    <a:pt x="3334" y="489"/>
                  </a:lnTo>
                  <a:lnTo>
                    <a:pt x="2974" y="536"/>
                  </a:lnTo>
                  <a:lnTo>
                    <a:pt x="2583" y="582"/>
                  </a:lnTo>
                  <a:lnTo>
                    <a:pt x="2133" y="628"/>
                  </a:lnTo>
                  <a:lnTo>
                    <a:pt x="1652" y="668"/>
                  </a:lnTo>
                  <a:lnTo>
                    <a:pt x="1112" y="701"/>
                  </a:lnTo>
                  <a:lnTo>
                    <a:pt x="571" y="734"/>
                  </a:lnTo>
                  <a:lnTo>
                    <a:pt x="0" y="760"/>
                  </a:lnTo>
                  <a:lnTo>
                    <a:pt x="0" y="760"/>
                  </a:lnTo>
                  <a:lnTo>
                    <a:pt x="511" y="787"/>
                  </a:lnTo>
                  <a:lnTo>
                    <a:pt x="992" y="813"/>
                  </a:lnTo>
                  <a:lnTo>
                    <a:pt x="1472" y="833"/>
                  </a:lnTo>
                  <a:lnTo>
                    <a:pt x="1953" y="846"/>
                  </a:lnTo>
                  <a:lnTo>
                    <a:pt x="2403" y="853"/>
                  </a:lnTo>
                  <a:lnTo>
                    <a:pt x="2854" y="853"/>
                  </a:lnTo>
                  <a:lnTo>
                    <a:pt x="3244" y="846"/>
                  </a:lnTo>
                  <a:lnTo>
                    <a:pt x="3635" y="840"/>
                  </a:lnTo>
                  <a:lnTo>
                    <a:pt x="3635" y="840"/>
                  </a:lnTo>
                  <a:lnTo>
                    <a:pt x="4175" y="826"/>
                  </a:lnTo>
                  <a:lnTo>
                    <a:pt x="4776" y="807"/>
                  </a:lnTo>
                  <a:lnTo>
                    <a:pt x="5377" y="774"/>
                  </a:lnTo>
                  <a:lnTo>
                    <a:pt x="5947" y="734"/>
                  </a:lnTo>
                  <a:lnTo>
                    <a:pt x="5947" y="734"/>
                  </a:lnTo>
                  <a:lnTo>
                    <a:pt x="5947" y="641"/>
                  </a:lnTo>
                  <a:lnTo>
                    <a:pt x="5917" y="542"/>
                  </a:lnTo>
                  <a:lnTo>
                    <a:pt x="5857" y="450"/>
                  </a:lnTo>
                  <a:lnTo>
                    <a:pt x="5767" y="357"/>
                  </a:lnTo>
                  <a:lnTo>
                    <a:pt x="5647" y="265"/>
                  </a:lnTo>
                  <a:lnTo>
                    <a:pt x="5527" y="179"/>
                  </a:lnTo>
                  <a:lnTo>
                    <a:pt x="5347" y="87"/>
                  </a:lnTo>
                  <a:lnTo>
                    <a:pt x="516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67"/>
            <p:cNvSpPr/>
            <p:nvPr/>
          </p:nvSpPr>
          <p:spPr>
            <a:xfrm rot="10800000">
              <a:off x="5609123" y="1412759"/>
              <a:ext cx="79584" cy="51287"/>
            </a:xfrm>
            <a:custGeom>
              <a:avLst/>
              <a:gdLst/>
              <a:ahLst/>
              <a:cxnLst/>
              <a:rect l="l" t="t" r="r" b="b"/>
              <a:pathLst>
                <a:path w="5948" h="853" extrusionOk="0">
                  <a:moveTo>
                    <a:pt x="5166" y="1"/>
                  </a:moveTo>
                  <a:lnTo>
                    <a:pt x="4866" y="120"/>
                  </a:lnTo>
                  <a:lnTo>
                    <a:pt x="4506" y="232"/>
                  </a:lnTo>
                  <a:lnTo>
                    <a:pt x="4085" y="338"/>
                  </a:lnTo>
                  <a:lnTo>
                    <a:pt x="3635" y="430"/>
                  </a:lnTo>
                  <a:lnTo>
                    <a:pt x="3334" y="489"/>
                  </a:lnTo>
                  <a:lnTo>
                    <a:pt x="2974" y="536"/>
                  </a:lnTo>
                  <a:lnTo>
                    <a:pt x="2583" y="582"/>
                  </a:lnTo>
                  <a:lnTo>
                    <a:pt x="2133" y="628"/>
                  </a:lnTo>
                  <a:lnTo>
                    <a:pt x="1652" y="668"/>
                  </a:lnTo>
                  <a:lnTo>
                    <a:pt x="1112" y="701"/>
                  </a:lnTo>
                  <a:lnTo>
                    <a:pt x="571" y="734"/>
                  </a:lnTo>
                  <a:lnTo>
                    <a:pt x="0" y="760"/>
                  </a:lnTo>
                  <a:lnTo>
                    <a:pt x="721" y="800"/>
                  </a:lnTo>
                  <a:lnTo>
                    <a:pt x="1412" y="833"/>
                  </a:lnTo>
                  <a:lnTo>
                    <a:pt x="2103" y="846"/>
                  </a:lnTo>
                  <a:lnTo>
                    <a:pt x="2734" y="853"/>
                  </a:lnTo>
                  <a:lnTo>
                    <a:pt x="3154" y="853"/>
                  </a:lnTo>
                  <a:lnTo>
                    <a:pt x="3545" y="846"/>
                  </a:lnTo>
                  <a:lnTo>
                    <a:pt x="3575" y="846"/>
                  </a:lnTo>
                  <a:lnTo>
                    <a:pt x="3635" y="840"/>
                  </a:lnTo>
                  <a:lnTo>
                    <a:pt x="4175" y="826"/>
                  </a:lnTo>
                  <a:lnTo>
                    <a:pt x="4776" y="807"/>
                  </a:lnTo>
                  <a:lnTo>
                    <a:pt x="5377" y="774"/>
                  </a:lnTo>
                  <a:lnTo>
                    <a:pt x="5947" y="734"/>
                  </a:lnTo>
                  <a:lnTo>
                    <a:pt x="5947" y="721"/>
                  </a:lnTo>
                  <a:lnTo>
                    <a:pt x="5947" y="628"/>
                  </a:lnTo>
                  <a:lnTo>
                    <a:pt x="5917" y="536"/>
                  </a:lnTo>
                  <a:lnTo>
                    <a:pt x="5857" y="443"/>
                  </a:lnTo>
                  <a:lnTo>
                    <a:pt x="5767" y="351"/>
                  </a:lnTo>
                  <a:lnTo>
                    <a:pt x="5647" y="265"/>
                  </a:lnTo>
                  <a:lnTo>
                    <a:pt x="5527" y="172"/>
                  </a:lnTo>
                  <a:lnTo>
                    <a:pt x="5347" y="87"/>
                  </a:lnTo>
                  <a:lnTo>
                    <a:pt x="5166" y="1"/>
                  </a:lnTo>
                  <a:close/>
                </a:path>
              </a:pathLst>
            </a:custGeom>
            <a:solidFill>
              <a:srgbClr val="00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67"/>
            <p:cNvSpPr/>
            <p:nvPr/>
          </p:nvSpPr>
          <p:spPr>
            <a:xfrm rot="10800000">
              <a:off x="5609123" y="1412759"/>
              <a:ext cx="79584" cy="51287"/>
            </a:xfrm>
            <a:custGeom>
              <a:avLst/>
              <a:gdLst/>
              <a:ahLst/>
              <a:cxnLst/>
              <a:rect l="l" t="t" r="r" b="b"/>
              <a:pathLst>
                <a:path w="5948" h="853" fill="none" extrusionOk="0">
                  <a:moveTo>
                    <a:pt x="2734" y="853"/>
                  </a:moveTo>
                  <a:lnTo>
                    <a:pt x="2734" y="853"/>
                  </a:lnTo>
                  <a:lnTo>
                    <a:pt x="2764" y="853"/>
                  </a:lnTo>
                  <a:lnTo>
                    <a:pt x="2764" y="853"/>
                  </a:lnTo>
                  <a:lnTo>
                    <a:pt x="3154" y="853"/>
                  </a:lnTo>
                  <a:lnTo>
                    <a:pt x="3545" y="846"/>
                  </a:lnTo>
                  <a:lnTo>
                    <a:pt x="3545" y="846"/>
                  </a:lnTo>
                  <a:lnTo>
                    <a:pt x="3575" y="846"/>
                  </a:lnTo>
                  <a:lnTo>
                    <a:pt x="3575" y="846"/>
                  </a:lnTo>
                  <a:lnTo>
                    <a:pt x="3635" y="840"/>
                  </a:lnTo>
                  <a:lnTo>
                    <a:pt x="3635" y="840"/>
                  </a:lnTo>
                  <a:lnTo>
                    <a:pt x="4175" y="826"/>
                  </a:lnTo>
                  <a:lnTo>
                    <a:pt x="4776" y="807"/>
                  </a:lnTo>
                  <a:lnTo>
                    <a:pt x="5377" y="774"/>
                  </a:lnTo>
                  <a:lnTo>
                    <a:pt x="5947" y="734"/>
                  </a:lnTo>
                  <a:lnTo>
                    <a:pt x="5947" y="734"/>
                  </a:lnTo>
                  <a:lnTo>
                    <a:pt x="5947" y="734"/>
                  </a:lnTo>
                  <a:lnTo>
                    <a:pt x="5947" y="721"/>
                  </a:lnTo>
                  <a:lnTo>
                    <a:pt x="5947" y="721"/>
                  </a:lnTo>
                  <a:lnTo>
                    <a:pt x="5947" y="628"/>
                  </a:lnTo>
                  <a:lnTo>
                    <a:pt x="5917" y="536"/>
                  </a:lnTo>
                  <a:lnTo>
                    <a:pt x="5857" y="443"/>
                  </a:lnTo>
                  <a:lnTo>
                    <a:pt x="5767" y="351"/>
                  </a:lnTo>
                  <a:lnTo>
                    <a:pt x="5647" y="265"/>
                  </a:lnTo>
                  <a:lnTo>
                    <a:pt x="5527" y="172"/>
                  </a:lnTo>
                  <a:lnTo>
                    <a:pt x="5347" y="87"/>
                  </a:lnTo>
                  <a:lnTo>
                    <a:pt x="5166" y="1"/>
                  </a:lnTo>
                  <a:lnTo>
                    <a:pt x="5166" y="1"/>
                  </a:lnTo>
                  <a:lnTo>
                    <a:pt x="4866" y="120"/>
                  </a:lnTo>
                  <a:lnTo>
                    <a:pt x="4506" y="232"/>
                  </a:lnTo>
                  <a:lnTo>
                    <a:pt x="4085" y="338"/>
                  </a:lnTo>
                  <a:lnTo>
                    <a:pt x="3635" y="430"/>
                  </a:lnTo>
                  <a:lnTo>
                    <a:pt x="3635" y="430"/>
                  </a:lnTo>
                  <a:lnTo>
                    <a:pt x="3334" y="489"/>
                  </a:lnTo>
                  <a:lnTo>
                    <a:pt x="2974" y="536"/>
                  </a:lnTo>
                  <a:lnTo>
                    <a:pt x="2583" y="582"/>
                  </a:lnTo>
                  <a:lnTo>
                    <a:pt x="2133" y="628"/>
                  </a:lnTo>
                  <a:lnTo>
                    <a:pt x="1652" y="668"/>
                  </a:lnTo>
                  <a:lnTo>
                    <a:pt x="1112" y="701"/>
                  </a:lnTo>
                  <a:lnTo>
                    <a:pt x="571" y="734"/>
                  </a:lnTo>
                  <a:lnTo>
                    <a:pt x="0" y="760"/>
                  </a:lnTo>
                  <a:lnTo>
                    <a:pt x="0" y="760"/>
                  </a:lnTo>
                  <a:lnTo>
                    <a:pt x="721" y="800"/>
                  </a:lnTo>
                  <a:lnTo>
                    <a:pt x="1412" y="833"/>
                  </a:lnTo>
                  <a:lnTo>
                    <a:pt x="2103" y="846"/>
                  </a:lnTo>
                  <a:lnTo>
                    <a:pt x="2734" y="85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5" name="Google Shape;1365;p67"/>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366" name="Google Shape;1366;p67"/>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Green - Big Quotes ">
  <p:cSld name="CUSTOM_1_2_1">
    <p:spTree>
      <p:nvGrpSpPr>
        <p:cNvPr id="1" name="Shape 1367"/>
        <p:cNvGrpSpPr/>
        <p:nvPr/>
      </p:nvGrpSpPr>
      <p:grpSpPr>
        <a:xfrm>
          <a:off x="0" y="0"/>
          <a:ext cx="0" cy="0"/>
          <a:chOff x="0" y="0"/>
          <a:chExt cx="0" cy="0"/>
        </a:xfrm>
      </p:grpSpPr>
      <p:grpSp>
        <p:nvGrpSpPr>
          <p:cNvPr id="1368" name="Google Shape;1368;p68"/>
          <p:cNvGrpSpPr/>
          <p:nvPr/>
        </p:nvGrpSpPr>
        <p:grpSpPr>
          <a:xfrm>
            <a:off x="2715296" y="145606"/>
            <a:ext cx="6052612" cy="4820878"/>
            <a:chOff x="3723738" y="1516875"/>
            <a:chExt cx="619294" cy="493250"/>
          </a:xfrm>
        </p:grpSpPr>
        <p:sp>
          <p:nvSpPr>
            <p:cNvPr id="1369" name="Google Shape;1369;p68"/>
            <p:cNvSpPr/>
            <p:nvPr/>
          </p:nvSpPr>
          <p:spPr>
            <a:xfrm flipH="1">
              <a:off x="3723738" y="1564800"/>
              <a:ext cx="437441" cy="423650"/>
            </a:xfrm>
            <a:custGeom>
              <a:avLst/>
              <a:gdLst/>
              <a:ahLst/>
              <a:cxnLst/>
              <a:rect l="l" t="t" r="r" b="b"/>
              <a:pathLst>
                <a:path w="103170" h="16946" extrusionOk="0">
                  <a:moveTo>
                    <a:pt x="51990" y="1"/>
                  </a:moveTo>
                  <a:lnTo>
                    <a:pt x="50399" y="6"/>
                  </a:lnTo>
                  <a:lnTo>
                    <a:pt x="48807" y="16"/>
                  </a:lnTo>
                  <a:lnTo>
                    <a:pt x="47275" y="31"/>
                  </a:lnTo>
                  <a:lnTo>
                    <a:pt x="45743" y="52"/>
                  </a:lnTo>
                  <a:lnTo>
                    <a:pt x="44271" y="77"/>
                  </a:lnTo>
                  <a:lnTo>
                    <a:pt x="42800" y="108"/>
                  </a:lnTo>
                  <a:lnTo>
                    <a:pt x="41358" y="149"/>
                  </a:lnTo>
                  <a:lnTo>
                    <a:pt x="39977" y="190"/>
                  </a:lnTo>
                  <a:lnTo>
                    <a:pt x="38595" y="241"/>
                  </a:lnTo>
                  <a:lnTo>
                    <a:pt x="37243" y="292"/>
                  </a:lnTo>
                  <a:lnTo>
                    <a:pt x="35922" y="353"/>
                  </a:lnTo>
                  <a:lnTo>
                    <a:pt x="34630" y="414"/>
                  </a:lnTo>
                  <a:lnTo>
                    <a:pt x="33369" y="485"/>
                  </a:lnTo>
                  <a:lnTo>
                    <a:pt x="32137" y="557"/>
                  </a:lnTo>
                  <a:lnTo>
                    <a:pt x="30936" y="633"/>
                  </a:lnTo>
                  <a:lnTo>
                    <a:pt x="29735" y="715"/>
                  </a:lnTo>
                  <a:lnTo>
                    <a:pt x="28593" y="802"/>
                  </a:lnTo>
                  <a:lnTo>
                    <a:pt x="27452" y="888"/>
                  </a:lnTo>
                  <a:lnTo>
                    <a:pt x="26341" y="985"/>
                  </a:lnTo>
                  <a:lnTo>
                    <a:pt x="25260" y="1082"/>
                  </a:lnTo>
                  <a:lnTo>
                    <a:pt x="24208" y="1184"/>
                  </a:lnTo>
                  <a:lnTo>
                    <a:pt x="23187" y="1286"/>
                  </a:lnTo>
                  <a:lnTo>
                    <a:pt x="22196" y="1393"/>
                  </a:lnTo>
                  <a:lnTo>
                    <a:pt x="21205" y="1506"/>
                  </a:lnTo>
                  <a:lnTo>
                    <a:pt x="20274" y="1623"/>
                  </a:lnTo>
                  <a:lnTo>
                    <a:pt x="19343" y="1740"/>
                  </a:lnTo>
                  <a:lnTo>
                    <a:pt x="18442" y="1858"/>
                  </a:lnTo>
                  <a:lnTo>
                    <a:pt x="17541" y="1985"/>
                  </a:lnTo>
                  <a:lnTo>
                    <a:pt x="16700" y="2107"/>
                  </a:lnTo>
                  <a:lnTo>
                    <a:pt x="15859" y="2235"/>
                  </a:lnTo>
                  <a:lnTo>
                    <a:pt x="15078" y="2368"/>
                  </a:lnTo>
                  <a:lnTo>
                    <a:pt x="14297" y="2500"/>
                  </a:lnTo>
                  <a:lnTo>
                    <a:pt x="14297" y="2765"/>
                  </a:lnTo>
                  <a:lnTo>
                    <a:pt x="14297" y="2903"/>
                  </a:lnTo>
                  <a:lnTo>
                    <a:pt x="14267" y="3041"/>
                  </a:lnTo>
                  <a:lnTo>
                    <a:pt x="14207" y="3189"/>
                  </a:lnTo>
                  <a:lnTo>
                    <a:pt x="14117" y="3332"/>
                  </a:lnTo>
                  <a:lnTo>
                    <a:pt x="14027" y="3485"/>
                  </a:lnTo>
                  <a:lnTo>
                    <a:pt x="13906" y="3633"/>
                  </a:lnTo>
                  <a:lnTo>
                    <a:pt x="13756" y="3786"/>
                  </a:lnTo>
                  <a:lnTo>
                    <a:pt x="13576" y="3944"/>
                  </a:lnTo>
                  <a:lnTo>
                    <a:pt x="13396" y="4097"/>
                  </a:lnTo>
                  <a:lnTo>
                    <a:pt x="13156" y="4255"/>
                  </a:lnTo>
                  <a:lnTo>
                    <a:pt x="12885" y="4408"/>
                  </a:lnTo>
                  <a:lnTo>
                    <a:pt x="12615" y="4566"/>
                  </a:lnTo>
                  <a:lnTo>
                    <a:pt x="12285" y="4719"/>
                  </a:lnTo>
                  <a:lnTo>
                    <a:pt x="11924" y="4877"/>
                  </a:lnTo>
                  <a:lnTo>
                    <a:pt x="11534" y="5030"/>
                  </a:lnTo>
                  <a:lnTo>
                    <a:pt x="11113" y="5183"/>
                  </a:lnTo>
                  <a:lnTo>
                    <a:pt x="10633" y="5331"/>
                  </a:lnTo>
                  <a:lnTo>
                    <a:pt x="10152" y="5479"/>
                  </a:lnTo>
                  <a:lnTo>
                    <a:pt x="9611" y="5627"/>
                  </a:lnTo>
                  <a:lnTo>
                    <a:pt x="9011" y="5770"/>
                  </a:lnTo>
                  <a:lnTo>
                    <a:pt x="8410" y="5907"/>
                  </a:lnTo>
                  <a:lnTo>
                    <a:pt x="7719" y="6045"/>
                  </a:lnTo>
                  <a:lnTo>
                    <a:pt x="7028" y="6178"/>
                  </a:lnTo>
                  <a:lnTo>
                    <a:pt x="6278" y="6305"/>
                  </a:lnTo>
                  <a:lnTo>
                    <a:pt x="5467" y="6428"/>
                  </a:lnTo>
                  <a:lnTo>
                    <a:pt x="4626" y="6545"/>
                  </a:lnTo>
                  <a:lnTo>
                    <a:pt x="3725" y="6657"/>
                  </a:lnTo>
                  <a:lnTo>
                    <a:pt x="2794" y="6759"/>
                  </a:lnTo>
                  <a:lnTo>
                    <a:pt x="1802" y="6861"/>
                  </a:lnTo>
                  <a:lnTo>
                    <a:pt x="751" y="6953"/>
                  </a:lnTo>
                  <a:lnTo>
                    <a:pt x="571" y="7116"/>
                  </a:lnTo>
                  <a:lnTo>
                    <a:pt x="451" y="7274"/>
                  </a:lnTo>
                  <a:lnTo>
                    <a:pt x="301" y="7427"/>
                  </a:lnTo>
                  <a:lnTo>
                    <a:pt x="211" y="7580"/>
                  </a:lnTo>
                  <a:lnTo>
                    <a:pt x="120" y="7733"/>
                  </a:lnTo>
                  <a:lnTo>
                    <a:pt x="60" y="7876"/>
                  </a:lnTo>
                  <a:lnTo>
                    <a:pt x="30" y="8024"/>
                  </a:lnTo>
                  <a:lnTo>
                    <a:pt x="0" y="8162"/>
                  </a:lnTo>
                  <a:lnTo>
                    <a:pt x="0" y="8493"/>
                  </a:lnTo>
                  <a:lnTo>
                    <a:pt x="60" y="8851"/>
                  </a:lnTo>
                  <a:lnTo>
                    <a:pt x="181" y="9233"/>
                  </a:lnTo>
                  <a:lnTo>
                    <a:pt x="271" y="9432"/>
                  </a:lnTo>
                  <a:lnTo>
                    <a:pt x="391" y="9631"/>
                  </a:lnTo>
                  <a:lnTo>
                    <a:pt x="691" y="9723"/>
                  </a:lnTo>
                  <a:lnTo>
                    <a:pt x="931" y="9815"/>
                  </a:lnTo>
                  <a:lnTo>
                    <a:pt x="1172" y="9911"/>
                  </a:lnTo>
                  <a:lnTo>
                    <a:pt x="1412" y="10003"/>
                  </a:lnTo>
                  <a:lnTo>
                    <a:pt x="1592" y="10100"/>
                  </a:lnTo>
                  <a:lnTo>
                    <a:pt x="1772" y="10197"/>
                  </a:lnTo>
                  <a:lnTo>
                    <a:pt x="2103" y="10391"/>
                  </a:lnTo>
                  <a:lnTo>
                    <a:pt x="2343" y="10585"/>
                  </a:lnTo>
                  <a:lnTo>
                    <a:pt x="2553" y="10779"/>
                  </a:lnTo>
                  <a:lnTo>
                    <a:pt x="2734" y="10967"/>
                  </a:lnTo>
                  <a:lnTo>
                    <a:pt x="2854" y="11151"/>
                  </a:lnTo>
                  <a:lnTo>
                    <a:pt x="2914" y="11284"/>
                  </a:lnTo>
                  <a:lnTo>
                    <a:pt x="2974" y="11431"/>
                  </a:lnTo>
                  <a:lnTo>
                    <a:pt x="2974" y="11579"/>
                  </a:lnTo>
                  <a:lnTo>
                    <a:pt x="2974" y="11737"/>
                  </a:lnTo>
                  <a:lnTo>
                    <a:pt x="3424" y="11972"/>
                  </a:lnTo>
                  <a:lnTo>
                    <a:pt x="3935" y="12202"/>
                  </a:lnTo>
                  <a:lnTo>
                    <a:pt x="4506" y="12431"/>
                  </a:lnTo>
                  <a:lnTo>
                    <a:pt x="5106" y="12661"/>
                  </a:lnTo>
                  <a:lnTo>
                    <a:pt x="5767" y="12890"/>
                  </a:lnTo>
                  <a:lnTo>
                    <a:pt x="6488" y="13115"/>
                  </a:lnTo>
                  <a:lnTo>
                    <a:pt x="7239" y="13339"/>
                  </a:lnTo>
                  <a:lnTo>
                    <a:pt x="8050" y="13558"/>
                  </a:lnTo>
                  <a:lnTo>
                    <a:pt x="8921" y="13778"/>
                  </a:lnTo>
                  <a:lnTo>
                    <a:pt x="9882" y="13987"/>
                  </a:lnTo>
                  <a:lnTo>
                    <a:pt x="10873" y="14201"/>
                  </a:lnTo>
                  <a:lnTo>
                    <a:pt x="11924" y="14405"/>
                  </a:lnTo>
                  <a:lnTo>
                    <a:pt x="13035" y="14604"/>
                  </a:lnTo>
                  <a:lnTo>
                    <a:pt x="14237" y="14803"/>
                  </a:lnTo>
                  <a:lnTo>
                    <a:pt x="14868" y="14895"/>
                  </a:lnTo>
                  <a:lnTo>
                    <a:pt x="15498" y="14992"/>
                  </a:lnTo>
                  <a:lnTo>
                    <a:pt x="16159" y="15084"/>
                  </a:lnTo>
                  <a:lnTo>
                    <a:pt x="16820" y="15175"/>
                  </a:lnTo>
                  <a:lnTo>
                    <a:pt x="17210" y="15150"/>
                  </a:lnTo>
                  <a:lnTo>
                    <a:pt x="17601" y="15129"/>
                  </a:lnTo>
                  <a:lnTo>
                    <a:pt x="17991" y="15114"/>
                  </a:lnTo>
                  <a:lnTo>
                    <a:pt x="18412" y="15099"/>
                  </a:lnTo>
                  <a:lnTo>
                    <a:pt x="18862" y="15089"/>
                  </a:lnTo>
                  <a:lnTo>
                    <a:pt x="19343" y="15078"/>
                  </a:lnTo>
                  <a:lnTo>
                    <a:pt x="19823" y="15073"/>
                  </a:lnTo>
                  <a:lnTo>
                    <a:pt x="20634" y="15073"/>
                  </a:lnTo>
                  <a:lnTo>
                    <a:pt x="21235" y="15078"/>
                  </a:lnTo>
                  <a:lnTo>
                    <a:pt x="21806" y="15089"/>
                  </a:lnTo>
                  <a:lnTo>
                    <a:pt x="22376" y="15099"/>
                  </a:lnTo>
                  <a:lnTo>
                    <a:pt x="22887" y="15114"/>
                  </a:lnTo>
                  <a:lnTo>
                    <a:pt x="23367" y="15135"/>
                  </a:lnTo>
                  <a:lnTo>
                    <a:pt x="23848" y="15155"/>
                  </a:lnTo>
                  <a:lnTo>
                    <a:pt x="24268" y="15180"/>
                  </a:lnTo>
                  <a:lnTo>
                    <a:pt x="24689" y="15206"/>
                  </a:lnTo>
                  <a:lnTo>
                    <a:pt x="25079" y="15237"/>
                  </a:lnTo>
                  <a:lnTo>
                    <a:pt x="25440" y="15272"/>
                  </a:lnTo>
                  <a:lnTo>
                    <a:pt x="25770" y="15308"/>
                  </a:lnTo>
                  <a:lnTo>
                    <a:pt x="26100" y="15344"/>
                  </a:lnTo>
                  <a:lnTo>
                    <a:pt x="26401" y="15384"/>
                  </a:lnTo>
                  <a:lnTo>
                    <a:pt x="26671" y="15425"/>
                  </a:lnTo>
                  <a:lnTo>
                    <a:pt x="26941" y="15466"/>
                  </a:lnTo>
                  <a:lnTo>
                    <a:pt x="27152" y="15512"/>
                  </a:lnTo>
                  <a:lnTo>
                    <a:pt x="27392" y="15558"/>
                  </a:lnTo>
                  <a:lnTo>
                    <a:pt x="27572" y="15604"/>
                  </a:lnTo>
                  <a:lnTo>
                    <a:pt x="27933" y="15701"/>
                  </a:lnTo>
                  <a:lnTo>
                    <a:pt x="28203" y="15803"/>
                  </a:lnTo>
                  <a:lnTo>
                    <a:pt x="28443" y="15900"/>
                  </a:lnTo>
                  <a:lnTo>
                    <a:pt x="28623" y="16002"/>
                  </a:lnTo>
                  <a:lnTo>
                    <a:pt x="28744" y="16104"/>
                  </a:lnTo>
                  <a:lnTo>
                    <a:pt x="28834" y="16201"/>
                  </a:lnTo>
                  <a:lnTo>
                    <a:pt x="28894" y="16292"/>
                  </a:lnTo>
                  <a:lnTo>
                    <a:pt x="30065" y="16359"/>
                  </a:lnTo>
                  <a:lnTo>
                    <a:pt x="31266" y="16425"/>
                  </a:lnTo>
                  <a:lnTo>
                    <a:pt x="32498" y="16491"/>
                  </a:lnTo>
                  <a:lnTo>
                    <a:pt x="33759" y="16547"/>
                  </a:lnTo>
                  <a:lnTo>
                    <a:pt x="35051" y="16603"/>
                  </a:lnTo>
                  <a:lnTo>
                    <a:pt x="36372" y="16655"/>
                  </a:lnTo>
                  <a:lnTo>
                    <a:pt x="37724" y="16706"/>
                  </a:lnTo>
                  <a:lnTo>
                    <a:pt x="39106" y="16746"/>
                  </a:lnTo>
                  <a:lnTo>
                    <a:pt x="40517" y="16787"/>
                  </a:lnTo>
                  <a:lnTo>
                    <a:pt x="41989" y="16823"/>
                  </a:lnTo>
                  <a:lnTo>
                    <a:pt x="43461" y="16853"/>
                  </a:lnTo>
                  <a:lnTo>
                    <a:pt x="44992" y="16879"/>
                  </a:lnTo>
                  <a:lnTo>
                    <a:pt x="46554" y="16904"/>
                  </a:lnTo>
                  <a:lnTo>
                    <a:pt x="48146" y="16920"/>
                  </a:lnTo>
                  <a:lnTo>
                    <a:pt x="49768" y="16935"/>
                  </a:lnTo>
                  <a:lnTo>
                    <a:pt x="51420" y="16945"/>
                  </a:lnTo>
                  <a:lnTo>
                    <a:pt x="53312" y="16945"/>
                  </a:lnTo>
                  <a:lnTo>
                    <a:pt x="55414" y="16940"/>
                  </a:lnTo>
                  <a:lnTo>
                    <a:pt x="57457" y="16930"/>
                  </a:lnTo>
                  <a:lnTo>
                    <a:pt x="59469" y="16904"/>
                  </a:lnTo>
                  <a:lnTo>
                    <a:pt x="61421" y="16874"/>
                  </a:lnTo>
                  <a:lnTo>
                    <a:pt x="63283" y="16833"/>
                  </a:lnTo>
                  <a:lnTo>
                    <a:pt x="65116" y="16782"/>
                  </a:lnTo>
                  <a:lnTo>
                    <a:pt x="66918" y="16726"/>
                  </a:lnTo>
                  <a:lnTo>
                    <a:pt x="68630" y="16660"/>
                  </a:lnTo>
                  <a:lnTo>
                    <a:pt x="70312" y="16588"/>
                  </a:lnTo>
                  <a:lnTo>
                    <a:pt x="71933" y="16507"/>
                  </a:lnTo>
                  <a:lnTo>
                    <a:pt x="73495" y="16420"/>
                  </a:lnTo>
                  <a:lnTo>
                    <a:pt x="74997" y="16323"/>
                  </a:lnTo>
                  <a:lnTo>
                    <a:pt x="76469" y="16221"/>
                  </a:lnTo>
                  <a:lnTo>
                    <a:pt x="77910" y="16114"/>
                  </a:lnTo>
                  <a:lnTo>
                    <a:pt x="79262" y="15997"/>
                  </a:lnTo>
                  <a:lnTo>
                    <a:pt x="80583" y="15874"/>
                  </a:lnTo>
                  <a:lnTo>
                    <a:pt x="81875" y="15752"/>
                  </a:lnTo>
                  <a:lnTo>
                    <a:pt x="83106" y="15619"/>
                  </a:lnTo>
                  <a:lnTo>
                    <a:pt x="84308" y="15481"/>
                  </a:lnTo>
                  <a:lnTo>
                    <a:pt x="85449" y="15333"/>
                  </a:lnTo>
                  <a:lnTo>
                    <a:pt x="86530" y="15186"/>
                  </a:lnTo>
                  <a:lnTo>
                    <a:pt x="87581" y="15032"/>
                  </a:lnTo>
                  <a:lnTo>
                    <a:pt x="88603" y="14879"/>
                  </a:lnTo>
                  <a:lnTo>
                    <a:pt x="89564" y="14716"/>
                  </a:lnTo>
                  <a:lnTo>
                    <a:pt x="90495" y="14548"/>
                  </a:lnTo>
                  <a:lnTo>
                    <a:pt x="91396" y="14380"/>
                  </a:lnTo>
                  <a:lnTo>
                    <a:pt x="92237" y="14206"/>
                  </a:lnTo>
                  <a:lnTo>
                    <a:pt x="93078" y="14028"/>
                  </a:lnTo>
                  <a:lnTo>
                    <a:pt x="93829" y="13849"/>
                  </a:lnTo>
                  <a:lnTo>
                    <a:pt x="94580" y="13666"/>
                  </a:lnTo>
                  <a:lnTo>
                    <a:pt x="95270" y="13482"/>
                  </a:lnTo>
                  <a:lnTo>
                    <a:pt x="95931" y="13293"/>
                  </a:lnTo>
                  <a:lnTo>
                    <a:pt x="96562" y="13104"/>
                  </a:lnTo>
                  <a:lnTo>
                    <a:pt x="97163" y="12911"/>
                  </a:lnTo>
                  <a:lnTo>
                    <a:pt x="97733" y="12717"/>
                  </a:lnTo>
                  <a:lnTo>
                    <a:pt x="98274" y="12523"/>
                  </a:lnTo>
                  <a:lnTo>
                    <a:pt x="98754" y="12324"/>
                  </a:lnTo>
                  <a:lnTo>
                    <a:pt x="99235" y="12125"/>
                  </a:lnTo>
                  <a:lnTo>
                    <a:pt x="99685" y="11926"/>
                  </a:lnTo>
                  <a:lnTo>
                    <a:pt x="100076" y="11727"/>
                  </a:lnTo>
                  <a:lnTo>
                    <a:pt x="100466" y="11528"/>
                  </a:lnTo>
                  <a:lnTo>
                    <a:pt x="100797" y="11329"/>
                  </a:lnTo>
                  <a:lnTo>
                    <a:pt x="101127" y="11130"/>
                  </a:lnTo>
                  <a:lnTo>
                    <a:pt x="101427" y="10926"/>
                  </a:lnTo>
                  <a:lnTo>
                    <a:pt x="101698" y="10728"/>
                  </a:lnTo>
                  <a:lnTo>
                    <a:pt x="101938" y="10534"/>
                  </a:lnTo>
                  <a:lnTo>
                    <a:pt x="102148" y="10335"/>
                  </a:lnTo>
                  <a:lnTo>
                    <a:pt x="102359" y="10136"/>
                  </a:lnTo>
                  <a:lnTo>
                    <a:pt x="102539" y="9942"/>
                  </a:lnTo>
                  <a:lnTo>
                    <a:pt x="102689" y="9748"/>
                  </a:lnTo>
                  <a:lnTo>
                    <a:pt x="102809" y="9559"/>
                  </a:lnTo>
                  <a:lnTo>
                    <a:pt x="102899" y="9371"/>
                  </a:lnTo>
                  <a:lnTo>
                    <a:pt x="102989" y="9182"/>
                  </a:lnTo>
                  <a:lnTo>
                    <a:pt x="103079" y="8998"/>
                  </a:lnTo>
                  <a:lnTo>
                    <a:pt x="103139" y="8641"/>
                  </a:lnTo>
                  <a:lnTo>
                    <a:pt x="103169" y="8295"/>
                  </a:lnTo>
                  <a:lnTo>
                    <a:pt x="103109" y="7963"/>
                  </a:lnTo>
                  <a:lnTo>
                    <a:pt x="102989" y="7647"/>
                  </a:lnTo>
                  <a:lnTo>
                    <a:pt x="102839" y="7351"/>
                  </a:lnTo>
                  <a:lnTo>
                    <a:pt x="102539" y="6933"/>
                  </a:lnTo>
                  <a:lnTo>
                    <a:pt x="102178" y="6504"/>
                  </a:lnTo>
                  <a:lnTo>
                    <a:pt x="101968" y="6290"/>
                  </a:lnTo>
                  <a:lnTo>
                    <a:pt x="101758" y="6071"/>
                  </a:lnTo>
                  <a:lnTo>
                    <a:pt x="101488" y="5856"/>
                  </a:lnTo>
                  <a:lnTo>
                    <a:pt x="101217" y="5637"/>
                  </a:lnTo>
                  <a:lnTo>
                    <a:pt x="100917" y="5418"/>
                  </a:lnTo>
                  <a:lnTo>
                    <a:pt x="100587" y="5198"/>
                  </a:lnTo>
                  <a:lnTo>
                    <a:pt x="100196" y="4979"/>
                  </a:lnTo>
                  <a:lnTo>
                    <a:pt x="99806" y="4765"/>
                  </a:lnTo>
                  <a:lnTo>
                    <a:pt x="99355" y="4546"/>
                  </a:lnTo>
                  <a:lnTo>
                    <a:pt x="98875" y="4331"/>
                  </a:lnTo>
                  <a:lnTo>
                    <a:pt x="98364" y="4117"/>
                  </a:lnTo>
                  <a:lnTo>
                    <a:pt x="97823" y="3908"/>
                  </a:lnTo>
                  <a:lnTo>
                    <a:pt x="97223" y="3699"/>
                  </a:lnTo>
                  <a:lnTo>
                    <a:pt x="96562" y="3490"/>
                  </a:lnTo>
                  <a:lnTo>
                    <a:pt x="95871" y="3286"/>
                  </a:lnTo>
                  <a:lnTo>
                    <a:pt x="95120" y="3087"/>
                  </a:lnTo>
                  <a:lnTo>
                    <a:pt x="94309" y="2888"/>
                  </a:lnTo>
                  <a:lnTo>
                    <a:pt x="93468" y="2694"/>
                  </a:lnTo>
                  <a:lnTo>
                    <a:pt x="92567" y="2505"/>
                  </a:lnTo>
                  <a:lnTo>
                    <a:pt x="91576" y="2322"/>
                  </a:lnTo>
                  <a:lnTo>
                    <a:pt x="90555" y="2138"/>
                  </a:lnTo>
                  <a:lnTo>
                    <a:pt x="89474" y="1965"/>
                  </a:lnTo>
                  <a:lnTo>
                    <a:pt x="88302" y="1796"/>
                  </a:lnTo>
                  <a:lnTo>
                    <a:pt x="87101" y="1633"/>
                  </a:lnTo>
                  <a:lnTo>
                    <a:pt x="85809" y="1475"/>
                  </a:lnTo>
                  <a:lnTo>
                    <a:pt x="84458" y="1322"/>
                  </a:lnTo>
                  <a:lnTo>
                    <a:pt x="83737" y="1245"/>
                  </a:lnTo>
                  <a:lnTo>
                    <a:pt x="83016" y="1174"/>
                  </a:lnTo>
                  <a:lnTo>
                    <a:pt x="82265" y="1108"/>
                  </a:lnTo>
                  <a:lnTo>
                    <a:pt x="81514" y="1036"/>
                  </a:lnTo>
                  <a:lnTo>
                    <a:pt x="81064" y="1077"/>
                  </a:lnTo>
                  <a:lnTo>
                    <a:pt x="80613" y="1113"/>
                  </a:lnTo>
                  <a:lnTo>
                    <a:pt x="80103" y="1143"/>
                  </a:lnTo>
                  <a:lnTo>
                    <a:pt x="79562" y="1169"/>
                  </a:lnTo>
                  <a:lnTo>
                    <a:pt x="78992" y="1189"/>
                  </a:lnTo>
                  <a:lnTo>
                    <a:pt x="78361" y="1205"/>
                  </a:lnTo>
                  <a:lnTo>
                    <a:pt x="77700" y="1215"/>
                  </a:lnTo>
                  <a:lnTo>
                    <a:pt x="76709" y="1215"/>
                  </a:lnTo>
                  <a:lnTo>
                    <a:pt x="75748" y="1210"/>
                  </a:lnTo>
                  <a:lnTo>
                    <a:pt x="74847" y="1189"/>
                  </a:lnTo>
                  <a:lnTo>
                    <a:pt x="74036" y="1159"/>
                  </a:lnTo>
                  <a:lnTo>
                    <a:pt x="73285" y="1123"/>
                  </a:lnTo>
                  <a:lnTo>
                    <a:pt x="72624" y="1077"/>
                  </a:lnTo>
                  <a:lnTo>
                    <a:pt x="71993" y="1026"/>
                  </a:lnTo>
                  <a:lnTo>
                    <a:pt x="71453" y="970"/>
                  </a:lnTo>
                  <a:lnTo>
                    <a:pt x="70972" y="909"/>
                  </a:lnTo>
                  <a:lnTo>
                    <a:pt x="70522" y="837"/>
                  </a:lnTo>
                  <a:lnTo>
                    <a:pt x="70131" y="766"/>
                  </a:lnTo>
                  <a:lnTo>
                    <a:pt x="69801" y="689"/>
                  </a:lnTo>
                  <a:lnTo>
                    <a:pt x="69501" y="613"/>
                  </a:lnTo>
                  <a:lnTo>
                    <a:pt x="69260" y="531"/>
                  </a:lnTo>
                  <a:lnTo>
                    <a:pt x="69050" y="450"/>
                  </a:lnTo>
                  <a:lnTo>
                    <a:pt x="68870" y="368"/>
                  </a:lnTo>
                  <a:lnTo>
                    <a:pt x="68750" y="287"/>
                  </a:lnTo>
                  <a:lnTo>
                    <a:pt x="67128" y="235"/>
                  </a:lnTo>
                  <a:lnTo>
                    <a:pt x="65476" y="184"/>
                  </a:lnTo>
                  <a:lnTo>
                    <a:pt x="63764" y="139"/>
                  </a:lnTo>
                  <a:lnTo>
                    <a:pt x="62022" y="103"/>
                  </a:lnTo>
                  <a:lnTo>
                    <a:pt x="60190" y="72"/>
                  </a:lnTo>
                  <a:lnTo>
                    <a:pt x="58328" y="47"/>
                  </a:lnTo>
                  <a:lnTo>
                    <a:pt x="56405" y="26"/>
                  </a:lnTo>
                  <a:lnTo>
                    <a:pt x="54423" y="11"/>
                  </a:lnTo>
                  <a:lnTo>
                    <a:pt x="53222" y="6"/>
                  </a:lnTo>
                  <a:lnTo>
                    <a:pt x="51990" y="1"/>
                  </a:lnTo>
                  <a:close/>
                </a:path>
              </a:pathLst>
            </a:custGeom>
            <a:solidFill>
              <a:srgbClr val="00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68"/>
            <p:cNvSpPr/>
            <p:nvPr/>
          </p:nvSpPr>
          <p:spPr>
            <a:xfrm flipH="1">
              <a:off x="3723738" y="1564800"/>
              <a:ext cx="437441" cy="423650"/>
            </a:xfrm>
            <a:custGeom>
              <a:avLst/>
              <a:gdLst/>
              <a:ahLst/>
              <a:cxnLst/>
              <a:rect l="l" t="t" r="r" b="b"/>
              <a:pathLst>
                <a:path w="103170" h="16946" fill="none" extrusionOk="0">
                  <a:moveTo>
                    <a:pt x="51990" y="1"/>
                  </a:moveTo>
                  <a:lnTo>
                    <a:pt x="51990" y="1"/>
                  </a:lnTo>
                  <a:lnTo>
                    <a:pt x="53222" y="6"/>
                  </a:lnTo>
                  <a:lnTo>
                    <a:pt x="54423" y="11"/>
                  </a:lnTo>
                  <a:lnTo>
                    <a:pt x="54423" y="11"/>
                  </a:lnTo>
                  <a:lnTo>
                    <a:pt x="56405" y="26"/>
                  </a:lnTo>
                  <a:lnTo>
                    <a:pt x="58328" y="47"/>
                  </a:lnTo>
                  <a:lnTo>
                    <a:pt x="60190" y="72"/>
                  </a:lnTo>
                  <a:lnTo>
                    <a:pt x="62022" y="103"/>
                  </a:lnTo>
                  <a:lnTo>
                    <a:pt x="63764" y="139"/>
                  </a:lnTo>
                  <a:lnTo>
                    <a:pt x="65476" y="184"/>
                  </a:lnTo>
                  <a:lnTo>
                    <a:pt x="67128" y="235"/>
                  </a:lnTo>
                  <a:lnTo>
                    <a:pt x="68750" y="287"/>
                  </a:lnTo>
                  <a:lnTo>
                    <a:pt x="68750" y="287"/>
                  </a:lnTo>
                  <a:lnTo>
                    <a:pt x="68870" y="368"/>
                  </a:lnTo>
                  <a:lnTo>
                    <a:pt x="69050" y="450"/>
                  </a:lnTo>
                  <a:lnTo>
                    <a:pt x="69260" y="531"/>
                  </a:lnTo>
                  <a:lnTo>
                    <a:pt x="69501" y="613"/>
                  </a:lnTo>
                  <a:lnTo>
                    <a:pt x="69801" y="689"/>
                  </a:lnTo>
                  <a:lnTo>
                    <a:pt x="70131" y="766"/>
                  </a:lnTo>
                  <a:lnTo>
                    <a:pt x="70522" y="837"/>
                  </a:lnTo>
                  <a:lnTo>
                    <a:pt x="70972" y="909"/>
                  </a:lnTo>
                  <a:lnTo>
                    <a:pt x="71453" y="970"/>
                  </a:lnTo>
                  <a:lnTo>
                    <a:pt x="71993" y="1026"/>
                  </a:lnTo>
                  <a:lnTo>
                    <a:pt x="72624" y="1077"/>
                  </a:lnTo>
                  <a:lnTo>
                    <a:pt x="73285" y="1123"/>
                  </a:lnTo>
                  <a:lnTo>
                    <a:pt x="74036" y="1159"/>
                  </a:lnTo>
                  <a:lnTo>
                    <a:pt x="74847" y="1189"/>
                  </a:lnTo>
                  <a:lnTo>
                    <a:pt x="75748" y="1210"/>
                  </a:lnTo>
                  <a:lnTo>
                    <a:pt x="76709" y="1215"/>
                  </a:lnTo>
                  <a:lnTo>
                    <a:pt x="76709" y="1215"/>
                  </a:lnTo>
                  <a:lnTo>
                    <a:pt x="77039" y="1215"/>
                  </a:lnTo>
                  <a:lnTo>
                    <a:pt x="77039" y="1215"/>
                  </a:lnTo>
                  <a:lnTo>
                    <a:pt x="77700" y="1215"/>
                  </a:lnTo>
                  <a:lnTo>
                    <a:pt x="78361" y="1205"/>
                  </a:lnTo>
                  <a:lnTo>
                    <a:pt x="78992" y="1189"/>
                  </a:lnTo>
                  <a:lnTo>
                    <a:pt x="79562" y="1169"/>
                  </a:lnTo>
                  <a:lnTo>
                    <a:pt x="80103" y="1143"/>
                  </a:lnTo>
                  <a:lnTo>
                    <a:pt x="80613" y="1113"/>
                  </a:lnTo>
                  <a:lnTo>
                    <a:pt x="81064" y="1077"/>
                  </a:lnTo>
                  <a:lnTo>
                    <a:pt x="81514" y="1036"/>
                  </a:lnTo>
                  <a:lnTo>
                    <a:pt x="81514" y="1036"/>
                  </a:lnTo>
                  <a:lnTo>
                    <a:pt x="82265" y="1108"/>
                  </a:lnTo>
                  <a:lnTo>
                    <a:pt x="83016" y="1174"/>
                  </a:lnTo>
                  <a:lnTo>
                    <a:pt x="83737" y="1245"/>
                  </a:lnTo>
                  <a:lnTo>
                    <a:pt x="84458" y="1322"/>
                  </a:lnTo>
                  <a:lnTo>
                    <a:pt x="85809" y="1475"/>
                  </a:lnTo>
                  <a:lnTo>
                    <a:pt x="87101" y="1633"/>
                  </a:lnTo>
                  <a:lnTo>
                    <a:pt x="88302" y="1796"/>
                  </a:lnTo>
                  <a:lnTo>
                    <a:pt x="89474" y="1965"/>
                  </a:lnTo>
                  <a:lnTo>
                    <a:pt x="90555" y="2138"/>
                  </a:lnTo>
                  <a:lnTo>
                    <a:pt x="91576" y="2322"/>
                  </a:lnTo>
                  <a:lnTo>
                    <a:pt x="92567" y="2505"/>
                  </a:lnTo>
                  <a:lnTo>
                    <a:pt x="93468" y="2694"/>
                  </a:lnTo>
                  <a:lnTo>
                    <a:pt x="94309" y="2888"/>
                  </a:lnTo>
                  <a:lnTo>
                    <a:pt x="95120" y="3087"/>
                  </a:lnTo>
                  <a:lnTo>
                    <a:pt x="95871" y="3286"/>
                  </a:lnTo>
                  <a:lnTo>
                    <a:pt x="96562" y="3490"/>
                  </a:lnTo>
                  <a:lnTo>
                    <a:pt x="97223" y="3699"/>
                  </a:lnTo>
                  <a:lnTo>
                    <a:pt x="97823" y="3908"/>
                  </a:lnTo>
                  <a:lnTo>
                    <a:pt x="98364" y="4117"/>
                  </a:lnTo>
                  <a:lnTo>
                    <a:pt x="98875" y="4331"/>
                  </a:lnTo>
                  <a:lnTo>
                    <a:pt x="99355" y="4546"/>
                  </a:lnTo>
                  <a:lnTo>
                    <a:pt x="99806" y="4765"/>
                  </a:lnTo>
                  <a:lnTo>
                    <a:pt x="100196" y="4979"/>
                  </a:lnTo>
                  <a:lnTo>
                    <a:pt x="100587" y="5198"/>
                  </a:lnTo>
                  <a:lnTo>
                    <a:pt x="100917" y="5418"/>
                  </a:lnTo>
                  <a:lnTo>
                    <a:pt x="101217" y="5637"/>
                  </a:lnTo>
                  <a:lnTo>
                    <a:pt x="101488" y="5856"/>
                  </a:lnTo>
                  <a:lnTo>
                    <a:pt x="101758" y="6071"/>
                  </a:lnTo>
                  <a:lnTo>
                    <a:pt x="101968" y="6290"/>
                  </a:lnTo>
                  <a:lnTo>
                    <a:pt x="102178" y="6504"/>
                  </a:lnTo>
                  <a:lnTo>
                    <a:pt x="102539" y="6933"/>
                  </a:lnTo>
                  <a:lnTo>
                    <a:pt x="102839" y="7351"/>
                  </a:lnTo>
                  <a:lnTo>
                    <a:pt x="102839" y="7351"/>
                  </a:lnTo>
                  <a:lnTo>
                    <a:pt x="102989" y="7647"/>
                  </a:lnTo>
                  <a:lnTo>
                    <a:pt x="103109" y="7963"/>
                  </a:lnTo>
                  <a:lnTo>
                    <a:pt x="103169" y="8295"/>
                  </a:lnTo>
                  <a:lnTo>
                    <a:pt x="103139" y="8641"/>
                  </a:lnTo>
                  <a:lnTo>
                    <a:pt x="103079" y="8998"/>
                  </a:lnTo>
                  <a:lnTo>
                    <a:pt x="102989" y="9182"/>
                  </a:lnTo>
                  <a:lnTo>
                    <a:pt x="102899" y="9371"/>
                  </a:lnTo>
                  <a:lnTo>
                    <a:pt x="102809" y="9559"/>
                  </a:lnTo>
                  <a:lnTo>
                    <a:pt x="102689" y="9748"/>
                  </a:lnTo>
                  <a:lnTo>
                    <a:pt x="102539" y="9942"/>
                  </a:lnTo>
                  <a:lnTo>
                    <a:pt x="102359" y="10136"/>
                  </a:lnTo>
                  <a:lnTo>
                    <a:pt x="102148" y="10335"/>
                  </a:lnTo>
                  <a:lnTo>
                    <a:pt x="101938" y="10534"/>
                  </a:lnTo>
                  <a:lnTo>
                    <a:pt x="101698" y="10728"/>
                  </a:lnTo>
                  <a:lnTo>
                    <a:pt x="101427" y="10926"/>
                  </a:lnTo>
                  <a:lnTo>
                    <a:pt x="101127" y="11130"/>
                  </a:lnTo>
                  <a:lnTo>
                    <a:pt x="100797" y="11329"/>
                  </a:lnTo>
                  <a:lnTo>
                    <a:pt x="100466" y="11528"/>
                  </a:lnTo>
                  <a:lnTo>
                    <a:pt x="100076" y="11727"/>
                  </a:lnTo>
                  <a:lnTo>
                    <a:pt x="99685" y="11926"/>
                  </a:lnTo>
                  <a:lnTo>
                    <a:pt x="99235" y="12125"/>
                  </a:lnTo>
                  <a:lnTo>
                    <a:pt x="98754" y="12324"/>
                  </a:lnTo>
                  <a:lnTo>
                    <a:pt x="98274" y="12523"/>
                  </a:lnTo>
                  <a:lnTo>
                    <a:pt x="97733" y="12717"/>
                  </a:lnTo>
                  <a:lnTo>
                    <a:pt x="97163" y="12911"/>
                  </a:lnTo>
                  <a:lnTo>
                    <a:pt x="96562" y="13104"/>
                  </a:lnTo>
                  <a:lnTo>
                    <a:pt x="95931" y="13293"/>
                  </a:lnTo>
                  <a:lnTo>
                    <a:pt x="95270" y="13482"/>
                  </a:lnTo>
                  <a:lnTo>
                    <a:pt x="94580" y="13666"/>
                  </a:lnTo>
                  <a:lnTo>
                    <a:pt x="93829" y="13849"/>
                  </a:lnTo>
                  <a:lnTo>
                    <a:pt x="93078" y="14028"/>
                  </a:lnTo>
                  <a:lnTo>
                    <a:pt x="92237" y="14206"/>
                  </a:lnTo>
                  <a:lnTo>
                    <a:pt x="91396" y="14380"/>
                  </a:lnTo>
                  <a:lnTo>
                    <a:pt x="90495" y="14548"/>
                  </a:lnTo>
                  <a:lnTo>
                    <a:pt x="89564" y="14716"/>
                  </a:lnTo>
                  <a:lnTo>
                    <a:pt x="88603" y="14879"/>
                  </a:lnTo>
                  <a:lnTo>
                    <a:pt x="87581" y="15032"/>
                  </a:lnTo>
                  <a:lnTo>
                    <a:pt x="86530" y="15186"/>
                  </a:lnTo>
                  <a:lnTo>
                    <a:pt x="85449" y="15333"/>
                  </a:lnTo>
                  <a:lnTo>
                    <a:pt x="84308" y="15481"/>
                  </a:lnTo>
                  <a:lnTo>
                    <a:pt x="83106" y="15619"/>
                  </a:lnTo>
                  <a:lnTo>
                    <a:pt x="81875" y="15752"/>
                  </a:lnTo>
                  <a:lnTo>
                    <a:pt x="80583" y="15874"/>
                  </a:lnTo>
                  <a:lnTo>
                    <a:pt x="79262" y="15997"/>
                  </a:lnTo>
                  <a:lnTo>
                    <a:pt x="77910" y="16114"/>
                  </a:lnTo>
                  <a:lnTo>
                    <a:pt x="76469" y="16221"/>
                  </a:lnTo>
                  <a:lnTo>
                    <a:pt x="74997" y="16323"/>
                  </a:lnTo>
                  <a:lnTo>
                    <a:pt x="73495" y="16420"/>
                  </a:lnTo>
                  <a:lnTo>
                    <a:pt x="71933" y="16507"/>
                  </a:lnTo>
                  <a:lnTo>
                    <a:pt x="70312" y="16588"/>
                  </a:lnTo>
                  <a:lnTo>
                    <a:pt x="68630" y="16660"/>
                  </a:lnTo>
                  <a:lnTo>
                    <a:pt x="66918" y="16726"/>
                  </a:lnTo>
                  <a:lnTo>
                    <a:pt x="65116" y="16782"/>
                  </a:lnTo>
                  <a:lnTo>
                    <a:pt x="63283" y="16833"/>
                  </a:lnTo>
                  <a:lnTo>
                    <a:pt x="61421" y="16874"/>
                  </a:lnTo>
                  <a:lnTo>
                    <a:pt x="59469" y="16904"/>
                  </a:lnTo>
                  <a:lnTo>
                    <a:pt x="57457" y="16930"/>
                  </a:lnTo>
                  <a:lnTo>
                    <a:pt x="55414" y="16940"/>
                  </a:lnTo>
                  <a:lnTo>
                    <a:pt x="53312" y="16945"/>
                  </a:lnTo>
                  <a:lnTo>
                    <a:pt x="53312" y="16945"/>
                  </a:lnTo>
                  <a:lnTo>
                    <a:pt x="51420" y="16945"/>
                  </a:lnTo>
                  <a:lnTo>
                    <a:pt x="51420" y="16945"/>
                  </a:lnTo>
                  <a:lnTo>
                    <a:pt x="49768" y="16935"/>
                  </a:lnTo>
                  <a:lnTo>
                    <a:pt x="48146" y="16920"/>
                  </a:lnTo>
                  <a:lnTo>
                    <a:pt x="46554" y="16904"/>
                  </a:lnTo>
                  <a:lnTo>
                    <a:pt x="44992" y="16879"/>
                  </a:lnTo>
                  <a:lnTo>
                    <a:pt x="43461" y="16853"/>
                  </a:lnTo>
                  <a:lnTo>
                    <a:pt x="41989" y="16823"/>
                  </a:lnTo>
                  <a:lnTo>
                    <a:pt x="40517" y="16787"/>
                  </a:lnTo>
                  <a:lnTo>
                    <a:pt x="39106" y="16746"/>
                  </a:lnTo>
                  <a:lnTo>
                    <a:pt x="37724" y="16706"/>
                  </a:lnTo>
                  <a:lnTo>
                    <a:pt x="36372" y="16655"/>
                  </a:lnTo>
                  <a:lnTo>
                    <a:pt x="35051" y="16603"/>
                  </a:lnTo>
                  <a:lnTo>
                    <a:pt x="33759" y="16547"/>
                  </a:lnTo>
                  <a:lnTo>
                    <a:pt x="32498" y="16491"/>
                  </a:lnTo>
                  <a:lnTo>
                    <a:pt x="31266" y="16425"/>
                  </a:lnTo>
                  <a:lnTo>
                    <a:pt x="30065" y="16359"/>
                  </a:lnTo>
                  <a:lnTo>
                    <a:pt x="28894" y="16292"/>
                  </a:lnTo>
                  <a:lnTo>
                    <a:pt x="28894" y="16292"/>
                  </a:lnTo>
                  <a:lnTo>
                    <a:pt x="28834" y="16201"/>
                  </a:lnTo>
                  <a:lnTo>
                    <a:pt x="28744" y="16104"/>
                  </a:lnTo>
                  <a:lnTo>
                    <a:pt x="28623" y="16002"/>
                  </a:lnTo>
                  <a:lnTo>
                    <a:pt x="28443" y="15900"/>
                  </a:lnTo>
                  <a:lnTo>
                    <a:pt x="28203" y="15803"/>
                  </a:lnTo>
                  <a:lnTo>
                    <a:pt x="27933" y="15701"/>
                  </a:lnTo>
                  <a:lnTo>
                    <a:pt x="27572" y="15604"/>
                  </a:lnTo>
                  <a:lnTo>
                    <a:pt x="27392" y="15558"/>
                  </a:lnTo>
                  <a:lnTo>
                    <a:pt x="27152" y="15512"/>
                  </a:lnTo>
                  <a:lnTo>
                    <a:pt x="26941" y="15466"/>
                  </a:lnTo>
                  <a:lnTo>
                    <a:pt x="26671" y="15425"/>
                  </a:lnTo>
                  <a:lnTo>
                    <a:pt x="26401" y="15384"/>
                  </a:lnTo>
                  <a:lnTo>
                    <a:pt x="26100" y="15344"/>
                  </a:lnTo>
                  <a:lnTo>
                    <a:pt x="25770" y="15308"/>
                  </a:lnTo>
                  <a:lnTo>
                    <a:pt x="25440" y="15272"/>
                  </a:lnTo>
                  <a:lnTo>
                    <a:pt x="25079" y="15237"/>
                  </a:lnTo>
                  <a:lnTo>
                    <a:pt x="24689" y="15206"/>
                  </a:lnTo>
                  <a:lnTo>
                    <a:pt x="24268" y="15180"/>
                  </a:lnTo>
                  <a:lnTo>
                    <a:pt x="23848" y="15155"/>
                  </a:lnTo>
                  <a:lnTo>
                    <a:pt x="23367" y="15135"/>
                  </a:lnTo>
                  <a:lnTo>
                    <a:pt x="22887" y="15114"/>
                  </a:lnTo>
                  <a:lnTo>
                    <a:pt x="22376" y="15099"/>
                  </a:lnTo>
                  <a:lnTo>
                    <a:pt x="21806" y="15089"/>
                  </a:lnTo>
                  <a:lnTo>
                    <a:pt x="21235" y="15078"/>
                  </a:lnTo>
                  <a:lnTo>
                    <a:pt x="20634" y="15073"/>
                  </a:lnTo>
                  <a:lnTo>
                    <a:pt x="20634" y="15073"/>
                  </a:lnTo>
                  <a:lnTo>
                    <a:pt x="20334" y="15073"/>
                  </a:lnTo>
                  <a:lnTo>
                    <a:pt x="20334" y="15073"/>
                  </a:lnTo>
                  <a:lnTo>
                    <a:pt x="19823" y="15073"/>
                  </a:lnTo>
                  <a:lnTo>
                    <a:pt x="19343" y="15078"/>
                  </a:lnTo>
                  <a:lnTo>
                    <a:pt x="18862" y="15089"/>
                  </a:lnTo>
                  <a:lnTo>
                    <a:pt x="18412" y="15099"/>
                  </a:lnTo>
                  <a:lnTo>
                    <a:pt x="17991" y="15114"/>
                  </a:lnTo>
                  <a:lnTo>
                    <a:pt x="17601" y="15129"/>
                  </a:lnTo>
                  <a:lnTo>
                    <a:pt x="17210" y="15150"/>
                  </a:lnTo>
                  <a:lnTo>
                    <a:pt x="16820" y="15175"/>
                  </a:lnTo>
                  <a:lnTo>
                    <a:pt x="16820" y="15175"/>
                  </a:lnTo>
                  <a:lnTo>
                    <a:pt x="16159" y="15084"/>
                  </a:lnTo>
                  <a:lnTo>
                    <a:pt x="15498" y="14992"/>
                  </a:lnTo>
                  <a:lnTo>
                    <a:pt x="14868" y="14895"/>
                  </a:lnTo>
                  <a:lnTo>
                    <a:pt x="14237" y="14803"/>
                  </a:lnTo>
                  <a:lnTo>
                    <a:pt x="13035" y="14604"/>
                  </a:lnTo>
                  <a:lnTo>
                    <a:pt x="11924" y="14405"/>
                  </a:lnTo>
                  <a:lnTo>
                    <a:pt x="10873" y="14201"/>
                  </a:lnTo>
                  <a:lnTo>
                    <a:pt x="9882" y="13987"/>
                  </a:lnTo>
                  <a:lnTo>
                    <a:pt x="8921" y="13778"/>
                  </a:lnTo>
                  <a:lnTo>
                    <a:pt x="8050" y="13558"/>
                  </a:lnTo>
                  <a:lnTo>
                    <a:pt x="7239" y="13339"/>
                  </a:lnTo>
                  <a:lnTo>
                    <a:pt x="6488" y="13115"/>
                  </a:lnTo>
                  <a:lnTo>
                    <a:pt x="5767" y="12890"/>
                  </a:lnTo>
                  <a:lnTo>
                    <a:pt x="5106" y="12661"/>
                  </a:lnTo>
                  <a:lnTo>
                    <a:pt x="4506" y="12431"/>
                  </a:lnTo>
                  <a:lnTo>
                    <a:pt x="3935" y="12202"/>
                  </a:lnTo>
                  <a:lnTo>
                    <a:pt x="3424" y="11972"/>
                  </a:lnTo>
                  <a:lnTo>
                    <a:pt x="2974" y="11737"/>
                  </a:lnTo>
                  <a:lnTo>
                    <a:pt x="2974" y="11737"/>
                  </a:lnTo>
                  <a:lnTo>
                    <a:pt x="2974" y="11579"/>
                  </a:lnTo>
                  <a:lnTo>
                    <a:pt x="2974" y="11431"/>
                  </a:lnTo>
                  <a:lnTo>
                    <a:pt x="2914" y="11284"/>
                  </a:lnTo>
                  <a:lnTo>
                    <a:pt x="2854" y="11151"/>
                  </a:lnTo>
                  <a:lnTo>
                    <a:pt x="2854" y="11151"/>
                  </a:lnTo>
                  <a:lnTo>
                    <a:pt x="2734" y="10967"/>
                  </a:lnTo>
                  <a:lnTo>
                    <a:pt x="2553" y="10779"/>
                  </a:lnTo>
                  <a:lnTo>
                    <a:pt x="2343" y="10585"/>
                  </a:lnTo>
                  <a:lnTo>
                    <a:pt x="2103" y="10391"/>
                  </a:lnTo>
                  <a:lnTo>
                    <a:pt x="1772" y="10197"/>
                  </a:lnTo>
                  <a:lnTo>
                    <a:pt x="1592" y="10100"/>
                  </a:lnTo>
                  <a:lnTo>
                    <a:pt x="1412" y="10003"/>
                  </a:lnTo>
                  <a:lnTo>
                    <a:pt x="1172" y="9911"/>
                  </a:lnTo>
                  <a:lnTo>
                    <a:pt x="931" y="9815"/>
                  </a:lnTo>
                  <a:lnTo>
                    <a:pt x="691" y="9723"/>
                  </a:lnTo>
                  <a:lnTo>
                    <a:pt x="391" y="9631"/>
                  </a:lnTo>
                  <a:lnTo>
                    <a:pt x="391" y="9631"/>
                  </a:lnTo>
                  <a:lnTo>
                    <a:pt x="271" y="9432"/>
                  </a:lnTo>
                  <a:lnTo>
                    <a:pt x="181" y="9233"/>
                  </a:lnTo>
                  <a:lnTo>
                    <a:pt x="60" y="8851"/>
                  </a:lnTo>
                  <a:lnTo>
                    <a:pt x="0" y="8493"/>
                  </a:lnTo>
                  <a:lnTo>
                    <a:pt x="0" y="8162"/>
                  </a:lnTo>
                  <a:lnTo>
                    <a:pt x="0" y="8162"/>
                  </a:lnTo>
                  <a:lnTo>
                    <a:pt x="30" y="8024"/>
                  </a:lnTo>
                  <a:lnTo>
                    <a:pt x="60" y="7876"/>
                  </a:lnTo>
                  <a:lnTo>
                    <a:pt x="120" y="7733"/>
                  </a:lnTo>
                  <a:lnTo>
                    <a:pt x="211" y="7580"/>
                  </a:lnTo>
                  <a:lnTo>
                    <a:pt x="301" y="7427"/>
                  </a:lnTo>
                  <a:lnTo>
                    <a:pt x="451" y="7274"/>
                  </a:lnTo>
                  <a:lnTo>
                    <a:pt x="571" y="7116"/>
                  </a:lnTo>
                  <a:lnTo>
                    <a:pt x="751" y="6953"/>
                  </a:lnTo>
                  <a:lnTo>
                    <a:pt x="751" y="6953"/>
                  </a:lnTo>
                  <a:lnTo>
                    <a:pt x="1802" y="6861"/>
                  </a:lnTo>
                  <a:lnTo>
                    <a:pt x="2794" y="6759"/>
                  </a:lnTo>
                  <a:lnTo>
                    <a:pt x="3725" y="6657"/>
                  </a:lnTo>
                  <a:lnTo>
                    <a:pt x="4626" y="6545"/>
                  </a:lnTo>
                  <a:lnTo>
                    <a:pt x="5467" y="6428"/>
                  </a:lnTo>
                  <a:lnTo>
                    <a:pt x="6278" y="6305"/>
                  </a:lnTo>
                  <a:lnTo>
                    <a:pt x="7028" y="6178"/>
                  </a:lnTo>
                  <a:lnTo>
                    <a:pt x="7719" y="6045"/>
                  </a:lnTo>
                  <a:lnTo>
                    <a:pt x="8410" y="5907"/>
                  </a:lnTo>
                  <a:lnTo>
                    <a:pt x="9011" y="5770"/>
                  </a:lnTo>
                  <a:lnTo>
                    <a:pt x="9611" y="5627"/>
                  </a:lnTo>
                  <a:lnTo>
                    <a:pt x="10152" y="5479"/>
                  </a:lnTo>
                  <a:lnTo>
                    <a:pt x="10633" y="5331"/>
                  </a:lnTo>
                  <a:lnTo>
                    <a:pt x="11113" y="5183"/>
                  </a:lnTo>
                  <a:lnTo>
                    <a:pt x="11534" y="5030"/>
                  </a:lnTo>
                  <a:lnTo>
                    <a:pt x="11924" y="4877"/>
                  </a:lnTo>
                  <a:lnTo>
                    <a:pt x="12285" y="4719"/>
                  </a:lnTo>
                  <a:lnTo>
                    <a:pt x="12615" y="4566"/>
                  </a:lnTo>
                  <a:lnTo>
                    <a:pt x="12885" y="4408"/>
                  </a:lnTo>
                  <a:lnTo>
                    <a:pt x="13156" y="4255"/>
                  </a:lnTo>
                  <a:lnTo>
                    <a:pt x="13396" y="4097"/>
                  </a:lnTo>
                  <a:lnTo>
                    <a:pt x="13576" y="3944"/>
                  </a:lnTo>
                  <a:lnTo>
                    <a:pt x="13756" y="3786"/>
                  </a:lnTo>
                  <a:lnTo>
                    <a:pt x="13906" y="3633"/>
                  </a:lnTo>
                  <a:lnTo>
                    <a:pt x="14027" y="3485"/>
                  </a:lnTo>
                  <a:lnTo>
                    <a:pt x="14117" y="3332"/>
                  </a:lnTo>
                  <a:lnTo>
                    <a:pt x="14207" y="3189"/>
                  </a:lnTo>
                  <a:lnTo>
                    <a:pt x="14267" y="3041"/>
                  </a:lnTo>
                  <a:lnTo>
                    <a:pt x="14297" y="2903"/>
                  </a:lnTo>
                  <a:lnTo>
                    <a:pt x="14297" y="2765"/>
                  </a:lnTo>
                  <a:lnTo>
                    <a:pt x="14297" y="2500"/>
                  </a:lnTo>
                  <a:lnTo>
                    <a:pt x="14297" y="2500"/>
                  </a:lnTo>
                  <a:lnTo>
                    <a:pt x="15078" y="2368"/>
                  </a:lnTo>
                  <a:lnTo>
                    <a:pt x="15859" y="2235"/>
                  </a:lnTo>
                  <a:lnTo>
                    <a:pt x="16700" y="2107"/>
                  </a:lnTo>
                  <a:lnTo>
                    <a:pt x="17541" y="1985"/>
                  </a:lnTo>
                  <a:lnTo>
                    <a:pt x="18442" y="1858"/>
                  </a:lnTo>
                  <a:lnTo>
                    <a:pt x="19343" y="1740"/>
                  </a:lnTo>
                  <a:lnTo>
                    <a:pt x="20274" y="1623"/>
                  </a:lnTo>
                  <a:lnTo>
                    <a:pt x="21205" y="1506"/>
                  </a:lnTo>
                  <a:lnTo>
                    <a:pt x="22196" y="1393"/>
                  </a:lnTo>
                  <a:lnTo>
                    <a:pt x="23187" y="1286"/>
                  </a:lnTo>
                  <a:lnTo>
                    <a:pt x="24208" y="1184"/>
                  </a:lnTo>
                  <a:lnTo>
                    <a:pt x="25260" y="1082"/>
                  </a:lnTo>
                  <a:lnTo>
                    <a:pt x="26341" y="985"/>
                  </a:lnTo>
                  <a:lnTo>
                    <a:pt x="27452" y="888"/>
                  </a:lnTo>
                  <a:lnTo>
                    <a:pt x="28593" y="802"/>
                  </a:lnTo>
                  <a:lnTo>
                    <a:pt x="29735" y="715"/>
                  </a:lnTo>
                  <a:lnTo>
                    <a:pt x="30936" y="633"/>
                  </a:lnTo>
                  <a:lnTo>
                    <a:pt x="32137" y="557"/>
                  </a:lnTo>
                  <a:lnTo>
                    <a:pt x="33369" y="485"/>
                  </a:lnTo>
                  <a:lnTo>
                    <a:pt x="34630" y="414"/>
                  </a:lnTo>
                  <a:lnTo>
                    <a:pt x="35922" y="353"/>
                  </a:lnTo>
                  <a:lnTo>
                    <a:pt x="37243" y="292"/>
                  </a:lnTo>
                  <a:lnTo>
                    <a:pt x="38595" y="241"/>
                  </a:lnTo>
                  <a:lnTo>
                    <a:pt x="39977" y="190"/>
                  </a:lnTo>
                  <a:lnTo>
                    <a:pt x="41358" y="149"/>
                  </a:lnTo>
                  <a:lnTo>
                    <a:pt x="42800" y="108"/>
                  </a:lnTo>
                  <a:lnTo>
                    <a:pt x="44271" y="77"/>
                  </a:lnTo>
                  <a:lnTo>
                    <a:pt x="45743" y="52"/>
                  </a:lnTo>
                  <a:lnTo>
                    <a:pt x="47275" y="31"/>
                  </a:lnTo>
                  <a:lnTo>
                    <a:pt x="48807" y="16"/>
                  </a:lnTo>
                  <a:lnTo>
                    <a:pt x="50399" y="6"/>
                  </a:lnTo>
                  <a:lnTo>
                    <a:pt x="5199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68"/>
            <p:cNvSpPr/>
            <p:nvPr/>
          </p:nvSpPr>
          <p:spPr>
            <a:xfrm flipH="1">
              <a:off x="4038414" y="1944175"/>
              <a:ext cx="70808" cy="65950"/>
            </a:xfrm>
            <a:custGeom>
              <a:avLst/>
              <a:gdLst/>
              <a:ahLst/>
              <a:cxnLst/>
              <a:rect l="l" t="t" r="r" b="b"/>
              <a:pathLst>
                <a:path w="16700" h="2638" extrusionOk="0">
                  <a:moveTo>
                    <a:pt x="4566" y="0"/>
                  </a:moveTo>
                  <a:lnTo>
                    <a:pt x="4205" y="26"/>
                  </a:lnTo>
                  <a:lnTo>
                    <a:pt x="3845" y="56"/>
                  </a:lnTo>
                  <a:lnTo>
                    <a:pt x="3485" y="87"/>
                  </a:lnTo>
                  <a:lnTo>
                    <a:pt x="3184" y="123"/>
                  </a:lnTo>
                  <a:lnTo>
                    <a:pt x="2854" y="164"/>
                  </a:lnTo>
                  <a:lnTo>
                    <a:pt x="2583" y="199"/>
                  </a:lnTo>
                  <a:lnTo>
                    <a:pt x="2313" y="240"/>
                  </a:lnTo>
                  <a:lnTo>
                    <a:pt x="2073" y="286"/>
                  </a:lnTo>
                  <a:lnTo>
                    <a:pt x="1833" y="332"/>
                  </a:lnTo>
                  <a:lnTo>
                    <a:pt x="1622" y="378"/>
                  </a:lnTo>
                  <a:lnTo>
                    <a:pt x="1232" y="475"/>
                  </a:lnTo>
                  <a:lnTo>
                    <a:pt x="932" y="572"/>
                  </a:lnTo>
                  <a:lnTo>
                    <a:pt x="661" y="679"/>
                  </a:lnTo>
                  <a:lnTo>
                    <a:pt x="451" y="781"/>
                  </a:lnTo>
                  <a:lnTo>
                    <a:pt x="271" y="888"/>
                  </a:lnTo>
                  <a:lnTo>
                    <a:pt x="151" y="990"/>
                  </a:lnTo>
                  <a:lnTo>
                    <a:pt x="61" y="1092"/>
                  </a:lnTo>
                  <a:lnTo>
                    <a:pt x="31" y="1189"/>
                  </a:lnTo>
                  <a:lnTo>
                    <a:pt x="0" y="1286"/>
                  </a:lnTo>
                  <a:lnTo>
                    <a:pt x="31" y="1372"/>
                  </a:lnTo>
                  <a:lnTo>
                    <a:pt x="61" y="1449"/>
                  </a:lnTo>
                  <a:lnTo>
                    <a:pt x="151" y="1546"/>
                  </a:lnTo>
                  <a:lnTo>
                    <a:pt x="241" y="1643"/>
                  </a:lnTo>
                  <a:lnTo>
                    <a:pt x="361" y="1745"/>
                  </a:lnTo>
                  <a:lnTo>
                    <a:pt x="511" y="1842"/>
                  </a:lnTo>
                  <a:lnTo>
                    <a:pt x="721" y="1939"/>
                  </a:lnTo>
                  <a:lnTo>
                    <a:pt x="962" y="2035"/>
                  </a:lnTo>
                  <a:lnTo>
                    <a:pt x="1262" y="2127"/>
                  </a:lnTo>
                  <a:lnTo>
                    <a:pt x="1442" y="2173"/>
                  </a:lnTo>
                  <a:lnTo>
                    <a:pt x="1652" y="2219"/>
                  </a:lnTo>
                  <a:lnTo>
                    <a:pt x="1863" y="2260"/>
                  </a:lnTo>
                  <a:lnTo>
                    <a:pt x="2103" y="2301"/>
                  </a:lnTo>
                  <a:lnTo>
                    <a:pt x="2343" y="2342"/>
                  </a:lnTo>
                  <a:lnTo>
                    <a:pt x="2644" y="2377"/>
                  </a:lnTo>
                  <a:lnTo>
                    <a:pt x="2914" y="2413"/>
                  </a:lnTo>
                  <a:lnTo>
                    <a:pt x="3244" y="2449"/>
                  </a:lnTo>
                  <a:lnTo>
                    <a:pt x="3605" y="2479"/>
                  </a:lnTo>
                  <a:lnTo>
                    <a:pt x="3965" y="2505"/>
                  </a:lnTo>
                  <a:lnTo>
                    <a:pt x="4356" y="2535"/>
                  </a:lnTo>
                  <a:lnTo>
                    <a:pt x="4776" y="2556"/>
                  </a:lnTo>
                  <a:lnTo>
                    <a:pt x="5227" y="2576"/>
                  </a:lnTo>
                  <a:lnTo>
                    <a:pt x="5707" y="2597"/>
                  </a:lnTo>
                  <a:lnTo>
                    <a:pt x="6188" y="2612"/>
                  </a:lnTo>
                  <a:lnTo>
                    <a:pt x="6728" y="2622"/>
                  </a:lnTo>
                  <a:lnTo>
                    <a:pt x="7299" y="2632"/>
                  </a:lnTo>
                  <a:lnTo>
                    <a:pt x="7900" y="2637"/>
                  </a:lnTo>
                  <a:lnTo>
                    <a:pt x="8861" y="2637"/>
                  </a:lnTo>
                  <a:lnTo>
                    <a:pt x="9401" y="2627"/>
                  </a:lnTo>
                  <a:lnTo>
                    <a:pt x="9942" y="2617"/>
                  </a:lnTo>
                  <a:lnTo>
                    <a:pt x="10423" y="2602"/>
                  </a:lnTo>
                  <a:lnTo>
                    <a:pt x="10903" y="2581"/>
                  </a:lnTo>
                  <a:lnTo>
                    <a:pt x="11384" y="2556"/>
                  </a:lnTo>
                  <a:lnTo>
                    <a:pt x="11804" y="2530"/>
                  </a:lnTo>
                  <a:lnTo>
                    <a:pt x="12225" y="2500"/>
                  </a:lnTo>
                  <a:lnTo>
                    <a:pt x="12615" y="2464"/>
                  </a:lnTo>
                  <a:lnTo>
                    <a:pt x="13006" y="2428"/>
                  </a:lnTo>
                  <a:lnTo>
                    <a:pt x="13336" y="2387"/>
                  </a:lnTo>
                  <a:lnTo>
                    <a:pt x="13666" y="2342"/>
                  </a:lnTo>
                  <a:lnTo>
                    <a:pt x="13997" y="2301"/>
                  </a:lnTo>
                  <a:lnTo>
                    <a:pt x="14297" y="2250"/>
                  </a:lnTo>
                  <a:lnTo>
                    <a:pt x="14567" y="2204"/>
                  </a:lnTo>
                  <a:lnTo>
                    <a:pt x="14808" y="2153"/>
                  </a:lnTo>
                  <a:lnTo>
                    <a:pt x="15048" y="2102"/>
                  </a:lnTo>
                  <a:lnTo>
                    <a:pt x="15288" y="2051"/>
                  </a:lnTo>
                  <a:lnTo>
                    <a:pt x="15649" y="1939"/>
                  </a:lnTo>
                  <a:lnTo>
                    <a:pt x="15979" y="1831"/>
                  </a:lnTo>
                  <a:lnTo>
                    <a:pt x="16249" y="1719"/>
                  </a:lnTo>
                  <a:lnTo>
                    <a:pt x="16429" y="1612"/>
                  </a:lnTo>
                  <a:lnTo>
                    <a:pt x="16580" y="1510"/>
                  </a:lnTo>
                  <a:lnTo>
                    <a:pt x="16670" y="1408"/>
                  </a:lnTo>
                  <a:lnTo>
                    <a:pt x="16700" y="1321"/>
                  </a:lnTo>
                  <a:lnTo>
                    <a:pt x="16700" y="1224"/>
                  </a:lnTo>
                  <a:lnTo>
                    <a:pt x="16640" y="1117"/>
                  </a:lnTo>
                  <a:lnTo>
                    <a:pt x="14898" y="1000"/>
                  </a:lnTo>
                  <a:lnTo>
                    <a:pt x="13216" y="878"/>
                  </a:lnTo>
                  <a:lnTo>
                    <a:pt x="11624" y="750"/>
                  </a:lnTo>
                  <a:lnTo>
                    <a:pt x="10092" y="612"/>
                  </a:lnTo>
                  <a:lnTo>
                    <a:pt x="8620" y="470"/>
                  </a:lnTo>
                  <a:lnTo>
                    <a:pt x="7209" y="317"/>
                  </a:lnTo>
                  <a:lnTo>
                    <a:pt x="5857" y="164"/>
                  </a:lnTo>
                  <a:lnTo>
                    <a:pt x="4566" y="0"/>
                  </a:lnTo>
                  <a:close/>
                </a:path>
              </a:pathLst>
            </a:custGeom>
            <a:solidFill>
              <a:srgbClr val="A1C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68"/>
            <p:cNvSpPr/>
            <p:nvPr/>
          </p:nvSpPr>
          <p:spPr>
            <a:xfrm flipH="1">
              <a:off x="4038414" y="1944175"/>
              <a:ext cx="70808" cy="65950"/>
            </a:xfrm>
            <a:custGeom>
              <a:avLst/>
              <a:gdLst/>
              <a:ahLst/>
              <a:cxnLst/>
              <a:rect l="l" t="t" r="r" b="b"/>
              <a:pathLst>
                <a:path w="16700" h="2638" fill="none" extrusionOk="0">
                  <a:moveTo>
                    <a:pt x="4566" y="0"/>
                  </a:moveTo>
                  <a:lnTo>
                    <a:pt x="4566" y="0"/>
                  </a:lnTo>
                  <a:lnTo>
                    <a:pt x="5857" y="164"/>
                  </a:lnTo>
                  <a:lnTo>
                    <a:pt x="7209" y="317"/>
                  </a:lnTo>
                  <a:lnTo>
                    <a:pt x="8620" y="470"/>
                  </a:lnTo>
                  <a:lnTo>
                    <a:pt x="10092" y="612"/>
                  </a:lnTo>
                  <a:lnTo>
                    <a:pt x="11624" y="750"/>
                  </a:lnTo>
                  <a:lnTo>
                    <a:pt x="13216" y="878"/>
                  </a:lnTo>
                  <a:lnTo>
                    <a:pt x="14898" y="1000"/>
                  </a:lnTo>
                  <a:lnTo>
                    <a:pt x="16640" y="1117"/>
                  </a:lnTo>
                  <a:lnTo>
                    <a:pt x="16640" y="1117"/>
                  </a:lnTo>
                  <a:lnTo>
                    <a:pt x="16700" y="1224"/>
                  </a:lnTo>
                  <a:lnTo>
                    <a:pt x="16700" y="1321"/>
                  </a:lnTo>
                  <a:lnTo>
                    <a:pt x="16700" y="1321"/>
                  </a:lnTo>
                  <a:lnTo>
                    <a:pt x="16670" y="1408"/>
                  </a:lnTo>
                  <a:lnTo>
                    <a:pt x="16580" y="1510"/>
                  </a:lnTo>
                  <a:lnTo>
                    <a:pt x="16429" y="1612"/>
                  </a:lnTo>
                  <a:lnTo>
                    <a:pt x="16249" y="1719"/>
                  </a:lnTo>
                  <a:lnTo>
                    <a:pt x="15979" y="1831"/>
                  </a:lnTo>
                  <a:lnTo>
                    <a:pt x="15649" y="1939"/>
                  </a:lnTo>
                  <a:lnTo>
                    <a:pt x="15288" y="2051"/>
                  </a:lnTo>
                  <a:lnTo>
                    <a:pt x="15048" y="2102"/>
                  </a:lnTo>
                  <a:lnTo>
                    <a:pt x="14808" y="2153"/>
                  </a:lnTo>
                  <a:lnTo>
                    <a:pt x="14567" y="2204"/>
                  </a:lnTo>
                  <a:lnTo>
                    <a:pt x="14297" y="2250"/>
                  </a:lnTo>
                  <a:lnTo>
                    <a:pt x="13997" y="2301"/>
                  </a:lnTo>
                  <a:lnTo>
                    <a:pt x="13666" y="2342"/>
                  </a:lnTo>
                  <a:lnTo>
                    <a:pt x="13336" y="2387"/>
                  </a:lnTo>
                  <a:lnTo>
                    <a:pt x="13006" y="2428"/>
                  </a:lnTo>
                  <a:lnTo>
                    <a:pt x="12615" y="2464"/>
                  </a:lnTo>
                  <a:lnTo>
                    <a:pt x="12225" y="2500"/>
                  </a:lnTo>
                  <a:lnTo>
                    <a:pt x="11804" y="2530"/>
                  </a:lnTo>
                  <a:lnTo>
                    <a:pt x="11384" y="2556"/>
                  </a:lnTo>
                  <a:lnTo>
                    <a:pt x="10903" y="2581"/>
                  </a:lnTo>
                  <a:lnTo>
                    <a:pt x="10423" y="2602"/>
                  </a:lnTo>
                  <a:lnTo>
                    <a:pt x="9942" y="2617"/>
                  </a:lnTo>
                  <a:lnTo>
                    <a:pt x="9401" y="2627"/>
                  </a:lnTo>
                  <a:lnTo>
                    <a:pt x="8861" y="2637"/>
                  </a:lnTo>
                  <a:lnTo>
                    <a:pt x="8290" y="2637"/>
                  </a:lnTo>
                  <a:lnTo>
                    <a:pt x="8290" y="2637"/>
                  </a:lnTo>
                  <a:lnTo>
                    <a:pt x="7900" y="2637"/>
                  </a:lnTo>
                  <a:lnTo>
                    <a:pt x="7900" y="2637"/>
                  </a:lnTo>
                  <a:lnTo>
                    <a:pt x="7299" y="2632"/>
                  </a:lnTo>
                  <a:lnTo>
                    <a:pt x="6728" y="2622"/>
                  </a:lnTo>
                  <a:lnTo>
                    <a:pt x="6188" y="2612"/>
                  </a:lnTo>
                  <a:lnTo>
                    <a:pt x="5707" y="2597"/>
                  </a:lnTo>
                  <a:lnTo>
                    <a:pt x="5227" y="2576"/>
                  </a:lnTo>
                  <a:lnTo>
                    <a:pt x="4776" y="2556"/>
                  </a:lnTo>
                  <a:lnTo>
                    <a:pt x="4356" y="2535"/>
                  </a:lnTo>
                  <a:lnTo>
                    <a:pt x="3965" y="2505"/>
                  </a:lnTo>
                  <a:lnTo>
                    <a:pt x="3605" y="2479"/>
                  </a:lnTo>
                  <a:lnTo>
                    <a:pt x="3244" y="2449"/>
                  </a:lnTo>
                  <a:lnTo>
                    <a:pt x="2914" y="2413"/>
                  </a:lnTo>
                  <a:lnTo>
                    <a:pt x="2644" y="2377"/>
                  </a:lnTo>
                  <a:lnTo>
                    <a:pt x="2343" y="2342"/>
                  </a:lnTo>
                  <a:lnTo>
                    <a:pt x="2103" y="2301"/>
                  </a:lnTo>
                  <a:lnTo>
                    <a:pt x="1863" y="2260"/>
                  </a:lnTo>
                  <a:lnTo>
                    <a:pt x="1652" y="2219"/>
                  </a:lnTo>
                  <a:lnTo>
                    <a:pt x="1442" y="2173"/>
                  </a:lnTo>
                  <a:lnTo>
                    <a:pt x="1262" y="2127"/>
                  </a:lnTo>
                  <a:lnTo>
                    <a:pt x="962" y="2035"/>
                  </a:lnTo>
                  <a:lnTo>
                    <a:pt x="721" y="1939"/>
                  </a:lnTo>
                  <a:lnTo>
                    <a:pt x="511" y="1842"/>
                  </a:lnTo>
                  <a:lnTo>
                    <a:pt x="361" y="1745"/>
                  </a:lnTo>
                  <a:lnTo>
                    <a:pt x="241" y="1643"/>
                  </a:lnTo>
                  <a:lnTo>
                    <a:pt x="151" y="1546"/>
                  </a:lnTo>
                  <a:lnTo>
                    <a:pt x="61" y="1449"/>
                  </a:lnTo>
                  <a:lnTo>
                    <a:pt x="61" y="1449"/>
                  </a:lnTo>
                  <a:lnTo>
                    <a:pt x="31" y="1372"/>
                  </a:lnTo>
                  <a:lnTo>
                    <a:pt x="0" y="1286"/>
                  </a:lnTo>
                  <a:lnTo>
                    <a:pt x="31" y="1189"/>
                  </a:lnTo>
                  <a:lnTo>
                    <a:pt x="61" y="1092"/>
                  </a:lnTo>
                  <a:lnTo>
                    <a:pt x="151" y="990"/>
                  </a:lnTo>
                  <a:lnTo>
                    <a:pt x="271" y="888"/>
                  </a:lnTo>
                  <a:lnTo>
                    <a:pt x="451" y="781"/>
                  </a:lnTo>
                  <a:lnTo>
                    <a:pt x="661" y="679"/>
                  </a:lnTo>
                  <a:lnTo>
                    <a:pt x="932" y="572"/>
                  </a:lnTo>
                  <a:lnTo>
                    <a:pt x="1232" y="475"/>
                  </a:lnTo>
                  <a:lnTo>
                    <a:pt x="1622" y="378"/>
                  </a:lnTo>
                  <a:lnTo>
                    <a:pt x="1833" y="332"/>
                  </a:lnTo>
                  <a:lnTo>
                    <a:pt x="2073" y="286"/>
                  </a:lnTo>
                  <a:lnTo>
                    <a:pt x="2313" y="240"/>
                  </a:lnTo>
                  <a:lnTo>
                    <a:pt x="2583" y="199"/>
                  </a:lnTo>
                  <a:lnTo>
                    <a:pt x="2854" y="164"/>
                  </a:lnTo>
                  <a:lnTo>
                    <a:pt x="3184" y="123"/>
                  </a:lnTo>
                  <a:lnTo>
                    <a:pt x="3485" y="87"/>
                  </a:lnTo>
                  <a:lnTo>
                    <a:pt x="3845" y="56"/>
                  </a:lnTo>
                  <a:lnTo>
                    <a:pt x="4205" y="26"/>
                  </a:lnTo>
                  <a:lnTo>
                    <a:pt x="456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68"/>
            <p:cNvSpPr/>
            <p:nvPr/>
          </p:nvSpPr>
          <p:spPr>
            <a:xfrm flipH="1">
              <a:off x="4038668" y="1941625"/>
              <a:ext cx="51198" cy="30500"/>
            </a:xfrm>
            <a:custGeom>
              <a:avLst/>
              <a:gdLst/>
              <a:ahLst/>
              <a:cxnLst/>
              <a:rect l="l" t="t" r="r" b="b"/>
              <a:pathLst>
                <a:path w="12075" h="1220" extrusionOk="0">
                  <a:moveTo>
                    <a:pt x="3004" y="0"/>
                  </a:moveTo>
                  <a:lnTo>
                    <a:pt x="2524" y="5"/>
                  </a:lnTo>
                  <a:lnTo>
                    <a:pt x="2043" y="16"/>
                  </a:lnTo>
                  <a:lnTo>
                    <a:pt x="1593" y="26"/>
                  </a:lnTo>
                  <a:lnTo>
                    <a:pt x="1172" y="41"/>
                  </a:lnTo>
                  <a:lnTo>
                    <a:pt x="782" y="56"/>
                  </a:lnTo>
                  <a:lnTo>
                    <a:pt x="391" y="77"/>
                  </a:lnTo>
                  <a:lnTo>
                    <a:pt x="1" y="102"/>
                  </a:lnTo>
                  <a:lnTo>
                    <a:pt x="1292" y="266"/>
                  </a:lnTo>
                  <a:lnTo>
                    <a:pt x="2644" y="419"/>
                  </a:lnTo>
                  <a:lnTo>
                    <a:pt x="4055" y="572"/>
                  </a:lnTo>
                  <a:lnTo>
                    <a:pt x="5527" y="714"/>
                  </a:lnTo>
                  <a:lnTo>
                    <a:pt x="7059" y="852"/>
                  </a:lnTo>
                  <a:lnTo>
                    <a:pt x="8651" y="980"/>
                  </a:lnTo>
                  <a:lnTo>
                    <a:pt x="10333" y="1102"/>
                  </a:lnTo>
                  <a:lnTo>
                    <a:pt x="12075" y="1219"/>
                  </a:lnTo>
                  <a:lnTo>
                    <a:pt x="12015" y="1128"/>
                  </a:lnTo>
                  <a:lnTo>
                    <a:pt x="11925" y="1031"/>
                  </a:lnTo>
                  <a:lnTo>
                    <a:pt x="11804" y="929"/>
                  </a:lnTo>
                  <a:lnTo>
                    <a:pt x="11624" y="827"/>
                  </a:lnTo>
                  <a:lnTo>
                    <a:pt x="11384" y="730"/>
                  </a:lnTo>
                  <a:lnTo>
                    <a:pt x="11114" y="628"/>
                  </a:lnTo>
                  <a:lnTo>
                    <a:pt x="10753" y="531"/>
                  </a:lnTo>
                  <a:lnTo>
                    <a:pt x="10573" y="485"/>
                  </a:lnTo>
                  <a:lnTo>
                    <a:pt x="10333" y="439"/>
                  </a:lnTo>
                  <a:lnTo>
                    <a:pt x="10122" y="393"/>
                  </a:lnTo>
                  <a:lnTo>
                    <a:pt x="9852" y="352"/>
                  </a:lnTo>
                  <a:lnTo>
                    <a:pt x="9582" y="311"/>
                  </a:lnTo>
                  <a:lnTo>
                    <a:pt x="9281" y="271"/>
                  </a:lnTo>
                  <a:lnTo>
                    <a:pt x="8951" y="235"/>
                  </a:lnTo>
                  <a:lnTo>
                    <a:pt x="8621" y="199"/>
                  </a:lnTo>
                  <a:lnTo>
                    <a:pt x="8260" y="164"/>
                  </a:lnTo>
                  <a:lnTo>
                    <a:pt x="7870" y="133"/>
                  </a:lnTo>
                  <a:lnTo>
                    <a:pt x="7449" y="107"/>
                  </a:lnTo>
                  <a:lnTo>
                    <a:pt x="7029" y="82"/>
                  </a:lnTo>
                  <a:lnTo>
                    <a:pt x="6548" y="62"/>
                  </a:lnTo>
                  <a:lnTo>
                    <a:pt x="6068" y="41"/>
                  </a:lnTo>
                  <a:lnTo>
                    <a:pt x="5557" y="26"/>
                  </a:lnTo>
                  <a:lnTo>
                    <a:pt x="4987" y="16"/>
                  </a:lnTo>
                  <a:lnTo>
                    <a:pt x="4416" y="5"/>
                  </a:lnTo>
                  <a:lnTo>
                    <a:pt x="3815" y="0"/>
                  </a:lnTo>
                  <a:close/>
                </a:path>
              </a:pathLst>
            </a:custGeom>
            <a:solidFill>
              <a:srgbClr val="00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68"/>
            <p:cNvSpPr/>
            <p:nvPr/>
          </p:nvSpPr>
          <p:spPr>
            <a:xfrm flipH="1">
              <a:off x="4038668" y="1941625"/>
              <a:ext cx="51198" cy="30500"/>
            </a:xfrm>
            <a:custGeom>
              <a:avLst/>
              <a:gdLst/>
              <a:ahLst/>
              <a:cxnLst/>
              <a:rect l="l" t="t" r="r" b="b"/>
              <a:pathLst>
                <a:path w="12075" h="1220" fill="none" extrusionOk="0">
                  <a:moveTo>
                    <a:pt x="3515" y="0"/>
                  </a:moveTo>
                  <a:lnTo>
                    <a:pt x="3515" y="0"/>
                  </a:lnTo>
                  <a:lnTo>
                    <a:pt x="3815" y="0"/>
                  </a:lnTo>
                  <a:lnTo>
                    <a:pt x="3815" y="0"/>
                  </a:lnTo>
                  <a:lnTo>
                    <a:pt x="4416" y="5"/>
                  </a:lnTo>
                  <a:lnTo>
                    <a:pt x="4987" y="16"/>
                  </a:lnTo>
                  <a:lnTo>
                    <a:pt x="5557" y="26"/>
                  </a:lnTo>
                  <a:lnTo>
                    <a:pt x="6068" y="41"/>
                  </a:lnTo>
                  <a:lnTo>
                    <a:pt x="6548" y="62"/>
                  </a:lnTo>
                  <a:lnTo>
                    <a:pt x="7029" y="82"/>
                  </a:lnTo>
                  <a:lnTo>
                    <a:pt x="7449" y="107"/>
                  </a:lnTo>
                  <a:lnTo>
                    <a:pt x="7870" y="133"/>
                  </a:lnTo>
                  <a:lnTo>
                    <a:pt x="8260" y="164"/>
                  </a:lnTo>
                  <a:lnTo>
                    <a:pt x="8621" y="199"/>
                  </a:lnTo>
                  <a:lnTo>
                    <a:pt x="8951" y="235"/>
                  </a:lnTo>
                  <a:lnTo>
                    <a:pt x="9281" y="271"/>
                  </a:lnTo>
                  <a:lnTo>
                    <a:pt x="9582" y="311"/>
                  </a:lnTo>
                  <a:lnTo>
                    <a:pt x="9852" y="352"/>
                  </a:lnTo>
                  <a:lnTo>
                    <a:pt x="10122" y="393"/>
                  </a:lnTo>
                  <a:lnTo>
                    <a:pt x="10333" y="439"/>
                  </a:lnTo>
                  <a:lnTo>
                    <a:pt x="10573" y="485"/>
                  </a:lnTo>
                  <a:lnTo>
                    <a:pt x="10753" y="531"/>
                  </a:lnTo>
                  <a:lnTo>
                    <a:pt x="11114" y="628"/>
                  </a:lnTo>
                  <a:lnTo>
                    <a:pt x="11384" y="730"/>
                  </a:lnTo>
                  <a:lnTo>
                    <a:pt x="11624" y="827"/>
                  </a:lnTo>
                  <a:lnTo>
                    <a:pt x="11804" y="929"/>
                  </a:lnTo>
                  <a:lnTo>
                    <a:pt x="11925" y="1031"/>
                  </a:lnTo>
                  <a:lnTo>
                    <a:pt x="12015" y="1128"/>
                  </a:lnTo>
                  <a:lnTo>
                    <a:pt x="12075" y="1219"/>
                  </a:lnTo>
                  <a:lnTo>
                    <a:pt x="12075" y="1219"/>
                  </a:lnTo>
                  <a:lnTo>
                    <a:pt x="10333" y="1102"/>
                  </a:lnTo>
                  <a:lnTo>
                    <a:pt x="8651" y="980"/>
                  </a:lnTo>
                  <a:lnTo>
                    <a:pt x="7059" y="852"/>
                  </a:lnTo>
                  <a:lnTo>
                    <a:pt x="5527" y="714"/>
                  </a:lnTo>
                  <a:lnTo>
                    <a:pt x="4055" y="572"/>
                  </a:lnTo>
                  <a:lnTo>
                    <a:pt x="2644" y="419"/>
                  </a:lnTo>
                  <a:lnTo>
                    <a:pt x="1292" y="266"/>
                  </a:lnTo>
                  <a:lnTo>
                    <a:pt x="1" y="102"/>
                  </a:lnTo>
                  <a:lnTo>
                    <a:pt x="1" y="102"/>
                  </a:lnTo>
                  <a:lnTo>
                    <a:pt x="391" y="77"/>
                  </a:lnTo>
                  <a:lnTo>
                    <a:pt x="782" y="56"/>
                  </a:lnTo>
                  <a:lnTo>
                    <a:pt x="1172" y="41"/>
                  </a:lnTo>
                  <a:lnTo>
                    <a:pt x="1593" y="26"/>
                  </a:lnTo>
                  <a:lnTo>
                    <a:pt x="2043" y="16"/>
                  </a:lnTo>
                  <a:lnTo>
                    <a:pt x="2524" y="5"/>
                  </a:lnTo>
                  <a:lnTo>
                    <a:pt x="3004" y="0"/>
                  </a:lnTo>
                  <a:lnTo>
                    <a:pt x="351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68"/>
            <p:cNvSpPr/>
            <p:nvPr/>
          </p:nvSpPr>
          <p:spPr>
            <a:xfrm flipH="1">
              <a:off x="4066427" y="1967625"/>
              <a:ext cx="17706" cy="16100"/>
            </a:xfrm>
            <a:custGeom>
              <a:avLst/>
              <a:gdLst/>
              <a:ahLst/>
              <a:cxnLst/>
              <a:rect l="l" t="t" r="r" b="b"/>
              <a:pathLst>
                <a:path w="4176" h="644" extrusionOk="0">
                  <a:moveTo>
                    <a:pt x="451" y="1"/>
                  </a:moveTo>
                  <a:lnTo>
                    <a:pt x="241" y="62"/>
                  </a:lnTo>
                  <a:lnTo>
                    <a:pt x="90" y="128"/>
                  </a:lnTo>
                  <a:lnTo>
                    <a:pt x="30" y="190"/>
                  </a:lnTo>
                  <a:lnTo>
                    <a:pt x="0" y="256"/>
                  </a:lnTo>
                  <a:lnTo>
                    <a:pt x="0" y="307"/>
                  </a:lnTo>
                  <a:lnTo>
                    <a:pt x="60" y="358"/>
                  </a:lnTo>
                  <a:lnTo>
                    <a:pt x="181" y="414"/>
                  </a:lnTo>
                  <a:lnTo>
                    <a:pt x="331" y="460"/>
                  </a:lnTo>
                  <a:lnTo>
                    <a:pt x="511" y="511"/>
                  </a:lnTo>
                  <a:lnTo>
                    <a:pt x="721" y="557"/>
                  </a:lnTo>
                  <a:lnTo>
                    <a:pt x="991" y="603"/>
                  </a:lnTo>
                  <a:lnTo>
                    <a:pt x="1292" y="644"/>
                  </a:lnTo>
                  <a:lnTo>
                    <a:pt x="1893" y="587"/>
                  </a:lnTo>
                  <a:lnTo>
                    <a:pt x="1983" y="567"/>
                  </a:lnTo>
                  <a:lnTo>
                    <a:pt x="2013" y="552"/>
                  </a:lnTo>
                  <a:lnTo>
                    <a:pt x="1983" y="526"/>
                  </a:lnTo>
                  <a:lnTo>
                    <a:pt x="1923" y="511"/>
                  </a:lnTo>
                  <a:lnTo>
                    <a:pt x="1772" y="480"/>
                  </a:lnTo>
                  <a:lnTo>
                    <a:pt x="1622" y="439"/>
                  </a:lnTo>
                  <a:lnTo>
                    <a:pt x="1502" y="388"/>
                  </a:lnTo>
                  <a:lnTo>
                    <a:pt x="1472" y="358"/>
                  </a:lnTo>
                  <a:lnTo>
                    <a:pt x="1442" y="327"/>
                  </a:lnTo>
                  <a:lnTo>
                    <a:pt x="1472" y="286"/>
                  </a:lnTo>
                  <a:lnTo>
                    <a:pt x="1532" y="246"/>
                  </a:lnTo>
                  <a:lnTo>
                    <a:pt x="1622" y="205"/>
                  </a:lnTo>
                  <a:lnTo>
                    <a:pt x="1772" y="159"/>
                  </a:lnTo>
                  <a:lnTo>
                    <a:pt x="1832" y="144"/>
                  </a:lnTo>
                  <a:lnTo>
                    <a:pt x="1832" y="123"/>
                  </a:lnTo>
                  <a:lnTo>
                    <a:pt x="1832" y="108"/>
                  </a:lnTo>
                  <a:lnTo>
                    <a:pt x="1772" y="93"/>
                  </a:lnTo>
                  <a:lnTo>
                    <a:pt x="1682" y="82"/>
                  </a:lnTo>
                  <a:lnTo>
                    <a:pt x="1562" y="72"/>
                  </a:lnTo>
                  <a:lnTo>
                    <a:pt x="451" y="1"/>
                  </a:lnTo>
                  <a:close/>
                  <a:moveTo>
                    <a:pt x="2583" y="1"/>
                  </a:moveTo>
                  <a:lnTo>
                    <a:pt x="2373" y="62"/>
                  </a:lnTo>
                  <a:lnTo>
                    <a:pt x="2253" y="128"/>
                  </a:lnTo>
                  <a:lnTo>
                    <a:pt x="2163" y="190"/>
                  </a:lnTo>
                  <a:lnTo>
                    <a:pt x="2133" y="256"/>
                  </a:lnTo>
                  <a:lnTo>
                    <a:pt x="2133" y="307"/>
                  </a:lnTo>
                  <a:lnTo>
                    <a:pt x="2193" y="358"/>
                  </a:lnTo>
                  <a:lnTo>
                    <a:pt x="2313" y="414"/>
                  </a:lnTo>
                  <a:lnTo>
                    <a:pt x="2463" y="460"/>
                  </a:lnTo>
                  <a:lnTo>
                    <a:pt x="2643" y="511"/>
                  </a:lnTo>
                  <a:lnTo>
                    <a:pt x="2884" y="557"/>
                  </a:lnTo>
                  <a:lnTo>
                    <a:pt x="3124" y="603"/>
                  </a:lnTo>
                  <a:lnTo>
                    <a:pt x="3454" y="644"/>
                  </a:lnTo>
                  <a:lnTo>
                    <a:pt x="4025" y="587"/>
                  </a:lnTo>
                  <a:lnTo>
                    <a:pt x="4115" y="567"/>
                  </a:lnTo>
                  <a:lnTo>
                    <a:pt x="4175" y="552"/>
                  </a:lnTo>
                  <a:lnTo>
                    <a:pt x="4145" y="526"/>
                  </a:lnTo>
                  <a:lnTo>
                    <a:pt x="4055" y="511"/>
                  </a:lnTo>
                  <a:lnTo>
                    <a:pt x="3905" y="480"/>
                  </a:lnTo>
                  <a:lnTo>
                    <a:pt x="3755" y="439"/>
                  </a:lnTo>
                  <a:lnTo>
                    <a:pt x="3635" y="388"/>
                  </a:lnTo>
                  <a:lnTo>
                    <a:pt x="3604" y="358"/>
                  </a:lnTo>
                  <a:lnTo>
                    <a:pt x="3604" y="327"/>
                  </a:lnTo>
                  <a:lnTo>
                    <a:pt x="3604" y="286"/>
                  </a:lnTo>
                  <a:lnTo>
                    <a:pt x="3665" y="246"/>
                  </a:lnTo>
                  <a:lnTo>
                    <a:pt x="3755" y="205"/>
                  </a:lnTo>
                  <a:lnTo>
                    <a:pt x="3905" y="159"/>
                  </a:lnTo>
                  <a:lnTo>
                    <a:pt x="3965" y="144"/>
                  </a:lnTo>
                  <a:lnTo>
                    <a:pt x="3965" y="123"/>
                  </a:lnTo>
                  <a:lnTo>
                    <a:pt x="3965" y="108"/>
                  </a:lnTo>
                  <a:lnTo>
                    <a:pt x="3905" y="93"/>
                  </a:lnTo>
                  <a:lnTo>
                    <a:pt x="3815" y="82"/>
                  </a:lnTo>
                  <a:lnTo>
                    <a:pt x="3695" y="72"/>
                  </a:lnTo>
                  <a:lnTo>
                    <a:pt x="258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68"/>
            <p:cNvSpPr/>
            <p:nvPr/>
          </p:nvSpPr>
          <p:spPr>
            <a:xfrm flipH="1">
              <a:off x="3800401" y="1526675"/>
              <a:ext cx="70681" cy="64050"/>
            </a:xfrm>
            <a:custGeom>
              <a:avLst/>
              <a:gdLst/>
              <a:ahLst/>
              <a:cxnLst/>
              <a:rect l="l" t="t" r="r" b="b"/>
              <a:pathLst>
                <a:path w="16670" h="2562" extrusionOk="0">
                  <a:moveTo>
                    <a:pt x="8410" y="1"/>
                  </a:moveTo>
                  <a:lnTo>
                    <a:pt x="7839" y="6"/>
                  </a:lnTo>
                  <a:lnTo>
                    <a:pt x="7269" y="11"/>
                  </a:lnTo>
                  <a:lnTo>
                    <a:pt x="6758" y="26"/>
                  </a:lnTo>
                  <a:lnTo>
                    <a:pt x="6248" y="42"/>
                  </a:lnTo>
                  <a:lnTo>
                    <a:pt x="5767" y="62"/>
                  </a:lnTo>
                  <a:lnTo>
                    <a:pt x="5316" y="82"/>
                  </a:lnTo>
                  <a:lnTo>
                    <a:pt x="4866" y="113"/>
                  </a:lnTo>
                  <a:lnTo>
                    <a:pt x="4445" y="144"/>
                  </a:lnTo>
                  <a:lnTo>
                    <a:pt x="4055" y="179"/>
                  </a:lnTo>
                  <a:lnTo>
                    <a:pt x="3695" y="215"/>
                  </a:lnTo>
                  <a:lnTo>
                    <a:pt x="3334" y="256"/>
                  </a:lnTo>
                  <a:lnTo>
                    <a:pt x="3004" y="297"/>
                  </a:lnTo>
                  <a:lnTo>
                    <a:pt x="2703" y="343"/>
                  </a:lnTo>
                  <a:lnTo>
                    <a:pt x="2403" y="388"/>
                  </a:lnTo>
                  <a:lnTo>
                    <a:pt x="2133" y="439"/>
                  </a:lnTo>
                  <a:lnTo>
                    <a:pt x="1863" y="490"/>
                  </a:lnTo>
                  <a:lnTo>
                    <a:pt x="1622" y="541"/>
                  </a:lnTo>
                  <a:lnTo>
                    <a:pt x="1412" y="592"/>
                  </a:lnTo>
                  <a:lnTo>
                    <a:pt x="1022" y="700"/>
                  </a:lnTo>
                  <a:lnTo>
                    <a:pt x="691" y="812"/>
                  </a:lnTo>
                  <a:lnTo>
                    <a:pt x="451" y="919"/>
                  </a:lnTo>
                  <a:lnTo>
                    <a:pt x="241" y="1026"/>
                  </a:lnTo>
                  <a:lnTo>
                    <a:pt x="90" y="1133"/>
                  </a:lnTo>
                  <a:lnTo>
                    <a:pt x="30" y="1230"/>
                  </a:lnTo>
                  <a:lnTo>
                    <a:pt x="0" y="1322"/>
                  </a:lnTo>
                  <a:lnTo>
                    <a:pt x="0" y="1429"/>
                  </a:lnTo>
                  <a:lnTo>
                    <a:pt x="60" y="1546"/>
                  </a:lnTo>
                  <a:lnTo>
                    <a:pt x="151" y="1679"/>
                  </a:lnTo>
                  <a:lnTo>
                    <a:pt x="211" y="1745"/>
                  </a:lnTo>
                  <a:lnTo>
                    <a:pt x="331" y="1812"/>
                  </a:lnTo>
                  <a:lnTo>
                    <a:pt x="2133" y="1883"/>
                  </a:lnTo>
                  <a:lnTo>
                    <a:pt x="3905" y="1959"/>
                  </a:lnTo>
                  <a:lnTo>
                    <a:pt x="5587" y="2046"/>
                  </a:lnTo>
                  <a:lnTo>
                    <a:pt x="7209" y="2138"/>
                  </a:lnTo>
                  <a:lnTo>
                    <a:pt x="8770" y="2235"/>
                  </a:lnTo>
                  <a:lnTo>
                    <a:pt x="10272" y="2337"/>
                  </a:lnTo>
                  <a:lnTo>
                    <a:pt x="11714" y="2449"/>
                  </a:lnTo>
                  <a:lnTo>
                    <a:pt x="13095" y="2561"/>
                  </a:lnTo>
                  <a:lnTo>
                    <a:pt x="13396" y="2531"/>
                  </a:lnTo>
                  <a:lnTo>
                    <a:pt x="13696" y="2495"/>
                  </a:lnTo>
                  <a:lnTo>
                    <a:pt x="14207" y="2424"/>
                  </a:lnTo>
                  <a:lnTo>
                    <a:pt x="14657" y="2347"/>
                  </a:lnTo>
                  <a:lnTo>
                    <a:pt x="15078" y="2260"/>
                  </a:lnTo>
                  <a:lnTo>
                    <a:pt x="15408" y="2174"/>
                  </a:lnTo>
                  <a:lnTo>
                    <a:pt x="15709" y="2082"/>
                  </a:lnTo>
                  <a:lnTo>
                    <a:pt x="15979" y="1990"/>
                  </a:lnTo>
                  <a:lnTo>
                    <a:pt x="16189" y="1893"/>
                  </a:lnTo>
                  <a:lnTo>
                    <a:pt x="16339" y="1796"/>
                  </a:lnTo>
                  <a:lnTo>
                    <a:pt x="16489" y="1699"/>
                  </a:lnTo>
                  <a:lnTo>
                    <a:pt x="16580" y="1607"/>
                  </a:lnTo>
                  <a:lnTo>
                    <a:pt x="16640" y="1516"/>
                  </a:lnTo>
                  <a:lnTo>
                    <a:pt x="16670" y="1424"/>
                  </a:lnTo>
                  <a:lnTo>
                    <a:pt x="16670" y="1342"/>
                  </a:lnTo>
                  <a:lnTo>
                    <a:pt x="16640" y="1261"/>
                  </a:lnTo>
                  <a:lnTo>
                    <a:pt x="16610" y="1189"/>
                  </a:lnTo>
                  <a:lnTo>
                    <a:pt x="16549" y="1097"/>
                  </a:lnTo>
                  <a:lnTo>
                    <a:pt x="16459" y="995"/>
                  </a:lnTo>
                  <a:lnTo>
                    <a:pt x="16339" y="898"/>
                  </a:lnTo>
                  <a:lnTo>
                    <a:pt x="16189" y="802"/>
                  </a:lnTo>
                  <a:lnTo>
                    <a:pt x="15979" y="700"/>
                  </a:lnTo>
                  <a:lnTo>
                    <a:pt x="15709" y="603"/>
                  </a:lnTo>
                  <a:lnTo>
                    <a:pt x="15408" y="511"/>
                  </a:lnTo>
                  <a:lnTo>
                    <a:pt x="15228" y="465"/>
                  </a:lnTo>
                  <a:lnTo>
                    <a:pt x="15048" y="424"/>
                  </a:lnTo>
                  <a:lnTo>
                    <a:pt x="14807" y="383"/>
                  </a:lnTo>
                  <a:lnTo>
                    <a:pt x="14597" y="343"/>
                  </a:lnTo>
                  <a:lnTo>
                    <a:pt x="14327" y="302"/>
                  </a:lnTo>
                  <a:lnTo>
                    <a:pt x="14057" y="266"/>
                  </a:lnTo>
                  <a:lnTo>
                    <a:pt x="13756" y="230"/>
                  </a:lnTo>
                  <a:lnTo>
                    <a:pt x="13426" y="195"/>
                  </a:lnTo>
                  <a:lnTo>
                    <a:pt x="13095" y="164"/>
                  </a:lnTo>
                  <a:lnTo>
                    <a:pt x="12735" y="133"/>
                  </a:lnTo>
                  <a:lnTo>
                    <a:pt x="12345" y="108"/>
                  </a:lnTo>
                  <a:lnTo>
                    <a:pt x="11924" y="82"/>
                  </a:lnTo>
                  <a:lnTo>
                    <a:pt x="11474" y="62"/>
                  </a:lnTo>
                  <a:lnTo>
                    <a:pt x="10993" y="47"/>
                  </a:lnTo>
                  <a:lnTo>
                    <a:pt x="10482" y="31"/>
                  </a:lnTo>
                  <a:lnTo>
                    <a:pt x="9942" y="16"/>
                  </a:lnTo>
                  <a:lnTo>
                    <a:pt x="9401" y="11"/>
                  </a:lnTo>
                  <a:lnTo>
                    <a:pt x="8801" y="6"/>
                  </a:lnTo>
                  <a:lnTo>
                    <a:pt x="8410" y="1"/>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68"/>
            <p:cNvSpPr/>
            <p:nvPr/>
          </p:nvSpPr>
          <p:spPr>
            <a:xfrm flipH="1">
              <a:off x="3800401" y="1526675"/>
              <a:ext cx="70681" cy="64050"/>
            </a:xfrm>
            <a:custGeom>
              <a:avLst/>
              <a:gdLst/>
              <a:ahLst/>
              <a:cxnLst/>
              <a:rect l="l" t="t" r="r" b="b"/>
              <a:pathLst>
                <a:path w="16670" h="2562" fill="none" extrusionOk="0">
                  <a:moveTo>
                    <a:pt x="8410" y="1"/>
                  </a:moveTo>
                  <a:lnTo>
                    <a:pt x="8410" y="1"/>
                  </a:lnTo>
                  <a:lnTo>
                    <a:pt x="8801" y="6"/>
                  </a:lnTo>
                  <a:lnTo>
                    <a:pt x="8801" y="6"/>
                  </a:lnTo>
                  <a:lnTo>
                    <a:pt x="9401" y="11"/>
                  </a:lnTo>
                  <a:lnTo>
                    <a:pt x="9942" y="16"/>
                  </a:lnTo>
                  <a:lnTo>
                    <a:pt x="10482" y="31"/>
                  </a:lnTo>
                  <a:lnTo>
                    <a:pt x="10993" y="47"/>
                  </a:lnTo>
                  <a:lnTo>
                    <a:pt x="11474" y="62"/>
                  </a:lnTo>
                  <a:lnTo>
                    <a:pt x="11924" y="82"/>
                  </a:lnTo>
                  <a:lnTo>
                    <a:pt x="12345" y="108"/>
                  </a:lnTo>
                  <a:lnTo>
                    <a:pt x="12735" y="133"/>
                  </a:lnTo>
                  <a:lnTo>
                    <a:pt x="13095" y="164"/>
                  </a:lnTo>
                  <a:lnTo>
                    <a:pt x="13426" y="195"/>
                  </a:lnTo>
                  <a:lnTo>
                    <a:pt x="13756" y="230"/>
                  </a:lnTo>
                  <a:lnTo>
                    <a:pt x="14057" y="266"/>
                  </a:lnTo>
                  <a:lnTo>
                    <a:pt x="14327" y="302"/>
                  </a:lnTo>
                  <a:lnTo>
                    <a:pt x="14597" y="343"/>
                  </a:lnTo>
                  <a:lnTo>
                    <a:pt x="14807" y="383"/>
                  </a:lnTo>
                  <a:lnTo>
                    <a:pt x="15048" y="424"/>
                  </a:lnTo>
                  <a:lnTo>
                    <a:pt x="15228" y="465"/>
                  </a:lnTo>
                  <a:lnTo>
                    <a:pt x="15408" y="511"/>
                  </a:lnTo>
                  <a:lnTo>
                    <a:pt x="15709" y="603"/>
                  </a:lnTo>
                  <a:lnTo>
                    <a:pt x="15979" y="700"/>
                  </a:lnTo>
                  <a:lnTo>
                    <a:pt x="16189" y="802"/>
                  </a:lnTo>
                  <a:lnTo>
                    <a:pt x="16339" y="898"/>
                  </a:lnTo>
                  <a:lnTo>
                    <a:pt x="16459" y="995"/>
                  </a:lnTo>
                  <a:lnTo>
                    <a:pt x="16549" y="1097"/>
                  </a:lnTo>
                  <a:lnTo>
                    <a:pt x="16610" y="1189"/>
                  </a:lnTo>
                  <a:lnTo>
                    <a:pt x="16610" y="1189"/>
                  </a:lnTo>
                  <a:lnTo>
                    <a:pt x="16640" y="1261"/>
                  </a:lnTo>
                  <a:lnTo>
                    <a:pt x="16670" y="1342"/>
                  </a:lnTo>
                  <a:lnTo>
                    <a:pt x="16670" y="1424"/>
                  </a:lnTo>
                  <a:lnTo>
                    <a:pt x="16640" y="1516"/>
                  </a:lnTo>
                  <a:lnTo>
                    <a:pt x="16580" y="1607"/>
                  </a:lnTo>
                  <a:lnTo>
                    <a:pt x="16489" y="1699"/>
                  </a:lnTo>
                  <a:lnTo>
                    <a:pt x="16339" y="1796"/>
                  </a:lnTo>
                  <a:lnTo>
                    <a:pt x="16189" y="1893"/>
                  </a:lnTo>
                  <a:lnTo>
                    <a:pt x="15979" y="1990"/>
                  </a:lnTo>
                  <a:lnTo>
                    <a:pt x="15709" y="2082"/>
                  </a:lnTo>
                  <a:lnTo>
                    <a:pt x="15408" y="2174"/>
                  </a:lnTo>
                  <a:lnTo>
                    <a:pt x="15078" y="2260"/>
                  </a:lnTo>
                  <a:lnTo>
                    <a:pt x="14657" y="2347"/>
                  </a:lnTo>
                  <a:lnTo>
                    <a:pt x="14207" y="2424"/>
                  </a:lnTo>
                  <a:lnTo>
                    <a:pt x="13696" y="2495"/>
                  </a:lnTo>
                  <a:lnTo>
                    <a:pt x="13396" y="2531"/>
                  </a:lnTo>
                  <a:lnTo>
                    <a:pt x="13095" y="2561"/>
                  </a:lnTo>
                  <a:lnTo>
                    <a:pt x="13095" y="2561"/>
                  </a:lnTo>
                  <a:lnTo>
                    <a:pt x="11714" y="2449"/>
                  </a:lnTo>
                  <a:lnTo>
                    <a:pt x="10272" y="2337"/>
                  </a:lnTo>
                  <a:lnTo>
                    <a:pt x="8770" y="2235"/>
                  </a:lnTo>
                  <a:lnTo>
                    <a:pt x="7209" y="2138"/>
                  </a:lnTo>
                  <a:lnTo>
                    <a:pt x="5587" y="2046"/>
                  </a:lnTo>
                  <a:lnTo>
                    <a:pt x="3905" y="1959"/>
                  </a:lnTo>
                  <a:lnTo>
                    <a:pt x="2133" y="1883"/>
                  </a:lnTo>
                  <a:lnTo>
                    <a:pt x="331" y="1812"/>
                  </a:lnTo>
                  <a:lnTo>
                    <a:pt x="331" y="1812"/>
                  </a:lnTo>
                  <a:lnTo>
                    <a:pt x="211" y="1745"/>
                  </a:lnTo>
                  <a:lnTo>
                    <a:pt x="151" y="1679"/>
                  </a:lnTo>
                  <a:lnTo>
                    <a:pt x="60" y="1546"/>
                  </a:lnTo>
                  <a:lnTo>
                    <a:pt x="0" y="1429"/>
                  </a:lnTo>
                  <a:lnTo>
                    <a:pt x="0" y="1322"/>
                  </a:lnTo>
                  <a:lnTo>
                    <a:pt x="0" y="1322"/>
                  </a:lnTo>
                  <a:lnTo>
                    <a:pt x="30" y="1230"/>
                  </a:lnTo>
                  <a:lnTo>
                    <a:pt x="90" y="1133"/>
                  </a:lnTo>
                  <a:lnTo>
                    <a:pt x="241" y="1026"/>
                  </a:lnTo>
                  <a:lnTo>
                    <a:pt x="451" y="919"/>
                  </a:lnTo>
                  <a:lnTo>
                    <a:pt x="691" y="812"/>
                  </a:lnTo>
                  <a:lnTo>
                    <a:pt x="1022" y="700"/>
                  </a:lnTo>
                  <a:lnTo>
                    <a:pt x="1412" y="592"/>
                  </a:lnTo>
                  <a:lnTo>
                    <a:pt x="1622" y="541"/>
                  </a:lnTo>
                  <a:lnTo>
                    <a:pt x="1863" y="490"/>
                  </a:lnTo>
                  <a:lnTo>
                    <a:pt x="2133" y="439"/>
                  </a:lnTo>
                  <a:lnTo>
                    <a:pt x="2403" y="388"/>
                  </a:lnTo>
                  <a:lnTo>
                    <a:pt x="2703" y="343"/>
                  </a:lnTo>
                  <a:lnTo>
                    <a:pt x="3004" y="297"/>
                  </a:lnTo>
                  <a:lnTo>
                    <a:pt x="3334" y="256"/>
                  </a:lnTo>
                  <a:lnTo>
                    <a:pt x="3695" y="215"/>
                  </a:lnTo>
                  <a:lnTo>
                    <a:pt x="4055" y="179"/>
                  </a:lnTo>
                  <a:lnTo>
                    <a:pt x="4445" y="144"/>
                  </a:lnTo>
                  <a:lnTo>
                    <a:pt x="4866" y="113"/>
                  </a:lnTo>
                  <a:lnTo>
                    <a:pt x="5316" y="82"/>
                  </a:lnTo>
                  <a:lnTo>
                    <a:pt x="5767" y="62"/>
                  </a:lnTo>
                  <a:lnTo>
                    <a:pt x="6248" y="42"/>
                  </a:lnTo>
                  <a:lnTo>
                    <a:pt x="6758" y="26"/>
                  </a:lnTo>
                  <a:lnTo>
                    <a:pt x="7269" y="11"/>
                  </a:lnTo>
                  <a:lnTo>
                    <a:pt x="7839" y="6"/>
                  </a:lnTo>
                  <a:lnTo>
                    <a:pt x="841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68"/>
            <p:cNvSpPr/>
            <p:nvPr/>
          </p:nvSpPr>
          <p:spPr>
            <a:xfrm flipH="1">
              <a:off x="3815555" y="1571950"/>
              <a:ext cx="54128" cy="23225"/>
            </a:xfrm>
            <a:custGeom>
              <a:avLst/>
              <a:gdLst/>
              <a:ahLst/>
              <a:cxnLst/>
              <a:rect l="l" t="t" r="r" b="b"/>
              <a:pathLst>
                <a:path w="12766" h="929" extrusionOk="0">
                  <a:moveTo>
                    <a:pt x="1" y="1"/>
                  </a:moveTo>
                  <a:lnTo>
                    <a:pt x="121" y="82"/>
                  </a:lnTo>
                  <a:lnTo>
                    <a:pt x="301" y="164"/>
                  </a:lnTo>
                  <a:lnTo>
                    <a:pt x="511" y="245"/>
                  </a:lnTo>
                  <a:lnTo>
                    <a:pt x="752" y="327"/>
                  </a:lnTo>
                  <a:lnTo>
                    <a:pt x="1052" y="403"/>
                  </a:lnTo>
                  <a:lnTo>
                    <a:pt x="1382" y="480"/>
                  </a:lnTo>
                  <a:lnTo>
                    <a:pt x="1773" y="551"/>
                  </a:lnTo>
                  <a:lnTo>
                    <a:pt x="2223" y="623"/>
                  </a:lnTo>
                  <a:lnTo>
                    <a:pt x="2704" y="684"/>
                  </a:lnTo>
                  <a:lnTo>
                    <a:pt x="3244" y="740"/>
                  </a:lnTo>
                  <a:lnTo>
                    <a:pt x="3875" y="791"/>
                  </a:lnTo>
                  <a:lnTo>
                    <a:pt x="4536" y="837"/>
                  </a:lnTo>
                  <a:lnTo>
                    <a:pt x="5287" y="873"/>
                  </a:lnTo>
                  <a:lnTo>
                    <a:pt x="6098" y="903"/>
                  </a:lnTo>
                  <a:lnTo>
                    <a:pt x="6999" y="924"/>
                  </a:lnTo>
                  <a:lnTo>
                    <a:pt x="7960" y="929"/>
                  </a:lnTo>
                  <a:lnTo>
                    <a:pt x="8951" y="929"/>
                  </a:lnTo>
                  <a:lnTo>
                    <a:pt x="9612" y="919"/>
                  </a:lnTo>
                  <a:lnTo>
                    <a:pt x="10243" y="903"/>
                  </a:lnTo>
                  <a:lnTo>
                    <a:pt x="10813" y="883"/>
                  </a:lnTo>
                  <a:lnTo>
                    <a:pt x="11354" y="857"/>
                  </a:lnTo>
                  <a:lnTo>
                    <a:pt x="11864" y="827"/>
                  </a:lnTo>
                  <a:lnTo>
                    <a:pt x="12315" y="791"/>
                  </a:lnTo>
                  <a:lnTo>
                    <a:pt x="12765" y="750"/>
                  </a:lnTo>
                  <a:lnTo>
                    <a:pt x="11384" y="638"/>
                  </a:lnTo>
                  <a:lnTo>
                    <a:pt x="9942" y="526"/>
                  </a:lnTo>
                  <a:lnTo>
                    <a:pt x="8440" y="424"/>
                  </a:lnTo>
                  <a:lnTo>
                    <a:pt x="6879" y="327"/>
                  </a:lnTo>
                  <a:lnTo>
                    <a:pt x="5257" y="235"/>
                  </a:lnTo>
                  <a:lnTo>
                    <a:pt x="3575" y="148"/>
                  </a:lnTo>
                  <a:lnTo>
                    <a:pt x="1803" y="72"/>
                  </a:lnTo>
                  <a:lnTo>
                    <a:pt x="1" y="1"/>
                  </a:lnTo>
                  <a:close/>
                </a:path>
              </a:pathLst>
            </a:custGeom>
            <a:solidFill>
              <a:srgbClr val="008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68"/>
            <p:cNvSpPr/>
            <p:nvPr/>
          </p:nvSpPr>
          <p:spPr>
            <a:xfrm flipH="1">
              <a:off x="3815555" y="1571950"/>
              <a:ext cx="54128" cy="23225"/>
            </a:xfrm>
            <a:custGeom>
              <a:avLst/>
              <a:gdLst/>
              <a:ahLst/>
              <a:cxnLst/>
              <a:rect l="l" t="t" r="r" b="b"/>
              <a:pathLst>
                <a:path w="12766" h="929" fill="none" extrusionOk="0">
                  <a:moveTo>
                    <a:pt x="1" y="1"/>
                  </a:moveTo>
                  <a:lnTo>
                    <a:pt x="1" y="1"/>
                  </a:lnTo>
                  <a:lnTo>
                    <a:pt x="1803" y="72"/>
                  </a:lnTo>
                  <a:lnTo>
                    <a:pt x="3575" y="148"/>
                  </a:lnTo>
                  <a:lnTo>
                    <a:pt x="5257" y="235"/>
                  </a:lnTo>
                  <a:lnTo>
                    <a:pt x="6879" y="327"/>
                  </a:lnTo>
                  <a:lnTo>
                    <a:pt x="8440" y="424"/>
                  </a:lnTo>
                  <a:lnTo>
                    <a:pt x="9942" y="526"/>
                  </a:lnTo>
                  <a:lnTo>
                    <a:pt x="11384" y="638"/>
                  </a:lnTo>
                  <a:lnTo>
                    <a:pt x="12765" y="750"/>
                  </a:lnTo>
                  <a:lnTo>
                    <a:pt x="12765" y="750"/>
                  </a:lnTo>
                  <a:lnTo>
                    <a:pt x="12315" y="791"/>
                  </a:lnTo>
                  <a:lnTo>
                    <a:pt x="11864" y="827"/>
                  </a:lnTo>
                  <a:lnTo>
                    <a:pt x="11354" y="857"/>
                  </a:lnTo>
                  <a:lnTo>
                    <a:pt x="10813" y="883"/>
                  </a:lnTo>
                  <a:lnTo>
                    <a:pt x="10243" y="903"/>
                  </a:lnTo>
                  <a:lnTo>
                    <a:pt x="9612" y="919"/>
                  </a:lnTo>
                  <a:lnTo>
                    <a:pt x="8951" y="929"/>
                  </a:lnTo>
                  <a:lnTo>
                    <a:pt x="8290" y="929"/>
                  </a:lnTo>
                  <a:lnTo>
                    <a:pt x="8290" y="929"/>
                  </a:lnTo>
                  <a:lnTo>
                    <a:pt x="7960" y="929"/>
                  </a:lnTo>
                  <a:lnTo>
                    <a:pt x="7960" y="929"/>
                  </a:lnTo>
                  <a:lnTo>
                    <a:pt x="6999" y="924"/>
                  </a:lnTo>
                  <a:lnTo>
                    <a:pt x="6098" y="903"/>
                  </a:lnTo>
                  <a:lnTo>
                    <a:pt x="5287" y="873"/>
                  </a:lnTo>
                  <a:lnTo>
                    <a:pt x="4536" y="837"/>
                  </a:lnTo>
                  <a:lnTo>
                    <a:pt x="3875" y="791"/>
                  </a:lnTo>
                  <a:lnTo>
                    <a:pt x="3244" y="740"/>
                  </a:lnTo>
                  <a:lnTo>
                    <a:pt x="2704" y="684"/>
                  </a:lnTo>
                  <a:lnTo>
                    <a:pt x="2223" y="623"/>
                  </a:lnTo>
                  <a:lnTo>
                    <a:pt x="1773" y="551"/>
                  </a:lnTo>
                  <a:lnTo>
                    <a:pt x="1382" y="480"/>
                  </a:lnTo>
                  <a:lnTo>
                    <a:pt x="1052" y="403"/>
                  </a:lnTo>
                  <a:lnTo>
                    <a:pt x="752" y="327"/>
                  </a:lnTo>
                  <a:lnTo>
                    <a:pt x="511" y="245"/>
                  </a:lnTo>
                  <a:lnTo>
                    <a:pt x="301" y="164"/>
                  </a:lnTo>
                  <a:lnTo>
                    <a:pt x="121" y="82"/>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68"/>
            <p:cNvSpPr/>
            <p:nvPr/>
          </p:nvSpPr>
          <p:spPr>
            <a:xfrm flipH="1">
              <a:off x="3825362" y="1553075"/>
              <a:ext cx="17706" cy="16225"/>
            </a:xfrm>
            <a:custGeom>
              <a:avLst/>
              <a:gdLst/>
              <a:ahLst/>
              <a:cxnLst/>
              <a:rect l="l" t="t" r="r" b="b"/>
              <a:pathLst>
                <a:path w="4176" h="649" extrusionOk="0">
                  <a:moveTo>
                    <a:pt x="722" y="1"/>
                  </a:moveTo>
                  <a:lnTo>
                    <a:pt x="121" y="62"/>
                  </a:lnTo>
                  <a:lnTo>
                    <a:pt x="31" y="77"/>
                  </a:lnTo>
                  <a:lnTo>
                    <a:pt x="1" y="98"/>
                  </a:lnTo>
                  <a:lnTo>
                    <a:pt x="31" y="118"/>
                  </a:lnTo>
                  <a:lnTo>
                    <a:pt x="91" y="138"/>
                  </a:lnTo>
                  <a:lnTo>
                    <a:pt x="241" y="164"/>
                  </a:lnTo>
                  <a:lnTo>
                    <a:pt x="391" y="210"/>
                  </a:lnTo>
                  <a:lnTo>
                    <a:pt x="512" y="261"/>
                  </a:lnTo>
                  <a:lnTo>
                    <a:pt x="572" y="291"/>
                  </a:lnTo>
                  <a:lnTo>
                    <a:pt x="572" y="322"/>
                  </a:lnTo>
                  <a:lnTo>
                    <a:pt x="542" y="358"/>
                  </a:lnTo>
                  <a:lnTo>
                    <a:pt x="482" y="398"/>
                  </a:lnTo>
                  <a:lnTo>
                    <a:pt x="391" y="444"/>
                  </a:lnTo>
                  <a:lnTo>
                    <a:pt x="241" y="490"/>
                  </a:lnTo>
                  <a:lnTo>
                    <a:pt x="211" y="506"/>
                  </a:lnTo>
                  <a:lnTo>
                    <a:pt x="181" y="521"/>
                  </a:lnTo>
                  <a:lnTo>
                    <a:pt x="211" y="541"/>
                  </a:lnTo>
                  <a:lnTo>
                    <a:pt x="271" y="557"/>
                  </a:lnTo>
                  <a:lnTo>
                    <a:pt x="331" y="567"/>
                  </a:lnTo>
                  <a:lnTo>
                    <a:pt x="452" y="577"/>
                  </a:lnTo>
                  <a:lnTo>
                    <a:pt x="1563" y="648"/>
                  </a:lnTo>
                  <a:lnTo>
                    <a:pt x="1773" y="582"/>
                  </a:lnTo>
                  <a:lnTo>
                    <a:pt x="1923" y="521"/>
                  </a:lnTo>
                  <a:lnTo>
                    <a:pt x="2013" y="455"/>
                  </a:lnTo>
                  <a:lnTo>
                    <a:pt x="2043" y="393"/>
                  </a:lnTo>
                  <a:lnTo>
                    <a:pt x="2013" y="337"/>
                  </a:lnTo>
                  <a:lnTo>
                    <a:pt x="1953" y="286"/>
                  </a:lnTo>
                  <a:lnTo>
                    <a:pt x="1863" y="235"/>
                  </a:lnTo>
                  <a:lnTo>
                    <a:pt x="1713" y="184"/>
                  </a:lnTo>
                  <a:lnTo>
                    <a:pt x="1503" y="138"/>
                  </a:lnTo>
                  <a:lnTo>
                    <a:pt x="1292" y="87"/>
                  </a:lnTo>
                  <a:lnTo>
                    <a:pt x="1022" y="47"/>
                  </a:lnTo>
                  <a:lnTo>
                    <a:pt x="722" y="1"/>
                  </a:lnTo>
                  <a:close/>
                  <a:moveTo>
                    <a:pt x="2854" y="1"/>
                  </a:moveTo>
                  <a:lnTo>
                    <a:pt x="2284" y="62"/>
                  </a:lnTo>
                  <a:lnTo>
                    <a:pt x="2163" y="77"/>
                  </a:lnTo>
                  <a:lnTo>
                    <a:pt x="2133" y="98"/>
                  </a:lnTo>
                  <a:lnTo>
                    <a:pt x="2163" y="118"/>
                  </a:lnTo>
                  <a:lnTo>
                    <a:pt x="2224" y="138"/>
                  </a:lnTo>
                  <a:lnTo>
                    <a:pt x="2374" y="164"/>
                  </a:lnTo>
                  <a:lnTo>
                    <a:pt x="2524" y="210"/>
                  </a:lnTo>
                  <a:lnTo>
                    <a:pt x="2644" y="261"/>
                  </a:lnTo>
                  <a:lnTo>
                    <a:pt x="2704" y="291"/>
                  </a:lnTo>
                  <a:lnTo>
                    <a:pt x="2704" y="322"/>
                  </a:lnTo>
                  <a:lnTo>
                    <a:pt x="2674" y="358"/>
                  </a:lnTo>
                  <a:lnTo>
                    <a:pt x="2644" y="398"/>
                  </a:lnTo>
                  <a:lnTo>
                    <a:pt x="2524" y="444"/>
                  </a:lnTo>
                  <a:lnTo>
                    <a:pt x="2374" y="490"/>
                  </a:lnTo>
                  <a:lnTo>
                    <a:pt x="2344" y="506"/>
                  </a:lnTo>
                  <a:lnTo>
                    <a:pt x="2314" y="521"/>
                  </a:lnTo>
                  <a:lnTo>
                    <a:pt x="2344" y="541"/>
                  </a:lnTo>
                  <a:lnTo>
                    <a:pt x="2404" y="557"/>
                  </a:lnTo>
                  <a:lnTo>
                    <a:pt x="2494" y="567"/>
                  </a:lnTo>
                  <a:lnTo>
                    <a:pt x="2584" y="577"/>
                  </a:lnTo>
                  <a:lnTo>
                    <a:pt x="3695" y="648"/>
                  </a:lnTo>
                  <a:lnTo>
                    <a:pt x="3905" y="582"/>
                  </a:lnTo>
                  <a:lnTo>
                    <a:pt x="4056" y="521"/>
                  </a:lnTo>
                  <a:lnTo>
                    <a:pt x="4146" y="455"/>
                  </a:lnTo>
                  <a:lnTo>
                    <a:pt x="4176" y="393"/>
                  </a:lnTo>
                  <a:lnTo>
                    <a:pt x="4146" y="337"/>
                  </a:lnTo>
                  <a:lnTo>
                    <a:pt x="4086" y="286"/>
                  </a:lnTo>
                  <a:lnTo>
                    <a:pt x="3996" y="235"/>
                  </a:lnTo>
                  <a:lnTo>
                    <a:pt x="3845" y="184"/>
                  </a:lnTo>
                  <a:lnTo>
                    <a:pt x="3665" y="138"/>
                  </a:lnTo>
                  <a:lnTo>
                    <a:pt x="3425" y="87"/>
                  </a:lnTo>
                  <a:lnTo>
                    <a:pt x="3155" y="47"/>
                  </a:lnTo>
                  <a:lnTo>
                    <a:pt x="285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68"/>
            <p:cNvSpPr/>
            <p:nvPr/>
          </p:nvSpPr>
          <p:spPr>
            <a:xfrm flipH="1">
              <a:off x="4100559" y="1516875"/>
              <a:ext cx="241578" cy="234125"/>
            </a:xfrm>
            <a:custGeom>
              <a:avLst/>
              <a:gdLst/>
              <a:ahLst/>
              <a:cxnLst/>
              <a:rect l="l" t="t" r="r" b="b"/>
              <a:pathLst>
                <a:path w="56976" h="9365" extrusionOk="0">
                  <a:moveTo>
                    <a:pt x="28713" y="0"/>
                  </a:moveTo>
                  <a:lnTo>
                    <a:pt x="27722" y="5"/>
                  </a:lnTo>
                  <a:lnTo>
                    <a:pt x="26761" y="10"/>
                  </a:lnTo>
                  <a:lnTo>
                    <a:pt x="25800" y="20"/>
                  </a:lnTo>
                  <a:lnTo>
                    <a:pt x="24899" y="36"/>
                  </a:lnTo>
                  <a:lnTo>
                    <a:pt x="23968" y="51"/>
                  </a:lnTo>
                  <a:lnTo>
                    <a:pt x="23097" y="77"/>
                  </a:lnTo>
                  <a:lnTo>
                    <a:pt x="22226" y="102"/>
                  </a:lnTo>
                  <a:lnTo>
                    <a:pt x="21385" y="133"/>
                  </a:lnTo>
                  <a:lnTo>
                    <a:pt x="20544" y="163"/>
                  </a:lnTo>
                  <a:lnTo>
                    <a:pt x="19733" y="199"/>
                  </a:lnTo>
                  <a:lnTo>
                    <a:pt x="18952" y="240"/>
                  </a:lnTo>
                  <a:lnTo>
                    <a:pt x="18171" y="281"/>
                  </a:lnTo>
                  <a:lnTo>
                    <a:pt x="17420" y="326"/>
                  </a:lnTo>
                  <a:lnTo>
                    <a:pt x="16669" y="377"/>
                  </a:lnTo>
                  <a:lnTo>
                    <a:pt x="15948" y="428"/>
                  </a:lnTo>
                  <a:lnTo>
                    <a:pt x="15258" y="485"/>
                  </a:lnTo>
                  <a:lnTo>
                    <a:pt x="14567" y="541"/>
                  </a:lnTo>
                  <a:lnTo>
                    <a:pt x="13906" y="602"/>
                  </a:lnTo>
                  <a:lnTo>
                    <a:pt x="13275" y="663"/>
                  </a:lnTo>
                  <a:lnTo>
                    <a:pt x="12645" y="729"/>
                  </a:lnTo>
                  <a:lnTo>
                    <a:pt x="12014" y="796"/>
                  </a:lnTo>
                  <a:lnTo>
                    <a:pt x="11443" y="862"/>
                  </a:lnTo>
                  <a:lnTo>
                    <a:pt x="10843" y="933"/>
                  </a:lnTo>
                  <a:lnTo>
                    <a:pt x="10302" y="1010"/>
                  </a:lnTo>
                  <a:lnTo>
                    <a:pt x="9761" y="1086"/>
                  </a:lnTo>
                  <a:lnTo>
                    <a:pt x="9221" y="1163"/>
                  </a:lnTo>
                  <a:lnTo>
                    <a:pt x="8710" y="1239"/>
                  </a:lnTo>
                  <a:lnTo>
                    <a:pt x="8230" y="1321"/>
                  </a:lnTo>
                  <a:lnTo>
                    <a:pt x="7268" y="1489"/>
                  </a:lnTo>
                  <a:lnTo>
                    <a:pt x="6397" y="1663"/>
                  </a:lnTo>
                  <a:lnTo>
                    <a:pt x="5587" y="1836"/>
                  </a:lnTo>
                  <a:lnTo>
                    <a:pt x="4836" y="2015"/>
                  </a:lnTo>
                  <a:lnTo>
                    <a:pt x="4145" y="2198"/>
                  </a:lnTo>
                  <a:lnTo>
                    <a:pt x="3514" y="2387"/>
                  </a:lnTo>
                  <a:lnTo>
                    <a:pt x="2913" y="2571"/>
                  </a:lnTo>
                  <a:lnTo>
                    <a:pt x="2403" y="2759"/>
                  </a:lnTo>
                  <a:lnTo>
                    <a:pt x="1952" y="2948"/>
                  </a:lnTo>
                  <a:lnTo>
                    <a:pt x="1532" y="3137"/>
                  </a:lnTo>
                  <a:lnTo>
                    <a:pt x="1171" y="3321"/>
                  </a:lnTo>
                  <a:lnTo>
                    <a:pt x="841" y="3504"/>
                  </a:lnTo>
                  <a:lnTo>
                    <a:pt x="601" y="3683"/>
                  </a:lnTo>
                  <a:lnTo>
                    <a:pt x="391" y="3861"/>
                  </a:lnTo>
                  <a:lnTo>
                    <a:pt x="210" y="4035"/>
                  </a:lnTo>
                  <a:lnTo>
                    <a:pt x="90" y="4198"/>
                  </a:lnTo>
                  <a:lnTo>
                    <a:pt x="30" y="4356"/>
                  </a:lnTo>
                  <a:lnTo>
                    <a:pt x="0" y="4509"/>
                  </a:lnTo>
                  <a:lnTo>
                    <a:pt x="0" y="4795"/>
                  </a:lnTo>
                  <a:lnTo>
                    <a:pt x="30" y="4948"/>
                  </a:lnTo>
                  <a:lnTo>
                    <a:pt x="90" y="5106"/>
                  </a:lnTo>
                  <a:lnTo>
                    <a:pt x="180" y="5274"/>
                  </a:lnTo>
                  <a:lnTo>
                    <a:pt x="270" y="5442"/>
                  </a:lnTo>
                  <a:lnTo>
                    <a:pt x="421" y="5621"/>
                  </a:lnTo>
                  <a:lnTo>
                    <a:pt x="601" y="5799"/>
                  </a:lnTo>
                  <a:lnTo>
                    <a:pt x="811" y="5983"/>
                  </a:lnTo>
                  <a:lnTo>
                    <a:pt x="1081" y="6167"/>
                  </a:lnTo>
                  <a:lnTo>
                    <a:pt x="1382" y="6355"/>
                  </a:lnTo>
                  <a:lnTo>
                    <a:pt x="1712" y="6544"/>
                  </a:lnTo>
                  <a:lnTo>
                    <a:pt x="2133" y="6728"/>
                  </a:lnTo>
                  <a:lnTo>
                    <a:pt x="2583" y="6917"/>
                  </a:lnTo>
                  <a:lnTo>
                    <a:pt x="3094" y="7100"/>
                  </a:lnTo>
                  <a:lnTo>
                    <a:pt x="3694" y="7284"/>
                  </a:lnTo>
                  <a:lnTo>
                    <a:pt x="4265" y="7279"/>
                  </a:lnTo>
                  <a:lnTo>
                    <a:pt x="4415" y="7279"/>
                  </a:lnTo>
                  <a:lnTo>
                    <a:pt x="4806" y="7284"/>
                  </a:lnTo>
                  <a:lnTo>
                    <a:pt x="5166" y="7289"/>
                  </a:lnTo>
                  <a:lnTo>
                    <a:pt x="5526" y="7299"/>
                  </a:lnTo>
                  <a:lnTo>
                    <a:pt x="5827" y="7309"/>
                  </a:lnTo>
                  <a:lnTo>
                    <a:pt x="6127" y="7325"/>
                  </a:lnTo>
                  <a:lnTo>
                    <a:pt x="6427" y="7340"/>
                  </a:lnTo>
                  <a:lnTo>
                    <a:pt x="6698" y="7355"/>
                  </a:lnTo>
                  <a:lnTo>
                    <a:pt x="6938" y="7376"/>
                  </a:lnTo>
                  <a:lnTo>
                    <a:pt x="7359" y="7421"/>
                  </a:lnTo>
                  <a:lnTo>
                    <a:pt x="7749" y="7472"/>
                  </a:lnTo>
                  <a:lnTo>
                    <a:pt x="8049" y="7529"/>
                  </a:lnTo>
                  <a:lnTo>
                    <a:pt x="8320" y="7590"/>
                  </a:lnTo>
                  <a:lnTo>
                    <a:pt x="8530" y="7651"/>
                  </a:lnTo>
                  <a:lnTo>
                    <a:pt x="8680" y="7712"/>
                  </a:lnTo>
                  <a:lnTo>
                    <a:pt x="8800" y="7779"/>
                  </a:lnTo>
                  <a:lnTo>
                    <a:pt x="8890" y="7840"/>
                  </a:lnTo>
                  <a:lnTo>
                    <a:pt x="8950" y="7901"/>
                  </a:lnTo>
                  <a:lnTo>
                    <a:pt x="9010" y="7962"/>
                  </a:lnTo>
                  <a:lnTo>
                    <a:pt x="9010" y="8064"/>
                  </a:lnTo>
                  <a:lnTo>
                    <a:pt x="9010" y="8120"/>
                  </a:lnTo>
                  <a:lnTo>
                    <a:pt x="8950" y="8181"/>
                  </a:lnTo>
                  <a:lnTo>
                    <a:pt x="8860" y="8243"/>
                  </a:lnTo>
                  <a:lnTo>
                    <a:pt x="8710" y="8309"/>
                  </a:lnTo>
                  <a:lnTo>
                    <a:pt x="9551" y="8421"/>
                  </a:lnTo>
                  <a:lnTo>
                    <a:pt x="10422" y="8523"/>
                  </a:lnTo>
                  <a:lnTo>
                    <a:pt x="11323" y="8625"/>
                  </a:lnTo>
                  <a:lnTo>
                    <a:pt x="12284" y="8722"/>
                  </a:lnTo>
                  <a:lnTo>
                    <a:pt x="13305" y="8809"/>
                  </a:lnTo>
                  <a:lnTo>
                    <a:pt x="14387" y="8896"/>
                  </a:lnTo>
                  <a:lnTo>
                    <a:pt x="15528" y="8977"/>
                  </a:lnTo>
                  <a:lnTo>
                    <a:pt x="16699" y="9049"/>
                  </a:lnTo>
                  <a:lnTo>
                    <a:pt x="17961" y="9115"/>
                  </a:lnTo>
                  <a:lnTo>
                    <a:pt x="19252" y="9171"/>
                  </a:lnTo>
                  <a:lnTo>
                    <a:pt x="20604" y="9222"/>
                  </a:lnTo>
                  <a:lnTo>
                    <a:pt x="22046" y="9268"/>
                  </a:lnTo>
                  <a:lnTo>
                    <a:pt x="23547" y="9304"/>
                  </a:lnTo>
                  <a:lnTo>
                    <a:pt x="25079" y="9334"/>
                  </a:lnTo>
                  <a:lnTo>
                    <a:pt x="26701" y="9355"/>
                  </a:lnTo>
                  <a:lnTo>
                    <a:pt x="28383" y="9365"/>
                  </a:lnTo>
                  <a:lnTo>
                    <a:pt x="30485" y="9365"/>
                  </a:lnTo>
                  <a:lnTo>
                    <a:pt x="31536" y="9355"/>
                  </a:lnTo>
                  <a:lnTo>
                    <a:pt x="32528" y="9344"/>
                  </a:lnTo>
                  <a:lnTo>
                    <a:pt x="33519" y="9329"/>
                  </a:lnTo>
                  <a:lnTo>
                    <a:pt x="34480" y="9314"/>
                  </a:lnTo>
                  <a:lnTo>
                    <a:pt x="35411" y="9288"/>
                  </a:lnTo>
                  <a:lnTo>
                    <a:pt x="36312" y="9263"/>
                  </a:lnTo>
                  <a:lnTo>
                    <a:pt x="37213" y="9232"/>
                  </a:lnTo>
                  <a:lnTo>
                    <a:pt x="38054" y="9202"/>
                  </a:lnTo>
                  <a:lnTo>
                    <a:pt x="38895" y="9161"/>
                  </a:lnTo>
                  <a:lnTo>
                    <a:pt x="39706" y="9120"/>
                  </a:lnTo>
                  <a:lnTo>
                    <a:pt x="40517" y="9079"/>
                  </a:lnTo>
                  <a:lnTo>
                    <a:pt x="41268" y="9033"/>
                  </a:lnTo>
                  <a:lnTo>
                    <a:pt x="42019" y="8982"/>
                  </a:lnTo>
                  <a:lnTo>
                    <a:pt x="42739" y="8926"/>
                  </a:lnTo>
                  <a:lnTo>
                    <a:pt x="43430" y="8870"/>
                  </a:lnTo>
                  <a:lnTo>
                    <a:pt x="43761" y="8600"/>
                  </a:lnTo>
                  <a:lnTo>
                    <a:pt x="44151" y="8324"/>
                  </a:lnTo>
                  <a:lnTo>
                    <a:pt x="44602" y="8049"/>
                  </a:lnTo>
                  <a:lnTo>
                    <a:pt x="45112" y="7763"/>
                  </a:lnTo>
                  <a:lnTo>
                    <a:pt x="45713" y="7478"/>
                  </a:lnTo>
                  <a:lnTo>
                    <a:pt x="46374" y="7192"/>
                  </a:lnTo>
                  <a:lnTo>
                    <a:pt x="47094" y="6906"/>
                  </a:lnTo>
                  <a:lnTo>
                    <a:pt x="47875" y="6616"/>
                  </a:lnTo>
                  <a:lnTo>
                    <a:pt x="48746" y="6330"/>
                  </a:lnTo>
                  <a:lnTo>
                    <a:pt x="49707" y="6044"/>
                  </a:lnTo>
                  <a:lnTo>
                    <a:pt x="50188" y="5901"/>
                  </a:lnTo>
                  <a:lnTo>
                    <a:pt x="50699" y="5764"/>
                  </a:lnTo>
                  <a:lnTo>
                    <a:pt x="51239" y="5621"/>
                  </a:lnTo>
                  <a:lnTo>
                    <a:pt x="51810" y="5483"/>
                  </a:lnTo>
                  <a:lnTo>
                    <a:pt x="52381" y="5346"/>
                  </a:lnTo>
                  <a:lnTo>
                    <a:pt x="52981" y="5208"/>
                  </a:lnTo>
                  <a:lnTo>
                    <a:pt x="53582" y="5075"/>
                  </a:lnTo>
                  <a:lnTo>
                    <a:pt x="54213" y="4937"/>
                  </a:lnTo>
                  <a:lnTo>
                    <a:pt x="54873" y="4805"/>
                  </a:lnTo>
                  <a:lnTo>
                    <a:pt x="55564" y="4677"/>
                  </a:lnTo>
                  <a:lnTo>
                    <a:pt x="56255" y="4545"/>
                  </a:lnTo>
                  <a:lnTo>
                    <a:pt x="56976" y="4417"/>
                  </a:lnTo>
                  <a:lnTo>
                    <a:pt x="56886" y="4234"/>
                  </a:lnTo>
                  <a:lnTo>
                    <a:pt x="56796" y="4060"/>
                  </a:lnTo>
                  <a:lnTo>
                    <a:pt x="56645" y="3836"/>
                  </a:lnTo>
                  <a:lnTo>
                    <a:pt x="56465" y="3601"/>
                  </a:lnTo>
                  <a:lnTo>
                    <a:pt x="56225" y="3366"/>
                  </a:lnTo>
                  <a:lnTo>
                    <a:pt x="55925" y="3132"/>
                  </a:lnTo>
                  <a:lnTo>
                    <a:pt x="55594" y="2892"/>
                  </a:lnTo>
                  <a:lnTo>
                    <a:pt x="55384" y="2775"/>
                  </a:lnTo>
                  <a:lnTo>
                    <a:pt x="55174" y="2652"/>
                  </a:lnTo>
                  <a:lnTo>
                    <a:pt x="54933" y="2535"/>
                  </a:lnTo>
                  <a:lnTo>
                    <a:pt x="54693" y="2418"/>
                  </a:lnTo>
                  <a:lnTo>
                    <a:pt x="54393" y="2300"/>
                  </a:lnTo>
                  <a:lnTo>
                    <a:pt x="54123" y="2188"/>
                  </a:lnTo>
                  <a:lnTo>
                    <a:pt x="53402" y="2173"/>
                  </a:lnTo>
                  <a:lnTo>
                    <a:pt x="52771" y="2152"/>
                  </a:lnTo>
                  <a:lnTo>
                    <a:pt x="52230" y="2122"/>
                  </a:lnTo>
                  <a:lnTo>
                    <a:pt x="51750" y="2081"/>
                  </a:lnTo>
                  <a:lnTo>
                    <a:pt x="51329" y="2040"/>
                  </a:lnTo>
                  <a:lnTo>
                    <a:pt x="50969" y="1989"/>
                  </a:lnTo>
                  <a:lnTo>
                    <a:pt x="50669" y="1933"/>
                  </a:lnTo>
                  <a:lnTo>
                    <a:pt x="50428" y="1872"/>
                  </a:lnTo>
                  <a:lnTo>
                    <a:pt x="50218" y="1811"/>
                  </a:lnTo>
                  <a:lnTo>
                    <a:pt x="50068" y="1750"/>
                  </a:lnTo>
                  <a:lnTo>
                    <a:pt x="49948" y="1683"/>
                  </a:lnTo>
                  <a:lnTo>
                    <a:pt x="49888" y="1622"/>
                  </a:lnTo>
                  <a:lnTo>
                    <a:pt x="49828" y="1561"/>
                  </a:lnTo>
                  <a:lnTo>
                    <a:pt x="49768" y="1505"/>
                  </a:lnTo>
                  <a:lnTo>
                    <a:pt x="49768" y="1403"/>
                  </a:lnTo>
                  <a:lnTo>
                    <a:pt x="49768" y="1352"/>
                  </a:lnTo>
                  <a:lnTo>
                    <a:pt x="49828" y="1301"/>
                  </a:lnTo>
                  <a:lnTo>
                    <a:pt x="49918" y="1239"/>
                  </a:lnTo>
                  <a:lnTo>
                    <a:pt x="50008" y="1183"/>
                  </a:lnTo>
                  <a:lnTo>
                    <a:pt x="49257" y="1061"/>
                  </a:lnTo>
                  <a:lnTo>
                    <a:pt x="48446" y="944"/>
                  </a:lnTo>
                  <a:lnTo>
                    <a:pt x="47575" y="837"/>
                  </a:lnTo>
                  <a:lnTo>
                    <a:pt x="46644" y="729"/>
                  </a:lnTo>
                  <a:lnTo>
                    <a:pt x="45653" y="632"/>
                  </a:lnTo>
                  <a:lnTo>
                    <a:pt x="44602" y="536"/>
                  </a:lnTo>
                  <a:lnTo>
                    <a:pt x="43490" y="449"/>
                  </a:lnTo>
                  <a:lnTo>
                    <a:pt x="42289" y="367"/>
                  </a:lnTo>
                  <a:lnTo>
                    <a:pt x="41027" y="296"/>
                  </a:lnTo>
                  <a:lnTo>
                    <a:pt x="39706" y="230"/>
                  </a:lnTo>
                  <a:lnTo>
                    <a:pt x="38294" y="173"/>
                  </a:lnTo>
                  <a:lnTo>
                    <a:pt x="36823" y="122"/>
                  </a:lnTo>
                  <a:lnTo>
                    <a:pt x="35261" y="77"/>
                  </a:lnTo>
                  <a:lnTo>
                    <a:pt x="33609" y="46"/>
                  </a:lnTo>
                  <a:lnTo>
                    <a:pt x="31867" y="20"/>
                  </a:lnTo>
                  <a:lnTo>
                    <a:pt x="30065" y="5"/>
                  </a:lnTo>
                  <a:lnTo>
                    <a:pt x="28713"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68"/>
            <p:cNvSpPr/>
            <p:nvPr/>
          </p:nvSpPr>
          <p:spPr>
            <a:xfrm flipH="1">
              <a:off x="4100559" y="1516875"/>
              <a:ext cx="241578" cy="234125"/>
            </a:xfrm>
            <a:custGeom>
              <a:avLst/>
              <a:gdLst/>
              <a:ahLst/>
              <a:cxnLst/>
              <a:rect l="l" t="t" r="r" b="b"/>
              <a:pathLst>
                <a:path w="56976" h="9365" fill="none" extrusionOk="0">
                  <a:moveTo>
                    <a:pt x="28713" y="0"/>
                  </a:moveTo>
                  <a:lnTo>
                    <a:pt x="28713" y="0"/>
                  </a:lnTo>
                  <a:lnTo>
                    <a:pt x="30065" y="5"/>
                  </a:lnTo>
                  <a:lnTo>
                    <a:pt x="30065" y="5"/>
                  </a:lnTo>
                  <a:lnTo>
                    <a:pt x="31867" y="20"/>
                  </a:lnTo>
                  <a:lnTo>
                    <a:pt x="33609" y="46"/>
                  </a:lnTo>
                  <a:lnTo>
                    <a:pt x="35261" y="77"/>
                  </a:lnTo>
                  <a:lnTo>
                    <a:pt x="36823" y="122"/>
                  </a:lnTo>
                  <a:lnTo>
                    <a:pt x="38294" y="173"/>
                  </a:lnTo>
                  <a:lnTo>
                    <a:pt x="39706" y="230"/>
                  </a:lnTo>
                  <a:lnTo>
                    <a:pt x="41027" y="296"/>
                  </a:lnTo>
                  <a:lnTo>
                    <a:pt x="42289" y="367"/>
                  </a:lnTo>
                  <a:lnTo>
                    <a:pt x="43490" y="449"/>
                  </a:lnTo>
                  <a:lnTo>
                    <a:pt x="44602" y="536"/>
                  </a:lnTo>
                  <a:lnTo>
                    <a:pt x="45653" y="632"/>
                  </a:lnTo>
                  <a:lnTo>
                    <a:pt x="46644" y="729"/>
                  </a:lnTo>
                  <a:lnTo>
                    <a:pt x="47575" y="837"/>
                  </a:lnTo>
                  <a:lnTo>
                    <a:pt x="48446" y="944"/>
                  </a:lnTo>
                  <a:lnTo>
                    <a:pt x="49257" y="1061"/>
                  </a:lnTo>
                  <a:lnTo>
                    <a:pt x="50008" y="1183"/>
                  </a:lnTo>
                  <a:lnTo>
                    <a:pt x="50008" y="1183"/>
                  </a:lnTo>
                  <a:lnTo>
                    <a:pt x="49918" y="1239"/>
                  </a:lnTo>
                  <a:lnTo>
                    <a:pt x="49828" y="1301"/>
                  </a:lnTo>
                  <a:lnTo>
                    <a:pt x="49768" y="1352"/>
                  </a:lnTo>
                  <a:lnTo>
                    <a:pt x="49768" y="1403"/>
                  </a:lnTo>
                  <a:lnTo>
                    <a:pt x="49768" y="1403"/>
                  </a:lnTo>
                  <a:lnTo>
                    <a:pt x="49768" y="1505"/>
                  </a:lnTo>
                  <a:lnTo>
                    <a:pt x="49828" y="1561"/>
                  </a:lnTo>
                  <a:lnTo>
                    <a:pt x="49888" y="1622"/>
                  </a:lnTo>
                  <a:lnTo>
                    <a:pt x="49948" y="1683"/>
                  </a:lnTo>
                  <a:lnTo>
                    <a:pt x="50068" y="1750"/>
                  </a:lnTo>
                  <a:lnTo>
                    <a:pt x="50218" y="1811"/>
                  </a:lnTo>
                  <a:lnTo>
                    <a:pt x="50428" y="1872"/>
                  </a:lnTo>
                  <a:lnTo>
                    <a:pt x="50669" y="1933"/>
                  </a:lnTo>
                  <a:lnTo>
                    <a:pt x="50969" y="1989"/>
                  </a:lnTo>
                  <a:lnTo>
                    <a:pt x="51329" y="2040"/>
                  </a:lnTo>
                  <a:lnTo>
                    <a:pt x="51750" y="2081"/>
                  </a:lnTo>
                  <a:lnTo>
                    <a:pt x="52230" y="2122"/>
                  </a:lnTo>
                  <a:lnTo>
                    <a:pt x="52771" y="2152"/>
                  </a:lnTo>
                  <a:lnTo>
                    <a:pt x="53402" y="2173"/>
                  </a:lnTo>
                  <a:lnTo>
                    <a:pt x="54123" y="2188"/>
                  </a:lnTo>
                  <a:lnTo>
                    <a:pt x="54123" y="2188"/>
                  </a:lnTo>
                  <a:lnTo>
                    <a:pt x="54393" y="2300"/>
                  </a:lnTo>
                  <a:lnTo>
                    <a:pt x="54693" y="2418"/>
                  </a:lnTo>
                  <a:lnTo>
                    <a:pt x="54933" y="2535"/>
                  </a:lnTo>
                  <a:lnTo>
                    <a:pt x="55174" y="2652"/>
                  </a:lnTo>
                  <a:lnTo>
                    <a:pt x="55384" y="2775"/>
                  </a:lnTo>
                  <a:lnTo>
                    <a:pt x="55594" y="2892"/>
                  </a:lnTo>
                  <a:lnTo>
                    <a:pt x="55925" y="3132"/>
                  </a:lnTo>
                  <a:lnTo>
                    <a:pt x="56225" y="3366"/>
                  </a:lnTo>
                  <a:lnTo>
                    <a:pt x="56465" y="3601"/>
                  </a:lnTo>
                  <a:lnTo>
                    <a:pt x="56645" y="3836"/>
                  </a:lnTo>
                  <a:lnTo>
                    <a:pt x="56796" y="4060"/>
                  </a:lnTo>
                  <a:lnTo>
                    <a:pt x="56796" y="4060"/>
                  </a:lnTo>
                  <a:lnTo>
                    <a:pt x="56886" y="4234"/>
                  </a:lnTo>
                  <a:lnTo>
                    <a:pt x="56976" y="4417"/>
                  </a:lnTo>
                  <a:lnTo>
                    <a:pt x="56976" y="4417"/>
                  </a:lnTo>
                  <a:lnTo>
                    <a:pt x="56255" y="4545"/>
                  </a:lnTo>
                  <a:lnTo>
                    <a:pt x="55564" y="4677"/>
                  </a:lnTo>
                  <a:lnTo>
                    <a:pt x="54873" y="4805"/>
                  </a:lnTo>
                  <a:lnTo>
                    <a:pt x="54213" y="4937"/>
                  </a:lnTo>
                  <a:lnTo>
                    <a:pt x="53582" y="5075"/>
                  </a:lnTo>
                  <a:lnTo>
                    <a:pt x="52981" y="5208"/>
                  </a:lnTo>
                  <a:lnTo>
                    <a:pt x="52381" y="5346"/>
                  </a:lnTo>
                  <a:lnTo>
                    <a:pt x="51810" y="5483"/>
                  </a:lnTo>
                  <a:lnTo>
                    <a:pt x="51239" y="5621"/>
                  </a:lnTo>
                  <a:lnTo>
                    <a:pt x="50699" y="5764"/>
                  </a:lnTo>
                  <a:lnTo>
                    <a:pt x="50188" y="5901"/>
                  </a:lnTo>
                  <a:lnTo>
                    <a:pt x="49707" y="6044"/>
                  </a:lnTo>
                  <a:lnTo>
                    <a:pt x="48746" y="6330"/>
                  </a:lnTo>
                  <a:lnTo>
                    <a:pt x="47875" y="6616"/>
                  </a:lnTo>
                  <a:lnTo>
                    <a:pt x="47094" y="6906"/>
                  </a:lnTo>
                  <a:lnTo>
                    <a:pt x="46374" y="7192"/>
                  </a:lnTo>
                  <a:lnTo>
                    <a:pt x="45713" y="7478"/>
                  </a:lnTo>
                  <a:lnTo>
                    <a:pt x="45112" y="7763"/>
                  </a:lnTo>
                  <a:lnTo>
                    <a:pt x="44602" y="8049"/>
                  </a:lnTo>
                  <a:lnTo>
                    <a:pt x="44151" y="8324"/>
                  </a:lnTo>
                  <a:lnTo>
                    <a:pt x="43761" y="8600"/>
                  </a:lnTo>
                  <a:lnTo>
                    <a:pt x="43430" y="8870"/>
                  </a:lnTo>
                  <a:lnTo>
                    <a:pt x="43430" y="8870"/>
                  </a:lnTo>
                  <a:lnTo>
                    <a:pt x="42739" y="8926"/>
                  </a:lnTo>
                  <a:lnTo>
                    <a:pt x="42019" y="8982"/>
                  </a:lnTo>
                  <a:lnTo>
                    <a:pt x="41268" y="9033"/>
                  </a:lnTo>
                  <a:lnTo>
                    <a:pt x="40517" y="9079"/>
                  </a:lnTo>
                  <a:lnTo>
                    <a:pt x="39706" y="9120"/>
                  </a:lnTo>
                  <a:lnTo>
                    <a:pt x="38895" y="9161"/>
                  </a:lnTo>
                  <a:lnTo>
                    <a:pt x="38054" y="9202"/>
                  </a:lnTo>
                  <a:lnTo>
                    <a:pt x="37213" y="9232"/>
                  </a:lnTo>
                  <a:lnTo>
                    <a:pt x="36312" y="9263"/>
                  </a:lnTo>
                  <a:lnTo>
                    <a:pt x="35411" y="9288"/>
                  </a:lnTo>
                  <a:lnTo>
                    <a:pt x="34480" y="9314"/>
                  </a:lnTo>
                  <a:lnTo>
                    <a:pt x="33519" y="9329"/>
                  </a:lnTo>
                  <a:lnTo>
                    <a:pt x="32528" y="9344"/>
                  </a:lnTo>
                  <a:lnTo>
                    <a:pt x="31536" y="9355"/>
                  </a:lnTo>
                  <a:lnTo>
                    <a:pt x="30485" y="9365"/>
                  </a:lnTo>
                  <a:lnTo>
                    <a:pt x="29434" y="9365"/>
                  </a:lnTo>
                  <a:lnTo>
                    <a:pt x="29434" y="9365"/>
                  </a:lnTo>
                  <a:lnTo>
                    <a:pt x="28383" y="9365"/>
                  </a:lnTo>
                  <a:lnTo>
                    <a:pt x="28383" y="9365"/>
                  </a:lnTo>
                  <a:lnTo>
                    <a:pt x="26701" y="9355"/>
                  </a:lnTo>
                  <a:lnTo>
                    <a:pt x="25079" y="9334"/>
                  </a:lnTo>
                  <a:lnTo>
                    <a:pt x="23547" y="9304"/>
                  </a:lnTo>
                  <a:lnTo>
                    <a:pt x="22046" y="9268"/>
                  </a:lnTo>
                  <a:lnTo>
                    <a:pt x="20604" y="9222"/>
                  </a:lnTo>
                  <a:lnTo>
                    <a:pt x="19252" y="9171"/>
                  </a:lnTo>
                  <a:lnTo>
                    <a:pt x="17961" y="9115"/>
                  </a:lnTo>
                  <a:lnTo>
                    <a:pt x="16699" y="9049"/>
                  </a:lnTo>
                  <a:lnTo>
                    <a:pt x="15528" y="8977"/>
                  </a:lnTo>
                  <a:lnTo>
                    <a:pt x="14387" y="8896"/>
                  </a:lnTo>
                  <a:lnTo>
                    <a:pt x="13305" y="8809"/>
                  </a:lnTo>
                  <a:lnTo>
                    <a:pt x="12284" y="8722"/>
                  </a:lnTo>
                  <a:lnTo>
                    <a:pt x="11323" y="8625"/>
                  </a:lnTo>
                  <a:lnTo>
                    <a:pt x="10422" y="8523"/>
                  </a:lnTo>
                  <a:lnTo>
                    <a:pt x="9551" y="8421"/>
                  </a:lnTo>
                  <a:lnTo>
                    <a:pt x="8710" y="8309"/>
                  </a:lnTo>
                  <a:lnTo>
                    <a:pt x="8710" y="8309"/>
                  </a:lnTo>
                  <a:lnTo>
                    <a:pt x="8860" y="8243"/>
                  </a:lnTo>
                  <a:lnTo>
                    <a:pt x="8950" y="8181"/>
                  </a:lnTo>
                  <a:lnTo>
                    <a:pt x="9010" y="8120"/>
                  </a:lnTo>
                  <a:lnTo>
                    <a:pt x="9010" y="8064"/>
                  </a:lnTo>
                  <a:lnTo>
                    <a:pt x="9010" y="8064"/>
                  </a:lnTo>
                  <a:lnTo>
                    <a:pt x="9010" y="7962"/>
                  </a:lnTo>
                  <a:lnTo>
                    <a:pt x="8950" y="7901"/>
                  </a:lnTo>
                  <a:lnTo>
                    <a:pt x="8890" y="7840"/>
                  </a:lnTo>
                  <a:lnTo>
                    <a:pt x="8800" y="7779"/>
                  </a:lnTo>
                  <a:lnTo>
                    <a:pt x="8680" y="7712"/>
                  </a:lnTo>
                  <a:lnTo>
                    <a:pt x="8530" y="7651"/>
                  </a:lnTo>
                  <a:lnTo>
                    <a:pt x="8320" y="7590"/>
                  </a:lnTo>
                  <a:lnTo>
                    <a:pt x="8049" y="7529"/>
                  </a:lnTo>
                  <a:lnTo>
                    <a:pt x="7749" y="7472"/>
                  </a:lnTo>
                  <a:lnTo>
                    <a:pt x="7359" y="7421"/>
                  </a:lnTo>
                  <a:lnTo>
                    <a:pt x="6938" y="7376"/>
                  </a:lnTo>
                  <a:lnTo>
                    <a:pt x="6698" y="7355"/>
                  </a:lnTo>
                  <a:lnTo>
                    <a:pt x="6427" y="7340"/>
                  </a:lnTo>
                  <a:lnTo>
                    <a:pt x="6127" y="7325"/>
                  </a:lnTo>
                  <a:lnTo>
                    <a:pt x="5827" y="7309"/>
                  </a:lnTo>
                  <a:lnTo>
                    <a:pt x="5526" y="7299"/>
                  </a:lnTo>
                  <a:lnTo>
                    <a:pt x="5166" y="7289"/>
                  </a:lnTo>
                  <a:lnTo>
                    <a:pt x="4806" y="7284"/>
                  </a:lnTo>
                  <a:lnTo>
                    <a:pt x="4415" y="7279"/>
                  </a:lnTo>
                  <a:lnTo>
                    <a:pt x="4415" y="7279"/>
                  </a:lnTo>
                  <a:lnTo>
                    <a:pt x="4265" y="7279"/>
                  </a:lnTo>
                  <a:lnTo>
                    <a:pt x="4265" y="7279"/>
                  </a:lnTo>
                  <a:lnTo>
                    <a:pt x="3694" y="7284"/>
                  </a:lnTo>
                  <a:lnTo>
                    <a:pt x="3694" y="7284"/>
                  </a:lnTo>
                  <a:lnTo>
                    <a:pt x="3094" y="7100"/>
                  </a:lnTo>
                  <a:lnTo>
                    <a:pt x="2583" y="6917"/>
                  </a:lnTo>
                  <a:lnTo>
                    <a:pt x="2133" y="6728"/>
                  </a:lnTo>
                  <a:lnTo>
                    <a:pt x="1712" y="6544"/>
                  </a:lnTo>
                  <a:lnTo>
                    <a:pt x="1382" y="6355"/>
                  </a:lnTo>
                  <a:lnTo>
                    <a:pt x="1081" y="6167"/>
                  </a:lnTo>
                  <a:lnTo>
                    <a:pt x="811" y="5983"/>
                  </a:lnTo>
                  <a:lnTo>
                    <a:pt x="601" y="5799"/>
                  </a:lnTo>
                  <a:lnTo>
                    <a:pt x="421" y="5621"/>
                  </a:lnTo>
                  <a:lnTo>
                    <a:pt x="270" y="5442"/>
                  </a:lnTo>
                  <a:lnTo>
                    <a:pt x="180" y="5274"/>
                  </a:lnTo>
                  <a:lnTo>
                    <a:pt x="90" y="5106"/>
                  </a:lnTo>
                  <a:lnTo>
                    <a:pt x="30" y="4948"/>
                  </a:lnTo>
                  <a:lnTo>
                    <a:pt x="0" y="4795"/>
                  </a:lnTo>
                  <a:lnTo>
                    <a:pt x="0" y="4509"/>
                  </a:lnTo>
                  <a:lnTo>
                    <a:pt x="0" y="4509"/>
                  </a:lnTo>
                  <a:lnTo>
                    <a:pt x="30" y="4356"/>
                  </a:lnTo>
                  <a:lnTo>
                    <a:pt x="90" y="4198"/>
                  </a:lnTo>
                  <a:lnTo>
                    <a:pt x="210" y="4035"/>
                  </a:lnTo>
                  <a:lnTo>
                    <a:pt x="391" y="3861"/>
                  </a:lnTo>
                  <a:lnTo>
                    <a:pt x="601" y="3683"/>
                  </a:lnTo>
                  <a:lnTo>
                    <a:pt x="841" y="3504"/>
                  </a:lnTo>
                  <a:lnTo>
                    <a:pt x="1171" y="3321"/>
                  </a:lnTo>
                  <a:lnTo>
                    <a:pt x="1532" y="3137"/>
                  </a:lnTo>
                  <a:lnTo>
                    <a:pt x="1952" y="2948"/>
                  </a:lnTo>
                  <a:lnTo>
                    <a:pt x="2403" y="2759"/>
                  </a:lnTo>
                  <a:lnTo>
                    <a:pt x="2913" y="2571"/>
                  </a:lnTo>
                  <a:lnTo>
                    <a:pt x="3514" y="2387"/>
                  </a:lnTo>
                  <a:lnTo>
                    <a:pt x="4145" y="2198"/>
                  </a:lnTo>
                  <a:lnTo>
                    <a:pt x="4836" y="2015"/>
                  </a:lnTo>
                  <a:lnTo>
                    <a:pt x="5587" y="1836"/>
                  </a:lnTo>
                  <a:lnTo>
                    <a:pt x="6397" y="1663"/>
                  </a:lnTo>
                  <a:lnTo>
                    <a:pt x="7268" y="1489"/>
                  </a:lnTo>
                  <a:lnTo>
                    <a:pt x="8230" y="1321"/>
                  </a:lnTo>
                  <a:lnTo>
                    <a:pt x="8710" y="1239"/>
                  </a:lnTo>
                  <a:lnTo>
                    <a:pt x="9221" y="1163"/>
                  </a:lnTo>
                  <a:lnTo>
                    <a:pt x="9761" y="1086"/>
                  </a:lnTo>
                  <a:lnTo>
                    <a:pt x="10302" y="1010"/>
                  </a:lnTo>
                  <a:lnTo>
                    <a:pt x="10843" y="933"/>
                  </a:lnTo>
                  <a:lnTo>
                    <a:pt x="11443" y="862"/>
                  </a:lnTo>
                  <a:lnTo>
                    <a:pt x="12014" y="796"/>
                  </a:lnTo>
                  <a:lnTo>
                    <a:pt x="12645" y="729"/>
                  </a:lnTo>
                  <a:lnTo>
                    <a:pt x="13275" y="663"/>
                  </a:lnTo>
                  <a:lnTo>
                    <a:pt x="13906" y="602"/>
                  </a:lnTo>
                  <a:lnTo>
                    <a:pt x="14567" y="541"/>
                  </a:lnTo>
                  <a:lnTo>
                    <a:pt x="15258" y="485"/>
                  </a:lnTo>
                  <a:lnTo>
                    <a:pt x="15948" y="428"/>
                  </a:lnTo>
                  <a:lnTo>
                    <a:pt x="16669" y="377"/>
                  </a:lnTo>
                  <a:lnTo>
                    <a:pt x="17420" y="326"/>
                  </a:lnTo>
                  <a:lnTo>
                    <a:pt x="18171" y="281"/>
                  </a:lnTo>
                  <a:lnTo>
                    <a:pt x="18952" y="240"/>
                  </a:lnTo>
                  <a:lnTo>
                    <a:pt x="19733" y="199"/>
                  </a:lnTo>
                  <a:lnTo>
                    <a:pt x="20544" y="163"/>
                  </a:lnTo>
                  <a:lnTo>
                    <a:pt x="21385" y="133"/>
                  </a:lnTo>
                  <a:lnTo>
                    <a:pt x="22226" y="102"/>
                  </a:lnTo>
                  <a:lnTo>
                    <a:pt x="23097" y="77"/>
                  </a:lnTo>
                  <a:lnTo>
                    <a:pt x="23968" y="51"/>
                  </a:lnTo>
                  <a:lnTo>
                    <a:pt x="24899" y="36"/>
                  </a:lnTo>
                  <a:lnTo>
                    <a:pt x="25800" y="20"/>
                  </a:lnTo>
                  <a:lnTo>
                    <a:pt x="26761" y="10"/>
                  </a:lnTo>
                  <a:lnTo>
                    <a:pt x="27722" y="5"/>
                  </a:lnTo>
                  <a:lnTo>
                    <a:pt x="2871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68"/>
            <p:cNvSpPr/>
            <p:nvPr/>
          </p:nvSpPr>
          <p:spPr>
            <a:xfrm flipH="1">
              <a:off x="4100559" y="1627300"/>
              <a:ext cx="57435" cy="111350"/>
            </a:xfrm>
            <a:custGeom>
              <a:avLst/>
              <a:gdLst/>
              <a:ahLst/>
              <a:cxnLst/>
              <a:rect l="l" t="t" r="r" b="b"/>
              <a:pathLst>
                <a:path w="13546" h="4454" extrusionOk="0">
                  <a:moveTo>
                    <a:pt x="13546" y="0"/>
                  </a:moveTo>
                  <a:lnTo>
                    <a:pt x="12825" y="128"/>
                  </a:lnTo>
                  <a:lnTo>
                    <a:pt x="12134" y="260"/>
                  </a:lnTo>
                  <a:lnTo>
                    <a:pt x="11443" y="388"/>
                  </a:lnTo>
                  <a:lnTo>
                    <a:pt x="10783" y="520"/>
                  </a:lnTo>
                  <a:lnTo>
                    <a:pt x="10152" y="658"/>
                  </a:lnTo>
                  <a:lnTo>
                    <a:pt x="9551" y="791"/>
                  </a:lnTo>
                  <a:lnTo>
                    <a:pt x="8951" y="929"/>
                  </a:lnTo>
                  <a:lnTo>
                    <a:pt x="8380" y="1066"/>
                  </a:lnTo>
                  <a:lnTo>
                    <a:pt x="7809" y="1204"/>
                  </a:lnTo>
                  <a:lnTo>
                    <a:pt x="7269" y="1347"/>
                  </a:lnTo>
                  <a:lnTo>
                    <a:pt x="6758" y="1484"/>
                  </a:lnTo>
                  <a:lnTo>
                    <a:pt x="6277" y="1627"/>
                  </a:lnTo>
                  <a:lnTo>
                    <a:pt x="5316" y="1913"/>
                  </a:lnTo>
                  <a:lnTo>
                    <a:pt x="4445" y="2199"/>
                  </a:lnTo>
                  <a:lnTo>
                    <a:pt x="3664" y="2489"/>
                  </a:lnTo>
                  <a:lnTo>
                    <a:pt x="2944" y="2775"/>
                  </a:lnTo>
                  <a:lnTo>
                    <a:pt x="2283" y="3061"/>
                  </a:lnTo>
                  <a:lnTo>
                    <a:pt x="1682" y="3346"/>
                  </a:lnTo>
                  <a:lnTo>
                    <a:pt x="1172" y="3632"/>
                  </a:lnTo>
                  <a:lnTo>
                    <a:pt x="721" y="3907"/>
                  </a:lnTo>
                  <a:lnTo>
                    <a:pt x="331" y="4183"/>
                  </a:lnTo>
                  <a:lnTo>
                    <a:pt x="0" y="4453"/>
                  </a:lnTo>
                  <a:lnTo>
                    <a:pt x="1051" y="4361"/>
                  </a:lnTo>
                  <a:lnTo>
                    <a:pt x="2043" y="4259"/>
                  </a:lnTo>
                  <a:lnTo>
                    <a:pt x="2974" y="4157"/>
                  </a:lnTo>
                  <a:lnTo>
                    <a:pt x="3875" y="4045"/>
                  </a:lnTo>
                  <a:lnTo>
                    <a:pt x="4716" y="3928"/>
                  </a:lnTo>
                  <a:lnTo>
                    <a:pt x="5527" y="3805"/>
                  </a:lnTo>
                  <a:lnTo>
                    <a:pt x="6277" y="3678"/>
                  </a:lnTo>
                  <a:lnTo>
                    <a:pt x="6968" y="3545"/>
                  </a:lnTo>
                  <a:lnTo>
                    <a:pt x="7659" y="3407"/>
                  </a:lnTo>
                  <a:lnTo>
                    <a:pt x="8260" y="3270"/>
                  </a:lnTo>
                  <a:lnTo>
                    <a:pt x="8860" y="3127"/>
                  </a:lnTo>
                  <a:lnTo>
                    <a:pt x="9401" y="2979"/>
                  </a:lnTo>
                  <a:lnTo>
                    <a:pt x="9882" y="2831"/>
                  </a:lnTo>
                  <a:lnTo>
                    <a:pt x="10362" y="2683"/>
                  </a:lnTo>
                  <a:lnTo>
                    <a:pt x="10783" y="2530"/>
                  </a:lnTo>
                  <a:lnTo>
                    <a:pt x="11173" y="2377"/>
                  </a:lnTo>
                  <a:lnTo>
                    <a:pt x="11534" y="2219"/>
                  </a:lnTo>
                  <a:lnTo>
                    <a:pt x="11864" y="2066"/>
                  </a:lnTo>
                  <a:lnTo>
                    <a:pt x="12134" y="1908"/>
                  </a:lnTo>
                  <a:lnTo>
                    <a:pt x="12405" y="1755"/>
                  </a:lnTo>
                  <a:lnTo>
                    <a:pt x="12645" y="1597"/>
                  </a:lnTo>
                  <a:lnTo>
                    <a:pt x="12825" y="1444"/>
                  </a:lnTo>
                  <a:lnTo>
                    <a:pt x="13005" y="1286"/>
                  </a:lnTo>
                  <a:lnTo>
                    <a:pt x="13155" y="1133"/>
                  </a:lnTo>
                  <a:lnTo>
                    <a:pt x="13276" y="985"/>
                  </a:lnTo>
                  <a:lnTo>
                    <a:pt x="13366" y="832"/>
                  </a:lnTo>
                  <a:lnTo>
                    <a:pt x="13456" y="689"/>
                  </a:lnTo>
                  <a:lnTo>
                    <a:pt x="13516" y="541"/>
                  </a:lnTo>
                  <a:lnTo>
                    <a:pt x="13546" y="403"/>
                  </a:lnTo>
                  <a:lnTo>
                    <a:pt x="13546" y="265"/>
                  </a:lnTo>
                  <a:lnTo>
                    <a:pt x="13546" y="0"/>
                  </a:lnTo>
                  <a:close/>
                </a:path>
              </a:pathLst>
            </a:custGeom>
            <a:solidFill>
              <a:srgbClr val="008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68"/>
            <p:cNvSpPr/>
            <p:nvPr/>
          </p:nvSpPr>
          <p:spPr>
            <a:xfrm flipH="1">
              <a:off x="4305203" y="1698950"/>
              <a:ext cx="37829" cy="37775"/>
            </a:xfrm>
            <a:custGeom>
              <a:avLst/>
              <a:gdLst/>
              <a:ahLst/>
              <a:cxnLst/>
              <a:rect l="l" t="t" r="r" b="b"/>
              <a:pathLst>
                <a:path w="8922" h="1511" extrusionOk="0">
                  <a:moveTo>
                    <a:pt x="3905" y="1"/>
                  </a:moveTo>
                  <a:lnTo>
                    <a:pt x="3575" y="6"/>
                  </a:lnTo>
                  <a:lnTo>
                    <a:pt x="3275" y="16"/>
                  </a:lnTo>
                  <a:lnTo>
                    <a:pt x="2974" y="26"/>
                  </a:lnTo>
                  <a:lnTo>
                    <a:pt x="2704" y="42"/>
                  </a:lnTo>
                  <a:lnTo>
                    <a:pt x="2434" y="57"/>
                  </a:lnTo>
                  <a:lnTo>
                    <a:pt x="2193" y="77"/>
                  </a:lnTo>
                  <a:lnTo>
                    <a:pt x="1773" y="118"/>
                  </a:lnTo>
                  <a:lnTo>
                    <a:pt x="1382" y="169"/>
                  </a:lnTo>
                  <a:lnTo>
                    <a:pt x="1082" y="225"/>
                  </a:lnTo>
                  <a:lnTo>
                    <a:pt x="782" y="286"/>
                  </a:lnTo>
                  <a:lnTo>
                    <a:pt x="571" y="353"/>
                  </a:lnTo>
                  <a:lnTo>
                    <a:pt x="391" y="419"/>
                  </a:lnTo>
                  <a:lnTo>
                    <a:pt x="241" y="485"/>
                  </a:lnTo>
                  <a:lnTo>
                    <a:pt x="151" y="552"/>
                  </a:lnTo>
                  <a:lnTo>
                    <a:pt x="61" y="618"/>
                  </a:lnTo>
                  <a:lnTo>
                    <a:pt x="31" y="684"/>
                  </a:lnTo>
                  <a:lnTo>
                    <a:pt x="1" y="745"/>
                  </a:lnTo>
                  <a:lnTo>
                    <a:pt x="31" y="802"/>
                  </a:lnTo>
                  <a:lnTo>
                    <a:pt x="31" y="853"/>
                  </a:lnTo>
                  <a:lnTo>
                    <a:pt x="121" y="960"/>
                  </a:lnTo>
                  <a:lnTo>
                    <a:pt x="211" y="1016"/>
                  </a:lnTo>
                  <a:lnTo>
                    <a:pt x="271" y="1072"/>
                  </a:lnTo>
                  <a:lnTo>
                    <a:pt x="391" y="1123"/>
                  </a:lnTo>
                  <a:lnTo>
                    <a:pt x="541" y="1179"/>
                  </a:lnTo>
                  <a:lnTo>
                    <a:pt x="722" y="1230"/>
                  </a:lnTo>
                  <a:lnTo>
                    <a:pt x="932" y="1281"/>
                  </a:lnTo>
                  <a:lnTo>
                    <a:pt x="1172" y="1327"/>
                  </a:lnTo>
                  <a:lnTo>
                    <a:pt x="1473" y="1368"/>
                  </a:lnTo>
                  <a:lnTo>
                    <a:pt x="1803" y="1403"/>
                  </a:lnTo>
                  <a:lnTo>
                    <a:pt x="2193" y="1439"/>
                  </a:lnTo>
                  <a:lnTo>
                    <a:pt x="2644" y="1465"/>
                  </a:lnTo>
                  <a:lnTo>
                    <a:pt x="3154" y="1490"/>
                  </a:lnTo>
                  <a:lnTo>
                    <a:pt x="3725" y="1500"/>
                  </a:lnTo>
                  <a:lnTo>
                    <a:pt x="4356" y="1511"/>
                  </a:lnTo>
                  <a:lnTo>
                    <a:pt x="5047" y="1511"/>
                  </a:lnTo>
                  <a:lnTo>
                    <a:pt x="5467" y="1500"/>
                  </a:lnTo>
                  <a:lnTo>
                    <a:pt x="5858" y="1485"/>
                  </a:lnTo>
                  <a:lnTo>
                    <a:pt x="6248" y="1470"/>
                  </a:lnTo>
                  <a:lnTo>
                    <a:pt x="6608" y="1444"/>
                  </a:lnTo>
                  <a:lnTo>
                    <a:pt x="6909" y="1419"/>
                  </a:lnTo>
                  <a:lnTo>
                    <a:pt x="7209" y="1388"/>
                  </a:lnTo>
                  <a:lnTo>
                    <a:pt x="7509" y="1358"/>
                  </a:lnTo>
                  <a:lnTo>
                    <a:pt x="7750" y="1322"/>
                  </a:lnTo>
                  <a:lnTo>
                    <a:pt x="7990" y="1281"/>
                  </a:lnTo>
                  <a:lnTo>
                    <a:pt x="8200" y="1245"/>
                  </a:lnTo>
                  <a:lnTo>
                    <a:pt x="8380" y="1199"/>
                  </a:lnTo>
                  <a:lnTo>
                    <a:pt x="8561" y="1159"/>
                  </a:lnTo>
                  <a:lnTo>
                    <a:pt x="8711" y="1113"/>
                  </a:lnTo>
                  <a:lnTo>
                    <a:pt x="8921" y="1026"/>
                  </a:lnTo>
                  <a:lnTo>
                    <a:pt x="8140" y="909"/>
                  </a:lnTo>
                  <a:lnTo>
                    <a:pt x="7419" y="791"/>
                  </a:lnTo>
                  <a:lnTo>
                    <a:pt x="6729" y="664"/>
                  </a:lnTo>
                  <a:lnTo>
                    <a:pt x="6068" y="536"/>
                  </a:lnTo>
                  <a:lnTo>
                    <a:pt x="5467" y="409"/>
                  </a:lnTo>
                  <a:lnTo>
                    <a:pt x="4896" y="276"/>
                  </a:lnTo>
                  <a:lnTo>
                    <a:pt x="4386" y="138"/>
                  </a:lnTo>
                  <a:lnTo>
                    <a:pt x="3905" y="1"/>
                  </a:lnTo>
                  <a:close/>
                </a:path>
              </a:pathLst>
            </a:custGeom>
            <a:solidFill>
              <a:srgbClr val="A1C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68"/>
            <p:cNvSpPr/>
            <p:nvPr/>
          </p:nvSpPr>
          <p:spPr>
            <a:xfrm flipH="1">
              <a:off x="4305203" y="1698950"/>
              <a:ext cx="37829" cy="37775"/>
            </a:xfrm>
            <a:custGeom>
              <a:avLst/>
              <a:gdLst/>
              <a:ahLst/>
              <a:cxnLst/>
              <a:rect l="l" t="t" r="r" b="b"/>
              <a:pathLst>
                <a:path w="8922" h="1511" fill="none" extrusionOk="0">
                  <a:moveTo>
                    <a:pt x="3905" y="1"/>
                  </a:moveTo>
                  <a:lnTo>
                    <a:pt x="3905" y="1"/>
                  </a:lnTo>
                  <a:lnTo>
                    <a:pt x="4386" y="138"/>
                  </a:lnTo>
                  <a:lnTo>
                    <a:pt x="4896" y="276"/>
                  </a:lnTo>
                  <a:lnTo>
                    <a:pt x="5467" y="409"/>
                  </a:lnTo>
                  <a:lnTo>
                    <a:pt x="6068" y="536"/>
                  </a:lnTo>
                  <a:lnTo>
                    <a:pt x="6729" y="664"/>
                  </a:lnTo>
                  <a:lnTo>
                    <a:pt x="7419" y="791"/>
                  </a:lnTo>
                  <a:lnTo>
                    <a:pt x="8140" y="909"/>
                  </a:lnTo>
                  <a:lnTo>
                    <a:pt x="8921" y="1026"/>
                  </a:lnTo>
                  <a:lnTo>
                    <a:pt x="8921" y="1026"/>
                  </a:lnTo>
                  <a:lnTo>
                    <a:pt x="8711" y="1113"/>
                  </a:lnTo>
                  <a:lnTo>
                    <a:pt x="8561" y="1159"/>
                  </a:lnTo>
                  <a:lnTo>
                    <a:pt x="8380" y="1199"/>
                  </a:lnTo>
                  <a:lnTo>
                    <a:pt x="8200" y="1245"/>
                  </a:lnTo>
                  <a:lnTo>
                    <a:pt x="7990" y="1281"/>
                  </a:lnTo>
                  <a:lnTo>
                    <a:pt x="7750" y="1322"/>
                  </a:lnTo>
                  <a:lnTo>
                    <a:pt x="7509" y="1358"/>
                  </a:lnTo>
                  <a:lnTo>
                    <a:pt x="7209" y="1388"/>
                  </a:lnTo>
                  <a:lnTo>
                    <a:pt x="6909" y="1419"/>
                  </a:lnTo>
                  <a:lnTo>
                    <a:pt x="6608" y="1444"/>
                  </a:lnTo>
                  <a:lnTo>
                    <a:pt x="6248" y="1470"/>
                  </a:lnTo>
                  <a:lnTo>
                    <a:pt x="5858" y="1485"/>
                  </a:lnTo>
                  <a:lnTo>
                    <a:pt x="5467" y="1500"/>
                  </a:lnTo>
                  <a:lnTo>
                    <a:pt x="5047" y="1511"/>
                  </a:lnTo>
                  <a:lnTo>
                    <a:pt x="4596" y="1511"/>
                  </a:lnTo>
                  <a:lnTo>
                    <a:pt x="4596" y="1511"/>
                  </a:lnTo>
                  <a:lnTo>
                    <a:pt x="4356" y="1511"/>
                  </a:lnTo>
                  <a:lnTo>
                    <a:pt x="4356" y="1511"/>
                  </a:lnTo>
                  <a:lnTo>
                    <a:pt x="3725" y="1500"/>
                  </a:lnTo>
                  <a:lnTo>
                    <a:pt x="3154" y="1490"/>
                  </a:lnTo>
                  <a:lnTo>
                    <a:pt x="2644" y="1465"/>
                  </a:lnTo>
                  <a:lnTo>
                    <a:pt x="2193" y="1439"/>
                  </a:lnTo>
                  <a:lnTo>
                    <a:pt x="1803" y="1403"/>
                  </a:lnTo>
                  <a:lnTo>
                    <a:pt x="1473" y="1368"/>
                  </a:lnTo>
                  <a:lnTo>
                    <a:pt x="1172" y="1327"/>
                  </a:lnTo>
                  <a:lnTo>
                    <a:pt x="932" y="1281"/>
                  </a:lnTo>
                  <a:lnTo>
                    <a:pt x="722" y="1230"/>
                  </a:lnTo>
                  <a:lnTo>
                    <a:pt x="541" y="1179"/>
                  </a:lnTo>
                  <a:lnTo>
                    <a:pt x="391" y="1123"/>
                  </a:lnTo>
                  <a:lnTo>
                    <a:pt x="271" y="1072"/>
                  </a:lnTo>
                  <a:lnTo>
                    <a:pt x="211" y="1016"/>
                  </a:lnTo>
                  <a:lnTo>
                    <a:pt x="121" y="960"/>
                  </a:lnTo>
                  <a:lnTo>
                    <a:pt x="31" y="853"/>
                  </a:lnTo>
                  <a:lnTo>
                    <a:pt x="31" y="853"/>
                  </a:lnTo>
                  <a:lnTo>
                    <a:pt x="31" y="802"/>
                  </a:lnTo>
                  <a:lnTo>
                    <a:pt x="1" y="745"/>
                  </a:lnTo>
                  <a:lnTo>
                    <a:pt x="31" y="684"/>
                  </a:lnTo>
                  <a:lnTo>
                    <a:pt x="61" y="618"/>
                  </a:lnTo>
                  <a:lnTo>
                    <a:pt x="151" y="552"/>
                  </a:lnTo>
                  <a:lnTo>
                    <a:pt x="241" y="485"/>
                  </a:lnTo>
                  <a:lnTo>
                    <a:pt x="391" y="419"/>
                  </a:lnTo>
                  <a:lnTo>
                    <a:pt x="571" y="353"/>
                  </a:lnTo>
                  <a:lnTo>
                    <a:pt x="782" y="286"/>
                  </a:lnTo>
                  <a:lnTo>
                    <a:pt x="1082" y="225"/>
                  </a:lnTo>
                  <a:lnTo>
                    <a:pt x="1382" y="169"/>
                  </a:lnTo>
                  <a:lnTo>
                    <a:pt x="1773" y="118"/>
                  </a:lnTo>
                  <a:lnTo>
                    <a:pt x="2193" y="77"/>
                  </a:lnTo>
                  <a:lnTo>
                    <a:pt x="2434" y="57"/>
                  </a:lnTo>
                  <a:lnTo>
                    <a:pt x="2704" y="42"/>
                  </a:lnTo>
                  <a:lnTo>
                    <a:pt x="2974" y="26"/>
                  </a:lnTo>
                  <a:lnTo>
                    <a:pt x="3275" y="16"/>
                  </a:lnTo>
                  <a:lnTo>
                    <a:pt x="3575" y="6"/>
                  </a:lnTo>
                  <a:lnTo>
                    <a:pt x="390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68"/>
            <p:cNvSpPr/>
            <p:nvPr/>
          </p:nvSpPr>
          <p:spPr>
            <a:xfrm flipH="1">
              <a:off x="4303931" y="1698825"/>
              <a:ext cx="22544" cy="25775"/>
            </a:xfrm>
            <a:custGeom>
              <a:avLst/>
              <a:gdLst/>
              <a:ahLst/>
              <a:cxnLst/>
              <a:rect l="l" t="t" r="r" b="b"/>
              <a:pathLst>
                <a:path w="5317" h="1031" extrusionOk="0">
                  <a:moveTo>
                    <a:pt x="571" y="1"/>
                  </a:moveTo>
                  <a:lnTo>
                    <a:pt x="0" y="6"/>
                  </a:lnTo>
                  <a:lnTo>
                    <a:pt x="481" y="143"/>
                  </a:lnTo>
                  <a:lnTo>
                    <a:pt x="991" y="281"/>
                  </a:lnTo>
                  <a:lnTo>
                    <a:pt x="1562" y="414"/>
                  </a:lnTo>
                  <a:lnTo>
                    <a:pt x="2163" y="541"/>
                  </a:lnTo>
                  <a:lnTo>
                    <a:pt x="2824" y="669"/>
                  </a:lnTo>
                  <a:lnTo>
                    <a:pt x="3514" y="796"/>
                  </a:lnTo>
                  <a:lnTo>
                    <a:pt x="4235" y="914"/>
                  </a:lnTo>
                  <a:lnTo>
                    <a:pt x="5016" y="1031"/>
                  </a:lnTo>
                  <a:lnTo>
                    <a:pt x="5166" y="965"/>
                  </a:lnTo>
                  <a:lnTo>
                    <a:pt x="5256" y="903"/>
                  </a:lnTo>
                  <a:lnTo>
                    <a:pt x="5316" y="842"/>
                  </a:lnTo>
                  <a:lnTo>
                    <a:pt x="5316" y="786"/>
                  </a:lnTo>
                  <a:lnTo>
                    <a:pt x="5316" y="684"/>
                  </a:lnTo>
                  <a:lnTo>
                    <a:pt x="5256" y="623"/>
                  </a:lnTo>
                  <a:lnTo>
                    <a:pt x="5196" y="562"/>
                  </a:lnTo>
                  <a:lnTo>
                    <a:pt x="5106" y="501"/>
                  </a:lnTo>
                  <a:lnTo>
                    <a:pt x="4986" y="434"/>
                  </a:lnTo>
                  <a:lnTo>
                    <a:pt x="4836" y="373"/>
                  </a:lnTo>
                  <a:lnTo>
                    <a:pt x="4626" y="312"/>
                  </a:lnTo>
                  <a:lnTo>
                    <a:pt x="4355" y="251"/>
                  </a:lnTo>
                  <a:lnTo>
                    <a:pt x="4055" y="194"/>
                  </a:lnTo>
                  <a:lnTo>
                    <a:pt x="3665" y="143"/>
                  </a:lnTo>
                  <a:lnTo>
                    <a:pt x="3244" y="98"/>
                  </a:lnTo>
                  <a:lnTo>
                    <a:pt x="3004" y="77"/>
                  </a:lnTo>
                  <a:lnTo>
                    <a:pt x="2733" y="62"/>
                  </a:lnTo>
                  <a:lnTo>
                    <a:pt x="2433" y="47"/>
                  </a:lnTo>
                  <a:lnTo>
                    <a:pt x="2133" y="31"/>
                  </a:lnTo>
                  <a:lnTo>
                    <a:pt x="1832" y="21"/>
                  </a:lnTo>
                  <a:lnTo>
                    <a:pt x="1472" y="11"/>
                  </a:lnTo>
                  <a:lnTo>
                    <a:pt x="1112" y="6"/>
                  </a:lnTo>
                  <a:lnTo>
                    <a:pt x="721" y="1"/>
                  </a:lnTo>
                  <a:close/>
                </a:path>
              </a:pathLst>
            </a:custGeom>
            <a:solidFill>
              <a:srgbClr val="399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68"/>
            <p:cNvSpPr/>
            <p:nvPr/>
          </p:nvSpPr>
          <p:spPr>
            <a:xfrm flipH="1">
              <a:off x="4303931" y="1698825"/>
              <a:ext cx="22544" cy="25775"/>
            </a:xfrm>
            <a:custGeom>
              <a:avLst/>
              <a:gdLst/>
              <a:ahLst/>
              <a:cxnLst/>
              <a:rect l="l" t="t" r="r" b="b"/>
              <a:pathLst>
                <a:path w="5317" h="1031" fill="none" extrusionOk="0">
                  <a:moveTo>
                    <a:pt x="571" y="1"/>
                  </a:moveTo>
                  <a:lnTo>
                    <a:pt x="571" y="1"/>
                  </a:lnTo>
                  <a:lnTo>
                    <a:pt x="721" y="1"/>
                  </a:lnTo>
                  <a:lnTo>
                    <a:pt x="721" y="1"/>
                  </a:lnTo>
                  <a:lnTo>
                    <a:pt x="1112" y="6"/>
                  </a:lnTo>
                  <a:lnTo>
                    <a:pt x="1472" y="11"/>
                  </a:lnTo>
                  <a:lnTo>
                    <a:pt x="1832" y="21"/>
                  </a:lnTo>
                  <a:lnTo>
                    <a:pt x="2133" y="31"/>
                  </a:lnTo>
                  <a:lnTo>
                    <a:pt x="2433" y="47"/>
                  </a:lnTo>
                  <a:lnTo>
                    <a:pt x="2733" y="62"/>
                  </a:lnTo>
                  <a:lnTo>
                    <a:pt x="3004" y="77"/>
                  </a:lnTo>
                  <a:lnTo>
                    <a:pt x="3244" y="98"/>
                  </a:lnTo>
                  <a:lnTo>
                    <a:pt x="3665" y="143"/>
                  </a:lnTo>
                  <a:lnTo>
                    <a:pt x="4055" y="194"/>
                  </a:lnTo>
                  <a:lnTo>
                    <a:pt x="4355" y="251"/>
                  </a:lnTo>
                  <a:lnTo>
                    <a:pt x="4626" y="312"/>
                  </a:lnTo>
                  <a:lnTo>
                    <a:pt x="4836" y="373"/>
                  </a:lnTo>
                  <a:lnTo>
                    <a:pt x="4986" y="434"/>
                  </a:lnTo>
                  <a:lnTo>
                    <a:pt x="5106" y="501"/>
                  </a:lnTo>
                  <a:lnTo>
                    <a:pt x="5196" y="562"/>
                  </a:lnTo>
                  <a:lnTo>
                    <a:pt x="5256" y="623"/>
                  </a:lnTo>
                  <a:lnTo>
                    <a:pt x="5316" y="684"/>
                  </a:lnTo>
                  <a:lnTo>
                    <a:pt x="5316" y="786"/>
                  </a:lnTo>
                  <a:lnTo>
                    <a:pt x="5316" y="786"/>
                  </a:lnTo>
                  <a:lnTo>
                    <a:pt x="5316" y="842"/>
                  </a:lnTo>
                  <a:lnTo>
                    <a:pt x="5256" y="903"/>
                  </a:lnTo>
                  <a:lnTo>
                    <a:pt x="5166" y="965"/>
                  </a:lnTo>
                  <a:lnTo>
                    <a:pt x="5016" y="1031"/>
                  </a:lnTo>
                  <a:lnTo>
                    <a:pt x="5016" y="1031"/>
                  </a:lnTo>
                  <a:lnTo>
                    <a:pt x="4235" y="914"/>
                  </a:lnTo>
                  <a:lnTo>
                    <a:pt x="3514" y="796"/>
                  </a:lnTo>
                  <a:lnTo>
                    <a:pt x="2824" y="669"/>
                  </a:lnTo>
                  <a:lnTo>
                    <a:pt x="2163" y="541"/>
                  </a:lnTo>
                  <a:lnTo>
                    <a:pt x="1562" y="414"/>
                  </a:lnTo>
                  <a:lnTo>
                    <a:pt x="991" y="281"/>
                  </a:lnTo>
                  <a:lnTo>
                    <a:pt x="481" y="143"/>
                  </a:lnTo>
                  <a:lnTo>
                    <a:pt x="0" y="6"/>
                  </a:lnTo>
                  <a:lnTo>
                    <a:pt x="0" y="6"/>
                  </a:lnTo>
                  <a:lnTo>
                    <a:pt x="57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68"/>
            <p:cNvSpPr/>
            <p:nvPr/>
          </p:nvSpPr>
          <p:spPr>
            <a:xfrm flipH="1">
              <a:off x="4319339" y="1713250"/>
              <a:ext cx="9811" cy="8950"/>
            </a:xfrm>
            <a:custGeom>
              <a:avLst/>
              <a:gdLst/>
              <a:ahLst/>
              <a:cxnLst/>
              <a:rect l="l" t="t" r="r" b="b"/>
              <a:pathLst>
                <a:path w="2314" h="358" extrusionOk="0">
                  <a:moveTo>
                    <a:pt x="241" y="0"/>
                  </a:moveTo>
                  <a:lnTo>
                    <a:pt x="151" y="36"/>
                  </a:lnTo>
                  <a:lnTo>
                    <a:pt x="61" y="71"/>
                  </a:lnTo>
                  <a:lnTo>
                    <a:pt x="1" y="107"/>
                  </a:lnTo>
                  <a:lnTo>
                    <a:pt x="1" y="138"/>
                  </a:lnTo>
                  <a:lnTo>
                    <a:pt x="1" y="168"/>
                  </a:lnTo>
                  <a:lnTo>
                    <a:pt x="31" y="199"/>
                  </a:lnTo>
                  <a:lnTo>
                    <a:pt x="91" y="224"/>
                  </a:lnTo>
                  <a:lnTo>
                    <a:pt x="181" y="255"/>
                  </a:lnTo>
                  <a:lnTo>
                    <a:pt x="271" y="281"/>
                  </a:lnTo>
                  <a:lnTo>
                    <a:pt x="421" y="306"/>
                  </a:lnTo>
                  <a:lnTo>
                    <a:pt x="541" y="332"/>
                  </a:lnTo>
                  <a:lnTo>
                    <a:pt x="721" y="357"/>
                  </a:lnTo>
                  <a:lnTo>
                    <a:pt x="1052" y="321"/>
                  </a:lnTo>
                  <a:lnTo>
                    <a:pt x="1112" y="316"/>
                  </a:lnTo>
                  <a:lnTo>
                    <a:pt x="1112" y="301"/>
                  </a:lnTo>
                  <a:lnTo>
                    <a:pt x="1112" y="291"/>
                  </a:lnTo>
                  <a:lnTo>
                    <a:pt x="1052" y="281"/>
                  </a:lnTo>
                  <a:lnTo>
                    <a:pt x="992" y="265"/>
                  </a:lnTo>
                  <a:lnTo>
                    <a:pt x="902" y="245"/>
                  </a:lnTo>
                  <a:lnTo>
                    <a:pt x="842" y="214"/>
                  </a:lnTo>
                  <a:lnTo>
                    <a:pt x="812" y="179"/>
                  </a:lnTo>
                  <a:lnTo>
                    <a:pt x="812" y="158"/>
                  </a:lnTo>
                  <a:lnTo>
                    <a:pt x="842" y="138"/>
                  </a:lnTo>
                  <a:lnTo>
                    <a:pt x="902" y="112"/>
                  </a:lnTo>
                  <a:lnTo>
                    <a:pt x="992" y="87"/>
                  </a:lnTo>
                  <a:lnTo>
                    <a:pt x="1022" y="66"/>
                  </a:lnTo>
                  <a:lnTo>
                    <a:pt x="992" y="61"/>
                  </a:lnTo>
                  <a:lnTo>
                    <a:pt x="962" y="51"/>
                  </a:lnTo>
                  <a:lnTo>
                    <a:pt x="872" y="41"/>
                  </a:lnTo>
                  <a:lnTo>
                    <a:pt x="241" y="0"/>
                  </a:lnTo>
                  <a:close/>
                  <a:moveTo>
                    <a:pt x="1442" y="0"/>
                  </a:moveTo>
                  <a:lnTo>
                    <a:pt x="1322" y="36"/>
                  </a:lnTo>
                  <a:lnTo>
                    <a:pt x="1232" y="71"/>
                  </a:lnTo>
                  <a:lnTo>
                    <a:pt x="1202" y="107"/>
                  </a:lnTo>
                  <a:lnTo>
                    <a:pt x="1172" y="138"/>
                  </a:lnTo>
                  <a:lnTo>
                    <a:pt x="1172" y="168"/>
                  </a:lnTo>
                  <a:lnTo>
                    <a:pt x="1232" y="199"/>
                  </a:lnTo>
                  <a:lnTo>
                    <a:pt x="1292" y="224"/>
                  </a:lnTo>
                  <a:lnTo>
                    <a:pt x="1352" y="255"/>
                  </a:lnTo>
                  <a:lnTo>
                    <a:pt x="1472" y="281"/>
                  </a:lnTo>
                  <a:lnTo>
                    <a:pt x="1592" y="306"/>
                  </a:lnTo>
                  <a:lnTo>
                    <a:pt x="1743" y="332"/>
                  </a:lnTo>
                  <a:lnTo>
                    <a:pt x="1893" y="357"/>
                  </a:lnTo>
                  <a:lnTo>
                    <a:pt x="2223" y="321"/>
                  </a:lnTo>
                  <a:lnTo>
                    <a:pt x="2283" y="316"/>
                  </a:lnTo>
                  <a:lnTo>
                    <a:pt x="2313" y="301"/>
                  </a:lnTo>
                  <a:lnTo>
                    <a:pt x="2283" y="291"/>
                  </a:lnTo>
                  <a:lnTo>
                    <a:pt x="2253" y="281"/>
                  </a:lnTo>
                  <a:lnTo>
                    <a:pt x="2163" y="265"/>
                  </a:lnTo>
                  <a:lnTo>
                    <a:pt x="2073" y="245"/>
                  </a:lnTo>
                  <a:lnTo>
                    <a:pt x="2013" y="214"/>
                  </a:lnTo>
                  <a:lnTo>
                    <a:pt x="1983" y="179"/>
                  </a:lnTo>
                  <a:lnTo>
                    <a:pt x="1983" y="158"/>
                  </a:lnTo>
                  <a:lnTo>
                    <a:pt x="2013" y="138"/>
                  </a:lnTo>
                  <a:lnTo>
                    <a:pt x="2073" y="112"/>
                  </a:lnTo>
                  <a:lnTo>
                    <a:pt x="2163" y="87"/>
                  </a:lnTo>
                  <a:lnTo>
                    <a:pt x="2193" y="66"/>
                  </a:lnTo>
                  <a:lnTo>
                    <a:pt x="2193" y="61"/>
                  </a:lnTo>
                  <a:lnTo>
                    <a:pt x="2163" y="51"/>
                  </a:lnTo>
                  <a:lnTo>
                    <a:pt x="2043" y="41"/>
                  </a:lnTo>
                  <a:lnTo>
                    <a:pt x="144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68"/>
            <p:cNvSpPr/>
            <p:nvPr/>
          </p:nvSpPr>
          <p:spPr>
            <a:xfrm flipH="1">
              <a:off x="4092024" y="1533700"/>
              <a:ext cx="38084" cy="37900"/>
            </a:xfrm>
            <a:custGeom>
              <a:avLst/>
              <a:gdLst/>
              <a:ahLst/>
              <a:cxnLst/>
              <a:rect l="l" t="t" r="r" b="b"/>
              <a:pathLst>
                <a:path w="8982" h="1516" extrusionOk="0">
                  <a:moveTo>
                    <a:pt x="4416" y="0"/>
                  </a:moveTo>
                  <a:lnTo>
                    <a:pt x="3935" y="5"/>
                  </a:lnTo>
                  <a:lnTo>
                    <a:pt x="3485" y="16"/>
                  </a:lnTo>
                  <a:lnTo>
                    <a:pt x="3094" y="26"/>
                  </a:lnTo>
                  <a:lnTo>
                    <a:pt x="2704" y="46"/>
                  </a:lnTo>
                  <a:lnTo>
                    <a:pt x="2344" y="72"/>
                  </a:lnTo>
                  <a:lnTo>
                    <a:pt x="2013" y="97"/>
                  </a:lnTo>
                  <a:lnTo>
                    <a:pt x="1713" y="128"/>
                  </a:lnTo>
                  <a:lnTo>
                    <a:pt x="1412" y="164"/>
                  </a:lnTo>
                  <a:lnTo>
                    <a:pt x="1172" y="204"/>
                  </a:lnTo>
                  <a:lnTo>
                    <a:pt x="932" y="240"/>
                  </a:lnTo>
                  <a:lnTo>
                    <a:pt x="722" y="286"/>
                  </a:lnTo>
                  <a:lnTo>
                    <a:pt x="541" y="327"/>
                  </a:lnTo>
                  <a:lnTo>
                    <a:pt x="391" y="373"/>
                  </a:lnTo>
                  <a:lnTo>
                    <a:pt x="241" y="419"/>
                  </a:lnTo>
                  <a:lnTo>
                    <a:pt x="121" y="464"/>
                  </a:lnTo>
                  <a:lnTo>
                    <a:pt x="1" y="510"/>
                  </a:lnTo>
                  <a:lnTo>
                    <a:pt x="662" y="623"/>
                  </a:lnTo>
                  <a:lnTo>
                    <a:pt x="1262" y="745"/>
                  </a:lnTo>
                  <a:lnTo>
                    <a:pt x="1833" y="862"/>
                  </a:lnTo>
                  <a:lnTo>
                    <a:pt x="2374" y="990"/>
                  </a:lnTo>
                  <a:lnTo>
                    <a:pt x="2854" y="1117"/>
                  </a:lnTo>
                  <a:lnTo>
                    <a:pt x="3305" y="1250"/>
                  </a:lnTo>
                  <a:lnTo>
                    <a:pt x="3725" y="1377"/>
                  </a:lnTo>
                  <a:lnTo>
                    <a:pt x="4116" y="1515"/>
                  </a:lnTo>
                  <a:lnTo>
                    <a:pt x="4896" y="1515"/>
                  </a:lnTo>
                  <a:lnTo>
                    <a:pt x="5257" y="1510"/>
                  </a:lnTo>
                  <a:lnTo>
                    <a:pt x="5587" y="1500"/>
                  </a:lnTo>
                  <a:lnTo>
                    <a:pt x="5888" y="1490"/>
                  </a:lnTo>
                  <a:lnTo>
                    <a:pt x="6188" y="1474"/>
                  </a:lnTo>
                  <a:lnTo>
                    <a:pt x="6458" y="1459"/>
                  </a:lnTo>
                  <a:lnTo>
                    <a:pt x="6729" y="1444"/>
                  </a:lnTo>
                  <a:lnTo>
                    <a:pt x="6969" y="1418"/>
                  </a:lnTo>
                  <a:lnTo>
                    <a:pt x="7179" y="1398"/>
                  </a:lnTo>
                  <a:lnTo>
                    <a:pt x="7389" y="1372"/>
                  </a:lnTo>
                  <a:lnTo>
                    <a:pt x="7750" y="1316"/>
                  </a:lnTo>
                  <a:lnTo>
                    <a:pt x="8080" y="1255"/>
                  </a:lnTo>
                  <a:lnTo>
                    <a:pt x="8320" y="1189"/>
                  </a:lnTo>
                  <a:lnTo>
                    <a:pt x="8531" y="1122"/>
                  </a:lnTo>
                  <a:lnTo>
                    <a:pt x="8711" y="1051"/>
                  </a:lnTo>
                  <a:lnTo>
                    <a:pt x="8831" y="980"/>
                  </a:lnTo>
                  <a:lnTo>
                    <a:pt x="8891" y="908"/>
                  </a:lnTo>
                  <a:lnTo>
                    <a:pt x="8951" y="837"/>
                  </a:lnTo>
                  <a:lnTo>
                    <a:pt x="8981" y="776"/>
                  </a:lnTo>
                  <a:lnTo>
                    <a:pt x="8981" y="714"/>
                  </a:lnTo>
                  <a:lnTo>
                    <a:pt x="8951" y="658"/>
                  </a:lnTo>
                  <a:lnTo>
                    <a:pt x="8861" y="551"/>
                  </a:lnTo>
                  <a:lnTo>
                    <a:pt x="8801" y="495"/>
                  </a:lnTo>
                  <a:lnTo>
                    <a:pt x="8711" y="444"/>
                  </a:lnTo>
                  <a:lnTo>
                    <a:pt x="8591" y="388"/>
                  </a:lnTo>
                  <a:lnTo>
                    <a:pt x="8441" y="337"/>
                  </a:lnTo>
                  <a:lnTo>
                    <a:pt x="8290" y="286"/>
                  </a:lnTo>
                  <a:lnTo>
                    <a:pt x="8080" y="235"/>
                  </a:lnTo>
                  <a:lnTo>
                    <a:pt x="7810" y="189"/>
                  </a:lnTo>
                  <a:lnTo>
                    <a:pt x="7540" y="148"/>
                  </a:lnTo>
                  <a:lnTo>
                    <a:pt x="7179" y="107"/>
                  </a:lnTo>
                  <a:lnTo>
                    <a:pt x="6789" y="77"/>
                  </a:lnTo>
                  <a:lnTo>
                    <a:pt x="6338" y="46"/>
                  </a:lnTo>
                  <a:lnTo>
                    <a:pt x="5828" y="26"/>
                  </a:lnTo>
                  <a:lnTo>
                    <a:pt x="5257" y="11"/>
                  </a:lnTo>
                  <a:lnTo>
                    <a:pt x="4626" y="0"/>
                  </a:lnTo>
                  <a:close/>
                </a:path>
              </a:pathLst>
            </a:custGeom>
            <a:solidFill>
              <a:srgbClr val="00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68"/>
            <p:cNvSpPr/>
            <p:nvPr/>
          </p:nvSpPr>
          <p:spPr>
            <a:xfrm flipH="1">
              <a:off x="4092024" y="1533700"/>
              <a:ext cx="38084" cy="37900"/>
            </a:xfrm>
            <a:custGeom>
              <a:avLst/>
              <a:gdLst/>
              <a:ahLst/>
              <a:cxnLst/>
              <a:rect l="l" t="t" r="r" b="b"/>
              <a:pathLst>
                <a:path w="8982" h="1516" fill="none" extrusionOk="0">
                  <a:moveTo>
                    <a:pt x="4416" y="0"/>
                  </a:moveTo>
                  <a:lnTo>
                    <a:pt x="4416" y="0"/>
                  </a:lnTo>
                  <a:lnTo>
                    <a:pt x="4626" y="0"/>
                  </a:lnTo>
                  <a:lnTo>
                    <a:pt x="4626" y="0"/>
                  </a:lnTo>
                  <a:lnTo>
                    <a:pt x="5257" y="11"/>
                  </a:lnTo>
                  <a:lnTo>
                    <a:pt x="5828" y="26"/>
                  </a:lnTo>
                  <a:lnTo>
                    <a:pt x="6338" y="46"/>
                  </a:lnTo>
                  <a:lnTo>
                    <a:pt x="6789" y="77"/>
                  </a:lnTo>
                  <a:lnTo>
                    <a:pt x="7179" y="107"/>
                  </a:lnTo>
                  <a:lnTo>
                    <a:pt x="7540" y="148"/>
                  </a:lnTo>
                  <a:lnTo>
                    <a:pt x="7810" y="189"/>
                  </a:lnTo>
                  <a:lnTo>
                    <a:pt x="8080" y="235"/>
                  </a:lnTo>
                  <a:lnTo>
                    <a:pt x="8290" y="286"/>
                  </a:lnTo>
                  <a:lnTo>
                    <a:pt x="8441" y="337"/>
                  </a:lnTo>
                  <a:lnTo>
                    <a:pt x="8591" y="388"/>
                  </a:lnTo>
                  <a:lnTo>
                    <a:pt x="8711" y="444"/>
                  </a:lnTo>
                  <a:lnTo>
                    <a:pt x="8801" y="495"/>
                  </a:lnTo>
                  <a:lnTo>
                    <a:pt x="8861" y="551"/>
                  </a:lnTo>
                  <a:lnTo>
                    <a:pt x="8951" y="658"/>
                  </a:lnTo>
                  <a:lnTo>
                    <a:pt x="8951" y="658"/>
                  </a:lnTo>
                  <a:lnTo>
                    <a:pt x="8981" y="714"/>
                  </a:lnTo>
                  <a:lnTo>
                    <a:pt x="8981" y="776"/>
                  </a:lnTo>
                  <a:lnTo>
                    <a:pt x="8951" y="837"/>
                  </a:lnTo>
                  <a:lnTo>
                    <a:pt x="8891" y="908"/>
                  </a:lnTo>
                  <a:lnTo>
                    <a:pt x="8831" y="980"/>
                  </a:lnTo>
                  <a:lnTo>
                    <a:pt x="8711" y="1051"/>
                  </a:lnTo>
                  <a:lnTo>
                    <a:pt x="8531" y="1122"/>
                  </a:lnTo>
                  <a:lnTo>
                    <a:pt x="8320" y="1189"/>
                  </a:lnTo>
                  <a:lnTo>
                    <a:pt x="8080" y="1255"/>
                  </a:lnTo>
                  <a:lnTo>
                    <a:pt x="7750" y="1316"/>
                  </a:lnTo>
                  <a:lnTo>
                    <a:pt x="7389" y="1372"/>
                  </a:lnTo>
                  <a:lnTo>
                    <a:pt x="7179" y="1398"/>
                  </a:lnTo>
                  <a:lnTo>
                    <a:pt x="6969" y="1418"/>
                  </a:lnTo>
                  <a:lnTo>
                    <a:pt x="6729" y="1444"/>
                  </a:lnTo>
                  <a:lnTo>
                    <a:pt x="6458" y="1459"/>
                  </a:lnTo>
                  <a:lnTo>
                    <a:pt x="6188" y="1474"/>
                  </a:lnTo>
                  <a:lnTo>
                    <a:pt x="5888" y="1490"/>
                  </a:lnTo>
                  <a:lnTo>
                    <a:pt x="5587" y="1500"/>
                  </a:lnTo>
                  <a:lnTo>
                    <a:pt x="5257" y="1510"/>
                  </a:lnTo>
                  <a:lnTo>
                    <a:pt x="4896" y="1515"/>
                  </a:lnTo>
                  <a:lnTo>
                    <a:pt x="4506" y="1515"/>
                  </a:lnTo>
                  <a:lnTo>
                    <a:pt x="4506" y="1515"/>
                  </a:lnTo>
                  <a:lnTo>
                    <a:pt x="4356" y="1515"/>
                  </a:lnTo>
                  <a:lnTo>
                    <a:pt x="4356" y="1515"/>
                  </a:lnTo>
                  <a:lnTo>
                    <a:pt x="4116" y="1515"/>
                  </a:lnTo>
                  <a:lnTo>
                    <a:pt x="4116" y="1515"/>
                  </a:lnTo>
                  <a:lnTo>
                    <a:pt x="3725" y="1377"/>
                  </a:lnTo>
                  <a:lnTo>
                    <a:pt x="3305" y="1250"/>
                  </a:lnTo>
                  <a:lnTo>
                    <a:pt x="2854" y="1117"/>
                  </a:lnTo>
                  <a:lnTo>
                    <a:pt x="2374" y="990"/>
                  </a:lnTo>
                  <a:lnTo>
                    <a:pt x="1833" y="862"/>
                  </a:lnTo>
                  <a:lnTo>
                    <a:pt x="1262" y="745"/>
                  </a:lnTo>
                  <a:lnTo>
                    <a:pt x="662" y="623"/>
                  </a:lnTo>
                  <a:lnTo>
                    <a:pt x="1" y="510"/>
                  </a:lnTo>
                  <a:lnTo>
                    <a:pt x="1" y="510"/>
                  </a:lnTo>
                  <a:lnTo>
                    <a:pt x="121" y="464"/>
                  </a:lnTo>
                  <a:lnTo>
                    <a:pt x="241" y="419"/>
                  </a:lnTo>
                  <a:lnTo>
                    <a:pt x="391" y="373"/>
                  </a:lnTo>
                  <a:lnTo>
                    <a:pt x="541" y="327"/>
                  </a:lnTo>
                  <a:lnTo>
                    <a:pt x="722" y="286"/>
                  </a:lnTo>
                  <a:lnTo>
                    <a:pt x="932" y="240"/>
                  </a:lnTo>
                  <a:lnTo>
                    <a:pt x="1172" y="204"/>
                  </a:lnTo>
                  <a:lnTo>
                    <a:pt x="1412" y="164"/>
                  </a:lnTo>
                  <a:lnTo>
                    <a:pt x="1713" y="128"/>
                  </a:lnTo>
                  <a:lnTo>
                    <a:pt x="2013" y="97"/>
                  </a:lnTo>
                  <a:lnTo>
                    <a:pt x="2344" y="72"/>
                  </a:lnTo>
                  <a:lnTo>
                    <a:pt x="2704" y="46"/>
                  </a:lnTo>
                  <a:lnTo>
                    <a:pt x="3094" y="26"/>
                  </a:lnTo>
                  <a:lnTo>
                    <a:pt x="3485" y="16"/>
                  </a:lnTo>
                  <a:lnTo>
                    <a:pt x="3935" y="5"/>
                  </a:lnTo>
                  <a:lnTo>
                    <a:pt x="441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68"/>
            <p:cNvSpPr/>
            <p:nvPr/>
          </p:nvSpPr>
          <p:spPr>
            <a:xfrm flipH="1">
              <a:off x="4112656" y="1546450"/>
              <a:ext cx="18469" cy="25150"/>
            </a:xfrm>
            <a:custGeom>
              <a:avLst/>
              <a:gdLst/>
              <a:ahLst/>
              <a:cxnLst/>
              <a:rect l="l" t="t" r="r" b="b"/>
              <a:pathLst>
                <a:path w="4356" h="1006" extrusionOk="0">
                  <a:moveTo>
                    <a:pt x="241" y="0"/>
                  </a:moveTo>
                  <a:lnTo>
                    <a:pt x="151" y="56"/>
                  </a:lnTo>
                  <a:lnTo>
                    <a:pt x="61" y="118"/>
                  </a:lnTo>
                  <a:lnTo>
                    <a:pt x="1" y="169"/>
                  </a:lnTo>
                  <a:lnTo>
                    <a:pt x="1" y="220"/>
                  </a:lnTo>
                  <a:lnTo>
                    <a:pt x="1" y="322"/>
                  </a:lnTo>
                  <a:lnTo>
                    <a:pt x="61" y="378"/>
                  </a:lnTo>
                  <a:lnTo>
                    <a:pt x="121" y="439"/>
                  </a:lnTo>
                  <a:lnTo>
                    <a:pt x="181" y="500"/>
                  </a:lnTo>
                  <a:lnTo>
                    <a:pt x="301" y="567"/>
                  </a:lnTo>
                  <a:lnTo>
                    <a:pt x="451" y="628"/>
                  </a:lnTo>
                  <a:lnTo>
                    <a:pt x="661" y="689"/>
                  </a:lnTo>
                  <a:lnTo>
                    <a:pt x="902" y="750"/>
                  </a:lnTo>
                  <a:lnTo>
                    <a:pt x="1202" y="806"/>
                  </a:lnTo>
                  <a:lnTo>
                    <a:pt x="1562" y="857"/>
                  </a:lnTo>
                  <a:lnTo>
                    <a:pt x="1983" y="898"/>
                  </a:lnTo>
                  <a:lnTo>
                    <a:pt x="2463" y="939"/>
                  </a:lnTo>
                  <a:lnTo>
                    <a:pt x="3004" y="969"/>
                  </a:lnTo>
                  <a:lnTo>
                    <a:pt x="3635" y="990"/>
                  </a:lnTo>
                  <a:lnTo>
                    <a:pt x="4356" y="1005"/>
                  </a:lnTo>
                  <a:lnTo>
                    <a:pt x="3965" y="867"/>
                  </a:lnTo>
                  <a:lnTo>
                    <a:pt x="3545" y="740"/>
                  </a:lnTo>
                  <a:lnTo>
                    <a:pt x="3094" y="607"/>
                  </a:lnTo>
                  <a:lnTo>
                    <a:pt x="2614" y="480"/>
                  </a:lnTo>
                  <a:lnTo>
                    <a:pt x="2073" y="352"/>
                  </a:lnTo>
                  <a:lnTo>
                    <a:pt x="1502" y="235"/>
                  </a:lnTo>
                  <a:lnTo>
                    <a:pt x="902" y="113"/>
                  </a:lnTo>
                  <a:lnTo>
                    <a:pt x="241" y="0"/>
                  </a:lnTo>
                  <a:close/>
                </a:path>
              </a:pathLst>
            </a:custGeom>
            <a:solidFill>
              <a:srgbClr val="008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68"/>
            <p:cNvSpPr/>
            <p:nvPr/>
          </p:nvSpPr>
          <p:spPr>
            <a:xfrm flipH="1">
              <a:off x="4112656" y="1546450"/>
              <a:ext cx="18469" cy="25150"/>
            </a:xfrm>
            <a:custGeom>
              <a:avLst/>
              <a:gdLst/>
              <a:ahLst/>
              <a:cxnLst/>
              <a:rect l="l" t="t" r="r" b="b"/>
              <a:pathLst>
                <a:path w="4356" h="1006" fill="none" extrusionOk="0">
                  <a:moveTo>
                    <a:pt x="241" y="0"/>
                  </a:moveTo>
                  <a:lnTo>
                    <a:pt x="241" y="0"/>
                  </a:lnTo>
                  <a:lnTo>
                    <a:pt x="902" y="113"/>
                  </a:lnTo>
                  <a:lnTo>
                    <a:pt x="1502" y="235"/>
                  </a:lnTo>
                  <a:lnTo>
                    <a:pt x="2073" y="352"/>
                  </a:lnTo>
                  <a:lnTo>
                    <a:pt x="2614" y="480"/>
                  </a:lnTo>
                  <a:lnTo>
                    <a:pt x="3094" y="607"/>
                  </a:lnTo>
                  <a:lnTo>
                    <a:pt x="3545" y="740"/>
                  </a:lnTo>
                  <a:lnTo>
                    <a:pt x="3965" y="867"/>
                  </a:lnTo>
                  <a:lnTo>
                    <a:pt x="4356" y="1005"/>
                  </a:lnTo>
                  <a:lnTo>
                    <a:pt x="4356" y="1005"/>
                  </a:lnTo>
                  <a:lnTo>
                    <a:pt x="3635" y="990"/>
                  </a:lnTo>
                  <a:lnTo>
                    <a:pt x="3004" y="969"/>
                  </a:lnTo>
                  <a:lnTo>
                    <a:pt x="2463" y="939"/>
                  </a:lnTo>
                  <a:lnTo>
                    <a:pt x="1983" y="898"/>
                  </a:lnTo>
                  <a:lnTo>
                    <a:pt x="1562" y="857"/>
                  </a:lnTo>
                  <a:lnTo>
                    <a:pt x="1202" y="806"/>
                  </a:lnTo>
                  <a:lnTo>
                    <a:pt x="902" y="750"/>
                  </a:lnTo>
                  <a:lnTo>
                    <a:pt x="661" y="689"/>
                  </a:lnTo>
                  <a:lnTo>
                    <a:pt x="451" y="628"/>
                  </a:lnTo>
                  <a:lnTo>
                    <a:pt x="301" y="567"/>
                  </a:lnTo>
                  <a:lnTo>
                    <a:pt x="181" y="500"/>
                  </a:lnTo>
                  <a:lnTo>
                    <a:pt x="121" y="439"/>
                  </a:lnTo>
                  <a:lnTo>
                    <a:pt x="61" y="378"/>
                  </a:lnTo>
                  <a:lnTo>
                    <a:pt x="1" y="322"/>
                  </a:lnTo>
                  <a:lnTo>
                    <a:pt x="1" y="220"/>
                  </a:lnTo>
                  <a:lnTo>
                    <a:pt x="1" y="220"/>
                  </a:lnTo>
                  <a:lnTo>
                    <a:pt x="1" y="169"/>
                  </a:lnTo>
                  <a:lnTo>
                    <a:pt x="61" y="118"/>
                  </a:lnTo>
                  <a:lnTo>
                    <a:pt x="151" y="56"/>
                  </a:lnTo>
                  <a:lnTo>
                    <a:pt x="24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68"/>
            <p:cNvSpPr/>
            <p:nvPr/>
          </p:nvSpPr>
          <p:spPr>
            <a:xfrm flipH="1">
              <a:off x="4105906" y="1548350"/>
              <a:ext cx="9684" cy="8825"/>
            </a:xfrm>
            <a:custGeom>
              <a:avLst/>
              <a:gdLst/>
              <a:ahLst/>
              <a:cxnLst/>
              <a:rect l="l" t="t" r="r" b="b"/>
              <a:pathLst>
                <a:path w="2284" h="353" extrusionOk="0">
                  <a:moveTo>
                    <a:pt x="391" y="1"/>
                  </a:moveTo>
                  <a:lnTo>
                    <a:pt x="61" y="31"/>
                  </a:lnTo>
                  <a:lnTo>
                    <a:pt x="1" y="42"/>
                  </a:lnTo>
                  <a:lnTo>
                    <a:pt x="1" y="52"/>
                  </a:lnTo>
                  <a:lnTo>
                    <a:pt x="1" y="62"/>
                  </a:lnTo>
                  <a:lnTo>
                    <a:pt x="31" y="72"/>
                  </a:lnTo>
                  <a:lnTo>
                    <a:pt x="121" y="88"/>
                  </a:lnTo>
                  <a:lnTo>
                    <a:pt x="211" y="113"/>
                  </a:lnTo>
                  <a:lnTo>
                    <a:pt x="271" y="144"/>
                  </a:lnTo>
                  <a:lnTo>
                    <a:pt x="301" y="174"/>
                  </a:lnTo>
                  <a:lnTo>
                    <a:pt x="301" y="195"/>
                  </a:lnTo>
                  <a:lnTo>
                    <a:pt x="271" y="220"/>
                  </a:lnTo>
                  <a:lnTo>
                    <a:pt x="211" y="241"/>
                  </a:lnTo>
                  <a:lnTo>
                    <a:pt x="121" y="266"/>
                  </a:lnTo>
                  <a:lnTo>
                    <a:pt x="91" y="287"/>
                  </a:lnTo>
                  <a:lnTo>
                    <a:pt x="91" y="297"/>
                  </a:lnTo>
                  <a:lnTo>
                    <a:pt x="121" y="307"/>
                  </a:lnTo>
                  <a:lnTo>
                    <a:pt x="241" y="317"/>
                  </a:lnTo>
                  <a:lnTo>
                    <a:pt x="842" y="353"/>
                  </a:lnTo>
                  <a:lnTo>
                    <a:pt x="962" y="322"/>
                  </a:lnTo>
                  <a:lnTo>
                    <a:pt x="1052" y="287"/>
                  </a:lnTo>
                  <a:lnTo>
                    <a:pt x="1112" y="251"/>
                  </a:lnTo>
                  <a:lnTo>
                    <a:pt x="1112" y="215"/>
                  </a:lnTo>
                  <a:lnTo>
                    <a:pt x="1112" y="185"/>
                  </a:lnTo>
                  <a:lnTo>
                    <a:pt x="1082" y="159"/>
                  </a:lnTo>
                  <a:lnTo>
                    <a:pt x="1022" y="128"/>
                  </a:lnTo>
                  <a:lnTo>
                    <a:pt x="932" y="103"/>
                  </a:lnTo>
                  <a:lnTo>
                    <a:pt x="842" y="72"/>
                  </a:lnTo>
                  <a:lnTo>
                    <a:pt x="692" y="47"/>
                  </a:lnTo>
                  <a:lnTo>
                    <a:pt x="541" y="21"/>
                  </a:lnTo>
                  <a:lnTo>
                    <a:pt x="391" y="1"/>
                  </a:lnTo>
                  <a:close/>
                  <a:moveTo>
                    <a:pt x="1563" y="1"/>
                  </a:moveTo>
                  <a:lnTo>
                    <a:pt x="1232" y="31"/>
                  </a:lnTo>
                  <a:lnTo>
                    <a:pt x="1172" y="42"/>
                  </a:lnTo>
                  <a:lnTo>
                    <a:pt x="1172" y="52"/>
                  </a:lnTo>
                  <a:lnTo>
                    <a:pt x="1172" y="62"/>
                  </a:lnTo>
                  <a:lnTo>
                    <a:pt x="1232" y="72"/>
                  </a:lnTo>
                  <a:lnTo>
                    <a:pt x="1292" y="88"/>
                  </a:lnTo>
                  <a:lnTo>
                    <a:pt x="1382" y="113"/>
                  </a:lnTo>
                  <a:lnTo>
                    <a:pt x="1442" y="144"/>
                  </a:lnTo>
                  <a:lnTo>
                    <a:pt x="1472" y="174"/>
                  </a:lnTo>
                  <a:lnTo>
                    <a:pt x="1472" y="195"/>
                  </a:lnTo>
                  <a:lnTo>
                    <a:pt x="1442" y="220"/>
                  </a:lnTo>
                  <a:lnTo>
                    <a:pt x="1382" y="241"/>
                  </a:lnTo>
                  <a:lnTo>
                    <a:pt x="1292" y="266"/>
                  </a:lnTo>
                  <a:lnTo>
                    <a:pt x="1262" y="287"/>
                  </a:lnTo>
                  <a:lnTo>
                    <a:pt x="1292" y="297"/>
                  </a:lnTo>
                  <a:lnTo>
                    <a:pt x="1322" y="307"/>
                  </a:lnTo>
                  <a:lnTo>
                    <a:pt x="1412" y="317"/>
                  </a:lnTo>
                  <a:lnTo>
                    <a:pt x="2043" y="353"/>
                  </a:lnTo>
                  <a:lnTo>
                    <a:pt x="2163" y="322"/>
                  </a:lnTo>
                  <a:lnTo>
                    <a:pt x="2223" y="287"/>
                  </a:lnTo>
                  <a:lnTo>
                    <a:pt x="2283" y="251"/>
                  </a:lnTo>
                  <a:lnTo>
                    <a:pt x="2283" y="215"/>
                  </a:lnTo>
                  <a:lnTo>
                    <a:pt x="2283" y="185"/>
                  </a:lnTo>
                  <a:lnTo>
                    <a:pt x="2253" y="159"/>
                  </a:lnTo>
                  <a:lnTo>
                    <a:pt x="2193" y="128"/>
                  </a:lnTo>
                  <a:lnTo>
                    <a:pt x="2103" y="103"/>
                  </a:lnTo>
                  <a:lnTo>
                    <a:pt x="2013" y="72"/>
                  </a:lnTo>
                  <a:lnTo>
                    <a:pt x="1893" y="47"/>
                  </a:lnTo>
                  <a:lnTo>
                    <a:pt x="1743" y="21"/>
                  </a:lnTo>
                  <a:lnTo>
                    <a:pt x="15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68"/>
            <p:cNvSpPr/>
            <p:nvPr/>
          </p:nvSpPr>
          <p:spPr>
            <a:xfrm flipH="1">
              <a:off x="4148569" y="1771000"/>
              <a:ext cx="172814" cy="167450"/>
            </a:xfrm>
            <a:custGeom>
              <a:avLst/>
              <a:gdLst/>
              <a:ahLst/>
              <a:cxnLst/>
              <a:rect l="l" t="t" r="r" b="b"/>
              <a:pathLst>
                <a:path w="40758" h="6698" extrusionOk="0">
                  <a:moveTo>
                    <a:pt x="19824" y="1"/>
                  </a:moveTo>
                  <a:lnTo>
                    <a:pt x="19133" y="6"/>
                  </a:lnTo>
                  <a:lnTo>
                    <a:pt x="17811" y="21"/>
                  </a:lnTo>
                  <a:lnTo>
                    <a:pt x="16520" y="52"/>
                  </a:lnTo>
                  <a:lnTo>
                    <a:pt x="15288" y="92"/>
                  </a:lnTo>
                  <a:lnTo>
                    <a:pt x="14117" y="138"/>
                  </a:lnTo>
                  <a:lnTo>
                    <a:pt x="13006" y="200"/>
                  </a:lnTo>
                  <a:lnTo>
                    <a:pt x="11924" y="266"/>
                  </a:lnTo>
                  <a:lnTo>
                    <a:pt x="10903" y="342"/>
                  </a:lnTo>
                  <a:lnTo>
                    <a:pt x="9942" y="429"/>
                  </a:lnTo>
                  <a:lnTo>
                    <a:pt x="9041" y="516"/>
                  </a:lnTo>
                  <a:lnTo>
                    <a:pt x="8170" y="618"/>
                  </a:lnTo>
                  <a:lnTo>
                    <a:pt x="7359" y="720"/>
                  </a:lnTo>
                  <a:lnTo>
                    <a:pt x="6608" y="832"/>
                  </a:lnTo>
                  <a:lnTo>
                    <a:pt x="5888" y="944"/>
                  </a:lnTo>
                  <a:lnTo>
                    <a:pt x="5197" y="1062"/>
                  </a:lnTo>
                  <a:lnTo>
                    <a:pt x="4596" y="1184"/>
                  </a:lnTo>
                  <a:lnTo>
                    <a:pt x="3995" y="1311"/>
                  </a:lnTo>
                  <a:lnTo>
                    <a:pt x="3455" y="1439"/>
                  </a:lnTo>
                  <a:lnTo>
                    <a:pt x="2974" y="1572"/>
                  </a:lnTo>
                  <a:lnTo>
                    <a:pt x="2524" y="1704"/>
                  </a:lnTo>
                  <a:lnTo>
                    <a:pt x="2103" y="1837"/>
                  </a:lnTo>
                  <a:lnTo>
                    <a:pt x="1713" y="1975"/>
                  </a:lnTo>
                  <a:lnTo>
                    <a:pt x="1382" y="2107"/>
                  </a:lnTo>
                  <a:lnTo>
                    <a:pt x="1082" y="2240"/>
                  </a:lnTo>
                  <a:lnTo>
                    <a:pt x="842" y="2372"/>
                  </a:lnTo>
                  <a:lnTo>
                    <a:pt x="601" y="2505"/>
                  </a:lnTo>
                  <a:lnTo>
                    <a:pt x="421" y="2633"/>
                  </a:lnTo>
                  <a:lnTo>
                    <a:pt x="271" y="2760"/>
                  </a:lnTo>
                  <a:lnTo>
                    <a:pt x="151" y="2882"/>
                  </a:lnTo>
                  <a:lnTo>
                    <a:pt x="61" y="3000"/>
                  </a:lnTo>
                  <a:lnTo>
                    <a:pt x="1" y="3117"/>
                  </a:lnTo>
                  <a:lnTo>
                    <a:pt x="1" y="3224"/>
                  </a:lnTo>
                  <a:lnTo>
                    <a:pt x="1" y="3459"/>
                  </a:lnTo>
                  <a:lnTo>
                    <a:pt x="31" y="3586"/>
                  </a:lnTo>
                  <a:lnTo>
                    <a:pt x="91" y="3719"/>
                  </a:lnTo>
                  <a:lnTo>
                    <a:pt x="181" y="3862"/>
                  </a:lnTo>
                  <a:lnTo>
                    <a:pt x="301" y="4005"/>
                  </a:lnTo>
                  <a:lnTo>
                    <a:pt x="421" y="4153"/>
                  </a:lnTo>
                  <a:lnTo>
                    <a:pt x="601" y="4300"/>
                  </a:lnTo>
                  <a:lnTo>
                    <a:pt x="842" y="4453"/>
                  </a:lnTo>
                  <a:lnTo>
                    <a:pt x="1112" y="4607"/>
                  </a:lnTo>
                  <a:lnTo>
                    <a:pt x="1412" y="4765"/>
                  </a:lnTo>
                  <a:lnTo>
                    <a:pt x="1773" y="4918"/>
                  </a:lnTo>
                  <a:lnTo>
                    <a:pt x="2193" y="5066"/>
                  </a:lnTo>
                  <a:lnTo>
                    <a:pt x="2674" y="5219"/>
                  </a:lnTo>
                  <a:lnTo>
                    <a:pt x="3214" y="5367"/>
                  </a:lnTo>
                  <a:lnTo>
                    <a:pt x="3815" y="5509"/>
                  </a:lnTo>
                  <a:lnTo>
                    <a:pt x="4356" y="5504"/>
                  </a:lnTo>
                  <a:lnTo>
                    <a:pt x="4476" y="5504"/>
                  </a:lnTo>
                  <a:lnTo>
                    <a:pt x="5017" y="5509"/>
                  </a:lnTo>
                  <a:lnTo>
                    <a:pt x="5497" y="5525"/>
                  </a:lnTo>
                  <a:lnTo>
                    <a:pt x="5888" y="5545"/>
                  </a:lnTo>
                  <a:lnTo>
                    <a:pt x="6278" y="5571"/>
                  </a:lnTo>
                  <a:lnTo>
                    <a:pt x="6578" y="5606"/>
                  </a:lnTo>
                  <a:lnTo>
                    <a:pt x="6849" y="5642"/>
                  </a:lnTo>
                  <a:lnTo>
                    <a:pt x="7059" y="5683"/>
                  </a:lnTo>
                  <a:lnTo>
                    <a:pt x="7269" y="5724"/>
                  </a:lnTo>
                  <a:lnTo>
                    <a:pt x="7419" y="5769"/>
                  </a:lnTo>
                  <a:lnTo>
                    <a:pt x="7509" y="5815"/>
                  </a:lnTo>
                  <a:lnTo>
                    <a:pt x="7599" y="5861"/>
                  </a:lnTo>
                  <a:lnTo>
                    <a:pt x="7690" y="5907"/>
                  </a:lnTo>
                  <a:lnTo>
                    <a:pt x="7750" y="5994"/>
                  </a:lnTo>
                  <a:lnTo>
                    <a:pt x="7750" y="6065"/>
                  </a:lnTo>
                  <a:lnTo>
                    <a:pt x="7720" y="6127"/>
                  </a:lnTo>
                  <a:lnTo>
                    <a:pt x="8290" y="6188"/>
                  </a:lnTo>
                  <a:lnTo>
                    <a:pt x="8891" y="6244"/>
                  </a:lnTo>
                  <a:lnTo>
                    <a:pt x="9522" y="6300"/>
                  </a:lnTo>
                  <a:lnTo>
                    <a:pt x="10152" y="6351"/>
                  </a:lnTo>
                  <a:lnTo>
                    <a:pt x="10843" y="6402"/>
                  </a:lnTo>
                  <a:lnTo>
                    <a:pt x="11534" y="6448"/>
                  </a:lnTo>
                  <a:lnTo>
                    <a:pt x="12285" y="6489"/>
                  </a:lnTo>
                  <a:lnTo>
                    <a:pt x="13036" y="6524"/>
                  </a:lnTo>
                  <a:lnTo>
                    <a:pt x="13847" y="6560"/>
                  </a:lnTo>
                  <a:lnTo>
                    <a:pt x="14658" y="6591"/>
                  </a:lnTo>
                  <a:lnTo>
                    <a:pt x="15529" y="6621"/>
                  </a:lnTo>
                  <a:lnTo>
                    <a:pt x="16400" y="6647"/>
                  </a:lnTo>
                  <a:lnTo>
                    <a:pt x="17331" y="6662"/>
                  </a:lnTo>
                  <a:lnTo>
                    <a:pt x="18292" y="6677"/>
                  </a:lnTo>
                  <a:lnTo>
                    <a:pt x="19283" y="6688"/>
                  </a:lnTo>
                  <a:lnTo>
                    <a:pt x="20304" y="6698"/>
                  </a:lnTo>
                  <a:lnTo>
                    <a:pt x="21055" y="6698"/>
                  </a:lnTo>
                  <a:lnTo>
                    <a:pt x="22467" y="6693"/>
                  </a:lnTo>
                  <a:lnTo>
                    <a:pt x="23818" y="6677"/>
                  </a:lnTo>
                  <a:lnTo>
                    <a:pt x="25110" y="6652"/>
                  </a:lnTo>
                  <a:lnTo>
                    <a:pt x="26341" y="6611"/>
                  </a:lnTo>
                  <a:lnTo>
                    <a:pt x="27512" y="6570"/>
                  </a:lnTo>
                  <a:lnTo>
                    <a:pt x="28594" y="6514"/>
                  </a:lnTo>
                  <a:lnTo>
                    <a:pt x="29645" y="6453"/>
                  </a:lnTo>
                  <a:lnTo>
                    <a:pt x="30636" y="6382"/>
                  </a:lnTo>
                  <a:lnTo>
                    <a:pt x="31567" y="6300"/>
                  </a:lnTo>
                  <a:lnTo>
                    <a:pt x="32438" y="6218"/>
                  </a:lnTo>
                  <a:lnTo>
                    <a:pt x="33249" y="6127"/>
                  </a:lnTo>
                  <a:lnTo>
                    <a:pt x="34030" y="6024"/>
                  </a:lnTo>
                  <a:lnTo>
                    <a:pt x="34721" y="5922"/>
                  </a:lnTo>
                  <a:lnTo>
                    <a:pt x="35412" y="5815"/>
                  </a:lnTo>
                  <a:lnTo>
                    <a:pt x="36012" y="5703"/>
                  </a:lnTo>
                  <a:lnTo>
                    <a:pt x="36613" y="5586"/>
                  </a:lnTo>
                  <a:lnTo>
                    <a:pt x="37124" y="5463"/>
                  </a:lnTo>
                  <a:lnTo>
                    <a:pt x="37604" y="5336"/>
                  </a:lnTo>
                  <a:lnTo>
                    <a:pt x="38055" y="5208"/>
                  </a:lnTo>
                  <a:lnTo>
                    <a:pt x="38475" y="5081"/>
                  </a:lnTo>
                  <a:lnTo>
                    <a:pt x="38836" y="4948"/>
                  </a:lnTo>
                  <a:lnTo>
                    <a:pt x="39166" y="4811"/>
                  </a:lnTo>
                  <a:lnTo>
                    <a:pt x="39466" y="4678"/>
                  </a:lnTo>
                  <a:lnTo>
                    <a:pt x="39737" y="4540"/>
                  </a:lnTo>
                  <a:lnTo>
                    <a:pt x="39947" y="4408"/>
                  </a:lnTo>
                  <a:lnTo>
                    <a:pt x="40157" y="4270"/>
                  </a:lnTo>
                  <a:lnTo>
                    <a:pt x="40307" y="4137"/>
                  </a:lnTo>
                  <a:lnTo>
                    <a:pt x="40457" y="4005"/>
                  </a:lnTo>
                  <a:lnTo>
                    <a:pt x="40578" y="3872"/>
                  </a:lnTo>
                  <a:lnTo>
                    <a:pt x="40638" y="3745"/>
                  </a:lnTo>
                  <a:lnTo>
                    <a:pt x="40698" y="3617"/>
                  </a:lnTo>
                  <a:lnTo>
                    <a:pt x="40758" y="3489"/>
                  </a:lnTo>
                  <a:lnTo>
                    <a:pt x="40247" y="3219"/>
                  </a:lnTo>
                  <a:lnTo>
                    <a:pt x="39827" y="2949"/>
                  </a:lnTo>
                  <a:lnTo>
                    <a:pt x="39436" y="2678"/>
                  </a:lnTo>
                  <a:lnTo>
                    <a:pt x="39076" y="2413"/>
                  </a:lnTo>
                  <a:lnTo>
                    <a:pt x="38806" y="2148"/>
                  </a:lnTo>
                  <a:lnTo>
                    <a:pt x="38535" y="1888"/>
                  </a:lnTo>
                  <a:lnTo>
                    <a:pt x="38355" y="1633"/>
                  </a:lnTo>
                  <a:lnTo>
                    <a:pt x="38175" y="1383"/>
                  </a:lnTo>
                  <a:lnTo>
                    <a:pt x="37904" y="1306"/>
                  </a:lnTo>
                  <a:lnTo>
                    <a:pt x="37634" y="1225"/>
                  </a:lnTo>
                  <a:lnTo>
                    <a:pt x="37304" y="1148"/>
                  </a:lnTo>
                  <a:lnTo>
                    <a:pt x="37003" y="1077"/>
                  </a:lnTo>
                  <a:lnTo>
                    <a:pt x="36643" y="1000"/>
                  </a:lnTo>
                  <a:lnTo>
                    <a:pt x="36283" y="929"/>
                  </a:lnTo>
                  <a:lnTo>
                    <a:pt x="35892" y="863"/>
                  </a:lnTo>
                  <a:lnTo>
                    <a:pt x="35472" y="791"/>
                  </a:lnTo>
                  <a:lnTo>
                    <a:pt x="35171" y="812"/>
                  </a:lnTo>
                  <a:lnTo>
                    <a:pt x="34811" y="827"/>
                  </a:lnTo>
                  <a:lnTo>
                    <a:pt x="34450" y="832"/>
                  </a:lnTo>
                  <a:lnTo>
                    <a:pt x="34030" y="837"/>
                  </a:lnTo>
                  <a:lnTo>
                    <a:pt x="33910" y="837"/>
                  </a:lnTo>
                  <a:lnTo>
                    <a:pt x="33399" y="832"/>
                  </a:lnTo>
                  <a:lnTo>
                    <a:pt x="32919" y="817"/>
                  </a:lnTo>
                  <a:lnTo>
                    <a:pt x="32498" y="796"/>
                  </a:lnTo>
                  <a:lnTo>
                    <a:pt x="32138" y="771"/>
                  </a:lnTo>
                  <a:lnTo>
                    <a:pt x="31837" y="740"/>
                  </a:lnTo>
                  <a:lnTo>
                    <a:pt x="31567" y="705"/>
                  </a:lnTo>
                  <a:lnTo>
                    <a:pt x="31357" y="664"/>
                  </a:lnTo>
                  <a:lnTo>
                    <a:pt x="31147" y="623"/>
                  </a:lnTo>
                  <a:lnTo>
                    <a:pt x="30997" y="582"/>
                  </a:lnTo>
                  <a:lnTo>
                    <a:pt x="30876" y="536"/>
                  </a:lnTo>
                  <a:lnTo>
                    <a:pt x="30786" y="490"/>
                  </a:lnTo>
                  <a:lnTo>
                    <a:pt x="30726" y="444"/>
                  </a:lnTo>
                  <a:lnTo>
                    <a:pt x="30636" y="363"/>
                  </a:lnTo>
                  <a:lnTo>
                    <a:pt x="30636" y="286"/>
                  </a:lnTo>
                  <a:lnTo>
                    <a:pt x="29705" y="230"/>
                  </a:lnTo>
                  <a:lnTo>
                    <a:pt x="28714" y="179"/>
                  </a:lnTo>
                  <a:lnTo>
                    <a:pt x="27663" y="133"/>
                  </a:lnTo>
                  <a:lnTo>
                    <a:pt x="26551" y="92"/>
                  </a:lnTo>
                  <a:lnTo>
                    <a:pt x="25410" y="57"/>
                  </a:lnTo>
                  <a:lnTo>
                    <a:pt x="24179" y="31"/>
                  </a:lnTo>
                  <a:lnTo>
                    <a:pt x="22857" y="16"/>
                  </a:lnTo>
                  <a:lnTo>
                    <a:pt x="21506" y="1"/>
                  </a:lnTo>
                  <a:close/>
                </a:path>
              </a:pathLst>
            </a:custGeom>
            <a:solidFill>
              <a:srgbClr val="A1C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68"/>
            <p:cNvSpPr/>
            <p:nvPr/>
          </p:nvSpPr>
          <p:spPr>
            <a:xfrm flipH="1">
              <a:off x="4148569" y="1771000"/>
              <a:ext cx="172814" cy="167450"/>
            </a:xfrm>
            <a:custGeom>
              <a:avLst/>
              <a:gdLst/>
              <a:ahLst/>
              <a:cxnLst/>
              <a:rect l="l" t="t" r="r" b="b"/>
              <a:pathLst>
                <a:path w="40758" h="6698" fill="none" extrusionOk="0">
                  <a:moveTo>
                    <a:pt x="20544" y="1"/>
                  </a:moveTo>
                  <a:lnTo>
                    <a:pt x="20544" y="1"/>
                  </a:lnTo>
                  <a:lnTo>
                    <a:pt x="21506" y="1"/>
                  </a:lnTo>
                  <a:lnTo>
                    <a:pt x="21506" y="1"/>
                  </a:lnTo>
                  <a:lnTo>
                    <a:pt x="22857" y="16"/>
                  </a:lnTo>
                  <a:lnTo>
                    <a:pt x="24179" y="31"/>
                  </a:lnTo>
                  <a:lnTo>
                    <a:pt x="25410" y="57"/>
                  </a:lnTo>
                  <a:lnTo>
                    <a:pt x="26551" y="92"/>
                  </a:lnTo>
                  <a:lnTo>
                    <a:pt x="27663" y="133"/>
                  </a:lnTo>
                  <a:lnTo>
                    <a:pt x="28714" y="179"/>
                  </a:lnTo>
                  <a:lnTo>
                    <a:pt x="29705" y="230"/>
                  </a:lnTo>
                  <a:lnTo>
                    <a:pt x="30636" y="286"/>
                  </a:lnTo>
                  <a:lnTo>
                    <a:pt x="30636" y="286"/>
                  </a:lnTo>
                  <a:lnTo>
                    <a:pt x="30636" y="363"/>
                  </a:lnTo>
                  <a:lnTo>
                    <a:pt x="30726" y="444"/>
                  </a:lnTo>
                  <a:lnTo>
                    <a:pt x="30786" y="490"/>
                  </a:lnTo>
                  <a:lnTo>
                    <a:pt x="30876" y="536"/>
                  </a:lnTo>
                  <a:lnTo>
                    <a:pt x="30997" y="582"/>
                  </a:lnTo>
                  <a:lnTo>
                    <a:pt x="31147" y="623"/>
                  </a:lnTo>
                  <a:lnTo>
                    <a:pt x="31357" y="664"/>
                  </a:lnTo>
                  <a:lnTo>
                    <a:pt x="31567" y="705"/>
                  </a:lnTo>
                  <a:lnTo>
                    <a:pt x="31837" y="740"/>
                  </a:lnTo>
                  <a:lnTo>
                    <a:pt x="32138" y="771"/>
                  </a:lnTo>
                  <a:lnTo>
                    <a:pt x="32498" y="796"/>
                  </a:lnTo>
                  <a:lnTo>
                    <a:pt x="32919" y="817"/>
                  </a:lnTo>
                  <a:lnTo>
                    <a:pt x="33399" y="832"/>
                  </a:lnTo>
                  <a:lnTo>
                    <a:pt x="33910" y="837"/>
                  </a:lnTo>
                  <a:lnTo>
                    <a:pt x="33910" y="837"/>
                  </a:lnTo>
                  <a:lnTo>
                    <a:pt x="34030" y="837"/>
                  </a:lnTo>
                  <a:lnTo>
                    <a:pt x="34030" y="837"/>
                  </a:lnTo>
                  <a:lnTo>
                    <a:pt x="34450" y="832"/>
                  </a:lnTo>
                  <a:lnTo>
                    <a:pt x="34811" y="827"/>
                  </a:lnTo>
                  <a:lnTo>
                    <a:pt x="35171" y="812"/>
                  </a:lnTo>
                  <a:lnTo>
                    <a:pt x="35472" y="791"/>
                  </a:lnTo>
                  <a:lnTo>
                    <a:pt x="35472" y="791"/>
                  </a:lnTo>
                  <a:lnTo>
                    <a:pt x="35892" y="863"/>
                  </a:lnTo>
                  <a:lnTo>
                    <a:pt x="36283" y="929"/>
                  </a:lnTo>
                  <a:lnTo>
                    <a:pt x="36643" y="1000"/>
                  </a:lnTo>
                  <a:lnTo>
                    <a:pt x="37003" y="1077"/>
                  </a:lnTo>
                  <a:lnTo>
                    <a:pt x="37304" y="1148"/>
                  </a:lnTo>
                  <a:lnTo>
                    <a:pt x="37634" y="1225"/>
                  </a:lnTo>
                  <a:lnTo>
                    <a:pt x="37904" y="1306"/>
                  </a:lnTo>
                  <a:lnTo>
                    <a:pt x="38175" y="1383"/>
                  </a:lnTo>
                  <a:lnTo>
                    <a:pt x="38175" y="1383"/>
                  </a:lnTo>
                  <a:lnTo>
                    <a:pt x="38355" y="1633"/>
                  </a:lnTo>
                  <a:lnTo>
                    <a:pt x="38535" y="1888"/>
                  </a:lnTo>
                  <a:lnTo>
                    <a:pt x="38806" y="2148"/>
                  </a:lnTo>
                  <a:lnTo>
                    <a:pt x="39076" y="2413"/>
                  </a:lnTo>
                  <a:lnTo>
                    <a:pt x="39436" y="2678"/>
                  </a:lnTo>
                  <a:lnTo>
                    <a:pt x="39827" y="2949"/>
                  </a:lnTo>
                  <a:lnTo>
                    <a:pt x="40247" y="3219"/>
                  </a:lnTo>
                  <a:lnTo>
                    <a:pt x="40758" y="3489"/>
                  </a:lnTo>
                  <a:lnTo>
                    <a:pt x="40758" y="3489"/>
                  </a:lnTo>
                  <a:lnTo>
                    <a:pt x="40698" y="3617"/>
                  </a:lnTo>
                  <a:lnTo>
                    <a:pt x="40638" y="3745"/>
                  </a:lnTo>
                  <a:lnTo>
                    <a:pt x="40578" y="3872"/>
                  </a:lnTo>
                  <a:lnTo>
                    <a:pt x="40457" y="4005"/>
                  </a:lnTo>
                  <a:lnTo>
                    <a:pt x="40307" y="4137"/>
                  </a:lnTo>
                  <a:lnTo>
                    <a:pt x="40157" y="4270"/>
                  </a:lnTo>
                  <a:lnTo>
                    <a:pt x="39947" y="4408"/>
                  </a:lnTo>
                  <a:lnTo>
                    <a:pt x="39737" y="4540"/>
                  </a:lnTo>
                  <a:lnTo>
                    <a:pt x="39466" y="4678"/>
                  </a:lnTo>
                  <a:lnTo>
                    <a:pt x="39166" y="4811"/>
                  </a:lnTo>
                  <a:lnTo>
                    <a:pt x="38836" y="4948"/>
                  </a:lnTo>
                  <a:lnTo>
                    <a:pt x="38475" y="5081"/>
                  </a:lnTo>
                  <a:lnTo>
                    <a:pt x="38055" y="5208"/>
                  </a:lnTo>
                  <a:lnTo>
                    <a:pt x="37604" y="5336"/>
                  </a:lnTo>
                  <a:lnTo>
                    <a:pt x="37124" y="5463"/>
                  </a:lnTo>
                  <a:lnTo>
                    <a:pt x="36613" y="5586"/>
                  </a:lnTo>
                  <a:lnTo>
                    <a:pt x="36012" y="5703"/>
                  </a:lnTo>
                  <a:lnTo>
                    <a:pt x="35412" y="5815"/>
                  </a:lnTo>
                  <a:lnTo>
                    <a:pt x="34721" y="5922"/>
                  </a:lnTo>
                  <a:lnTo>
                    <a:pt x="34030" y="6024"/>
                  </a:lnTo>
                  <a:lnTo>
                    <a:pt x="33249" y="6127"/>
                  </a:lnTo>
                  <a:lnTo>
                    <a:pt x="32438" y="6218"/>
                  </a:lnTo>
                  <a:lnTo>
                    <a:pt x="31567" y="6300"/>
                  </a:lnTo>
                  <a:lnTo>
                    <a:pt x="30636" y="6382"/>
                  </a:lnTo>
                  <a:lnTo>
                    <a:pt x="29645" y="6453"/>
                  </a:lnTo>
                  <a:lnTo>
                    <a:pt x="28594" y="6514"/>
                  </a:lnTo>
                  <a:lnTo>
                    <a:pt x="27512" y="6570"/>
                  </a:lnTo>
                  <a:lnTo>
                    <a:pt x="26341" y="6611"/>
                  </a:lnTo>
                  <a:lnTo>
                    <a:pt x="25110" y="6652"/>
                  </a:lnTo>
                  <a:lnTo>
                    <a:pt x="23818" y="6677"/>
                  </a:lnTo>
                  <a:lnTo>
                    <a:pt x="22467" y="6693"/>
                  </a:lnTo>
                  <a:lnTo>
                    <a:pt x="21055" y="6698"/>
                  </a:lnTo>
                  <a:lnTo>
                    <a:pt x="21055" y="6698"/>
                  </a:lnTo>
                  <a:lnTo>
                    <a:pt x="20304" y="6698"/>
                  </a:lnTo>
                  <a:lnTo>
                    <a:pt x="20304" y="6698"/>
                  </a:lnTo>
                  <a:lnTo>
                    <a:pt x="19283" y="6688"/>
                  </a:lnTo>
                  <a:lnTo>
                    <a:pt x="18292" y="6677"/>
                  </a:lnTo>
                  <a:lnTo>
                    <a:pt x="17331" y="6662"/>
                  </a:lnTo>
                  <a:lnTo>
                    <a:pt x="16400" y="6647"/>
                  </a:lnTo>
                  <a:lnTo>
                    <a:pt x="15529" y="6621"/>
                  </a:lnTo>
                  <a:lnTo>
                    <a:pt x="14658" y="6591"/>
                  </a:lnTo>
                  <a:lnTo>
                    <a:pt x="13847" y="6560"/>
                  </a:lnTo>
                  <a:lnTo>
                    <a:pt x="13036" y="6524"/>
                  </a:lnTo>
                  <a:lnTo>
                    <a:pt x="12285" y="6489"/>
                  </a:lnTo>
                  <a:lnTo>
                    <a:pt x="11534" y="6448"/>
                  </a:lnTo>
                  <a:lnTo>
                    <a:pt x="10843" y="6402"/>
                  </a:lnTo>
                  <a:lnTo>
                    <a:pt x="10152" y="6351"/>
                  </a:lnTo>
                  <a:lnTo>
                    <a:pt x="9522" y="6300"/>
                  </a:lnTo>
                  <a:lnTo>
                    <a:pt x="8891" y="6244"/>
                  </a:lnTo>
                  <a:lnTo>
                    <a:pt x="8290" y="6188"/>
                  </a:lnTo>
                  <a:lnTo>
                    <a:pt x="7720" y="6127"/>
                  </a:lnTo>
                  <a:lnTo>
                    <a:pt x="7720" y="6127"/>
                  </a:lnTo>
                  <a:lnTo>
                    <a:pt x="7750" y="6065"/>
                  </a:lnTo>
                  <a:lnTo>
                    <a:pt x="7750" y="6065"/>
                  </a:lnTo>
                  <a:lnTo>
                    <a:pt x="7750" y="5994"/>
                  </a:lnTo>
                  <a:lnTo>
                    <a:pt x="7690" y="5907"/>
                  </a:lnTo>
                  <a:lnTo>
                    <a:pt x="7599" y="5861"/>
                  </a:lnTo>
                  <a:lnTo>
                    <a:pt x="7509" y="5815"/>
                  </a:lnTo>
                  <a:lnTo>
                    <a:pt x="7419" y="5769"/>
                  </a:lnTo>
                  <a:lnTo>
                    <a:pt x="7269" y="5724"/>
                  </a:lnTo>
                  <a:lnTo>
                    <a:pt x="7059" y="5683"/>
                  </a:lnTo>
                  <a:lnTo>
                    <a:pt x="6849" y="5642"/>
                  </a:lnTo>
                  <a:lnTo>
                    <a:pt x="6578" y="5606"/>
                  </a:lnTo>
                  <a:lnTo>
                    <a:pt x="6278" y="5571"/>
                  </a:lnTo>
                  <a:lnTo>
                    <a:pt x="5888" y="5545"/>
                  </a:lnTo>
                  <a:lnTo>
                    <a:pt x="5497" y="5525"/>
                  </a:lnTo>
                  <a:lnTo>
                    <a:pt x="5017" y="5509"/>
                  </a:lnTo>
                  <a:lnTo>
                    <a:pt x="4476" y="5504"/>
                  </a:lnTo>
                  <a:lnTo>
                    <a:pt x="4476" y="5504"/>
                  </a:lnTo>
                  <a:lnTo>
                    <a:pt x="4356" y="5504"/>
                  </a:lnTo>
                  <a:lnTo>
                    <a:pt x="4356" y="5504"/>
                  </a:lnTo>
                  <a:lnTo>
                    <a:pt x="3815" y="5509"/>
                  </a:lnTo>
                  <a:lnTo>
                    <a:pt x="3815" y="5509"/>
                  </a:lnTo>
                  <a:lnTo>
                    <a:pt x="3214" y="5367"/>
                  </a:lnTo>
                  <a:lnTo>
                    <a:pt x="2674" y="5219"/>
                  </a:lnTo>
                  <a:lnTo>
                    <a:pt x="2193" y="5066"/>
                  </a:lnTo>
                  <a:lnTo>
                    <a:pt x="1773" y="4918"/>
                  </a:lnTo>
                  <a:lnTo>
                    <a:pt x="1412" y="4765"/>
                  </a:lnTo>
                  <a:lnTo>
                    <a:pt x="1112" y="4607"/>
                  </a:lnTo>
                  <a:lnTo>
                    <a:pt x="842" y="4453"/>
                  </a:lnTo>
                  <a:lnTo>
                    <a:pt x="601" y="4300"/>
                  </a:lnTo>
                  <a:lnTo>
                    <a:pt x="421" y="4153"/>
                  </a:lnTo>
                  <a:lnTo>
                    <a:pt x="301" y="4005"/>
                  </a:lnTo>
                  <a:lnTo>
                    <a:pt x="181" y="3862"/>
                  </a:lnTo>
                  <a:lnTo>
                    <a:pt x="91" y="3719"/>
                  </a:lnTo>
                  <a:lnTo>
                    <a:pt x="31" y="3586"/>
                  </a:lnTo>
                  <a:lnTo>
                    <a:pt x="1" y="3459"/>
                  </a:lnTo>
                  <a:lnTo>
                    <a:pt x="1" y="3224"/>
                  </a:lnTo>
                  <a:lnTo>
                    <a:pt x="1" y="3224"/>
                  </a:lnTo>
                  <a:lnTo>
                    <a:pt x="1" y="3117"/>
                  </a:lnTo>
                  <a:lnTo>
                    <a:pt x="61" y="3000"/>
                  </a:lnTo>
                  <a:lnTo>
                    <a:pt x="151" y="2882"/>
                  </a:lnTo>
                  <a:lnTo>
                    <a:pt x="271" y="2760"/>
                  </a:lnTo>
                  <a:lnTo>
                    <a:pt x="421" y="2633"/>
                  </a:lnTo>
                  <a:lnTo>
                    <a:pt x="601" y="2505"/>
                  </a:lnTo>
                  <a:lnTo>
                    <a:pt x="842" y="2372"/>
                  </a:lnTo>
                  <a:lnTo>
                    <a:pt x="1082" y="2240"/>
                  </a:lnTo>
                  <a:lnTo>
                    <a:pt x="1382" y="2107"/>
                  </a:lnTo>
                  <a:lnTo>
                    <a:pt x="1713" y="1975"/>
                  </a:lnTo>
                  <a:lnTo>
                    <a:pt x="2103" y="1837"/>
                  </a:lnTo>
                  <a:lnTo>
                    <a:pt x="2524" y="1704"/>
                  </a:lnTo>
                  <a:lnTo>
                    <a:pt x="2974" y="1572"/>
                  </a:lnTo>
                  <a:lnTo>
                    <a:pt x="3455" y="1439"/>
                  </a:lnTo>
                  <a:lnTo>
                    <a:pt x="3995" y="1311"/>
                  </a:lnTo>
                  <a:lnTo>
                    <a:pt x="4596" y="1184"/>
                  </a:lnTo>
                  <a:lnTo>
                    <a:pt x="5197" y="1062"/>
                  </a:lnTo>
                  <a:lnTo>
                    <a:pt x="5888" y="944"/>
                  </a:lnTo>
                  <a:lnTo>
                    <a:pt x="6608" y="832"/>
                  </a:lnTo>
                  <a:lnTo>
                    <a:pt x="7359" y="720"/>
                  </a:lnTo>
                  <a:lnTo>
                    <a:pt x="8170" y="618"/>
                  </a:lnTo>
                  <a:lnTo>
                    <a:pt x="9041" y="516"/>
                  </a:lnTo>
                  <a:lnTo>
                    <a:pt x="9942" y="429"/>
                  </a:lnTo>
                  <a:lnTo>
                    <a:pt x="10903" y="342"/>
                  </a:lnTo>
                  <a:lnTo>
                    <a:pt x="11924" y="266"/>
                  </a:lnTo>
                  <a:lnTo>
                    <a:pt x="13006" y="200"/>
                  </a:lnTo>
                  <a:lnTo>
                    <a:pt x="14117" y="138"/>
                  </a:lnTo>
                  <a:lnTo>
                    <a:pt x="15288" y="92"/>
                  </a:lnTo>
                  <a:lnTo>
                    <a:pt x="16520" y="52"/>
                  </a:lnTo>
                  <a:lnTo>
                    <a:pt x="17811" y="21"/>
                  </a:lnTo>
                  <a:lnTo>
                    <a:pt x="19133" y="6"/>
                  </a:lnTo>
                  <a:lnTo>
                    <a:pt x="19824" y="1"/>
                  </a:lnTo>
                  <a:lnTo>
                    <a:pt x="2054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68"/>
            <p:cNvSpPr/>
            <p:nvPr/>
          </p:nvSpPr>
          <p:spPr>
            <a:xfrm flipH="1">
              <a:off x="4148569" y="1805550"/>
              <a:ext cx="10956" cy="52700"/>
            </a:xfrm>
            <a:custGeom>
              <a:avLst/>
              <a:gdLst/>
              <a:ahLst/>
              <a:cxnLst/>
              <a:rect l="l" t="t" r="r" b="b"/>
              <a:pathLst>
                <a:path w="2584" h="2108" extrusionOk="0">
                  <a:moveTo>
                    <a:pt x="1" y="1"/>
                  </a:moveTo>
                  <a:lnTo>
                    <a:pt x="181" y="251"/>
                  </a:lnTo>
                  <a:lnTo>
                    <a:pt x="361" y="506"/>
                  </a:lnTo>
                  <a:lnTo>
                    <a:pt x="632" y="766"/>
                  </a:lnTo>
                  <a:lnTo>
                    <a:pt x="902" y="1031"/>
                  </a:lnTo>
                  <a:lnTo>
                    <a:pt x="1262" y="1296"/>
                  </a:lnTo>
                  <a:lnTo>
                    <a:pt x="1653" y="1567"/>
                  </a:lnTo>
                  <a:lnTo>
                    <a:pt x="2073" y="1837"/>
                  </a:lnTo>
                  <a:lnTo>
                    <a:pt x="2584" y="2107"/>
                  </a:lnTo>
                  <a:lnTo>
                    <a:pt x="2584" y="1949"/>
                  </a:lnTo>
                  <a:lnTo>
                    <a:pt x="2584" y="1801"/>
                  </a:lnTo>
                  <a:lnTo>
                    <a:pt x="2524" y="1654"/>
                  </a:lnTo>
                  <a:lnTo>
                    <a:pt x="2464" y="1521"/>
                  </a:lnTo>
                  <a:lnTo>
                    <a:pt x="2344" y="1337"/>
                  </a:lnTo>
                  <a:lnTo>
                    <a:pt x="2163" y="1149"/>
                  </a:lnTo>
                  <a:lnTo>
                    <a:pt x="1953" y="955"/>
                  </a:lnTo>
                  <a:lnTo>
                    <a:pt x="1713" y="761"/>
                  </a:lnTo>
                  <a:lnTo>
                    <a:pt x="1382" y="567"/>
                  </a:lnTo>
                  <a:lnTo>
                    <a:pt x="1202" y="470"/>
                  </a:lnTo>
                  <a:lnTo>
                    <a:pt x="1022" y="373"/>
                  </a:lnTo>
                  <a:lnTo>
                    <a:pt x="782" y="281"/>
                  </a:lnTo>
                  <a:lnTo>
                    <a:pt x="541" y="185"/>
                  </a:lnTo>
                  <a:lnTo>
                    <a:pt x="301" y="93"/>
                  </a:lnTo>
                  <a:lnTo>
                    <a:pt x="1" y="1"/>
                  </a:lnTo>
                  <a:close/>
                </a:path>
              </a:pathLst>
            </a:custGeom>
            <a:solidFill>
              <a:srgbClr val="00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68"/>
            <p:cNvSpPr/>
            <p:nvPr/>
          </p:nvSpPr>
          <p:spPr>
            <a:xfrm flipH="1">
              <a:off x="4148569" y="1805550"/>
              <a:ext cx="10956" cy="52700"/>
            </a:xfrm>
            <a:custGeom>
              <a:avLst/>
              <a:gdLst/>
              <a:ahLst/>
              <a:cxnLst/>
              <a:rect l="l" t="t" r="r" b="b"/>
              <a:pathLst>
                <a:path w="2584" h="2108" fill="none" extrusionOk="0">
                  <a:moveTo>
                    <a:pt x="1" y="1"/>
                  </a:moveTo>
                  <a:lnTo>
                    <a:pt x="1" y="1"/>
                  </a:lnTo>
                  <a:lnTo>
                    <a:pt x="301" y="93"/>
                  </a:lnTo>
                  <a:lnTo>
                    <a:pt x="541" y="185"/>
                  </a:lnTo>
                  <a:lnTo>
                    <a:pt x="782" y="281"/>
                  </a:lnTo>
                  <a:lnTo>
                    <a:pt x="1022" y="373"/>
                  </a:lnTo>
                  <a:lnTo>
                    <a:pt x="1202" y="470"/>
                  </a:lnTo>
                  <a:lnTo>
                    <a:pt x="1382" y="567"/>
                  </a:lnTo>
                  <a:lnTo>
                    <a:pt x="1713" y="761"/>
                  </a:lnTo>
                  <a:lnTo>
                    <a:pt x="1953" y="955"/>
                  </a:lnTo>
                  <a:lnTo>
                    <a:pt x="2163" y="1149"/>
                  </a:lnTo>
                  <a:lnTo>
                    <a:pt x="2344" y="1337"/>
                  </a:lnTo>
                  <a:lnTo>
                    <a:pt x="2464" y="1521"/>
                  </a:lnTo>
                  <a:lnTo>
                    <a:pt x="2464" y="1521"/>
                  </a:lnTo>
                  <a:lnTo>
                    <a:pt x="2524" y="1654"/>
                  </a:lnTo>
                  <a:lnTo>
                    <a:pt x="2584" y="1801"/>
                  </a:lnTo>
                  <a:lnTo>
                    <a:pt x="2584" y="1949"/>
                  </a:lnTo>
                  <a:lnTo>
                    <a:pt x="2584" y="2107"/>
                  </a:lnTo>
                  <a:lnTo>
                    <a:pt x="2584" y="2107"/>
                  </a:lnTo>
                  <a:lnTo>
                    <a:pt x="2073" y="1837"/>
                  </a:lnTo>
                  <a:lnTo>
                    <a:pt x="1653" y="1567"/>
                  </a:lnTo>
                  <a:lnTo>
                    <a:pt x="1262" y="1296"/>
                  </a:lnTo>
                  <a:lnTo>
                    <a:pt x="902" y="1031"/>
                  </a:lnTo>
                  <a:lnTo>
                    <a:pt x="632" y="766"/>
                  </a:lnTo>
                  <a:lnTo>
                    <a:pt x="361" y="506"/>
                  </a:lnTo>
                  <a:lnTo>
                    <a:pt x="181" y="25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68"/>
            <p:cNvSpPr/>
            <p:nvPr/>
          </p:nvSpPr>
          <p:spPr>
            <a:xfrm flipH="1">
              <a:off x="4288650" y="1908725"/>
              <a:ext cx="27764" cy="26925"/>
            </a:xfrm>
            <a:custGeom>
              <a:avLst/>
              <a:gdLst/>
              <a:ahLst/>
              <a:cxnLst/>
              <a:rect l="l" t="t" r="r" b="b"/>
              <a:pathLst>
                <a:path w="6548" h="1077" extrusionOk="0">
                  <a:moveTo>
                    <a:pt x="2643" y="0"/>
                  </a:moveTo>
                  <a:lnTo>
                    <a:pt x="2193" y="16"/>
                  </a:lnTo>
                  <a:lnTo>
                    <a:pt x="1832" y="36"/>
                  </a:lnTo>
                  <a:lnTo>
                    <a:pt x="1472" y="62"/>
                  </a:lnTo>
                  <a:lnTo>
                    <a:pt x="1171" y="92"/>
                  </a:lnTo>
                  <a:lnTo>
                    <a:pt x="931" y="128"/>
                  </a:lnTo>
                  <a:lnTo>
                    <a:pt x="721" y="169"/>
                  </a:lnTo>
                  <a:lnTo>
                    <a:pt x="511" y="209"/>
                  </a:lnTo>
                  <a:lnTo>
                    <a:pt x="360" y="255"/>
                  </a:lnTo>
                  <a:lnTo>
                    <a:pt x="240" y="301"/>
                  </a:lnTo>
                  <a:lnTo>
                    <a:pt x="150" y="347"/>
                  </a:lnTo>
                  <a:lnTo>
                    <a:pt x="90" y="398"/>
                  </a:lnTo>
                  <a:lnTo>
                    <a:pt x="30" y="444"/>
                  </a:lnTo>
                  <a:lnTo>
                    <a:pt x="0" y="531"/>
                  </a:lnTo>
                  <a:lnTo>
                    <a:pt x="0" y="607"/>
                  </a:lnTo>
                  <a:lnTo>
                    <a:pt x="90" y="684"/>
                  </a:lnTo>
                  <a:lnTo>
                    <a:pt x="180" y="765"/>
                  </a:lnTo>
                  <a:lnTo>
                    <a:pt x="270" y="801"/>
                  </a:lnTo>
                  <a:lnTo>
                    <a:pt x="360" y="842"/>
                  </a:lnTo>
                  <a:lnTo>
                    <a:pt x="481" y="878"/>
                  </a:lnTo>
                  <a:lnTo>
                    <a:pt x="631" y="913"/>
                  </a:lnTo>
                  <a:lnTo>
                    <a:pt x="811" y="944"/>
                  </a:lnTo>
                  <a:lnTo>
                    <a:pt x="1021" y="975"/>
                  </a:lnTo>
                  <a:lnTo>
                    <a:pt x="1262" y="1005"/>
                  </a:lnTo>
                  <a:lnTo>
                    <a:pt x="1562" y="1026"/>
                  </a:lnTo>
                  <a:lnTo>
                    <a:pt x="1862" y="1046"/>
                  </a:lnTo>
                  <a:lnTo>
                    <a:pt x="2253" y="1061"/>
                  </a:lnTo>
                  <a:lnTo>
                    <a:pt x="2643" y="1071"/>
                  </a:lnTo>
                  <a:lnTo>
                    <a:pt x="3094" y="1077"/>
                  </a:lnTo>
                  <a:lnTo>
                    <a:pt x="3664" y="1077"/>
                  </a:lnTo>
                  <a:lnTo>
                    <a:pt x="4025" y="1066"/>
                  </a:lnTo>
                  <a:lnTo>
                    <a:pt x="4385" y="1051"/>
                  </a:lnTo>
                  <a:lnTo>
                    <a:pt x="4685" y="1036"/>
                  </a:lnTo>
                  <a:lnTo>
                    <a:pt x="4956" y="1010"/>
                  </a:lnTo>
                  <a:lnTo>
                    <a:pt x="5226" y="985"/>
                  </a:lnTo>
                  <a:lnTo>
                    <a:pt x="5466" y="954"/>
                  </a:lnTo>
                  <a:lnTo>
                    <a:pt x="5677" y="918"/>
                  </a:lnTo>
                  <a:lnTo>
                    <a:pt x="5857" y="883"/>
                  </a:lnTo>
                  <a:lnTo>
                    <a:pt x="6007" y="847"/>
                  </a:lnTo>
                  <a:lnTo>
                    <a:pt x="6157" y="811"/>
                  </a:lnTo>
                  <a:lnTo>
                    <a:pt x="6277" y="771"/>
                  </a:lnTo>
                  <a:lnTo>
                    <a:pt x="6367" y="730"/>
                  </a:lnTo>
                  <a:lnTo>
                    <a:pt x="6458" y="694"/>
                  </a:lnTo>
                  <a:lnTo>
                    <a:pt x="6548" y="618"/>
                  </a:lnTo>
                  <a:lnTo>
                    <a:pt x="5977" y="551"/>
                  </a:lnTo>
                  <a:lnTo>
                    <a:pt x="5406" y="480"/>
                  </a:lnTo>
                  <a:lnTo>
                    <a:pt x="4866" y="403"/>
                  </a:lnTo>
                  <a:lnTo>
                    <a:pt x="4355" y="327"/>
                  </a:lnTo>
                  <a:lnTo>
                    <a:pt x="3905" y="250"/>
                  </a:lnTo>
                  <a:lnTo>
                    <a:pt x="3454" y="169"/>
                  </a:lnTo>
                  <a:lnTo>
                    <a:pt x="3034" y="87"/>
                  </a:lnTo>
                  <a:lnTo>
                    <a:pt x="2643" y="0"/>
                  </a:lnTo>
                  <a:close/>
                </a:path>
              </a:pathLst>
            </a:custGeom>
            <a:solidFill>
              <a:srgbClr val="00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68"/>
            <p:cNvSpPr/>
            <p:nvPr/>
          </p:nvSpPr>
          <p:spPr>
            <a:xfrm flipH="1">
              <a:off x="4288650" y="1908725"/>
              <a:ext cx="27764" cy="26925"/>
            </a:xfrm>
            <a:custGeom>
              <a:avLst/>
              <a:gdLst/>
              <a:ahLst/>
              <a:cxnLst/>
              <a:rect l="l" t="t" r="r" b="b"/>
              <a:pathLst>
                <a:path w="6548" h="1077" fill="none" extrusionOk="0">
                  <a:moveTo>
                    <a:pt x="2643" y="0"/>
                  </a:moveTo>
                  <a:lnTo>
                    <a:pt x="2643" y="0"/>
                  </a:lnTo>
                  <a:lnTo>
                    <a:pt x="3034" y="87"/>
                  </a:lnTo>
                  <a:lnTo>
                    <a:pt x="3454" y="169"/>
                  </a:lnTo>
                  <a:lnTo>
                    <a:pt x="3905" y="250"/>
                  </a:lnTo>
                  <a:lnTo>
                    <a:pt x="4355" y="327"/>
                  </a:lnTo>
                  <a:lnTo>
                    <a:pt x="4866" y="403"/>
                  </a:lnTo>
                  <a:lnTo>
                    <a:pt x="5406" y="480"/>
                  </a:lnTo>
                  <a:lnTo>
                    <a:pt x="5977" y="551"/>
                  </a:lnTo>
                  <a:lnTo>
                    <a:pt x="6548" y="618"/>
                  </a:lnTo>
                  <a:lnTo>
                    <a:pt x="6548" y="618"/>
                  </a:lnTo>
                  <a:lnTo>
                    <a:pt x="6458" y="694"/>
                  </a:lnTo>
                  <a:lnTo>
                    <a:pt x="6367" y="730"/>
                  </a:lnTo>
                  <a:lnTo>
                    <a:pt x="6277" y="771"/>
                  </a:lnTo>
                  <a:lnTo>
                    <a:pt x="6157" y="811"/>
                  </a:lnTo>
                  <a:lnTo>
                    <a:pt x="6007" y="847"/>
                  </a:lnTo>
                  <a:lnTo>
                    <a:pt x="5857" y="883"/>
                  </a:lnTo>
                  <a:lnTo>
                    <a:pt x="5677" y="918"/>
                  </a:lnTo>
                  <a:lnTo>
                    <a:pt x="5466" y="954"/>
                  </a:lnTo>
                  <a:lnTo>
                    <a:pt x="5226" y="985"/>
                  </a:lnTo>
                  <a:lnTo>
                    <a:pt x="4956" y="1010"/>
                  </a:lnTo>
                  <a:lnTo>
                    <a:pt x="4685" y="1036"/>
                  </a:lnTo>
                  <a:lnTo>
                    <a:pt x="4385" y="1051"/>
                  </a:lnTo>
                  <a:lnTo>
                    <a:pt x="4025" y="1066"/>
                  </a:lnTo>
                  <a:lnTo>
                    <a:pt x="3664" y="1077"/>
                  </a:lnTo>
                  <a:lnTo>
                    <a:pt x="3274" y="1077"/>
                  </a:lnTo>
                  <a:lnTo>
                    <a:pt x="3274" y="1077"/>
                  </a:lnTo>
                  <a:lnTo>
                    <a:pt x="3094" y="1077"/>
                  </a:lnTo>
                  <a:lnTo>
                    <a:pt x="3094" y="1077"/>
                  </a:lnTo>
                  <a:lnTo>
                    <a:pt x="2643" y="1071"/>
                  </a:lnTo>
                  <a:lnTo>
                    <a:pt x="2253" y="1061"/>
                  </a:lnTo>
                  <a:lnTo>
                    <a:pt x="1862" y="1046"/>
                  </a:lnTo>
                  <a:lnTo>
                    <a:pt x="1562" y="1026"/>
                  </a:lnTo>
                  <a:lnTo>
                    <a:pt x="1262" y="1005"/>
                  </a:lnTo>
                  <a:lnTo>
                    <a:pt x="1021" y="975"/>
                  </a:lnTo>
                  <a:lnTo>
                    <a:pt x="811" y="944"/>
                  </a:lnTo>
                  <a:lnTo>
                    <a:pt x="631" y="913"/>
                  </a:lnTo>
                  <a:lnTo>
                    <a:pt x="481" y="878"/>
                  </a:lnTo>
                  <a:lnTo>
                    <a:pt x="360" y="842"/>
                  </a:lnTo>
                  <a:lnTo>
                    <a:pt x="270" y="801"/>
                  </a:lnTo>
                  <a:lnTo>
                    <a:pt x="180" y="765"/>
                  </a:lnTo>
                  <a:lnTo>
                    <a:pt x="90" y="684"/>
                  </a:lnTo>
                  <a:lnTo>
                    <a:pt x="0" y="607"/>
                  </a:lnTo>
                  <a:lnTo>
                    <a:pt x="0" y="607"/>
                  </a:lnTo>
                  <a:lnTo>
                    <a:pt x="0" y="531"/>
                  </a:lnTo>
                  <a:lnTo>
                    <a:pt x="30" y="444"/>
                  </a:lnTo>
                  <a:lnTo>
                    <a:pt x="90" y="398"/>
                  </a:lnTo>
                  <a:lnTo>
                    <a:pt x="150" y="347"/>
                  </a:lnTo>
                  <a:lnTo>
                    <a:pt x="240" y="301"/>
                  </a:lnTo>
                  <a:lnTo>
                    <a:pt x="360" y="255"/>
                  </a:lnTo>
                  <a:lnTo>
                    <a:pt x="511" y="209"/>
                  </a:lnTo>
                  <a:lnTo>
                    <a:pt x="721" y="169"/>
                  </a:lnTo>
                  <a:lnTo>
                    <a:pt x="931" y="128"/>
                  </a:lnTo>
                  <a:lnTo>
                    <a:pt x="1171" y="92"/>
                  </a:lnTo>
                  <a:lnTo>
                    <a:pt x="1472" y="62"/>
                  </a:lnTo>
                  <a:lnTo>
                    <a:pt x="1832" y="36"/>
                  </a:lnTo>
                  <a:lnTo>
                    <a:pt x="2193" y="16"/>
                  </a:lnTo>
                  <a:lnTo>
                    <a:pt x="264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68"/>
            <p:cNvSpPr/>
            <p:nvPr/>
          </p:nvSpPr>
          <p:spPr>
            <a:xfrm flipH="1">
              <a:off x="4288523" y="1908600"/>
              <a:ext cx="16684" cy="15575"/>
            </a:xfrm>
            <a:custGeom>
              <a:avLst/>
              <a:gdLst/>
              <a:ahLst/>
              <a:cxnLst/>
              <a:rect l="l" t="t" r="r" b="b"/>
              <a:pathLst>
                <a:path w="3935" h="623" extrusionOk="0">
                  <a:moveTo>
                    <a:pt x="541" y="0"/>
                  </a:moveTo>
                  <a:lnTo>
                    <a:pt x="0" y="5"/>
                  </a:lnTo>
                  <a:lnTo>
                    <a:pt x="391" y="92"/>
                  </a:lnTo>
                  <a:lnTo>
                    <a:pt x="811" y="174"/>
                  </a:lnTo>
                  <a:lnTo>
                    <a:pt x="1262" y="255"/>
                  </a:lnTo>
                  <a:lnTo>
                    <a:pt x="1712" y="332"/>
                  </a:lnTo>
                  <a:lnTo>
                    <a:pt x="2223" y="408"/>
                  </a:lnTo>
                  <a:lnTo>
                    <a:pt x="2763" y="485"/>
                  </a:lnTo>
                  <a:lnTo>
                    <a:pt x="3334" y="556"/>
                  </a:lnTo>
                  <a:lnTo>
                    <a:pt x="3905" y="623"/>
                  </a:lnTo>
                  <a:lnTo>
                    <a:pt x="3935" y="561"/>
                  </a:lnTo>
                  <a:lnTo>
                    <a:pt x="3935" y="490"/>
                  </a:lnTo>
                  <a:lnTo>
                    <a:pt x="3875" y="403"/>
                  </a:lnTo>
                  <a:lnTo>
                    <a:pt x="3784" y="357"/>
                  </a:lnTo>
                  <a:lnTo>
                    <a:pt x="3694" y="311"/>
                  </a:lnTo>
                  <a:lnTo>
                    <a:pt x="3604" y="265"/>
                  </a:lnTo>
                  <a:lnTo>
                    <a:pt x="3454" y="220"/>
                  </a:lnTo>
                  <a:lnTo>
                    <a:pt x="3244" y="179"/>
                  </a:lnTo>
                  <a:lnTo>
                    <a:pt x="3034" y="138"/>
                  </a:lnTo>
                  <a:lnTo>
                    <a:pt x="2763" y="102"/>
                  </a:lnTo>
                  <a:lnTo>
                    <a:pt x="2463" y="67"/>
                  </a:lnTo>
                  <a:lnTo>
                    <a:pt x="2073" y="41"/>
                  </a:lnTo>
                  <a:lnTo>
                    <a:pt x="1682" y="21"/>
                  </a:lnTo>
                  <a:lnTo>
                    <a:pt x="1202" y="5"/>
                  </a:lnTo>
                  <a:lnTo>
                    <a:pt x="661" y="0"/>
                  </a:lnTo>
                  <a:close/>
                </a:path>
              </a:pathLst>
            </a:custGeom>
            <a:solidFill>
              <a:srgbClr val="00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68"/>
            <p:cNvSpPr/>
            <p:nvPr/>
          </p:nvSpPr>
          <p:spPr>
            <a:xfrm flipH="1">
              <a:off x="4288523" y="1908600"/>
              <a:ext cx="16684" cy="15575"/>
            </a:xfrm>
            <a:custGeom>
              <a:avLst/>
              <a:gdLst/>
              <a:ahLst/>
              <a:cxnLst/>
              <a:rect l="l" t="t" r="r" b="b"/>
              <a:pathLst>
                <a:path w="3935" h="623" fill="none" extrusionOk="0">
                  <a:moveTo>
                    <a:pt x="541" y="0"/>
                  </a:moveTo>
                  <a:lnTo>
                    <a:pt x="541" y="0"/>
                  </a:lnTo>
                  <a:lnTo>
                    <a:pt x="661" y="0"/>
                  </a:lnTo>
                  <a:lnTo>
                    <a:pt x="661" y="0"/>
                  </a:lnTo>
                  <a:lnTo>
                    <a:pt x="1202" y="5"/>
                  </a:lnTo>
                  <a:lnTo>
                    <a:pt x="1682" y="21"/>
                  </a:lnTo>
                  <a:lnTo>
                    <a:pt x="2073" y="41"/>
                  </a:lnTo>
                  <a:lnTo>
                    <a:pt x="2463" y="67"/>
                  </a:lnTo>
                  <a:lnTo>
                    <a:pt x="2763" y="102"/>
                  </a:lnTo>
                  <a:lnTo>
                    <a:pt x="3034" y="138"/>
                  </a:lnTo>
                  <a:lnTo>
                    <a:pt x="3244" y="179"/>
                  </a:lnTo>
                  <a:lnTo>
                    <a:pt x="3454" y="220"/>
                  </a:lnTo>
                  <a:lnTo>
                    <a:pt x="3604" y="265"/>
                  </a:lnTo>
                  <a:lnTo>
                    <a:pt x="3694" y="311"/>
                  </a:lnTo>
                  <a:lnTo>
                    <a:pt x="3784" y="357"/>
                  </a:lnTo>
                  <a:lnTo>
                    <a:pt x="3875" y="403"/>
                  </a:lnTo>
                  <a:lnTo>
                    <a:pt x="3935" y="490"/>
                  </a:lnTo>
                  <a:lnTo>
                    <a:pt x="3935" y="561"/>
                  </a:lnTo>
                  <a:lnTo>
                    <a:pt x="3935" y="561"/>
                  </a:lnTo>
                  <a:lnTo>
                    <a:pt x="3905" y="623"/>
                  </a:lnTo>
                  <a:lnTo>
                    <a:pt x="3905" y="623"/>
                  </a:lnTo>
                  <a:lnTo>
                    <a:pt x="3334" y="556"/>
                  </a:lnTo>
                  <a:lnTo>
                    <a:pt x="2763" y="485"/>
                  </a:lnTo>
                  <a:lnTo>
                    <a:pt x="2223" y="408"/>
                  </a:lnTo>
                  <a:lnTo>
                    <a:pt x="1712" y="332"/>
                  </a:lnTo>
                  <a:lnTo>
                    <a:pt x="1262" y="255"/>
                  </a:lnTo>
                  <a:lnTo>
                    <a:pt x="811" y="174"/>
                  </a:lnTo>
                  <a:lnTo>
                    <a:pt x="391" y="92"/>
                  </a:lnTo>
                  <a:lnTo>
                    <a:pt x="0" y="5"/>
                  </a:lnTo>
                  <a:lnTo>
                    <a:pt x="0" y="5"/>
                  </a:lnTo>
                  <a:lnTo>
                    <a:pt x="54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68"/>
            <p:cNvSpPr/>
            <p:nvPr/>
          </p:nvSpPr>
          <p:spPr>
            <a:xfrm flipH="1">
              <a:off x="4299602" y="1918925"/>
              <a:ext cx="7009" cy="6400"/>
            </a:xfrm>
            <a:custGeom>
              <a:avLst/>
              <a:gdLst/>
              <a:ahLst/>
              <a:cxnLst/>
              <a:rect l="l" t="t" r="r" b="b"/>
              <a:pathLst>
                <a:path w="1653" h="256" extrusionOk="0">
                  <a:moveTo>
                    <a:pt x="181" y="0"/>
                  </a:moveTo>
                  <a:lnTo>
                    <a:pt x="121" y="26"/>
                  </a:lnTo>
                  <a:lnTo>
                    <a:pt x="61" y="51"/>
                  </a:lnTo>
                  <a:lnTo>
                    <a:pt x="31" y="72"/>
                  </a:lnTo>
                  <a:lnTo>
                    <a:pt x="1" y="97"/>
                  </a:lnTo>
                  <a:lnTo>
                    <a:pt x="31" y="143"/>
                  </a:lnTo>
                  <a:lnTo>
                    <a:pt x="151" y="179"/>
                  </a:lnTo>
                  <a:lnTo>
                    <a:pt x="301" y="220"/>
                  </a:lnTo>
                  <a:lnTo>
                    <a:pt x="541" y="255"/>
                  </a:lnTo>
                  <a:lnTo>
                    <a:pt x="752" y="230"/>
                  </a:lnTo>
                  <a:lnTo>
                    <a:pt x="812" y="225"/>
                  </a:lnTo>
                  <a:lnTo>
                    <a:pt x="812" y="215"/>
                  </a:lnTo>
                  <a:lnTo>
                    <a:pt x="812" y="210"/>
                  </a:lnTo>
                  <a:lnTo>
                    <a:pt x="782" y="199"/>
                  </a:lnTo>
                  <a:lnTo>
                    <a:pt x="722" y="189"/>
                  </a:lnTo>
                  <a:lnTo>
                    <a:pt x="661" y="174"/>
                  </a:lnTo>
                  <a:lnTo>
                    <a:pt x="601" y="153"/>
                  </a:lnTo>
                  <a:lnTo>
                    <a:pt x="601" y="128"/>
                  </a:lnTo>
                  <a:lnTo>
                    <a:pt x="631" y="97"/>
                  </a:lnTo>
                  <a:lnTo>
                    <a:pt x="722" y="62"/>
                  </a:lnTo>
                  <a:lnTo>
                    <a:pt x="752" y="46"/>
                  </a:lnTo>
                  <a:lnTo>
                    <a:pt x="722" y="36"/>
                  </a:lnTo>
                  <a:lnTo>
                    <a:pt x="631" y="26"/>
                  </a:lnTo>
                  <a:lnTo>
                    <a:pt x="181" y="0"/>
                  </a:lnTo>
                  <a:close/>
                  <a:moveTo>
                    <a:pt x="1052" y="0"/>
                  </a:moveTo>
                  <a:lnTo>
                    <a:pt x="962" y="26"/>
                  </a:lnTo>
                  <a:lnTo>
                    <a:pt x="902" y="51"/>
                  </a:lnTo>
                  <a:lnTo>
                    <a:pt x="872" y="72"/>
                  </a:lnTo>
                  <a:lnTo>
                    <a:pt x="842" y="97"/>
                  </a:lnTo>
                  <a:lnTo>
                    <a:pt x="872" y="143"/>
                  </a:lnTo>
                  <a:lnTo>
                    <a:pt x="992" y="179"/>
                  </a:lnTo>
                  <a:lnTo>
                    <a:pt x="1142" y="220"/>
                  </a:lnTo>
                  <a:lnTo>
                    <a:pt x="1382" y="255"/>
                  </a:lnTo>
                  <a:lnTo>
                    <a:pt x="1593" y="230"/>
                  </a:lnTo>
                  <a:lnTo>
                    <a:pt x="1653" y="225"/>
                  </a:lnTo>
                  <a:lnTo>
                    <a:pt x="1653" y="215"/>
                  </a:lnTo>
                  <a:lnTo>
                    <a:pt x="1653" y="210"/>
                  </a:lnTo>
                  <a:lnTo>
                    <a:pt x="1623" y="199"/>
                  </a:lnTo>
                  <a:lnTo>
                    <a:pt x="1563" y="189"/>
                  </a:lnTo>
                  <a:lnTo>
                    <a:pt x="1502" y="174"/>
                  </a:lnTo>
                  <a:lnTo>
                    <a:pt x="1442" y="153"/>
                  </a:lnTo>
                  <a:lnTo>
                    <a:pt x="1442" y="128"/>
                  </a:lnTo>
                  <a:lnTo>
                    <a:pt x="1472" y="97"/>
                  </a:lnTo>
                  <a:lnTo>
                    <a:pt x="1563" y="62"/>
                  </a:lnTo>
                  <a:lnTo>
                    <a:pt x="1593" y="46"/>
                  </a:lnTo>
                  <a:lnTo>
                    <a:pt x="1563" y="36"/>
                  </a:lnTo>
                  <a:lnTo>
                    <a:pt x="1472" y="26"/>
                  </a:lnTo>
                  <a:lnTo>
                    <a:pt x="105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68"/>
            <p:cNvSpPr/>
            <p:nvPr/>
          </p:nvSpPr>
          <p:spPr>
            <a:xfrm flipH="1">
              <a:off x="4163595" y="1764750"/>
              <a:ext cx="27891" cy="26050"/>
            </a:xfrm>
            <a:custGeom>
              <a:avLst/>
              <a:gdLst/>
              <a:ahLst/>
              <a:cxnLst/>
              <a:rect l="l" t="t" r="r" b="b"/>
              <a:pathLst>
                <a:path w="6578" h="1042" extrusionOk="0">
                  <a:moveTo>
                    <a:pt x="3304" y="1"/>
                  </a:moveTo>
                  <a:lnTo>
                    <a:pt x="2883" y="6"/>
                  </a:lnTo>
                  <a:lnTo>
                    <a:pt x="2463" y="16"/>
                  </a:lnTo>
                  <a:lnTo>
                    <a:pt x="2103" y="36"/>
                  </a:lnTo>
                  <a:lnTo>
                    <a:pt x="1742" y="57"/>
                  </a:lnTo>
                  <a:lnTo>
                    <a:pt x="1442" y="87"/>
                  </a:lnTo>
                  <a:lnTo>
                    <a:pt x="1171" y="118"/>
                  </a:lnTo>
                  <a:lnTo>
                    <a:pt x="931" y="154"/>
                  </a:lnTo>
                  <a:lnTo>
                    <a:pt x="721" y="195"/>
                  </a:lnTo>
                  <a:lnTo>
                    <a:pt x="541" y="235"/>
                  </a:lnTo>
                  <a:lnTo>
                    <a:pt x="391" y="281"/>
                  </a:lnTo>
                  <a:lnTo>
                    <a:pt x="270" y="322"/>
                  </a:lnTo>
                  <a:lnTo>
                    <a:pt x="180" y="368"/>
                  </a:lnTo>
                  <a:lnTo>
                    <a:pt x="90" y="409"/>
                  </a:lnTo>
                  <a:lnTo>
                    <a:pt x="30" y="450"/>
                  </a:lnTo>
                  <a:lnTo>
                    <a:pt x="0" y="490"/>
                  </a:lnTo>
                  <a:lnTo>
                    <a:pt x="0" y="526"/>
                  </a:lnTo>
                  <a:lnTo>
                    <a:pt x="0" y="536"/>
                  </a:lnTo>
                  <a:lnTo>
                    <a:pt x="721" y="587"/>
                  </a:lnTo>
                  <a:lnTo>
                    <a:pt x="1412" y="643"/>
                  </a:lnTo>
                  <a:lnTo>
                    <a:pt x="2072" y="705"/>
                  </a:lnTo>
                  <a:lnTo>
                    <a:pt x="2673" y="766"/>
                  </a:lnTo>
                  <a:lnTo>
                    <a:pt x="3274" y="832"/>
                  </a:lnTo>
                  <a:lnTo>
                    <a:pt x="3814" y="898"/>
                  </a:lnTo>
                  <a:lnTo>
                    <a:pt x="4355" y="970"/>
                  </a:lnTo>
                  <a:lnTo>
                    <a:pt x="4836" y="1041"/>
                  </a:lnTo>
                  <a:lnTo>
                    <a:pt x="5136" y="1021"/>
                  </a:lnTo>
                  <a:lnTo>
                    <a:pt x="5376" y="990"/>
                  </a:lnTo>
                  <a:lnTo>
                    <a:pt x="5587" y="960"/>
                  </a:lnTo>
                  <a:lnTo>
                    <a:pt x="5797" y="929"/>
                  </a:lnTo>
                  <a:lnTo>
                    <a:pt x="5977" y="893"/>
                  </a:lnTo>
                  <a:lnTo>
                    <a:pt x="6127" y="853"/>
                  </a:lnTo>
                  <a:lnTo>
                    <a:pt x="6247" y="817"/>
                  </a:lnTo>
                  <a:lnTo>
                    <a:pt x="6337" y="776"/>
                  </a:lnTo>
                  <a:lnTo>
                    <a:pt x="6428" y="735"/>
                  </a:lnTo>
                  <a:lnTo>
                    <a:pt x="6488" y="694"/>
                  </a:lnTo>
                  <a:lnTo>
                    <a:pt x="6548" y="613"/>
                  </a:lnTo>
                  <a:lnTo>
                    <a:pt x="6578" y="536"/>
                  </a:lnTo>
                  <a:lnTo>
                    <a:pt x="6548" y="475"/>
                  </a:lnTo>
                  <a:lnTo>
                    <a:pt x="6488" y="399"/>
                  </a:lnTo>
                  <a:lnTo>
                    <a:pt x="6397" y="317"/>
                  </a:lnTo>
                  <a:lnTo>
                    <a:pt x="6307" y="281"/>
                  </a:lnTo>
                  <a:lnTo>
                    <a:pt x="6217" y="240"/>
                  </a:lnTo>
                  <a:lnTo>
                    <a:pt x="6097" y="205"/>
                  </a:lnTo>
                  <a:lnTo>
                    <a:pt x="5947" y="169"/>
                  </a:lnTo>
                  <a:lnTo>
                    <a:pt x="5767" y="138"/>
                  </a:lnTo>
                  <a:lnTo>
                    <a:pt x="5557" y="108"/>
                  </a:lnTo>
                  <a:lnTo>
                    <a:pt x="5316" y="77"/>
                  </a:lnTo>
                  <a:lnTo>
                    <a:pt x="5016" y="57"/>
                  </a:lnTo>
                  <a:lnTo>
                    <a:pt x="4716" y="36"/>
                  </a:lnTo>
                  <a:lnTo>
                    <a:pt x="4325" y="21"/>
                  </a:lnTo>
                  <a:lnTo>
                    <a:pt x="3935" y="11"/>
                  </a:lnTo>
                  <a:lnTo>
                    <a:pt x="3454" y="6"/>
                  </a:lnTo>
                  <a:lnTo>
                    <a:pt x="3304" y="1"/>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68"/>
            <p:cNvSpPr/>
            <p:nvPr/>
          </p:nvSpPr>
          <p:spPr>
            <a:xfrm flipH="1">
              <a:off x="4163595" y="1764750"/>
              <a:ext cx="27891" cy="26050"/>
            </a:xfrm>
            <a:custGeom>
              <a:avLst/>
              <a:gdLst/>
              <a:ahLst/>
              <a:cxnLst/>
              <a:rect l="l" t="t" r="r" b="b"/>
              <a:pathLst>
                <a:path w="6578" h="1042" fill="none" extrusionOk="0">
                  <a:moveTo>
                    <a:pt x="3304" y="1"/>
                  </a:moveTo>
                  <a:lnTo>
                    <a:pt x="3304" y="1"/>
                  </a:lnTo>
                  <a:lnTo>
                    <a:pt x="3454" y="6"/>
                  </a:lnTo>
                  <a:lnTo>
                    <a:pt x="3454" y="6"/>
                  </a:lnTo>
                  <a:lnTo>
                    <a:pt x="3935" y="11"/>
                  </a:lnTo>
                  <a:lnTo>
                    <a:pt x="4325" y="21"/>
                  </a:lnTo>
                  <a:lnTo>
                    <a:pt x="4716" y="36"/>
                  </a:lnTo>
                  <a:lnTo>
                    <a:pt x="5016" y="57"/>
                  </a:lnTo>
                  <a:lnTo>
                    <a:pt x="5316" y="77"/>
                  </a:lnTo>
                  <a:lnTo>
                    <a:pt x="5557" y="108"/>
                  </a:lnTo>
                  <a:lnTo>
                    <a:pt x="5767" y="138"/>
                  </a:lnTo>
                  <a:lnTo>
                    <a:pt x="5947" y="169"/>
                  </a:lnTo>
                  <a:lnTo>
                    <a:pt x="6097" y="205"/>
                  </a:lnTo>
                  <a:lnTo>
                    <a:pt x="6217" y="240"/>
                  </a:lnTo>
                  <a:lnTo>
                    <a:pt x="6307" y="281"/>
                  </a:lnTo>
                  <a:lnTo>
                    <a:pt x="6397" y="317"/>
                  </a:lnTo>
                  <a:lnTo>
                    <a:pt x="6488" y="399"/>
                  </a:lnTo>
                  <a:lnTo>
                    <a:pt x="6548" y="475"/>
                  </a:lnTo>
                  <a:lnTo>
                    <a:pt x="6548" y="475"/>
                  </a:lnTo>
                  <a:lnTo>
                    <a:pt x="6578" y="536"/>
                  </a:lnTo>
                  <a:lnTo>
                    <a:pt x="6548" y="613"/>
                  </a:lnTo>
                  <a:lnTo>
                    <a:pt x="6488" y="694"/>
                  </a:lnTo>
                  <a:lnTo>
                    <a:pt x="6428" y="735"/>
                  </a:lnTo>
                  <a:lnTo>
                    <a:pt x="6337" y="776"/>
                  </a:lnTo>
                  <a:lnTo>
                    <a:pt x="6247" y="817"/>
                  </a:lnTo>
                  <a:lnTo>
                    <a:pt x="6127" y="853"/>
                  </a:lnTo>
                  <a:lnTo>
                    <a:pt x="5977" y="893"/>
                  </a:lnTo>
                  <a:lnTo>
                    <a:pt x="5797" y="929"/>
                  </a:lnTo>
                  <a:lnTo>
                    <a:pt x="5587" y="960"/>
                  </a:lnTo>
                  <a:lnTo>
                    <a:pt x="5376" y="990"/>
                  </a:lnTo>
                  <a:lnTo>
                    <a:pt x="5136" y="1021"/>
                  </a:lnTo>
                  <a:lnTo>
                    <a:pt x="4836" y="1041"/>
                  </a:lnTo>
                  <a:lnTo>
                    <a:pt x="4836" y="1041"/>
                  </a:lnTo>
                  <a:lnTo>
                    <a:pt x="4355" y="970"/>
                  </a:lnTo>
                  <a:lnTo>
                    <a:pt x="3814" y="898"/>
                  </a:lnTo>
                  <a:lnTo>
                    <a:pt x="3274" y="832"/>
                  </a:lnTo>
                  <a:lnTo>
                    <a:pt x="2673" y="766"/>
                  </a:lnTo>
                  <a:lnTo>
                    <a:pt x="2072" y="705"/>
                  </a:lnTo>
                  <a:lnTo>
                    <a:pt x="1412" y="643"/>
                  </a:lnTo>
                  <a:lnTo>
                    <a:pt x="721" y="587"/>
                  </a:lnTo>
                  <a:lnTo>
                    <a:pt x="0" y="536"/>
                  </a:lnTo>
                  <a:lnTo>
                    <a:pt x="0" y="536"/>
                  </a:lnTo>
                  <a:lnTo>
                    <a:pt x="0" y="526"/>
                  </a:lnTo>
                  <a:lnTo>
                    <a:pt x="0" y="526"/>
                  </a:lnTo>
                  <a:lnTo>
                    <a:pt x="0" y="490"/>
                  </a:lnTo>
                  <a:lnTo>
                    <a:pt x="30" y="450"/>
                  </a:lnTo>
                  <a:lnTo>
                    <a:pt x="90" y="409"/>
                  </a:lnTo>
                  <a:lnTo>
                    <a:pt x="180" y="368"/>
                  </a:lnTo>
                  <a:lnTo>
                    <a:pt x="270" y="322"/>
                  </a:lnTo>
                  <a:lnTo>
                    <a:pt x="391" y="281"/>
                  </a:lnTo>
                  <a:lnTo>
                    <a:pt x="541" y="235"/>
                  </a:lnTo>
                  <a:lnTo>
                    <a:pt x="721" y="195"/>
                  </a:lnTo>
                  <a:lnTo>
                    <a:pt x="931" y="154"/>
                  </a:lnTo>
                  <a:lnTo>
                    <a:pt x="1171" y="118"/>
                  </a:lnTo>
                  <a:lnTo>
                    <a:pt x="1442" y="87"/>
                  </a:lnTo>
                  <a:lnTo>
                    <a:pt x="1742" y="57"/>
                  </a:lnTo>
                  <a:lnTo>
                    <a:pt x="2103" y="36"/>
                  </a:lnTo>
                  <a:lnTo>
                    <a:pt x="2463" y="16"/>
                  </a:lnTo>
                  <a:lnTo>
                    <a:pt x="2883" y="6"/>
                  </a:lnTo>
                  <a:lnTo>
                    <a:pt x="330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68"/>
            <p:cNvSpPr/>
            <p:nvPr/>
          </p:nvSpPr>
          <p:spPr>
            <a:xfrm flipH="1">
              <a:off x="4170982" y="1778150"/>
              <a:ext cx="20505" cy="13800"/>
            </a:xfrm>
            <a:custGeom>
              <a:avLst/>
              <a:gdLst/>
              <a:ahLst/>
              <a:cxnLst/>
              <a:rect l="l" t="t" r="r" b="b"/>
              <a:pathLst>
                <a:path w="4836" h="552" extrusionOk="0">
                  <a:moveTo>
                    <a:pt x="0" y="0"/>
                  </a:moveTo>
                  <a:lnTo>
                    <a:pt x="0" y="77"/>
                  </a:lnTo>
                  <a:lnTo>
                    <a:pt x="90" y="158"/>
                  </a:lnTo>
                  <a:lnTo>
                    <a:pt x="150" y="204"/>
                  </a:lnTo>
                  <a:lnTo>
                    <a:pt x="240" y="250"/>
                  </a:lnTo>
                  <a:lnTo>
                    <a:pt x="361" y="296"/>
                  </a:lnTo>
                  <a:lnTo>
                    <a:pt x="511" y="337"/>
                  </a:lnTo>
                  <a:lnTo>
                    <a:pt x="721" y="378"/>
                  </a:lnTo>
                  <a:lnTo>
                    <a:pt x="931" y="419"/>
                  </a:lnTo>
                  <a:lnTo>
                    <a:pt x="1201" y="454"/>
                  </a:lnTo>
                  <a:lnTo>
                    <a:pt x="1502" y="485"/>
                  </a:lnTo>
                  <a:lnTo>
                    <a:pt x="1862" y="510"/>
                  </a:lnTo>
                  <a:lnTo>
                    <a:pt x="2283" y="531"/>
                  </a:lnTo>
                  <a:lnTo>
                    <a:pt x="2763" y="546"/>
                  </a:lnTo>
                  <a:lnTo>
                    <a:pt x="3274" y="551"/>
                  </a:lnTo>
                  <a:lnTo>
                    <a:pt x="3394" y="551"/>
                  </a:lnTo>
                  <a:lnTo>
                    <a:pt x="3814" y="546"/>
                  </a:lnTo>
                  <a:lnTo>
                    <a:pt x="4175" y="541"/>
                  </a:lnTo>
                  <a:lnTo>
                    <a:pt x="4535" y="526"/>
                  </a:lnTo>
                  <a:lnTo>
                    <a:pt x="4836" y="505"/>
                  </a:lnTo>
                  <a:lnTo>
                    <a:pt x="4355" y="434"/>
                  </a:lnTo>
                  <a:lnTo>
                    <a:pt x="3814" y="362"/>
                  </a:lnTo>
                  <a:lnTo>
                    <a:pt x="3274" y="296"/>
                  </a:lnTo>
                  <a:lnTo>
                    <a:pt x="2673" y="230"/>
                  </a:lnTo>
                  <a:lnTo>
                    <a:pt x="2072" y="169"/>
                  </a:lnTo>
                  <a:lnTo>
                    <a:pt x="1412" y="107"/>
                  </a:lnTo>
                  <a:lnTo>
                    <a:pt x="721" y="51"/>
                  </a:lnTo>
                  <a:lnTo>
                    <a:pt x="0" y="0"/>
                  </a:lnTo>
                  <a:close/>
                </a:path>
              </a:pathLst>
            </a:custGeom>
            <a:solidFill>
              <a:srgbClr val="399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68"/>
            <p:cNvSpPr/>
            <p:nvPr/>
          </p:nvSpPr>
          <p:spPr>
            <a:xfrm flipH="1">
              <a:off x="4170982" y="1778150"/>
              <a:ext cx="20505" cy="13800"/>
            </a:xfrm>
            <a:custGeom>
              <a:avLst/>
              <a:gdLst/>
              <a:ahLst/>
              <a:cxnLst/>
              <a:rect l="l" t="t" r="r" b="b"/>
              <a:pathLst>
                <a:path w="4836" h="552" fill="none" extrusionOk="0">
                  <a:moveTo>
                    <a:pt x="0" y="0"/>
                  </a:moveTo>
                  <a:lnTo>
                    <a:pt x="0" y="0"/>
                  </a:lnTo>
                  <a:lnTo>
                    <a:pt x="721" y="51"/>
                  </a:lnTo>
                  <a:lnTo>
                    <a:pt x="1412" y="107"/>
                  </a:lnTo>
                  <a:lnTo>
                    <a:pt x="2072" y="169"/>
                  </a:lnTo>
                  <a:lnTo>
                    <a:pt x="2673" y="230"/>
                  </a:lnTo>
                  <a:lnTo>
                    <a:pt x="3274" y="296"/>
                  </a:lnTo>
                  <a:lnTo>
                    <a:pt x="3814" y="362"/>
                  </a:lnTo>
                  <a:lnTo>
                    <a:pt x="4355" y="434"/>
                  </a:lnTo>
                  <a:lnTo>
                    <a:pt x="4836" y="505"/>
                  </a:lnTo>
                  <a:lnTo>
                    <a:pt x="4836" y="505"/>
                  </a:lnTo>
                  <a:lnTo>
                    <a:pt x="4535" y="526"/>
                  </a:lnTo>
                  <a:lnTo>
                    <a:pt x="4175" y="541"/>
                  </a:lnTo>
                  <a:lnTo>
                    <a:pt x="3814" y="546"/>
                  </a:lnTo>
                  <a:lnTo>
                    <a:pt x="3394" y="551"/>
                  </a:lnTo>
                  <a:lnTo>
                    <a:pt x="3394" y="551"/>
                  </a:lnTo>
                  <a:lnTo>
                    <a:pt x="3274" y="551"/>
                  </a:lnTo>
                  <a:lnTo>
                    <a:pt x="3274" y="551"/>
                  </a:lnTo>
                  <a:lnTo>
                    <a:pt x="2763" y="546"/>
                  </a:lnTo>
                  <a:lnTo>
                    <a:pt x="2283" y="531"/>
                  </a:lnTo>
                  <a:lnTo>
                    <a:pt x="1862" y="510"/>
                  </a:lnTo>
                  <a:lnTo>
                    <a:pt x="1502" y="485"/>
                  </a:lnTo>
                  <a:lnTo>
                    <a:pt x="1201" y="454"/>
                  </a:lnTo>
                  <a:lnTo>
                    <a:pt x="931" y="419"/>
                  </a:lnTo>
                  <a:lnTo>
                    <a:pt x="721" y="378"/>
                  </a:lnTo>
                  <a:lnTo>
                    <a:pt x="511" y="337"/>
                  </a:lnTo>
                  <a:lnTo>
                    <a:pt x="361" y="296"/>
                  </a:lnTo>
                  <a:lnTo>
                    <a:pt x="240" y="250"/>
                  </a:lnTo>
                  <a:lnTo>
                    <a:pt x="150" y="204"/>
                  </a:lnTo>
                  <a:lnTo>
                    <a:pt x="90" y="158"/>
                  </a:lnTo>
                  <a:lnTo>
                    <a:pt x="0" y="77"/>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68"/>
            <p:cNvSpPr/>
            <p:nvPr/>
          </p:nvSpPr>
          <p:spPr>
            <a:xfrm flipH="1">
              <a:off x="4173403" y="1775200"/>
              <a:ext cx="7004" cy="6400"/>
            </a:xfrm>
            <a:custGeom>
              <a:avLst/>
              <a:gdLst/>
              <a:ahLst/>
              <a:cxnLst/>
              <a:rect l="l" t="t" r="r" b="b"/>
              <a:pathLst>
                <a:path w="1652" h="256" extrusionOk="0">
                  <a:moveTo>
                    <a:pt x="270" y="1"/>
                  </a:moveTo>
                  <a:lnTo>
                    <a:pt x="30" y="26"/>
                  </a:lnTo>
                  <a:lnTo>
                    <a:pt x="0" y="32"/>
                  </a:lnTo>
                  <a:lnTo>
                    <a:pt x="0" y="42"/>
                  </a:lnTo>
                  <a:lnTo>
                    <a:pt x="0" y="47"/>
                  </a:lnTo>
                  <a:lnTo>
                    <a:pt x="30" y="57"/>
                  </a:lnTo>
                  <a:lnTo>
                    <a:pt x="90" y="67"/>
                  </a:lnTo>
                  <a:lnTo>
                    <a:pt x="150" y="83"/>
                  </a:lnTo>
                  <a:lnTo>
                    <a:pt x="210" y="103"/>
                  </a:lnTo>
                  <a:lnTo>
                    <a:pt x="210" y="128"/>
                  </a:lnTo>
                  <a:lnTo>
                    <a:pt x="180" y="159"/>
                  </a:lnTo>
                  <a:lnTo>
                    <a:pt x="90" y="195"/>
                  </a:lnTo>
                  <a:lnTo>
                    <a:pt x="60" y="210"/>
                  </a:lnTo>
                  <a:lnTo>
                    <a:pt x="90" y="220"/>
                  </a:lnTo>
                  <a:lnTo>
                    <a:pt x="180" y="230"/>
                  </a:lnTo>
                  <a:lnTo>
                    <a:pt x="601" y="256"/>
                  </a:lnTo>
                  <a:lnTo>
                    <a:pt x="691" y="230"/>
                  </a:lnTo>
                  <a:lnTo>
                    <a:pt x="751" y="205"/>
                  </a:lnTo>
                  <a:lnTo>
                    <a:pt x="781" y="179"/>
                  </a:lnTo>
                  <a:lnTo>
                    <a:pt x="811" y="159"/>
                  </a:lnTo>
                  <a:lnTo>
                    <a:pt x="751" y="113"/>
                  </a:lnTo>
                  <a:lnTo>
                    <a:pt x="661" y="72"/>
                  </a:lnTo>
                  <a:lnTo>
                    <a:pt x="511" y="37"/>
                  </a:lnTo>
                  <a:lnTo>
                    <a:pt x="270" y="1"/>
                  </a:lnTo>
                  <a:close/>
                  <a:moveTo>
                    <a:pt x="1111" y="1"/>
                  </a:moveTo>
                  <a:lnTo>
                    <a:pt x="901" y="26"/>
                  </a:lnTo>
                  <a:lnTo>
                    <a:pt x="841" y="32"/>
                  </a:lnTo>
                  <a:lnTo>
                    <a:pt x="841" y="42"/>
                  </a:lnTo>
                  <a:lnTo>
                    <a:pt x="841" y="47"/>
                  </a:lnTo>
                  <a:lnTo>
                    <a:pt x="871" y="57"/>
                  </a:lnTo>
                  <a:lnTo>
                    <a:pt x="931" y="67"/>
                  </a:lnTo>
                  <a:lnTo>
                    <a:pt x="991" y="83"/>
                  </a:lnTo>
                  <a:lnTo>
                    <a:pt x="1051" y="103"/>
                  </a:lnTo>
                  <a:lnTo>
                    <a:pt x="1051" y="128"/>
                  </a:lnTo>
                  <a:lnTo>
                    <a:pt x="1021" y="159"/>
                  </a:lnTo>
                  <a:lnTo>
                    <a:pt x="931" y="195"/>
                  </a:lnTo>
                  <a:lnTo>
                    <a:pt x="901" y="210"/>
                  </a:lnTo>
                  <a:lnTo>
                    <a:pt x="931" y="220"/>
                  </a:lnTo>
                  <a:lnTo>
                    <a:pt x="1021" y="230"/>
                  </a:lnTo>
                  <a:lnTo>
                    <a:pt x="1442" y="256"/>
                  </a:lnTo>
                  <a:lnTo>
                    <a:pt x="1532" y="230"/>
                  </a:lnTo>
                  <a:lnTo>
                    <a:pt x="1592" y="205"/>
                  </a:lnTo>
                  <a:lnTo>
                    <a:pt x="1622" y="179"/>
                  </a:lnTo>
                  <a:lnTo>
                    <a:pt x="1652" y="159"/>
                  </a:lnTo>
                  <a:lnTo>
                    <a:pt x="1622" y="113"/>
                  </a:lnTo>
                  <a:lnTo>
                    <a:pt x="1502" y="72"/>
                  </a:lnTo>
                  <a:lnTo>
                    <a:pt x="1352" y="37"/>
                  </a:lnTo>
                  <a:lnTo>
                    <a:pt x="111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8" name="Google Shape;1408;p68"/>
          <p:cNvSpPr txBox="1">
            <a:spLocks noGrp="1"/>
          </p:cNvSpPr>
          <p:nvPr>
            <p:ph type="title"/>
          </p:nvPr>
        </p:nvSpPr>
        <p:spPr>
          <a:xfrm>
            <a:off x="457200" y="1540025"/>
            <a:ext cx="18885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1409" name="Google Shape;1409;p68"/>
          <p:cNvSpPr txBox="1">
            <a:spLocks noGrp="1"/>
          </p:cNvSpPr>
          <p:nvPr>
            <p:ph type="subTitle" idx="1"/>
          </p:nvPr>
        </p:nvSpPr>
        <p:spPr>
          <a:xfrm>
            <a:off x="457200" y="2009350"/>
            <a:ext cx="2001000" cy="837300"/>
          </a:xfrm>
          <a:prstGeom prst="rect">
            <a:avLst/>
          </a:prstGeom>
        </p:spPr>
        <p:txBody>
          <a:bodyPr spcFirstLastPara="1" wrap="square" lIns="0" tIns="0" rIns="0" bIns="0" anchor="t" anchorCtr="0">
            <a:noAutofit/>
          </a:bodyPr>
          <a:lstStyle>
            <a:lvl1pPr lvl="0" rtl="0">
              <a:spcBef>
                <a:spcPts val="0"/>
              </a:spcBef>
              <a:spcAft>
                <a:spcPts val="0"/>
              </a:spcAft>
              <a:buSzPts val="1400"/>
              <a:buNone/>
              <a:defRPr sz="1400"/>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410" name="Google Shape;1410;p68"/>
          <p:cNvSpPr txBox="1">
            <a:spLocks noGrp="1"/>
          </p:cNvSpPr>
          <p:nvPr>
            <p:ph type="title" idx="2"/>
          </p:nvPr>
        </p:nvSpPr>
        <p:spPr>
          <a:xfrm>
            <a:off x="3668025" y="1353175"/>
            <a:ext cx="2449200" cy="20664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411" name="Google Shape;1411;p68"/>
          <p:cNvSpPr txBox="1">
            <a:spLocks noGrp="1"/>
          </p:cNvSpPr>
          <p:nvPr>
            <p:ph type="title" idx="3"/>
          </p:nvPr>
        </p:nvSpPr>
        <p:spPr>
          <a:xfrm>
            <a:off x="3668025" y="3664850"/>
            <a:ext cx="24492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412" name="Google Shape;1412;p68"/>
          <p:cNvSpPr txBox="1">
            <a:spLocks noGrp="1"/>
          </p:cNvSpPr>
          <p:nvPr>
            <p:ph type="title" idx="4"/>
          </p:nvPr>
        </p:nvSpPr>
        <p:spPr>
          <a:xfrm>
            <a:off x="7007575" y="608525"/>
            <a:ext cx="1367700" cy="11778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413" name="Google Shape;1413;p68"/>
          <p:cNvSpPr txBox="1">
            <a:spLocks noGrp="1"/>
          </p:cNvSpPr>
          <p:nvPr>
            <p:ph type="title" idx="5"/>
          </p:nvPr>
        </p:nvSpPr>
        <p:spPr>
          <a:xfrm>
            <a:off x="7007575" y="1879325"/>
            <a:ext cx="1443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414" name="Google Shape;1414;p68"/>
          <p:cNvSpPr txBox="1">
            <a:spLocks noGrp="1"/>
          </p:cNvSpPr>
          <p:nvPr>
            <p:ph type="title" idx="6"/>
          </p:nvPr>
        </p:nvSpPr>
        <p:spPr>
          <a:xfrm>
            <a:off x="7236175" y="2938575"/>
            <a:ext cx="1139100" cy="7410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415" name="Google Shape;1415;p68"/>
          <p:cNvSpPr txBox="1">
            <a:spLocks noGrp="1"/>
          </p:cNvSpPr>
          <p:nvPr>
            <p:ph type="title" idx="7"/>
          </p:nvPr>
        </p:nvSpPr>
        <p:spPr>
          <a:xfrm>
            <a:off x="7236175" y="3772325"/>
            <a:ext cx="9711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416" name="Google Shape;1416;p68"/>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68"/>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68"/>
          <p:cNvSpPr txBox="1">
            <a:spLocks noGrp="1"/>
          </p:cNvSpPr>
          <p:nvPr>
            <p:ph type="subTitle" idx="8"/>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419" name="Google Shape;1419;p68"/>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Green - Quote Left">
  <p:cSld name="CUSTOM_1_1_1_1">
    <p:spTree>
      <p:nvGrpSpPr>
        <p:cNvPr id="1" name="Shape 1420"/>
        <p:cNvGrpSpPr/>
        <p:nvPr/>
      </p:nvGrpSpPr>
      <p:grpSpPr>
        <a:xfrm>
          <a:off x="0" y="0"/>
          <a:ext cx="0" cy="0"/>
          <a:chOff x="0" y="0"/>
          <a:chExt cx="0" cy="0"/>
        </a:xfrm>
      </p:grpSpPr>
      <p:grpSp>
        <p:nvGrpSpPr>
          <p:cNvPr id="1421" name="Google Shape;1421;p69"/>
          <p:cNvGrpSpPr/>
          <p:nvPr/>
        </p:nvGrpSpPr>
        <p:grpSpPr>
          <a:xfrm>
            <a:off x="752475" y="581149"/>
            <a:ext cx="2987999" cy="4317430"/>
            <a:chOff x="4140326" y="3387800"/>
            <a:chExt cx="283478" cy="409600"/>
          </a:xfrm>
        </p:grpSpPr>
        <p:sp>
          <p:nvSpPr>
            <p:cNvPr id="1422" name="Google Shape;1422;p69"/>
            <p:cNvSpPr/>
            <p:nvPr/>
          </p:nvSpPr>
          <p:spPr>
            <a:xfrm flipH="1">
              <a:off x="4142997" y="3398875"/>
              <a:ext cx="258648" cy="398525"/>
            </a:xfrm>
            <a:custGeom>
              <a:avLst/>
              <a:gdLst/>
              <a:ahLst/>
              <a:cxnLst/>
              <a:rect l="l" t="t" r="r" b="b"/>
              <a:pathLst>
                <a:path w="61002" h="15941" extrusionOk="0">
                  <a:moveTo>
                    <a:pt x="27543" y="1"/>
                  </a:moveTo>
                  <a:lnTo>
                    <a:pt x="26251" y="6"/>
                  </a:lnTo>
                  <a:lnTo>
                    <a:pt x="24960" y="16"/>
                  </a:lnTo>
                  <a:lnTo>
                    <a:pt x="23668" y="37"/>
                  </a:lnTo>
                  <a:lnTo>
                    <a:pt x="22377" y="72"/>
                  </a:lnTo>
                  <a:lnTo>
                    <a:pt x="21115" y="108"/>
                  </a:lnTo>
                  <a:lnTo>
                    <a:pt x="19854" y="159"/>
                  </a:lnTo>
                  <a:lnTo>
                    <a:pt x="18622" y="220"/>
                  </a:lnTo>
                  <a:lnTo>
                    <a:pt x="17391" y="286"/>
                  </a:lnTo>
                  <a:lnTo>
                    <a:pt x="16189" y="368"/>
                  </a:lnTo>
                  <a:lnTo>
                    <a:pt x="14988" y="455"/>
                  </a:lnTo>
                  <a:lnTo>
                    <a:pt x="13817" y="557"/>
                  </a:lnTo>
                  <a:lnTo>
                    <a:pt x="12675" y="664"/>
                  </a:lnTo>
                  <a:lnTo>
                    <a:pt x="11564" y="786"/>
                  </a:lnTo>
                  <a:lnTo>
                    <a:pt x="10453" y="919"/>
                  </a:lnTo>
                  <a:lnTo>
                    <a:pt x="9402" y="1062"/>
                  </a:lnTo>
                  <a:lnTo>
                    <a:pt x="8350" y="1215"/>
                  </a:lnTo>
                  <a:lnTo>
                    <a:pt x="7960" y="1281"/>
                  </a:lnTo>
                  <a:lnTo>
                    <a:pt x="7570" y="1347"/>
                  </a:lnTo>
                  <a:lnTo>
                    <a:pt x="7209" y="1419"/>
                  </a:lnTo>
                  <a:lnTo>
                    <a:pt x="6819" y="1495"/>
                  </a:lnTo>
                  <a:lnTo>
                    <a:pt x="6458" y="1577"/>
                  </a:lnTo>
                  <a:lnTo>
                    <a:pt x="6098" y="1664"/>
                  </a:lnTo>
                  <a:lnTo>
                    <a:pt x="5377" y="1842"/>
                  </a:lnTo>
                  <a:lnTo>
                    <a:pt x="4716" y="2031"/>
                  </a:lnTo>
                  <a:lnTo>
                    <a:pt x="4055" y="2235"/>
                  </a:lnTo>
                  <a:lnTo>
                    <a:pt x="3455" y="2449"/>
                  </a:lnTo>
                  <a:lnTo>
                    <a:pt x="2884" y="2674"/>
                  </a:lnTo>
                  <a:lnTo>
                    <a:pt x="2344" y="2908"/>
                  </a:lnTo>
                  <a:lnTo>
                    <a:pt x="1863" y="3153"/>
                  </a:lnTo>
                  <a:lnTo>
                    <a:pt x="1442" y="3403"/>
                  </a:lnTo>
                  <a:lnTo>
                    <a:pt x="1052" y="3663"/>
                  </a:lnTo>
                  <a:lnTo>
                    <a:pt x="692" y="3928"/>
                  </a:lnTo>
                  <a:lnTo>
                    <a:pt x="391" y="4194"/>
                  </a:lnTo>
                  <a:lnTo>
                    <a:pt x="181" y="4469"/>
                  </a:lnTo>
                  <a:lnTo>
                    <a:pt x="1" y="4744"/>
                  </a:lnTo>
                  <a:lnTo>
                    <a:pt x="1" y="6060"/>
                  </a:lnTo>
                  <a:lnTo>
                    <a:pt x="1" y="10345"/>
                  </a:lnTo>
                  <a:lnTo>
                    <a:pt x="1" y="11686"/>
                  </a:lnTo>
                  <a:lnTo>
                    <a:pt x="151" y="11906"/>
                  </a:lnTo>
                  <a:lnTo>
                    <a:pt x="361" y="12120"/>
                  </a:lnTo>
                  <a:lnTo>
                    <a:pt x="632" y="12339"/>
                  </a:lnTo>
                  <a:lnTo>
                    <a:pt x="932" y="12548"/>
                  </a:lnTo>
                  <a:lnTo>
                    <a:pt x="1292" y="12758"/>
                  </a:lnTo>
                  <a:lnTo>
                    <a:pt x="1713" y="12956"/>
                  </a:lnTo>
                  <a:lnTo>
                    <a:pt x="2193" y="13155"/>
                  </a:lnTo>
                  <a:lnTo>
                    <a:pt x="2704" y="13349"/>
                  </a:lnTo>
                  <a:lnTo>
                    <a:pt x="3335" y="13354"/>
                  </a:lnTo>
                  <a:lnTo>
                    <a:pt x="3905" y="13370"/>
                  </a:lnTo>
                  <a:lnTo>
                    <a:pt x="4476" y="13385"/>
                  </a:lnTo>
                  <a:lnTo>
                    <a:pt x="4987" y="13400"/>
                  </a:lnTo>
                  <a:lnTo>
                    <a:pt x="5467" y="13426"/>
                  </a:lnTo>
                  <a:lnTo>
                    <a:pt x="5918" y="13451"/>
                  </a:lnTo>
                  <a:lnTo>
                    <a:pt x="6338" y="13482"/>
                  </a:lnTo>
                  <a:lnTo>
                    <a:pt x="6729" y="13518"/>
                  </a:lnTo>
                  <a:lnTo>
                    <a:pt x="7089" y="13553"/>
                  </a:lnTo>
                  <a:lnTo>
                    <a:pt x="7419" y="13594"/>
                  </a:lnTo>
                  <a:lnTo>
                    <a:pt x="7750" y="13635"/>
                  </a:lnTo>
                  <a:lnTo>
                    <a:pt x="8020" y="13676"/>
                  </a:lnTo>
                  <a:lnTo>
                    <a:pt x="8290" y="13722"/>
                  </a:lnTo>
                  <a:lnTo>
                    <a:pt x="8531" y="13767"/>
                  </a:lnTo>
                  <a:lnTo>
                    <a:pt x="8741" y="13818"/>
                  </a:lnTo>
                  <a:lnTo>
                    <a:pt x="8951" y="13869"/>
                  </a:lnTo>
                  <a:lnTo>
                    <a:pt x="9131" y="13920"/>
                  </a:lnTo>
                  <a:lnTo>
                    <a:pt x="9282" y="13972"/>
                  </a:lnTo>
                  <a:lnTo>
                    <a:pt x="9552" y="14079"/>
                  </a:lnTo>
                  <a:lnTo>
                    <a:pt x="9762" y="14181"/>
                  </a:lnTo>
                  <a:lnTo>
                    <a:pt x="9882" y="14288"/>
                  </a:lnTo>
                  <a:lnTo>
                    <a:pt x="10002" y="14385"/>
                  </a:lnTo>
                  <a:lnTo>
                    <a:pt x="10062" y="14482"/>
                  </a:lnTo>
                  <a:lnTo>
                    <a:pt x="10062" y="14573"/>
                  </a:lnTo>
                  <a:lnTo>
                    <a:pt x="10092" y="14650"/>
                  </a:lnTo>
                  <a:lnTo>
                    <a:pt x="10062" y="14716"/>
                  </a:lnTo>
                  <a:lnTo>
                    <a:pt x="10032" y="14783"/>
                  </a:lnTo>
                  <a:lnTo>
                    <a:pt x="10633" y="14844"/>
                  </a:lnTo>
                  <a:lnTo>
                    <a:pt x="11264" y="14905"/>
                  </a:lnTo>
                  <a:lnTo>
                    <a:pt x="12645" y="15032"/>
                  </a:lnTo>
                  <a:lnTo>
                    <a:pt x="14057" y="15155"/>
                  </a:lnTo>
                  <a:lnTo>
                    <a:pt x="15439" y="15262"/>
                  </a:lnTo>
                  <a:lnTo>
                    <a:pt x="16820" y="15364"/>
                  </a:lnTo>
                  <a:lnTo>
                    <a:pt x="18172" y="15461"/>
                  </a:lnTo>
                  <a:lnTo>
                    <a:pt x="19523" y="15543"/>
                  </a:lnTo>
                  <a:lnTo>
                    <a:pt x="20875" y="15619"/>
                  </a:lnTo>
                  <a:lnTo>
                    <a:pt x="22196" y="15685"/>
                  </a:lnTo>
                  <a:lnTo>
                    <a:pt x="23518" y="15747"/>
                  </a:lnTo>
                  <a:lnTo>
                    <a:pt x="24839" y="15798"/>
                  </a:lnTo>
                  <a:lnTo>
                    <a:pt x="26131" y="15843"/>
                  </a:lnTo>
                  <a:lnTo>
                    <a:pt x="27392" y="15879"/>
                  </a:lnTo>
                  <a:lnTo>
                    <a:pt x="28654" y="15905"/>
                  </a:lnTo>
                  <a:lnTo>
                    <a:pt x="29915" y="15925"/>
                  </a:lnTo>
                  <a:lnTo>
                    <a:pt x="31147" y="15935"/>
                  </a:lnTo>
                  <a:lnTo>
                    <a:pt x="32378" y="15940"/>
                  </a:lnTo>
                  <a:lnTo>
                    <a:pt x="33189" y="15935"/>
                  </a:lnTo>
                  <a:lnTo>
                    <a:pt x="34000" y="15930"/>
                  </a:lnTo>
                  <a:lnTo>
                    <a:pt x="34781" y="15925"/>
                  </a:lnTo>
                  <a:lnTo>
                    <a:pt x="35562" y="15910"/>
                  </a:lnTo>
                  <a:lnTo>
                    <a:pt x="36343" y="15900"/>
                  </a:lnTo>
                  <a:lnTo>
                    <a:pt x="37124" y="15879"/>
                  </a:lnTo>
                  <a:lnTo>
                    <a:pt x="37905" y="15859"/>
                  </a:lnTo>
                  <a:lnTo>
                    <a:pt x="38655" y="15833"/>
                  </a:lnTo>
                  <a:lnTo>
                    <a:pt x="39406" y="15803"/>
                  </a:lnTo>
                  <a:lnTo>
                    <a:pt x="40127" y="15772"/>
                  </a:lnTo>
                  <a:lnTo>
                    <a:pt x="40878" y="15736"/>
                  </a:lnTo>
                  <a:lnTo>
                    <a:pt x="41599" y="15701"/>
                  </a:lnTo>
                  <a:lnTo>
                    <a:pt x="42320" y="15660"/>
                  </a:lnTo>
                  <a:lnTo>
                    <a:pt x="43010" y="15614"/>
                  </a:lnTo>
                  <a:lnTo>
                    <a:pt x="43701" y="15568"/>
                  </a:lnTo>
                  <a:lnTo>
                    <a:pt x="44392" y="15517"/>
                  </a:lnTo>
                  <a:lnTo>
                    <a:pt x="45083" y="15466"/>
                  </a:lnTo>
                  <a:lnTo>
                    <a:pt x="45744" y="15410"/>
                  </a:lnTo>
                  <a:lnTo>
                    <a:pt x="46404" y="15349"/>
                  </a:lnTo>
                  <a:lnTo>
                    <a:pt x="47065" y="15287"/>
                  </a:lnTo>
                  <a:lnTo>
                    <a:pt x="47696" y="15221"/>
                  </a:lnTo>
                  <a:lnTo>
                    <a:pt x="48327" y="15155"/>
                  </a:lnTo>
                  <a:lnTo>
                    <a:pt x="48957" y="15083"/>
                  </a:lnTo>
                  <a:lnTo>
                    <a:pt x="49558" y="15012"/>
                  </a:lnTo>
                  <a:lnTo>
                    <a:pt x="50189" y="14936"/>
                  </a:lnTo>
                  <a:lnTo>
                    <a:pt x="50759" y="14854"/>
                  </a:lnTo>
                  <a:lnTo>
                    <a:pt x="51360" y="14772"/>
                  </a:lnTo>
                  <a:lnTo>
                    <a:pt x="51931" y="14686"/>
                  </a:lnTo>
                  <a:lnTo>
                    <a:pt x="52471" y="14599"/>
                  </a:lnTo>
                  <a:lnTo>
                    <a:pt x="53042" y="14507"/>
                  </a:lnTo>
                  <a:lnTo>
                    <a:pt x="53583" y="14415"/>
                  </a:lnTo>
                  <a:lnTo>
                    <a:pt x="54093" y="14318"/>
                  </a:lnTo>
                  <a:lnTo>
                    <a:pt x="54484" y="14247"/>
                  </a:lnTo>
                  <a:lnTo>
                    <a:pt x="54844" y="14170"/>
                  </a:lnTo>
                  <a:lnTo>
                    <a:pt x="55205" y="14084"/>
                  </a:lnTo>
                  <a:lnTo>
                    <a:pt x="55565" y="13997"/>
                  </a:lnTo>
                  <a:lnTo>
                    <a:pt x="55895" y="13900"/>
                  </a:lnTo>
                  <a:lnTo>
                    <a:pt x="56226" y="13803"/>
                  </a:lnTo>
                  <a:lnTo>
                    <a:pt x="56556" y="13701"/>
                  </a:lnTo>
                  <a:lnTo>
                    <a:pt x="56886" y="13594"/>
                  </a:lnTo>
                  <a:lnTo>
                    <a:pt x="57187" y="13482"/>
                  </a:lnTo>
                  <a:lnTo>
                    <a:pt x="57487" y="13365"/>
                  </a:lnTo>
                  <a:lnTo>
                    <a:pt x="58058" y="13125"/>
                  </a:lnTo>
                  <a:lnTo>
                    <a:pt x="58598" y="12865"/>
                  </a:lnTo>
                  <a:lnTo>
                    <a:pt x="59079" y="12599"/>
                  </a:lnTo>
                  <a:lnTo>
                    <a:pt x="59500" y="12319"/>
                  </a:lnTo>
                  <a:lnTo>
                    <a:pt x="59890" y="12033"/>
                  </a:lnTo>
                  <a:lnTo>
                    <a:pt x="60220" y="11737"/>
                  </a:lnTo>
                  <a:lnTo>
                    <a:pt x="60491" y="11436"/>
                  </a:lnTo>
                  <a:lnTo>
                    <a:pt x="60701" y="11130"/>
                  </a:lnTo>
                  <a:lnTo>
                    <a:pt x="60851" y="10819"/>
                  </a:lnTo>
                  <a:lnTo>
                    <a:pt x="60971" y="10508"/>
                  </a:lnTo>
                  <a:lnTo>
                    <a:pt x="61001" y="10192"/>
                  </a:lnTo>
                  <a:lnTo>
                    <a:pt x="61001" y="5561"/>
                  </a:lnTo>
                  <a:lnTo>
                    <a:pt x="60971" y="5321"/>
                  </a:lnTo>
                  <a:lnTo>
                    <a:pt x="60911" y="5076"/>
                  </a:lnTo>
                  <a:lnTo>
                    <a:pt x="60821" y="4836"/>
                  </a:lnTo>
                  <a:lnTo>
                    <a:pt x="60671" y="4597"/>
                  </a:lnTo>
                  <a:lnTo>
                    <a:pt x="60491" y="4362"/>
                  </a:lnTo>
                  <a:lnTo>
                    <a:pt x="60280" y="4127"/>
                  </a:lnTo>
                  <a:lnTo>
                    <a:pt x="60010" y="3893"/>
                  </a:lnTo>
                  <a:lnTo>
                    <a:pt x="59680" y="3663"/>
                  </a:lnTo>
                  <a:lnTo>
                    <a:pt x="59319" y="3444"/>
                  </a:lnTo>
                  <a:lnTo>
                    <a:pt x="58899" y="3224"/>
                  </a:lnTo>
                  <a:lnTo>
                    <a:pt x="58448" y="3010"/>
                  </a:lnTo>
                  <a:lnTo>
                    <a:pt x="57938" y="2806"/>
                  </a:lnTo>
                  <a:lnTo>
                    <a:pt x="57367" y="2607"/>
                  </a:lnTo>
                  <a:lnTo>
                    <a:pt x="56766" y="2419"/>
                  </a:lnTo>
                  <a:lnTo>
                    <a:pt x="56436" y="2327"/>
                  </a:lnTo>
                  <a:lnTo>
                    <a:pt x="56076" y="2235"/>
                  </a:lnTo>
                  <a:lnTo>
                    <a:pt x="55715" y="2148"/>
                  </a:lnTo>
                  <a:lnTo>
                    <a:pt x="55355" y="2061"/>
                  </a:lnTo>
                  <a:lnTo>
                    <a:pt x="54814" y="2067"/>
                  </a:lnTo>
                  <a:lnTo>
                    <a:pt x="54243" y="2072"/>
                  </a:lnTo>
                  <a:lnTo>
                    <a:pt x="53943" y="2072"/>
                  </a:lnTo>
                  <a:lnTo>
                    <a:pt x="53342" y="2067"/>
                  </a:lnTo>
                  <a:lnTo>
                    <a:pt x="52772" y="2056"/>
                  </a:lnTo>
                  <a:lnTo>
                    <a:pt x="52231" y="2046"/>
                  </a:lnTo>
                  <a:lnTo>
                    <a:pt x="51721" y="2031"/>
                  </a:lnTo>
                  <a:lnTo>
                    <a:pt x="51240" y="2010"/>
                  </a:lnTo>
                  <a:lnTo>
                    <a:pt x="50789" y="1985"/>
                  </a:lnTo>
                  <a:lnTo>
                    <a:pt x="50369" y="1959"/>
                  </a:lnTo>
                  <a:lnTo>
                    <a:pt x="49979" y="1929"/>
                  </a:lnTo>
                  <a:lnTo>
                    <a:pt x="49618" y="1898"/>
                  </a:lnTo>
                  <a:lnTo>
                    <a:pt x="49258" y="1863"/>
                  </a:lnTo>
                  <a:lnTo>
                    <a:pt x="48927" y="1822"/>
                  </a:lnTo>
                  <a:lnTo>
                    <a:pt x="48657" y="1786"/>
                  </a:lnTo>
                  <a:lnTo>
                    <a:pt x="48387" y="1745"/>
                  </a:lnTo>
                  <a:lnTo>
                    <a:pt x="48116" y="1699"/>
                  </a:lnTo>
                  <a:lnTo>
                    <a:pt x="47876" y="1653"/>
                  </a:lnTo>
                  <a:lnTo>
                    <a:pt x="47666" y="1608"/>
                  </a:lnTo>
                  <a:lnTo>
                    <a:pt x="47486" y="1562"/>
                  </a:lnTo>
                  <a:lnTo>
                    <a:pt x="47305" y="1511"/>
                  </a:lnTo>
                  <a:lnTo>
                    <a:pt x="47035" y="1414"/>
                  </a:lnTo>
                  <a:lnTo>
                    <a:pt x="46795" y="1312"/>
                  </a:lnTo>
                  <a:lnTo>
                    <a:pt x="46615" y="1215"/>
                  </a:lnTo>
                  <a:lnTo>
                    <a:pt x="46494" y="1113"/>
                  </a:lnTo>
                  <a:lnTo>
                    <a:pt x="46404" y="1021"/>
                  </a:lnTo>
                  <a:lnTo>
                    <a:pt x="46344" y="929"/>
                  </a:lnTo>
                  <a:lnTo>
                    <a:pt x="46314" y="842"/>
                  </a:lnTo>
                  <a:lnTo>
                    <a:pt x="45263" y="746"/>
                  </a:lnTo>
                  <a:lnTo>
                    <a:pt x="44152" y="659"/>
                  </a:lnTo>
                  <a:lnTo>
                    <a:pt x="43041" y="572"/>
                  </a:lnTo>
                  <a:lnTo>
                    <a:pt x="41929" y="490"/>
                  </a:lnTo>
                  <a:lnTo>
                    <a:pt x="40788" y="414"/>
                  </a:lnTo>
                  <a:lnTo>
                    <a:pt x="39617" y="348"/>
                  </a:lnTo>
                  <a:lnTo>
                    <a:pt x="38445" y="281"/>
                  </a:lnTo>
                  <a:lnTo>
                    <a:pt x="37244" y="225"/>
                  </a:lnTo>
                  <a:lnTo>
                    <a:pt x="36072" y="174"/>
                  </a:lnTo>
                  <a:lnTo>
                    <a:pt x="34871" y="128"/>
                  </a:lnTo>
                  <a:lnTo>
                    <a:pt x="33640" y="88"/>
                  </a:lnTo>
                  <a:lnTo>
                    <a:pt x="32438" y="57"/>
                  </a:lnTo>
                  <a:lnTo>
                    <a:pt x="31207" y="31"/>
                  </a:lnTo>
                  <a:lnTo>
                    <a:pt x="29975" y="16"/>
                  </a:lnTo>
                  <a:lnTo>
                    <a:pt x="28774" y="6"/>
                  </a:lnTo>
                  <a:lnTo>
                    <a:pt x="27543" y="1"/>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69"/>
            <p:cNvSpPr/>
            <p:nvPr/>
          </p:nvSpPr>
          <p:spPr>
            <a:xfrm flipH="1">
              <a:off x="4142997" y="3398875"/>
              <a:ext cx="258648" cy="398525"/>
            </a:xfrm>
            <a:custGeom>
              <a:avLst/>
              <a:gdLst/>
              <a:ahLst/>
              <a:cxnLst/>
              <a:rect l="l" t="t" r="r" b="b"/>
              <a:pathLst>
                <a:path w="61002" h="15941" fill="none" extrusionOk="0">
                  <a:moveTo>
                    <a:pt x="27543" y="1"/>
                  </a:moveTo>
                  <a:lnTo>
                    <a:pt x="27543" y="1"/>
                  </a:lnTo>
                  <a:lnTo>
                    <a:pt x="28774" y="6"/>
                  </a:lnTo>
                  <a:lnTo>
                    <a:pt x="29975" y="16"/>
                  </a:lnTo>
                  <a:lnTo>
                    <a:pt x="31207" y="31"/>
                  </a:lnTo>
                  <a:lnTo>
                    <a:pt x="32438" y="57"/>
                  </a:lnTo>
                  <a:lnTo>
                    <a:pt x="33640" y="88"/>
                  </a:lnTo>
                  <a:lnTo>
                    <a:pt x="34871" y="128"/>
                  </a:lnTo>
                  <a:lnTo>
                    <a:pt x="36072" y="174"/>
                  </a:lnTo>
                  <a:lnTo>
                    <a:pt x="37244" y="225"/>
                  </a:lnTo>
                  <a:lnTo>
                    <a:pt x="38445" y="281"/>
                  </a:lnTo>
                  <a:lnTo>
                    <a:pt x="39617" y="348"/>
                  </a:lnTo>
                  <a:lnTo>
                    <a:pt x="40788" y="414"/>
                  </a:lnTo>
                  <a:lnTo>
                    <a:pt x="41929" y="490"/>
                  </a:lnTo>
                  <a:lnTo>
                    <a:pt x="43041" y="572"/>
                  </a:lnTo>
                  <a:lnTo>
                    <a:pt x="44152" y="659"/>
                  </a:lnTo>
                  <a:lnTo>
                    <a:pt x="45263" y="746"/>
                  </a:lnTo>
                  <a:lnTo>
                    <a:pt x="46314" y="842"/>
                  </a:lnTo>
                  <a:lnTo>
                    <a:pt x="46314" y="842"/>
                  </a:lnTo>
                  <a:lnTo>
                    <a:pt x="46344" y="929"/>
                  </a:lnTo>
                  <a:lnTo>
                    <a:pt x="46404" y="1021"/>
                  </a:lnTo>
                  <a:lnTo>
                    <a:pt x="46494" y="1113"/>
                  </a:lnTo>
                  <a:lnTo>
                    <a:pt x="46615" y="1215"/>
                  </a:lnTo>
                  <a:lnTo>
                    <a:pt x="46795" y="1312"/>
                  </a:lnTo>
                  <a:lnTo>
                    <a:pt x="47035" y="1414"/>
                  </a:lnTo>
                  <a:lnTo>
                    <a:pt x="47305" y="1511"/>
                  </a:lnTo>
                  <a:lnTo>
                    <a:pt x="47486" y="1562"/>
                  </a:lnTo>
                  <a:lnTo>
                    <a:pt x="47666" y="1608"/>
                  </a:lnTo>
                  <a:lnTo>
                    <a:pt x="47876" y="1653"/>
                  </a:lnTo>
                  <a:lnTo>
                    <a:pt x="48116" y="1699"/>
                  </a:lnTo>
                  <a:lnTo>
                    <a:pt x="48387" y="1745"/>
                  </a:lnTo>
                  <a:lnTo>
                    <a:pt x="48657" y="1786"/>
                  </a:lnTo>
                  <a:lnTo>
                    <a:pt x="48927" y="1822"/>
                  </a:lnTo>
                  <a:lnTo>
                    <a:pt x="49258" y="1863"/>
                  </a:lnTo>
                  <a:lnTo>
                    <a:pt x="49618" y="1898"/>
                  </a:lnTo>
                  <a:lnTo>
                    <a:pt x="49979" y="1929"/>
                  </a:lnTo>
                  <a:lnTo>
                    <a:pt x="50369" y="1959"/>
                  </a:lnTo>
                  <a:lnTo>
                    <a:pt x="50789" y="1985"/>
                  </a:lnTo>
                  <a:lnTo>
                    <a:pt x="51240" y="2010"/>
                  </a:lnTo>
                  <a:lnTo>
                    <a:pt x="51721" y="2031"/>
                  </a:lnTo>
                  <a:lnTo>
                    <a:pt x="52231" y="2046"/>
                  </a:lnTo>
                  <a:lnTo>
                    <a:pt x="52772" y="2056"/>
                  </a:lnTo>
                  <a:lnTo>
                    <a:pt x="53342" y="2067"/>
                  </a:lnTo>
                  <a:lnTo>
                    <a:pt x="53943" y="2072"/>
                  </a:lnTo>
                  <a:lnTo>
                    <a:pt x="53943" y="2072"/>
                  </a:lnTo>
                  <a:lnTo>
                    <a:pt x="54243" y="2072"/>
                  </a:lnTo>
                  <a:lnTo>
                    <a:pt x="54243" y="2072"/>
                  </a:lnTo>
                  <a:lnTo>
                    <a:pt x="54814" y="2067"/>
                  </a:lnTo>
                  <a:lnTo>
                    <a:pt x="55355" y="2061"/>
                  </a:lnTo>
                  <a:lnTo>
                    <a:pt x="55355" y="2061"/>
                  </a:lnTo>
                  <a:lnTo>
                    <a:pt x="55715" y="2148"/>
                  </a:lnTo>
                  <a:lnTo>
                    <a:pt x="56076" y="2235"/>
                  </a:lnTo>
                  <a:lnTo>
                    <a:pt x="56436" y="2327"/>
                  </a:lnTo>
                  <a:lnTo>
                    <a:pt x="56766" y="2419"/>
                  </a:lnTo>
                  <a:lnTo>
                    <a:pt x="57367" y="2607"/>
                  </a:lnTo>
                  <a:lnTo>
                    <a:pt x="57938" y="2806"/>
                  </a:lnTo>
                  <a:lnTo>
                    <a:pt x="58448" y="3010"/>
                  </a:lnTo>
                  <a:lnTo>
                    <a:pt x="58899" y="3224"/>
                  </a:lnTo>
                  <a:lnTo>
                    <a:pt x="59319" y="3444"/>
                  </a:lnTo>
                  <a:lnTo>
                    <a:pt x="59680" y="3663"/>
                  </a:lnTo>
                  <a:lnTo>
                    <a:pt x="60010" y="3893"/>
                  </a:lnTo>
                  <a:lnTo>
                    <a:pt x="60280" y="4127"/>
                  </a:lnTo>
                  <a:lnTo>
                    <a:pt x="60491" y="4362"/>
                  </a:lnTo>
                  <a:lnTo>
                    <a:pt x="60671" y="4597"/>
                  </a:lnTo>
                  <a:lnTo>
                    <a:pt x="60821" y="4836"/>
                  </a:lnTo>
                  <a:lnTo>
                    <a:pt x="60911" y="5076"/>
                  </a:lnTo>
                  <a:lnTo>
                    <a:pt x="60971" y="5321"/>
                  </a:lnTo>
                  <a:lnTo>
                    <a:pt x="61001" y="5561"/>
                  </a:lnTo>
                  <a:lnTo>
                    <a:pt x="61001" y="10192"/>
                  </a:lnTo>
                  <a:lnTo>
                    <a:pt x="61001" y="10192"/>
                  </a:lnTo>
                  <a:lnTo>
                    <a:pt x="60971" y="10508"/>
                  </a:lnTo>
                  <a:lnTo>
                    <a:pt x="60851" y="10819"/>
                  </a:lnTo>
                  <a:lnTo>
                    <a:pt x="60701" y="11130"/>
                  </a:lnTo>
                  <a:lnTo>
                    <a:pt x="60491" y="11436"/>
                  </a:lnTo>
                  <a:lnTo>
                    <a:pt x="60220" y="11737"/>
                  </a:lnTo>
                  <a:lnTo>
                    <a:pt x="59890" y="12033"/>
                  </a:lnTo>
                  <a:lnTo>
                    <a:pt x="59500" y="12319"/>
                  </a:lnTo>
                  <a:lnTo>
                    <a:pt x="59079" y="12599"/>
                  </a:lnTo>
                  <a:lnTo>
                    <a:pt x="58598" y="12865"/>
                  </a:lnTo>
                  <a:lnTo>
                    <a:pt x="58058" y="13125"/>
                  </a:lnTo>
                  <a:lnTo>
                    <a:pt x="57487" y="13365"/>
                  </a:lnTo>
                  <a:lnTo>
                    <a:pt x="57187" y="13482"/>
                  </a:lnTo>
                  <a:lnTo>
                    <a:pt x="56886" y="13594"/>
                  </a:lnTo>
                  <a:lnTo>
                    <a:pt x="56556" y="13701"/>
                  </a:lnTo>
                  <a:lnTo>
                    <a:pt x="56226" y="13803"/>
                  </a:lnTo>
                  <a:lnTo>
                    <a:pt x="55895" y="13900"/>
                  </a:lnTo>
                  <a:lnTo>
                    <a:pt x="55565" y="13997"/>
                  </a:lnTo>
                  <a:lnTo>
                    <a:pt x="55205" y="14084"/>
                  </a:lnTo>
                  <a:lnTo>
                    <a:pt x="54844" y="14170"/>
                  </a:lnTo>
                  <a:lnTo>
                    <a:pt x="54484" y="14247"/>
                  </a:lnTo>
                  <a:lnTo>
                    <a:pt x="54093" y="14318"/>
                  </a:lnTo>
                  <a:lnTo>
                    <a:pt x="54093" y="14318"/>
                  </a:lnTo>
                  <a:lnTo>
                    <a:pt x="53583" y="14415"/>
                  </a:lnTo>
                  <a:lnTo>
                    <a:pt x="53042" y="14507"/>
                  </a:lnTo>
                  <a:lnTo>
                    <a:pt x="52471" y="14599"/>
                  </a:lnTo>
                  <a:lnTo>
                    <a:pt x="51931" y="14686"/>
                  </a:lnTo>
                  <a:lnTo>
                    <a:pt x="51360" y="14772"/>
                  </a:lnTo>
                  <a:lnTo>
                    <a:pt x="50759" y="14854"/>
                  </a:lnTo>
                  <a:lnTo>
                    <a:pt x="50189" y="14936"/>
                  </a:lnTo>
                  <a:lnTo>
                    <a:pt x="49558" y="15012"/>
                  </a:lnTo>
                  <a:lnTo>
                    <a:pt x="48957" y="15083"/>
                  </a:lnTo>
                  <a:lnTo>
                    <a:pt x="48327" y="15155"/>
                  </a:lnTo>
                  <a:lnTo>
                    <a:pt x="47696" y="15221"/>
                  </a:lnTo>
                  <a:lnTo>
                    <a:pt x="47065" y="15287"/>
                  </a:lnTo>
                  <a:lnTo>
                    <a:pt x="46404" y="15349"/>
                  </a:lnTo>
                  <a:lnTo>
                    <a:pt x="45744" y="15410"/>
                  </a:lnTo>
                  <a:lnTo>
                    <a:pt x="45083" y="15466"/>
                  </a:lnTo>
                  <a:lnTo>
                    <a:pt x="44392" y="15517"/>
                  </a:lnTo>
                  <a:lnTo>
                    <a:pt x="43701" y="15568"/>
                  </a:lnTo>
                  <a:lnTo>
                    <a:pt x="43010" y="15614"/>
                  </a:lnTo>
                  <a:lnTo>
                    <a:pt x="42320" y="15660"/>
                  </a:lnTo>
                  <a:lnTo>
                    <a:pt x="41599" y="15701"/>
                  </a:lnTo>
                  <a:lnTo>
                    <a:pt x="40878" y="15736"/>
                  </a:lnTo>
                  <a:lnTo>
                    <a:pt x="40127" y="15772"/>
                  </a:lnTo>
                  <a:lnTo>
                    <a:pt x="39406" y="15803"/>
                  </a:lnTo>
                  <a:lnTo>
                    <a:pt x="38655" y="15833"/>
                  </a:lnTo>
                  <a:lnTo>
                    <a:pt x="37905" y="15859"/>
                  </a:lnTo>
                  <a:lnTo>
                    <a:pt x="37124" y="15879"/>
                  </a:lnTo>
                  <a:lnTo>
                    <a:pt x="36343" y="15900"/>
                  </a:lnTo>
                  <a:lnTo>
                    <a:pt x="35562" y="15910"/>
                  </a:lnTo>
                  <a:lnTo>
                    <a:pt x="34781" y="15925"/>
                  </a:lnTo>
                  <a:lnTo>
                    <a:pt x="34000" y="15930"/>
                  </a:lnTo>
                  <a:lnTo>
                    <a:pt x="33189" y="15935"/>
                  </a:lnTo>
                  <a:lnTo>
                    <a:pt x="32378" y="15940"/>
                  </a:lnTo>
                  <a:lnTo>
                    <a:pt x="32378" y="15940"/>
                  </a:lnTo>
                  <a:lnTo>
                    <a:pt x="31147" y="15935"/>
                  </a:lnTo>
                  <a:lnTo>
                    <a:pt x="29915" y="15925"/>
                  </a:lnTo>
                  <a:lnTo>
                    <a:pt x="28654" y="15905"/>
                  </a:lnTo>
                  <a:lnTo>
                    <a:pt x="27392" y="15879"/>
                  </a:lnTo>
                  <a:lnTo>
                    <a:pt x="26131" y="15843"/>
                  </a:lnTo>
                  <a:lnTo>
                    <a:pt x="24839" y="15798"/>
                  </a:lnTo>
                  <a:lnTo>
                    <a:pt x="23518" y="15747"/>
                  </a:lnTo>
                  <a:lnTo>
                    <a:pt x="22196" y="15685"/>
                  </a:lnTo>
                  <a:lnTo>
                    <a:pt x="20875" y="15619"/>
                  </a:lnTo>
                  <a:lnTo>
                    <a:pt x="19523" y="15543"/>
                  </a:lnTo>
                  <a:lnTo>
                    <a:pt x="18172" y="15461"/>
                  </a:lnTo>
                  <a:lnTo>
                    <a:pt x="16820" y="15364"/>
                  </a:lnTo>
                  <a:lnTo>
                    <a:pt x="15439" y="15262"/>
                  </a:lnTo>
                  <a:lnTo>
                    <a:pt x="14057" y="15155"/>
                  </a:lnTo>
                  <a:lnTo>
                    <a:pt x="12645" y="15032"/>
                  </a:lnTo>
                  <a:lnTo>
                    <a:pt x="11264" y="14905"/>
                  </a:lnTo>
                  <a:lnTo>
                    <a:pt x="11264" y="14905"/>
                  </a:lnTo>
                  <a:lnTo>
                    <a:pt x="10633" y="14844"/>
                  </a:lnTo>
                  <a:lnTo>
                    <a:pt x="10032" y="14783"/>
                  </a:lnTo>
                  <a:lnTo>
                    <a:pt x="10032" y="14783"/>
                  </a:lnTo>
                  <a:lnTo>
                    <a:pt x="10062" y="14716"/>
                  </a:lnTo>
                  <a:lnTo>
                    <a:pt x="10092" y="14650"/>
                  </a:lnTo>
                  <a:lnTo>
                    <a:pt x="10092" y="14650"/>
                  </a:lnTo>
                  <a:lnTo>
                    <a:pt x="10062" y="14573"/>
                  </a:lnTo>
                  <a:lnTo>
                    <a:pt x="10062" y="14482"/>
                  </a:lnTo>
                  <a:lnTo>
                    <a:pt x="10002" y="14385"/>
                  </a:lnTo>
                  <a:lnTo>
                    <a:pt x="9882" y="14288"/>
                  </a:lnTo>
                  <a:lnTo>
                    <a:pt x="9762" y="14181"/>
                  </a:lnTo>
                  <a:lnTo>
                    <a:pt x="9552" y="14079"/>
                  </a:lnTo>
                  <a:lnTo>
                    <a:pt x="9282" y="13972"/>
                  </a:lnTo>
                  <a:lnTo>
                    <a:pt x="9131" y="13920"/>
                  </a:lnTo>
                  <a:lnTo>
                    <a:pt x="8951" y="13869"/>
                  </a:lnTo>
                  <a:lnTo>
                    <a:pt x="8741" y="13818"/>
                  </a:lnTo>
                  <a:lnTo>
                    <a:pt x="8531" y="13767"/>
                  </a:lnTo>
                  <a:lnTo>
                    <a:pt x="8290" y="13722"/>
                  </a:lnTo>
                  <a:lnTo>
                    <a:pt x="8020" y="13676"/>
                  </a:lnTo>
                  <a:lnTo>
                    <a:pt x="7750" y="13635"/>
                  </a:lnTo>
                  <a:lnTo>
                    <a:pt x="7419" y="13594"/>
                  </a:lnTo>
                  <a:lnTo>
                    <a:pt x="7089" y="13553"/>
                  </a:lnTo>
                  <a:lnTo>
                    <a:pt x="6729" y="13518"/>
                  </a:lnTo>
                  <a:lnTo>
                    <a:pt x="6338" y="13482"/>
                  </a:lnTo>
                  <a:lnTo>
                    <a:pt x="5918" y="13451"/>
                  </a:lnTo>
                  <a:lnTo>
                    <a:pt x="5467" y="13426"/>
                  </a:lnTo>
                  <a:lnTo>
                    <a:pt x="4987" y="13400"/>
                  </a:lnTo>
                  <a:lnTo>
                    <a:pt x="4476" y="13385"/>
                  </a:lnTo>
                  <a:lnTo>
                    <a:pt x="3905" y="13370"/>
                  </a:lnTo>
                  <a:lnTo>
                    <a:pt x="3335" y="13354"/>
                  </a:lnTo>
                  <a:lnTo>
                    <a:pt x="2704" y="13349"/>
                  </a:lnTo>
                  <a:lnTo>
                    <a:pt x="2704" y="13349"/>
                  </a:lnTo>
                  <a:lnTo>
                    <a:pt x="2193" y="13155"/>
                  </a:lnTo>
                  <a:lnTo>
                    <a:pt x="1713" y="12956"/>
                  </a:lnTo>
                  <a:lnTo>
                    <a:pt x="1292" y="12758"/>
                  </a:lnTo>
                  <a:lnTo>
                    <a:pt x="932" y="12548"/>
                  </a:lnTo>
                  <a:lnTo>
                    <a:pt x="632" y="12339"/>
                  </a:lnTo>
                  <a:lnTo>
                    <a:pt x="361" y="12120"/>
                  </a:lnTo>
                  <a:lnTo>
                    <a:pt x="151" y="11906"/>
                  </a:lnTo>
                  <a:lnTo>
                    <a:pt x="1" y="11686"/>
                  </a:lnTo>
                  <a:lnTo>
                    <a:pt x="1" y="10345"/>
                  </a:lnTo>
                  <a:lnTo>
                    <a:pt x="1" y="6060"/>
                  </a:lnTo>
                  <a:lnTo>
                    <a:pt x="1" y="4744"/>
                  </a:lnTo>
                  <a:lnTo>
                    <a:pt x="1" y="4744"/>
                  </a:lnTo>
                  <a:lnTo>
                    <a:pt x="181" y="4469"/>
                  </a:lnTo>
                  <a:lnTo>
                    <a:pt x="391" y="4194"/>
                  </a:lnTo>
                  <a:lnTo>
                    <a:pt x="692" y="3928"/>
                  </a:lnTo>
                  <a:lnTo>
                    <a:pt x="1052" y="3663"/>
                  </a:lnTo>
                  <a:lnTo>
                    <a:pt x="1442" y="3403"/>
                  </a:lnTo>
                  <a:lnTo>
                    <a:pt x="1863" y="3153"/>
                  </a:lnTo>
                  <a:lnTo>
                    <a:pt x="2344" y="2908"/>
                  </a:lnTo>
                  <a:lnTo>
                    <a:pt x="2884" y="2674"/>
                  </a:lnTo>
                  <a:lnTo>
                    <a:pt x="3455" y="2449"/>
                  </a:lnTo>
                  <a:lnTo>
                    <a:pt x="4055" y="2235"/>
                  </a:lnTo>
                  <a:lnTo>
                    <a:pt x="4716" y="2031"/>
                  </a:lnTo>
                  <a:lnTo>
                    <a:pt x="5377" y="1842"/>
                  </a:lnTo>
                  <a:lnTo>
                    <a:pt x="6098" y="1664"/>
                  </a:lnTo>
                  <a:lnTo>
                    <a:pt x="6458" y="1577"/>
                  </a:lnTo>
                  <a:lnTo>
                    <a:pt x="6819" y="1495"/>
                  </a:lnTo>
                  <a:lnTo>
                    <a:pt x="7209" y="1419"/>
                  </a:lnTo>
                  <a:lnTo>
                    <a:pt x="7570" y="1347"/>
                  </a:lnTo>
                  <a:lnTo>
                    <a:pt x="7960" y="1281"/>
                  </a:lnTo>
                  <a:lnTo>
                    <a:pt x="8350" y="1215"/>
                  </a:lnTo>
                  <a:lnTo>
                    <a:pt x="8350" y="1215"/>
                  </a:lnTo>
                  <a:lnTo>
                    <a:pt x="9402" y="1062"/>
                  </a:lnTo>
                  <a:lnTo>
                    <a:pt x="10453" y="919"/>
                  </a:lnTo>
                  <a:lnTo>
                    <a:pt x="11564" y="786"/>
                  </a:lnTo>
                  <a:lnTo>
                    <a:pt x="12675" y="664"/>
                  </a:lnTo>
                  <a:lnTo>
                    <a:pt x="13817" y="557"/>
                  </a:lnTo>
                  <a:lnTo>
                    <a:pt x="14988" y="455"/>
                  </a:lnTo>
                  <a:lnTo>
                    <a:pt x="16189" y="368"/>
                  </a:lnTo>
                  <a:lnTo>
                    <a:pt x="17391" y="286"/>
                  </a:lnTo>
                  <a:lnTo>
                    <a:pt x="18622" y="220"/>
                  </a:lnTo>
                  <a:lnTo>
                    <a:pt x="19854" y="159"/>
                  </a:lnTo>
                  <a:lnTo>
                    <a:pt x="21115" y="108"/>
                  </a:lnTo>
                  <a:lnTo>
                    <a:pt x="22377" y="72"/>
                  </a:lnTo>
                  <a:lnTo>
                    <a:pt x="23668" y="37"/>
                  </a:lnTo>
                  <a:lnTo>
                    <a:pt x="24960" y="16"/>
                  </a:lnTo>
                  <a:lnTo>
                    <a:pt x="26251" y="6"/>
                  </a:lnTo>
                  <a:lnTo>
                    <a:pt x="275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69"/>
            <p:cNvSpPr/>
            <p:nvPr/>
          </p:nvSpPr>
          <p:spPr>
            <a:xfrm flipH="1">
              <a:off x="4359106" y="3732600"/>
              <a:ext cx="64698" cy="62875"/>
            </a:xfrm>
            <a:custGeom>
              <a:avLst/>
              <a:gdLst/>
              <a:ahLst/>
              <a:cxnLst/>
              <a:rect l="l" t="t" r="r" b="b"/>
              <a:pathLst>
                <a:path w="15259" h="2515" extrusionOk="0">
                  <a:moveTo>
                    <a:pt x="6759" y="0"/>
                  </a:moveTo>
                  <a:lnTo>
                    <a:pt x="6188" y="10"/>
                  </a:lnTo>
                  <a:lnTo>
                    <a:pt x="5647" y="21"/>
                  </a:lnTo>
                  <a:lnTo>
                    <a:pt x="5107" y="41"/>
                  </a:lnTo>
                  <a:lnTo>
                    <a:pt x="4626" y="61"/>
                  </a:lnTo>
                  <a:lnTo>
                    <a:pt x="4176" y="92"/>
                  </a:lnTo>
                  <a:lnTo>
                    <a:pt x="3725" y="123"/>
                  </a:lnTo>
                  <a:lnTo>
                    <a:pt x="3335" y="158"/>
                  </a:lnTo>
                  <a:lnTo>
                    <a:pt x="2974" y="194"/>
                  </a:lnTo>
                  <a:lnTo>
                    <a:pt x="2614" y="240"/>
                  </a:lnTo>
                  <a:lnTo>
                    <a:pt x="2313" y="281"/>
                  </a:lnTo>
                  <a:lnTo>
                    <a:pt x="2013" y="332"/>
                  </a:lnTo>
                  <a:lnTo>
                    <a:pt x="1743" y="378"/>
                  </a:lnTo>
                  <a:lnTo>
                    <a:pt x="1503" y="434"/>
                  </a:lnTo>
                  <a:lnTo>
                    <a:pt x="1262" y="485"/>
                  </a:lnTo>
                  <a:lnTo>
                    <a:pt x="1052" y="541"/>
                  </a:lnTo>
                  <a:lnTo>
                    <a:pt x="872" y="597"/>
                  </a:lnTo>
                  <a:lnTo>
                    <a:pt x="722" y="653"/>
                  </a:lnTo>
                  <a:lnTo>
                    <a:pt x="571" y="714"/>
                  </a:lnTo>
                  <a:lnTo>
                    <a:pt x="451" y="776"/>
                  </a:lnTo>
                  <a:lnTo>
                    <a:pt x="241" y="893"/>
                  </a:lnTo>
                  <a:lnTo>
                    <a:pt x="121" y="1010"/>
                  </a:lnTo>
                  <a:lnTo>
                    <a:pt x="31" y="1122"/>
                  </a:lnTo>
                  <a:lnTo>
                    <a:pt x="1" y="1235"/>
                  </a:lnTo>
                  <a:lnTo>
                    <a:pt x="1" y="1331"/>
                  </a:lnTo>
                  <a:lnTo>
                    <a:pt x="31" y="1423"/>
                  </a:lnTo>
                  <a:lnTo>
                    <a:pt x="91" y="1510"/>
                  </a:lnTo>
                  <a:lnTo>
                    <a:pt x="181" y="1602"/>
                  </a:lnTo>
                  <a:lnTo>
                    <a:pt x="301" y="1694"/>
                  </a:lnTo>
                  <a:lnTo>
                    <a:pt x="451" y="1780"/>
                  </a:lnTo>
                  <a:lnTo>
                    <a:pt x="631" y="1872"/>
                  </a:lnTo>
                  <a:lnTo>
                    <a:pt x="872" y="1959"/>
                  </a:lnTo>
                  <a:lnTo>
                    <a:pt x="1142" y="2046"/>
                  </a:lnTo>
                  <a:lnTo>
                    <a:pt x="1503" y="2127"/>
                  </a:lnTo>
                  <a:lnTo>
                    <a:pt x="1683" y="2168"/>
                  </a:lnTo>
                  <a:lnTo>
                    <a:pt x="1893" y="2204"/>
                  </a:lnTo>
                  <a:lnTo>
                    <a:pt x="2133" y="2239"/>
                  </a:lnTo>
                  <a:lnTo>
                    <a:pt x="2404" y="2275"/>
                  </a:lnTo>
                  <a:lnTo>
                    <a:pt x="2674" y="2306"/>
                  </a:lnTo>
                  <a:lnTo>
                    <a:pt x="2944" y="2336"/>
                  </a:lnTo>
                  <a:lnTo>
                    <a:pt x="3275" y="2367"/>
                  </a:lnTo>
                  <a:lnTo>
                    <a:pt x="3605" y="2392"/>
                  </a:lnTo>
                  <a:lnTo>
                    <a:pt x="3965" y="2418"/>
                  </a:lnTo>
                  <a:lnTo>
                    <a:pt x="4356" y="2438"/>
                  </a:lnTo>
                  <a:lnTo>
                    <a:pt x="4776" y="2459"/>
                  </a:lnTo>
                  <a:lnTo>
                    <a:pt x="5197" y="2474"/>
                  </a:lnTo>
                  <a:lnTo>
                    <a:pt x="5677" y="2489"/>
                  </a:lnTo>
                  <a:lnTo>
                    <a:pt x="6158" y="2500"/>
                  </a:lnTo>
                  <a:lnTo>
                    <a:pt x="6668" y="2510"/>
                  </a:lnTo>
                  <a:lnTo>
                    <a:pt x="7209" y="2515"/>
                  </a:lnTo>
                  <a:lnTo>
                    <a:pt x="8050" y="2515"/>
                  </a:lnTo>
                  <a:lnTo>
                    <a:pt x="8531" y="2505"/>
                  </a:lnTo>
                  <a:lnTo>
                    <a:pt x="8951" y="2500"/>
                  </a:lnTo>
                  <a:lnTo>
                    <a:pt x="9402" y="2484"/>
                  </a:lnTo>
                  <a:lnTo>
                    <a:pt x="9792" y="2469"/>
                  </a:lnTo>
                  <a:lnTo>
                    <a:pt x="10183" y="2454"/>
                  </a:lnTo>
                  <a:lnTo>
                    <a:pt x="10573" y="2433"/>
                  </a:lnTo>
                  <a:lnTo>
                    <a:pt x="10903" y="2408"/>
                  </a:lnTo>
                  <a:lnTo>
                    <a:pt x="11264" y="2382"/>
                  </a:lnTo>
                  <a:lnTo>
                    <a:pt x="11594" y="2352"/>
                  </a:lnTo>
                  <a:lnTo>
                    <a:pt x="11895" y="2321"/>
                  </a:lnTo>
                  <a:lnTo>
                    <a:pt x="12195" y="2285"/>
                  </a:lnTo>
                  <a:lnTo>
                    <a:pt x="12735" y="2214"/>
                  </a:lnTo>
                  <a:lnTo>
                    <a:pt x="13216" y="2137"/>
                  </a:lnTo>
                  <a:lnTo>
                    <a:pt x="13637" y="2056"/>
                  </a:lnTo>
                  <a:lnTo>
                    <a:pt x="14027" y="1969"/>
                  </a:lnTo>
                  <a:lnTo>
                    <a:pt x="14357" y="1877"/>
                  </a:lnTo>
                  <a:lnTo>
                    <a:pt x="14628" y="1785"/>
                  </a:lnTo>
                  <a:lnTo>
                    <a:pt x="14838" y="1694"/>
                  </a:lnTo>
                  <a:lnTo>
                    <a:pt x="15018" y="1602"/>
                  </a:lnTo>
                  <a:lnTo>
                    <a:pt x="15168" y="1515"/>
                  </a:lnTo>
                  <a:lnTo>
                    <a:pt x="15258" y="1434"/>
                  </a:lnTo>
                  <a:lnTo>
                    <a:pt x="14658" y="1362"/>
                  </a:lnTo>
                  <a:lnTo>
                    <a:pt x="14057" y="1291"/>
                  </a:lnTo>
                  <a:lnTo>
                    <a:pt x="13516" y="1214"/>
                  </a:lnTo>
                  <a:lnTo>
                    <a:pt x="12976" y="1138"/>
                  </a:lnTo>
                  <a:lnTo>
                    <a:pt x="12435" y="1056"/>
                  </a:lnTo>
                  <a:lnTo>
                    <a:pt x="11955" y="974"/>
                  </a:lnTo>
                  <a:lnTo>
                    <a:pt x="11474" y="888"/>
                  </a:lnTo>
                  <a:lnTo>
                    <a:pt x="10993" y="796"/>
                  </a:lnTo>
                  <a:lnTo>
                    <a:pt x="10543" y="704"/>
                  </a:lnTo>
                  <a:lnTo>
                    <a:pt x="10122" y="612"/>
                  </a:lnTo>
                  <a:lnTo>
                    <a:pt x="9702" y="515"/>
                  </a:lnTo>
                  <a:lnTo>
                    <a:pt x="9312" y="418"/>
                  </a:lnTo>
                  <a:lnTo>
                    <a:pt x="8951" y="316"/>
                  </a:lnTo>
                  <a:lnTo>
                    <a:pt x="8591" y="214"/>
                  </a:lnTo>
                  <a:lnTo>
                    <a:pt x="8260" y="107"/>
                  </a:lnTo>
                  <a:lnTo>
                    <a:pt x="7930" y="0"/>
                  </a:lnTo>
                  <a:close/>
                </a:path>
              </a:pathLst>
            </a:custGeom>
            <a:solidFill>
              <a:srgbClr val="A1C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69"/>
            <p:cNvSpPr/>
            <p:nvPr/>
          </p:nvSpPr>
          <p:spPr>
            <a:xfrm flipH="1">
              <a:off x="4359106" y="3732600"/>
              <a:ext cx="64698" cy="62875"/>
            </a:xfrm>
            <a:custGeom>
              <a:avLst/>
              <a:gdLst/>
              <a:ahLst/>
              <a:cxnLst/>
              <a:rect l="l" t="t" r="r" b="b"/>
              <a:pathLst>
                <a:path w="15259" h="2515" fill="none" extrusionOk="0">
                  <a:moveTo>
                    <a:pt x="7389" y="0"/>
                  </a:moveTo>
                  <a:lnTo>
                    <a:pt x="7389" y="0"/>
                  </a:lnTo>
                  <a:lnTo>
                    <a:pt x="7660" y="0"/>
                  </a:lnTo>
                  <a:lnTo>
                    <a:pt x="7660" y="0"/>
                  </a:lnTo>
                  <a:lnTo>
                    <a:pt x="7930" y="0"/>
                  </a:lnTo>
                  <a:lnTo>
                    <a:pt x="7930" y="0"/>
                  </a:lnTo>
                  <a:lnTo>
                    <a:pt x="8260" y="107"/>
                  </a:lnTo>
                  <a:lnTo>
                    <a:pt x="8591" y="214"/>
                  </a:lnTo>
                  <a:lnTo>
                    <a:pt x="8951" y="316"/>
                  </a:lnTo>
                  <a:lnTo>
                    <a:pt x="9312" y="418"/>
                  </a:lnTo>
                  <a:lnTo>
                    <a:pt x="9702" y="515"/>
                  </a:lnTo>
                  <a:lnTo>
                    <a:pt x="10122" y="612"/>
                  </a:lnTo>
                  <a:lnTo>
                    <a:pt x="10543" y="704"/>
                  </a:lnTo>
                  <a:lnTo>
                    <a:pt x="10993" y="796"/>
                  </a:lnTo>
                  <a:lnTo>
                    <a:pt x="11474" y="888"/>
                  </a:lnTo>
                  <a:lnTo>
                    <a:pt x="11955" y="974"/>
                  </a:lnTo>
                  <a:lnTo>
                    <a:pt x="12435" y="1056"/>
                  </a:lnTo>
                  <a:lnTo>
                    <a:pt x="12976" y="1138"/>
                  </a:lnTo>
                  <a:lnTo>
                    <a:pt x="13516" y="1214"/>
                  </a:lnTo>
                  <a:lnTo>
                    <a:pt x="14057" y="1291"/>
                  </a:lnTo>
                  <a:lnTo>
                    <a:pt x="14658" y="1362"/>
                  </a:lnTo>
                  <a:lnTo>
                    <a:pt x="15258" y="1434"/>
                  </a:lnTo>
                  <a:lnTo>
                    <a:pt x="15258" y="1434"/>
                  </a:lnTo>
                  <a:lnTo>
                    <a:pt x="15168" y="1515"/>
                  </a:lnTo>
                  <a:lnTo>
                    <a:pt x="15018" y="1602"/>
                  </a:lnTo>
                  <a:lnTo>
                    <a:pt x="14838" y="1694"/>
                  </a:lnTo>
                  <a:lnTo>
                    <a:pt x="14628" y="1785"/>
                  </a:lnTo>
                  <a:lnTo>
                    <a:pt x="14357" y="1877"/>
                  </a:lnTo>
                  <a:lnTo>
                    <a:pt x="14027" y="1969"/>
                  </a:lnTo>
                  <a:lnTo>
                    <a:pt x="13637" y="2056"/>
                  </a:lnTo>
                  <a:lnTo>
                    <a:pt x="13216" y="2137"/>
                  </a:lnTo>
                  <a:lnTo>
                    <a:pt x="12735" y="2214"/>
                  </a:lnTo>
                  <a:lnTo>
                    <a:pt x="12195" y="2285"/>
                  </a:lnTo>
                  <a:lnTo>
                    <a:pt x="11895" y="2321"/>
                  </a:lnTo>
                  <a:lnTo>
                    <a:pt x="11594" y="2352"/>
                  </a:lnTo>
                  <a:lnTo>
                    <a:pt x="11264" y="2382"/>
                  </a:lnTo>
                  <a:lnTo>
                    <a:pt x="10903" y="2408"/>
                  </a:lnTo>
                  <a:lnTo>
                    <a:pt x="10573" y="2433"/>
                  </a:lnTo>
                  <a:lnTo>
                    <a:pt x="10183" y="2454"/>
                  </a:lnTo>
                  <a:lnTo>
                    <a:pt x="9792" y="2469"/>
                  </a:lnTo>
                  <a:lnTo>
                    <a:pt x="9402" y="2484"/>
                  </a:lnTo>
                  <a:lnTo>
                    <a:pt x="8951" y="2500"/>
                  </a:lnTo>
                  <a:lnTo>
                    <a:pt x="8531" y="2505"/>
                  </a:lnTo>
                  <a:lnTo>
                    <a:pt x="8050" y="2515"/>
                  </a:lnTo>
                  <a:lnTo>
                    <a:pt x="7600" y="2515"/>
                  </a:lnTo>
                  <a:lnTo>
                    <a:pt x="7600" y="2515"/>
                  </a:lnTo>
                  <a:lnTo>
                    <a:pt x="7209" y="2515"/>
                  </a:lnTo>
                  <a:lnTo>
                    <a:pt x="7209" y="2515"/>
                  </a:lnTo>
                  <a:lnTo>
                    <a:pt x="6668" y="2510"/>
                  </a:lnTo>
                  <a:lnTo>
                    <a:pt x="6158" y="2500"/>
                  </a:lnTo>
                  <a:lnTo>
                    <a:pt x="5677" y="2489"/>
                  </a:lnTo>
                  <a:lnTo>
                    <a:pt x="5197" y="2474"/>
                  </a:lnTo>
                  <a:lnTo>
                    <a:pt x="4776" y="2459"/>
                  </a:lnTo>
                  <a:lnTo>
                    <a:pt x="4356" y="2438"/>
                  </a:lnTo>
                  <a:lnTo>
                    <a:pt x="3965" y="2418"/>
                  </a:lnTo>
                  <a:lnTo>
                    <a:pt x="3605" y="2392"/>
                  </a:lnTo>
                  <a:lnTo>
                    <a:pt x="3275" y="2367"/>
                  </a:lnTo>
                  <a:lnTo>
                    <a:pt x="2944" y="2336"/>
                  </a:lnTo>
                  <a:lnTo>
                    <a:pt x="2674" y="2306"/>
                  </a:lnTo>
                  <a:lnTo>
                    <a:pt x="2404" y="2275"/>
                  </a:lnTo>
                  <a:lnTo>
                    <a:pt x="2133" y="2239"/>
                  </a:lnTo>
                  <a:lnTo>
                    <a:pt x="1893" y="2204"/>
                  </a:lnTo>
                  <a:lnTo>
                    <a:pt x="1683" y="2168"/>
                  </a:lnTo>
                  <a:lnTo>
                    <a:pt x="1503" y="2127"/>
                  </a:lnTo>
                  <a:lnTo>
                    <a:pt x="1142" y="2046"/>
                  </a:lnTo>
                  <a:lnTo>
                    <a:pt x="872" y="1959"/>
                  </a:lnTo>
                  <a:lnTo>
                    <a:pt x="631" y="1872"/>
                  </a:lnTo>
                  <a:lnTo>
                    <a:pt x="451" y="1780"/>
                  </a:lnTo>
                  <a:lnTo>
                    <a:pt x="301" y="1694"/>
                  </a:lnTo>
                  <a:lnTo>
                    <a:pt x="181" y="1602"/>
                  </a:lnTo>
                  <a:lnTo>
                    <a:pt x="91" y="1510"/>
                  </a:lnTo>
                  <a:lnTo>
                    <a:pt x="31" y="1423"/>
                  </a:lnTo>
                  <a:lnTo>
                    <a:pt x="31" y="1423"/>
                  </a:lnTo>
                  <a:lnTo>
                    <a:pt x="1" y="1331"/>
                  </a:lnTo>
                  <a:lnTo>
                    <a:pt x="1" y="1235"/>
                  </a:lnTo>
                  <a:lnTo>
                    <a:pt x="31" y="1122"/>
                  </a:lnTo>
                  <a:lnTo>
                    <a:pt x="121" y="1010"/>
                  </a:lnTo>
                  <a:lnTo>
                    <a:pt x="241" y="893"/>
                  </a:lnTo>
                  <a:lnTo>
                    <a:pt x="451" y="776"/>
                  </a:lnTo>
                  <a:lnTo>
                    <a:pt x="571" y="714"/>
                  </a:lnTo>
                  <a:lnTo>
                    <a:pt x="722" y="653"/>
                  </a:lnTo>
                  <a:lnTo>
                    <a:pt x="872" y="597"/>
                  </a:lnTo>
                  <a:lnTo>
                    <a:pt x="1052" y="541"/>
                  </a:lnTo>
                  <a:lnTo>
                    <a:pt x="1262" y="485"/>
                  </a:lnTo>
                  <a:lnTo>
                    <a:pt x="1503" y="434"/>
                  </a:lnTo>
                  <a:lnTo>
                    <a:pt x="1743" y="378"/>
                  </a:lnTo>
                  <a:lnTo>
                    <a:pt x="2013" y="332"/>
                  </a:lnTo>
                  <a:lnTo>
                    <a:pt x="2313" y="281"/>
                  </a:lnTo>
                  <a:lnTo>
                    <a:pt x="2614" y="240"/>
                  </a:lnTo>
                  <a:lnTo>
                    <a:pt x="2974" y="194"/>
                  </a:lnTo>
                  <a:lnTo>
                    <a:pt x="3335" y="158"/>
                  </a:lnTo>
                  <a:lnTo>
                    <a:pt x="3725" y="123"/>
                  </a:lnTo>
                  <a:lnTo>
                    <a:pt x="4176" y="92"/>
                  </a:lnTo>
                  <a:lnTo>
                    <a:pt x="4626" y="61"/>
                  </a:lnTo>
                  <a:lnTo>
                    <a:pt x="5107" y="41"/>
                  </a:lnTo>
                  <a:lnTo>
                    <a:pt x="5647" y="21"/>
                  </a:lnTo>
                  <a:lnTo>
                    <a:pt x="6188" y="10"/>
                  </a:lnTo>
                  <a:lnTo>
                    <a:pt x="6759" y="0"/>
                  </a:lnTo>
                  <a:lnTo>
                    <a:pt x="738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69"/>
            <p:cNvSpPr/>
            <p:nvPr/>
          </p:nvSpPr>
          <p:spPr>
            <a:xfrm flipH="1">
              <a:off x="4358851" y="3732600"/>
              <a:ext cx="31334" cy="35850"/>
            </a:xfrm>
            <a:custGeom>
              <a:avLst/>
              <a:gdLst/>
              <a:ahLst/>
              <a:cxnLst/>
              <a:rect l="l" t="t" r="r" b="b"/>
              <a:pathLst>
                <a:path w="7390" h="1434" extrusionOk="0">
                  <a:moveTo>
                    <a:pt x="1" y="0"/>
                  </a:moveTo>
                  <a:lnTo>
                    <a:pt x="331" y="107"/>
                  </a:lnTo>
                  <a:lnTo>
                    <a:pt x="662" y="214"/>
                  </a:lnTo>
                  <a:lnTo>
                    <a:pt x="1022" y="316"/>
                  </a:lnTo>
                  <a:lnTo>
                    <a:pt x="1383" y="418"/>
                  </a:lnTo>
                  <a:lnTo>
                    <a:pt x="1773" y="515"/>
                  </a:lnTo>
                  <a:lnTo>
                    <a:pt x="2193" y="612"/>
                  </a:lnTo>
                  <a:lnTo>
                    <a:pt x="2614" y="704"/>
                  </a:lnTo>
                  <a:lnTo>
                    <a:pt x="3064" y="796"/>
                  </a:lnTo>
                  <a:lnTo>
                    <a:pt x="3545" y="888"/>
                  </a:lnTo>
                  <a:lnTo>
                    <a:pt x="4026" y="974"/>
                  </a:lnTo>
                  <a:lnTo>
                    <a:pt x="4506" y="1056"/>
                  </a:lnTo>
                  <a:lnTo>
                    <a:pt x="5047" y="1138"/>
                  </a:lnTo>
                  <a:lnTo>
                    <a:pt x="5587" y="1214"/>
                  </a:lnTo>
                  <a:lnTo>
                    <a:pt x="6128" y="1291"/>
                  </a:lnTo>
                  <a:lnTo>
                    <a:pt x="6729" y="1362"/>
                  </a:lnTo>
                  <a:lnTo>
                    <a:pt x="7329" y="1434"/>
                  </a:lnTo>
                  <a:lnTo>
                    <a:pt x="7359" y="1367"/>
                  </a:lnTo>
                  <a:lnTo>
                    <a:pt x="7389" y="1301"/>
                  </a:lnTo>
                  <a:lnTo>
                    <a:pt x="7359" y="1224"/>
                  </a:lnTo>
                  <a:lnTo>
                    <a:pt x="7359" y="1133"/>
                  </a:lnTo>
                  <a:lnTo>
                    <a:pt x="7299" y="1036"/>
                  </a:lnTo>
                  <a:lnTo>
                    <a:pt x="7179" y="939"/>
                  </a:lnTo>
                  <a:lnTo>
                    <a:pt x="7059" y="832"/>
                  </a:lnTo>
                  <a:lnTo>
                    <a:pt x="6849" y="730"/>
                  </a:lnTo>
                  <a:lnTo>
                    <a:pt x="6579" y="623"/>
                  </a:lnTo>
                  <a:lnTo>
                    <a:pt x="6428" y="571"/>
                  </a:lnTo>
                  <a:lnTo>
                    <a:pt x="6248" y="520"/>
                  </a:lnTo>
                  <a:lnTo>
                    <a:pt x="6038" y="469"/>
                  </a:lnTo>
                  <a:lnTo>
                    <a:pt x="5828" y="418"/>
                  </a:lnTo>
                  <a:lnTo>
                    <a:pt x="5587" y="373"/>
                  </a:lnTo>
                  <a:lnTo>
                    <a:pt x="5317" y="327"/>
                  </a:lnTo>
                  <a:lnTo>
                    <a:pt x="5047" y="286"/>
                  </a:lnTo>
                  <a:lnTo>
                    <a:pt x="4716" y="245"/>
                  </a:lnTo>
                  <a:lnTo>
                    <a:pt x="4386" y="204"/>
                  </a:lnTo>
                  <a:lnTo>
                    <a:pt x="4026" y="169"/>
                  </a:lnTo>
                  <a:lnTo>
                    <a:pt x="3635" y="133"/>
                  </a:lnTo>
                  <a:lnTo>
                    <a:pt x="3215" y="102"/>
                  </a:lnTo>
                  <a:lnTo>
                    <a:pt x="2764" y="77"/>
                  </a:lnTo>
                  <a:lnTo>
                    <a:pt x="2284" y="51"/>
                  </a:lnTo>
                  <a:lnTo>
                    <a:pt x="1773" y="36"/>
                  </a:lnTo>
                  <a:lnTo>
                    <a:pt x="1202" y="21"/>
                  </a:lnTo>
                  <a:lnTo>
                    <a:pt x="632" y="5"/>
                  </a:lnTo>
                  <a:lnTo>
                    <a:pt x="1" y="0"/>
                  </a:lnTo>
                  <a:close/>
                </a:path>
              </a:pathLst>
            </a:custGeom>
            <a:solidFill>
              <a:srgbClr val="399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69"/>
            <p:cNvSpPr/>
            <p:nvPr/>
          </p:nvSpPr>
          <p:spPr>
            <a:xfrm flipH="1">
              <a:off x="4358851" y="3732600"/>
              <a:ext cx="31334" cy="35850"/>
            </a:xfrm>
            <a:custGeom>
              <a:avLst/>
              <a:gdLst/>
              <a:ahLst/>
              <a:cxnLst/>
              <a:rect l="l" t="t" r="r" b="b"/>
              <a:pathLst>
                <a:path w="7390" h="1434" fill="none" extrusionOk="0">
                  <a:moveTo>
                    <a:pt x="1" y="0"/>
                  </a:moveTo>
                  <a:lnTo>
                    <a:pt x="1" y="0"/>
                  </a:lnTo>
                  <a:lnTo>
                    <a:pt x="632" y="5"/>
                  </a:lnTo>
                  <a:lnTo>
                    <a:pt x="1202" y="21"/>
                  </a:lnTo>
                  <a:lnTo>
                    <a:pt x="1773" y="36"/>
                  </a:lnTo>
                  <a:lnTo>
                    <a:pt x="2284" y="51"/>
                  </a:lnTo>
                  <a:lnTo>
                    <a:pt x="2764" y="77"/>
                  </a:lnTo>
                  <a:lnTo>
                    <a:pt x="3215" y="102"/>
                  </a:lnTo>
                  <a:lnTo>
                    <a:pt x="3635" y="133"/>
                  </a:lnTo>
                  <a:lnTo>
                    <a:pt x="4026" y="169"/>
                  </a:lnTo>
                  <a:lnTo>
                    <a:pt x="4386" y="204"/>
                  </a:lnTo>
                  <a:lnTo>
                    <a:pt x="4716" y="245"/>
                  </a:lnTo>
                  <a:lnTo>
                    <a:pt x="5047" y="286"/>
                  </a:lnTo>
                  <a:lnTo>
                    <a:pt x="5317" y="327"/>
                  </a:lnTo>
                  <a:lnTo>
                    <a:pt x="5587" y="373"/>
                  </a:lnTo>
                  <a:lnTo>
                    <a:pt x="5828" y="418"/>
                  </a:lnTo>
                  <a:lnTo>
                    <a:pt x="6038" y="469"/>
                  </a:lnTo>
                  <a:lnTo>
                    <a:pt x="6248" y="520"/>
                  </a:lnTo>
                  <a:lnTo>
                    <a:pt x="6428" y="571"/>
                  </a:lnTo>
                  <a:lnTo>
                    <a:pt x="6579" y="623"/>
                  </a:lnTo>
                  <a:lnTo>
                    <a:pt x="6849" y="730"/>
                  </a:lnTo>
                  <a:lnTo>
                    <a:pt x="7059" y="832"/>
                  </a:lnTo>
                  <a:lnTo>
                    <a:pt x="7179" y="939"/>
                  </a:lnTo>
                  <a:lnTo>
                    <a:pt x="7299" y="1036"/>
                  </a:lnTo>
                  <a:lnTo>
                    <a:pt x="7359" y="1133"/>
                  </a:lnTo>
                  <a:lnTo>
                    <a:pt x="7359" y="1224"/>
                  </a:lnTo>
                  <a:lnTo>
                    <a:pt x="7389" y="1301"/>
                  </a:lnTo>
                  <a:lnTo>
                    <a:pt x="7389" y="1301"/>
                  </a:lnTo>
                  <a:lnTo>
                    <a:pt x="7359" y="1367"/>
                  </a:lnTo>
                  <a:lnTo>
                    <a:pt x="7329" y="1434"/>
                  </a:lnTo>
                  <a:lnTo>
                    <a:pt x="7329" y="1434"/>
                  </a:lnTo>
                  <a:lnTo>
                    <a:pt x="6729" y="1362"/>
                  </a:lnTo>
                  <a:lnTo>
                    <a:pt x="6128" y="1291"/>
                  </a:lnTo>
                  <a:lnTo>
                    <a:pt x="5587" y="1214"/>
                  </a:lnTo>
                  <a:lnTo>
                    <a:pt x="5047" y="1138"/>
                  </a:lnTo>
                  <a:lnTo>
                    <a:pt x="4506" y="1056"/>
                  </a:lnTo>
                  <a:lnTo>
                    <a:pt x="4026" y="974"/>
                  </a:lnTo>
                  <a:lnTo>
                    <a:pt x="3545" y="888"/>
                  </a:lnTo>
                  <a:lnTo>
                    <a:pt x="3064" y="796"/>
                  </a:lnTo>
                  <a:lnTo>
                    <a:pt x="2614" y="704"/>
                  </a:lnTo>
                  <a:lnTo>
                    <a:pt x="2193" y="612"/>
                  </a:lnTo>
                  <a:lnTo>
                    <a:pt x="1773" y="515"/>
                  </a:lnTo>
                  <a:lnTo>
                    <a:pt x="1383" y="418"/>
                  </a:lnTo>
                  <a:lnTo>
                    <a:pt x="1022" y="316"/>
                  </a:lnTo>
                  <a:lnTo>
                    <a:pt x="662" y="214"/>
                  </a:lnTo>
                  <a:lnTo>
                    <a:pt x="331" y="107"/>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69"/>
            <p:cNvSpPr/>
            <p:nvPr/>
          </p:nvSpPr>
          <p:spPr>
            <a:xfrm flipH="1">
              <a:off x="4384703" y="3756450"/>
              <a:ext cx="16176" cy="14800"/>
            </a:xfrm>
            <a:custGeom>
              <a:avLst/>
              <a:gdLst/>
              <a:ahLst/>
              <a:cxnLst/>
              <a:rect l="l" t="t" r="r" b="b"/>
              <a:pathLst>
                <a:path w="3815" h="592" extrusionOk="0">
                  <a:moveTo>
                    <a:pt x="420" y="0"/>
                  </a:moveTo>
                  <a:lnTo>
                    <a:pt x="240" y="56"/>
                  </a:lnTo>
                  <a:lnTo>
                    <a:pt x="90" y="117"/>
                  </a:lnTo>
                  <a:lnTo>
                    <a:pt x="30" y="173"/>
                  </a:lnTo>
                  <a:lnTo>
                    <a:pt x="0" y="230"/>
                  </a:lnTo>
                  <a:lnTo>
                    <a:pt x="0" y="281"/>
                  </a:lnTo>
                  <a:lnTo>
                    <a:pt x="60" y="332"/>
                  </a:lnTo>
                  <a:lnTo>
                    <a:pt x="150" y="377"/>
                  </a:lnTo>
                  <a:lnTo>
                    <a:pt x="300" y="423"/>
                  </a:lnTo>
                  <a:lnTo>
                    <a:pt x="481" y="469"/>
                  </a:lnTo>
                  <a:lnTo>
                    <a:pt x="691" y="510"/>
                  </a:lnTo>
                  <a:lnTo>
                    <a:pt x="931" y="551"/>
                  </a:lnTo>
                  <a:lnTo>
                    <a:pt x="1201" y="592"/>
                  </a:lnTo>
                  <a:lnTo>
                    <a:pt x="1742" y="536"/>
                  </a:lnTo>
                  <a:lnTo>
                    <a:pt x="1832" y="520"/>
                  </a:lnTo>
                  <a:lnTo>
                    <a:pt x="1862" y="505"/>
                  </a:lnTo>
                  <a:lnTo>
                    <a:pt x="1832" y="485"/>
                  </a:lnTo>
                  <a:lnTo>
                    <a:pt x="1772" y="469"/>
                  </a:lnTo>
                  <a:lnTo>
                    <a:pt x="1622" y="439"/>
                  </a:lnTo>
                  <a:lnTo>
                    <a:pt x="1502" y="403"/>
                  </a:lnTo>
                  <a:lnTo>
                    <a:pt x="1382" y="352"/>
                  </a:lnTo>
                  <a:lnTo>
                    <a:pt x="1352" y="326"/>
                  </a:lnTo>
                  <a:lnTo>
                    <a:pt x="1352" y="296"/>
                  </a:lnTo>
                  <a:lnTo>
                    <a:pt x="1352" y="260"/>
                  </a:lnTo>
                  <a:lnTo>
                    <a:pt x="1412" y="224"/>
                  </a:lnTo>
                  <a:lnTo>
                    <a:pt x="1502" y="184"/>
                  </a:lnTo>
                  <a:lnTo>
                    <a:pt x="1622" y="143"/>
                  </a:lnTo>
                  <a:lnTo>
                    <a:pt x="1682" y="128"/>
                  </a:lnTo>
                  <a:lnTo>
                    <a:pt x="1682" y="112"/>
                  </a:lnTo>
                  <a:lnTo>
                    <a:pt x="1682" y="97"/>
                  </a:lnTo>
                  <a:lnTo>
                    <a:pt x="1622" y="82"/>
                  </a:lnTo>
                  <a:lnTo>
                    <a:pt x="1532" y="71"/>
                  </a:lnTo>
                  <a:lnTo>
                    <a:pt x="1442" y="61"/>
                  </a:lnTo>
                  <a:lnTo>
                    <a:pt x="420" y="0"/>
                  </a:lnTo>
                  <a:close/>
                  <a:moveTo>
                    <a:pt x="2373" y="0"/>
                  </a:moveTo>
                  <a:lnTo>
                    <a:pt x="2193" y="56"/>
                  </a:lnTo>
                  <a:lnTo>
                    <a:pt x="2072" y="117"/>
                  </a:lnTo>
                  <a:lnTo>
                    <a:pt x="1982" y="173"/>
                  </a:lnTo>
                  <a:lnTo>
                    <a:pt x="1952" y="230"/>
                  </a:lnTo>
                  <a:lnTo>
                    <a:pt x="1982" y="281"/>
                  </a:lnTo>
                  <a:lnTo>
                    <a:pt x="2042" y="332"/>
                  </a:lnTo>
                  <a:lnTo>
                    <a:pt x="2132" y="377"/>
                  </a:lnTo>
                  <a:lnTo>
                    <a:pt x="2253" y="423"/>
                  </a:lnTo>
                  <a:lnTo>
                    <a:pt x="2433" y="469"/>
                  </a:lnTo>
                  <a:lnTo>
                    <a:pt x="2643" y="510"/>
                  </a:lnTo>
                  <a:lnTo>
                    <a:pt x="2883" y="551"/>
                  </a:lnTo>
                  <a:lnTo>
                    <a:pt x="3154" y="592"/>
                  </a:lnTo>
                  <a:lnTo>
                    <a:pt x="3694" y="536"/>
                  </a:lnTo>
                  <a:lnTo>
                    <a:pt x="3784" y="520"/>
                  </a:lnTo>
                  <a:lnTo>
                    <a:pt x="3814" y="505"/>
                  </a:lnTo>
                  <a:lnTo>
                    <a:pt x="3784" y="485"/>
                  </a:lnTo>
                  <a:lnTo>
                    <a:pt x="3724" y="469"/>
                  </a:lnTo>
                  <a:lnTo>
                    <a:pt x="3604" y="439"/>
                  </a:lnTo>
                  <a:lnTo>
                    <a:pt x="3454" y="403"/>
                  </a:lnTo>
                  <a:lnTo>
                    <a:pt x="3334" y="352"/>
                  </a:lnTo>
                  <a:lnTo>
                    <a:pt x="3304" y="326"/>
                  </a:lnTo>
                  <a:lnTo>
                    <a:pt x="3304" y="296"/>
                  </a:lnTo>
                  <a:lnTo>
                    <a:pt x="3304" y="260"/>
                  </a:lnTo>
                  <a:lnTo>
                    <a:pt x="3364" y="224"/>
                  </a:lnTo>
                  <a:lnTo>
                    <a:pt x="3454" y="184"/>
                  </a:lnTo>
                  <a:lnTo>
                    <a:pt x="3604" y="143"/>
                  </a:lnTo>
                  <a:lnTo>
                    <a:pt x="3634" y="128"/>
                  </a:lnTo>
                  <a:lnTo>
                    <a:pt x="3634" y="112"/>
                  </a:lnTo>
                  <a:lnTo>
                    <a:pt x="3634" y="97"/>
                  </a:lnTo>
                  <a:lnTo>
                    <a:pt x="3574" y="82"/>
                  </a:lnTo>
                  <a:lnTo>
                    <a:pt x="3514" y="71"/>
                  </a:lnTo>
                  <a:lnTo>
                    <a:pt x="3394" y="61"/>
                  </a:lnTo>
                  <a:lnTo>
                    <a:pt x="237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69"/>
            <p:cNvSpPr/>
            <p:nvPr/>
          </p:nvSpPr>
          <p:spPr>
            <a:xfrm flipH="1">
              <a:off x="4140326" y="3387800"/>
              <a:ext cx="64948" cy="62625"/>
            </a:xfrm>
            <a:custGeom>
              <a:avLst/>
              <a:gdLst/>
              <a:ahLst/>
              <a:cxnLst/>
              <a:rect l="l" t="t" r="r" b="b"/>
              <a:pathLst>
                <a:path w="15318" h="2505" extrusionOk="0">
                  <a:moveTo>
                    <a:pt x="7209" y="0"/>
                  </a:moveTo>
                  <a:lnTo>
                    <a:pt x="6698" y="5"/>
                  </a:lnTo>
                  <a:lnTo>
                    <a:pt x="6217" y="20"/>
                  </a:lnTo>
                  <a:lnTo>
                    <a:pt x="5767" y="31"/>
                  </a:lnTo>
                  <a:lnTo>
                    <a:pt x="5316" y="51"/>
                  </a:lnTo>
                  <a:lnTo>
                    <a:pt x="4896" y="71"/>
                  </a:lnTo>
                  <a:lnTo>
                    <a:pt x="4505" y="97"/>
                  </a:lnTo>
                  <a:lnTo>
                    <a:pt x="4115" y="128"/>
                  </a:lnTo>
                  <a:lnTo>
                    <a:pt x="3755" y="158"/>
                  </a:lnTo>
                  <a:lnTo>
                    <a:pt x="3394" y="194"/>
                  </a:lnTo>
                  <a:lnTo>
                    <a:pt x="3094" y="230"/>
                  </a:lnTo>
                  <a:lnTo>
                    <a:pt x="2763" y="270"/>
                  </a:lnTo>
                  <a:lnTo>
                    <a:pt x="2493" y="311"/>
                  </a:lnTo>
                  <a:lnTo>
                    <a:pt x="2223" y="352"/>
                  </a:lnTo>
                  <a:lnTo>
                    <a:pt x="1953" y="398"/>
                  </a:lnTo>
                  <a:lnTo>
                    <a:pt x="1742" y="444"/>
                  </a:lnTo>
                  <a:lnTo>
                    <a:pt x="1322" y="541"/>
                  </a:lnTo>
                  <a:lnTo>
                    <a:pt x="961" y="638"/>
                  </a:lnTo>
                  <a:lnTo>
                    <a:pt x="661" y="740"/>
                  </a:lnTo>
                  <a:lnTo>
                    <a:pt x="421" y="842"/>
                  </a:lnTo>
                  <a:lnTo>
                    <a:pt x="241" y="939"/>
                  </a:lnTo>
                  <a:lnTo>
                    <a:pt x="120" y="1035"/>
                  </a:lnTo>
                  <a:lnTo>
                    <a:pt x="30" y="1127"/>
                  </a:lnTo>
                  <a:lnTo>
                    <a:pt x="0" y="1209"/>
                  </a:lnTo>
                  <a:lnTo>
                    <a:pt x="0" y="1285"/>
                  </a:lnTo>
                  <a:lnTo>
                    <a:pt x="871" y="1372"/>
                  </a:lnTo>
                  <a:lnTo>
                    <a:pt x="1742" y="1459"/>
                  </a:lnTo>
                  <a:lnTo>
                    <a:pt x="2583" y="1546"/>
                  </a:lnTo>
                  <a:lnTo>
                    <a:pt x="3394" y="1642"/>
                  </a:lnTo>
                  <a:lnTo>
                    <a:pt x="4205" y="1739"/>
                  </a:lnTo>
                  <a:lnTo>
                    <a:pt x="4986" y="1836"/>
                  </a:lnTo>
                  <a:lnTo>
                    <a:pt x="5767" y="1938"/>
                  </a:lnTo>
                  <a:lnTo>
                    <a:pt x="6488" y="2045"/>
                  </a:lnTo>
                  <a:lnTo>
                    <a:pt x="7179" y="2147"/>
                  </a:lnTo>
                  <a:lnTo>
                    <a:pt x="7839" y="2260"/>
                  </a:lnTo>
                  <a:lnTo>
                    <a:pt x="8470" y="2382"/>
                  </a:lnTo>
                  <a:lnTo>
                    <a:pt x="9041" y="2504"/>
                  </a:lnTo>
                  <a:lnTo>
                    <a:pt x="9581" y="2494"/>
                  </a:lnTo>
                  <a:lnTo>
                    <a:pt x="10062" y="2479"/>
                  </a:lnTo>
                  <a:lnTo>
                    <a:pt x="10542" y="2459"/>
                  </a:lnTo>
                  <a:lnTo>
                    <a:pt x="10963" y="2433"/>
                  </a:lnTo>
                  <a:lnTo>
                    <a:pt x="11383" y="2402"/>
                  </a:lnTo>
                  <a:lnTo>
                    <a:pt x="11774" y="2372"/>
                  </a:lnTo>
                  <a:lnTo>
                    <a:pt x="12134" y="2336"/>
                  </a:lnTo>
                  <a:lnTo>
                    <a:pt x="12495" y="2300"/>
                  </a:lnTo>
                  <a:lnTo>
                    <a:pt x="12795" y="2260"/>
                  </a:lnTo>
                  <a:lnTo>
                    <a:pt x="13095" y="2219"/>
                  </a:lnTo>
                  <a:lnTo>
                    <a:pt x="13366" y="2173"/>
                  </a:lnTo>
                  <a:lnTo>
                    <a:pt x="13606" y="2127"/>
                  </a:lnTo>
                  <a:lnTo>
                    <a:pt x="13846" y="2076"/>
                  </a:lnTo>
                  <a:lnTo>
                    <a:pt x="14057" y="2025"/>
                  </a:lnTo>
                  <a:lnTo>
                    <a:pt x="14237" y="1974"/>
                  </a:lnTo>
                  <a:lnTo>
                    <a:pt x="14417" y="1918"/>
                  </a:lnTo>
                  <a:lnTo>
                    <a:pt x="14717" y="1811"/>
                  </a:lnTo>
                  <a:lnTo>
                    <a:pt x="14928" y="1699"/>
                  </a:lnTo>
                  <a:lnTo>
                    <a:pt x="15108" y="1586"/>
                  </a:lnTo>
                  <a:lnTo>
                    <a:pt x="15228" y="1474"/>
                  </a:lnTo>
                  <a:lnTo>
                    <a:pt x="15288" y="1372"/>
                  </a:lnTo>
                  <a:lnTo>
                    <a:pt x="15318" y="1270"/>
                  </a:lnTo>
                  <a:lnTo>
                    <a:pt x="15318" y="1173"/>
                  </a:lnTo>
                  <a:lnTo>
                    <a:pt x="15288" y="1092"/>
                  </a:lnTo>
                  <a:lnTo>
                    <a:pt x="15198" y="1000"/>
                  </a:lnTo>
                  <a:lnTo>
                    <a:pt x="15138" y="913"/>
                  </a:lnTo>
                  <a:lnTo>
                    <a:pt x="15018" y="821"/>
                  </a:lnTo>
                  <a:lnTo>
                    <a:pt x="14867" y="729"/>
                  </a:lnTo>
                  <a:lnTo>
                    <a:pt x="14687" y="638"/>
                  </a:lnTo>
                  <a:lnTo>
                    <a:pt x="14447" y="551"/>
                  </a:lnTo>
                  <a:lnTo>
                    <a:pt x="14177" y="464"/>
                  </a:lnTo>
                  <a:lnTo>
                    <a:pt x="13816" y="383"/>
                  </a:lnTo>
                  <a:lnTo>
                    <a:pt x="13636" y="347"/>
                  </a:lnTo>
                  <a:lnTo>
                    <a:pt x="13396" y="306"/>
                  </a:lnTo>
                  <a:lnTo>
                    <a:pt x="13186" y="270"/>
                  </a:lnTo>
                  <a:lnTo>
                    <a:pt x="12915" y="240"/>
                  </a:lnTo>
                  <a:lnTo>
                    <a:pt x="12645" y="204"/>
                  </a:lnTo>
                  <a:lnTo>
                    <a:pt x="12345" y="173"/>
                  </a:lnTo>
                  <a:lnTo>
                    <a:pt x="12044" y="148"/>
                  </a:lnTo>
                  <a:lnTo>
                    <a:pt x="11714" y="117"/>
                  </a:lnTo>
                  <a:lnTo>
                    <a:pt x="11353" y="97"/>
                  </a:lnTo>
                  <a:lnTo>
                    <a:pt x="10963" y="71"/>
                  </a:lnTo>
                  <a:lnTo>
                    <a:pt x="10542" y="56"/>
                  </a:lnTo>
                  <a:lnTo>
                    <a:pt x="10092" y="36"/>
                  </a:lnTo>
                  <a:lnTo>
                    <a:pt x="9641" y="26"/>
                  </a:lnTo>
                  <a:lnTo>
                    <a:pt x="9161" y="10"/>
                  </a:lnTo>
                  <a:lnTo>
                    <a:pt x="8620" y="5"/>
                  </a:lnTo>
                  <a:lnTo>
                    <a:pt x="8080" y="0"/>
                  </a:lnTo>
                  <a:close/>
                </a:path>
              </a:pathLst>
            </a:custGeom>
            <a:solidFill>
              <a:srgbClr val="00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69"/>
            <p:cNvSpPr/>
            <p:nvPr/>
          </p:nvSpPr>
          <p:spPr>
            <a:xfrm flipH="1">
              <a:off x="4140326" y="3387800"/>
              <a:ext cx="64948" cy="62625"/>
            </a:xfrm>
            <a:custGeom>
              <a:avLst/>
              <a:gdLst/>
              <a:ahLst/>
              <a:cxnLst/>
              <a:rect l="l" t="t" r="r" b="b"/>
              <a:pathLst>
                <a:path w="15318" h="2505" fill="none" extrusionOk="0">
                  <a:moveTo>
                    <a:pt x="7719" y="0"/>
                  </a:moveTo>
                  <a:lnTo>
                    <a:pt x="7719" y="0"/>
                  </a:lnTo>
                  <a:lnTo>
                    <a:pt x="8080" y="0"/>
                  </a:lnTo>
                  <a:lnTo>
                    <a:pt x="8080" y="0"/>
                  </a:lnTo>
                  <a:lnTo>
                    <a:pt x="8620" y="5"/>
                  </a:lnTo>
                  <a:lnTo>
                    <a:pt x="9161" y="10"/>
                  </a:lnTo>
                  <a:lnTo>
                    <a:pt x="9641" y="26"/>
                  </a:lnTo>
                  <a:lnTo>
                    <a:pt x="10092" y="36"/>
                  </a:lnTo>
                  <a:lnTo>
                    <a:pt x="10542" y="56"/>
                  </a:lnTo>
                  <a:lnTo>
                    <a:pt x="10963" y="71"/>
                  </a:lnTo>
                  <a:lnTo>
                    <a:pt x="11353" y="97"/>
                  </a:lnTo>
                  <a:lnTo>
                    <a:pt x="11714" y="117"/>
                  </a:lnTo>
                  <a:lnTo>
                    <a:pt x="12044" y="148"/>
                  </a:lnTo>
                  <a:lnTo>
                    <a:pt x="12345" y="173"/>
                  </a:lnTo>
                  <a:lnTo>
                    <a:pt x="12645" y="204"/>
                  </a:lnTo>
                  <a:lnTo>
                    <a:pt x="12915" y="240"/>
                  </a:lnTo>
                  <a:lnTo>
                    <a:pt x="13186" y="270"/>
                  </a:lnTo>
                  <a:lnTo>
                    <a:pt x="13396" y="306"/>
                  </a:lnTo>
                  <a:lnTo>
                    <a:pt x="13636" y="347"/>
                  </a:lnTo>
                  <a:lnTo>
                    <a:pt x="13816" y="383"/>
                  </a:lnTo>
                  <a:lnTo>
                    <a:pt x="14177" y="464"/>
                  </a:lnTo>
                  <a:lnTo>
                    <a:pt x="14447" y="551"/>
                  </a:lnTo>
                  <a:lnTo>
                    <a:pt x="14687" y="638"/>
                  </a:lnTo>
                  <a:lnTo>
                    <a:pt x="14867" y="729"/>
                  </a:lnTo>
                  <a:lnTo>
                    <a:pt x="15018" y="821"/>
                  </a:lnTo>
                  <a:lnTo>
                    <a:pt x="15138" y="913"/>
                  </a:lnTo>
                  <a:lnTo>
                    <a:pt x="15198" y="1000"/>
                  </a:lnTo>
                  <a:lnTo>
                    <a:pt x="15288" y="1092"/>
                  </a:lnTo>
                  <a:lnTo>
                    <a:pt x="15288" y="1092"/>
                  </a:lnTo>
                  <a:lnTo>
                    <a:pt x="15318" y="1173"/>
                  </a:lnTo>
                  <a:lnTo>
                    <a:pt x="15318" y="1270"/>
                  </a:lnTo>
                  <a:lnTo>
                    <a:pt x="15288" y="1372"/>
                  </a:lnTo>
                  <a:lnTo>
                    <a:pt x="15228" y="1474"/>
                  </a:lnTo>
                  <a:lnTo>
                    <a:pt x="15108" y="1586"/>
                  </a:lnTo>
                  <a:lnTo>
                    <a:pt x="14928" y="1699"/>
                  </a:lnTo>
                  <a:lnTo>
                    <a:pt x="14717" y="1811"/>
                  </a:lnTo>
                  <a:lnTo>
                    <a:pt x="14417" y="1918"/>
                  </a:lnTo>
                  <a:lnTo>
                    <a:pt x="14237" y="1974"/>
                  </a:lnTo>
                  <a:lnTo>
                    <a:pt x="14057" y="2025"/>
                  </a:lnTo>
                  <a:lnTo>
                    <a:pt x="13846" y="2076"/>
                  </a:lnTo>
                  <a:lnTo>
                    <a:pt x="13606" y="2127"/>
                  </a:lnTo>
                  <a:lnTo>
                    <a:pt x="13366" y="2173"/>
                  </a:lnTo>
                  <a:lnTo>
                    <a:pt x="13095" y="2219"/>
                  </a:lnTo>
                  <a:lnTo>
                    <a:pt x="12795" y="2260"/>
                  </a:lnTo>
                  <a:lnTo>
                    <a:pt x="12495" y="2300"/>
                  </a:lnTo>
                  <a:lnTo>
                    <a:pt x="12134" y="2336"/>
                  </a:lnTo>
                  <a:lnTo>
                    <a:pt x="11774" y="2372"/>
                  </a:lnTo>
                  <a:lnTo>
                    <a:pt x="11383" y="2402"/>
                  </a:lnTo>
                  <a:lnTo>
                    <a:pt x="10963" y="2433"/>
                  </a:lnTo>
                  <a:lnTo>
                    <a:pt x="10542" y="2459"/>
                  </a:lnTo>
                  <a:lnTo>
                    <a:pt x="10062" y="2479"/>
                  </a:lnTo>
                  <a:lnTo>
                    <a:pt x="9581" y="2494"/>
                  </a:lnTo>
                  <a:lnTo>
                    <a:pt x="9041" y="2504"/>
                  </a:lnTo>
                  <a:lnTo>
                    <a:pt x="9041" y="2504"/>
                  </a:lnTo>
                  <a:lnTo>
                    <a:pt x="8470" y="2382"/>
                  </a:lnTo>
                  <a:lnTo>
                    <a:pt x="7839" y="2260"/>
                  </a:lnTo>
                  <a:lnTo>
                    <a:pt x="7179" y="2147"/>
                  </a:lnTo>
                  <a:lnTo>
                    <a:pt x="6488" y="2045"/>
                  </a:lnTo>
                  <a:lnTo>
                    <a:pt x="6488" y="2045"/>
                  </a:lnTo>
                  <a:lnTo>
                    <a:pt x="5767" y="1938"/>
                  </a:lnTo>
                  <a:lnTo>
                    <a:pt x="4986" y="1836"/>
                  </a:lnTo>
                  <a:lnTo>
                    <a:pt x="4205" y="1739"/>
                  </a:lnTo>
                  <a:lnTo>
                    <a:pt x="3394" y="1642"/>
                  </a:lnTo>
                  <a:lnTo>
                    <a:pt x="2583" y="1546"/>
                  </a:lnTo>
                  <a:lnTo>
                    <a:pt x="1742" y="1459"/>
                  </a:lnTo>
                  <a:lnTo>
                    <a:pt x="871" y="1372"/>
                  </a:lnTo>
                  <a:lnTo>
                    <a:pt x="0" y="1285"/>
                  </a:lnTo>
                  <a:lnTo>
                    <a:pt x="0" y="1285"/>
                  </a:lnTo>
                  <a:lnTo>
                    <a:pt x="0" y="1209"/>
                  </a:lnTo>
                  <a:lnTo>
                    <a:pt x="0" y="1209"/>
                  </a:lnTo>
                  <a:lnTo>
                    <a:pt x="30" y="1127"/>
                  </a:lnTo>
                  <a:lnTo>
                    <a:pt x="120" y="1035"/>
                  </a:lnTo>
                  <a:lnTo>
                    <a:pt x="241" y="939"/>
                  </a:lnTo>
                  <a:lnTo>
                    <a:pt x="421" y="842"/>
                  </a:lnTo>
                  <a:lnTo>
                    <a:pt x="661" y="740"/>
                  </a:lnTo>
                  <a:lnTo>
                    <a:pt x="961" y="638"/>
                  </a:lnTo>
                  <a:lnTo>
                    <a:pt x="1322" y="541"/>
                  </a:lnTo>
                  <a:lnTo>
                    <a:pt x="1742" y="444"/>
                  </a:lnTo>
                  <a:lnTo>
                    <a:pt x="1953" y="398"/>
                  </a:lnTo>
                  <a:lnTo>
                    <a:pt x="2223" y="352"/>
                  </a:lnTo>
                  <a:lnTo>
                    <a:pt x="2493" y="311"/>
                  </a:lnTo>
                  <a:lnTo>
                    <a:pt x="2763" y="270"/>
                  </a:lnTo>
                  <a:lnTo>
                    <a:pt x="3094" y="230"/>
                  </a:lnTo>
                  <a:lnTo>
                    <a:pt x="3394" y="194"/>
                  </a:lnTo>
                  <a:lnTo>
                    <a:pt x="3755" y="158"/>
                  </a:lnTo>
                  <a:lnTo>
                    <a:pt x="4115" y="128"/>
                  </a:lnTo>
                  <a:lnTo>
                    <a:pt x="4505" y="97"/>
                  </a:lnTo>
                  <a:lnTo>
                    <a:pt x="4896" y="71"/>
                  </a:lnTo>
                  <a:lnTo>
                    <a:pt x="5316" y="51"/>
                  </a:lnTo>
                  <a:lnTo>
                    <a:pt x="5767" y="31"/>
                  </a:lnTo>
                  <a:lnTo>
                    <a:pt x="6217" y="20"/>
                  </a:lnTo>
                  <a:lnTo>
                    <a:pt x="6698" y="5"/>
                  </a:lnTo>
                  <a:lnTo>
                    <a:pt x="7209" y="0"/>
                  </a:lnTo>
                  <a:lnTo>
                    <a:pt x="771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69"/>
            <p:cNvSpPr/>
            <p:nvPr/>
          </p:nvSpPr>
          <p:spPr>
            <a:xfrm flipH="1">
              <a:off x="4166941" y="3419925"/>
              <a:ext cx="38334" cy="30750"/>
            </a:xfrm>
            <a:custGeom>
              <a:avLst/>
              <a:gdLst/>
              <a:ahLst/>
              <a:cxnLst/>
              <a:rect l="l" t="t" r="r" b="b"/>
              <a:pathLst>
                <a:path w="9041" h="1230" extrusionOk="0">
                  <a:moveTo>
                    <a:pt x="0" y="0"/>
                  </a:moveTo>
                  <a:lnTo>
                    <a:pt x="30" y="87"/>
                  </a:lnTo>
                  <a:lnTo>
                    <a:pt x="90" y="179"/>
                  </a:lnTo>
                  <a:lnTo>
                    <a:pt x="180" y="271"/>
                  </a:lnTo>
                  <a:lnTo>
                    <a:pt x="301" y="373"/>
                  </a:lnTo>
                  <a:lnTo>
                    <a:pt x="481" y="470"/>
                  </a:lnTo>
                  <a:lnTo>
                    <a:pt x="721" y="572"/>
                  </a:lnTo>
                  <a:lnTo>
                    <a:pt x="991" y="669"/>
                  </a:lnTo>
                  <a:lnTo>
                    <a:pt x="1172" y="720"/>
                  </a:lnTo>
                  <a:lnTo>
                    <a:pt x="1352" y="766"/>
                  </a:lnTo>
                  <a:lnTo>
                    <a:pt x="1562" y="811"/>
                  </a:lnTo>
                  <a:lnTo>
                    <a:pt x="1802" y="857"/>
                  </a:lnTo>
                  <a:lnTo>
                    <a:pt x="2073" y="903"/>
                  </a:lnTo>
                  <a:lnTo>
                    <a:pt x="2343" y="944"/>
                  </a:lnTo>
                  <a:lnTo>
                    <a:pt x="2613" y="980"/>
                  </a:lnTo>
                  <a:lnTo>
                    <a:pt x="2944" y="1021"/>
                  </a:lnTo>
                  <a:lnTo>
                    <a:pt x="3304" y="1056"/>
                  </a:lnTo>
                  <a:lnTo>
                    <a:pt x="3665" y="1087"/>
                  </a:lnTo>
                  <a:lnTo>
                    <a:pt x="4055" y="1117"/>
                  </a:lnTo>
                  <a:lnTo>
                    <a:pt x="4475" y="1143"/>
                  </a:lnTo>
                  <a:lnTo>
                    <a:pt x="4926" y="1168"/>
                  </a:lnTo>
                  <a:lnTo>
                    <a:pt x="5407" y="1189"/>
                  </a:lnTo>
                  <a:lnTo>
                    <a:pt x="5917" y="1204"/>
                  </a:lnTo>
                  <a:lnTo>
                    <a:pt x="6458" y="1214"/>
                  </a:lnTo>
                  <a:lnTo>
                    <a:pt x="7028" y="1225"/>
                  </a:lnTo>
                  <a:lnTo>
                    <a:pt x="7629" y="1230"/>
                  </a:lnTo>
                  <a:lnTo>
                    <a:pt x="7929" y="1230"/>
                  </a:lnTo>
                  <a:lnTo>
                    <a:pt x="8500" y="1225"/>
                  </a:lnTo>
                  <a:lnTo>
                    <a:pt x="9041" y="1219"/>
                  </a:lnTo>
                  <a:lnTo>
                    <a:pt x="8470" y="1097"/>
                  </a:lnTo>
                  <a:lnTo>
                    <a:pt x="7839" y="975"/>
                  </a:lnTo>
                  <a:lnTo>
                    <a:pt x="7179" y="862"/>
                  </a:lnTo>
                  <a:lnTo>
                    <a:pt x="6488" y="760"/>
                  </a:lnTo>
                  <a:lnTo>
                    <a:pt x="5767" y="653"/>
                  </a:lnTo>
                  <a:lnTo>
                    <a:pt x="4986" y="551"/>
                  </a:lnTo>
                  <a:lnTo>
                    <a:pt x="4205" y="454"/>
                  </a:lnTo>
                  <a:lnTo>
                    <a:pt x="3394" y="357"/>
                  </a:lnTo>
                  <a:lnTo>
                    <a:pt x="2583" y="261"/>
                  </a:lnTo>
                  <a:lnTo>
                    <a:pt x="1742" y="174"/>
                  </a:lnTo>
                  <a:lnTo>
                    <a:pt x="871" y="87"/>
                  </a:lnTo>
                  <a:lnTo>
                    <a:pt x="0" y="0"/>
                  </a:lnTo>
                  <a:close/>
                </a:path>
              </a:pathLst>
            </a:custGeom>
            <a:solidFill>
              <a:srgbClr val="008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69"/>
            <p:cNvSpPr/>
            <p:nvPr/>
          </p:nvSpPr>
          <p:spPr>
            <a:xfrm flipH="1">
              <a:off x="4166941" y="3419925"/>
              <a:ext cx="38334" cy="30750"/>
            </a:xfrm>
            <a:custGeom>
              <a:avLst/>
              <a:gdLst/>
              <a:ahLst/>
              <a:cxnLst/>
              <a:rect l="l" t="t" r="r" b="b"/>
              <a:pathLst>
                <a:path w="9041" h="1230" fill="none" extrusionOk="0">
                  <a:moveTo>
                    <a:pt x="0" y="0"/>
                  </a:moveTo>
                  <a:lnTo>
                    <a:pt x="0" y="0"/>
                  </a:lnTo>
                  <a:lnTo>
                    <a:pt x="871" y="87"/>
                  </a:lnTo>
                  <a:lnTo>
                    <a:pt x="1742" y="174"/>
                  </a:lnTo>
                  <a:lnTo>
                    <a:pt x="2583" y="261"/>
                  </a:lnTo>
                  <a:lnTo>
                    <a:pt x="3394" y="357"/>
                  </a:lnTo>
                  <a:lnTo>
                    <a:pt x="4205" y="454"/>
                  </a:lnTo>
                  <a:lnTo>
                    <a:pt x="4986" y="551"/>
                  </a:lnTo>
                  <a:lnTo>
                    <a:pt x="5767" y="653"/>
                  </a:lnTo>
                  <a:lnTo>
                    <a:pt x="6488" y="760"/>
                  </a:lnTo>
                  <a:lnTo>
                    <a:pt x="6488" y="760"/>
                  </a:lnTo>
                  <a:lnTo>
                    <a:pt x="7179" y="862"/>
                  </a:lnTo>
                  <a:lnTo>
                    <a:pt x="7839" y="975"/>
                  </a:lnTo>
                  <a:lnTo>
                    <a:pt x="8470" y="1097"/>
                  </a:lnTo>
                  <a:lnTo>
                    <a:pt x="9041" y="1219"/>
                  </a:lnTo>
                  <a:lnTo>
                    <a:pt x="9041" y="1219"/>
                  </a:lnTo>
                  <a:lnTo>
                    <a:pt x="8500" y="1225"/>
                  </a:lnTo>
                  <a:lnTo>
                    <a:pt x="7929" y="1230"/>
                  </a:lnTo>
                  <a:lnTo>
                    <a:pt x="7929" y="1230"/>
                  </a:lnTo>
                  <a:lnTo>
                    <a:pt x="7629" y="1230"/>
                  </a:lnTo>
                  <a:lnTo>
                    <a:pt x="7629" y="1230"/>
                  </a:lnTo>
                  <a:lnTo>
                    <a:pt x="7028" y="1225"/>
                  </a:lnTo>
                  <a:lnTo>
                    <a:pt x="6458" y="1214"/>
                  </a:lnTo>
                  <a:lnTo>
                    <a:pt x="5917" y="1204"/>
                  </a:lnTo>
                  <a:lnTo>
                    <a:pt x="5407" y="1189"/>
                  </a:lnTo>
                  <a:lnTo>
                    <a:pt x="4926" y="1168"/>
                  </a:lnTo>
                  <a:lnTo>
                    <a:pt x="4475" y="1143"/>
                  </a:lnTo>
                  <a:lnTo>
                    <a:pt x="4055" y="1117"/>
                  </a:lnTo>
                  <a:lnTo>
                    <a:pt x="3665" y="1087"/>
                  </a:lnTo>
                  <a:lnTo>
                    <a:pt x="3304" y="1056"/>
                  </a:lnTo>
                  <a:lnTo>
                    <a:pt x="2944" y="1021"/>
                  </a:lnTo>
                  <a:lnTo>
                    <a:pt x="2613" y="980"/>
                  </a:lnTo>
                  <a:lnTo>
                    <a:pt x="2343" y="944"/>
                  </a:lnTo>
                  <a:lnTo>
                    <a:pt x="2073" y="903"/>
                  </a:lnTo>
                  <a:lnTo>
                    <a:pt x="1802" y="857"/>
                  </a:lnTo>
                  <a:lnTo>
                    <a:pt x="1562" y="811"/>
                  </a:lnTo>
                  <a:lnTo>
                    <a:pt x="1352" y="766"/>
                  </a:lnTo>
                  <a:lnTo>
                    <a:pt x="1172" y="720"/>
                  </a:lnTo>
                  <a:lnTo>
                    <a:pt x="991" y="669"/>
                  </a:lnTo>
                  <a:lnTo>
                    <a:pt x="721" y="572"/>
                  </a:lnTo>
                  <a:lnTo>
                    <a:pt x="481" y="470"/>
                  </a:lnTo>
                  <a:lnTo>
                    <a:pt x="301" y="373"/>
                  </a:lnTo>
                  <a:lnTo>
                    <a:pt x="180" y="271"/>
                  </a:lnTo>
                  <a:lnTo>
                    <a:pt x="90" y="179"/>
                  </a:lnTo>
                  <a:lnTo>
                    <a:pt x="30" y="87"/>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69"/>
            <p:cNvSpPr/>
            <p:nvPr/>
          </p:nvSpPr>
          <p:spPr>
            <a:xfrm flipH="1">
              <a:off x="4163248" y="3412025"/>
              <a:ext cx="16303" cy="14800"/>
            </a:xfrm>
            <a:custGeom>
              <a:avLst/>
              <a:gdLst/>
              <a:ahLst/>
              <a:cxnLst/>
              <a:rect l="l" t="t" r="r" b="b"/>
              <a:pathLst>
                <a:path w="3845" h="592" extrusionOk="0">
                  <a:moveTo>
                    <a:pt x="661" y="0"/>
                  </a:moveTo>
                  <a:lnTo>
                    <a:pt x="150" y="51"/>
                  </a:lnTo>
                  <a:lnTo>
                    <a:pt x="30" y="66"/>
                  </a:lnTo>
                  <a:lnTo>
                    <a:pt x="0" y="87"/>
                  </a:lnTo>
                  <a:lnTo>
                    <a:pt x="30" y="107"/>
                  </a:lnTo>
                  <a:lnTo>
                    <a:pt x="120" y="123"/>
                  </a:lnTo>
                  <a:lnTo>
                    <a:pt x="241" y="148"/>
                  </a:lnTo>
                  <a:lnTo>
                    <a:pt x="391" y="189"/>
                  </a:lnTo>
                  <a:lnTo>
                    <a:pt x="481" y="235"/>
                  </a:lnTo>
                  <a:lnTo>
                    <a:pt x="541" y="265"/>
                  </a:lnTo>
                  <a:lnTo>
                    <a:pt x="541" y="291"/>
                  </a:lnTo>
                  <a:lnTo>
                    <a:pt x="511" y="327"/>
                  </a:lnTo>
                  <a:lnTo>
                    <a:pt x="481" y="362"/>
                  </a:lnTo>
                  <a:lnTo>
                    <a:pt x="391" y="403"/>
                  </a:lnTo>
                  <a:lnTo>
                    <a:pt x="241" y="444"/>
                  </a:lnTo>
                  <a:lnTo>
                    <a:pt x="211" y="459"/>
                  </a:lnTo>
                  <a:lnTo>
                    <a:pt x="181" y="475"/>
                  </a:lnTo>
                  <a:lnTo>
                    <a:pt x="211" y="490"/>
                  </a:lnTo>
                  <a:lnTo>
                    <a:pt x="241" y="505"/>
                  </a:lnTo>
                  <a:lnTo>
                    <a:pt x="331" y="515"/>
                  </a:lnTo>
                  <a:lnTo>
                    <a:pt x="421" y="526"/>
                  </a:lnTo>
                  <a:lnTo>
                    <a:pt x="1442" y="592"/>
                  </a:lnTo>
                  <a:lnTo>
                    <a:pt x="1652" y="531"/>
                  </a:lnTo>
                  <a:lnTo>
                    <a:pt x="1772" y="475"/>
                  </a:lnTo>
                  <a:lnTo>
                    <a:pt x="1862" y="413"/>
                  </a:lnTo>
                  <a:lnTo>
                    <a:pt x="1892" y="357"/>
                  </a:lnTo>
                  <a:lnTo>
                    <a:pt x="1862" y="306"/>
                  </a:lnTo>
                  <a:lnTo>
                    <a:pt x="1802" y="260"/>
                  </a:lnTo>
                  <a:lnTo>
                    <a:pt x="1712" y="214"/>
                  </a:lnTo>
                  <a:lnTo>
                    <a:pt x="1592" y="168"/>
                  </a:lnTo>
                  <a:lnTo>
                    <a:pt x="1412" y="123"/>
                  </a:lnTo>
                  <a:lnTo>
                    <a:pt x="1202" y="77"/>
                  </a:lnTo>
                  <a:lnTo>
                    <a:pt x="961" y="36"/>
                  </a:lnTo>
                  <a:lnTo>
                    <a:pt x="661" y="0"/>
                  </a:lnTo>
                  <a:close/>
                  <a:moveTo>
                    <a:pt x="2643" y="0"/>
                  </a:moveTo>
                  <a:lnTo>
                    <a:pt x="2103" y="51"/>
                  </a:lnTo>
                  <a:lnTo>
                    <a:pt x="2013" y="66"/>
                  </a:lnTo>
                  <a:lnTo>
                    <a:pt x="1983" y="87"/>
                  </a:lnTo>
                  <a:lnTo>
                    <a:pt x="2013" y="107"/>
                  </a:lnTo>
                  <a:lnTo>
                    <a:pt x="2073" y="123"/>
                  </a:lnTo>
                  <a:lnTo>
                    <a:pt x="2193" y="148"/>
                  </a:lnTo>
                  <a:lnTo>
                    <a:pt x="2343" y="189"/>
                  </a:lnTo>
                  <a:lnTo>
                    <a:pt x="2463" y="235"/>
                  </a:lnTo>
                  <a:lnTo>
                    <a:pt x="2493" y="265"/>
                  </a:lnTo>
                  <a:lnTo>
                    <a:pt x="2493" y="291"/>
                  </a:lnTo>
                  <a:lnTo>
                    <a:pt x="2493" y="327"/>
                  </a:lnTo>
                  <a:lnTo>
                    <a:pt x="2433" y="362"/>
                  </a:lnTo>
                  <a:lnTo>
                    <a:pt x="2343" y="403"/>
                  </a:lnTo>
                  <a:lnTo>
                    <a:pt x="2193" y="444"/>
                  </a:lnTo>
                  <a:lnTo>
                    <a:pt x="2163" y="459"/>
                  </a:lnTo>
                  <a:lnTo>
                    <a:pt x="2163" y="475"/>
                  </a:lnTo>
                  <a:lnTo>
                    <a:pt x="2163" y="490"/>
                  </a:lnTo>
                  <a:lnTo>
                    <a:pt x="2223" y="505"/>
                  </a:lnTo>
                  <a:lnTo>
                    <a:pt x="2283" y="515"/>
                  </a:lnTo>
                  <a:lnTo>
                    <a:pt x="2403" y="526"/>
                  </a:lnTo>
                  <a:lnTo>
                    <a:pt x="3424" y="592"/>
                  </a:lnTo>
                  <a:lnTo>
                    <a:pt x="3604" y="531"/>
                  </a:lnTo>
                  <a:lnTo>
                    <a:pt x="3725" y="475"/>
                  </a:lnTo>
                  <a:lnTo>
                    <a:pt x="3815" y="413"/>
                  </a:lnTo>
                  <a:lnTo>
                    <a:pt x="3845" y="357"/>
                  </a:lnTo>
                  <a:lnTo>
                    <a:pt x="3815" y="306"/>
                  </a:lnTo>
                  <a:lnTo>
                    <a:pt x="3755" y="260"/>
                  </a:lnTo>
                  <a:lnTo>
                    <a:pt x="3665" y="214"/>
                  </a:lnTo>
                  <a:lnTo>
                    <a:pt x="3544" y="168"/>
                  </a:lnTo>
                  <a:lnTo>
                    <a:pt x="3364" y="123"/>
                  </a:lnTo>
                  <a:lnTo>
                    <a:pt x="3154" y="77"/>
                  </a:lnTo>
                  <a:lnTo>
                    <a:pt x="2914" y="36"/>
                  </a:lnTo>
                  <a:lnTo>
                    <a:pt x="264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4" name="Google Shape;1434;p69"/>
          <p:cNvSpPr txBox="1">
            <a:spLocks noGrp="1"/>
          </p:cNvSpPr>
          <p:nvPr>
            <p:ph type="title"/>
          </p:nvPr>
        </p:nvSpPr>
        <p:spPr>
          <a:xfrm>
            <a:off x="1240425" y="1538275"/>
            <a:ext cx="2012100" cy="20664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435" name="Google Shape;1435;p69"/>
          <p:cNvSpPr txBox="1">
            <a:spLocks noGrp="1"/>
          </p:cNvSpPr>
          <p:nvPr>
            <p:ph type="title" idx="2"/>
          </p:nvPr>
        </p:nvSpPr>
        <p:spPr>
          <a:xfrm>
            <a:off x="1240425" y="3849950"/>
            <a:ext cx="20121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436" name="Google Shape;1436;p69"/>
          <p:cNvSpPr txBox="1">
            <a:spLocks noGrp="1"/>
          </p:cNvSpPr>
          <p:nvPr>
            <p:ph type="title" idx="3"/>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437" name="Google Shape;1437;p69"/>
          <p:cNvSpPr txBox="1">
            <a:spLocks noGrp="1"/>
          </p:cNvSpPr>
          <p:nvPr>
            <p:ph type="subTitle" idx="1"/>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438" name="Google Shape;1438;p69"/>
          <p:cNvSpPr txBox="1">
            <a:spLocks noGrp="1"/>
          </p:cNvSpPr>
          <p:nvPr>
            <p:ph type="subTitle" idx="4"/>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439" name="Google Shape;1439;p69"/>
          <p:cNvSpPr txBox="1">
            <a:spLocks noGrp="1"/>
          </p:cNvSpPr>
          <p:nvPr>
            <p:ph type="subTitle" idx="5"/>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1pPr>
            <a:lvl2pPr lvl="1"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2pPr>
            <a:lvl3pPr lvl="2"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3pPr>
            <a:lvl4pPr lvl="3"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4pPr>
            <a:lvl5pPr lvl="4"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5pPr>
            <a:lvl6pPr lvl="5"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6pPr>
            <a:lvl7pPr lvl="6"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7pPr>
            <a:lvl8pPr lvl="7"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8pPr>
            <a:lvl9pPr lvl="8" rtl="0">
              <a:spcBef>
                <a:spcPts val="1600"/>
              </a:spcBef>
              <a:spcAft>
                <a:spcPts val="1600"/>
              </a:spcAft>
              <a:buClr>
                <a:srgbClr val="5AB759"/>
              </a:buClr>
              <a:buSzPts val="900"/>
              <a:buFont typeface="Lato Black"/>
              <a:buNone/>
              <a:defRPr>
                <a:solidFill>
                  <a:srgbClr val="5AB759"/>
                </a:solidFill>
                <a:latin typeface="Lato Black"/>
                <a:ea typeface="Lato Black"/>
                <a:cs typeface="Lato Black"/>
                <a:sym typeface="Lato Black"/>
              </a:defRPr>
            </a:lvl9pPr>
          </a:lstStyle>
          <a:p>
            <a:endParaRPr/>
          </a:p>
        </p:txBody>
      </p:sp>
      <p:sp>
        <p:nvSpPr>
          <p:cNvPr id="1440" name="Google Shape;1440;p69"/>
          <p:cNvSpPr txBox="1">
            <a:spLocks noGrp="1"/>
          </p:cNvSpPr>
          <p:nvPr>
            <p:ph type="subTitle" idx="6"/>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1pPr>
            <a:lvl2pPr lvl="1"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2pPr>
            <a:lvl3pPr lvl="2"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3pPr>
            <a:lvl4pPr lvl="3"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4pPr>
            <a:lvl5pPr lvl="4"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5pPr>
            <a:lvl6pPr lvl="5"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6pPr>
            <a:lvl7pPr lvl="6"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7pPr>
            <a:lvl8pPr lvl="7" rtl="0">
              <a:spcBef>
                <a:spcPts val="1600"/>
              </a:spcBef>
              <a:spcAft>
                <a:spcPts val="0"/>
              </a:spcAft>
              <a:buClr>
                <a:srgbClr val="5AB759"/>
              </a:buClr>
              <a:buSzPts val="900"/>
              <a:buFont typeface="Lato Black"/>
              <a:buNone/>
              <a:defRPr>
                <a:solidFill>
                  <a:srgbClr val="5AB759"/>
                </a:solidFill>
                <a:latin typeface="Lato Black"/>
                <a:ea typeface="Lato Black"/>
                <a:cs typeface="Lato Black"/>
                <a:sym typeface="Lato Black"/>
              </a:defRPr>
            </a:lvl8pPr>
            <a:lvl9pPr lvl="8" rtl="0">
              <a:spcBef>
                <a:spcPts val="1600"/>
              </a:spcBef>
              <a:spcAft>
                <a:spcPts val="1600"/>
              </a:spcAft>
              <a:buClr>
                <a:srgbClr val="5AB759"/>
              </a:buClr>
              <a:buSzPts val="900"/>
              <a:buFont typeface="Lato Black"/>
              <a:buNone/>
              <a:defRPr>
                <a:solidFill>
                  <a:srgbClr val="5AB759"/>
                </a:solidFill>
                <a:latin typeface="Lato Black"/>
                <a:ea typeface="Lato Black"/>
                <a:cs typeface="Lato Black"/>
                <a:sym typeface="Lato Black"/>
              </a:defRPr>
            </a:lvl9pPr>
          </a:lstStyle>
          <a:p>
            <a:endParaRPr/>
          </a:p>
        </p:txBody>
      </p:sp>
      <p:sp>
        <p:nvSpPr>
          <p:cNvPr id="1441" name="Google Shape;1441;p69"/>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69"/>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69"/>
          <p:cNvSpPr txBox="1">
            <a:spLocks noGrp="1"/>
          </p:cNvSpPr>
          <p:nvPr>
            <p:ph type="subTitle" idx="7"/>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444" name="Google Shape;1444;p69"/>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Green - Power Quote">
  <p:cSld name="CUSTOM_4_1_1">
    <p:spTree>
      <p:nvGrpSpPr>
        <p:cNvPr id="1" name="Shape 1445"/>
        <p:cNvGrpSpPr/>
        <p:nvPr/>
      </p:nvGrpSpPr>
      <p:grpSpPr>
        <a:xfrm>
          <a:off x="0" y="0"/>
          <a:ext cx="0" cy="0"/>
          <a:chOff x="0" y="0"/>
          <a:chExt cx="0" cy="0"/>
        </a:xfrm>
      </p:grpSpPr>
      <p:grpSp>
        <p:nvGrpSpPr>
          <p:cNvPr id="1446" name="Google Shape;1446;p70"/>
          <p:cNvGrpSpPr/>
          <p:nvPr/>
        </p:nvGrpSpPr>
        <p:grpSpPr>
          <a:xfrm>
            <a:off x="457237" y="891491"/>
            <a:ext cx="8229525" cy="3274238"/>
            <a:chOff x="2197902" y="3456900"/>
            <a:chExt cx="615724" cy="244975"/>
          </a:xfrm>
        </p:grpSpPr>
        <p:sp>
          <p:nvSpPr>
            <p:cNvPr id="1447" name="Google Shape;1447;p70"/>
            <p:cNvSpPr/>
            <p:nvPr/>
          </p:nvSpPr>
          <p:spPr>
            <a:xfrm flipH="1">
              <a:off x="2197902" y="3502925"/>
              <a:ext cx="615724" cy="151025"/>
            </a:xfrm>
            <a:custGeom>
              <a:avLst/>
              <a:gdLst/>
              <a:ahLst/>
              <a:cxnLst/>
              <a:rect l="l" t="t" r="r" b="b"/>
              <a:pathLst>
                <a:path w="145218" h="6041" extrusionOk="0">
                  <a:moveTo>
                    <a:pt x="17030" y="1"/>
                  </a:moveTo>
                  <a:lnTo>
                    <a:pt x="16009" y="6"/>
                  </a:lnTo>
                  <a:lnTo>
                    <a:pt x="14988" y="16"/>
                  </a:lnTo>
                  <a:lnTo>
                    <a:pt x="13966" y="37"/>
                  </a:lnTo>
                  <a:lnTo>
                    <a:pt x="12975" y="67"/>
                  </a:lnTo>
                  <a:lnTo>
                    <a:pt x="12014" y="103"/>
                  </a:lnTo>
                  <a:lnTo>
                    <a:pt x="11053" y="149"/>
                  </a:lnTo>
                  <a:lnTo>
                    <a:pt x="10122" y="205"/>
                  </a:lnTo>
                  <a:lnTo>
                    <a:pt x="9221" y="266"/>
                  </a:lnTo>
                  <a:lnTo>
                    <a:pt x="8380" y="343"/>
                  </a:lnTo>
                  <a:lnTo>
                    <a:pt x="7539" y="424"/>
                  </a:lnTo>
                  <a:lnTo>
                    <a:pt x="7149" y="470"/>
                  </a:lnTo>
                  <a:lnTo>
                    <a:pt x="6758" y="521"/>
                  </a:lnTo>
                  <a:lnTo>
                    <a:pt x="6398" y="567"/>
                  </a:lnTo>
                  <a:lnTo>
                    <a:pt x="6037" y="623"/>
                  </a:lnTo>
                  <a:lnTo>
                    <a:pt x="5677" y="679"/>
                  </a:lnTo>
                  <a:lnTo>
                    <a:pt x="5347" y="735"/>
                  </a:lnTo>
                  <a:lnTo>
                    <a:pt x="5016" y="797"/>
                  </a:lnTo>
                  <a:lnTo>
                    <a:pt x="4686" y="858"/>
                  </a:lnTo>
                  <a:lnTo>
                    <a:pt x="4415" y="924"/>
                  </a:lnTo>
                  <a:lnTo>
                    <a:pt x="4115" y="996"/>
                  </a:lnTo>
                  <a:lnTo>
                    <a:pt x="3845" y="1067"/>
                  </a:lnTo>
                  <a:lnTo>
                    <a:pt x="3604" y="1138"/>
                  </a:lnTo>
                  <a:lnTo>
                    <a:pt x="3094" y="1302"/>
                  </a:lnTo>
                  <a:lnTo>
                    <a:pt x="2613" y="1465"/>
                  </a:lnTo>
                  <a:lnTo>
                    <a:pt x="2163" y="1623"/>
                  </a:lnTo>
                  <a:lnTo>
                    <a:pt x="1772" y="1786"/>
                  </a:lnTo>
                  <a:lnTo>
                    <a:pt x="1442" y="1939"/>
                  </a:lnTo>
                  <a:lnTo>
                    <a:pt x="1112" y="2097"/>
                  </a:lnTo>
                  <a:lnTo>
                    <a:pt x="841" y="2250"/>
                  </a:lnTo>
                  <a:lnTo>
                    <a:pt x="601" y="2403"/>
                  </a:lnTo>
                  <a:lnTo>
                    <a:pt x="421" y="2556"/>
                  </a:lnTo>
                  <a:lnTo>
                    <a:pt x="271" y="2704"/>
                  </a:lnTo>
                  <a:lnTo>
                    <a:pt x="151" y="2847"/>
                  </a:lnTo>
                  <a:lnTo>
                    <a:pt x="60" y="2995"/>
                  </a:lnTo>
                  <a:lnTo>
                    <a:pt x="30" y="3138"/>
                  </a:lnTo>
                  <a:lnTo>
                    <a:pt x="0" y="3276"/>
                  </a:lnTo>
                  <a:lnTo>
                    <a:pt x="30" y="3413"/>
                  </a:lnTo>
                  <a:lnTo>
                    <a:pt x="90" y="3551"/>
                  </a:lnTo>
                  <a:lnTo>
                    <a:pt x="211" y="3684"/>
                  </a:lnTo>
                  <a:lnTo>
                    <a:pt x="331" y="3816"/>
                  </a:lnTo>
                  <a:lnTo>
                    <a:pt x="511" y="3944"/>
                  </a:lnTo>
                  <a:lnTo>
                    <a:pt x="721" y="4071"/>
                  </a:lnTo>
                  <a:lnTo>
                    <a:pt x="961" y="4194"/>
                  </a:lnTo>
                  <a:lnTo>
                    <a:pt x="1202" y="4316"/>
                  </a:lnTo>
                  <a:lnTo>
                    <a:pt x="1532" y="4433"/>
                  </a:lnTo>
                  <a:lnTo>
                    <a:pt x="1862" y="4551"/>
                  </a:lnTo>
                  <a:lnTo>
                    <a:pt x="2223" y="4663"/>
                  </a:lnTo>
                  <a:lnTo>
                    <a:pt x="2613" y="4775"/>
                  </a:lnTo>
                  <a:lnTo>
                    <a:pt x="3034" y="4882"/>
                  </a:lnTo>
                  <a:lnTo>
                    <a:pt x="3514" y="4989"/>
                  </a:lnTo>
                  <a:lnTo>
                    <a:pt x="3995" y="5091"/>
                  </a:lnTo>
                  <a:lnTo>
                    <a:pt x="4506" y="5188"/>
                  </a:lnTo>
                  <a:lnTo>
                    <a:pt x="5046" y="5285"/>
                  </a:lnTo>
                  <a:lnTo>
                    <a:pt x="5617" y="5377"/>
                  </a:lnTo>
                  <a:lnTo>
                    <a:pt x="5947" y="5423"/>
                  </a:lnTo>
                  <a:lnTo>
                    <a:pt x="6308" y="5474"/>
                  </a:lnTo>
                  <a:lnTo>
                    <a:pt x="6668" y="5515"/>
                  </a:lnTo>
                  <a:lnTo>
                    <a:pt x="7089" y="5561"/>
                  </a:lnTo>
                  <a:lnTo>
                    <a:pt x="7509" y="5607"/>
                  </a:lnTo>
                  <a:lnTo>
                    <a:pt x="7960" y="5647"/>
                  </a:lnTo>
                  <a:lnTo>
                    <a:pt x="8921" y="5729"/>
                  </a:lnTo>
                  <a:lnTo>
                    <a:pt x="9972" y="5800"/>
                  </a:lnTo>
                  <a:lnTo>
                    <a:pt x="11113" y="5867"/>
                  </a:lnTo>
                  <a:lnTo>
                    <a:pt x="12285" y="5923"/>
                  </a:lnTo>
                  <a:lnTo>
                    <a:pt x="13546" y="5969"/>
                  </a:lnTo>
                  <a:lnTo>
                    <a:pt x="13726" y="5918"/>
                  </a:lnTo>
                  <a:lnTo>
                    <a:pt x="13966" y="5862"/>
                  </a:lnTo>
                  <a:lnTo>
                    <a:pt x="14207" y="5811"/>
                  </a:lnTo>
                  <a:lnTo>
                    <a:pt x="14477" y="5765"/>
                  </a:lnTo>
                  <a:lnTo>
                    <a:pt x="14777" y="5719"/>
                  </a:lnTo>
                  <a:lnTo>
                    <a:pt x="15108" y="5673"/>
                  </a:lnTo>
                  <a:lnTo>
                    <a:pt x="15438" y="5632"/>
                  </a:lnTo>
                  <a:lnTo>
                    <a:pt x="15799" y="5596"/>
                  </a:lnTo>
                  <a:lnTo>
                    <a:pt x="16219" y="5561"/>
                  </a:lnTo>
                  <a:lnTo>
                    <a:pt x="16640" y="5530"/>
                  </a:lnTo>
                  <a:lnTo>
                    <a:pt x="17090" y="5505"/>
                  </a:lnTo>
                  <a:lnTo>
                    <a:pt x="17571" y="5479"/>
                  </a:lnTo>
                  <a:lnTo>
                    <a:pt x="18081" y="5464"/>
                  </a:lnTo>
                  <a:lnTo>
                    <a:pt x="18622" y="5448"/>
                  </a:lnTo>
                  <a:lnTo>
                    <a:pt x="19223" y="5443"/>
                  </a:lnTo>
                  <a:lnTo>
                    <a:pt x="19823" y="5438"/>
                  </a:lnTo>
                  <a:lnTo>
                    <a:pt x="20094" y="5438"/>
                  </a:lnTo>
                  <a:lnTo>
                    <a:pt x="20784" y="5448"/>
                  </a:lnTo>
                  <a:lnTo>
                    <a:pt x="21445" y="5459"/>
                  </a:lnTo>
                  <a:lnTo>
                    <a:pt x="22046" y="5474"/>
                  </a:lnTo>
                  <a:lnTo>
                    <a:pt x="22616" y="5494"/>
                  </a:lnTo>
                  <a:lnTo>
                    <a:pt x="23157" y="5520"/>
                  </a:lnTo>
                  <a:lnTo>
                    <a:pt x="23638" y="5550"/>
                  </a:lnTo>
                  <a:lnTo>
                    <a:pt x="24088" y="5586"/>
                  </a:lnTo>
                  <a:lnTo>
                    <a:pt x="24509" y="5622"/>
                  </a:lnTo>
                  <a:lnTo>
                    <a:pt x="24899" y="5663"/>
                  </a:lnTo>
                  <a:lnTo>
                    <a:pt x="25259" y="5709"/>
                  </a:lnTo>
                  <a:lnTo>
                    <a:pt x="25590" y="5754"/>
                  </a:lnTo>
                  <a:lnTo>
                    <a:pt x="25890" y="5805"/>
                  </a:lnTo>
                  <a:lnTo>
                    <a:pt x="26161" y="5856"/>
                  </a:lnTo>
                  <a:lnTo>
                    <a:pt x="26401" y="5908"/>
                  </a:lnTo>
                  <a:lnTo>
                    <a:pt x="26611" y="5964"/>
                  </a:lnTo>
                  <a:lnTo>
                    <a:pt x="26821" y="6020"/>
                  </a:lnTo>
                  <a:lnTo>
                    <a:pt x="125906" y="6020"/>
                  </a:lnTo>
                  <a:lnTo>
                    <a:pt x="127017" y="6035"/>
                  </a:lnTo>
                  <a:lnTo>
                    <a:pt x="128128" y="6040"/>
                  </a:lnTo>
                  <a:lnTo>
                    <a:pt x="128969" y="6040"/>
                  </a:lnTo>
                  <a:lnTo>
                    <a:pt x="129840" y="6030"/>
                  </a:lnTo>
                  <a:lnTo>
                    <a:pt x="130681" y="6015"/>
                  </a:lnTo>
                  <a:lnTo>
                    <a:pt x="131492" y="5989"/>
                  </a:lnTo>
                  <a:lnTo>
                    <a:pt x="132303" y="5959"/>
                  </a:lnTo>
                  <a:lnTo>
                    <a:pt x="133114" y="5923"/>
                  </a:lnTo>
                  <a:lnTo>
                    <a:pt x="133895" y="5882"/>
                  </a:lnTo>
                  <a:lnTo>
                    <a:pt x="134646" y="5836"/>
                  </a:lnTo>
                  <a:lnTo>
                    <a:pt x="135397" y="5780"/>
                  </a:lnTo>
                  <a:lnTo>
                    <a:pt x="136087" y="5724"/>
                  </a:lnTo>
                  <a:lnTo>
                    <a:pt x="136778" y="5658"/>
                  </a:lnTo>
                  <a:lnTo>
                    <a:pt x="137409" y="5586"/>
                  </a:lnTo>
                  <a:lnTo>
                    <a:pt x="138040" y="5510"/>
                  </a:lnTo>
                  <a:lnTo>
                    <a:pt x="138610" y="5428"/>
                  </a:lnTo>
                  <a:lnTo>
                    <a:pt x="139151" y="5341"/>
                  </a:lnTo>
                  <a:lnTo>
                    <a:pt x="139662" y="5250"/>
                  </a:lnTo>
                  <a:lnTo>
                    <a:pt x="140202" y="5137"/>
                  </a:lnTo>
                  <a:lnTo>
                    <a:pt x="140713" y="5025"/>
                  </a:lnTo>
                  <a:lnTo>
                    <a:pt x="141223" y="4903"/>
                  </a:lnTo>
                  <a:lnTo>
                    <a:pt x="141674" y="4780"/>
                  </a:lnTo>
                  <a:lnTo>
                    <a:pt x="142124" y="4653"/>
                  </a:lnTo>
                  <a:lnTo>
                    <a:pt x="142545" y="4520"/>
                  </a:lnTo>
                  <a:lnTo>
                    <a:pt x="142935" y="4388"/>
                  </a:lnTo>
                  <a:lnTo>
                    <a:pt x="143296" y="4250"/>
                  </a:lnTo>
                  <a:lnTo>
                    <a:pt x="143656" y="4112"/>
                  </a:lnTo>
                  <a:lnTo>
                    <a:pt x="143957" y="3969"/>
                  </a:lnTo>
                  <a:lnTo>
                    <a:pt x="144227" y="3826"/>
                  </a:lnTo>
                  <a:lnTo>
                    <a:pt x="144467" y="3684"/>
                  </a:lnTo>
                  <a:lnTo>
                    <a:pt x="144677" y="3536"/>
                  </a:lnTo>
                  <a:lnTo>
                    <a:pt x="144858" y="3388"/>
                  </a:lnTo>
                  <a:lnTo>
                    <a:pt x="145008" y="3240"/>
                  </a:lnTo>
                  <a:lnTo>
                    <a:pt x="145128" y="3092"/>
                  </a:lnTo>
                  <a:lnTo>
                    <a:pt x="145188" y="2939"/>
                  </a:lnTo>
                  <a:lnTo>
                    <a:pt x="145218" y="2791"/>
                  </a:lnTo>
                  <a:lnTo>
                    <a:pt x="145218" y="2643"/>
                  </a:lnTo>
                  <a:lnTo>
                    <a:pt x="145158" y="2495"/>
                  </a:lnTo>
                  <a:lnTo>
                    <a:pt x="145068" y="2347"/>
                  </a:lnTo>
                  <a:lnTo>
                    <a:pt x="144918" y="2199"/>
                  </a:lnTo>
                  <a:lnTo>
                    <a:pt x="144768" y="2051"/>
                  </a:lnTo>
                  <a:lnTo>
                    <a:pt x="144527" y="1909"/>
                  </a:lnTo>
                  <a:lnTo>
                    <a:pt x="144257" y="1766"/>
                  </a:lnTo>
                  <a:lnTo>
                    <a:pt x="143957" y="1628"/>
                  </a:lnTo>
                  <a:lnTo>
                    <a:pt x="143596" y="1490"/>
                  </a:lnTo>
                  <a:lnTo>
                    <a:pt x="143176" y="1353"/>
                  </a:lnTo>
                  <a:lnTo>
                    <a:pt x="142695" y="1225"/>
                  </a:lnTo>
                  <a:lnTo>
                    <a:pt x="142185" y="1092"/>
                  </a:lnTo>
                  <a:lnTo>
                    <a:pt x="141614" y="970"/>
                  </a:lnTo>
                  <a:lnTo>
                    <a:pt x="141013" y="848"/>
                  </a:lnTo>
                  <a:lnTo>
                    <a:pt x="140653" y="792"/>
                  </a:lnTo>
                  <a:lnTo>
                    <a:pt x="140292" y="735"/>
                  </a:lnTo>
                  <a:lnTo>
                    <a:pt x="139932" y="679"/>
                  </a:lnTo>
                  <a:lnTo>
                    <a:pt x="139511" y="628"/>
                  </a:lnTo>
                  <a:lnTo>
                    <a:pt x="139061" y="577"/>
                  </a:lnTo>
                  <a:lnTo>
                    <a:pt x="138580" y="526"/>
                  </a:lnTo>
                  <a:lnTo>
                    <a:pt x="138100" y="480"/>
                  </a:lnTo>
                  <a:lnTo>
                    <a:pt x="137589" y="429"/>
                  </a:lnTo>
                  <a:lnTo>
                    <a:pt x="137049" y="389"/>
                  </a:lnTo>
                  <a:lnTo>
                    <a:pt x="136508" y="343"/>
                  </a:lnTo>
                  <a:lnTo>
                    <a:pt x="135937" y="302"/>
                  </a:lnTo>
                  <a:lnTo>
                    <a:pt x="135337" y="266"/>
                  </a:lnTo>
                  <a:lnTo>
                    <a:pt x="134105" y="195"/>
                  </a:lnTo>
                  <a:lnTo>
                    <a:pt x="132844" y="134"/>
                  </a:lnTo>
                  <a:lnTo>
                    <a:pt x="132633" y="190"/>
                  </a:lnTo>
                  <a:lnTo>
                    <a:pt x="132393" y="246"/>
                  </a:lnTo>
                  <a:lnTo>
                    <a:pt x="132153" y="297"/>
                  </a:lnTo>
                  <a:lnTo>
                    <a:pt x="131883" y="348"/>
                  </a:lnTo>
                  <a:lnTo>
                    <a:pt x="131582" y="394"/>
                  </a:lnTo>
                  <a:lnTo>
                    <a:pt x="131282" y="440"/>
                  </a:lnTo>
                  <a:lnTo>
                    <a:pt x="130922" y="480"/>
                  </a:lnTo>
                  <a:lnTo>
                    <a:pt x="130561" y="516"/>
                  </a:lnTo>
                  <a:lnTo>
                    <a:pt x="130141" y="552"/>
                  </a:lnTo>
                  <a:lnTo>
                    <a:pt x="129720" y="582"/>
                  </a:lnTo>
                  <a:lnTo>
                    <a:pt x="129270" y="613"/>
                  </a:lnTo>
                  <a:lnTo>
                    <a:pt x="128789" y="633"/>
                  </a:lnTo>
                  <a:lnTo>
                    <a:pt x="128248" y="654"/>
                  </a:lnTo>
                  <a:lnTo>
                    <a:pt x="127708" y="664"/>
                  </a:lnTo>
                  <a:lnTo>
                    <a:pt x="127137" y="674"/>
                  </a:lnTo>
                  <a:lnTo>
                    <a:pt x="126236" y="674"/>
                  </a:lnTo>
                  <a:lnTo>
                    <a:pt x="125485" y="669"/>
                  </a:lnTo>
                  <a:lnTo>
                    <a:pt x="124764" y="654"/>
                  </a:lnTo>
                  <a:lnTo>
                    <a:pt x="124134" y="639"/>
                  </a:lnTo>
                  <a:lnTo>
                    <a:pt x="123533" y="613"/>
                  </a:lnTo>
                  <a:lnTo>
                    <a:pt x="122962" y="582"/>
                  </a:lnTo>
                  <a:lnTo>
                    <a:pt x="122452" y="547"/>
                  </a:lnTo>
                  <a:lnTo>
                    <a:pt x="121971" y="511"/>
                  </a:lnTo>
                  <a:lnTo>
                    <a:pt x="121551" y="465"/>
                  </a:lnTo>
                  <a:lnTo>
                    <a:pt x="121160" y="419"/>
                  </a:lnTo>
                  <a:lnTo>
                    <a:pt x="120800" y="368"/>
                  </a:lnTo>
                  <a:lnTo>
                    <a:pt x="120469" y="317"/>
                  </a:lnTo>
                  <a:lnTo>
                    <a:pt x="120169" y="261"/>
                  </a:lnTo>
                  <a:lnTo>
                    <a:pt x="119899" y="205"/>
                  </a:lnTo>
                  <a:lnTo>
                    <a:pt x="119689" y="144"/>
                  </a:lnTo>
                  <a:lnTo>
                    <a:pt x="119478" y="83"/>
                  </a:lnTo>
                  <a:lnTo>
                    <a:pt x="119298" y="21"/>
                  </a:lnTo>
                  <a:lnTo>
                    <a:pt x="19433" y="21"/>
                  </a:lnTo>
                  <a:lnTo>
                    <a:pt x="18231" y="6"/>
                  </a:lnTo>
                  <a:lnTo>
                    <a:pt x="17030" y="1"/>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70"/>
            <p:cNvSpPr/>
            <p:nvPr/>
          </p:nvSpPr>
          <p:spPr>
            <a:xfrm flipH="1">
              <a:off x="2197902" y="3502925"/>
              <a:ext cx="615724" cy="151025"/>
            </a:xfrm>
            <a:custGeom>
              <a:avLst/>
              <a:gdLst/>
              <a:ahLst/>
              <a:cxnLst/>
              <a:rect l="l" t="t" r="r" b="b"/>
              <a:pathLst>
                <a:path w="145218" h="6041" fill="none" extrusionOk="0">
                  <a:moveTo>
                    <a:pt x="17030" y="1"/>
                  </a:moveTo>
                  <a:lnTo>
                    <a:pt x="17030" y="1"/>
                  </a:lnTo>
                  <a:lnTo>
                    <a:pt x="18231" y="6"/>
                  </a:lnTo>
                  <a:lnTo>
                    <a:pt x="19433" y="21"/>
                  </a:lnTo>
                  <a:lnTo>
                    <a:pt x="119298" y="21"/>
                  </a:lnTo>
                  <a:lnTo>
                    <a:pt x="119298" y="21"/>
                  </a:lnTo>
                  <a:lnTo>
                    <a:pt x="119478" y="83"/>
                  </a:lnTo>
                  <a:lnTo>
                    <a:pt x="119689" y="144"/>
                  </a:lnTo>
                  <a:lnTo>
                    <a:pt x="119899" y="205"/>
                  </a:lnTo>
                  <a:lnTo>
                    <a:pt x="120169" y="261"/>
                  </a:lnTo>
                  <a:lnTo>
                    <a:pt x="120469" y="317"/>
                  </a:lnTo>
                  <a:lnTo>
                    <a:pt x="120800" y="368"/>
                  </a:lnTo>
                  <a:lnTo>
                    <a:pt x="121160" y="419"/>
                  </a:lnTo>
                  <a:lnTo>
                    <a:pt x="121551" y="465"/>
                  </a:lnTo>
                  <a:lnTo>
                    <a:pt x="121971" y="511"/>
                  </a:lnTo>
                  <a:lnTo>
                    <a:pt x="122452" y="547"/>
                  </a:lnTo>
                  <a:lnTo>
                    <a:pt x="122962" y="582"/>
                  </a:lnTo>
                  <a:lnTo>
                    <a:pt x="123533" y="613"/>
                  </a:lnTo>
                  <a:lnTo>
                    <a:pt x="124134" y="639"/>
                  </a:lnTo>
                  <a:lnTo>
                    <a:pt x="124764" y="654"/>
                  </a:lnTo>
                  <a:lnTo>
                    <a:pt x="125485" y="669"/>
                  </a:lnTo>
                  <a:lnTo>
                    <a:pt x="126236" y="674"/>
                  </a:lnTo>
                  <a:lnTo>
                    <a:pt x="126236" y="674"/>
                  </a:lnTo>
                  <a:lnTo>
                    <a:pt x="126506" y="674"/>
                  </a:lnTo>
                  <a:lnTo>
                    <a:pt x="126506" y="674"/>
                  </a:lnTo>
                  <a:lnTo>
                    <a:pt x="127137" y="674"/>
                  </a:lnTo>
                  <a:lnTo>
                    <a:pt x="127708" y="664"/>
                  </a:lnTo>
                  <a:lnTo>
                    <a:pt x="128248" y="654"/>
                  </a:lnTo>
                  <a:lnTo>
                    <a:pt x="128789" y="633"/>
                  </a:lnTo>
                  <a:lnTo>
                    <a:pt x="129270" y="613"/>
                  </a:lnTo>
                  <a:lnTo>
                    <a:pt x="129720" y="582"/>
                  </a:lnTo>
                  <a:lnTo>
                    <a:pt x="130141" y="552"/>
                  </a:lnTo>
                  <a:lnTo>
                    <a:pt x="130561" y="516"/>
                  </a:lnTo>
                  <a:lnTo>
                    <a:pt x="130922" y="480"/>
                  </a:lnTo>
                  <a:lnTo>
                    <a:pt x="131282" y="440"/>
                  </a:lnTo>
                  <a:lnTo>
                    <a:pt x="131582" y="394"/>
                  </a:lnTo>
                  <a:lnTo>
                    <a:pt x="131883" y="348"/>
                  </a:lnTo>
                  <a:lnTo>
                    <a:pt x="132153" y="297"/>
                  </a:lnTo>
                  <a:lnTo>
                    <a:pt x="132393" y="246"/>
                  </a:lnTo>
                  <a:lnTo>
                    <a:pt x="132633" y="190"/>
                  </a:lnTo>
                  <a:lnTo>
                    <a:pt x="132844" y="134"/>
                  </a:lnTo>
                  <a:lnTo>
                    <a:pt x="132844" y="134"/>
                  </a:lnTo>
                  <a:lnTo>
                    <a:pt x="134105" y="195"/>
                  </a:lnTo>
                  <a:lnTo>
                    <a:pt x="135337" y="266"/>
                  </a:lnTo>
                  <a:lnTo>
                    <a:pt x="135937" y="302"/>
                  </a:lnTo>
                  <a:lnTo>
                    <a:pt x="136508" y="343"/>
                  </a:lnTo>
                  <a:lnTo>
                    <a:pt x="137049" y="389"/>
                  </a:lnTo>
                  <a:lnTo>
                    <a:pt x="137589" y="429"/>
                  </a:lnTo>
                  <a:lnTo>
                    <a:pt x="138100" y="480"/>
                  </a:lnTo>
                  <a:lnTo>
                    <a:pt x="138580" y="526"/>
                  </a:lnTo>
                  <a:lnTo>
                    <a:pt x="139061" y="577"/>
                  </a:lnTo>
                  <a:lnTo>
                    <a:pt x="139511" y="628"/>
                  </a:lnTo>
                  <a:lnTo>
                    <a:pt x="139932" y="679"/>
                  </a:lnTo>
                  <a:lnTo>
                    <a:pt x="140292" y="735"/>
                  </a:lnTo>
                  <a:lnTo>
                    <a:pt x="140653" y="792"/>
                  </a:lnTo>
                  <a:lnTo>
                    <a:pt x="141013" y="848"/>
                  </a:lnTo>
                  <a:lnTo>
                    <a:pt x="141013" y="848"/>
                  </a:lnTo>
                  <a:lnTo>
                    <a:pt x="141614" y="970"/>
                  </a:lnTo>
                  <a:lnTo>
                    <a:pt x="142185" y="1092"/>
                  </a:lnTo>
                  <a:lnTo>
                    <a:pt x="142695" y="1225"/>
                  </a:lnTo>
                  <a:lnTo>
                    <a:pt x="143176" y="1353"/>
                  </a:lnTo>
                  <a:lnTo>
                    <a:pt x="143596" y="1490"/>
                  </a:lnTo>
                  <a:lnTo>
                    <a:pt x="143957" y="1628"/>
                  </a:lnTo>
                  <a:lnTo>
                    <a:pt x="144257" y="1766"/>
                  </a:lnTo>
                  <a:lnTo>
                    <a:pt x="144527" y="1909"/>
                  </a:lnTo>
                  <a:lnTo>
                    <a:pt x="144768" y="2051"/>
                  </a:lnTo>
                  <a:lnTo>
                    <a:pt x="144918" y="2199"/>
                  </a:lnTo>
                  <a:lnTo>
                    <a:pt x="145068" y="2347"/>
                  </a:lnTo>
                  <a:lnTo>
                    <a:pt x="145158" y="2495"/>
                  </a:lnTo>
                  <a:lnTo>
                    <a:pt x="145218" y="2643"/>
                  </a:lnTo>
                  <a:lnTo>
                    <a:pt x="145218" y="2791"/>
                  </a:lnTo>
                  <a:lnTo>
                    <a:pt x="145188" y="2939"/>
                  </a:lnTo>
                  <a:lnTo>
                    <a:pt x="145128" y="3092"/>
                  </a:lnTo>
                  <a:lnTo>
                    <a:pt x="145008" y="3240"/>
                  </a:lnTo>
                  <a:lnTo>
                    <a:pt x="144858" y="3388"/>
                  </a:lnTo>
                  <a:lnTo>
                    <a:pt x="144677" y="3536"/>
                  </a:lnTo>
                  <a:lnTo>
                    <a:pt x="144467" y="3684"/>
                  </a:lnTo>
                  <a:lnTo>
                    <a:pt x="144227" y="3826"/>
                  </a:lnTo>
                  <a:lnTo>
                    <a:pt x="143957" y="3969"/>
                  </a:lnTo>
                  <a:lnTo>
                    <a:pt x="143656" y="4112"/>
                  </a:lnTo>
                  <a:lnTo>
                    <a:pt x="143296" y="4250"/>
                  </a:lnTo>
                  <a:lnTo>
                    <a:pt x="142935" y="4388"/>
                  </a:lnTo>
                  <a:lnTo>
                    <a:pt x="142545" y="4520"/>
                  </a:lnTo>
                  <a:lnTo>
                    <a:pt x="142124" y="4653"/>
                  </a:lnTo>
                  <a:lnTo>
                    <a:pt x="141674" y="4780"/>
                  </a:lnTo>
                  <a:lnTo>
                    <a:pt x="141223" y="4903"/>
                  </a:lnTo>
                  <a:lnTo>
                    <a:pt x="140713" y="5025"/>
                  </a:lnTo>
                  <a:lnTo>
                    <a:pt x="140202" y="5137"/>
                  </a:lnTo>
                  <a:lnTo>
                    <a:pt x="139662" y="5250"/>
                  </a:lnTo>
                  <a:lnTo>
                    <a:pt x="139662" y="5250"/>
                  </a:lnTo>
                  <a:lnTo>
                    <a:pt x="139151" y="5341"/>
                  </a:lnTo>
                  <a:lnTo>
                    <a:pt x="138610" y="5428"/>
                  </a:lnTo>
                  <a:lnTo>
                    <a:pt x="138040" y="5510"/>
                  </a:lnTo>
                  <a:lnTo>
                    <a:pt x="137409" y="5586"/>
                  </a:lnTo>
                  <a:lnTo>
                    <a:pt x="136778" y="5658"/>
                  </a:lnTo>
                  <a:lnTo>
                    <a:pt x="136087" y="5724"/>
                  </a:lnTo>
                  <a:lnTo>
                    <a:pt x="135397" y="5780"/>
                  </a:lnTo>
                  <a:lnTo>
                    <a:pt x="134646" y="5836"/>
                  </a:lnTo>
                  <a:lnTo>
                    <a:pt x="133895" y="5882"/>
                  </a:lnTo>
                  <a:lnTo>
                    <a:pt x="133114" y="5923"/>
                  </a:lnTo>
                  <a:lnTo>
                    <a:pt x="132303" y="5959"/>
                  </a:lnTo>
                  <a:lnTo>
                    <a:pt x="131492" y="5989"/>
                  </a:lnTo>
                  <a:lnTo>
                    <a:pt x="130681" y="6015"/>
                  </a:lnTo>
                  <a:lnTo>
                    <a:pt x="129840" y="6030"/>
                  </a:lnTo>
                  <a:lnTo>
                    <a:pt x="128969" y="6040"/>
                  </a:lnTo>
                  <a:lnTo>
                    <a:pt x="128128" y="6040"/>
                  </a:lnTo>
                  <a:lnTo>
                    <a:pt x="128128" y="6040"/>
                  </a:lnTo>
                  <a:lnTo>
                    <a:pt x="127017" y="6035"/>
                  </a:lnTo>
                  <a:lnTo>
                    <a:pt x="125906" y="6020"/>
                  </a:lnTo>
                  <a:lnTo>
                    <a:pt x="26821" y="6020"/>
                  </a:lnTo>
                  <a:lnTo>
                    <a:pt x="26821" y="6020"/>
                  </a:lnTo>
                  <a:lnTo>
                    <a:pt x="26611" y="5964"/>
                  </a:lnTo>
                  <a:lnTo>
                    <a:pt x="26401" y="5908"/>
                  </a:lnTo>
                  <a:lnTo>
                    <a:pt x="26161" y="5856"/>
                  </a:lnTo>
                  <a:lnTo>
                    <a:pt x="25890" y="5805"/>
                  </a:lnTo>
                  <a:lnTo>
                    <a:pt x="25590" y="5754"/>
                  </a:lnTo>
                  <a:lnTo>
                    <a:pt x="25259" y="5709"/>
                  </a:lnTo>
                  <a:lnTo>
                    <a:pt x="24899" y="5663"/>
                  </a:lnTo>
                  <a:lnTo>
                    <a:pt x="24509" y="5622"/>
                  </a:lnTo>
                  <a:lnTo>
                    <a:pt x="24088" y="5586"/>
                  </a:lnTo>
                  <a:lnTo>
                    <a:pt x="23638" y="5550"/>
                  </a:lnTo>
                  <a:lnTo>
                    <a:pt x="23157" y="5520"/>
                  </a:lnTo>
                  <a:lnTo>
                    <a:pt x="22616" y="5494"/>
                  </a:lnTo>
                  <a:lnTo>
                    <a:pt x="22046" y="5474"/>
                  </a:lnTo>
                  <a:lnTo>
                    <a:pt x="21445" y="5459"/>
                  </a:lnTo>
                  <a:lnTo>
                    <a:pt x="20784" y="5448"/>
                  </a:lnTo>
                  <a:lnTo>
                    <a:pt x="20094" y="5438"/>
                  </a:lnTo>
                  <a:lnTo>
                    <a:pt x="20094" y="5438"/>
                  </a:lnTo>
                  <a:lnTo>
                    <a:pt x="19823" y="5438"/>
                  </a:lnTo>
                  <a:lnTo>
                    <a:pt x="19823" y="5438"/>
                  </a:lnTo>
                  <a:lnTo>
                    <a:pt x="19223" y="5443"/>
                  </a:lnTo>
                  <a:lnTo>
                    <a:pt x="18622" y="5448"/>
                  </a:lnTo>
                  <a:lnTo>
                    <a:pt x="18081" y="5464"/>
                  </a:lnTo>
                  <a:lnTo>
                    <a:pt x="17571" y="5479"/>
                  </a:lnTo>
                  <a:lnTo>
                    <a:pt x="17090" y="5505"/>
                  </a:lnTo>
                  <a:lnTo>
                    <a:pt x="16640" y="5530"/>
                  </a:lnTo>
                  <a:lnTo>
                    <a:pt x="16219" y="5561"/>
                  </a:lnTo>
                  <a:lnTo>
                    <a:pt x="15799" y="5596"/>
                  </a:lnTo>
                  <a:lnTo>
                    <a:pt x="15438" y="5632"/>
                  </a:lnTo>
                  <a:lnTo>
                    <a:pt x="15108" y="5673"/>
                  </a:lnTo>
                  <a:lnTo>
                    <a:pt x="14777" y="5719"/>
                  </a:lnTo>
                  <a:lnTo>
                    <a:pt x="14477" y="5765"/>
                  </a:lnTo>
                  <a:lnTo>
                    <a:pt x="14207" y="5811"/>
                  </a:lnTo>
                  <a:lnTo>
                    <a:pt x="13966" y="5862"/>
                  </a:lnTo>
                  <a:lnTo>
                    <a:pt x="13726" y="5918"/>
                  </a:lnTo>
                  <a:lnTo>
                    <a:pt x="13546" y="5969"/>
                  </a:lnTo>
                  <a:lnTo>
                    <a:pt x="13546" y="5969"/>
                  </a:lnTo>
                  <a:lnTo>
                    <a:pt x="12285" y="5923"/>
                  </a:lnTo>
                  <a:lnTo>
                    <a:pt x="11113" y="5867"/>
                  </a:lnTo>
                  <a:lnTo>
                    <a:pt x="9972" y="5800"/>
                  </a:lnTo>
                  <a:lnTo>
                    <a:pt x="8921" y="5729"/>
                  </a:lnTo>
                  <a:lnTo>
                    <a:pt x="7960" y="5647"/>
                  </a:lnTo>
                  <a:lnTo>
                    <a:pt x="7509" y="5607"/>
                  </a:lnTo>
                  <a:lnTo>
                    <a:pt x="7089" y="5561"/>
                  </a:lnTo>
                  <a:lnTo>
                    <a:pt x="6668" y="5515"/>
                  </a:lnTo>
                  <a:lnTo>
                    <a:pt x="6308" y="5474"/>
                  </a:lnTo>
                  <a:lnTo>
                    <a:pt x="5947" y="5423"/>
                  </a:lnTo>
                  <a:lnTo>
                    <a:pt x="5617" y="5377"/>
                  </a:lnTo>
                  <a:lnTo>
                    <a:pt x="5617" y="5377"/>
                  </a:lnTo>
                  <a:lnTo>
                    <a:pt x="5046" y="5285"/>
                  </a:lnTo>
                  <a:lnTo>
                    <a:pt x="4506" y="5188"/>
                  </a:lnTo>
                  <a:lnTo>
                    <a:pt x="3995" y="5091"/>
                  </a:lnTo>
                  <a:lnTo>
                    <a:pt x="3514" y="4989"/>
                  </a:lnTo>
                  <a:lnTo>
                    <a:pt x="3034" y="4882"/>
                  </a:lnTo>
                  <a:lnTo>
                    <a:pt x="2613" y="4775"/>
                  </a:lnTo>
                  <a:lnTo>
                    <a:pt x="2223" y="4663"/>
                  </a:lnTo>
                  <a:lnTo>
                    <a:pt x="1862" y="4551"/>
                  </a:lnTo>
                  <a:lnTo>
                    <a:pt x="1532" y="4433"/>
                  </a:lnTo>
                  <a:lnTo>
                    <a:pt x="1202" y="4316"/>
                  </a:lnTo>
                  <a:lnTo>
                    <a:pt x="961" y="4194"/>
                  </a:lnTo>
                  <a:lnTo>
                    <a:pt x="721" y="4071"/>
                  </a:lnTo>
                  <a:lnTo>
                    <a:pt x="511" y="3944"/>
                  </a:lnTo>
                  <a:lnTo>
                    <a:pt x="331" y="3816"/>
                  </a:lnTo>
                  <a:lnTo>
                    <a:pt x="211" y="3684"/>
                  </a:lnTo>
                  <a:lnTo>
                    <a:pt x="90" y="3551"/>
                  </a:lnTo>
                  <a:lnTo>
                    <a:pt x="30" y="3413"/>
                  </a:lnTo>
                  <a:lnTo>
                    <a:pt x="0" y="3276"/>
                  </a:lnTo>
                  <a:lnTo>
                    <a:pt x="30" y="3138"/>
                  </a:lnTo>
                  <a:lnTo>
                    <a:pt x="60" y="2995"/>
                  </a:lnTo>
                  <a:lnTo>
                    <a:pt x="151" y="2847"/>
                  </a:lnTo>
                  <a:lnTo>
                    <a:pt x="271" y="2704"/>
                  </a:lnTo>
                  <a:lnTo>
                    <a:pt x="421" y="2556"/>
                  </a:lnTo>
                  <a:lnTo>
                    <a:pt x="601" y="2403"/>
                  </a:lnTo>
                  <a:lnTo>
                    <a:pt x="841" y="2250"/>
                  </a:lnTo>
                  <a:lnTo>
                    <a:pt x="1112" y="2097"/>
                  </a:lnTo>
                  <a:lnTo>
                    <a:pt x="1442" y="1939"/>
                  </a:lnTo>
                  <a:lnTo>
                    <a:pt x="1772" y="1786"/>
                  </a:lnTo>
                  <a:lnTo>
                    <a:pt x="2163" y="1623"/>
                  </a:lnTo>
                  <a:lnTo>
                    <a:pt x="2613" y="1465"/>
                  </a:lnTo>
                  <a:lnTo>
                    <a:pt x="3094" y="1302"/>
                  </a:lnTo>
                  <a:lnTo>
                    <a:pt x="3604" y="1138"/>
                  </a:lnTo>
                  <a:lnTo>
                    <a:pt x="3604" y="1138"/>
                  </a:lnTo>
                  <a:lnTo>
                    <a:pt x="3845" y="1067"/>
                  </a:lnTo>
                  <a:lnTo>
                    <a:pt x="4115" y="996"/>
                  </a:lnTo>
                  <a:lnTo>
                    <a:pt x="4415" y="924"/>
                  </a:lnTo>
                  <a:lnTo>
                    <a:pt x="4686" y="858"/>
                  </a:lnTo>
                  <a:lnTo>
                    <a:pt x="5016" y="797"/>
                  </a:lnTo>
                  <a:lnTo>
                    <a:pt x="5347" y="735"/>
                  </a:lnTo>
                  <a:lnTo>
                    <a:pt x="5677" y="679"/>
                  </a:lnTo>
                  <a:lnTo>
                    <a:pt x="6037" y="623"/>
                  </a:lnTo>
                  <a:lnTo>
                    <a:pt x="6398" y="567"/>
                  </a:lnTo>
                  <a:lnTo>
                    <a:pt x="6758" y="521"/>
                  </a:lnTo>
                  <a:lnTo>
                    <a:pt x="7149" y="470"/>
                  </a:lnTo>
                  <a:lnTo>
                    <a:pt x="7539" y="424"/>
                  </a:lnTo>
                  <a:lnTo>
                    <a:pt x="8380" y="343"/>
                  </a:lnTo>
                  <a:lnTo>
                    <a:pt x="9221" y="266"/>
                  </a:lnTo>
                  <a:lnTo>
                    <a:pt x="10122" y="205"/>
                  </a:lnTo>
                  <a:lnTo>
                    <a:pt x="11053" y="149"/>
                  </a:lnTo>
                  <a:lnTo>
                    <a:pt x="12014" y="103"/>
                  </a:lnTo>
                  <a:lnTo>
                    <a:pt x="12975" y="67"/>
                  </a:lnTo>
                  <a:lnTo>
                    <a:pt x="13966" y="37"/>
                  </a:lnTo>
                  <a:lnTo>
                    <a:pt x="14988" y="16"/>
                  </a:lnTo>
                  <a:lnTo>
                    <a:pt x="16009" y="6"/>
                  </a:lnTo>
                  <a:lnTo>
                    <a:pt x="1703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70"/>
            <p:cNvSpPr/>
            <p:nvPr/>
          </p:nvSpPr>
          <p:spPr>
            <a:xfrm flipH="1">
              <a:off x="2696080" y="3652125"/>
              <a:ext cx="64953" cy="49750"/>
            </a:xfrm>
            <a:custGeom>
              <a:avLst/>
              <a:gdLst/>
              <a:ahLst/>
              <a:cxnLst/>
              <a:rect l="l" t="t" r="r" b="b"/>
              <a:pathLst>
                <a:path w="15319" h="1990" extrusionOk="0">
                  <a:moveTo>
                    <a:pt x="1142" y="1"/>
                  </a:moveTo>
                  <a:lnTo>
                    <a:pt x="932" y="62"/>
                  </a:lnTo>
                  <a:lnTo>
                    <a:pt x="782" y="118"/>
                  </a:lnTo>
                  <a:lnTo>
                    <a:pt x="631" y="179"/>
                  </a:lnTo>
                  <a:lnTo>
                    <a:pt x="481" y="235"/>
                  </a:lnTo>
                  <a:lnTo>
                    <a:pt x="271" y="358"/>
                  </a:lnTo>
                  <a:lnTo>
                    <a:pt x="151" y="475"/>
                  </a:lnTo>
                  <a:lnTo>
                    <a:pt x="61" y="592"/>
                  </a:lnTo>
                  <a:lnTo>
                    <a:pt x="1" y="705"/>
                  </a:lnTo>
                  <a:lnTo>
                    <a:pt x="31" y="807"/>
                  </a:lnTo>
                  <a:lnTo>
                    <a:pt x="61" y="898"/>
                  </a:lnTo>
                  <a:lnTo>
                    <a:pt x="121" y="985"/>
                  </a:lnTo>
                  <a:lnTo>
                    <a:pt x="211" y="1072"/>
                  </a:lnTo>
                  <a:lnTo>
                    <a:pt x="331" y="1164"/>
                  </a:lnTo>
                  <a:lnTo>
                    <a:pt x="451" y="1255"/>
                  </a:lnTo>
                  <a:lnTo>
                    <a:pt x="661" y="1347"/>
                  </a:lnTo>
                  <a:lnTo>
                    <a:pt x="872" y="1434"/>
                  </a:lnTo>
                  <a:lnTo>
                    <a:pt x="1172" y="1521"/>
                  </a:lnTo>
                  <a:lnTo>
                    <a:pt x="1502" y="1602"/>
                  </a:lnTo>
                  <a:lnTo>
                    <a:pt x="1713" y="1638"/>
                  </a:lnTo>
                  <a:lnTo>
                    <a:pt x="1923" y="1679"/>
                  </a:lnTo>
                  <a:lnTo>
                    <a:pt x="2163" y="1715"/>
                  </a:lnTo>
                  <a:lnTo>
                    <a:pt x="2403" y="1750"/>
                  </a:lnTo>
                  <a:lnTo>
                    <a:pt x="2674" y="1781"/>
                  </a:lnTo>
                  <a:lnTo>
                    <a:pt x="2974" y="1811"/>
                  </a:lnTo>
                  <a:lnTo>
                    <a:pt x="3304" y="1842"/>
                  </a:lnTo>
                  <a:lnTo>
                    <a:pt x="3635" y="1868"/>
                  </a:lnTo>
                  <a:lnTo>
                    <a:pt x="3995" y="1893"/>
                  </a:lnTo>
                  <a:lnTo>
                    <a:pt x="4386" y="1913"/>
                  </a:lnTo>
                  <a:lnTo>
                    <a:pt x="4806" y="1934"/>
                  </a:lnTo>
                  <a:lnTo>
                    <a:pt x="5227" y="1949"/>
                  </a:lnTo>
                  <a:lnTo>
                    <a:pt x="5677" y="1964"/>
                  </a:lnTo>
                  <a:lnTo>
                    <a:pt x="6188" y="1975"/>
                  </a:lnTo>
                  <a:lnTo>
                    <a:pt x="6698" y="1980"/>
                  </a:lnTo>
                  <a:lnTo>
                    <a:pt x="7239" y="1985"/>
                  </a:lnTo>
                  <a:lnTo>
                    <a:pt x="7599" y="1990"/>
                  </a:lnTo>
                  <a:lnTo>
                    <a:pt x="8140" y="1985"/>
                  </a:lnTo>
                  <a:lnTo>
                    <a:pt x="8651" y="1980"/>
                  </a:lnTo>
                  <a:lnTo>
                    <a:pt x="9131" y="1970"/>
                  </a:lnTo>
                  <a:lnTo>
                    <a:pt x="9582" y="1954"/>
                  </a:lnTo>
                  <a:lnTo>
                    <a:pt x="10032" y="1934"/>
                  </a:lnTo>
                  <a:lnTo>
                    <a:pt x="10453" y="1913"/>
                  </a:lnTo>
                  <a:lnTo>
                    <a:pt x="10843" y="1888"/>
                  </a:lnTo>
                  <a:lnTo>
                    <a:pt x="11234" y="1857"/>
                  </a:lnTo>
                  <a:lnTo>
                    <a:pt x="11594" y="1827"/>
                  </a:lnTo>
                  <a:lnTo>
                    <a:pt x="11924" y="1791"/>
                  </a:lnTo>
                  <a:lnTo>
                    <a:pt x="12255" y="1755"/>
                  </a:lnTo>
                  <a:lnTo>
                    <a:pt x="12555" y="1715"/>
                  </a:lnTo>
                  <a:lnTo>
                    <a:pt x="12855" y="1674"/>
                  </a:lnTo>
                  <a:lnTo>
                    <a:pt x="13126" y="1633"/>
                  </a:lnTo>
                  <a:lnTo>
                    <a:pt x="13366" y="1587"/>
                  </a:lnTo>
                  <a:lnTo>
                    <a:pt x="13606" y="1541"/>
                  </a:lnTo>
                  <a:lnTo>
                    <a:pt x="14027" y="1444"/>
                  </a:lnTo>
                  <a:lnTo>
                    <a:pt x="14387" y="1347"/>
                  </a:lnTo>
                  <a:lnTo>
                    <a:pt x="14688" y="1245"/>
                  </a:lnTo>
                  <a:lnTo>
                    <a:pt x="14928" y="1143"/>
                  </a:lnTo>
                  <a:lnTo>
                    <a:pt x="15108" y="1046"/>
                  </a:lnTo>
                  <a:lnTo>
                    <a:pt x="15228" y="949"/>
                  </a:lnTo>
                  <a:lnTo>
                    <a:pt x="15288" y="863"/>
                  </a:lnTo>
                  <a:lnTo>
                    <a:pt x="15318" y="776"/>
                  </a:lnTo>
                  <a:lnTo>
                    <a:pt x="15318" y="705"/>
                  </a:lnTo>
                  <a:lnTo>
                    <a:pt x="15318" y="623"/>
                  </a:lnTo>
                  <a:lnTo>
                    <a:pt x="15258" y="531"/>
                  </a:lnTo>
                  <a:lnTo>
                    <a:pt x="15168" y="439"/>
                  </a:lnTo>
                  <a:lnTo>
                    <a:pt x="15048" y="342"/>
                  </a:lnTo>
                  <a:lnTo>
                    <a:pt x="14898" y="246"/>
                  </a:lnTo>
                  <a:lnTo>
                    <a:pt x="14688" y="149"/>
                  </a:lnTo>
                  <a:lnTo>
                    <a:pt x="14417" y="52"/>
                  </a:lnTo>
                  <a:lnTo>
                    <a:pt x="7539" y="52"/>
                  </a:lnTo>
                  <a:lnTo>
                    <a:pt x="6458" y="67"/>
                  </a:lnTo>
                  <a:lnTo>
                    <a:pt x="5347" y="72"/>
                  </a:lnTo>
                  <a:lnTo>
                    <a:pt x="4266" y="67"/>
                  </a:lnTo>
                  <a:lnTo>
                    <a:pt x="3214" y="52"/>
                  </a:lnTo>
                  <a:lnTo>
                    <a:pt x="2163" y="31"/>
                  </a:lnTo>
                  <a:lnTo>
                    <a:pt x="1142" y="1"/>
                  </a:lnTo>
                  <a:close/>
                </a:path>
              </a:pathLst>
            </a:custGeom>
            <a:solidFill>
              <a:srgbClr val="A1C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70"/>
            <p:cNvSpPr/>
            <p:nvPr/>
          </p:nvSpPr>
          <p:spPr>
            <a:xfrm flipH="1">
              <a:off x="2696080" y="3652125"/>
              <a:ext cx="64953" cy="49750"/>
            </a:xfrm>
            <a:custGeom>
              <a:avLst/>
              <a:gdLst/>
              <a:ahLst/>
              <a:cxnLst/>
              <a:rect l="l" t="t" r="r" b="b"/>
              <a:pathLst>
                <a:path w="15319" h="1990" fill="none" extrusionOk="0">
                  <a:moveTo>
                    <a:pt x="1142" y="1"/>
                  </a:moveTo>
                  <a:lnTo>
                    <a:pt x="1142" y="1"/>
                  </a:lnTo>
                  <a:lnTo>
                    <a:pt x="2163" y="31"/>
                  </a:lnTo>
                  <a:lnTo>
                    <a:pt x="3214" y="52"/>
                  </a:lnTo>
                  <a:lnTo>
                    <a:pt x="4266" y="67"/>
                  </a:lnTo>
                  <a:lnTo>
                    <a:pt x="5347" y="72"/>
                  </a:lnTo>
                  <a:lnTo>
                    <a:pt x="5347" y="72"/>
                  </a:lnTo>
                  <a:lnTo>
                    <a:pt x="6458" y="67"/>
                  </a:lnTo>
                  <a:lnTo>
                    <a:pt x="7539" y="52"/>
                  </a:lnTo>
                  <a:lnTo>
                    <a:pt x="14417" y="52"/>
                  </a:lnTo>
                  <a:lnTo>
                    <a:pt x="14417" y="52"/>
                  </a:lnTo>
                  <a:lnTo>
                    <a:pt x="14688" y="149"/>
                  </a:lnTo>
                  <a:lnTo>
                    <a:pt x="14898" y="246"/>
                  </a:lnTo>
                  <a:lnTo>
                    <a:pt x="15048" y="342"/>
                  </a:lnTo>
                  <a:lnTo>
                    <a:pt x="15168" y="439"/>
                  </a:lnTo>
                  <a:lnTo>
                    <a:pt x="15258" y="531"/>
                  </a:lnTo>
                  <a:lnTo>
                    <a:pt x="15318" y="623"/>
                  </a:lnTo>
                  <a:lnTo>
                    <a:pt x="15318" y="705"/>
                  </a:lnTo>
                  <a:lnTo>
                    <a:pt x="15318" y="776"/>
                  </a:lnTo>
                  <a:lnTo>
                    <a:pt x="15318" y="776"/>
                  </a:lnTo>
                  <a:lnTo>
                    <a:pt x="15288" y="863"/>
                  </a:lnTo>
                  <a:lnTo>
                    <a:pt x="15228" y="949"/>
                  </a:lnTo>
                  <a:lnTo>
                    <a:pt x="15108" y="1046"/>
                  </a:lnTo>
                  <a:lnTo>
                    <a:pt x="14928" y="1143"/>
                  </a:lnTo>
                  <a:lnTo>
                    <a:pt x="14688" y="1245"/>
                  </a:lnTo>
                  <a:lnTo>
                    <a:pt x="14387" y="1347"/>
                  </a:lnTo>
                  <a:lnTo>
                    <a:pt x="14027" y="1444"/>
                  </a:lnTo>
                  <a:lnTo>
                    <a:pt x="13606" y="1541"/>
                  </a:lnTo>
                  <a:lnTo>
                    <a:pt x="13366" y="1587"/>
                  </a:lnTo>
                  <a:lnTo>
                    <a:pt x="13126" y="1633"/>
                  </a:lnTo>
                  <a:lnTo>
                    <a:pt x="12855" y="1674"/>
                  </a:lnTo>
                  <a:lnTo>
                    <a:pt x="12555" y="1715"/>
                  </a:lnTo>
                  <a:lnTo>
                    <a:pt x="12255" y="1755"/>
                  </a:lnTo>
                  <a:lnTo>
                    <a:pt x="11924" y="1791"/>
                  </a:lnTo>
                  <a:lnTo>
                    <a:pt x="11594" y="1827"/>
                  </a:lnTo>
                  <a:lnTo>
                    <a:pt x="11234" y="1857"/>
                  </a:lnTo>
                  <a:lnTo>
                    <a:pt x="10843" y="1888"/>
                  </a:lnTo>
                  <a:lnTo>
                    <a:pt x="10453" y="1913"/>
                  </a:lnTo>
                  <a:lnTo>
                    <a:pt x="10032" y="1934"/>
                  </a:lnTo>
                  <a:lnTo>
                    <a:pt x="9582" y="1954"/>
                  </a:lnTo>
                  <a:lnTo>
                    <a:pt x="9131" y="1970"/>
                  </a:lnTo>
                  <a:lnTo>
                    <a:pt x="8651" y="1980"/>
                  </a:lnTo>
                  <a:lnTo>
                    <a:pt x="8140" y="1985"/>
                  </a:lnTo>
                  <a:lnTo>
                    <a:pt x="7599" y="1990"/>
                  </a:lnTo>
                  <a:lnTo>
                    <a:pt x="7599" y="1990"/>
                  </a:lnTo>
                  <a:lnTo>
                    <a:pt x="7239" y="1985"/>
                  </a:lnTo>
                  <a:lnTo>
                    <a:pt x="7239" y="1985"/>
                  </a:lnTo>
                  <a:lnTo>
                    <a:pt x="6698" y="1980"/>
                  </a:lnTo>
                  <a:lnTo>
                    <a:pt x="6188" y="1975"/>
                  </a:lnTo>
                  <a:lnTo>
                    <a:pt x="5677" y="1964"/>
                  </a:lnTo>
                  <a:lnTo>
                    <a:pt x="5227" y="1949"/>
                  </a:lnTo>
                  <a:lnTo>
                    <a:pt x="4806" y="1934"/>
                  </a:lnTo>
                  <a:lnTo>
                    <a:pt x="4386" y="1913"/>
                  </a:lnTo>
                  <a:lnTo>
                    <a:pt x="3995" y="1893"/>
                  </a:lnTo>
                  <a:lnTo>
                    <a:pt x="3635" y="1868"/>
                  </a:lnTo>
                  <a:lnTo>
                    <a:pt x="3304" y="1842"/>
                  </a:lnTo>
                  <a:lnTo>
                    <a:pt x="2974" y="1811"/>
                  </a:lnTo>
                  <a:lnTo>
                    <a:pt x="2674" y="1781"/>
                  </a:lnTo>
                  <a:lnTo>
                    <a:pt x="2403" y="1750"/>
                  </a:lnTo>
                  <a:lnTo>
                    <a:pt x="2163" y="1715"/>
                  </a:lnTo>
                  <a:lnTo>
                    <a:pt x="1923" y="1679"/>
                  </a:lnTo>
                  <a:lnTo>
                    <a:pt x="1713" y="1638"/>
                  </a:lnTo>
                  <a:lnTo>
                    <a:pt x="1502" y="1602"/>
                  </a:lnTo>
                  <a:lnTo>
                    <a:pt x="1172" y="1521"/>
                  </a:lnTo>
                  <a:lnTo>
                    <a:pt x="872" y="1434"/>
                  </a:lnTo>
                  <a:lnTo>
                    <a:pt x="661" y="1347"/>
                  </a:lnTo>
                  <a:lnTo>
                    <a:pt x="451" y="1255"/>
                  </a:lnTo>
                  <a:lnTo>
                    <a:pt x="331" y="1164"/>
                  </a:lnTo>
                  <a:lnTo>
                    <a:pt x="211" y="1072"/>
                  </a:lnTo>
                  <a:lnTo>
                    <a:pt x="121" y="985"/>
                  </a:lnTo>
                  <a:lnTo>
                    <a:pt x="61" y="898"/>
                  </a:lnTo>
                  <a:lnTo>
                    <a:pt x="61" y="898"/>
                  </a:lnTo>
                  <a:lnTo>
                    <a:pt x="31" y="807"/>
                  </a:lnTo>
                  <a:lnTo>
                    <a:pt x="1" y="705"/>
                  </a:lnTo>
                  <a:lnTo>
                    <a:pt x="61" y="592"/>
                  </a:lnTo>
                  <a:lnTo>
                    <a:pt x="151" y="475"/>
                  </a:lnTo>
                  <a:lnTo>
                    <a:pt x="271" y="358"/>
                  </a:lnTo>
                  <a:lnTo>
                    <a:pt x="481" y="235"/>
                  </a:lnTo>
                  <a:lnTo>
                    <a:pt x="631" y="179"/>
                  </a:lnTo>
                  <a:lnTo>
                    <a:pt x="782" y="118"/>
                  </a:lnTo>
                  <a:lnTo>
                    <a:pt x="932" y="62"/>
                  </a:lnTo>
                  <a:lnTo>
                    <a:pt x="114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70"/>
            <p:cNvSpPr/>
            <p:nvPr/>
          </p:nvSpPr>
          <p:spPr>
            <a:xfrm flipH="1">
              <a:off x="2699901" y="3638875"/>
              <a:ext cx="56294" cy="15075"/>
            </a:xfrm>
            <a:custGeom>
              <a:avLst/>
              <a:gdLst/>
              <a:ahLst/>
              <a:cxnLst/>
              <a:rect l="l" t="t" r="r" b="b"/>
              <a:pathLst>
                <a:path w="13277" h="603" extrusionOk="0">
                  <a:moveTo>
                    <a:pt x="6278" y="0"/>
                  </a:moveTo>
                  <a:lnTo>
                    <a:pt x="5678" y="5"/>
                  </a:lnTo>
                  <a:lnTo>
                    <a:pt x="5077" y="10"/>
                  </a:lnTo>
                  <a:lnTo>
                    <a:pt x="4536" y="26"/>
                  </a:lnTo>
                  <a:lnTo>
                    <a:pt x="4026" y="41"/>
                  </a:lnTo>
                  <a:lnTo>
                    <a:pt x="3545" y="67"/>
                  </a:lnTo>
                  <a:lnTo>
                    <a:pt x="3095" y="92"/>
                  </a:lnTo>
                  <a:lnTo>
                    <a:pt x="2674" y="123"/>
                  </a:lnTo>
                  <a:lnTo>
                    <a:pt x="2254" y="158"/>
                  </a:lnTo>
                  <a:lnTo>
                    <a:pt x="1893" y="194"/>
                  </a:lnTo>
                  <a:lnTo>
                    <a:pt x="1563" y="235"/>
                  </a:lnTo>
                  <a:lnTo>
                    <a:pt x="1232" y="281"/>
                  </a:lnTo>
                  <a:lnTo>
                    <a:pt x="932" y="327"/>
                  </a:lnTo>
                  <a:lnTo>
                    <a:pt x="662" y="373"/>
                  </a:lnTo>
                  <a:lnTo>
                    <a:pt x="421" y="424"/>
                  </a:lnTo>
                  <a:lnTo>
                    <a:pt x="181" y="480"/>
                  </a:lnTo>
                  <a:lnTo>
                    <a:pt x="1" y="531"/>
                  </a:lnTo>
                  <a:lnTo>
                    <a:pt x="1022" y="561"/>
                  </a:lnTo>
                  <a:lnTo>
                    <a:pt x="2073" y="582"/>
                  </a:lnTo>
                  <a:lnTo>
                    <a:pt x="3125" y="597"/>
                  </a:lnTo>
                  <a:lnTo>
                    <a:pt x="4206" y="602"/>
                  </a:lnTo>
                  <a:lnTo>
                    <a:pt x="5317" y="597"/>
                  </a:lnTo>
                  <a:lnTo>
                    <a:pt x="6398" y="582"/>
                  </a:lnTo>
                  <a:lnTo>
                    <a:pt x="13276" y="582"/>
                  </a:lnTo>
                  <a:lnTo>
                    <a:pt x="13066" y="526"/>
                  </a:lnTo>
                  <a:lnTo>
                    <a:pt x="12856" y="470"/>
                  </a:lnTo>
                  <a:lnTo>
                    <a:pt x="12616" y="418"/>
                  </a:lnTo>
                  <a:lnTo>
                    <a:pt x="12345" y="367"/>
                  </a:lnTo>
                  <a:lnTo>
                    <a:pt x="12045" y="316"/>
                  </a:lnTo>
                  <a:lnTo>
                    <a:pt x="11714" y="271"/>
                  </a:lnTo>
                  <a:lnTo>
                    <a:pt x="11354" y="225"/>
                  </a:lnTo>
                  <a:lnTo>
                    <a:pt x="10964" y="184"/>
                  </a:lnTo>
                  <a:lnTo>
                    <a:pt x="10543" y="148"/>
                  </a:lnTo>
                  <a:lnTo>
                    <a:pt x="10093" y="112"/>
                  </a:lnTo>
                  <a:lnTo>
                    <a:pt x="9612" y="82"/>
                  </a:lnTo>
                  <a:lnTo>
                    <a:pt x="9071" y="56"/>
                  </a:lnTo>
                  <a:lnTo>
                    <a:pt x="8501" y="36"/>
                  </a:lnTo>
                  <a:lnTo>
                    <a:pt x="7900" y="21"/>
                  </a:lnTo>
                  <a:lnTo>
                    <a:pt x="7239" y="10"/>
                  </a:lnTo>
                  <a:lnTo>
                    <a:pt x="6549" y="0"/>
                  </a:lnTo>
                  <a:close/>
                </a:path>
              </a:pathLst>
            </a:custGeom>
            <a:solidFill>
              <a:srgbClr val="399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70"/>
            <p:cNvSpPr/>
            <p:nvPr/>
          </p:nvSpPr>
          <p:spPr>
            <a:xfrm flipH="1">
              <a:off x="2699901" y="3638875"/>
              <a:ext cx="56294" cy="15075"/>
            </a:xfrm>
            <a:custGeom>
              <a:avLst/>
              <a:gdLst/>
              <a:ahLst/>
              <a:cxnLst/>
              <a:rect l="l" t="t" r="r" b="b"/>
              <a:pathLst>
                <a:path w="13277" h="603" fill="none" extrusionOk="0">
                  <a:moveTo>
                    <a:pt x="6278" y="0"/>
                  </a:moveTo>
                  <a:lnTo>
                    <a:pt x="6278" y="0"/>
                  </a:lnTo>
                  <a:lnTo>
                    <a:pt x="6549" y="0"/>
                  </a:lnTo>
                  <a:lnTo>
                    <a:pt x="6549" y="0"/>
                  </a:lnTo>
                  <a:lnTo>
                    <a:pt x="7239" y="10"/>
                  </a:lnTo>
                  <a:lnTo>
                    <a:pt x="7900" y="21"/>
                  </a:lnTo>
                  <a:lnTo>
                    <a:pt x="8501" y="36"/>
                  </a:lnTo>
                  <a:lnTo>
                    <a:pt x="9071" y="56"/>
                  </a:lnTo>
                  <a:lnTo>
                    <a:pt x="9612" y="82"/>
                  </a:lnTo>
                  <a:lnTo>
                    <a:pt x="10093" y="112"/>
                  </a:lnTo>
                  <a:lnTo>
                    <a:pt x="10543" y="148"/>
                  </a:lnTo>
                  <a:lnTo>
                    <a:pt x="10964" y="184"/>
                  </a:lnTo>
                  <a:lnTo>
                    <a:pt x="11354" y="225"/>
                  </a:lnTo>
                  <a:lnTo>
                    <a:pt x="11714" y="271"/>
                  </a:lnTo>
                  <a:lnTo>
                    <a:pt x="12045" y="316"/>
                  </a:lnTo>
                  <a:lnTo>
                    <a:pt x="12345" y="367"/>
                  </a:lnTo>
                  <a:lnTo>
                    <a:pt x="12616" y="418"/>
                  </a:lnTo>
                  <a:lnTo>
                    <a:pt x="12856" y="470"/>
                  </a:lnTo>
                  <a:lnTo>
                    <a:pt x="13066" y="526"/>
                  </a:lnTo>
                  <a:lnTo>
                    <a:pt x="13276" y="582"/>
                  </a:lnTo>
                  <a:lnTo>
                    <a:pt x="6398" y="582"/>
                  </a:lnTo>
                  <a:lnTo>
                    <a:pt x="6398" y="582"/>
                  </a:lnTo>
                  <a:lnTo>
                    <a:pt x="5317" y="597"/>
                  </a:lnTo>
                  <a:lnTo>
                    <a:pt x="4206" y="602"/>
                  </a:lnTo>
                  <a:lnTo>
                    <a:pt x="4206" y="602"/>
                  </a:lnTo>
                  <a:lnTo>
                    <a:pt x="3125" y="597"/>
                  </a:lnTo>
                  <a:lnTo>
                    <a:pt x="2073" y="582"/>
                  </a:lnTo>
                  <a:lnTo>
                    <a:pt x="1022" y="561"/>
                  </a:lnTo>
                  <a:lnTo>
                    <a:pt x="1" y="531"/>
                  </a:lnTo>
                  <a:lnTo>
                    <a:pt x="1" y="531"/>
                  </a:lnTo>
                  <a:lnTo>
                    <a:pt x="181" y="480"/>
                  </a:lnTo>
                  <a:lnTo>
                    <a:pt x="421" y="424"/>
                  </a:lnTo>
                  <a:lnTo>
                    <a:pt x="662" y="373"/>
                  </a:lnTo>
                  <a:lnTo>
                    <a:pt x="932" y="327"/>
                  </a:lnTo>
                  <a:lnTo>
                    <a:pt x="1232" y="281"/>
                  </a:lnTo>
                  <a:lnTo>
                    <a:pt x="1563" y="235"/>
                  </a:lnTo>
                  <a:lnTo>
                    <a:pt x="1893" y="194"/>
                  </a:lnTo>
                  <a:lnTo>
                    <a:pt x="2254" y="158"/>
                  </a:lnTo>
                  <a:lnTo>
                    <a:pt x="2674" y="123"/>
                  </a:lnTo>
                  <a:lnTo>
                    <a:pt x="3095" y="92"/>
                  </a:lnTo>
                  <a:lnTo>
                    <a:pt x="3545" y="67"/>
                  </a:lnTo>
                  <a:lnTo>
                    <a:pt x="4026" y="41"/>
                  </a:lnTo>
                  <a:lnTo>
                    <a:pt x="4536" y="26"/>
                  </a:lnTo>
                  <a:lnTo>
                    <a:pt x="5077" y="10"/>
                  </a:lnTo>
                  <a:lnTo>
                    <a:pt x="5678" y="5"/>
                  </a:lnTo>
                  <a:lnTo>
                    <a:pt x="627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70"/>
            <p:cNvSpPr/>
            <p:nvPr/>
          </p:nvSpPr>
          <p:spPr>
            <a:xfrm flipH="1">
              <a:off x="2245911" y="3456900"/>
              <a:ext cx="64948" cy="49375"/>
            </a:xfrm>
            <a:custGeom>
              <a:avLst/>
              <a:gdLst/>
              <a:ahLst/>
              <a:cxnLst/>
              <a:rect l="l" t="t" r="r" b="b"/>
              <a:pathLst>
                <a:path w="15318" h="1975" extrusionOk="0">
                  <a:moveTo>
                    <a:pt x="7209" y="1"/>
                  </a:moveTo>
                  <a:lnTo>
                    <a:pt x="6698" y="11"/>
                  </a:lnTo>
                  <a:lnTo>
                    <a:pt x="6217" y="21"/>
                  </a:lnTo>
                  <a:lnTo>
                    <a:pt x="5767" y="36"/>
                  </a:lnTo>
                  <a:lnTo>
                    <a:pt x="5316" y="52"/>
                  </a:lnTo>
                  <a:lnTo>
                    <a:pt x="4896" y="77"/>
                  </a:lnTo>
                  <a:lnTo>
                    <a:pt x="4505" y="103"/>
                  </a:lnTo>
                  <a:lnTo>
                    <a:pt x="4115" y="128"/>
                  </a:lnTo>
                  <a:lnTo>
                    <a:pt x="3755" y="164"/>
                  </a:lnTo>
                  <a:lnTo>
                    <a:pt x="3424" y="194"/>
                  </a:lnTo>
                  <a:lnTo>
                    <a:pt x="3094" y="230"/>
                  </a:lnTo>
                  <a:lnTo>
                    <a:pt x="2793" y="271"/>
                  </a:lnTo>
                  <a:lnTo>
                    <a:pt x="2493" y="312"/>
                  </a:lnTo>
                  <a:lnTo>
                    <a:pt x="2223" y="358"/>
                  </a:lnTo>
                  <a:lnTo>
                    <a:pt x="1983" y="398"/>
                  </a:lnTo>
                  <a:lnTo>
                    <a:pt x="1742" y="444"/>
                  </a:lnTo>
                  <a:lnTo>
                    <a:pt x="1322" y="541"/>
                  </a:lnTo>
                  <a:lnTo>
                    <a:pt x="961" y="643"/>
                  </a:lnTo>
                  <a:lnTo>
                    <a:pt x="661" y="740"/>
                  </a:lnTo>
                  <a:lnTo>
                    <a:pt x="421" y="842"/>
                  </a:lnTo>
                  <a:lnTo>
                    <a:pt x="241" y="944"/>
                  </a:lnTo>
                  <a:lnTo>
                    <a:pt x="120" y="1036"/>
                  </a:lnTo>
                  <a:lnTo>
                    <a:pt x="30" y="1128"/>
                  </a:lnTo>
                  <a:lnTo>
                    <a:pt x="0" y="1215"/>
                  </a:lnTo>
                  <a:lnTo>
                    <a:pt x="30" y="1352"/>
                  </a:lnTo>
                  <a:lnTo>
                    <a:pt x="60" y="1429"/>
                  </a:lnTo>
                  <a:lnTo>
                    <a:pt x="120" y="1510"/>
                  </a:lnTo>
                  <a:lnTo>
                    <a:pt x="210" y="1597"/>
                  </a:lnTo>
                  <a:lnTo>
                    <a:pt x="361" y="1684"/>
                  </a:lnTo>
                  <a:lnTo>
                    <a:pt x="511" y="1776"/>
                  </a:lnTo>
                  <a:lnTo>
                    <a:pt x="721" y="1862"/>
                  </a:lnTo>
                  <a:lnTo>
                    <a:pt x="5587" y="1862"/>
                  </a:lnTo>
                  <a:lnTo>
                    <a:pt x="6758" y="1847"/>
                  </a:lnTo>
                  <a:lnTo>
                    <a:pt x="7899" y="1842"/>
                  </a:lnTo>
                  <a:lnTo>
                    <a:pt x="8710" y="1847"/>
                  </a:lnTo>
                  <a:lnTo>
                    <a:pt x="9521" y="1852"/>
                  </a:lnTo>
                  <a:lnTo>
                    <a:pt x="10332" y="1862"/>
                  </a:lnTo>
                  <a:lnTo>
                    <a:pt x="11143" y="1878"/>
                  </a:lnTo>
                  <a:lnTo>
                    <a:pt x="11924" y="1898"/>
                  </a:lnTo>
                  <a:lnTo>
                    <a:pt x="12735" y="1918"/>
                  </a:lnTo>
                  <a:lnTo>
                    <a:pt x="13486" y="1944"/>
                  </a:lnTo>
                  <a:lnTo>
                    <a:pt x="14267" y="1975"/>
                  </a:lnTo>
                  <a:lnTo>
                    <a:pt x="14447" y="1918"/>
                  </a:lnTo>
                  <a:lnTo>
                    <a:pt x="14597" y="1862"/>
                  </a:lnTo>
                  <a:lnTo>
                    <a:pt x="14747" y="1801"/>
                  </a:lnTo>
                  <a:lnTo>
                    <a:pt x="14867" y="1745"/>
                  </a:lnTo>
                  <a:lnTo>
                    <a:pt x="15078" y="1623"/>
                  </a:lnTo>
                  <a:lnTo>
                    <a:pt x="15198" y="1505"/>
                  </a:lnTo>
                  <a:lnTo>
                    <a:pt x="15288" y="1393"/>
                  </a:lnTo>
                  <a:lnTo>
                    <a:pt x="15318" y="1286"/>
                  </a:lnTo>
                  <a:lnTo>
                    <a:pt x="15318" y="1184"/>
                  </a:lnTo>
                  <a:lnTo>
                    <a:pt x="15288" y="1092"/>
                  </a:lnTo>
                  <a:lnTo>
                    <a:pt x="15228" y="1005"/>
                  </a:lnTo>
                  <a:lnTo>
                    <a:pt x="15138" y="914"/>
                  </a:lnTo>
                  <a:lnTo>
                    <a:pt x="15018" y="822"/>
                  </a:lnTo>
                  <a:lnTo>
                    <a:pt x="14867" y="730"/>
                  </a:lnTo>
                  <a:lnTo>
                    <a:pt x="14687" y="643"/>
                  </a:lnTo>
                  <a:lnTo>
                    <a:pt x="14447" y="551"/>
                  </a:lnTo>
                  <a:lnTo>
                    <a:pt x="14177" y="470"/>
                  </a:lnTo>
                  <a:lnTo>
                    <a:pt x="13816" y="388"/>
                  </a:lnTo>
                  <a:lnTo>
                    <a:pt x="13636" y="347"/>
                  </a:lnTo>
                  <a:lnTo>
                    <a:pt x="13426" y="312"/>
                  </a:lnTo>
                  <a:lnTo>
                    <a:pt x="13185" y="276"/>
                  </a:lnTo>
                  <a:lnTo>
                    <a:pt x="12915" y="240"/>
                  </a:lnTo>
                  <a:lnTo>
                    <a:pt x="12645" y="210"/>
                  </a:lnTo>
                  <a:lnTo>
                    <a:pt x="12375" y="179"/>
                  </a:lnTo>
                  <a:lnTo>
                    <a:pt x="12044" y="149"/>
                  </a:lnTo>
                  <a:lnTo>
                    <a:pt x="11714" y="123"/>
                  </a:lnTo>
                  <a:lnTo>
                    <a:pt x="11353" y="98"/>
                  </a:lnTo>
                  <a:lnTo>
                    <a:pt x="10963" y="77"/>
                  </a:lnTo>
                  <a:lnTo>
                    <a:pt x="10542" y="57"/>
                  </a:lnTo>
                  <a:lnTo>
                    <a:pt x="10122" y="41"/>
                  </a:lnTo>
                  <a:lnTo>
                    <a:pt x="9641" y="26"/>
                  </a:lnTo>
                  <a:lnTo>
                    <a:pt x="9161" y="16"/>
                  </a:lnTo>
                  <a:lnTo>
                    <a:pt x="8650" y="6"/>
                  </a:lnTo>
                  <a:lnTo>
                    <a:pt x="8110" y="1"/>
                  </a:lnTo>
                  <a:close/>
                </a:path>
              </a:pathLst>
            </a:custGeom>
            <a:solidFill>
              <a:srgbClr val="00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70"/>
            <p:cNvSpPr/>
            <p:nvPr/>
          </p:nvSpPr>
          <p:spPr>
            <a:xfrm flipH="1">
              <a:off x="2245911" y="3456900"/>
              <a:ext cx="64948" cy="49375"/>
            </a:xfrm>
            <a:custGeom>
              <a:avLst/>
              <a:gdLst/>
              <a:ahLst/>
              <a:cxnLst/>
              <a:rect l="l" t="t" r="r" b="b"/>
              <a:pathLst>
                <a:path w="15318" h="1975" fill="none" extrusionOk="0">
                  <a:moveTo>
                    <a:pt x="7749" y="1"/>
                  </a:moveTo>
                  <a:lnTo>
                    <a:pt x="7749" y="1"/>
                  </a:lnTo>
                  <a:lnTo>
                    <a:pt x="8110" y="1"/>
                  </a:lnTo>
                  <a:lnTo>
                    <a:pt x="8110" y="1"/>
                  </a:lnTo>
                  <a:lnTo>
                    <a:pt x="8650" y="6"/>
                  </a:lnTo>
                  <a:lnTo>
                    <a:pt x="9161" y="16"/>
                  </a:lnTo>
                  <a:lnTo>
                    <a:pt x="9641" y="26"/>
                  </a:lnTo>
                  <a:lnTo>
                    <a:pt x="10122" y="41"/>
                  </a:lnTo>
                  <a:lnTo>
                    <a:pt x="10542" y="57"/>
                  </a:lnTo>
                  <a:lnTo>
                    <a:pt x="10963" y="77"/>
                  </a:lnTo>
                  <a:lnTo>
                    <a:pt x="11353" y="98"/>
                  </a:lnTo>
                  <a:lnTo>
                    <a:pt x="11714" y="123"/>
                  </a:lnTo>
                  <a:lnTo>
                    <a:pt x="12044" y="149"/>
                  </a:lnTo>
                  <a:lnTo>
                    <a:pt x="12375" y="179"/>
                  </a:lnTo>
                  <a:lnTo>
                    <a:pt x="12645" y="210"/>
                  </a:lnTo>
                  <a:lnTo>
                    <a:pt x="12915" y="240"/>
                  </a:lnTo>
                  <a:lnTo>
                    <a:pt x="13185" y="276"/>
                  </a:lnTo>
                  <a:lnTo>
                    <a:pt x="13426" y="312"/>
                  </a:lnTo>
                  <a:lnTo>
                    <a:pt x="13636" y="347"/>
                  </a:lnTo>
                  <a:lnTo>
                    <a:pt x="13816" y="388"/>
                  </a:lnTo>
                  <a:lnTo>
                    <a:pt x="14177" y="470"/>
                  </a:lnTo>
                  <a:lnTo>
                    <a:pt x="14447" y="551"/>
                  </a:lnTo>
                  <a:lnTo>
                    <a:pt x="14687" y="643"/>
                  </a:lnTo>
                  <a:lnTo>
                    <a:pt x="14867" y="730"/>
                  </a:lnTo>
                  <a:lnTo>
                    <a:pt x="15018" y="822"/>
                  </a:lnTo>
                  <a:lnTo>
                    <a:pt x="15138" y="914"/>
                  </a:lnTo>
                  <a:lnTo>
                    <a:pt x="15228" y="1005"/>
                  </a:lnTo>
                  <a:lnTo>
                    <a:pt x="15288" y="1092"/>
                  </a:lnTo>
                  <a:lnTo>
                    <a:pt x="15288" y="1092"/>
                  </a:lnTo>
                  <a:lnTo>
                    <a:pt x="15318" y="1184"/>
                  </a:lnTo>
                  <a:lnTo>
                    <a:pt x="15318" y="1286"/>
                  </a:lnTo>
                  <a:lnTo>
                    <a:pt x="15288" y="1393"/>
                  </a:lnTo>
                  <a:lnTo>
                    <a:pt x="15198" y="1505"/>
                  </a:lnTo>
                  <a:lnTo>
                    <a:pt x="15078" y="1623"/>
                  </a:lnTo>
                  <a:lnTo>
                    <a:pt x="14867" y="1745"/>
                  </a:lnTo>
                  <a:lnTo>
                    <a:pt x="14747" y="1801"/>
                  </a:lnTo>
                  <a:lnTo>
                    <a:pt x="14597" y="1862"/>
                  </a:lnTo>
                  <a:lnTo>
                    <a:pt x="14447" y="1918"/>
                  </a:lnTo>
                  <a:lnTo>
                    <a:pt x="14267" y="1975"/>
                  </a:lnTo>
                  <a:lnTo>
                    <a:pt x="14267" y="1975"/>
                  </a:lnTo>
                  <a:lnTo>
                    <a:pt x="13486" y="1944"/>
                  </a:lnTo>
                  <a:lnTo>
                    <a:pt x="12735" y="1918"/>
                  </a:lnTo>
                  <a:lnTo>
                    <a:pt x="11924" y="1898"/>
                  </a:lnTo>
                  <a:lnTo>
                    <a:pt x="11143" y="1878"/>
                  </a:lnTo>
                  <a:lnTo>
                    <a:pt x="10332" y="1862"/>
                  </a:lnTo>
                  <a:lnTo>
                    <a:pt x="9521" y="1852"/>
                  </a:lnTo>
                  <a:lnTo>
                    <a:pt x="8710" y="1847"/>
                  </a:lnTo>
                  <a:lnTo>
                    <a:pt x="7899" y="1842"/>
                  </a:lnTo>
                  <a:lnTo>
                    <a:pt x="7899" y="1842"/>
                  </a:lnTo>
                  <a:lnTo>
                    <a:pt x="6758" y="1847"/>
                  </a:lnTo>
                  <a:lnTo>
                    <a:pt x="5587" y="1862"/>
                  </a:lnTo>
                  <a:lnTo>
                    <a:pt x="721" y="1862"/>
                  </a:lnTo>
                  <a:lnTo>
                    <a:pt x="721" y="1862"/>
                  </a:lnTo>
                  <a:lnTo>
                    <a:pt x="511" y="1776"/>
                  </a:lnTo>
                  <a:lnTo>
                    <a:pt x="361" y="1684"/>
                  </a:lnTo>
                  <a:lnTo>
                    <a:pt x="210" y="1597"/>
                  </a:lnTo>
                  <a:lnTo>
                    <a:pt x="120" y="1510"/>
                  </a:lnTo>
                  <a:lnTo>
                    <a:pt x="60" y="1429"/>
                  </a:lnTo>
                  <a:lnTo>
                    <a:pt x="30" y="1352"/>
                  </a:lnTo>
                  <a:lnTo>
                    <a:pt x="0" y="1215"/>
                  </a:lnTo>
                  <a:lnTo>
                    <a:pt x="0" y="1215"/>
                  </a:lnTo>
                  <a:lnTo>
                    <a:pt x="30" y="1128"/>
                  </a:lnTo>
                  <a:lnTo>
                    <a:pt x="120" y="1036"/>
                  </a:lnTo>
                  <a:lnTo>
                    <a:pt x="241" y="944"/>
                  </a:lnTo>
                  <a:lnTo>
                    <a:pt x="421" y="842"/>
                  </a:lnTo>
                  <a:lnTo>
                    <a:pt x="661" y="740"/>
                  </a:lnTo>
                  <a:lnTo>
                    <a:pt x="961" y="643"/>
                  </a:lnTo>
                  <a:lnTo>
                    <a:pt x="1322" y="541"/>
                  </a:lnTo>
                  <a:lnTo>
                    <a:pt x="1742" y="444"/>
                  </a:lnTo>
                  <a:lnTo>
                    <a:pt x="1983" y="398"/>
                  </a:lnTo>
                  <a:lnTo>
                    <a:pt x="2223" y="358"/>
                  </a:lnTo>
                  <a:lnTo>
                    <a:pt x="2493" y="312"/>
                  </a:lnTo>
                  <a:lnTo>
                    <a:pt x="2793" y="271"/>
                  </a:lnTo>
                  <a:lnTo>
                    <a:pt x="3094" y="230"/>
                  </a:lnTo>
                  <a:lnTo>
                    <a:pt x="3424" y="194"/>
                  </a:lnTo>
                  <a:lnTo>
                    <a:pt x="3755" y="164"/>
                  </a:lnTo>
                  <a:lnTo>
                    <a:pt x="4115" y="128"/>
                  </a:lnTo>
                  <a:lnTo>
                    <a:pt x="4505" y="103"/>
                  </a:lnTo>
                  <a:lnTo>
                    <a:pt x="4896" y="77"/>
                  </a:lnTo>
                  <a:lnTo>
                    <a:pt x="5316" y="52"/>
                  </a:lnTo>
                  <a:lnTo>
                    <a:pt x="5767" y="36"/>
                  </a:lnTo>
                  <a:lnTo>
                    <a:pt x="6217" y="21"/>
                  </a:lnTo>
                  <a:lnTo>
                    <a:pt x="6698" y="11"/>
                  </a:lnTo>
                  <a:lnTo>
                    <a:pt x="7209" y="1"/>
                  </a:lnTo>
                  <a:lnTo>
                    <a:pt x="774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70"/>
            <p:cNvSpPr/>
            <p:nvPr/>
          </p:nvSpPr>
          <p:spPr>
            <a:xfrm flipH="1">
              <a:off x="2250367" y="3502925"/>
              <a:ext cx="57435" cy="16875"/>
            </a:xfrm>
            <a:custGeom>
              <a:avLst/>
              <a:gdLst/>
              <a:ahLst/>
              <a:cxnLst/>
              <a:rect l="l" t="t" r="r" b="b"/>
              <a:pathLst>
                <a:path w="13546" h="675" extrusionOk="0">
                  <a:moveTo>
                    <a:pt x="7178" y="1"/>
                  </a:moveTo>
                  <a:lnTo>
                    <a:pt x="6037" y="6"/>
                  </a:lnTo>
                  <a:lnTo>
                    <a:pt x="4866" y="21"/>
                  </a:lnTo>
                  <a:lnTo>
                    <a:pt x="0" y="21"/>
                  </a:lnTo>
                  <a:lnTo>
                    <a:pt x="180" y="83"/>
                  </a:lnTo>
                  <a:lnTo>
                    <a:pt x="391" y="144"/>
                  </a:lnTo>
                  <a:lnTo>
                    <a:pt x="601" y="205"/>
                  </a:lnTo>
                  <a:lnTo>
                    <a:pt x="871" y="261"/>
                  </a:lnTo>
                  <a:lnTo>
                    <a:pt x="1171" y="317"/>
                  </a:lnTo>
                  <a:lnTo>
                    <a:pt x="1502" y="368"/>
                  </a:lnTo>
                  <a:lnTo>
                    <a:pt x="1862" y="419"/>
                  </a:lnTo>
                  <a:lnTo>
                    <a:pt x="2253" y="465"/>
                  </a:lnTo>
                  <a:lnTo>
                    <a:pt x="2673" y="511"/>
                  </a:lnTo>
                  <a:lnTo>
                    <a:pt x="3154" y="547"/>
                  </a:lnTo>
                  <a:lnTo>
                    <a:pt x="3664" y="582"/>
                  </a:lnTo>
                  <a:lnTo>
                    <a:pt x="4235" y="613"/>
                  </a:lnTo>
                  <a:lnTo>
                    <a:pt x="4836" y="639"/>
                  </a:lnTo>
                  <a:lnTo>
                    <a:pt x="5466" y="654"/>
                  </a:lnTo>
                  <a:lnTo>
                    <a:pt x="6187" y="669"/>
                  </a:lnTo>
                  <a:lnTo>
                    <a:pt x="6938" y="674"/>
                  </a:lnTo>
                  <a:lnTo>
                    <a:pt x="7839" y="674"/>
                  </a:lnTo>
                  <a:lnTo>
                    <a:pt x="8410" y="664"/>
                  </a:lnTo>
                  <a:lnTo>
                    <a:pt x="8950" y="654"/>
                  </a:lnTo>
                  <a:lnTo>
                    <a:pt x="9491" y="633"/>
                  </a:lnTo>
                  <a:lnTo>
                    <a:pt x="9972" y="613"/>
                  </a:lnTo>
                  <a:lnTo>
                    <a:pt x="10422" y="582"/>
                  </a:lnTo>
                  <a:lnTo>
                    <a:pt x="10843" y="552"/>
                  </a:lnTo>
                  <a:lnTo>
                    <a:pt x="11263" y="516"/>
                  </a:lnTo>
                  <a:lnTo>
                    <a:pt x="11624" y="480"/>
                  </a:lnTo>
                  <a:lnTo>
                    <a:pt x="11984" y="440"/>
                  </a:lnTo>
                  <a:lnTo>
                    <a:pt x="12284" y="394"/>
                  </a:lnTo>
                  <a:lnTo>
                    <a:pt x="12585" y="348"/>
                  </a:lnTo>
                  <a:lnTo>
                    <a:pt x="12855" y="297"/>
                  </a:lnTo>
                  <a:lnTo>
                    <a:pt x="13095" y="246"/>
                  </a:lnTo>
                  <a:lnTo>
                    <a:pt x="13335" y="190"/>
                  </a:lnTo>
                  <a:lnTo>
                    <a:pt x="13546" y="134"/>
                  </a:lnTo>
                  <a:lnTo>
                    <a:pt x="12765" y="103"/>
                  </a:lnTo>
                  <a:lnTo>
                    <a:pt x="12014" y="77"/>
                  </a:lnTo>
                  <a:lnTo>
                    <a:pt x="11203" y="57"/>
                  </a:lnTo>
                  <a:lnTo>
                    <a:pt x="10422" y="37"/>
                  </a:lnTo>
                  <a:lnTo>
                    <a:pt x="9611" y="21"/>
                  </a:lnTo>
                  <a:lnTo>
                    <a:pt x="8800" y="11"/>
                  </a:lnTo>
                  <a:lnTo>
                    <a:pt x="7989" y="6"/>
                  </a:lnTo>
                  <a:lnTo>
                    <a:pt x="7178" y="1"/>
                  </a:lnTo>
                  <a:close/>
                </a:path>
              </a:pathLst>
            </a:custGeom>
            <a:solidFill>
              <a:srgbClr val="008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70"/>
            <p:cNvSpPr/>
            <p:nvPr/>
          </p:nvSpPr>
          <p:spPr>
            <a:xfrm flipH="1">
              <a:off x="2250367" y="3502925"/>
              <a:ext cx="57435" cy="16875"/>
            </a:xfrm>
            <a:custGeom>
              <a:avLst/>
              <a:gdLst/>
              <a:ahLst/>
              <a:cxnLst/>
              <a:rect l="l" t="t" r="r" b="b"/>
              <a:pathLst>
                <a:path w="13546" h="675" fill="none" extrusionOk="0">
                  <a:moveTo>
                    <a:pt x="7178" y="1"/>
                  </a:moveTo>
                  <a:lnTo>
                    <a:pt x="7178" y="1"/>
                  </a:lnTo>
                  <a:lnTo>
                    <a:pt x="7989" y="6"/>
                  </a:lnTo>
                  <a:lnTo>
                    <a:pt x="8800" y="11"/>
                  </a:lnTo>
                  <a:lnTo>
                    <a:pt x="9611" y="21"/>
                  </a:lnTo>
                  <a:lnTo>
                    <a:pt x="10422" y="37"/>
                  </a:lnTo>
                  <a:lnTo>
                    <a:pt x="11203" y="57"/>
                  </a:lnTo>
                  <a:lnTo>
                    <a:pt x="12014" y="77"/>
                  </a:lnTo>
                  <a:lnTo>
                    <a:pt x="12765" y="103"/>
                  </a:lnTo>
                  <a:lnTo>
                    <a:pt x="13546" y="134"/>
                  </a:lnTo>
                  <a:lnTo>
                    <a:pt x="13546" y="134"/>
                  </a:lnTo>
                  <a:lnTo>
                    <a:pt x="13335" y="190"/>
                  </a:lnTo>
                  <a:lnTo>
                    <a:pt x="13095" y="246"/>
                  </a:lnTo>
                  <a:lnTo>
                    <a:pt x="12855" y="297"/>
                  </a:lnTo>
                  <a:lnTo>
                    <a:pt x="12585" y="348"/>
                  </a:lnTo>
                  <a:lnTo>
                    <a:pt x="12284" y="394"/>
                  </a:lnTo>
                  <a:lnTo>
                    <a:pt x="11984" y="440"/>
                  </a:lnTo>
                  <a:lnTo>
                    <a:pt x="11624" y="480"/>
                  </a:lnTo>
                  <a:lnTo>
                    <a:pt x="11263" y="516"/>
                  </a:lnTo>
                  <a:lnTo>
                    <a:pt x="10843" y="552"/>
                  </a:lnTo>
                  <a:lnTo>
                    <a:pt x="10422" y="582"/>
                  </a:lnTo>
                  <a:lnTo>
                    <a:pt x="9972" y="613"/>
                  </a:lnTo>
                  <a:lnTo>
                    <a:pt x="9491" y="633"/>
                  </a:lnTo>
                  <a:lnTo>
                    <a:pt x="8950" y="654"/>
                  </a:lnTo>
                  <a:lnTo>
                    <a:pt x="8410" y="664"/>
                  </a:lnTo>
                  <a:lnTo>
                    <a:pt x="7839" y="674"/>
                  </a:lnTo>
                  <a:lnTo>
                    <a:pt x="7208" y="674"/>
                  </a:lnTo>
                  <a:lnTo>
                    <a:pt x="7208" y="674"/>
                  </a:lnTo>
                  <a:lnTo>
                    <a:pt x="6938" y="674"/>
                  </a:lnTo>
                  <a:lnTo>
                    <a:pt x="6938" y="674"/>
                  </a:lnTo>
                  <a:lnTo>
                    <a:pt x="6187" y="669"/>
                  </a:lnTo>
                  <a:lnTo>
                    <a:pt x="5466" y="654"/>
                  </a:lnTo>
                  <a:lnTo>
                    <a:pt x="4836" y="639"/>
                  </a:lnTo>
                  <a:lnTo>
                    <a:pt x="4235" y="613"/>
                  </a:lnTo>
                  <a:lnTo>
                    <a:pt x="3664" y="582"/>
                  </a:lnTo>
                  <a:lnTo>
                    <a:pt x="3154" y="547"/>
                  </a:lnTo>
                  <a:lnTo>
                    <a:pt x="2673" y="511"/>
                  </a:lnTo>
                  <a:lnTo>
                    <a:pt x="2253" y="465"/>
                  </a:lnTo>
                  <a:lnTo>
                    <a:pt x="1862" y="419"/>
                  </a:lnTo>
                  <a:lnTo>
                    <a:pt x="1502" y="368"/>
                  </a:lnTo>
                  <a:lnTo>
                    <a:pt x="1171" y="317"/>
                  </a:lnTo>
                  <a:lnTo>
                    <a:pt x="871" y="261"/>
                  </a:lnTo>
                  <a:lnTo>
                    <a:pt x="601" y="205"/>
                  </a:lnTo>
                  <a:lnTo>
                    <a:pt x="391" y="144"/>
                  </a:lnTo>
                  <a:lnTo>
                    <a:pt x="180" y="83"/>
                  </a:lnTo>
                  <a:lnTo>
                    <a:pt x="0" y="21"/>
                  </a:lnTo>
                  <a:lnTo>
                    <a:pt x="4866" y="21"/>
                  </a:lnTo>
                  <a:lnTo>
                    <a:pt x="4866" y="21"/>
                  </a:lnTo>
                  <a:lnTo>
                    <a:pt x="6037" y="6"/>
                  </a:lnTo>
                  <a:lnTo>
                    <a:pt x="717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7" name="Google Shape;1457;p70"/>
          <p:cNvSpPr/>
          <p:nvPr/>
        </p:nvSpPr>
        <p:spPr>
          <a:xfrm flipH="1">
            <a:off x="457296" y="1527878"/>
            <a:ext cx="8229504" cy="2019861"/>
          </a:xfrm>
          <a:custGeom>
            <a:avLst/>
            <a:gdLst/>
            <a:ahLst/>
            <a:cxnLst/>
            <a:rect l="l" t="t" r="r" b="b"/>
            <a:pathLst>
              <a:path w="145218" h="6045" fill="none" extrusionOk="0">
                <a:moveTo>
                  <a:pt x="17030" y="1"/>
                </a:moveTo>
                <a:lnTo>
                  <a:pt x="17030" y="1"/>
                </a:lnTo>
                <a:lnTo>
                  <a:pt x="18231" y="6"/>
                </a:lnTo>
                <a:lnTo>
                  <a:pt x="19433" y="26"/>
                </a:lnTo>
                <a:lnTo>
                  <a:pt x="119298" y="26"/>
                </a:lnTo>
                <a:lnTo>
                  <a:pt x="119298" y="26"/>
                </a:lnTo>
                <a:lnTo>
                  <a:pt x="119478" y="87"/>
                </a:lnTo>
                <a:lnTo>
                  <a:pt x="119689" y="149"/>
                </a:lnTo>
                <a:lnTo>
                  <a:pt x="119899" y="205"/>
                </a:lnTo>
                <a:lnTo>
                  <a:pt x="120169" y="266"/>
                </a:lnTo>
                <a:lnTo>
                  <a:pt x="120469" y="322"/>
                </a:lnTo>
                <a:lnTo>
                  <a:pt x="120800" y="373"/>
                </a:lnTo>
                <a:lnTo>
                  <a:pt x="121160" y="424"/>
                </a:lnTo>
                <a:lnTo>
                  <a:pt x="121551" y="470"/>
                </a:lnTo>
                <a:lnTo>
                  <a:pt x="121971" y="511"/>
                </a:lnTo>
                <a:lnTo>
                  <a:pt x="122452" y="552"/>
                </a:lnTo>
                <a:lnTo>
                  <a:pt x="122962" y="587"/>
                </a:lnTo>
                <a:lnTo>
                  <a:pt x="123533" y="618"/>
                </a:lnTo>
                <a:lnTo>
                  <a:pt x="124134" y="638"/>
                </a:lnTo>
                <a:lnTo>
                  <a:pt x="124764" y="659"/>
                </a:lnTo>
                <a:lnTo>
                  <a:pt x="125485" y="674"/>
                </a:lnTo>
                <a:lnTo>
                  <a:pt x="126236" y="679"/>
                </a:lnTo>
                <a:lnTo>
                  <a:pt x="126236" y="679"/>
                </a:lnTo>
                <a:lnTo>
                  <a:pt x="126506" y="679"/>
                </a:lnTo>
                <a:lnTo>
                  <a:pt x="126506" y="679"/>
                </a:lnTo>
                <a:lnTo>
                  <a:pt x="127137" y="674"/>
                </a:lnTo>
                <a:lnTo>
                  <a:pt x="127708" y="669"/>
                </a:lnTo>
                <a:lnTo>
                  <a:pt x="128248" y="654"/>
                </a:lnTo>
                <a:lnTo>
                  <a:pt x="128789" y="638"/>
                </a:lnTo>
                <a:lnTo>
                  <a:pt x="129270" y="613"/>
                </a:lnTo>
                <a:lnTo>
                  <a:pt x="129720" y="587"/>
                </a:lnTo>
                <a:lnTo>
                  <a:pt x="130141" y="557"/>
                </a:lnTo>
                <a:lnTo>
                  <a:pt x="130561" y="521"/>
                </a:lnTo>
                <a:lnTo>
                  <a:pt x="130922" y="480"/>
                </a:lnTo>
                <a:lnTo>
                  <a:pt x="131282" y="439"/>
                </a:lnTo>
                <a:lnTo>
                  <a:pt x="131582" y="393"/>
                </a:lnTo>
                <a:lnTo>
                  <a:pt x="131883" y="348"/>
                </a:lnTo>
                <a:lnTo>
                  <a:pt x="132153" y="297"/>
                </a:lnTo>
                <a:lnTo>
                  <a:pt x="132393" y="246"/>
                </a:lnTo>
                <a:lnTo>
                  <a:pt x="132633" y="194"/>
                </a:lnTo>
                <a:lnTo>
                  <a:pt x="132844" y="138"/>
                </a:lnTo>
                <a:lnTo>
                  <a:pt x="132844" y="138"/>
                </a:lnTo>
                <a:lnTo>
                  <a:pt x="134105" y="200"/>
                </a:lnTo>
                <a:lnTo>
                  <a:pt x="135337" y="266"/>
                </a:lnTo>
                <a:lnTo>
                  <a:pt x="135937" y="307"/>
                </a:lnTo>
                <a:lnTo>
                  <a:pt x="136508" y="348"/>
                </a:lnTo>
                <a:lnTo>
                  <a:pt x="137049" y="388"/>
                </a:lnTo>
                <a:lnTo>
                  <a:pt x="137589" y="434"/>
                </a:lnTo>
                <a:lnTo>
                  <a:pt x="138100" y="480"/>
                </a:lnTo>
                <a:lnTo>
                  <a:pt x="138580" y="531"/>
                </a:lnTo>
                <a:lnTo>
                  <a:pt x="139061" y="577"/>
                </a:lnTo>
                <a:lnTo>
                  <a:pt x="139511" y="633"/>
                </a:lnTo>
                <a:lnTo>
                  <a:pt x="139932" y="684"/>
                </a:lnTo>
                <a:lnTo>
                  <a:pt x="140292" y="740"/>
                </a:lnTo>
                <a:lnTo>
                  <a:pt x="140653" y="796"/>
                </a:lnTo>
                <a:lnTo>
                  <a:pt x="141013" y="852"/>
                </a:lnTo>
                <a:lnTo>
                  <a:pt x="141013" y="852"/>
                </a:lnTo>
                <a:lnTo>
                  <a:pt x="141614" y="975"/>
                </a:lnTo>
                <a:lnTo>
                  <a:pt x="142185" y="1097"/>
                </a:lnTo>
                <a:lnTo>
                  <a:pt x="142695" y="1225"/>
                </a:lnTo>
                <a:lnTo>
                  <a:pt x="143176" y="1357"/>
                </a:lnTo>
                <a:lnTo>
                  <a:pt x="143596" y="1490"/>
                </a:lnTo>
                <a:lnTo>
                  <a:pt x="143957" y="1628"/>
                </a:lnTo>
                <a:lnTo>
                  <a:pt x="144257" y="1771"/>
                </a:lnTo>
                <a:lnTo>
                  <a:pt x="144527" y="1913"/>
                </a:lnTo>
                <a:lnTo>
                  <a:pt x="144768" y="2056"/>
                </a:lnTo>
                <a:lnTo>
                  <a:pt x="144918" y="2199"/>
                </a:lnTo>
                <a:lnTo>
                  <a:pt x="145068" y="2347"/>
                </a:lnTo>
                <a:lnTo>
                  <a:pt x="145158" y="2495"/>
                </a:lnTo>
                <a:lnTo>
                  <a:pt x="145218" y="2643"/>
                </a:lnTo>
                <a:lnTo>
                  <a:pt x="145218" y="2796"/>
                </a:lnTo>
                <a:lnTo>
                  <a:pt x="145188" y="2944"/>
                </a:lnTo>
                <a:lnTo>
                  <a:pt x="145128" y="3092"/>
                </a:lnTo>
                <a:lnTo>
                  <a:pt x="145008" y="3245"/>
                </a:lnTo>
                <a:lnTo>
                  <a:pt x="144858" y="3393"/>
                </a:lnTo>
                <a:lnTo>
                  <a:pt x="144677" y="3541"/>
                </a:lnTo>
                <a:lnTo>
                  <a:pt x="144467" y="3683"/>
                </a:lnTo>
                <a:lnTo>
                  <a:pt x="144227" y="3831"/>
                </a:lnTo>
                <a:lnTo>
                  <a:pt x="143957" y="3974"/>
                </a:lnTo>
                <a:lnTo>
                  <a:pt x="143656" y="4117"/>
                </a:lnTo>
                <a:lnTo>
                  <a:pt x="143296" y="4255"/>
                </a:lnTo>
                <a:lnTo>
                  <a:pt x="142935" y="4392"/>
                </a:lnTo>
                <a:lnTo>
                  <a:pt x="142545" y="4525"/>
                </a:lnTo>
                <a:lnTo>
                  <a:pt x="142124" y="4658"/>
                </a:lnTo>
                <a:lnTo>
                  <a:pt x="141674" y="4785"/>
                </a:lnTo>
                <a:lnTo>
                  <a:pt x="141223" y="4908"/>
                </a:lnTo>
                <a:lnTo>
                  <a:pt x="140713" y="5025"/>
                </a:lnTo>
                <a:lnTo>
                  <a:pt x="140202" y="5142"/>
                </a:lnTo>
                <a:lnTo>
                  <a:pt x="139662" y="5254"/>
                </a:lnTo>
                <a:lnTo>
                  <a:pt x="139662" y="5254"/>
                </a:lnTo>
                <a:lnTo>
                  <a:pt x="139151" y="5346"/>
                </a:lnTo>
                <a:lnTo>
                  <a:pt x="138610" y="5433"/>
                </a:lnTo>
                <a:lnTo>
                  <a:pt x="138040" y="5514"/>
                </a:lnTo>
                <a:lnTo>
                  <a:pt x="137409" y="5591"/>
                </a:lnTo>
                <a:lnTo>
                  <a:pt x="136778" y="5662"/>
                </a:lnTo>
                <a:lnTo>
                  <a:pt x="136087" y="5724"/>
                </a:lnTo>
                <a:lnTo>
                  <a:pt x="135397" y="5785"/>
                </a:lnTo>
                <a:lnTo>
                  <a:pt x="134646" y="5841"/>
                </a:lnTo>
                <a:lnTo>
                  <a:pt x="133895" y="5887"/>
                </a:lnTo>
                <a:lnTo>
                  <a:pt x="133114" y="5928"/>
                </a:lnTo>
                <a:lnTo>
                  <a:pt x="132303" y="5963"/>
                </a:lnTo>
                <a:lnTo>
                  <a:pt x="131492" y="5994"/>
                </a:lnTo>
                <a:lnTo>
                  <a:pt x="130681" y="6014"/>
                </a:lnTo>
                <a:lnTo>
                  <a:pt x="129840" y="6030"/>
                </a:lnTo>
                <a:lnTo>
                  <a:pt x="128969" y="6040"/>
                </a:lnTo>
                <a:lnTo>
                  <a:pt x="128128" y="6045"/>
                </a:lnTo>
                <a:lnTo>
                  <a:pt x="128128" y="6045"/>
                </a:lnTo>
                <a:lnTo>
                  <a:pt x="127017" y="6040"/>
                </a:lnTo>
                <a:lnTo>
                  <a:pt x="125906" y="6025"/>
                </a:lnTo>
                <a:lnTo>
                  <a:pt x="26821" y="6025"/>
                </a:lnTo>
                <a:lnTo>
                  <a:pt x="26821" y="6025"/>
                </a:lnTo>
                <a:lnTo>
                  <a:pt x="26611" y="5968"/>
                </a:lnTo>
                <a:lnTo>
                  <a:pt x="26401" y="5912"/>
                </a:lnTo>
                <a:lnTo>
                  <a:pt x="26161" y="5856"/>
                </a:lnTo>
                <a:lnTo>
                  <a:pt x="25890" y="5805"/>
                </a:lnTo>
                <a:lnTo>
                  <a:pt x="25590" y="5759"/>
                </a:lnTo>
                <a:lnTo>
                  <a:pt x="25259" y="5708"/>
                </a:lnTo>
                <a:lnTo>
                  <a:pt x="24899" y="5668"/>
                </a:lnTo>
                <a:lnTo>
                  <a:pt x="24509" y="5627"/>
                </a:lnTo>
                <a:lnTo>
                  <a:pt x="24088" y="5586"/>
                </a:lnTo>
                <a:lnTo>
                  <a:pt x="23638" y="5555"/>
                </a:lnTo>
                <a:lnTo>
                  <a:pt x="23157" y="5525"/>
                </a:lnTo>
                <a:lnTo>
                  <a:pt x="22616" y="5499"/>
                </a:lnTo>
                <a:lnTo>
                  <a:pt x="22046" y="5479"/>
                </a:lnTo>
                <a:lnTo>
                  <a:pt x="21445" y="5458"/>
                </a:lnTo>
                <a:lnTo>
                  <a:pt x="20784" y="5448"/>
                </a:lnTo>
                <a:lnTo>
                  <a:pt x="20094" y="5443"/>
                </a:lnTo>
                <a:lnTo>
                  <a:pt x="20094" y="5443"/>
                </a:lnTo>
                <a:lnTo>
                  <a:pt x="19823" y="5443"/>
                </a:lnTo>
                <a:lnTo>
                  <a:pt x="19823" y="5443"/>
                </a:lnTo>
                <a:lnTo>
                  <a:pt x="19223" y="5443"/>
                </a:lnTo>
                <a:lnTo>
                  <a:pt x="18622" y="5453"/>
                </a:lnTo>
                <a:lnTo>
                  <a:pt x="18081" y="5469"/>
                </a:lnTo>
                <a:lnTo>
                  <a:pt x="17571" y="5484"/>
                </a:lnTo>
                <a:lnTo>
                  <a:pt x="17090" y="5504"/>
                </a:lnTo>
                <a:lnTo>
                  <a:pt x="16640" y="5535"/>
                </a:lnTo>
                <a:lnTo>
                  <a:pt x="16219" y="5565"/>
                </a:lnTo>
                <a:lnTo>
                  <a:pt x="15799" y="5596"/>
                </a:lnTo>
                <a:lnTo>
                  <a:pt x="15438" y="5637"/>
                </a:lnTo>
                <a:lnTo>
                  <a:pt x="15108" y="5678"/>
                </a:lnTo>
                <a:lnTo>
                  <a:pt x="14777" y="5719"/>
                </a:lnTo>
                <a:lnTo>
                  <a:pt x="14477" y="5764"/>
                </a:lnTo>
                <a:lnTo>
                  <a:pt x="14207" y="5815"/>
                </a:lnTo>
                <a:lnTo>
                  <a:pt x="13966" y="5866"/>
                </a:lnTo>
                <a:lnTo>
                  <a:pt x="13726" y="5917"/>
                </a:lnTo>
                <a:lnTo>
                  <a:pt x="13546" y="5974"/>
                </a:lnTo>
                <a:lnTo>
                  <a:pt x="13546" y="5974"/>
                </a:lnTo>
                <a:lnTo>
                  <a:pt x="12285" y="5928"/>
                </a:lnTo>
                <a:lnTo>
                  <a:pt x="11113" y="5872"/>
                </a:lnTo>
                <a:lnTo>
                  <a:pt x="9972" y="5805"/>
                </a:lnTo>
                <a:lnTo>
                  <a:pt x="8921" y="5729"/>
                </a:lnTo>
                <a:lnTo>
                  <a:pt x="7960" y="5652"/>
                </a:lnTo>
                <a:lnTo>
                  <a:pt x="7509" y="5606"/>
                </a:lnTo>
                <a:lnTo>
                  <a:pt x="7089" y="5565"/>
                </a:lnTo>
                <a:lnTo>
                  <a:pt x="6668" y="5520"/>
                </a:lnTo>
                <a:lnTo>
                  <a:pt x="6308" y="5474"/>
                </a:lnTo>
                <a:lnTo>
                  <a:pt x="5947" y="5428"/>
                </a:lnTo>
                <a:lnTo>
                  <a:pt x="5617" y="5382"/>
                </a:lnTo>
                <a:lnTo>
                  <a:pt x="5617" y="5382"/>
                </a:lnTo>
                <a:lnTo>
                  <a:pt x="5046" y="5290"/>
                </a:lnTo>
                <a:lnTo>
                  <a:pt x="4506" y="5193"/>
                </a:lnTo>
                <a:lnTo>
                  <a:pt x="3995" y="5091"/>
                </a:lnTo>
                <a:lnTo>
                  <a:pt x="3514" y="4989"/>
                </a:lnTo>
                <a:lnTo>
                  <a:pt x="3034" y="4887"/>
                </a:lnTo>
                <a:lnTo>
                  <a:pt x="2613" y="4780"/>
                </a:lnTo>
                <a:lnTo>
                  <a:pt x="2223" y="4668"/>
                </a:lnTo>
                <a:lnTo>
                  <a:pt x="1862" y="4556"/>
                </a:lnTo>
                <a:lnTo>
                  <a:pt x="1532" y="4438"/>
                </a:lnTo>
                <a:lnTo>
                  <a:pt x="1202" y="4321"/>
                </a:lnTo>
                <a:lnTo>
                  <a:pt x="961" y="4199"/>
                </a:lnTo>
                <a:lnTo>
                  <a:pt x="721" y="4076"/>
                </a:lnTo>
                <a:lnTo>
                  <a:pt x="511" y="3949"/>
                </a:lnTo>
                <a:lnTo>
                  <a:pt x="331" y="3816"/>
                </a:lnTo>
                <a:lnTo>
                  <a:pt x="211" y="3688"/>
                </a:lnTo>
                <a:lnTo>
                  <a:pt x="90" y="3556"/>
                </a:lnTo>
                <a:lnTo>
                  <a:pt x="30" y="3418"/>
                </a:lnTo>
                <a:lnTo>
                  <a:pt x="0" y="3280"/>
                </a:lnTo>
                <a:lnTo>
                  <a:pt x="30" y="3138"/>
                </a:lnTo>
                <a:lnTo>
                  <a:pt x="60" y="2995"/>
                </a:lnTo>
                <a:lnTo>
                  <a:pt x="151" y="2852"/>
                </a:lnTo>
                <a:lnTo>
                  <a:pt x="271" y="2704"/>
                </a:lnTo>
                <a:lnTo>
                  <a:pt x="421" y="2556"/>
                </a:lnTo>
                <a:lnTo>
                  <a:pt x="601" y="2408"/>
                </a:lnTo>
                <a:lnTo>
                  <a:pt x="841" y="2255"/>
                </a:lnTo>
                <a:lnTo>
                  <a:pt x="1112" y="2102"/>
                </a:lnTo>
                <a:lnTo>
                  <a:pt x="1442" y="1944"/>
                </a:lnTo>
                <a:lnTo>
                  <a:pt x="1772" y="1786"/>
                </a:lnTo>
                <a:lnTo>
                  <a:pt x="2163" y="1628"/>
                </a:lnTo>
                <a:lnTo>
                  <a:pt x="2613" y="1470"/>
                </a:lnTo>
                <a:lnTo>
                  <a:pt x="3094" y="1306"/>
                </a:lnTo>
                <a:lnTo>
                  <a:pt x="3604" y="1143"/>
                </a:lnTo>
                <a:lnTo>
                  <a:pt x="3604" y="1143"/>
                </a:lnTo>
                <a:lnTo>
                  <a:pt x="3845" y="1067"/>
                </a:lnTo>
                <a:lnTo>
                  <a:pt x="4115" y="995"/>
                </a:lnTo>
                <a:lnTo>
                  <a:pt x="4415" y="929"/>
                </a:lnTo>
                <a:lnTo>
                  <a:pt x="4686" y="863"/>
                </a:lnTo>
                <a:lnTo>
                  <a:pt x="5016" y="801"/>
                </a:lnTo>
                <a:lnTo>
                  <a:pt x="5347" y="740"/>
                </a:lnTo>
                <a:lnTo>
                  <a:pt x="5677" y="679"/>
                </a:lnTo>
                <a:lnTo>
                  <a:pt x="6037" y="623"/>
                </a:lnTo>
                <a:lnTo>
                  <a:pt x="6398" y="572"/>
                </a:lnTo>
                <a:lnTo>
                  <a:pt x="6758" y="521"/>
                </a:lnTo>
                <a:lnTo>
                  <a:pt x="7149" y="475"/>
                </a:lnTo>
                <a:lnTo>
                  <a:pt x="7539" y="429"/>
                </a:lnTo>
                <a:lnTo>
                  <a:pt x="8380" y="348"/>
                </a:lnTo>
                <a:lnTo>
                  <a:pt x="9221" y="271"/>
                </a:lnTo>
                <a:lnTo>
                  <a:pt x="10122" y="205"/>
                </a:lnTo>
                <a:lnTo>
                  <a:pt x="11053" y="154"/>
                </a:lnTo>
                <a:lnTo>
                  <a:pt x="12014" y="108"/>
                </a:lnTo>
                <a:lnTo>
                  <a:pt x="12975" y="67"/>
                </a:lnTo>
                <a:lnTo>
                  <a:pt x="13966" y="41"/>
                </a:lnTo>
                <a:lnTo>
                  <a:pt x="14988" y="21"/>
                </a:lnTo>
                <a:lnTo>
                  <a:pt x="16009" y="6"/>
                </a:lnTo>
                <a:lnTo>
                  <a:pt x="1703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70"/>
          <p:cNvSpPr/>
          <p:nvPr/>
        </p:nvSpPr>
        <p:spPr>
          <a:xfrm flipH="1">
            <a:off x="7115738" y="3523687"/>
            <a:ext cx="868128" cy="663263"/>
          </a:xfrm>
          <a:custGeom>
            <a:avLst/>
            <a:gdLst/>
            <a:ahLst/>
            <a:cxnLst/>
            <a:rect l="l" t="t" r="r" b="b"/>
            <a:pathLst>
              <a:path w="15319" h="1985" fill="none" extrusionOk="0">
                <a:moveTo>
                  <a:pt x="1142" y="1"/>
                </a:moveTo>
                <a:lnTo>
                  <a:pt x="1142" y="1"/>
                </a:lnTo>
                <a:lnTo>
                  <a:pt x="2163" y="31"/>
                </a:lnTo>
                <a:lnTo>
                  <a:pt x="3214" y="52"/>
                </a:lnTo>
                <a:lnTo>
                  <a:pt x="4266" y="67"/>
                </a:lnTo>
                <a:lnTo>
                  <a:pt x="5347" y="72"/>
                </a:lnTo>
                <a:lnTo>
                  <a:pt x="5347" y="72"/>
                </a:lnTo>
                <a:lnTo>
                  <a:pt x="6458" y="67"/>
                </a:lnTo>
                <a:lnTo>
                  <a:pt x="7539" y="52"/>
                </a:lnTo>
                <a:lnTo>
                  <a:pt x="14417" y="52"/>
                </a:lnTo>
                <a:lnTo>
                  <a:pt x="14417" y="52"/>
                </a:lnTo>
                <a:lnTo>
                  <a:pt x="14688" y="148"/>
                </a:lnTo>
                <a:lnTo>
                  <a:pt x="14898" y="245"/>
                </a:lnTo>
                <a:lnTo>
                  <a:pt x="15048" y="342"/>
                </a:lnTo>
                <a:lnTo>
                  <a:pt x="15168" y="439"/>
                </a:lnTo>
                <a:lnTo>
                  <a:pt x="15258" y="531"/>
                </a:lnTo>
                <a:lnTo>
                  <a:pt x="15318" y="618"/>
                </a:lnTo>
                <a:lnTo>
                  <a:pt x="15318" y="699"/>
                </a:lnTo>
                <a:lnTo>
                  <a:pt x="15318" y="776"/>
                </a:lnTo>
                <a:lnTo>
                  <a:pt x="15318" y="776"/>
                </a:lnTo>
                <a:lnTo>
                  <a:pt x="15288" y="857"/>
                </a:lnTo>
                <a:lnTo>
                  <a:pt x="15228" y="949"/>
                </a:lnTo>
                <a:lnTo>
                  <a:pt x="15108" y="1046"/>
                </a:lnTo>
                <a:lnTo>
                  <a:pt x="14928" y="1143"/>
                </a:lnTo>
                <a:lnTo>
                  <a:pt x="14688" y="1245"/>
                </a:lnTo>
                <a:lnTo>
                  <a:pt x="14387" y="1347"/>
                </a:lnTo>
                <a:lnTo>
                  <a:pt x="14027" y="1444"/>
                </a:lnTo>
                <a:lnTo>
                  <a:pt x="13606" y="1541"/>
                </a:lnTo>
                <a:lnTo>
                  <a:pt x="13366" y="1587"/>
                </a:lnTo>
                <a:lnTo>
                  <a:pt x="13126" y="1633"/>
                </a:lnTo>
                <a:lnTo>
                  <a:pt x="12855" y="1674"/>
                </a:lnTo>
                <a:lnTo>
                  <a:pt x="12555" y="1714"/>
                </a:lnTo>
                <a:lnTo>
                  <a:pt x="12255" y="1755"/>
                </a:lnTo>
                <a:lnTo>
                  <a:pt x="11924" y="1791"/>
                </a:lnTo>
                <a:lnTo>
                  <a:pt x="11594" y="1827"/>
                </a:lnTo>
                <a:lnTo>
                  <a:pt x="11234" y="1857"/>
                </a:lnTo>
                <a:lnTo>
                  <a:pt x="10843" y="1883"/>
                </a:lnTo>
                <a:lnTo>
                  <a:pt x="10453" y="1908"/>
                </a:lnTo>
                <a:lnTo>
                  <a:pt x="10032" y="1934"/>
                </a:lnTo>
                <a:lnTo>
                  <a:pt x="9582" y="1949"/>
                </a:lnTo>
                <a:lnTo>
                  <a:pt x="9131" y="1964"/>
                </a:lnTo>
                <a:lnTo>
                  <a:pt x="8651" y="1974"/>
                </a:lnTo>
                <a:lnTo>
                  <a:pt x="8140" y="1985"/>
                </a:lnTo>
                <a:lnTo>
                  <a:pt x="7599" y="1985"/>
                </a:lnTo>
                <a:lnTo>
                  <a:pt x="7599" y="1985"/>
                </a:lnTo>
                <a:lnTo>
                  <a:pt x="7239" y="1985"/>
                </a:lnTo>
                <a:lnTo>
                  <a:pt x="7239" y="1985"/>
                </a:lnTo>
                <a:lnTo>
                  <a:pt x="6698" y="1980"/>
                </a:lnTo>
                <a:lnTo>
                  <a:pt x="6188" y="1974"/>
                </a:lnTo>
                <a:lnTo>
                  <a:pt x="5677" y="1959"/>
                </a:lnTo>
                <a:lnTo>
                  <a:pt x="5227" y="1949"/>
                </a:lnTo>
                <a:lnTo>
                  <a:pt x="4806" y="1929"/>
                </a:lnTo>
                <a:lnTo>
                  <a:pt x="4386" y="1913"/>
                </a:lnTo>
                <a:lnTo>
                  <a:pt x="3995" y="1888"/>
                </a:lnTo>
                <a:lnTo>
                  <a:pt x="3635" y="1867"/>
                </a:lnTo>
                <a:lnTo>
                  <a:pt x="3304" y="1837"/>
                </a:lnTo>
                <a:lnTo>
                  <a:pt x="2974" y="1811"/>
                </a:lnTo>
                <a:lnTo>
                  <a:pt x="2674" y="1781"/>
                </a:lnTo>
                <a:lnTo>
                  <a:pt x="2403" y="1745"/>
                </a:lnTo>
                <a:lnTo>
                  <a:pt x="2163" y="1714"/>
                </a:lnTo>
                <a:lnTo>
                  <a:pt x="1923" y="1674"/>
                </a:lnTo>
                <a:lnTo>
                  <a:pt x="1713" y="1638"/>
                </a:lnTo>
                <a:lnTo>
                  <a:pt x="1502" y="1597"/>
                </a:lnTo>
                <a:lnTo>
                  <a:pt x="1172" y="1521"/>
                </a:lnTo>
                <a:lnTo>
                  <a:pt x="872" y="1434"/>
                </a:lnTo>
                <a:lnTo>
                  <a:pt x="661" y="1342"/>
                </a:lnTo>
                <a:lnTo>
                  <a:pt x="451" y="1255"/>
                </a:lnTo>
                <a:lnTo>
                  <a:pt x="331" y="1163"/>
                </a:lnTo>
                <a:lnTo>
                  <a:pt x="211" y="1072"/>
                </a:lnTo>
                <a:lnTo>
                  <a:pt x="121" y="980"/>
                </a:lnTo>
                <a:lnTo>
                  <a:pt x="61" y="893"/>
                </a:lnTo>
                <a:lnTo>
                  <a:pt x="61" y="893"/>
                </a:lnTo>
                <a:lnTo>
                  <a:pt x="31" y="801"/>
                </a:lnTo>
                <a:lnTo>
                  <a:pt x="1" y="699"/>
                </a:lnTo>
                <a:lnTo>
                  <a:pt x="61" y="592"/>
                </a:lnTo>
                <a:lnTo>
                  <a:pt x="151" y="475"/>
                </a:lnTo>
                <a:lnTo>
                  <a:pt x="271" y="358"/>
                </a:lnTo>
                <a:lnTo>
                  <a:pt x="481" y="235"/>
                </a:lnTo>
                <a:lnTo>
                  <a:pt x="631" y="174"/>
                </a:lnTo>
                <a:lnTo>
                  <a:pt x="782" y="118"/>
                </a:lnTo>
                <a:lnTo>
                  <a:pt x="932" y="57"/>
                </a:lnTo>
                <a:lnTo>
                  <a:pt x="114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70"/>
          <p:cNvSpPr/>
          <p:nvPr/>
        </p:nvSpPr>
        <p:spPr>
          <a:xfrm flipH="1">
            <a:off x="7166797" y="3346593"/>
            <a:ext cx="752408" cy="201151"/>
          </a:xfrm>
          <a:custGeom>
            <a:avLst/>
            <a:gdLst/>
            <a:ahLst/>
            <a:cxnLst/>
            <a:rect l="l" t="t" r="r" b="b"/>
            <a:pathLst>
              <a:path w="13277" h="602" fill="none" extrusionOk="0">
                <a:moveTo>
                  <a:pt x="6278" y="0"/>
                </a:moveTo>
                <a:lnTo>
                  <a:pt x="6278" y="0"/>
                </a:lnTo>
                <a:lnTo>
                  <a:pt x="6549" y="0"/>
                </a:lnTo>
                <a:lnTo>
                  <a:pt x="6549" y="0"/>
                </a:lnTo>
                <a:lnTo>
                  <a:pt x="7239" y="5"/>
                </a:lnTo>
                <a:lnTo>
                  <a:pt x="7900" y="15"/>
                </a:lnTo>
                <a:lnTo>
                  <a:pt x="8501" y="36"/>
                </a:lnTo>
                <a:lnTo>
                  <a:pt x="9071" y="56"/>
                </a:lnTo>
                <a:lnTo>
                  <a:pt x="9612" y="82"/>
                </a:lnTo>
                <a:lnTo>
                  <a:pt x="10093" y="112"/>
                </a:lnTo>
                <a:lnTo>
                  <a:pt x="10543" y="143"/>
                </a:lnTo>
                <a:lnTo>
                  <a:pt x="10964" y="184"/>
                </a:lnTo>
                <a:lnTo>
                  <a:pt x="11354" y="225"/>
                </a:lnTo>
                <a:lnTo>
                  <a:pt x="11714" y="265"/>
                </a:lnTo>
                <a:lnTo>
                  <a:pt x="12045" y="316"/>
                </a:lnTo>
                <a:lnTo>
                  <a:pt x="12345" y="362"/>
                </a:lnTo>
                <a:lnTo>
                  <a:pt x="12616" y="413"/>
                </a:lnTo>
                <a:lnTo>
                  <a:pt x="12856" y="469"/>
                </a:lnTo>
                <a:lnTo>
                  <a:pt x="13066" y="525"/>
                </a:lnTo>
                <a:lnTo>
                  <a:pt x="13276" y="582"/>
                </a:lnTo>
                <a:lnTo>
                  <a:pt x="6398" y="582"/>
                </a:lnTo>
                <a:lnTo>
                  <a:pt x="6398" y="582"/>
                </a:lnTo>
                <a:lnTo>
                  <a:pt x="5317" y="597"/>
                </a:lnTo>
                <a:lnTo>
                  <a:pt x="4206" y="602"/>
                </a:lnTo>
                <a:lnTo>
                  <a:pt x="4206" y="602"/>
                </a:lnTo>
                <a:lnTo>
                  <a:pt x="3125" y="597"/>
                </a:lnTo>
                <a:lnTo>
                  <a:pt x="2073" y="582"/>
                </a:lnTo>
                <a:lnTo>
                  <a:pt x="1022" y="561"/>
                </a:lnTo>
                <a:lnTo>
                  <a:pt x="1" y="531"/>
                </a:lnTo>
                <a:lnTo>
                  <a:pt x="1" y="531"/>
                </a:lnTo>
                <a:lnTo>
                  <a:pt x="181" y="474"/>
                </a:lnTo>
                <a:lnTo>
                  <a:pt x="421" y="423"/>
                </a:lnTo>
                <a:lnTo>
                  <a:pt x="662" y="372"/>
                </a:lnTo>
                <a:lnTo>
                  <a:pt x="932" y="321"/>
                </a:lnTo>
                <a:lnTo>
                  <a:pt x="1232" y="276"/>
                </a:lnTo>
                <a:lnTo>
                  <a:pt x="1563" y="235"/>
                </a:lnTo>
                <a:lnTo>
                  <a:pt x="1893" y="194"/>
                </a:lnTo>
                <a:lnTo>
                  <a:pt x="2254" y="153"/>
                </a:lnTo>
                <a:lnTo>
                  <a:pt x="2674" y="122"/>
                </a:lnTo>
                <a:lnTo>
                  <a:pt x="3095" y="92"/>
                </a:lnTo>
                <a:lnTo>
                  <a:pt x="3545" y="61"/>
                </a:lnTo>
                <a:lnTo>
                  <a:pt x="4026" y="41"/>
                </a:lnTo>
                <a:lnTo>
                  <a:pt x="4536" y="26"/>
                </a:lnTo>
                <a:lnTo>
                  <a:pt x="5077" y="10"/>
                </a:lnTo>
                <a:lnTo>
                  <a:pt x="5678" y="0"/>
                </a:lnTo>
                <a:lnTo>
                  <a:pt x="627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70"/>
          <p:cNvSpPr/>
          <p:nvPr/>
        </p:nvSpPr>
        <p:spPr>
          <a:xfrm flipH="1">
            <a:off x="1158530" y="1529549"/>
            <a:ext cx="767652" cy="225543"/>
          </a:xfrm>
          <a:custGeom>
            <a:avLst/>
            <a:gdLst/>
            <a:ahLst/>
            <a:cxnLst/>
            <a:rect l="l" t="t" r="r" b="b"/>
            <a:pathLst>
              <a:path w="13546" h="675" fill="none" extrusionOk="0">
                <a:moveTo>
                  <a:pt x="7178" y="1"/>
                </a:moveTo>
                <a:lnTo>
                  <a:pt x="7178" y="1"/>
                </a:lnTo>
                <a:lnTo>
                  <a:pt x="7989" y="1"/>
                </a:lnTo>
                <a:lnTo>
                  <a:pt x="8800" y="11"/>
                </a:lnTo>
                <a:lnTo>
                  <a:pt x="9611" y="21"/>
                </a:lnTo>
                <a:lnTo>
                  <a:pt x="10422" y="36"/>
                </a:lnTo>
                <a:lnTo>
                  <a:pt x="11203" y="52"/>
                </a:lnTo>
                <a:lnTo>
                  <a:pt x="12014" y="77"/>
                </a:lnTo>
                <a:lnTo>
                  <a:pt x="12765" y="103"/>
                </a:lnTo>
                <a:lnTo>
                  <a:pt x="13546" y="133"/>
                </a:lnTo>
                <a:lnTo>
                  <a:pt x="13546" y="133"/>
                </a:lnTo>
                <a:lnTo>
                  <a:pt x="13335" y="189"/>
                </a:lnTo>
                <a:lnTo>
                  <a:pt x="13095" y="241"/>
                </a:lnTo>
                <a:lnTo>
                  <a:pt x="12855" y="292"/>
                </a:lnTo>
                <a:lnTo>
                  <a:pt x="12585" y="343"/>
                </a:lnTo>
                <a:lnTo>
                  <a:pt x="12284" y="388"/>
                </a:lnTo>
                <a:lnTo>
                  <a:pt x="11984" y="434"/>
                </a:lnTo>
                <a:lnTo>
                  <a:pt x="11624" y="475"/>
                </a:lnTo>
                <a:lnTo>
                  <a:pt x="11263" y="516"/>
                </a:lnTo>
                <a:lnTo>
                  <a:pt x="10843" y="552"/>
                </a:lnTo>
                <a:lnTo>
                  <a:pt x="10422" y="582"/>
                </a:lnTo>
                <a:lnTo>
                  <a:pt x="9972" y="608"/>
                </a:lnTo>
                <a:lnTo>
                  <a:pt x="9491" y="633"/>
                </a:lnTo>
                <a:lnTo>
                  <a:pt x="8950" y="649"/>
                </a:lnTo>
                <a:lnTo>
                  <a:pt x="8410" y="664"/>
                </a:lnTo>
                <a:lnTo>
                  <a:pt x="7839" y="669"/>
                </a:lnTo>
                <a:lnTo>
                  <a:pt x="7208" y="674"/>
                </a:lnTo>
                <a:lnTo>
                  <a:pt x="7208" y="674"/>
                </a:lnTo>
                <a:lnTo>
                  <a:pt x="6938" y="674"/>
                </a:lnTo>
                <a:lnTo>
                  <a:pt x="6938" y="674"/>
                </a:lnTo>
                <a:lnTo>
                  <a:pt x="6187" y="669"/>
                </a:lnTo>
                <a:lnTo>
                  <a:pt x="5466" y="654"/>
                </a:lnTo>
                <a:lnTo>
                  <a:pt x="4836" y="633"/>
                </a:lnTo>
                <a:lnTo>
                  <a:pt x="4235" y="613"/>
                </a:lnTo>
                <a:lnTo>
                  <a:pt x="3664" y="582"/>
                </a:lnTo>
                <a:lnTo>
                  <a:pt x="3154" y="547"/>
                </a:lnTo>
                <a:lnTo>
                  <a:pt x="2673" y="506"/>
                </a:lnTo>
                <a:lnTo>
                  <a:pt x="2253" y="465"/>
                </a:lnTo>
                <a:lnTo>
                  <a:pt x="1862" y="419"/>
                </a:lnTo>
                <a:lnTo>
                  <a:pt x="1502" y="368"/>
                </a:lnTo>
                <a:lnTo>
                  <a:pt x="1171" y="317"/>
                </a:lnTo>
                <a:lnTo>
                  <a:pt x="871" y="261"/>
                </a:lnTo>
                <a:lnTo>
                  <a:pt x="601" y="200"/>
                </a:lnTo>
                <a:lnTo>
                  <a:pt x="391" y="144"/>
                </a:lnTo>
                <a:lnTo>
                  <a:pt x="180" y="82"/>
                </a:lnTo>
                <a:lnTo>
                  <a:pt x="0" y="21"/>
                </a:lnTo>
                <a:lnTo>
                  <a:pt x="4866" y="21"/>
                </a:lnTo>
                <a:lnTo>
                  <a:pt x="4866" y="21"/>
                </a:lnTo>
                <a:lnTo>
                  <a:pt x="6037" y="6"/>
                </a:lnTo>
                <a:lnTo>
                  <a:pt x="717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70"/>
          <p:cNvSpPr txBox="1">
            <a:spLocks noGrp="1"/>
          </p:cNvSpPr>
          <p:nvPr>
            <p:ph type="title"/>
          </p:nvPr>
        </p:nvSpPr>
        <p:spPr>
          <a:xfrm>
            <a:off x="1312875" y="1905000"/>
            <a:ext cx="6397800" cy="8289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462" name="Google Shape;1462;p70"/>
          <p:cNvSpPr txBox="1">
            <a:spLocks noGrp="1"/>
          </p:cNvSpPr>
          <p:nvPr>
            <p:ph type="title" idx="2"/>
          </p:nvPr>
        </p:nvSpPr>
        <p:spPr>
          <a:xfrm>
            <a:off x="1312875" y="2902850"/>
            <a:ext cx="6429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463" name="Google Shape;1463;p70"/>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70"/>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70"/>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466" name="Google Shape;1466;p70"/>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Green - Section Cover">
  <p:cSld name="CUSTOM_2_1_1">
    <p:bg>
      <p:bgPr>
        <a:solidFill>
          <a:srgbClr val="4CBEA0"/>
        </a:solidFill>
        <a:effectLst/>
      </p:bgPr>
    </p:bg>
    <p:spTree>
      <p:nvGrpSpPr>
        <p:cNvPr id="1" name="Shape 1467"/>
        <p:cNvGrpSpPr/>
        <p:nvPr/>
      </p:nvGrpSpPr>
      <p:grpSpPr>
        <a:xfrm>
          <a:off x="0" y="0"/>
          <a:ext cx="0" cy="0"/>
          <a:chOff x="0" y="0"/>
          <a:chExt cx="0" cy="0"/>
        </a:xfrm>
      </p:grpSpPr>
      <p:grpSp>
        <p:nvGrpSpPr>
          <p:cNvPr id="1468" name="Google Shape;1468;p71"/>
          <p:cNvGrpSpPr/>
          <p:nvPr/>
        </p:nvGrpSpPr>
        <p:grpSpPr>
          <a:xfrm>
            <a:off x="7" y="11432"/>
            <a:ext cx="9143986" cy="5120636"/>
            <a:chOff x="6876979" y="1468275"/>
            <a:chExt cx="921615" cy="519150"/>
          </a:xfrm>
        </p:grpSpPr>
        <p:sp>
          <p:nvSpPr>
            <p:cNvPr id="1469" name="Google Shape;1469;p71"/>
            <p:cNvSpPr/>
            <p:nvPr/>
          </p:nvSpPr>
          <p:spPr>
            <a:xfrm flipH="1">
              <a:off x="6876979" y="1468275"/>
              <a:ext cx="921615" cy="519150"/>
            </a:xfrm>
            <a:custGeom>
              <a:avLst/>
              <a:gdLst/>
              <a:ahLst/>
              <a:cxnLst/>
              <a:rect l="l" t="t" r="r" b="b"/>
              <a:pathLst>
                <a:path w="217362" h="20766" extrusionOk="0">
                  <a:moveTo>
                    <a:pt x="1" y="1"/>
                  </a:moveTo>
                  <a:lnTo>
                    <a:pt x="1" y="15670"/>
                  </a:lnTo>
                  <a:lnTo>
                    <a:pt x="63524" y="15670"/>
                  </a:lnTo>
                  <a:lnTo>
                    <a:pt x="64305" y="15655"/>
                  </a:lnTo>
                  <a:lnTo>
                    <a:pt x="65116" y="15649"/>
                  </a:lnTo>
                  <a:lnTo>
                    <a:pt x="65897" y="15644"/>
                  </a:lnTo>
                  <a:lnTo>
                    <a:pt x="67489" y="15644"/>
                  </a:lnTo>
                  <a:lnTo>
                    <a:pt x="68269" y="15649"/>
                  </a:lnTo>
                  <a:lnTo>
                    <a:pt x="69050" y="15660"/>
                  </a:lnTo>
                  <a:lnTo>
                    <a:pt x="69831" y="15675"/>
                  </a:lnTo>
                  <a:lnTo>
                    <a:pt x="70582" y="15695"/>
                  </a:lnTo>
                  <a:lnTo>
                    <a:pt x="71363" y="15716"/>
                  </a:lnTo>
                  <a:lnTo>
                    <a:pt x="72114" y="15741"/>
                  </a:lnTo>
                  <a:lnTo>
                    <a:pt x="72865" y="15772"/>
                  </a:lnTo>
                  <a:lnTo>
                    <a:pt x="73586" y="15803"/>
                  </a:lnTo>
                  <a:lnTo>
                    <a:pt x="74336" y="15838"/>
                  </a:lnTo>
                  <a:lnTo>
                    <a:pt x="75057" y="15879"/>
                  </a:lnTo>
                  <a:lnTo>
                    <a:pt x="75748" y="15925"/>
                  </a:lnTo>
                  <a:lnTo>
                    <a:pt x="76439" y="15976"/>
                  </a:lnTo>
                  <a:lnTo>
                    <a:pt x="77130" y="16027"/>
                  </a:lnTo>
                  <a:lnTo>
                    <a:pt x="77790" y="16088"/>
                  </a:lnTo>
                  <a:lnTo>
                    <a:pt x="78421" y="16149"/>
                  </a:lnTo>
                  <a:lnTo>
                    <a:pt x="79082" y="16216"/>
                  </a:lnTo>
                  <a:lnTo>
                    <a:pt x="79683" y="16282"/>
                  </a:lnTo>
                  <a:lnTo>
                    <a:pt x="80283" y="16358"/>
                  </a:lnTo>
                  <a:lnTo>
                    <a:pt x="80854" y="16435"/>
                  </a:lnTo>
                  <a:lnTo>
                    <a:pt x="81425" y="16517"/>
                  </a:lnTo>
                  <a:lnTo>
                    <a:pt x="81935" y="16603"/>
                  </a:lnTo>
                  <a:lnTo>
                    <a:pt x="82446" y="16695"/>
                  </a:lnTo>
                  <a:lnTo>
                    <a:pt x="82956" y="16787"/>
                  </a:lnTo>
                  <a:lnTo>
                    <a:pt x="83407" y="16889"/>
                  </a:lnTo>
                  <a:lnTo>
                    <a:pt x="83857" y="16991"/>
                  </a:lnTo>
                  <a:lnTo>
                    <a:pt x="84278" y="17103"/>
                  </a:lnTo>
                  <a:lnTo>
                    <a:pt x="84668" y="17215"/>
                  </a:lnTo>
                  <a:lnTo>
                    <a:pt x="85419" y="17455"/>
                  </a:lnTo>
                  <a:lnTo>
                    <a:pt x="86110" y="17695"/>
                  </a:lnTo>
                  <a:lnTo>
                    <a:pt x="86741" y="17935"/>
                  </a:lnTo>
                  <a:lnTo>
                    <a:pt x="87281" y="18169"/>
                  </a:lnTo>
                  <a:lnTo>
                    <a:pt x="87792" y="18399"/>
                  </a:lnTo>
                  <a:lnTo>
                    <a:pt x="88213" y="18633"/>
                  </a:lnTo>
                  <a:lnTo>
                    <a:pt x="88573" y="18858"/>
                  </a:lnTo>
                  <a:lnTo>
                    <a:pt x="88873" y="19082"/>
                  </a:lnTo>
                  <a:lnTo>
                    <a:pt x="89114" y="19307"/>
                  </a:lnTo>
                  <a:lnTo>
                    <a:pt x="89264" y="19521"/>
                  </a:lnTo>
                  <a:lnTo>
                    <a:pt x="89384" y="19740"/>
                  </a:lnTo>
                  <a:lnTo>
                    <a:pt x="89444" y="19949"/>
                  </a:lnTo>
                  <a:lnTo>
                    <a:pt x="89414" y="20158"/>
                  </a:lnTo>
                  <a:lnTo>
                    <a:pt x="89354" y="20362"/>
                  </a:lnTo>
                  <a:lnTo>
                    <a:pt x="89234" y="20567"/>
                  </a:lnTo>
                  <a:lnTo>
                    <a:pt x="89053" y="20765"/>
                  </a:lnTo>
                  <a:lnTo>
                    <a:pt x="217362" y="20765"/>
                  </a:lnTo>
                  <a:lnTo>
                    <a:pt x="217362" y="1"/>
                  </a:lnTo>
                  <a:close/>
                </a:path>
              </a:pathLst>
            </a:custGeom>
            <a:solidFill>
              <a:srgbClr val="00C1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71"/>
            <p:cNvSpPr/>
            <p:nvPr/>
          </p:nvSpPr>
          <p:spPr>
            <a:xfrm flipH="1">
              <a:off x="6876979" y="1468275"/>
              <a:ext cx="921615" cy="519150"/>
            </a:xfrm>
            <a:custGeom>
              <a:avLst/>
              <a:gdLst/>
              <a:ahLst/>
              <a:cxnLst/>
              <a:rect l="l" t="t" r="r" b="b"/>
              <a:pathLst>
                <a:path w="217362" h="20766" fill="none" extrusionOk="0">
                  <a:moveTo>
                    <a:pt x="84668" y="17215"/>
                  </a:moveTo>
                  <a:lnTo>
                    <a:pt x="84668" y="17215"/>
                  </a:lnTo>
                  <a:lnTo>
                    <a:pt x="84278" y="17103"/>
                  </a:lnTo>
                  <a:lnTo>
                    <a:pt x="83857" y="16991"/>
                  </a:lnTo>
                  <a:lnTo>
                    <a:pt x="83407" y="16889"/>
                  </a:lnTo>
                  <a:lnTo>
                    <a:pt x="82956" y="16787"/>
                  </a:lnTo>
                  <a:lnTo>
                    <a:pt x="82446" y="16695"/>
                  </a:lnTo>
                  <a:lnTo>
                    <a:pt x="81935" y="16603"/>
                  </a:lnTo>
                  <a:lnTo>
                    <a:pt x="81425" y="16517"/>
                  </a:lnTo>
                  <a:lnTo>
                    <a:pt x="80854" y="16435"/>
                  </a:lnTo>
                  <a:lnTo>
                    <a:pt x="80283" y="16358"/>
                  </a:lnTo>
                  <a:lnTo>
                    <a:pt x="79683" y="16282"/>
                  </a:lnTo>
                  <a:lnTo>
                    <a:pt x="79082" y="16216"/>
                  </a:lnTo>
                  <a:lnTo>
                    <a:pt x="78421" y="16149"/>
                  </a:lnTo>
                  <a:lnTo>
                    <a:pt x="77790" y="16088"/>
                  </a:lnTo>
                  <a:lnTo>
                    <a:pt x="77130" y="16027"/>
                  </a:lnTo>
                  <a:lnTo>
                    <a:pt x="76439" y="15976"/>
                  </a:lnTo>
                  <a:lnTo>
                    <a:pt x="75748" y="15925"/>
                  </a:lnTo>
                  <a:lnTo>
                    <a:pt x="75057" y="15879"/>
                  </a:lnTo>
                  <a:lnTo>
                    <a:pt x="74336" y="15838"/>
                  </a:lnTo>
                  <a:lnTo>
                    <a:pt x="73586" y="15803"/>
                  </a:lnTo>
                  <a:lnTo>
                    <a:pt x="72865" y="15772"/>
                  </a:lnTo>
                  <a:lnTo>
                    <a:pt x="72114" y="15741"/>
                  </a:lnTo>
                  <a:lnTo>
                    <a:pt x="71363" y="15716"/>
                  </a:lnTo>
                  <a:lnTo>
                    <a:pt x="70582" y="15695"/>
                  </a:lnTo>
                  <a:lnTo>
                    <a:pt x="69831" y="15675"/>
                  </a:lnTo>
                  <a:lnTo>
                    <a:pt x="69050" y="15660"/>
                  </a:lnTo>
                  <a:lnTo>
                    <a:pt x="68269" y="15649"/>
                  </a:lnTo>
                  <a:lnTo>
                    <a:pt x="67489" y="15644"/>
                  </a:lnTo>
                  <a:lnTo>
                    <a:pt x="66678" y="15644"/>
                  </a:lnTo>
                  <a:lnTo>
                    <a:pt x="65897" y="15644"/>
                  </a:lnTo>
                  <a:lnTo>
                    <a:pt x="65116" y="15649"/>
                  </a:lnTo>
                  <a:lnTo>
                    <a:pt x="64305" y="15655"/>
                  </a:lnTo>
                  <a:lnTo>
                    <a:pt x="63524" y="15670"/>
                  </a:lnTo>
                  <a:lnTo>
                    <a:pt x="1" y="15670"/>
                  </a:lnTo>
                  <a:lnTo>
                    <a:pt x="1" y="1"/>
                  </a:lnTo>
                  <a:lnTo>
                    <a:pt x="217362" y="1"/>
                  </a:lnTo>
                  <a:lnTo>
                    <a:pt x="217362" y="20765"/>
                  </a:lnTo>
                  <a:lnTo>
                    <a:pt x="89053" y="20765"/>
                  </a:lnTo>
                  <a:lnTo>
                    <a:pt x="89053" y="20765"/>
                  </a:lnTo>
                  <a:lnTo>
                    <a:pt x="89234" y="20567"/>
                  </a:lnTo>
                  <a:lnTo>
                    <a:pt x="89354" y="20362"/>
                  </a:lnTo>
                  <a:lnTo>
                    <a:pt x="89414" y="20158"/>
                  </a:lnTo>
                  <a:lnTo>
                    <a:pt x="89444" y="19949"/>
                  </a:lnTo>
                  <a:lnTo>
                    <a:pt x="89384" y="19740"/>
                  </a:lnTo>
                  <a:lnTo>
                    <a:pt x="89264" y="19521"/>
                  </a:lnTo>
                  <a:lnTo>
                    <a:pt x="89114" y="19307"/>
                  </a:lnTo>
                  <a:lnTo>
                    <a:pt x="88873" y="19082"/>
                  </a:lnTo>
                  <a:lnTo>
                    <a:pt x="88573" y="18858"/>
                  </a:lnTo>
                  <a:lnTo>
                    <a:pt x="88213" y="18633"/>
                  </a:lnTo>
                  <a:lnTo>
                    <a:pt x="87792" y="18399"/>
                  </a:lnTo>
                  <a:lnTo>
                    <a:pt x="87281" y="18169"/>
                  </a:lnTo>
                  <a:lnTo>
                    <a:pt x="86741" y="17935"/>
                  </a:lnTo>
                  <a:lnTo>
                    <a:pt x="86110" y="17695"/>
                  </a:lnTo>
                  <a:lnTo>
                    <a:pt x="85419" y="17455"/>
                  </a:lnTo>
                  <a:lnTo>
                    <a:pt x="84668" y="1721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71"/>
            <p:cNvSpPr/>
            <p:nvPr/>
          </p:nvSpPr>
          <p:spPr>
            <a:xfrm flipH="1">
              <a:off x="7419352" y="1859375"/>
              <a:ext cx="379243" cy="128050"/>
            </a:xfrm>
            <a:custGeom>
              <a:avLst/>
              <a:gdLst/>
              <a:ahLst/>
              <a:cxnLst/>
              <a:rect l="l" t="t" r="r" b="b"/>
              <a:pathLst>
                <a:path w="89444" h="5122" extrusionOk="0">
                  <a:moveTo>
                    <a:pt x="65897" y="0"/>
                  </a:moveTo>
                  <a:lnTo>
                    <a:pt x="65116" y="5"/>
                  </a:lnTo>
                  <a:lnTo>
                    <a:pt x="64305" y="11"/>
                  </a:lnTo>
                  <a:lnTo>
                    <a:pt x="63524" y="26"/>
                  </a:lnTo>
                  <a:lnTo>
                    <a:pt x="1" y="26"/>
                  </a:lnTo>
                  <a:lnTo>
                    <a:pt x="1" y="5121"/>
                  </a:lnTo>
                  <a:lnTo>
                    <a:pt x="89053" y="5121"/>
                  </a:lnTo>
                  <a:lnTo>
                    <a:pt x="89234" y="4923"/>
                  </a:lnTo>
                  <a:lnTo>
                    <a:pt x="89354" y="4718"/>
                  </a:lnTo>
                  <a:lnTo>
                    <a:pt x="89414" y="4514"/>
                  </a:lnTo>
                  <a:lnTo>
                    <a:pt x="89444" y="4305"/>
                  </a:lnTo>
                  <a:lnTo>
                    <a:pt x="89384" y="4096"/>
                  </a:lnTo>
                  <a:lnTo>
                    <a:pt x="89264" y="3877"/>
                  </a:lnTo>
                  <a:lnTo>
                    <a:pt x="89114" y="3663"/>
                  </a:lnTo>
                  <a:lnTo>
                    <a:pt x="88873" y="3438"/>
                  </a:lnTo>
                  <a:lnTo>
                    <a:pt x="88573" y="3214"/>
                  </a:lnTo>
                  <a:lnTo>
                    <a:pt x="88213" y="2989"/>
                  </a:lnTo>
                  <a:lnTo>
                    <a:pt x="87792" y="2755"/>
                  </a:lnTo>
                  <a:lnTo>
                    <a:pt x="87281" y="2525"/>
                  </a:lnTo>
                  <a:lnTo>
                    <a:pt x="86741" y="2291"/>
                  </a:lnTo>
                  <a:lnTo>
                    <a:pt x="86110" y="2051"/>
                  </a:lnTo>
                  <a:lnTo>
                    <a:pt x="85419" y="1811"/>
                  </a:lnTo>
                  <a:lnTo>
                    <a:pt x="84668" y="1571"/>
                  </a:lnTo>
                  <a:lnTo>
                    <a:pt x="84278" y="1459"/>
                  </a:lnTo>
                  <a:lnTo>
                    <a:pt x="83857" y="1347"/>
                  </a:lnTo>
                  <a:lnTo>
                    <a:pt x="83407" y="1245"/>
                  </a:lnTo>
                  <a:lnTo>
                    <a:pt x="82956" y="1143"/>
                  </a:lnTo>
                  <a:lnTo>
                    <a:pt x="82446" y="1051"/>
                  </a:lnTo>
                  <a:lnTo>
                    <a:pt x="81935" y="959"/>
                  </a:lnTo>
                  <a:lnTo>
                    <a:pt x="81425" y="873"/>
                  </a:lnTo>
                  <a:lnTo>
                    <a:pt x="80854" y="791"/>
                  </a:lnTo>
                  <a:lnTo>
                    <a:pt x="80283" y="714"/>
                  </a:lnTo>
                  <a:lnTo>
                    <a:pt x="79683" y="638"/>
                  </a:lnTo>
                  <a:lnTo>
                    <a:pt x="79082" y="572"/>
                  </a:lnTo>
                  <a:lnTo>
                    <a:pt x="78421" y="505"/>
                  </a:lnTo>
                  <a:lnTo>
                    <a:pt x="77790" y="444"/>
                  </a:lnTo>
                  <a:lnTo>
                    <a:pt x="77130" y="383"/>
                  </a:lnTo>
                  <a:lnTo>
                    <a:pt x="76439" y="332"/>
                  </a:lnTo>
                  <a:lnTo>
                    <a:pt x="75748" y="281"/>
                  </a:lnTo>
                  <a:lnTo>
                    <a:pt x="75057" y="235"/>
                  </a:lnTo>
                  <a:lnTo>
                    <a:pt x="74336" y="194"/>
                  </a:lnTo>
                  <a:lnTo>
                    <a:pt x="73586" y="159"/>
                  </a:lnTo>
                  <a:lnTo>
                    <a:pt x="72865" y="128"/>
                  </a:lnTo>
                  <a:lnTo>
                    <a:pt x="72114" y="97"/>
                  </a:lnTo>
                  <a:lnTo>
                    <a:pt x="71363" y="72"/>
                  </a:lnTo>
                  <a:lnTo>
                    <a:pt x="70582" y="51"/>
                  </a:lnTo>
                  <a:lnTo>
                    <a:pt x="69831" y="31"/>
                  </a:lnTo>
                  <a:lnTo>
                    <a:pt x="69050" y="16"/>
                  </a:lnTo>
                  <a:lnTo>
                    <a:pt x="68269" y="5"/>
                  </a:lnTo>
                  <a:lnTo>
                    <a:pt x="67489"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71"/>
            <p:cNvSpPr/>
            <p:nvPr/>
          </p:nvSpPr>
          <p:spPr>
            <a:xfrm flipH="1">
              <a:off x="7419352" y="1859375"/>
              <a:ext cx="379243" cy="128050"/>
            </a:xfrm>
            <a:custGeom>
              <a:avLst/>
              <a:gdLst/>
              <a:ahLst/>
              <a:cxnLst/>
              <a:rect l="l" t="t" r="r" b="b"/>
              <a:pathLst>
                <a:path w="89444" h="5122" fill="none" extrusionOk="0">
                  <a:moveTo>
                    <a:pt x="1" y="26"/>
                  </a:moveTo>
                  <a:lnTo>
                    <a:pt x="63524" y="26"/>
                  </a:lnTo>
                  <a:lnTo>
                    <a:pt x="63524" y="26"/>
                  </a:lnTo>
                  <a:lnTo>
                    <a:pt x="64305" y="11"/>
                  </a:lnTo>
                  <a:lnTo>
                    <a:pt x="65116" y="5"/>
                  </a:lnTo>
                  <a:lnTo>
                    <a:pt x="65897" y="0"/>
                  </a:lnTo>
                  <a:lnTo>
                    <a:pt x="66678" y="0"/>
                  </a:lnTo>
                  <a:lnTo>
                    <a:pt x="67489" y="0"/>
                  </a:lnTo>
                  <a:lnTo>
                    <a:pt x="68269" y="5"/>
                  </a:lnTo>
                  <a:lnTo>
                    <a:pt x="69050" y="16"/>
                  </a:lnTo>
                  <a:lnTo>
                    <a:pt x="69831" y="31"/>
                  </a:lnTo>
                  <a:lnTo>
                    <a:pt x="70582" y="51"/>
                  </a:lnTo>
                  <a:lnTo>
                    <a:pt x="71363" y="72"/>
                  </a:lnTo>
                  <a:lnTo>
                    <a:pt x="72114" y="97"/>
                  </a:lnTo>
                  <a:lnTo>
                    <a:pt x="72865" y="128"/>
                  </a:lnTo>
                  <a:lnTo>
                    <a:pt x="73586" y="159"/>
                  </a:lnTo>
                  <a:lnTo>
                    <a:pt x="74336" y="194"/>
                  </a:lnTo>
                  <a:lnTo>
                    <a:pt x="75057" y="235"/>
                  </a:lnTo>
                  <a:lnTo>
                    <a:pt x="75748" y="281"/>
                  </a:lnTo>
                  <a:lnTo>
                    <a:pt x="76439" y="332"/>
                  </a:lnTo>
                  <a:lnTo>
                    <a:pt x="77130" y="383"/>
                  </a:lnTo>
                  <a:lnTo>
                    <a:pt x="77790" y="444"/>
                  </a:lnTo>
                  <a:lnTo>
                    <a:pt x="78421" y="505"/>
                  </a:lnTo>
                  <a:lnTo>
                    <a:pt x="79082" y="572"/>
                  </a:lnTo>
                  <a:lnTo>
                    <a:pt x="79683" y="638"/>
                  </a:lnTo>
                  <a:lnTo>
                    <a:pt x="80283" y="714"/>
                  </a:lnTo>
                  <a:lnTo>
                    <a:pt x="80854" y="791"/>
                  </a:lnTo>
                  <a:lnTo>
                    <a:pt x="81425" y="873"/>
                  </a:lnTo>
                  <a:lnTo>
                    <a:pt x="81935" y="959"/>
                  </a:lnTo>
                  <a:lnTo>
                    <a:pt x="82446" y="1051"/>
                  </a:lnTo>
                  <a:lnTo>
                    <a:pt x="82956" y="1143"/>
                  </a:lnTo>
                  <a:lnTo>
                    <a:pt x="83407" y="1245"/>
                  </a:lnTo>
                  <a:lnTo>
                    <a:pt x="83857" y="1347"/>
                  </a:lnTo>
                  <a:lnTo>
                    <a:pt x="84278" y="1459"/>
                  </a:lnTo>
                  <a:lnTo>
                    <a:pt x="84668" y="1571"/>
                  </a:lnTo>
                  <a:lnTo>
                    <a:pt x="84668" y="1571"/>
                  </a:lnTo>
                  <a:lnTo>
                    <a:pt x="85419" y="1811"/>
                  </a:lnTo>
                  <a:lnTo>
                    <a:pt x="86110" y="2051"/>
                  </a:lnTo>
                  <a:lnTo>
                    <a:pt x="86741" y="2291"/>
                  </a:lnTo>
                  <a:lnTo>
                    <a:pt x="87281" y="2525"/>
                  </a:lnTo>
                  <a:lnTo>
                    <a:pt x="87792" y="2755"/>
                  </a:lnTo>
                  <a:lnTo>
                    <a:pt x="88213" y="2989"/>
                  </a:lnTo>
                  <a:lnTo>
                    <a:pt x="88573" y="3214"/>
                  </a:lnTo>
                  <a:lnTo>
                    <a:pt x="88873" y="3438"/>
                  </a:lnTo>
                  <a:lnTo>
                    <a:pt x="89114" y="3663"/>
                  </a:lnTo>
                  <a:lnTo>
                    <a:pt x="89264" y="3877"/>
                  </a:lnTo>
                  <a:lnTo>
                    <a:pt x="89384" y="4096"/>
                  </a:lnTo>
                  <a:lnTo>
                    <a:pt x="89444" y="4305"/>
                  </a:lnTo>
                  <a:lnTo>
                    <a:pt x="89414" y="4514"/>
                  </a:lnTo>
                  <a:lnTo>
                    <a:pt x="89354" y="4718"/>
                  </a:lnTo>
                  <a:lnTo>
                    <a:pt x="89234" y="4923"/>
                  </a:lnTo>
                  <a:lnTo>
                    <a:pt x="89053" y="5121"/>
                  </a:lnTo>
                  <a:lnTo>
                    <a:pt x="1" y="5121"/>
                  </a:lnTo>
                  <a:lnTo>
                    <a:pt x="1" y="2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71"/>
            <p:cNvSpPr/>
            <p:nvPr/>
          </p:nvSpPr>
          <p:spPr>
            <a:xfrm flipH="1">
              <a:off x="7419352" y="1859375"/>
              <a:ext cx="379243" cy="128050"/>
            </a:xfrm>
            <a:custGeom>
              <a:avLst/>
              <a:gdLst/>
              <a:ahLst/>
              <a:cxnLst/>
              <a:rect l="l" t="t" r="r" b="b"/>
              <a:pathLst>
                <a:path w="89444" h="5122" fill="none" extrusionOk="0">
                  <a:moveTo>
                    <a:pt x="66497" y="0"/>
                  </a:moveTo>
                  <a:lnTo>
                    <a:pt x="66497" y="0"/>
                  </a:lnTo>
                  <a:lnTo>
                    <a:pt x="66497" y="0"/>
                  </a:lnTo>
                  <a:lnTo>
                    <a:pt x="66497" y="0"/>
                  </a:lnTo>
                  <a:lnTo>
                    <a:pt x="67879" y="5"/>
                  </a:lnTo>
                  <a:lnTo>
                    <a:pt x="69261" y="21"/>
                  </a:lnTo>
                  <a:lnTo>
                    <a:pt x="70612" y="51"/>
                  </a:lnTo>
                  <a:lnTo>
                    <a:pt x="71273" y="67"/>
                  </a:lnTo>
                  <a:lnTo>
                    <a:pt x="71934" y="92"/>
                  </a:lnTo>
                  <a:lnTo>
                    <a:pt x="72594" y="113"/>
                  </a:lnTo>
                  <a:lnTo>
                    <a:pt x="73255" y="143"/>
                  </a:lnTo>
                  <a:lnTo>
                    <a:pt x="73886" y="174"/>
                  </a:lnTo>
                  <a:lnTo>
                    <a:pt x="74517" y="210"/>
                  </a:lnTo>
                  <a:lnTo>
                    <a:pt x="75147" y="245"/>
                  </a:lnTo>
                  <a:lnTo>
                    <a:pt x="75778" y="286"/>
                  </a:lnTo>
                  <a:lnTo>
                    <a:pt x="76379" y="327"/>
                  </a:lnTo>
                  <a:lnTo>
                    <a:pt x="76980" y="373"/>
                  </a:lnTo>
                  <a:lnTo>
                    <a:pt x="77550" y="424"/>
                  </a:lnTo>
                  <a:lnTo>
                    <a:pt x="78151" y="475"/>
                  </a:lnTo>
                  <a:lnTo>
                    <a:pt x="78692" y="531"/>
                  </a:lnTo>
                  <a:lnTo>
                    <a:pt x="79232" y="587"/>
                  </a:lnTo>
                  <a:lnTo>
                    <a:pt x="79773" y="648"/>
                  </a:lnTo>
                  <a:lnTo>
                    <a:pt x="80313" y="714"/>
                  </a:lnTo>
                  <a:lnTo>
                    <a:pt x="80794" y="786"/>
                  </a:lnTo>
                  <a:lnTo>
                    <a:pt x="81305" y="857"/>
                  </a:lnTo>
                  <a:lnTo>
                    <a:pt x="81755" y="929"/>
                  </a:lnTo>
                  <a:lnTo>
                    <a:pt x="82236" y="1010"/>
                  </a:lnTo>
                  <a:lnTo>
                    <a:pt x="82656" y="1092"/>
                  </a:lnTo>
                  <a:lnTo>
                    <a:pt x="83077" y="1174"/>
                  </a:lnTo>
                  <a:lnTo>
                    <a:pt x="83497" y="1260"/>
                  </a:lnTo>
                  <a:lnTo>
                    <a:pt x="83888" y="1352"/>
                  </a:lnTo>
                  <a:lnTo>
                    <a:pt x="84248" y="1449"/>
                  </a:lnTo>
                  <a:lnTo>
                    <a:pt x="84578" y="1546"/>
                  </a:lnTo>
                  <a:lnTo>
                    <a:pt x="84578" y="1546"/>
                  </a:lnTo>
                  <a:lnTo>
                    <a:pt x="84668" y="1571"/>
                  </a:lnTo>
                  <a:lnTo>
                    <a:pt x="84668" y="1571"/>
                  </a:lnTo>
                  <a:lnTo>
                    <a:pt x="84668" y="1571"/>
                  </a:lnTo>
                  <a:lnTo>
                    <a:pt x="85239" y="1755"/>
                  </a:lnTo>
                  <a:lnTo>
                    <a:pt x="85810" y="1944"/>
                  </a:lnTo>
                  <a:lnTo>
                    <a:pt x="86320" y="2127"/>
                  </a:lnTo>
                  <a:lnTo>
                    <a:pt x="86801" y="2311"/>
                  </a:lnTo>
                  <a:lnTo>
                    <a:pt x="87221" y="2495"/>
                  </a:lnTo>
                  <a:lnTo>
                    <a:pt x="87612" y="2673"/>
                  </a:lnTo>
                  <a:lnTo>
                    <a:pt x="87972" y="2852"/>
                  </a:lnTo>
                  <a:lnTo>
                    <a:pt x="88273" y="3030"/>
                  </a:lnTo>
                  <a:lnTo>
                    <a:pt x="88543" y="3204"/>
                  </a:lnTo>
                  <a:lnTo>
                    <a:pt x="88783" y="3382"/>
                  </a:lnTo>
                  <a:lnTo>
                    <a:pt x="88993" y="3550"/>
                  </a:lnTo>
                  <a:lnTo>
                    <a:pt x="89144" y="3724"/>
                  </a:lnTo>
                  <a:lnTo>
                    <a:pt x="89294" y="3892"/>
                  </a:lnTo>
                  <a:lnTo>
                    <a:pt x="89384" y="4055"/>
                  </a:lnTo>
                  <a:lnTo>
                    <a:pt x="89414" y="4224"/>
                  </a:lnTo>
                  <a:lnTo>
                    <a:pt x="89444" y="4387"/>
                  </a:lnTo>
                  <a:lnTo>
                    <a:pt x="89444" y="4387"/>
                  </a:lnTo>
                  <a:lnTo>
                    <a:pt x="89414" y="4576"/>
                  </a:lnTo>
                  <a:lnTo>
                    <a:pt x="89354" y="4759"/>
                  </a:lnTo>
                  <a:lnTo>
                    <a:pt x="89234" y="4943"/>
                  </a:lnTo>
                  <a:lnTo>
                    <a:pt x="89053" y="5121"/>
                  </a:lnTo>
                  <a:lnTo>
                    <a:pt x="1" y="5121"/>
                  </a:lnTo>
                  <a:lnTo>
                    <a:pt x="1" y="26"/>
                  </a:lnTo>
                  <a:lnTo>
                    <a:pt x="63524" y="26"/>
                  </a:lnTo>
                  <a:lnTo>
                    <a:pt x="63524" y="26"/>
                  </a:lnTo>
                  <a:lnTo>
                    <a:pt x="63704" y="21"/>
                  </a:lnTo>
                  <a:lnTo>
                    <a:pt x="63704" y="21"/>
                  </a:lnTo>
                  <a:lnTo>
                    <a:pt x="63734" y="21"/>
                  </a:lnTo>
                  <a:lnTo>
                    <a:pt x="63734" y="21"/>
                  </a:lnTo>
                  <a:lnTo>
                    <a:pt x="63764" y="21"/>
                  </a:lnTo>
                  <a:lnTo>
                    <a:pt x="63764" y="21"/>
                  </a:lnTo>
                  <a:lnTo>
                    <a:pt x="65146" y="5"/>
                  </a:lnTo>
                  <a:lnTo>
                    <a:pt x="6649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71"/>
            <p:cNvSpPr/>
            <p:nvPr/>
          </p:nvSpPr>
          <p:spPr>
            <a:xfrm flipH="1">
              <a:off x="6899137" y="1654975"/>
              <a:ext cx="611268" cy="204425"/>
            </a:xfrm>
            <a:custGeom>
              <a:avLst/>
              <a:gdLst/>
              <a:ahLst/>
              <a:cxnLst/>
              <a:rect l="l" t="t" r="r" b="b"/>
              <a:pathLst>
                <a:path w="144167" h="8177" fill="none" extrusionOk="0">
                  <a:moveTo>
                    <a:pt x="25920" y="0"/>
                  </a:moveTo>
                  <a:lnTo>
                    <a:pt x="118427" y="0"/>
                  </a:lnTo>
                  <a:lnTo>
                    <a:pt x="118427" y="0"/>
                  </a:lnTo>
                  <a:lnTo>
                    <a:pt x="119748" y="5"/>
                  </a:lnTo>
                  <a:lnTo>
                    <a:pt x="121100" y="15"/>
                  </a:lnTo>
                  <a:lnTo>
                    <a:pt x="122422" y="31"/>
                  </a:lnTo>
                  <a:lnTo>
                    <a:pt x="123713" y="56"/>
                  </a:lnTo>
                  <a:lnTo>
                    <a:pt x="125035" y="92"/>
                  </a:lnTo>
                  <a:lnTo>
                    <a:pt x="126296" y="133"/>
                  </a:lnTo>
                  <a:lnTo>
                    <a:pt x="127557" y="184"/>
                  </a:lnTo>
                  <a:lnTo>
                    <a:pt x="128759" y="240"/>
                  </a:lnTo>
                  <a:lnTo>
                    <a:pt x="129960" y="311"/>
                  </a:lnTo>
                  <a:lnTo>
                    <a:pt x="131102" y="388"/>
                  </a:lnTo>
                  <a:lnTo>
                    <a:pt x="131642" y="434"/>
                  </a:lnTo>
                  <a:lnTo>
                    <a:pt x="132183" y="474"/>
                  </a:lnTo>
                  <a:lnTo>
                    <a:pt x="132723" y="525"/>
                  </a:lnTo>
                  <a:lnTo>
                    <a:pt x="133234" y="576"/>
                  </a:lnTo>
                  <a:lnTo>
                    <a:pt x="133715" y="627"/>
                  </a:lnTo>
                  <a:lnTo>
                    <a:pt x="134225" y="684"/>
                  </a:lnTo>
                  <a:lnTo>
                    <a:pt x="134676" y="740"/>
                  </a:lnTo>
                  <a:lnTo>
                    <a:pt x="135126" y="801"/>
                  </a:lnTo>
                  <a:lnTo>
                    <a:pt x="135577" y="867"/>
                  </a:lnTo>
                  <a:lnTo>
                    <a:pt x="135997" y="933"/>
                  </a:lnTo>
                  <a:lnTo>
                    <a:pt x="136388" y="1000"/>
                  </a:lnTo>
                  <a:lnTo>
                    <a:pt x="136778" y="1071"/>
                  </a:lnTo>
                  <a:lnTo>
                    <a:pt x="136778" y="1071"/>
                  </a:lnTo>
                  <a:lnTo>
                    <a:pt x="137499" y="1219"/>
                  </a:lnTo>
                  <a:lnTo>
                    <a:pt x="138190" y="1377"/>
                  </a:lnTo>
                  <a:lnTo>
                    <a:pt x="138820" y="1535"/>
                  </a:lnTo>
                  <a:lnTo>
                    <a:pt x="139451" y="1704"/>
                  </a:lnTo>
                  <a:lnTo>
                    <a:pt x="140052" y="1872"/>
                  </a:lnTo>
                  <a:lnTo>
                    <a:pt x="140623" y="2045"/>
                  </a:lnTo>
                  <a:lnTo>
                    <a:pt x="141133" y="2229"/>
                  </a:lnTo>
                  <a:lnTo>
                    <a:pt x="141644" y="2413"/>
                  </a:lnTo>
                  <a:lnTo>
                    <a:pt x="142094" y="2596"/>
                  </a:lnTo>
                  <a:lnTo>
                    <a:pt x="142485" y="2790"/>
                  </a:lnTo>
                  <a:lnTo>
                    <a:pt x="142875" y="2984"/>
                  </a:lnTo>
                  <a:lnTo>
                    <a:pt x="143206" y="3178"/>
                  </a:lnTo>
                  <a:lnTo>
                    <a:pt x="143476" y="3377"/>
                  </a:lnTo>
                  <a:lnTo>
                    <a:pt x="143716" y="3576"/>
                  </a:lnTo>
                  <a:lnTo>
                    <a:pt x="143896" y="3775"/>
                  </a:lnTo>
                  <a:lnTo>
                    <a:pt x="144046" y="3979"/>
                  </a:lnTo>
                  <a:lnTo>
                    <a:pt x="144137" y="4177"/>
                  </a:lnTo>
                  <a:lnTo>
                    <a:pt x="144167" y="4381"/>
                  </a:lnTo>
                  <a:lnTo>
                    <a:pt x="144167" y="4580"/>
                  </a:lnTo>
                  <a:lnTo>
                    <a:pt x="144107" y="4779"/>
                  </a:lnTo>
                  <a:lnTo>
                    <a:pt x="143986" y="4983"/>
                  </a:lnTo>
                  <a:lnTo>
                    <a:pt x="143806" y="5177"/>
                  </a:lnTo>
                  <a:lnTo>
                    <a:pt x="143566" y="5376"/>
                  </a:lnTo>
                  <a:lnTo>
                    <a:pt x="143266" y="5570"/>
                  </a:lnTo>
                  <a:lnTo>
                    <a:pt x="142905" y="5759"/>
                  </a:lnTo>
                  <a:lnTo>
                    <a:pt x="142485" y="5947"/>
                  </a:lnTo>
                  <a:lnTo>
                    <a:pt x="142004" y="6131"/>
                  </a:lnTo>
                  <a:lnTo>
                    <a:pt x="141433" y="6315"/>
                  </a:lnTo>
                  <a:lnTo>
                    <a:pt x="140833" y="6488"/>
                  </a:lnTo>
                  <a:lnTo>
                    <a:pt x="140502" y="6575"/>
                  </a:lnTo>
                  <a:lnTo>
                    <a:pt x="140142" y="6661"/>
                  </a:lnTo>
                  <a:lnTo>
                    <a:pt x="139782" y="6743"/>
                  </a:lnTo>
                  <a:lnTo>
                    <a:pt x="139391" y="6830"/>
                  </a:lnTo>
                  <a:lnTo>
                    <a:pt x="138971" y="6906"/>
                  </a:lnTo>
                  <a:lnTo>
                    <a:pt x="138550" y="6988"/>
                  </a:lnTo>
                  <a:lnTo>
                    <a:pt x="138550" y="6988"/>
                  </a:lnTo>
                  <a:lnTo>
                    <a:pt x="138220" y="7049"/>
                  </a:lnTo>
                  <a:lnTo>
                    <a:pt x="137829" y="7110"/>
                  </a:lnTo>
                  <a:lnTo>
                    <a:pt x="137439" y="7172"/>
                  </a:lnTo>
                  <a:lnTo>
                    <a:pt x="137018" y="7228"/>
                  </a:lnTo>
                  <a:lnTo>
                    <a:pt x="136568" y="7284"/>
                  </a:lnTo>
                  <a:lnTo>
                    <a:pt x="136117" y="7340"/>
                  </a:lnTo>
                  <a:lnTo>
                    <a:pt x="135126" y="7447"/>
                  </a:lnTo>
                  <a:lnTo>
                    <a:pt x="134045" y="7554"/>
                  </a:lnTo>
                  <a:lnTo>
                    <a:pt x="132904" y="7651"/>
                  </a:lnTo>
                  <a:lnTo>
                    <a:pt x="131702" y="7743"/>
                  </a:lnTo>
                  <a:lnTo>
                    <a:pt x="130441" y="7824"/>
                  </a:lnTo>
                  <a:lnTo>
                    <a:pt x="129119" y="7901"/>
                  </a:lnTo>
                  <a:lnTo>
                    <a:pt x="127738" y="7967"/>
                  </a:lnTo>
                  <a:lnTo>
                    <a:pt x="126356" y="8028"/>
                  </a:lnTo>
                  <a:lnTo>
                    <a:pt x="124914" y="8079"/>
                  </a:lnTo>
                  <a:lnTo>
                    <a:pt x="123443" y="8120"/>
                  </a:lnTo>
                  <a:lnTo>
                    <a:pt x="121941" y="8146"/>
                  </a:lnTo>
                  <a:lnTo>
                    <a:pt x="120469" y="8166"/>
                  </a:lnTo>
                  <a:lnTo>
                    <a:pt x="118937" y="8171"/>
                  </a:lnTo>
                  <a:lnTo>
                    <a:pt x="118937" y="8171"/>
                  </a:lnTo>
                  <a:lnTo>
                    <a:pt x="117526" y="8166"/>
                  </a:lnTo>
                  <a:lnTo>
                    <a:pt x="116114" y="8151"/>
                  </a:lnTo>
                  <a:lnTo>
                    <a:pt x="25229" y="8151"/>
                  </a:lnTo>
                  <a:lnTo>
                    <a:pt x="25229" y="8151"/>
                  </a:lnTo>
                  <a:lnTo>
                    <a:pt x="24478" y="8161"/>
                  </a:lnTo>
                  <a:lnTo>
                    <a:pt x="23728" y="8166"/>
                  </a:lnTo>
                  <a:lnTo>
                    <a:pt x="23007" y="8171"/>
                  </a:lnTo>
                  <a:lnTo>
                    <a:pt x="22256" y="8176"/>
                  </a:lnTo>
                  <a:lnTo>
                    <a:pt x="22256" y="8176"/>
                  </a:lnTo>
                  <a:lnTo>
                    <a:pt x="20874" y="8166"/>
                  </a:lnTo>
                  <a:lnTo>
                    <a:pt x="19493" y="8151"/>
                  </a:lnTo>
                  <a:lnTo>
                    <a:pt x="18111" y="8120"/>
                  </a:lnTo>
                  <a:lnTo>
                    <a:pt x="17450" y="8105"/>
                  </a:lnTo>
                  <a:lnTo>
                    <a:pt x="16790" y="8079"/>
                  </a:lnTo>
                  <a:lnTo>
                    <a:pt x="16099" y="8054"/>
                  </a:lnTo>
                  <a:lnTo>
                    <a:pt x="15468" y="8028"/>
                  </a:lnTo>
                  <a:lnTo>
                    <a:pt x="14807" y="7998"/>
                  </a:lnTo>
                  <a:lnTo>
                    <a:pt x="14177" y="7962"/>
                  </a:lnTo>
                  <a:lnTo>
                    <a:pt x="13546" y="7926"/>
                  </a:lnTo>
                  <a:lnTo>
                    <a:pt x="12915" y="7886"/>
                  </a:lnTo>
                  <a:lnTo>
                    <a:pt x="12314" y="7840"/>
                  </a:lnTo>
                  <a:lnTo>
                    <a:pt x="11714" y="7794"/>
                  </a:lnTo>
                  <a:lnTo>
                    <a:pt x="11113" y="7743"/>
                  </a:lnTo>
                  <a:lnTo>
                    <a:pt x="10542" y="7692"/>
                  </a:lnTo>
                  <a:lnTo>
                    <a:pt x="9972" y="7636"/>
                  </a:lnTo>
                  <a:lnTo>
                    <a:pt x="9431" y="7575"/>
                  </a:lnTo>
                  <a:lnTo>
                    <a:pt x="8890" y="7513"/>
                  </a:lnTo>
                  <a:lnTo>
                    <a:pt x="8380" y="7447"/>
                  </a:lnTo>
                  <a:lnTo>
                    <a:pt x="7869" y="7376"/>
                  </a:lnTo>
                  <a:lnTo>
                    <a:pt x="7359" y="7304"/>
                  </a:lnTo>
                  <a:lnTo>
                    <a:pt x="6908" y="7228"/>
                  </a:lnTo>
                  <a:lnTo>
                    <a:pt x="6428" y="7151"/>
                  </a:lnTo>
                  <a:lnTo>
                    <a:pt x="6007" y="7064"/>
                  </a:lnTo>
                  <a:lnTo>
                    <a:pt x="5587" y="6983"/>
                  </a:lnTo>
                  <a:lnTo>
                    <a:pt x="5166" y="6891"/>
                  </a:lnTo>
                  <a:lnTo>
                    <a:pt x="4806" y="6799"/>
                  </a:lnTo>
                  <a:lnTo>
                    <a:pt x="4415" y="6702"/>
                  </a:lnTo>
                  <a:lnTo>
                    <a:pt x="4085" y="6600"/>
                  </a:lnTo>
                  <a:lnTo>
                    <a:pt x="4085" y="6600"/>
                  </a:lnTo>
                  <a:lnTo>
                    <a:pt x="3364" y="6371"/>
                  </a:lnTo>
                  <a:lnTo>
                    <a:pt x="2703" y="6146"/>
                  </a:lnTo>
                  <a:lnTo>
                    <a:pt x="2103" y="5917"/>
                  </a:lnTo>
                  <a:lnTo>
                    <a:pt x="1562" y="5692"/>
                  </a:lnTo>
                  <a:lnTo>
                    <a:pt x="1081" y="5473"/>
                  </a:lnTo>
                  <a:lnTo>
                    <a:pt x="661" y="5254"/>
                  </a:lnTo>
                  <a:lnTo>
                    <a:pt x="300" y="5034"/>
                  </a:lnTo>
                  <a:lnTo>
                    <a:pt x="0" y="4820"/>
                  </a:lnTo>
                  <a:lnTo>
                    <a:pt x="0" y="4820"/>
                  </a:lnTo>
                  <a:lnTo>
                    <a:pt x="811" y="4800"/>
                  </a:lnTo>
                  <a:lnTo>
                    <a:pt x="1682" y="4774"/>
                  </a:lnTo>
                  <a:lnTo>
                    <a:pt x="2523" y="4744"/>
                  </a:lnTo>
                  <a:lnTo>
                    <a:pt x="3394" y="4708"/>
                  </a:lnTo>
                  <a:lnTo>
                    <a:pt x="4235" y="4667"/>
                  </a:lnTo>
                  <a:lnTo>
                    <a:pt x="5106" y="4621"/>
                  </a:lnTo>
                  <a:lnTo>
                    <a:pt x="5947" y="4570"/>
                  </a:lnTo>
                  <a:lnTo>
                    <a:pt x="6818" y="4514"/>
                  </a:lnTo>
                  <a:lnTo>
                    <a:pt x="7659" y="4448"/>
                  </a:lnTo>
                  <a:lnTo>
                    <a:pt x="8470" y="4376"/>
                  </a:lnTo>
                  <a:lnTo>
                    <a:pt x="9311" y="4300"/>
                  </a:lnTo>
                  <a:lnTo>
                    <a:pt x="10122" y="4218"/>
                  </a:lnTo>
                  <a:lnTo>
                    <a:pt x="10903" y="4126"/>
                  </a:lnTo>
                  <a:lnTo>
                    <a:pt x="11684" y="4030"/>
                  </a:lnTo>
                  <a:lnTo>
                    <a:pt x="12404" y="3928"/>
                  </a:lnTo>
                  <a:lnTo>
                    <a:pt x="13155" y="3815"/>
                  </a:lnTo>
                  <a:lnTo>
                    <a:pt x="13846" y="3693"/>
                  </a:lnTo>
                  <a:lnTo>
                    <a:pt x="14507" y="3565"/>
                  </a:lnTo>
                  <a:lnTo>
                    <a:pt x="15138" y="3428"/>
                  </a:lnTo>
                  <a:lnTo>
                    <a:pt x="15738" y="3280"/>
                  </a:lnTo>
                  <a:lnTo>
                    <a:pt x="16309" y="3127"/>
                  </a:lnTo>
                  <a:lnTo>
                    <a:pt x="16820" y="2964"/>
                  </a:lnTo>
                  <a:lnTo>
                    <a:pt x="17300" y="2790"/>
                  </a:lnTo>
                  <a:lnTo>
                    <a:pt x="17751" y="2606"/>
                  </a:lnTo>
                  <a:lnTo>
                    <a:pt x="18141" y="2418"/>
                  </a:lnTo>
                  <a:lnTo>
                    <a:pt x="18471" y="2214"/>
                  </a:lnTo>
                  <a:lnTo>
                    <a:pt x="18772" y="2005"/>
                  </a:lnTo>
                  <a:lnTo>
                    <a:pt x="19012" y="1780"/>
                  </a:lnTo>
                  <a:lnTo>
                    <a:pt x="19192" y="1546"/>
                  </a:lnTo>
                  <a:lnTo>
                    <a:pt x="19312" y="1306"/>
                  </a:lnTo>
                  <a:lnTo>
                    <a:pt x="19373" y="1051"/>
                  </a:lnTo>
                  <a:lnTo>
                    <a:pt x="19373" y="780"/>
                  </a:lnTo>
                  <a:lnTo>
                    <a:pt x="19373" y="780"/>
                  </a:lnTo>
                  <a:lnTo>
                    <a:pt x="19312" y="602"/>
                  </a:lnTo>
                  <a:lnTo>
                    <a:pt x="19252" y="428"/>
                  </a:lnTo>
                  <a:lnTo>
                    <a:pt x="19162" y="255"/>
                  </a:lnTo>
                  <a:lnTo>
                    <a:pt x="19072" y="92"/>
                  </a:lnTo>
                  <a:lnTo>
                    <a:pt x="19072" y="92"/>
                  </a:lnTo>
                  <a:lnTo>
                    <a:pt x="20754" y="51"/>
                  </a:lnTo>
                  <a:lnTo>
                    <a:pt x="22466" y="26"/>
                  </a:lnTo>
                  <a:lnTo>
                    <a:pt x="24178" y="5"/>
                  </a:lnTo>
                  <a:lnTo>
                    <a:pt x="2592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71"/>
            <p:cNvSpPr/>
            <p:nvPr/>
          </p:nvSpPr>
          <p:spPr>
            <a:xfrm flipH="1">
              <a:off x="7429536" y="1573100"/>
              <a:ext cx="195231" cy="203550"/>
            </a:xfrm>
            <a:custGeom>
              <a:avLst/>
              <a:gdLst/>
              <a:ahLst/>
              <a:cxnLst/>
              <a:rect l="l" t="t" r="r" b="b"/>
              <a:pathLst>
                <a:path w="46045" h="8142" fill="none" extrusionOk="0">
                  <a:moveTo>
                    <a:pt x="22737" y="0"/>
                  </a:moveTo>
                  <a:lnTo>
                    <a:pt x="22737" y="0"/>
                  </a:lnTo>
                  <a:lnTo>
                    <a:pt x="24149" y="6"/>
                  </a:lnTo>
                  <a:lnTo>
                    <a:pt x="24900" y="11"/>
                  </a:lnTo>
                  <a:lnTo>
                    <a:pt x="25681" y="21"/>
                  </a:lnTo>
                  <a:lnTo>
                    <a:pt x="26492" y="36"/>
                  </a:lnTo>
                  <a:lnTo>
                    <a:pt x="27333" y="51"/>
                  </a:lnTo>
                  <a:lnTo>
                    <a:pt x="28204" y="72"/>
                  </a:lnTo>
                  <a:lnTo>
                    <a:pt x="29075" y="102"/>
                  </a:lnTo>
                  <a:lnTo>
                    <a:pt x="29946" y="133"/>
                  </a:lnTo>
                  <a:lnTo>
                    <a:pt x="30847" y="174"/>
                  </a:lnTo>
                  <a:lnTo>
                    <a:pt x="31748" y="215"/>
                  </a:lnTo>
                  <a:lnTo>
                    <a:pt x="32649" y="266"/>
                  </a:lnTo>
                  <a:lnTo>
                    <a:pt x="33550" y="327"/>
                  </a:lnTo>
                  <a:lnTo>
                    <a:pt x="34451" y="393"/>
                  </a:lnTo>
                  <a:lnTo>
                    <a:pt x="35352" y="465"/>
                  </a:lnTo>
                  <a:lnTo>
                    <a:pt x="36223" y="546"/>
                  </a:lnTo>
                  <a:lnTo>
                    <a:pt x="37094" y="638"/>
                  </a:lnTo>
                  <a:lnTo>
                    <a:pt x="37935" y="740"/>
                  </a:lnTo>
                  <a:lnTo>
                    <a:pt x="38776" y="852"/>
                  </a:lnTo>
                  <a:lnTo>
                    <a:pt x="39557" y="970"/>
                  </a:lnTo>
                  <a:lnTo>
                    <a:pt x="40338" y="1102"/>
                  </a:lnTo>
                  <a:lnTo>
                    <a:pt x="41088" y="1245"/>
                  </a:lnTo>
                  <a:lnTo>
                    <a:pt x="41809" y="1398"/>
                  </a:lnTo>
                  <a:lnTo>
                    <a:pt x="42140" y="1480"/>
                  </a:lnTo>
                  <a:lnTo>
                    <a:pt x="42470" y="1561"/>
                  </a:lnTo>
                  <a:lnTo>
                    <a:pt x="42770" y="1648"/>
                  </a:lnTo>
                  <a:lnTo>
                    <a:pt x="43101" y="1740"/>
                  </a:lnTo>
                  <a:lnTo>
                    <a:pt x="43401" y="1837"/>
                  </a:lnTo>
                  <a:lnTo>
                    <a:pt x="43671" y="1934"/>
                  </a:lnTo>
                  <a:lnTo>
                    <a:pt x="43942" y="2030"/>
                  </a:lnTo>
                  <a:lnTo>
                    <a:pt x="44212" y="2132"/>
                  </a:lnTo>
                  <a:lnTo>
                    <a:pt x="44452" y="2240"/>
                  </a:lnTo>
                  <a:lnTo>
                    <a:pt x="44693" y="2352"/>
                  </a:lnTo>
                  <a:lnTo>
                    <a:pt x="44903" y="2464"/>
                  </a:lnTo>
                  <a:lnTo>
                    <a:pt x="45113" y="2586"/>
                  </a:lnTo>
                  <a:lnTo>
                    <a:pt x="45323" y="2704"/>
                  </a:lnTo>
                  <a:lnTo>
                    <a:pt x="45504" y="2831"/>
                  </a:lnTo>
                  <a:lnTo>
                    <a:pt x="45654" y="2959"/>
                  </a:lnTo>
                  <a:lnTo>
                    <a:pt x="45804" y="3091"/>
                  </a:lnTo>
                  <a:lnTo>
                    <a:pt x="45924" y="3229"/>
                  </a:lnTo>
                  <a:lnTo>
                    <a:pt x="46044" y="3367"/>
                  </a:lnTo>
                  <a:lnTo>
                    <a:pt x="46044" y="3367"/>
                  </a:lnTo>
                  <a:lnTo>
                    <a:pt x="45083" y="3397"/>
                  </a:lnTo>
                  <a:lnTo>
                    <a:pt x="44122" y="3428"/>
                  </a:lnTo>
                  <a:lnTo>
                    <a:pt x="43191" y="3464"/>
                  </a:lnTo>
                  <a:lnTo>
                    <a:pt x="42260" y="3499"/>
                  </a:lnTo>
                  <a:lnTo>
                    <a:pt x="41389" y="3540"/>
                  </a:lnTo>
                  <a:lnTo>
                    <a:pt x="40518" y="3586"/>
                  </a:lnTo>
                  <a:lnTo>
                    <a:pt x="39677" y="3632"/>
                  </a:lnTo>
                  <a:lnTo>
                    <a:pt x="38866" y="3683"/>
                  </a:lnTo>
                  <a:lnTo>
                    <a:pt x="38085" y="3734"/>
                  </a:lnTo>
                  <a:lnTo>
                    <a:pt x="37364" y="3790"/>
                  </a:lnTo>
                  <a:lnTo>
                    <a:pt x="36643" y="3851"/>
                  </a:lnTo>
                  <a:lnTo>
                    <a:pt x="35983" y="3908"/>
                  </a:lnTo>
                  <a:lnTo>
                    <a:pt x="35382" y="3974"/>
                  </a:lnTo>
                  <a:lnTo>
                    <a:pt x="34781" y="4040"/>
                  </a:lnTo>
                  <a:lnTo>
                    <a:pt x="34271" y="4106"/>
                  </a:lnTo>
                  <a:lnTo>
                    <a:pt x="33760" y="4178"/>
                  </a:lnTo>
                  <a:lnTo>
                    <a:pt x="33760" y="4178"/>
                  </a:lnTo>
                  <a:lnTo>
                    <a:pt x="33189" y="4270"/>
                  </a:lnTo>
                  <a:lnTo>
                    <a:pt x="32649" y="4361"/>
                  </a:lnTo>
                  <a:lnTo>
                    <a:pt x="32138" y="4458"/>
                  </a:lnTo>
                  <a:lnTo>
                    <a:pt x="31628" y="4555"/>
                  </a:lnTo>
                  <a:lnTo>
                    <a:pt x="31147" y="4657"/>
                  </a:lnTo>
                  <a:lnTo>
                    <a:pt x="30666" y="4759"/>
                  </a:lnTo>
                  <a:lnTo>
                    <a:pt x="30216" y="4861"/>
                  </a:lnTo>
                  <a:lnTo>
                    <a:pt x="29795" y="4968"/>
                  </a:lnTo>
                  <a:lnTo>
                    <a:pt x="29405" y="5076"/>
                  </a:lnTo>
                  <a:lnTo>
                    <a:pt x="29045" y="5188"/>
                  </a:lnTo>
                  <a:lnTo>
                    <a:pt x="28684" y="5300"/>
                  </a:lnTo>
                  <a:lnTo>
                    <a:pt x="28354" y="5417"/>
                  </a:lnTo>
                  <a:lnTo>
                    <a:pt x="28053" y="5535"/>
                  </a:lnTo>
                  <a:lnTo>
                    <a:pt x="27783" y="5652"/>
                  </a:lnTo>
                  <a:lnTo>
                    <a:pt x="27513" y="5774"/>
                  </a:lnTo>
                  <a:lnTo>
                    <a:pt x="27272" y="5897"/>
                  </a:lnTo>
                  <a:lnTo>
                    <a:pt x="27062" y="6024"/>
                  </a:lnTo>
                  <a:lnTo>
                    <a:pt x="26882" y="6152"/>
                  </a:lnTo>
                  <a:lnTo>
                    <a:pt x="26702" y="6279"/>
                  </a:lnTo>
                  <a:lnTo>
                    <a:pt x="26582" y="6407"/>
                  </a:lnTo>
                  <a:lnTo>
                    <a:pt x="26462" y="6539"/>
                  </a:lnTo>
                  <a:lnTo>
                    <a:pt x="26371" y="6672"/>
                  </a:lnTo>
                  <a:lnTo>
                    <a:pt x="26311" y="6810"/>
                  </a:lnTo>
                  <a:lnTo>
                    <a:pt x="26281" y="6948"/>
                  </a:lnTo>
                  <a:lnTo>
                    <a:pt x="26281" y="7085"/>
                  </a:lnTo>
                  <a:lnTo>
                    <a:pt x="26281" y="7223"/>
                  </a:lnTo>
                  <a:lnTo>
                    <a:pt x="26341" y="7366"/>
                  </a:lnTo>
                  <a:lnTo>
                    <a:pt x="26401" y="7509"/>
                  </a:lnTo>
                  <a:lnTo>
                    <a:pt x="26492" y="7651"/>
                  </a:lnTo>
                  <a:lnTo>
                    <a:pt x="26642" y="7799"/>
                  </a:lnTo>
                  <a:lnTo>
                    <a:pt x="26792" y="7947"/>
                  </a:lnTo>
                  <a:lnTo>
                    <a:pt x="26972" y="8095"/>
                  </a:lnTo>
                  <a:lnTo>
                    <a:pt x="26972" y="8095"/>
                  </a:lnTo>
                  <a:lnTo>
                    <a:pt x="25921" y="8116"/>
                  </a:lnTo>
                  <a:lnTo>
                    <a:pt x="24900" y="8131"/>
                  </a:lnTo>
                  <a:lnTo>
                    <a:pt x="23939" y="8136"/>
                  </a:lnTo>
                  <a:lnTo>
                    <a:pt x="22978" y="8141"/>
                  </a:lnTo>
                  <a:lnTo>
                    <a:pt x="22978" y="8141"/>
                  </a:lnTo>
                  <a:lnTo>
                    <a:pt x="22197" y="8136"/>
                  </a:lnTo>
                  <a:lnTo>
                    <a:pt x="21476" y="8131"/>
                  </a:lnTo>
                  <a:lnTo>
                    <a:pt x="20755" y="8126"/>
                  </a:lnTo>
                  <a:lnTo>
                    <a:pt x="20094" y="8116"/>
                  </a:lnTo>
                  <a:lnTo>
                    <a:pt x="20094" y="8116"/>
                  </a:lnTo>
                  <a:lnTo>
                    <a:pt x="18472" y="8080"/>
                  </a:lnTo>
                  <a:lnTo>
                    <a:pt x="17661" y="8059"/>
                  </a:lnTo>
                  <a:lnTo>
                    <a:pt x="16820" y="8034"/>
                  </a:lnTo>
                  <a:lnTo>
                    <a:pt x="15979" y="8008"/>
                  </a:lnTo>
                  <a:lnTo>
                    <a:pt x="15138" y="7978"/>
                  </a:lnTo>
                  <a:lnTo>
                    <a:pt x="14298" y="7942"/>
                  </a:lnTo>
                  <a:lnTo>
                    <a:pt x="13457" y="7901"/>
                  </a:lnTo>
                  <a:lnTo>
                    <a:pt x="12646" y="7855"/>
                  </a:lnTo>
                  <a:lnTo>
                    <a:pt x="11805" y="7799"/>
                  </a:lnTo>
                  <a:lnTo>
                    <a:pt x="10994" y="7743"/>
                  </a:lnTo>
                  <a:lnTo>
                    <a:pt x="10183" y="7677"/>
                  </a:lnTo>
                  <a:lnTo>
                    <a:pt x="9372" y="7605"/>
                  </a:lnTo>
                  <a:lnTo>
                    <a:pt x="8621" y="7524"/>
                  </a:lnTo>
                  <a:lnTo>
                    <a:pt x="7840" y="7437"/>
                  </a:lnTo>
                  <a:lnTo>
                    <a:pt x="7119" y="7340"/>
                  </a:lnTo>
                  <a:lnTo>
                    <a:pt x="6398" y="7238"/>
                  </a:lnTo>
                  <a:lnTo>
                    <a:pt x="5708" y="7121"/>
                  </a:lnTo>
                  <a:lnTo>
                    <a:pt x="5047" y="6999"/>
                  </a:lnTo>
                  <a:lnTo>
                    <a:pt x="4416" y="6866"/>
                  </a:lnTo>
                  <a:lnTo>
                    <a:pt x="3815" y="6718"/>
                  </a:lnTo>
                  <a:lnTo>
                    <a:pt x="3245" y="6560"/>
                  </a:lnTo>
                  <a:lnTo>
                    <a:pt x="2704" y="6397"/>
                  </a:lnTo>
                  <a:lnTo>
                    <a:pt x="2224" y="6213"/>
                  </a:lnTo>
                  <a:lnTo>
                    <a:pt x="1773" y="6024"/>
                  </a:lnTo>
                  <a:lnTo>
                    <a:pt x="1353" y="5820"/>
                  </a:lnTo>
                  <a:lnTo>
                    <a:pt x="1022" y="5601"/>
                  </a:lnTo>
                  <a:lnTo>
                    <a:pt x="692" y="5366"/>
                  </a:lnTo>
                  <a:lnTo>
                    <a:pt x="452" y="5121"/>
                  </a:lnTo>
                  <a:lnTo>
                    <a:pt x="241" y="4861"/>
                  </a:lnTo>
                  <a:lnTo>
                    <a:pt x="91" y="4586"/>
                  </a:lnTo>
                  <a:lnTo>
                    <a:pt x="1" y="4295"/>
                  </a:lnTo>
                  <a:lnTo>
                    <a:pt x="1" y="4295"/>
                  </a:lnTo>
                  <a:lnTo>
                    <a:pt x="1" y="4147"/>
                  </a:lnTo>
                  <a:lnTo>
                    <a:pt x="1" y="4004"/>
                  </a:lnTo>
                  <a:lnTo>
                    <a:pt x="31" y="3862"/>
                  </a:lnTo>
                  <a:lnTo>
                    <a:pt x="61" y="3724"/>
                  </a:lnTo>
                  <a:lnTo>
                    <a:pt x="121" y="3586"/>
                  </a:lnTo>
                  <a:lnTo>
                    <a:pt x="211" y="3454"/>
                  </a:lnTo>
                  <a:lnTo>
                    <a:pt x="331" y="3321"/>
                  </a:lnTo>
                  <a:lnTo>
                    <a:pt x="452" y="3199"/>
                  </a:lnTo>
                  <a:lnTo>
                    <a:pt x="602" y="3071"/>
                  </a:lnTo>
                  <a:lnTo>
                    <a:pt x="782" y="2949"/>
                  </a:lnTo>
                  <a:lnTo>
                    <a:pt x="962" y="2831"/>
                  </a:lnTo>
                  <a:lnTo>
                    <a:pt x="1142" y="2719"/>
                  </a:lnTo>
                  <a:lnTo>
                    <a:pt x="1353" y="2602"/>
                  </a:lnTo>
                  <a:lnTo>
                    <a:pt x="1593" y="2495"/>
                  </a:lnTo>
                  <a:lnTo>
                    <a:pt x="1833" y="2388"/>
                  </a:lnTo>
                  <a:lnTo>
                    <a:pt x="2103" y="2280"/>
                  </a:lnTo>
                  <a:lnTo>
                    <a:pt x="2374" y="2178"/>
                  </a:lnTo>
                  <a:lnTo>
                    <a:pt x="2674" y="2081"/>
                  </a:lnTo>
                  <a:lnTo>
                    <a:pt x="2974" y="1985"/>
                  </a:lnTo>
                  <a:lnTo>
                    <a:pt x="3275" y="1888"/>
                  </a:lnTo>
                  <a:lnTo>
                    <a:pt x="3605" y="1801"/>
                  </a:lnTo>
                  <a:lnTo>
                    <a:pt x="3966" y="1709"/>
                  </a:lnTo>
                  <a:lnTo>
                    <a:pt x="4686" y="1541"/>
                  </a:lnTo>
                  <a:lnTo>
                    <a:pt x="5437" y="1378"/>
                  </a:lnTo>
                  <a:lnTo>
                    <a:pt x="6218" y="1230"/>
                  </a:lnTo>
                  <a:lnTo>
                    <a:pt x="7059" y="1092"/>
                  </a:lnTo>
                  <a:lnTo>
                    <a:pt x="7930" y="959"/>
                  </a:lnTo>
                  <a:lnTo>
                    <a:pt x="8801" y="837"/>
                  </a:lnTo>
                  <a:lnTo>
                    <a:pt x="9702" y="725"/>
                  </a:lnTo>
                  <a:lnTo>
                    <a:pt x="10633" y="623"/>
                  </a:lnTo>
                  <a:lnTo>
                    <a:pt x="11564" y="526"/>
                  </a:lnTo>
                  <a:lnTo>
                    <a:pt x="12495" y="439"/>
                  </a:lnTo>
                  <a:lnTo>
                    <a:pt x="13457" y="363"/>
                  </a:lnTo>
                  <a:lnTo>
                    <a:pt x="14418" y="291"/>
                  </a:lnTo>
                  <a:lnTo>
                    <a:pt x="15349" y="230"/>
                  </a:lnTo>
                  <a:lnTo>
                    <a:pt x="16280" y="179"/>
                  </a:lnTo>
                  <a:lnTo>
                    <a:pt x="17211" y="128"/>
                  </a:lnTo>
                  <a:lnTo>
                    <a:pt x="18142" y="92"/>
                  </a:lnTo>
                  <a:lnTo>
                    <a:pt x="19013" y="62"/>
                  </a:lnTo>
                  <a:lnTo>
                    <a:pt x="19884" y="36"/>
                  </a:lnTo>
                  <a:lnTo>
                    <a:pt x="20725" y="16"/>
                  </a:lnTo>
                  <a:lnTo>
                    <a:pt x="21536" y="6"/>
                  </a:lnTo>
                  <a:lnTo>
                    <a:pt x="22317" y="0"/>
                  </a:lnTo>
                  <a:lnTo>
                    <a:pt x="22317" y="0"/>
                  </a:lnTo>
                  <a:lnTo>
                    <a:pt x="2273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71"/>
            <p:cNvSpPr/>
            <p:nvPr/>
          </p:nvSpPr>
          <p:spPr>
            <a:xfrm flipH="1">
              <a:off x="7428264" y="1657250"/>
              <a:ext cx="85071" cy="118250"/>
            </a:xfrm>
            <a:custGeom>
              <a:avLst/>
              <a:gdLst/>
              <a:ahLst/>
              <a:cxnLst/>
              <a:rect l="l" t="t" r="r" b="b"/>
              <a:pathLst>
                <a:path w="20064" h="4730" extrusionOk="0">
                  <a:moveTo>
                    <a:pt x="19763" y="1"/>
                  </a:moveTo>
                  <a:lnTo>
                    <a:pt x="18802" y="31"/>
                  </a:lnTo>
                  <a:lnTo>
                    <a:pt x="17841" y="62"/>
                  </a:lnTo>
                  <a:lnTo>
                    <a:pt x="16910" y="98"/>
                  </a:lnTo>
                  <a:lnTo>
                    <a:pt x="15979" y="133"/>
                  </a:lnTo>
                  <a:lnTo>
                    <a:pt x="15108" y="174"/>
                  </a:lnTo>
                  <a:lnTo>
                    <a:pt x="14237" y="220"/>
                  </a:lnTo>
                  <a:lnTo>
                    <a:pt x="13396" y="266"/>
                  </a:lnTo>
                  <a:lnTo>
                    <a:pt x="12585" y="317"/>
                  </a:lnTo>
                  <a:lnTo>
                    <a:pt x="11804" y="368"/>
                  </a:lnTo>
                  <a:lnTo>
                    <a:pt x="11083" y="424"/>
                  </a:lnTo>
                  <a:lnTo>
                    <a:pt x="10362" y="485"/>
                  </a:lnTo>
                  <a:lnTo>
                    <a:pt x="9702" y="542"/>
                  </a:lnTo>
                  <a:lnTo>
                    <a:pt x="9101" y="608"/>
                  </a:lnTo>
                  <a:lnTo>
                    <a:pt x="8500" y="674"/>
                  </a:lnTo>
                  <a:lnTo>
                    <a:pt x="7990" y="740"/>
                  </a:lnTo>
                  <a:lnTo>
                    <a:pt x="7479" y="812"/>
                  </a:lnTo>
                  <a:lnTo>
                    <a:pt x="6908" y="904"/>
                  </a:lnTo>
                  <a:lnTo>
                    <a:pt x="6368" y="995"/>
                  </a:lnTo>
                  <a:lnTo>
                    <a:pt x="5857" y="1092"/>
                  </a:lnTo>
                  <a:lnTo>
                    <a:pt x="5347" y="1189"/>
                  </a:lnTo>
                  <a:lnTo>
                    <a:pt x="4866" y="1291"/>
                  </a:lnTo>
                  <a:lnTo>
                    <a:pt x="4385" y="1393"/>
                  </a:lnTo>
                  <a:lnTo>
                    <a:pt x="3935" y="1495"/>
                  </a:lnTo>
                  <a:lnTo>
                    <a:pt x="3514" y="1602"/>
                  </a:lnTo>
                  <a:lnTo>
                    <a:pt x="3124" y="1710"/>
                  </a:lnTo>
                  <a:lnTo>
                    <a:pt x="2764" y="1822"/>
                  </a:lnTo>
                  <a:lnTo>
                    <a:pt x="2403" y="1934"/>
                  </a:lnTo>
                  <a:lnTo>
                    <a:pt x="2073" y="2051"/>
                  </a:lnTo>
                  <a:lnTo>
                    <a:pt x="1772" y="2169"/>
                  </a:lnTo>
                  <a:lnTo>
                    <a:pt x="1502" y="2286"/>
                  </a:lnTo>
                  <a:lnTo>
                    <a:pt x="1232" y="2408"/>
                  </a:lnTo>
                  <a:lnTo>
                    <a:pt x="991" y="2531"/>
                  </a:lnTo>
                  <a:lnTo>
                    <a:pt x="781" y="2658"/>
                  </a:lnTo>
                  <a:lnTo>
                    <a:pt x="601" y="2786"/>
                  </a:lnTo>
                  <a:lnTo>
                    <a:pt x="421" y="2913"/>
                  </a:lnTo>
                  <a:lnTo>
                    <a:pt x="301" y="3041"/>
                  </a:lnTo>
                  <a:lnTo>
                    <a:pt x="181" y="3173"/>
                  </a:lnTo>
                  <a:lnTo>
                    <a:pt x="90" y="3306"/>
                  </a:lnTo>
                  <a:lnTo>
                    <a:pt x="30" y="3444"/>
                  </a:lnTo>
                  <a:lnTo>
                    <a:pt x="0" y="3582"/>
                  </a:lnTo>
                  <a:lnTo>
                    <a:pt x="0" y="3719"/>
                  </a:lnTo>
                  <a:lnTo>
                    <a:pt x="0" y="3857"/>
                  </a:lnTo>
                  <a:lnTo>
                    <a:pt x="60" y="4000"/>
                  </a:lnTo>
                  <a:lnTo>
                    <a:pt x="120" y="4143"/>
                  </a:lnTo>
                  <a:lnTo>
                    <a:pt x="211" y="4285"/>
                  </a:lnTo>
                  <a:lnTo>
                    <a:pt x="361" y="4433"/>
                  </a:lnTo>
                  <a:lnTo>
                    <a:pt x="511" y="4581"/>
                  </a:lnTo>
                  <a:lnTo>
                    <a:pt x="691" y="4729"/>
                  </a:lnTo>
                  <a:lnTo>
                    <a:pt x="1502" y="4709"/>
                  </a:lnTo>
                  <a:lnTo>
                    <a:pt x="2373" y="4683"/>
                  </a:lnTo>
                  <a:lnTo>
                    <a:pt x="3214" y="4653"/>
                  </a:lnTo>
                  <a:lnTo>
                    <a:pt x="4085" y="4617"/>
                  </a:lnTo>
                  <a:lnTo>
                    <a:pt x="4926" y="4576"/>
                  </a:lnTo>
                  <a:lnTo>
                    <a:pt x="5797" y="4530"/>
                  </a:lnTo>
                  <a:lnTo>
                    <a:pt x="6638" y="4479"/>
                  </a:lnTo>
                  <a:lnTo>
                    <a:pt x="7509" y="4423"/>
                  </a:lnTo>
                  <a:lnTo>
                    <a:pt x="8350" y="4357"/>
                  </a:lnTo>
                  <a:lnTo>
                    <a:pt x="9161" y="4285"/>
                  </a:lnTo>
                  <a:lnTo>
                    <a:pt x="10002" y="4209"/>
                  </a:lnTo>
                  <a:lnTo>
                    <a:pt x="10813" y="4127"/>
                  </a:lnTo>
                  <a:lnTo>
                    <a:pt x="11594" y="4035"/>
                  </a:lnTo>
                  <a:lnTo>
                    <a:pt x="12375" y="3939"/>
                  </a:lnTo>
                  <a:lnTo>
                    <a:pt x="13095" y="3837"/>
                  </a:lnTo>
                  <a:lnTo>
                    <a:pt x="13846" y="3724"/>
                  </a:lnTo>
                  <a:lnTo>
                    <a:pt x="14537" y="3602"/>
                  </a:lnTo>
                  <a:lnTo>
                    <a:pt x="15198" y="3474"/>
                  </a:lnTo>
                  <a:lnTo>
                    <a:pt x="15829" y="3337"/>
                  </a:lnTo>
                  <a:lnTo>
                    <a:pt x="16429" y="3189"/>
                  </a:lnTo>
                  <a:lnTo>
                    <a:pt x="17000" y="3036"/>
                  </a:lnTo>
                  <a:lnTo>
                    <a:pt x="17511" y="2873"/>
                  </a:lnTo>
                  <a:lnTo>
                    <a:pt x="17991" y="2699"/>
                  </a:lnTo>
                  <a:lnTo>
                    <a:pt x="18442" y="2515"/>
                  </a:lnTo>
                  <a:lnTo>
                    <a:pt x="18832" y="2327"/>
                  </a:lnTo>
                  <a:lnTo>
                    <a:pt x="19162" y="2123"/>
                  </a:lnTo>
                  <a:lnTo>
                    <a:pt x="19463" y="1914"/>
                  </a:lnTo>
                  <a:lnTo>
                    <a:pt x="19703" y="1689"/>
                  </a:lnTo>
                  <a:lnTo>
                    <a:pt x="19883" y="1455"/>
                  </a:lnTo>
                  <a:lnTo>
                    <a:pt x="20003" y="1215"/>
                  </a:lnTo>
                  <a:lnTo>
                    <a:pt x="20064" y="960"/>
                  </a:lnTo>
                  <a:lnTo>
                    <a:pt x="20064" y="689"/>
                  </a:lnTo>
                  <a:lnTo>
                    <a:pt x="20003" y="511"/>
                  </a:lnTo>
                  <a:lnTo>
                    <a:pt x="19943" y="337"/>
                  </a:lnTo>
                  <a:lnTo>
                    <a:pt x="19853" y="164"/>
                  </a:lnTo>
                  <a:lnTo>
                    <a:pt x="19763" y="1"/>
                  </a:lnTo>
                  <a:close/>
                </a:path>
              </a:pathLst>
            </a:custGeom>
            <a:solidFill>
              <a:srgbClr val="0063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71"/>
            <p:cNvSpPr/>
            <p:nvPr/>
          </p:nvSpPr>
          <p:spPr>
            <a:xfrm flipH="1">
              <a:off x="7419352" y="1859375"/>
              <a:ext cx="379243" cy="128050"/>
            </a:xfrm>
            <a:custGeom>
              <a:avLst/>
              <a:gdLst/>
              <a:ahLst/>
              <a:cxnLst/>
              <a:rect l="l" t="t" r="r" b="b"/>
              <a:pathLst>
                <a:path w="89444" h="5122" extrusionOk="0">
                  <a:moveTo>
                    <a:pt x="66497" y="0"/>
                  </a:moveTo>
                  <a:lnTo>
                    <a:pt x="65146" y="5"/>
                  </a:lnTo>
                  <a:lnTo>
                    <a:pt x="63764" y="21"/>
                  </a:lnTo>
                  <a:lnTo>
                    <a:pt x="63704" y="21"/>
                  </a:lnTo>
                  <a:lnTo>
                    <a:pt x="63524" y="26"/>
                  </a:lnTo>
                  <a:lnTo>
                    <a:pt x="1" y="26"/>
                  </a:lnTo>
                  <a:lnTo>
                    <a:pt x="1" y="5121"/>
                  </a:lnTo>
                  <a:lnTo>
                    <a:pt x="89053" y="5121"/>
                  </a:lnTo>
                  <a:lnTo>
                    <a:pt x="89234" y="4943"/>
                  </a:lnTo>
                  <a:lnTo>
                    <a:pt x="89354" y="4759"/>
                  </a:lnTo>
                  <a:lnTo>
                    <a:pt x="89414" y="4576"/>
                  </a:lnTo>
                  <a:lnTo>
                    <a:pt x="89444" y="4387"/>
                  </a:lnTo>
                  <a:lnTo>
                    <a:pt x="89414" y="4224"/>
                  </a:lnTo>
                  <a:lnTo>
                    <a:pt x="89384" y="4055"/>
                  </a:lnTo>
                  <a:lnTo>
                    <a:pt x="89294" y="3892"/>
                  </a:lnTo>
                  <a:lnTo>
                    <a:pt x="89144" y="3724"/>
                  </a:lnTo>
                  <a:lnTo>
                    <a:pt x="88993" y="3550"/>
                  </a:lnTo>
                  <a:lnTo>
                    <a:pt x="88783" y="3382"/>
                  </a:lnTo>
                  <a:lnTo>
                    <a:pt x="88543" y="3204"/>
                  </a:lnTo>
                  <a:lnTo>
                    <a:pt x="88273" y="3030"/>
                  </a:lnTo>
                  <a:lnTo>
                    <a:pt x="87972" y="2852"/>
                  </a:lnTo>
                  <a:lnTo>
                    <a:pt x="87612" y="2673"/>
                  </a:lnTo>
                  <a:lnTo>
                    <a:pt x="87221" y="2495"/>
                  </a:lnTo>
                  <a:lnTo>
                    <a:pt x="86801" y="2311"/>
                  </a:lnTo>
                  <a:lnTo>
                    <a:pt x="86320" y="2127"/>
                  </a:lnTo>
                  <a:lnTo>
                    <a:pt x="85810" y="1944"/>
                  </a:lnTo>
                  <a:lnTo>
                    <a:pt x="85239" y="1755"/>
                  </a:lnTo>
                  <a:lnTo>
                    <a:pt x="84668" y="1571"/>
                  </a:lnTo>
                  <a:lnTo>
                    <a:pt x="84578" y="1546"/>
                  </a:lnTo>
                  <a:lnTo>
                    <a:pt x="84248" y="1449"/>
                  </a:lnTo>
                  <a:lnTo>
                    <a:pt x="83888" y="1352"/>
                  </a:lnTo>
                  <a:lnTo>
                    <a:pt x="83497" y="1260"/>
                  </a:lnTo>
                  <a:lnTo>
                    <a:pt x="83077" y="1174"/>
                  </a:lnTo>
                  <a:lnTo>
                    <a:pt x="82656" y="1092"/>
                  </a:lnTo>
                  <a:lnTo>
                    <a:pt x="82236" y="1010"/>
                  </a:lnTo>
                  <a:lnTo>
                    <a:pt x="81755" y="929"/>
                  </a:lnTo>
                  <a:lnTo>
                    <a:pt x="81305" y="857"/>
                  </a:lnTo>
                  <a:lnTo>
                    <a:pt x="80794" y="786"/>
                  </a:lnTo>
                  <a:lnTo>
                    <a:pt x="80313" y="714"/>
                  </a:lnTo>
                  <a:lnTo>
                    <a:pt x="79773" y="648"/>
                  </a:lnTo>
                  <a:lnTo>
                    <a:pt x="79232" y="587"/>
                  </a:lnTo>
                  <a:lnTo>
                    <a:pt x="78692" y="531"/>
                  </a:lnTo>
                  <a:lnTo>
                    <a:pt x="78151" y="475"/>
                  </a:lnTo>
                  <a:lnTo>
                    <a:pt x="77550" y="424"/>
                  </a:lnTo>
                  <a:lnTo>
                    <a:pt x="76980" y="373"/>
                  </a:lnTo>
                  <a:lnTo>
                    <a:pt x="76379" y="327"/>
                  </a:lnTo>
                  <a:lnTo>
                    <a:pt x="75778" y="286"/>
                  </a:lnTo>
                  <a:lnTo>
                    <a:pt x="75147" y="245"/>
                  </a:lnTo>
                  <a:lnTo>
                    <a:pt x="74517" y="210"/>
                  </a:lnTo>
                  <a:lnTo>
                    <a:pt x="73886" y="174"/>
                  </a:lnTo>
                  <a:lnTo>
                    <a:pt x="73255" y="143"/>
                  </a:lnTo>
                  <a:lnTo>
                    <a:pt x="72594" y="113"/>
                  </a:lnTo>
                  <a:lnTo>
                    <a:pt x="71934" y="92"/>
                  </a:lnTo>
                  <a:lnTo>
                    <a:pt x="71273" y="67"/>
                  </a:lnTo>
                  <a:lnTo>
                    <a:pt x="70612" y="51"/>
                  </a:lnTo>
                  <a:lnTo>
                    <a:pt x="69261" y="21"/>
                  </a:lnTo>
                  <a:lnTo>
                    <a:pt x="67879" y="5"/>
                  </a:lnTo>
                  <a:lnTo>
                    <a:pt x="66497" y="0"/>
                  </a:lnTo>
                  <a:close/>
                </a:path>
              </a:pathLst>
            </a:custGeom>
            <a:solidFill>
              <a:srgbClr val="5AB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71"/>
            <p:cNvSpPr/>
            <p:nvPr/>
          </p:nvSpPr>
          <p:spPr>
            <a:xfrm flipH="1">
              <a:off x="6899137" y="1654975"/>
              <a:ext cx="611268" cy="204425"/>
            </a:xfrm>
            <a:custGeom>
              <a:avLst/>
              <a:gdLst/>
              <a:ahLst/>
              <a:cxnLst/>
              <a:rect l="l" t="t" r="r" b="b"/>
              <a:pathLst>
                <a:path w="144167" h="8177" extrusionOk="0">
                  <a:moveTo>
                    <a:pt x="25920" y="0"/>
                  </a:moveTo>
                  <a:lnTo>
                    <a:pt x="24178" y="5"/>
                  </a:lnTo>
                  <a:lnTo>
                    <a:pt x="22466" y="26"/>
                  </a:lnTo>
                  <a:lnTo>
                    <a:pt x="20754" y="51"/>
                  </a:lnTo>
                  <a:lnTo>
                    <a:pt x="19072" y="92"/>
                  </a:lnTo>
                  <a:lnTo>
                    <a:pt x="19162" y="255"/>
                  </a:lnTo>
                  <a:lnTo>
                    <a:pt x="19252" y="428"/>
                  </a:lnTo>
                  <a:lnTo>
                    <a:pt x="19312" y="602"/>
                  </a:lnTo>
                  <a:lnTo>
                    <a:pt x="19373" y="780"/>
                  </a:lnTo>
                  <a:lnTo>
                    <a:pt x="19373" y="1051"/>
                  </a:lnTo>
                  <a:lnTo>
                    <a:pt x="19312" y="1306"/>
                  </a:lnTo>
                  <a:lnTo>
                    <a:pt x="19192" y="1546"/>
                  </a:lnTo>
                  <a:lnTo>
                    <a:pt x="19012" y="1780"/>
                  </a:lnTo>
                  <a:lnTo>
                    <a:pt x="18772" y="2005"/>
                  </a:lnTo>
                  <a:lnTo>
                    <a:pt x="18471" y="2214"/>
                  </a:lnTo>
                  <a:lnTo>
                    <a:pt x="18141" y="2418"/>
                  </a:lnTo>
                  <a:lnTo>
                    <a:pt x="17751" y="2606"/>
                  </a:lnTo>
                  <a:lnTo>
                    <a:pt x="17300" y="2790"/>
                  </a:lnTo>
                  <a:lnTo>
                    <a:pt x="16820" y="2964"/>
                  </a:lnTo>
                  <a:lnTo>
                    <a:pt x="16309" y="3127"/>
                  </a:lnTo>
                  <a:lnTo>
                    <a:pt x="15738" y="3280"/>
                  </a:lnTo>
                  <a:lnTo>
                    <a:pt x="15138" y="3428"/>
                  </a:lnTo>
                  <a:lnTo>
                    <a:pt x="14507" y="3565"/>
                  </a:lnTo>
                  <a:lnTo>
                    <a:pt x="13846" y="3693"/>
                  </a:lnTo>
                  <a:lnTo>
                    <a:pt x="13155" y="3815"/>
                  </a:lnTo>
                  <a:lnTo>
                    <a:pt x="12404" y="3928"/>
                  </a:lnTo>
                  <a:lnTo>
                    <a:pt x="11684" y="4030"/>
                  </a:lnTo>
                  <a:lnTo>
                    <a:pt x="10903" y="4126"/>
                  </a:lnTo>
                  <a:lnTo>
                    <a:pt x="10122" y="4218"/>
                  </a:lnTo>
                  <a:lnTo>
                    <a:pt x="9311" y="4300"/>
                  </a:lnTo>
                  <a:lnTo>
                    <a:pt x="8470" y="4376"/>
                  </a:lnTo>
                  <a:lnTo>
                    <a:pt x="7659" y="4448"/>
                  </a:lnTo>
                  <a:lnTo>
                    <a:pt x="6818" y="4514"/>
                  </a:lnTo>
                  <a:lnTo>
                    <a:pt x="5947" y="4570"/>
                  </a:lnTo>
                  <a:lnTo>
                    <a:pt x="5106" y="4621"/>
                  </a:lnTo>
                  <a:lnTo>
                    <a:pt x="4235" y="4667"/>
                  </a:lnTo>
                  <a:lnTo>
                    <a:pt x="3394" y="4708"/>
                  </a:lnTo>
                  <a:lnTo>
                    <a:pt x="2523" y="4744"/>
                  </a:lnTo>
                  <a:lnTo>
                    <a:pt x="1682" y="4774"/>
                  </a:lnTo>
                  <a:lnTo>
                    <a:pt x="811" y="4800"/>
                  </a:lnTo>
                  <a:lnTo>
                    <a:pt x="0" y="4820"/>
                  </a:lnTo>
                  <a:lnTo>
                    <a:pt x="300" y="5034"/>
                  </a:lnTo>
                  <a:lnTo>
                    <a:pt x="661" y="5254"/>
                  </a:lnTo>
                  <a:lnTo>
                    <a:pt x="1081" y="5473"/>
                  </a:lnTo>
                  <a:lnTo>
                    <a:pt x="1562" y="5692"/>
                  </a:lnTo>
                  <a:lnTo>
                    <a:pt x="2103" y="5917"/>
                  </a:lnTo>
                  <a:lnTo>
                    <a:pt x="2703" y="6146"/>
                  </a:lnTo>
                  <a:lnTo>
                    <a:pt x="3364" y="6371"/>
                  </a:lnTo>
                  <a:lnTo>
                    <a:pt x="4085" y="6600"/>
                  </a:lnTo>
                  <a:lnTo>
                    <a:pt x="4415" y="6702"/>
                  </a:lnTo>
                  <a:lnTo>
                    <a:pt x="4806" y="6799"/>
                  </a:lnTo>
                  <a:lnTo>
                    <a:pt x="5166" y="6891"/>
                  </a:lnTo>
                  <a:lnTo>
                    <a:pt x="5587" y="6983"/>
                  </a:lnTo>
                  <a:lnTo>
                    <a:pt x="6007" y="7064"/>
                  </a:lnTo>
                  <a:lnTo>
                    <a:pt x="6428" y="7151"/>
                  </a:lnTo>
                  <a:lnTo>
                    <a:pt x="6908" y="7228"/>
                  </a:lnTo>
                  <a:lnTo>
                    <a:pt x="7359" y="7304"/>
                  </a:lnTo>
                  <a:lnTo>
                    <a:pt x="7869" y="7376"/>
                  </a:lnTo>
                  <a:lnTo>
                    <a:pt x="8380" y="7447"/>
                  </a:lnTo>
                  <a:lnTo>
                    <a:pt x="8890" y="7513"/>
                  </a:lnTo>
                  <a:lnTo>
                    <a:pt x="9431" y="7575"/>
                  </a:lnTo>
                  <a:lnTo>
                    <a:pt x="9972" y="7636"/>
                  </a:lnTo>
                  <a:lnTo>
                    <a:pt x="10542" y="7692"/>
                  </a:lnTo>
                  <a:lnTo>
                    <a:pt x="11113" y="7743"/>
                  </a:lnTo>
                  <a:lnTo>
                    <a:pt x="11714" y="7794"/>
                  </a:lnTo>
                  <a:lnTo>
                    <a:pt x="12314" y="7840"/>
                  </a:lnTo>
                  <a:lnTo>
                    <a:pt x="12915" y="7886"/>
                  </a:lnTo>
                  <a:lnTo>
                    <a:pt x="13546" y="7926"/>
                  </a:lnTo>
                  <a:lnTo>
                    <a:pt x="14177" y="7962"/>
                  </a:lnTo>
                  <a:lnTo>
                    <a:pt x="14807" y="7998"/>
                  </a:lnTo>
                  <a:lnTo>
                    <a:pt x="15468" y="8028"/>
                  </a:lnTo>
                  <a:lnTo>
                    <a:pt x="16099" y="8054"/>
                  </a:lnTo>
                  <a:lnTo>
                    <a:pt x="16790" y="8079"/>
                  </a:lnTo>
                  <a:lnTo>
                    <a:pt x="17450" y="8105"/>
                  </a:lnTo>
                  <a:lnTo>
                    <a:pt x="18111" y="8120"/>
                  </a:lnTo>
                  <a:lnTo>
                    <a:pt x="19493" y="8151"/>
                  </a:lnTo>
                  <a:lnTo>
                    <a:pt x="20874" y="8166"/>
                  </a:lnTo>
                  <a:lnTo>
                    <a:pt x="22256" y="8176"/>
                  </a:lnTo>
                  <a:lnTo>
                    <a:pt x="23007" y="8171"/>
                  </a:lnTo>
                  <a:lnTo>
                    <a:pt x="23728" y="8166"/>
                  </a:lnTo>
                  <a:lnTo>
                    <a:pt x="24478" y="8161"/>
                  </a:lnTo>
                  <a:lnTo>
                    <a:pt x="25229" y="8151"/>
                  </a:lnTo>
                  <a:lnTo>
                    <a:pt x="116114" y="8151"/>
                  </a:lnTo>
                  <a:lnTo>
                    <a:pt x="117526" y="8166"/>
                  </a:lnTo>
                  <a:lnTo>
                    <a:pt x="118937" y="8171"/>
                  </a:lnTo>
                  <a:lnTo>
                    <a:pt x="120469" y="8166"/>
                  </a:lnTo>
                  <a:lnTo>
                    <a:pt x="121941" y="8146"/>
                  </a:lnTo>
                  <a:lnTo>
                    <a:pt x="123443" y="8120"/>
                  </a:lnTo>
                  <a:lnTo>
                    <a:pt x="124914" y="8079"/>
                  </a:lnTo>
                  <a:lnTo>
                    <a:pt x="126356" y="8028"/>
                  </a:lnTo>
                  <a:lnTo>
                    <a:pt x="127738" y="7967"/>
                  </a:lnTo>
                  <a:lnTo>
                    <a:pt x="129119" y="7901"/>
                  </a:lnTo>
                  <a:lnTo>
                    <a:pt x="130441" y="7824"/>
                  </a:lnTo>
                  <a:lnTo>
                    <a:pt x="131702" y="7743"/>
                  </a:lnTo>
                  <a:lnTo>
                    <a:pt x="132904" y="7651"/>
                  </a:lnTo>
                  <a:lnTo>
                    <a:pt x="134045" y="7554"/>
                  </a:lnTo>
                  <a:lnTo>
                    <a:pt x="135126" y="7447"/>
                  </a:lnTo>
                  <a:lnTo>
                    <a:pt x="136117" y="7340"/>
                  </a:lnTo>
                  <a:lnTo>
                    <a:pt x="136568" y="7284"/>
                  </a:lnTo>
                  <a:lnTo>
                    <a:pt x="137018" y="7228"/>
                  </a:lnTo>
                  <a:lnTo>
                    <a:pt x="137439" y="7172"/>
                  </a:lnTo>
                  <a:lnTo>
                    <a:pt x="137829" y="7110"/>
                  </a:lnTo>
                  <a:lnTo>
                    <a:pt x="138220" y="7049"/>
                  </a:lnTo>
                  <a:lnTo>
                    <a:pt x="138550" y="6988"/>
                  </a:lnTo>
                  <a:lnTo>
                    <a:pt x="138971" y="6906"/>
                  </a:lnTo>
                  <a:lnTo>
                    <a:pt x="139391" y="6830"/>
                  </a:lnTo>
                  <a:lnTo>
                    <a:pt x="139782" y="6743"/>
                  </a:lnTo>
                  <a:lnTo>
                    <a:pt x="140142" y="6661"/>
                  </a:lnTo>
                  <a:lnTo>
                    <a:pt x="140502" y="6575"/>
                  </a:lnTo>
                  <a:lnTo>
                    <a:pt x="140833" y="6488"/>
                  </a:lnTo>
                  <a:lnTo>
                    <a:pt x="141433" y="6315"/>
                  </a:lnTo>
                  <a:lnTo>
                    <a:pt x="142004" y="6131"/>
                  </a:lnTo>
                  <a:lnTo>
                    <a:pt x="142485" y="5947"/>
                  </a:lnTo>
                  <a:lnTo>
                    <a:pt x="142905" y="5759"/>
                  </a:lnTo>
                  <a:lnTo>
                    <a:pt x="143266" y="5570"/>
                  </a:lnTo>
                  <a:lnTo>
                    <a:pt x="143566" y="5376"/>
                  </a:lnTo>
                  <a:lnTo>
                    <a:pt x="143806" y="5177"/>
                  </a:lnTo>
                  <a:lnTo>
                    <a:pt x="143986" y="4983"/>
                  </a:lnTo>
                  <a:lnTo>
                    <a:pt x="144107" y="4779"/>
                  </a:lnTo>
                  <a:lnTo>
                    <a:pt x="144167" y="4580"/>
                  </a:lnTo>
                  <a:lnTo>
                    <a:pt x="144167" y="4381"/>
                  </a:lnTo>
                  <a:lnTo>
                    <a:pt x="144137" y="4177"/>
                  </a:lnTo>
                  <a:lnTo>
                    <a:pt x="144046" y="3979"/>
                  </a:lnTo>
                  <a:lnTo>
                    <a:pt x="143896" y="3775"/>
                  </a:lnTo>
                  <a:lnTo>
                    <a:pt x="143716" y="3576"/>
                  </a:lnTo>
                  <a:lnTo>
                    <a:pt x="143476" y="3377"/>
                  </a:lnTo>
                  <a:lnTo>
                    <a:pt x="143206" y="3178"/>
                  </a:lnTo>
                  <a:lnTo>
                    <a:pt x="142875" y="2984"/>
                  </a:lnTo>
                  <a:lnTo>
                    <a:pt x="142485" y="2790"/>
                  </a:lnTo>
                  <a:lnTo>
                    <a:pt x="142094" y="2596"/>
                  </a:lnTo>
                  <a:lnTo>
                    <a:pt x="141644" y="2413"/>
                  </a:lnTo>
                  <a:lnTo>
                    <a:pt x="141133" y="2229"/>
                  </a:lnTo>
                  <a:lnTo>
                    <a:pt x="140623" y="2045"/>
                  </a:lnTo>
                  <a:lnTo>
                    <a:pt x="140052" y="1872"/>
                  </a:lnTo>
                  <a:lnTo>
                    <a:pt x="139451" y="1704"/>
                  </a:lnTo>
                  <a:lnTo>
                    <a:pt x="138820" y="1535"/>
                  </a:lnTo>
                  <a:lnTo>
                    <a:pt x="138190" y="1377"/>
                  </a:lnTo>
                  <a:lnTo>
                    <a:pt x="137499" y="1219"/>
                  </a:lnTo>
                  <a:lnTo>
                    <a:pt x="136778" y="1071"/>
                  </a:lnTo>
                  <a:lnTo>
                    <a:pt x="136388" y="1000"/>
                  </a:lnTo>
                  <a:lnTo>
                    <a:pt x="135997" y="933"/>
                  </a:lnTo>
                  <a:lnTo>
                    <a:pt x="135577" y="867"/>
                  </a:lnTo>
                  <a:lnTo>
                    <a:pt x="135126" y="801"/>
                  </a:lnTo>
                  <a:lnTo>
                    <a:pt x="134676" y="740"/>
                  </a:lnTo>
                  <a:lnTo>
                    <a:pt x="134225" y="684"/>
                  </a:lnTo>
                  <a:lnTo>
                    <a:pt x="133715" y="627"/>
                  </a:lnTo>
                  <a:lnTo>
                    <a:pt x="133234" y="576"/>
                  </a:lnTo>
                  <a:lnTo>
                    <a:pt x="132723" y="525"/>
                  </a:lnTo>
                  <a:lnTo>
                    <a:pt x="132183" y="474"/>
                  </a:lnTo>
                  <a:lnTo>
                    <a:pt x="131642" y="434"/>
                  </a:lnTo>
                  <a:lnTo>
                    <a:pt x="131102" y="388"/>
                  </a:lnTo>
                  <a:lnTo>
                    <a:pt x="129960" y="311"/>
                  </a:lnTo>
                  <a:lnTo>
                    <a:pt x="128759" y="240"/>
                  </a:lnTo>
                  <a:lnTo>
                    <a:pt x="127557" y="184"/>
                  </a:lnTo>
                  <a:lnTo>
                    <a:pt x="126296" y="133"/>
                  </a:lnTo>
                  <a:lnTo>
                    <a:pt x="125035" y="92"/>
                  </a:lnTo>
                  <a:lnTo>
                    <a:pt x="123713" y="56"/>
                  </a:lnTo>
                  <a:lnTo>
                    <a:pt x="122422" y="31"/>
                  </a:lnTo>
                  <a:lnTo>
                    <a:pt x="121100" y="15"/>
                  </a:lnTo>
                  <a:lnTo>
                    <a:pt x="119748" y="5"/>
                  </a:lnTo>
                  <a:lnTo>
                    <a:pt x="118427" y="0"/>
                  </a:lnTo>
                  <a:close/>
                </a:path>
              </a:pathLst>
            </a:custGeom>
            <a:solidFill>
              <a:srgbClr val="008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71"/>
            <p:cNvSpPr/>
            <p:nvPr/>
          </p:nvSpPr>
          <p:spPr>
            <a:xfrm flipH="1">
              <a:off x="7429536" y="1573100"/>
              <a:ext cx="195231" cy="203550"/>
            </a:xfrm>
            <a:custGeom>
              <a:avLst/>
              <a:gdLst/>
              <a:ahLst/>
              <a:cxnLst/>
              <a:rect l="l" t="t" r="r" b="b"/>
              <a:pathLst>
                <a:path w="46045" h="8142" extrusionOk="0">
                  <a:moveTo>
                    <a:pt x="22317" y="0"/>
                  </a:moveTo>
                  <a:lnTo>
                    <a:pt x="21536" y="6"/>
                  </a:lnTo>
                  <a:lnTo>
                    <a:pt x="20725" y="16"/>
                  </a:lnTo>
                  <a:lnTo>
                    <a:pt x="19884" y="36"/>
                  </a:lnTo>
                  <a:lnTo>
                    <a:pt x="19013" y="62"/>
                  </a:lnTo>
                  <a:lnTo>
                    <a:pt x="18142" y="92"/>
                  </a:lnTo>
                  <a:lnTo>
                    <a:pt x="17211" y="128"/>
                  </a:lnTo>
                  <a:lnTo>
                    <a:pt x="16280" y="179"/>
                  </a:lnTo>
                  <a:lnTo>
                    <a:pt x="15349" y="230"/>
                  </a:lnTo>
                  <a:lnTo>
                    <a:pt x="14418" y="291"/>
                  </a:lnTo>
                  <a:lnTo>
                    <a:pt x="13457" y="363"/>
                  </a:lnTo>
                  <a:lnTo>
                    <a:pt x="12495" y="439"/>
                  </a:lnTo>
                  <a:lnTo>
                    <a:pt x="11564" y="526"/>
                  </a:lnTo>
                  <a:lnTo>
                    <a:pt x="10633" y="623"/>
                  </a:lnTo>
                  <a:lnTo>
                    <a:pt x="9702" y="725"/>
                  </a:lnTo>
                  <a:lnTo>
                    <a:pt x="8801" y="837"/>
                  </a:lnTo>
                  <a:lnTo>
                    <a:pt x="7930" y="959"/>
                  </a:lnTo>
                  <a:lnTo>
                    <a:pt x="7059" y="1092"/>
                  </a:lnTo>
                  <a:lnTo>
                    <a:pt x="6218" y="1230"/>
                  </a:lnTo>
                  <a:lnTo>
                    <a:pt x="5437" y="1378"/>
                  </a:lnTo>
                  <a:lnTo>
                    <a:pt x="4686" y="1541"/>
                  </a:lnTo>
                  <a:lnTo>
                    <a:pt x="3966" y="1709"/>
                  </a:lnTo>
                  <a:lnTo>
                    <a:pt x="3605" y="1801"/>
                  </a:lnTo>
                  <a:lnTo>
                    <a:pt x="3275" y="1888"/>
                  </a:lnTo>
                  <a:lnTo>
                    <a:pt x="2974" y="1985"/>
                  </a:lnTo>
                  <a:lnTo>
                    <a:pt x="2674" y="2081"/>
                  </a:lnTo>
                  <a:lnTo>
                    <a:pt x="2374" y="2178"/>
                  </a:lnTo>
                  <a:lnTo>
                    <a:pt x="2103" y="2280"/>
                  </a:lnTo>
                  <a:lnTo>
                    <a:pt x="1833" y="2388"/>
                  </a:lnTo>
                  <a:lnTo>
                    <a:pt x="1593" y="2495"/>
                  </a:lnTo>
                  <a:lnTo>
                    <a:pt x="1353" y="2602"/>
                  </a:lnTo>
                  <a:lnTo>
                    <a:pt x="1142" y="2719"/>
                  </a:lnTo>
                  <a:lnTo>
                    <a:pt x="962" y="2831"/>
                  </a:lnTo>
                  <a:lnTo>
                    <a:pt x="782" y="2949"/>
                  </a:lnTo>
                  <a:lnTo>
                    <a:pt x="602" y="3071"/>
                  </a:lnTo>
                  <a:lnTo>
                    <a:pt x="452" y="3199"/>
                  </a:lnTo>
                  <a:lnTo>
                    <a:pt x="331" y="3321"/>
                  </a:lnTo>
                  <a:lnTo>
                    <a:pt x="211" y="3454"/>
                  </a:lnTo>
                  <a:lnTo>
                    <a:pt x="121" y="3586"/>
                  </a:lnTo>
                  <a:lnTo>
                    <a:pt x="61" y="3724"/>
                  </a:lnTo>
                  <a:lnTo>
                    <a:pt x="31" y="3862"/>
                  </a:lnTo>
                  <a:lnTo>
                    <a:pt x="1" y="4004"/>
                  </a:lnTo>
                  <a:lnTo>
                    <a:pt x="1" y="4147"/>
                  </a:lnTo>
                  <a:lnTo>
                    <a:pt x="1" y="4295"/>
                  </a:lnTo>
                  <a:lnTo>
                    <a:pt x="91" y="4586"/>
                  </a:lnTo>
                  <a:lnTo>
                    <a:pt x="241" y="4861"/>
                  </a:lnTo>
                  <a:lnTo>
                    <a:pt x="452" y="5121"/>
                  </a:lnTo>
                  <a:lnTo>
                    <a:pt x="692" y="5366"/>
                  </a:lnTo>
                  <a:lnTo>
                    <a:pt x="1022" y="5601"/>
                  </a:lnTo>
                  <a:lnTo>
                    <a:pt x="1353" y="5820"/>
                  </a:lnTo>
                  <a:lnTo>
                    <a:pt x="1773" y="6024"/>
                  </a:lnTo>
                  <a:lnTo>
                    <a:pt x="2224" y="6213"/>
                  </a:lnTo>
                  <a:lnTo>
                    <a:pt x="2704" y="6397"/>
                  </a:lnTo>
                  <a:lnTo>
                    <a:pt x="3245" y="6560"/>
                  </a:lnTo>
                  <a:lnTo>
                    <a:pt x="3815" y="6718"/>
                  </a:lnTo>
                  <a:lnTo>
                    <a:pt x="4416" y="6866"/>
                  </a:lnTo>
                  <a:lnTo>
                    <a:pt x="5047" y="6999"/>
                  </a:lnTo>
                  <a:lnTo>
                    <a:pt x="5708" y="7121"/>
                  </a:lnTo>
                  <a:lnTo>
                    <a:pt x="6398" y="7238"/>
                  </a:lnTo>
                  <a:lnTo>
                    <a:pt x="7119" y="7340"/>
                  </a:lnTo>
                  <a:lnTo>
                    <a:pt x="7840" y="7437"/>
                  </a:lnTo>
                  <a:lnTo>
                    <a:pt x="8621" y="7524"/>
                  </a:lnTo>
                  <a:lnTo>
                    <a:pt x="9372" y="7605"/>
                  </a:lnTo>
                  <a:lnTo>
                    <a:pt x="10183" y="7677"/>
                  </a:lnTo>
                  <a:lnTo>
                    <a:pt x="10994" y="7743"/>
                  </a:lnTo>
                  <a:lnTo>
                    <a:pt x="11805" y="7799"/>
                  </a:lnTo>
                  <a:lnTo>
                    <a:pt x="12646" y="7855"/>
                  </a:lnTo>
                  <a:lnTo>
                    <a:pt x="13457" y="7901"/>
                  </a:lnTo>
                  <a:lnTo>
                    <a:pt x="14298" y="7942"/>
                  </a:lnTo>
                  <a:lnTo>
                    <a:pt x="15138" y="7978"/>
                  </a:lnTo>
                  <a:lnTo>
                    <a:pt x="15979" y="8008"/>
                  </a:lnTo>
                  <a:lnTo>
                    <a:pt x="16820" y="8034"/>
                  </a:lnTo>
                  <a:lnTo>
                    <a:pt x="17661" y="8059"/>
                  </a:lnTo>
                  <a:lnTo>
                    <a:pt x="18472" y="8080"/>
                  </a:lnTo>
                  <a:lnTo>
                    <a:pt x="20094" y="8116"/>
                  </a:lnTo>
                  <a:lnTo>
                    <a:pt x="20755" y="8126"/>
                  </a:lnTo>
                  <a:lnTo>
                    <a:pt x="21476" y="8131"/>
                  </a:lnTo>
                  <a:lnTo>
                    <a:pt x="22197" y="8136"/>
                  </a:lnTo>
                  <a:lnTo>
                    <a:pt x="22978" y="8141"/>
                  </a:lnTo>
                  <a:lnTo>
                    <a:pt x="23939" y="8136"/>
                  </a:lnTo>
                  <a:lnTo>
                    <a:pt x="24900" y="8131"/>
                  </a:lnTo>
                  <a:lnTo>
                    <a:pt x="25921" y="8116"/>
                  </a:lnTo>
                  <a:lnTo>
                    <a:pt x="26972" y="8095"/>
                  </a:lnTo>
                  <a:lnTo>
                    <a:pt x="26792" y="7947"/>
                  </a:lnTo>
                  <a:lnTo>
                    <a:pt x="26642" y="7799"/>
                  </a:lnTo>
                  <a:lnTo>
                    <a:pt x="26492" y="7651"/>
                  </a:lnTo>
                  <a:lnTo>
                    <a:pt x="26401" y="7509"/>
                  </a:lnTo>
                  <a:lnTo>
                    <a:pt x="26341" y="7366"/>
                  </a:lnTo>
                  <a:lnTo>
                    <a:pt x="26281" y="7223"/>
                  </a:lnTo>
                  <a:lnTo>
                    <a:pt x="26281" y="7085"/>
                  </a:lnTo>
                  <a:lnTo>
                    <a:pt x="26281" y="6948"/>
                  </a:lnTo>
                  <a:lnTo>
                    <a:pt x="26311" y="6810"/>
                  </a:lnTo>
                  <a:lnTo>
                    <a:pt x="26371" y="6672"/>
                  </a:lnTo>
                  <a:lnTo>
                    <a:pt x="26462" y="6539"/>
                  </a:lnTo>
                  <a:lnTo>
                    <a:pt x="26582" y="6407"/>
                  </a:lnTo>
                  <a:lnTo>
                    <a:pt x="26702" y="6279"/>
                  </a:lnTo>
                  <a:lnTo>
                    <a:pt x="26882" y="6152"/>
                  </a:lnTo>
                  <a:lnTo>
                    <a:pt x="27062" y="6024"/>
                  </a:lnTo>
                  <a:lnTo>
                    <a:pt x="27272" y="5897"/>
                  </a:lnTo>
                  <a:lnTo>
                    <a:pt x="27513" y="5774"/>
                  </a:lnTo>
                  <a:lnTo>
                    <a:pt x="27783" y="5652"/>
                  </a:lnTo>
                  <a:lnTo>
                    <a:pt x="28053" y="5535"/>
                  </a:lnTo>
                  <a:lnTo>
                    <a:pt x="28354" y="5417"/>
                  </a:lnTo>
                  <a:lnTo>
                    <a:pt x="28684" y="5300"/>
                  </a:lnTo>
                  <a:lnTo>
                    <a:pt x="29045" y="5188"/>
                  </a:lnTo>
                  <a:lnTo>
                    <a:pt x="29405" y="5076"/>
                  </a:lnTo>
                  <a:lnTo>
                    <a:pt x="29795" y="4968"/>
                  </a:lnTo>
                  <a:lnTo>
                    <a:pt x="30216" y="4861"/>
                  </a:lnTo>
                  <a:lnTo>
                    <a:pt x="30666" y="4759"/>
                  </a:lnTo>
                  <a:lnTo>
                    <a:pt x="31147" y="4657"/>
                  </a:lnTo>
                  <a:lnTo>
                    <a:pt x="31628" y="4555"/>
                  </a:lnTo>
                  <a:lnTo>
                    <a:pt x="32138" y="4458"/>
                  </a:lnTo>
                  <a:lnTo>
                    <a:pt x="32649" y="4361"/>
                  </a:lnTo>
                  <a:lnTo>
                    <a:pt x="33189" y="4270"/>
                  </a:lnTo>
                  <a:lnTo>
                    <a:pt x="33760" y="4178"/>
                  </a:lnTo>
                  <a:lnTo>
                    <a:pt x="34271" y="4106"/>
                  </a:lnTo>
                  <a:lnTo>
                    <a:pt x="34781" y="4040"/>
                  </a:lnTo>
                  <a:lnTo>
                    <a:pt x="35382" y="3974"/>
                  </a:lnTo>
                  <a:lnTo>
                    <a:pt x="35983" y="3908"/>
                  </a:lnTo>
                  <a:lnTo>
                    <a:pt x="36643" y="3851"/>
                  </a:lnTo>
                  <a:lnTo>
                    <a:pt x="37364" y="3790"/>
                  </a:lnTo>
                  <a:lnTo>
                    <a:pt x="38085" y="3734"/>
                  </a:lnTo>
                  <a:lnTo>
                    <a:pt x="38866" y="3683"/>
                  </a:lnTo>
                  <a:lnTo>
                    <a:pt x="39677" y="3632"/>
                  </a:lnTo>
                  <a:lnTo>
                    <a:pt x="40518" y="3586"/>
                  </a:lnTo>
                  <a:lnTo>
                    <a:pt x="41389" y="3540"/>
                  </a:lnTo>
                  <a:lnTo>
                    <a:pt x="42260" y="3499"/>
                  </a:lnTo>
                  <a:lnTo>
                    <a:pt x="43191" y="3464"/>
                  </a:lnTo>
                  <a:lnTo>
                    <a:pt x="44122" y="3428"/>
                  </a:lnTo>
                  <a:lnTo>
                    <a:pt x="45083" y="3397"/>
                  </a:lnTo>
                  <a:lnTo>
                    <a:pt x="46044" y="3367"/>
                  </a:lnTo>
                  <a:lnTo>
                    <a:pt x="45924" y="3229"/>
                  </a:lnTo>
                  <a:lnTo>
                    <a:pt x="45804" y="3091"/>
                  </a:lnTo>
                  <a:lnTo>
                    <a:pt x="45654" y="2959"/>
                  </a:lnTo>
                  <a:lnTo>
                    <a:pt x="45504" y="2831"/>
                  </a:lnTo>
                  <a:lnTo>
                    <a:pt x="45323" y="2704"/>
                  </a:lnTo>
                  <a:lnTo>
                    <a:pt x="45113" y="2586"/>
                  </a:lnTo>
                  <a:lnTo>
                    <a:pt x="44903" y="2464"/>
                  </a:lnTo>
                  <a:lnTo>
                    <a:pt x="44693" y="2352"/>
                  </a:lnTo>
                  <a:lnTo>
                    <a:pt x="44452" y="2240"/>
                  </a:lnTo>
                  <a:lnTo>
                    <a:pt x="44212" y="2132"/>
                  </a:lnTo>
                  <a:lnTo>
                    <a:pt x="43942" y="2030"/>
                  </a:lnTo>
                  <a:lnTo>
                    <a:pt x="43671" y="1934"/>
                  </a:lnTo>
                  <a:lnTo>
                    <a:pt x="43401" y="1837"/>
                  </a:lnTo>
                  <a:lnTo>
                    <a:pt x="43101" y="1740"/>
                  </a:lnTo>
                  <a:lnTo>
                    <a:pt x="42770" y="1648"/>
                  </a:lnTo>
                  <a:lnTo>
                    <a:pt x="42470" y="1561"/>
                  </a:lnTo>
                  <a:lnTo>
                    <a:pt x="42140" y="1480"/>
                  </a:lnTo>
                  <a:lnTo>
                    <a:pt x="41809" y="1398"/>
                  </a:lnTo>
                  <a:lnTo>
                    <a:pt x="41088" y="1245"/>
                  </a:lnTo>
                  <a:lnTo>
                    <a:pt x="40338" y="1102"/>
                  </a:lnTo>
                  <a:lnTo>
                    <a:pt x="39557" y="970"/>
                  </a:lnTo>
                  <a:lnTo>
                    <a:pt x="38776" y="852"/>
                  </a:lnTo>
                  <a:lnTo>
                    <a:pt x="37935" y="740"/>
                  </a:lnTo>
                  <a:lnTo>
                    <a:pt x="37094" y="638"/>
                  </a:lnTo>
                  <a:lnTo>
                    <a:pt x="36223" y="546"/>
                  </a:lnTo>
                  <a:lnTo>
                    <a:pt x="35352" y="465"/>
                  </a:lnTo>
                  <a:lnTo>
                    <a:pt x="34451" y="393"/>
                  </a:lnTo>
                  <a:lnTo>
                    <a:pt x="33550" y="327"/>
                  </a:lnTo>
                  <a:lnTo>
                    <a:pt x="32649" y="266"/>
                  </a:lnTo>
                  <a:lnTo>
                    <a:pt x="31748" y="215"/>
                  </a:lnTo>
                  <a:lnTo>
                    <a:pt x="30847" y="174"/>
                  </a:lnTo>
                  <a:lnTo>
                    <a:pt x="29946" y="133"/>
                  </a:lnTo>
                  <a:lnTo>
                    <a:pt x="29075" y="102"/>
                  </a:lnTo>
                  <a:lnTo>
                    <a:pt x="28204" y="72"/>
                  </a:lnTo>
                  <a:lnTo>
                    <a:pt x="27333" y="51"/>
                  </a:lnTo>
                  <a:lnTo>
                    <a:pt x="26492" y="36"/>
                  </a:lnTo>
                  <a:lnTo>
                    <a:pt x="25681" y="21"/>
                  </a:lnTo>
                  <a:lnTo>
                    <a:pt x="24900" y="11"/>
                  </a:lnTo>
                  <a:lnTo>
                    <a:pt x="24149" y="6"/>
                  </a:lnTo>
                  <a:lnTo>
                    <a:pt x="22737" y="0"/>
                  </a:lnTo>
                  <a:close/>
                </a:path>
              </a:pathLst>
            </a:custGeom>
            <a:solidFill>
              <a:srgbClr val="B9D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0" name="Google Shape;1480;p71"/>
          <p:cNvSpPr/>
          <p:nvPr/>
        </p:nvSpPr>
        <p:spPr>
          <a:xfrm flipH="1">
            <a:off x="5381316" y="3872757"/>
            <a:ext cx="3762685" cy="1270747"/>
          </a:xfrm>
          <a:custGeom>
            <a:avLst/>
            <a:gdLst/>
            <a:ahLst/>
            <a:cxnLst/>
            <a:rect l="l" t="t" r="r" b="b"/>
            <a:pathLst>
              <a:path w="89444" h="5123" fill="none" extrusionOk="0">
                <a:moveTo>
                  <a:pt x="1" y="27"/>
                </a:moveTo>
                <a:lnTo>
                  <a:pt x="63524" y="27"/>
                </a:lnTo>
                <a:lnTo>
                  <a:pt x="63524" y="27"/>
                </a:lnTo>
                <a:lnTo>
                  <a:pt x="64305" y="16"/>
                </a:lnTo>
                <a:lnTo>
                  <a:pt x="65116" y="6"/>
                </a:lnTo>
                <a:lnTo>
                  <a:pt x="65897" y="1"/>
                </a:lnTo>
                <a:lnTo>
                  <a:pt x="66678" y="1"/>
                </a:lnTo>
                <a:lnTo>
                  <a:pt x="67489" y="6"/>
                </a:lnTo>
                <a:lnTo>
                  <a:pt x="68269" y="11"/>
                </a:lnTo>
                <a:lnTo>
                  <a:pt x="69050" y="21"/>
                </a:lnTo>
                <a:lnTo>
                  <a:pt x="69831" y="37"/>
                </a:lnTo>
                <a:lnTo>
                  <a:pt x="70582" y="52"/>
                </a:lnTo>
                <a:lnTo>
                  <a:pt x="71363" y="78"/>
                </a:lnTo>
                <a:lnTo>
                  <a:pt x="72114" y="103"/>
                </a:lnTo>
                <a:lnTo>
                  <a:pt x="72865" y="129"/>
                </a:lnTo>
                <a:lnTo>
                  <a:pt x="73586" y="164"/>
                </a:lnTo>
                <a:lnTo>
                  <a:pt x="74336" y="200"/>
                </a:lnTo>
                <a:lnTo>
                  <a:pt x="75057" y="241"/>
                </a:lnTo>
                <a:lnTo>
                  <a:pt x="75748" y="287"/>
                </a:lnTo>
                <a:lnTo>
                  <a:pt x="76439" y="338"/>
                </a:lnTo>
                <a:lnTo>
                  <a:pt x="77130" y="389"/>
                </a:lnTo>
                <a:lnTo>
                  <a:pt x="77790" y="445"/>
                </a:lnTo>
                <a:lnTo>
                  <a:pt x="78421" y="506"/>
                </a:lnTo>
                <a:lnTo>
                  <a:pt x="79082" y="572"/>
                </a:lnTo>
                <a:lnTo>
                  <a:pt x="79683" y="644"/>
                </a:lnTo>
                <a:lnTo>
                  <a:pt x="80283" y="715"/>
                </a:lnTo>
                <a:lnTo>
                  <a:pt x="80854" y="797"/>
                </a:lnTo>
                <a:lnTo>
                  <a:pt x="81425" y="878"/>
                </a:lnTo>
                <a:lnTo>
                  <a:pt x="81935" y="965"/>
                </a:lnTo>
                <a:lnTo>
                  <a:pt x="82446" y="1057"/>
                </a:lnTo>
                <a:lnTo>
                  <a:pt x="82956" y="1149"/>
                </a:lnTo>
                <a:lnTo>
                  <a:pt x="83407" y="1251"/>
                </a:lnTo>
                <a:lnTo>
                  <a:pt x="83857" y="1353"/>
                </a:lnTo>
                <a:lnTo>
                  <a:pt x="84278" y="1460"/>
                </a:lnTo>
                <a:lnTo>
                  <a:pt x="84668" y="1572"/>
                </a:lnTo>
                <a:lnTo>
                  <a:pt x="84668" y="1572"/>
                </a:lnTo>
                <a:lnTo>
                  <a:pt x="85419" y="1817"/>
                </a:lnTo>
                <a:lnTo>
                  <a:pt x="86110" y="2057"/>
                </a:lnTo>
                <a:lnTo>
                  <a:pt x="86741" y="2291"/>
                </a:lnTo>
                <a:lnTo>
                  <a:pt x="87281" y="2526"/>
                </a:lnTo>
                <a:lnTo>
                  <a:pt x="87792" y="2760"/>
                </a:lnTo>
                <a:lnTo>
                  <a:pt x="88213" y="2990"/>
                </a:lnTo>
                <a:lnTo>
                  <a:pt x="88573" y="3220"/>
                </a:lnTo>
                <a:lnTo>
                  <a:pt x="88873" y="3444"/>
                </a:lnTo>
                <a:lnTo>
                  <a:pt x="89114" y="3663"/>
                </a:lnTo>
                <a:lnTo>
                  <a:pt x="89264" y="3883"/>
                </a:lnTo>
                <a:lnTo>
                  <a:pt x="89384" y="4097"/>
                </a:lnTo>
                <a:lnTo>
                  <a:pt x="89444" y="4311"/>
                </a:lnTo>
                <a:lnTo>
                  <a:pt x="89414" y="4520"/>
                </a:lnTo>
                <a:lnTo>
                  <a:pt x="89354" y="4724"/>
                </a:lnTo>
                <a:lnTo>
                  <a:pt x="89234" y="4928"/>
                </a:lnTo>
                <a:lnTo>
                  <a:pt x="89053" y="5122"/>
                </a:lnTo>
                <a:lnTo>
                  <a:pt x="1" y="5122"/>
                </a:lnTo>
                <a:lnTo>
                  <a:pt x="1" y="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71"/>
          <p:cNvSpPr/>
          <p:nvPr/>
        </p:nvSpPr>
        <p:spPr>
          <a:xfrm flipH="1">
            <a:off x="219843" y="1845955"/>
            <a:ext cx="6064745" cy="2027044"/>
          </a:xfrm>
          <a:custGeom>
            <a:avLst/>
            <a:gdLst/>
            <a:ahLst/>
            <a:cxnLst/>
            <a:rect l="l" t="t" r="r" b="b"/>
            <a:pathLst>
              <a:path w="144167" h="8172" fill="none" extrusionOk="0">
                <a:moveTo>
                  <a:pt x="25920" y="1"/>
                </a:moveTo>
                <a:lnTo>
                  <a:pt x="118427" y="1"/>
                </a:lnTo>
                <a:lnTo>
                  <a:pt x="118427" y="1"/>
                </a:lnTo>
                <a:lnTo>
                  <a:pt x="119748" y="1"/>
                </a:lnTo>
                <a:lnTo>
                  <a:pt x="121100" y="16"/>
                </a:lnTo>
                <a:lnTo>
                  <a:pt x="122422" y="31"/>
                </a:lnTo>
                <a:lnTo>
                  <a:pt x="123713" y="57"/>
                </a:lnTo>
                <a:lnTo>
                  <a:pt x="125035" y="93"/>
                </a:lnTo>
                <a:lnTo>
                  <a:pt x="126296" y="133"/>
                </a:lnTo>
                <a:lnTo>
                  <a:pt x="127557" y="184"/>
                </a:lnTo>
                <a:lnTo>
                  <a:pt x="128759" y="240"/>
                </a:lnTo>
                <a:lnTo>
                  <a:pt x="129960" y="312"/>
                </a:lnTo>
                <a:lnTo>
                  <a:pt x="131102" y="388"/>
                </a:lnTo>
                <a:lnTo>
                  <a:pt x="131642" y="429"/>
                </a:lnTo>
                <a:lnTo>
                  <a:pt x="132183" y="475"/>
                </a:lnTo>
                <a:lnTo>
                  <a:pt x="132723" y="521"/>
                </a:lnTo>
                <a:lnTo>
                  <a:pt x="133234" y="572"/>
                </a:lnTo>
                <a:lnTo>
                  <a:pt x="133715" y="628"/>
                </a:lnTo>
                <a:lnTo>
                  <a:pt x="134225" y="679"/>
                </a:lnTo>
                <a:lnTo>
                  <a:pt x="134676" y="740"/>
                </a:lnTo>
                <a:lnTo>
                  <a:pt x="135126" y="802"/>
                </a:lnTo>
                <a:lnTo>
                  <a:pt x="135577" y="863"/>
                </a:lnTo>
                <a:lnTo>
                  <a:pt x="135997" y="929"/>
                </a:lnTo>
                <a:lnTo>
                  <a:pt x="136388" y="1000"/>
                </a:lnTo>
                <a:lnTo>
                  <a:pt x="136778" y="1072"/>
                </a:lnTo>
                <a:lnTo>
                  <a:pt x="136778" y="1072"/>
                </a:lnTo>
                <a:lnTo>
                  <a:pt x="137499" y="1220"/>
                </a:lnTo>
                <a:lnTo>
                  <a:pt x="138190" y="1373"/>
                </a:lnTo>
                <a:lnTo>
                  <a:pt x="138820" y="1536"/>
                </a:lnTo>
                <a:lnTo>
                  <a:pt x="139451" y="1699"/>
                </a:lnTo>
                <a:lnTo>
                  <a:pt x="140052" y="1873"/>
                </a:lnTo>
                <a:lnTo>
                  <a:pt x="140623" y="2046"/>
                </a:lnTo>
                <a:lnTo>
                  <a:pt x="141133" y="2225"/>
                </a:lnTo>
                <a:lnTo>
                  <a:pt x="141644" y="2408"/>
                </a:lnTo>
                <a:lnTo>
                  <a:pt x="142094" y="2597"/>
                </a:lnTo>
                <a:lnTo>
                  <a:pt x="142485" y="2791"/>
                </a:lnTo>
                <a:lnTo>
                  <a:pt x="142875" y="2980"/>
                </a:lnTo>
                <a:lnTo>
                  <a:pt x="143206" y="3178"/>
                </a:lnTo>
                <a:lnTo>
                  <a:pt x="143476" y="3372"/>
                </a:lnTo>
                <a:lnTo>
                  <a:pt x="143716" y="3576"/>
                </a:lnTo>
                <a:lnTo>
                  <a:pt x="143896" y="3775"/>
                </a:lnTo>
                <a:lnTo>
                  <a:pt x="144046" y="3974"/>
                </a:lnTo>
                <a:lnTo>
                  <a:pt x="144137" y="4178"/>
                </a:lnTo>
                <a:lnTo>
                  <a:pt x="144167" y="4377"/>
                </a:lnTo>
                <a:lnTo>
                  <a:pt x="144167" y="4581"/>
                </a:lnTo>
                <a:lnTo>
                  <a:pt x="144107" y="4780"/>
                </a:lnTo>
                <a:lnTo>
                  <a:pt x="143986" y="4979"/>
                </a:lnTo>
                <a:lnTo>
                  <a:pt x="143806" y="5178"/>
                </a:lnTo>
                <a:lnTo>
                  <a:pt x="143566" y="5372"/>
                </a:lnTo>
                <a:lnTo>
                  <a:pt x="143266" y="5566"/>
                </a:lnTo>
                <a:lnTo>
                  <a:pt x="142905" y="5759"/>
                </a:lnTo>
                <a:lnTo>
                  <a:pt x="142485" y="5948"/>
                </a:lnTo>
                <a:lnTo>
                  <a:pt x="142004" y="6132"/>
                </a:lnTo>
                <a:lnTo>
                  <a:pt x="141433" y="6310"/>
                </a:lnTo>
                <a:lnTo>
                  <a:pt x="140833" y="6489"/>
                </a:lnTo>
                <a:lnTo>
                  <a:pt x="140502" y="6575"/>
                </a:lnTo>
                <a:lnTo>
                  <a:pt x="140142" y="6662"/>
                </a:lnTo>
                <a:lnTo>
                  <a:pt x="139782" y="6744"/>
                </a:lnTo>
                <a:lnTo>
                  <a:pt x="139391" y="6825"/>
                </a:lnTo>
                <a:lnTo>
                  <a:pt x="138971" y="6907"/>
                </a:lnTo>
                <a:lnTo>
                  <a:pt x="138550" y="6989"/>
                </a:lnTo>
                <a:lnTo>
                  <a:pt x="138550" y="6989"/>
                </a:lnTo>
                <a:lnTo>
                  <a:pt x="138220" y="7050"/>
                </a:lnTo>
                <a:lnTo>
                  <a:pt x="137829" y="7111"/>
                </a:lnTo>
                <a:lnTo>
                  <a:pt x="137439" y="7167"/>
                </a:lnTo>
                <a:lnTo>
                  <a:pt x="137018" y="7228"/>
                </a:lnTo>
                <a:lnTo>
                  <a:pt x="136568" y="7284"/>
                </a:lnTo>
                <a:lnTo>
                  <a:pt x="136117" y="7341"/>
                </a:lnTo>
                <a:lnTo>
                  <a:pt x="135126" y="7448"/>
                </a:lnTo>
                <a:lnTo>
                  <a:pt x="134045" y="7550"/>
                </a:lnTo>
                <a:lnTo>
                  <a:pt x="132904" y="7652"/>
                </a:lnTo>
                <a:lnTo>
                  <a:pt x="131702" y="7738"/>
                </a:lnTo>
                <a:lnTo>
                  <a:pt x="130441" y="7825"/>
                </a:lnTo>
                <a:lnTo>
                  <a:pt x="129119" y="7902"/>
                </a:lnTo>
                <a:lnTo>
                  <a:pt x="127738" y="7968"/>
                </a:lnTo>
                <a:lnTo>
                  <a:pt x="126356" y="8029"/>
                </a:lnTo>
                <a:lnTo>
                  <a:pt x="124914" y="8075"/>
                </a:lnTo>
                <a:lnTo>
                  <a:pt x="123443" y="8116"/>
                </a:lnTo>
                <a:lnTo>
                  <a:pt x="121941" y="8146"/>
                </a:lnTo>
                <a:lnTo>
                  <a:pt x="120469" y="8162"/>
                </a:lnTo>
                <a:lnTo>
                  <a:pt x="118937" y="8172"/>
                </a:lnTo>
                <a:lnTo>
                  <a:pt x="118937" y="8172"/>
                </a:lnTo>
                <a:lnTo>
                  <a:pt x="117526" y="8167"/>
                </a:lnTo>
                <a:lnTo>
                  <a:pt x="116114" y="8146"/>
                </a:lnTo>
                <a:lnTo>
                  <a:pt x="25229" y="8146"/>
                </a:lnTo>
                <a:lnTo>
                  <a:pt x="25229" y="8146"/>
                </a:lnTo>
                <a:lnTo>
                  <a:pt x="24478" y="8157"/>
                </a:lnTo>
                <a:lnTo>
                  <a:pt x="23728" y="8167"/>
                </a:lnTo>
                <a:lnTo>
                  <a:pt x="23007" y="8172"/>
                </a:lnTo>
                <a:lnTo>
                  <a:pt x="22256" y="8172"/>
                </a:lnTo>
                <a:lnTo>
                  <a:pt x="22256" y="8172"/>
                </a:lnTo>
                <a:lnTo>
                  <a:pt x="20874" y="8167"/>
                </a:lnTo>
                <a:lnTo>
                  <a:pt x="19493" y="8152"/>
                </a:lnTo>
                <a:lnTo>
                  <a:pt x="18111" y="8121"/>
                </a:lnTo>
                <a:lnTo>
                  <a:pt x="17450" y="8101"/>
                </a:lnTo>
                <a:lnTo>
                  <a:pt x="16790" y="8080"/>
                </a:lnTo>
                <a:lnTo>
                  <a:pt x="16099" y="8055"/>
                </a:lnTo>
                <a:lnTo>
                  <a:pt x="15468" y="8024"/>
                </a:lnTo>
                <a:lnTo>
                  <a:pt x="14807" y="7993"/>
                </a:lnTo>
                <a:lnTo>
                  <a:pt x="14177" y="7963"/>
                </a:lnTo>
                <a:lnTo>
                  <a:pt x="13546" y="7922"/>
                </a:lnTo>
                <a:lnTo>
                  <a:pt x="12915" y="7881"/>
                </a:lnTo>
                <a:lnTo>
                  <a:pt x="12314" y="7840"/>
                </a:lnTo>
                <a:lnTo>
                  <a:pt x="11714" y="7795"/>
                </a:lnTo>
                <a:lnTo>
                  <a:pt x="11113" y="7744"/>
                </a:lnTo>
                <a:lnTo>
                  <a:pt x="10542" y="7687"/>
                </a:lnTo>
                <a:lnTo>
                  <a:pt x="9972" y="7631"/>
                </a:lnTo>
                <a:lnTo>
                  <a:pt x="9431" y="7575"/>
                </a:lnTo>
                <a:lnTo>
                  <a:pt x="8890" y="7509"/>
                </a:lnTo>
                <a:lnTo>
                  <a:pt x="8380" y="7448"/>
                </a:lnTo>
                <a:lnTo>
                  <a:pt x="7869" y="7376"/>
                </a:lnTo>
                <a:lnTo>
                  <a:pt x="7359" y="7305"/>
                </a:lnTo>
                <a:lnTo>
                  <a:pt x="6908" y="7228"/>
                </a:lnTo>
                <a:lnTo>
                  <a:pt x="6428" y="7147"/>
                </a:lnTo>
                <a:lnTo>
                  <a:pt x="6007" y="7065"/>
                </a:lnTo>
                <a:lnTo>
                  <a:pt x="5587" y="6978"/>
                </a:lnTo>
                <a:lnTo>
                  <a:pt x="5166" y="6892"/>
                </a:lnTo>
                <a:lnTo>
                  <a:pt x="4806" y="6800"/>
                </a:lnTo>
                <a:lnTo>
                  <a:pt x="4415" y="6703"/>
                </a:lnTo>
                <a:lnTo>
                  <a:pt x="4085" y="6601"/>
                </a:lnTo>
                <a:lnTo>
                  <a:pt x="4085" y="6601"/>
                </a:lnTo>
                <a:lnTo>
                  <a:pt x="3364" y="6371"/>
                </a:lnTo>
                <a:lnTo>
                  <a:pt x="2703" y="6142"/>
                </a:lnTo>
                <a:lnTo>
                  <a:pt x="2103" y="5918"/>
                </a:lnTo>
                <a:lnTo>
                  <a:pt x="1562" y="5693"/>
                </a:lnTo>
                <a:lnTo>
                  <a:pt x="1081" y="5469"/>
                </a:lnTo>
                <a:lnTo>
                  <a:pt x="661" y="5249"/>
                </a:lnTo>
                <a:lnTo>
                  <a:pt x="300" y="5035"/>
                </a:lnTo>
                <a:lnTo>
                  <a:pt x="0" y="4821"/>
                </a:lnTo>
                <a:lnTo>
                  <a:pt x="0" y="4821"/>
                </a:lnTo>
                <a:lnTo>
                  <a:pt x="811" y="4800"/>
                </a:lnTo>
                <a:lnTo>
                  <a:pt x="1682" y="4770"/>
                </a:lnTo>
                <a:lnTo>
                  <a:pt x="2523" y="4744"/>
                </a:lnTo>
                <a:lnTo>
                  <a:pt x="3394" y="4709"/>
                </a:lnTo>
                <a:lnTo>
                  <a:pt x="4235" y="4668"/>
                </a:lnTo>
                <a:lnTo>
                  <a:pt x="5106" y="4622"/>
                </a:lnTo>
                <a:lnTo>
                  <a:pt x="5947" y="4571"/>
                </a:lnTo>
                <a:lnTo>
                  <a:pt x="6818" y="4510"/>
                </a:lnTo>
                <a:lnTo>
                  <a:pt x="7659" y="4449"/>
                </a:lnTo>
                <a:lnTo>
                  <a:pt x="8470" y="4377"/>
                </a:lnTo>
                <a:lnTo>
                  <a:pt x="9311" y="4301"/>
                </a:lnTo>
                <a:lnTo>
                  <a:pt x="10122" y="4219"/>
                </a:lnTo>
                <a:lnTo>
                  <a:pt x="10903" y="4127"/>
                </a:lnTo>
                <a:lnTo>
                  <a:pt x="11684" y="4030"/>
                </a:lnTo>
                <a:lnTo>
                  <a:pt x="12404" y="3923"/>
                </a:lnTo>
                <a:lnTo>
                  <a:pt x="13155" y="3811"/>
                </a:lnTo>
                <a:lnTo>
                  <a:pt x="13846" y="3694"/>
                </a:lnTo>
                <a:lnTo>
                  <a:pt x="14507" y="3561"/>
                </a:lnTo>
                <a:lnTo>
                  <a:pt x="15138" y="3428"/>
                </a:lnTo>
                <a:lnTo>
                  <a:pt x="15738" y="3280"/>
                </a:lnTo>
                <a:lnTo>
                  <a:pt x="16309" y="3127"/>
                </a:lnTo>
                <a:lnTo>
                  <a:pt x="16820" y="2964"/>
                </a:lnTo>
                <a:lnTo>
                  <a:pt x="17300" y="2791"/>
                </a:lnTo>
                <a:lnTo>
                  <a:pt x="17751" y="2607"/>
                </a:lnTo>
                <a:lnTo>
                  <a:pt x="18141" y="2418"/>
                </a:lnTo>
                <a:lnTo>
                  <a:pt x="18471" y="2214"/>
                </a:lnTo>
                <a:lnTo>
                  <a:pt x="18772" y="2000"/>
                </a:lnTo>
                <a:lnTo>
                  <a:pt x="19012" y="1781"/>
                </a:lnTo>
                <a:lnTo>
                  <a:pt x="19192" y="1546"/>
                </a:lnTo>
                <a:lnTo>
                  <a:pt x="19312" y="1301"/>
                </a:lnTo>
                <a:lnTo>
                  <a:pt x="19373" y="1046"/>
                </a:lnTo>
                <a:lnTo>
                  <a:pt x="19373" y="781"/>
                </a:lnTo>
                <a:lnTo>
                  <a:pt x="19373" y="781"/>
                </a:lnTo>
                <a:lnTo>
                  <a:pt x="19312" y="603"/>
                </a:lnTo>
                <a:lnTo>
                  <a:pt x="19252" y="424"/>
                </a:lnTo>
                <a:lnTo>
                  <a:pt x="19162" y="256"/>
                </a:lnTo>
                <a:lnTo>
                  <a:pt x="19072" y="93"/>
                </a:lnTo>
                <a:lnTo>
                  <a:pt x="19072" y="93"/>
                </a:lnTo>
                <a:lnTo>
                  <a:pt x="20754" y="52"/>
                </a:lnTo>
                <a:lnTo>
                  <a:pt x="22466" y="21"/>
                </a:lnTo>
                <a:lnTo>
                  <a:pt x="24178" y="6"/>
                </a:lnTo>
                <a:lnTo>
                  <a:pt x="2592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71"/>
          <p:cNvSpPr/>
          <p:nvPr/>
        </p:nvSpPr>
        <p:spPr>
          <a:xfrm flipH="1">
            <a:off x="5482285" y="1033845"/>
            <a:ext cx="1936998" cy="2018114"/>
          </a:xfrm>
          <a:custGeom>
            <a:avLst/>
            <a:gdLst/>
            <a:ahLst/>
            <a:cxnLst/>
            <a:rect l="l" t="t" r="r" b="b"/>
            <a:pathLst>
              <a:path w="46045" h="8136" fill="none" extrusionOk="0">
                <a:moveTo>
                  <a:pt x="22737" y="0"/>
                </a:moveTo>
                <a:lnTo>
                  <a:pt x="22737" y="0"/>
                </a:lnTo>
                <a:lnTo>
                  <a:pt x="24149" y="5"/>
                </a:lnTo>
                <a:lnTo>
                  <a:pt x="24900" y="10"/>
                </a:lnTo>
                <a:lnTo>
                  <a:pt x="25681" y="21"/>
                </a:lnTo>
                <a:lnTo>
                  <a:pt x="26492" y="31"/>
                </a:lnTo>
                <a:lnTo>
                  <a:pt x="27333" y="51"/>
                </a:lnTo>
                <a:lnTo>
                  <a:pt x="28204" y="72"/>
                </a:lnTo>
                <a:lnTo>
                  <a:pt x="29075" y="97"/>
                </a:lnTo>
                <a:lnTo>
                  <a:pt x="29946" y="133"/>
                </a:lnTo>
                <a:lnTo>
                  <a:pt x="30847" y="168"/>
                </a:lnTo>
                <a:lnTo>
                  <a:pt x="31748" y="214"/>
                </a:lnTo>
                <a:lnTo>
                  <a:pt x="32649" y="265"/>
                </a:lnTo>
                <a:lnTo>
                  <a:pt x="33550" y="321"/>
                </a:lnTo>
                <a:lnTo>
                  <a:pt x="34451" y="388"/>
                </a:lnTo>
                <a:lnTo>
                  <a:pt x="35352" y="464"/>
                </a:lnTo>
                <a:lnTo>
                  <a:pt x="36223" y="546"/>
                </a:lnTo>
                <a:lnTo>
                  <a:pt x="37094" y="638"/>
                </a:lnTo>
                <a:lnTo>
                  <a:pt x="37935" y="740"/>
                </a:lnTo>
                <a:lnTo>
                  <a:pt x="38776" y="847"/>
                </a:lnTo>
                <a:lnTo>
                  <a:pt x="39557" y="969"/>
                </a:lnTo>
                <a:lnTo>
                  <a:pt x="40338" y="1102"/>
                </a:lnTo>
                <a:lnTo>
                  <a:pt x="41088" y="1240"/>
                </a:lnTo>
                <a:lnTo>
                  <a:pt x="41809" y="1398"/>
                </a:lnTo>
                <a:lnTo>
                  <a:pt x="42140" y="1474"/>
                </a:lnTo>
                <a:lnTo>
                  <a:pt x="42470" y="1561"/>
                </a:lnTo>
                <a:lnTo>
                  <a:pt x="42770" y="1648"/>
                </a:lnTo>
                <a:lnTo>
                  <a:pt x="43101" y="1739"/>
                </a:lnTo>
                <a:lnTo>
                  <a:pt x="43401" y="1831"/>
                </a:lnTo>
                <a:lnTo>
                  <a:pt x="43671" y="1928"/>
                </a:lnTo>
                <a:lnTo>
                  <a:pt x="43942" y="2030"/>
                </a:lnTo>
                <a:lnTo>
                  <a:pt x="44212" y="2132"/>
                </a:lnTo>
                <a:lnTo>
                  <a:pt x="44452" y="2239"/>
                </a:lnTo>
                <a:lnTo>
                  <a:pt x="44693" y="2352"/>
                </a:lnTo>
                <a:lnTo>
                  <a:pt x="44903" y="2464"/>
                </a:lnTo>
                <a:lnTo>
                  <a:pt x="45113" y="2581"/>
                </a:lnTo>
                <a:lnTo>
                  <a:pt x="45323" y="2703"/>
                </a:lnTo>
                <a:lnTo>
                  <a:pt x="45504" y="2826"/>
                </a:lnTo>
                <a:lnTo>
                  <a:pt x="45654" y="2959"/>
                </a:lnTo>
                <a:lnTo>
                  <a:pt x="45804" y="3091"/>
                </a:lnTo>
                <a:lnTo>
                  <a:pt x="45924" y="3224"/>
                </a:lnTo>
                <a:lnTo>
                  <a:pt x="46044" y="3367"/>
                </a:lnTo>
                <a:lnTo>
                  <a:pt x="46044" y="3367"/>
                </a:lnTo>
                <a:lnTo>
                  <a:pt x="45083" y="3392"/>
                </a:lnTo>
                <a:lnTo>
                  <a:pt x="44122" y="3423"/>
                </a:lnTo>
                <a:lnTo>
                  <a:pt x="43191" y="3458"/>
                </a:lnTo>
                <a:lnTo>
                  <a:pt x="42260" y="3499"/>
                </a:lnTo>
                <a:lnTo>
                  <a:pt x="41389" y="3540"/>
                </a:lnTo>
                <a:lnTo>
                  <a:pt x="40518" y="3581"/>
                </a:lnTo>
                <a:lnTo>
                  <a:pt x="39677" y="3632"/>
                </a:lnTo>
                <a:lnTo>
                  <a:pt x="38866" y="3678"/>
                </a:lnTo>
                <a:lnTo>
                  <a:pt x="38085" y="3734"/>
                </a:lnTo>
                <a:lnTo>
                  <a:pt x="37364" y="3790"/>
                </a:lnTo>
                <a:lnTo>
                  <a:pt x="36643" y="3846"/>
                </a:lnTo>
                <a:lnTo>
                  <a:pt x="35983" y="3907"/>
                </a:lnTo>
                <a:lnTo>
                  <a:pt x="35382" y="3974"/>
                </a:lnTo>
                <a:lnTo>
                  <a:pt x="34781" y="4035"/>
                </a:lnTo>
                <a:lnTo>
                  <a:pt x="34271" y="4106"/>
                </a:lnTo>
                <a:lnTo>
                  <a:pt x="33760" y="4172"/>
                </a:lnTo>
                <a:lnTo>
                  <a:pt x="33760" y="4172"/>
                </a:lnTo>
                <a:lnTo>
                  <a:pt x="33189" y="4264"/>
                </a:lnTo>
                <a:lnTo>
                  <a:pt x="32649" y="4361"/>
                </a:lnTo>
                <a:lnTo>
                  <a:pt x="32138" y="4453"/>
                </a:lnTo>
                <a:lnTo>
                  <a:pt x="31628" y="4555"/>
                </a:lnTo>
                <a:lnTo>
                  <a:pt x="31147" y="4652"/>
                </a:lnTo>
                <a:lnTo>
                  <a:pt x="30666" y="4754"/>
                </a:lnTo>
                <a:lnTo>
                  <a:pt x="30216" y="4861"/>
                </a:lnTo>
                <a:lnTo>
                  <a:pt x="29795" y="4968"/>
                </a:lnTo>
                <a:lnTo>
                  <a:pt x="29405" y="5075"/>
                </a:lnTo>
                <a:lnTo>
                  <a:pt x="29045" y="5187"/>
                </a:lnTo>
                <a:lnTo>
                  <a:pt x="28684" y="5300"/>
                </a:lnTo>
                <a:lnTo>
                  <a:pt x="28354" y="5417"/>
                </a:lnTo>
                <a:lnTo>
                  <a:pt x="28053" y="5534"/>
                </a:lnTo>
                <a:lnTo>
                  <a:pt x="27783" y="5652"/>
                </a:lnTo>
                <a:lnTo>
                  <a:pt x="27513" y="5774"/>
                </a:lnTo>
                <a:lnTo>
                  <a:pt x="27272" y="5896"/>
                </a:lnTo>
                <a:lnTo>
                  <a:pt x="27062" y="6019"/>
                </a:lnTo>
                <a:lnTo>
                  <a:pt x="26882" y="6146"/>
                </a:lnTo>
                <a:lnTo>
                  <a:pt x="26702" y="6279"/>
                </a:lnTo>
                <a:lnTo>
                  <a:pt x="26582" y="6407"/>
                </a:lnTo>
                <a:lnTo>
                  <a:pt x="26462" y="6539"/>
                </a:lnTo>
                <a:lnTo>
                  <a:pt x="26371" y="6672"/>
                </a:lnTo>
                <a:lnTo>
                  <a:pt x="26311" y="6810"/>
                </a:lnTo>
                <a:lnTo>
                  <a:pt x="26281" y="6942"/>
                </a:lnTo>
                <a:lnTo>
                  <a:pt x="26281" y="7085"/>
                </a:lnTo>
                <a:lnTo>
                  <a:pt x="26281" y="7223"/>
                </a:lnTo>
                <a:lnTo>
                  <a:pt x="26341" y="7365"/>
                </a:lnTo>
                <a:lnTo>
                  <a:pt x="26401" y="7508"/>
                </a:lnTo>
                <a:lnTo>
                  <a:pt x="26492" y="7651"/>
                </a:lnTo>
                <a:lnTo>
                  <a:pt x="26642" y="7799"/>
                </a:lnTo>
                <a:lnTo>
                  <a:pt x="26792" y="7947"/>
                </a:lnTo>
                <a:lnTo>
                  <a:pt x="26972" y="8095"/>
                </a:lnTo>
                <a:lnTo>
                  <a:pt x="26972" y="8095"/>
                </a:lnTo>
                <a:lnTo>
                  <a:pt x="25921" y="8115"/>
                </a:lnTo>
                <a:lnTo>
                  <a:pt x="24900" y="8125"/>
                </a:lnTo>
                <a:lnTo>
                  <a:pt x="23939" y="8136"/>
                </a:lnTo>
                <a:lnTo>
                  <a:pt x="22978" y="8136"/>
                </a:lnTo>
                <a:lnTo>
                  <a:pt x="22978" y="8136"/>
                </a:lnTo>
                <a:lnTo>
                  <a:pt x="22197" y="8136"/>
                </a:lnTo>
                <a:lnTo>
                  <a:pt x="21476" y="8131"/>
                </a:lnTo>
                <a:lnTo>
                  <a:pt x="20755" y="8125"/>
                </a:lnTo>
                <a:lnTo>
                  <a:pt x="20094" y="8110"/>
                </a:lnTo>
                <a:lnTo>
                  <a:pt x="20094" y="8110"/>
                </a:lnTo>
                <a:lnTo>
                  <a:pt x="18472" y="8080"/>
                </a:lnTo>
                <a:lnTo>
                  <a:pt x="17661" y="8059"/>
                </a:lnTo>
                <a:lnTo>
                  <a:pt x="16820" y="8034"/>
                </a:lnTo>
                <a:lnTo>
                  <a:pt x="15979" y="8008"/>
                </a:lnTo>
                <a:lnTo>
                  <a:pt x="15138" y="7972"/>
                </a:lnTo>
                <a:lnTo>
                  <a:pt x="14298" y="7937"/>
                </a:lnTo>
                <a:lnTo>
                  <a:pt x="13457" y="7896"/>
                </a:lnTo>
                <a:lnTo>
                  <a:pt x="12646" y="7850"/>
                </a:lnTo>
                <a:lnTo>
                  <a:pt x="11805" y="7799"/>
                </a:lnTo>
                <a:lnTo>
                  <a:pt x="10994" y="7743"/>
                </a:lnTo>
                <a:lnTo>
                  <a:pt x="10183" y="7677"/>
                </a:lnTo>
                <a:lnTo>
                  <a:pt x="9372" y="7605"/>
                </a:lnTo>
                <a:lnTo>
                  <a:pt x="8621" y="7524"/>
                </a:lnTo>
                <a:lnTo>
                  <a:pt x="7840" y="7437"/>
                </a:lnTo>
                <a:lnTo>
                  <a:pt x="7119" y="7340"/>
                </a:lnTo>
                <a:lnTo>
                  <a:pt x="6398" y="7233"/>
                </a:lnTo>
                <a:lnTo>
                  <a:pt x="5708" y="7121"/>
                </a:lnTo>
                <a:lnTo>
                  <a:pt x="5047" y="6998"/>
                </a:lnTo>
                <a:lnTo>
                  <a:pt x="4416" y="6861"/>
                </a:lnTo>
                <a:lnTo>
                  <a:pt x="3815" y="6718"/>
                </a:lnTo>
                <a:lnTo>
                  <a:pt x="3245" y="6560"/>
                </a:lnTo>
                <a:lnTo>
                  <a:pt x="2704" y="6391"/>
                </a:lnTo>
                <a:lnTo>
                  <a:pt x="2224" y="6213"/>
                </a:lnTo>
                <a:lnTo>
                  <a:pt x="1773" y="6019"/>
                </a:lnTo>
                <a:lnTo>
                  <a:pt x="1353" y="5815"/>
                </a:lnTo>
                <a:lnTo>
                  <a:pt x="1022" y="5601"/>
                </a:lnTo>
                <a:lnTo>
                  <a:pt x="692" y="5366"/>
                </a:lnTo>
                <a:lnTo>
                  <a:pt x="452" y="5121"/>
                </a:lnTo>
                <a:lnTo>
                  <a:pt x="241" y="4861"/>
                </a:lnTo>
                <a:lnTo>
                  <a:pt x="91" y="4586"/>
                </a:lnTo>
                <a:lnTo>
                  <a:pt x="1" y="4295"/>
                </a:lnTo>
                <a:lnTo>
                  <a:pt x="1" y="4295"/>
                </a:lnTo>
                <a:lnTo>
                  <a:pt x="1" y="4147"/>
                </a:lnTo>
                <a:lnTo>
                  <a:pt x="1" y="3999"/>
                </a:lnTo>
                <a:lnTo>
                  <a:pt x="31" y="3861"/>
                </a:lnTo>
                <a:lnTo>
                  <a:pt x="61" y="3719"/>
                </a:lnTo>
                <a:lnTo>
                  <a:pt x="121" y="3586"/>
                </a:lnTo>
                <a:lnTo>
                  <a:pt x="211" y="3453"/>
                </a:lnTo>
                <a:lnTo>
                  <a:pt x="331" y="3321"/>
                </a:lnTo>
                <a:lnTo>
                  <a:pt x="452" y="3193"/>
                </a:lnTo>
                <a:lnTo>
                  <a:pt x="602" y="3071"/>
                </a:lnTo>
                <a:lnTo>
                  <a:pt x="782" y="2948"/>
                </a:lnTo>
                <a:lnTo>
                  <a:pt x="962" y="2831"/>
                </a:lnTo>
                <a:lnTo>
                  <a:pt x="1142" y="2714"/>
                </a:lnTo>
                <a:lnTo>
                  <a:pt x="1353" y="2601"/>
                </a:lnTo>
                <a:lnTo>
                  <a:pt x="1593" y="2494"/>
                </a:lnTo>
                <a:lnTo>
                  <a:pt x="1833" y="2382"/>
                </a:lnTo>
                <a:lnTo>
                  <a:pt x="2103" y="2280"/>
                </a:lnTo>
                <a:lnTo>
                  <a:pt x="2374" y="2178"/>
                </a:lnTo>
                <a:lnTo>
                  <a:pt x="2674" y="2081"/>
                </a:lnTo>
                <a:lnTo>
                  <a:pt x="2974" y="1984"/>
                </a:lnTo>
                <a:lnTo>
                  <a:pt x="3275" y="1887"/>
                </a:lnTo>
                <a:lnTo>
                  <a:pt x="3605" y="1796"/>
                </a:lnTo>
                <a:lnTo>
                  <a:pt x="3966" y="1709"/>
                </a:lnTo>
                <a:lnTo>
                  <a:pt x="4686" y="1535"/>
                </a:lnTo>
                <a:lnTo>
                  <a:pt x="5437" y="1377"/>
                </a:lnTo>
                <a:lnTo>
                  <a:pt x="6218" y="1229"/>
                </a:lnTo>
                <a:lnTo>
                  <a:pt x="7059" y="1087"/>
                </a:lnTo>
                <a:lnTo>
                  <a:pt x="7930" y="959"/>
                </a:lnTo>
                <a:lnTo>
                  <a:pt x="8801" y="837"/>
                </a:lnTo>
                <a:lnTo>
                  <a:pt x="9702" y="724"/>
                </a:lnTo>
                <a:lnTo>
                  <a:pt x="10633" y="617"/>
                </a:lnTo>
                <a:lnTo>
                  <a:pt x="11564" y="525"/>
                </a:lnTo>
                <a:lnTo>
                  <a:pt x="12495" y="439"/>
                </a:lnTo>
                <a:lnTo>
                  <a:pt x="13457" y="362"/>
                </a:lnTo>
                <a:lnTo>
                  <a:pt x="14418" y="291"/>
                </a:lnTo>
                <a:lnTo>
                  <a:pt x="15349" y="230"/>
                </a:lnTo>
                <a:lnTo>
                  <a:pt x="16280" y="174"/>
                </a:lnTo>
                <a:lnTo>
                  <a:pt x="17211" y="128"/>
                </a:lnTo>
                <a:lnTo>
                  <a:pt x="18142" y="92"/>
                </a:lnTo>
                <a:lnTo>
                  <a:pt x="19013" y="56"/>
                </a:lnTo>
                <a:lnTo>
                  <a:pt x="19884" y="31"/>
                </a:lnTo>
                <a:lnTo>
                  <a:pt x="20725" y="15"/>
                </a:lnTo>
                <a:lnTo>
                  <a:pt x="21536" y="5"/>
                </a:lnTo>
                <a:lnTo>
                  <a:pt x="22317" y="0"/>
                </a:lnTo>
                <a:lnTo>
                  <a:pt x="22317" y="0"/>
                </a:lnTo>
                <a:lnTo>
                  <a:pt x="2273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71"/>
          <p:cNvSpPr/>
          <p:nvPr/>
        </p:nvSpPr>
        <p:spPr>
          <a:xfrm flipH="1">
            <a:off x="5469616" y="1868776"/>
            <a:ext cx="844042" cy="1173017"/>
          </a:xfrm>
          <a:custGeom>
            <a:avLst/>
            <a:gdLst/>
            <a:ahLst/>
            <a:cxnLst/>
            <a:rect l="l" t="t" r="r" b="b"/>
            <a:pathLst>
              <a:path w="20064" h="4729" fill="none" extrusionOk="0">
                <a:moveTo>
                  <a:pt x="19763" y="1"/>
                </a:moveTo>
                <a:lnTo>
                  <a:pt x="19763" y="1"/>
                </a:lnTo>
                <a:lnTo>
                  <a:pt x="19853" y="164"/>
                </a:lnTo>
                <a:lnTo>
                  <a:pt x="19943" y="332"/>
                </a:lnTo>
                <a:lnTo>
                  <a:pt x="20003" y="511"/>
                </a:lnTo>
                <a:lnTo>
                  <a:pt x="20064" y="689"/>
                </a:lnTo>
                <a:lnTo>
                  <a:pt x="20064" y="689"/>
                </a:lnTo>
                <a:lnTo>
                  <a:pt x="20064" y="954"/>
                </a:lnTo>
                <a:lnTo>
                  <a:pt x="20003" y="1209"/>
                </a:lnTo>
                <a:lnTo>
                  <a:pt x="19883" y="1454"/>
                </a:lnTo>
                <a:lnTo>
                  <a:pt x="19703" y="1689"/>
                </a:lnTo>
                <a:lnTo>
                  <a:pt x="19463" y="1908"/>
                </a:lnTo>
                <a:lnTo>
                  <a:pt x="19162" y="2122"/>
                </a:lnTo>
                <a:lnTo>
                  <a:pt x="18832" y="2326"/>
                </a:lnTo>
                <a:lnTo>
                  <a:pt x="18442" y="2515"/>
                </a:lnTo>
                <a:lnTo>
                  <a:pt x="17991" y="2699"/>
                </a:lnTo>
                <a:lnTo>
                  <a:pt x="17511" y="2872"/>
                </a:lnTo>
                <a:lnTo>
                  <a:pt x="17000" y="3035"/>
                </a:lnTo>
                <a:lnTo>
                  <a:pt x="16429" y="3188"/>
                </a:lnTo>
                <a:lnTo>
                  <a:pt x="15829" y="3336"/>
                </a:lnTo>
                <a:lnTo>
                  <a:pt x="15198" y="3469"/>
                </a:lnTo>
                <a:lnTo>
                  <a:pt x="14537" y="3602"/>
                </a:lnTo>
                <a:lnTo>
                  <a:pt x="13846" y="3719"/>
                </a:lnTo>
                <a:lnTo>
                  <a:pt x="13095" y="3831"/>
                </a:lnTo>
                <a:lnTo>
                  <a:pt x="12375" y="3938"/>
                </a:lnTo>
                <a:lnTo>
                  <a:pt x="11594" y="4035"/>
                </a:lnTo>
                <a:lnTo>
                  <a:pt x="10813" y="4127"/>
                </a:lnTo>
                <a:lnTo>
                  <a:pt x="10002" y="4209"/>
                </a:lnTo>
                <a:lnTo>
                  <a:pt x="9161" y="4285"/>
                </a:lnTo>
                <a:lnTo>
                  <a:pt x="8350" y="4357"/>
                </a:lnTo>
                <a:lnTo>
                  <a:pt x="7509" y="4418"/>
                </a:lnTo>
                <a:lnTo>
                  <a:pt x="6638" y="4479"/>
                </a:lnTo>
                <a:lnTo>
                  <a:pt x="5797" y="4530"/>
                </a:lnTo>
                <a:lnTo>
                  <a:pt x="4926" y="4576"/>
                </a:lnTo>
                <a:lnTo>
                  <a:pt x="4085" y="4617"/>
                </a:lnTo>
                <a:lnTo>
                  <a:pt x="3214" y="4652"/>
                </a:lnTo>
                <a:lnTo>
                  <a:pt x="2373" y="4678"/>
                </a:lnTo>
                <a:lnTo>
                  <a:pt x="1502" y="4708"/>
                </a:lnTo>
                <a:lnTo>
                  <a:pt x="691" y="4729"/>
                </a:lnTo>
                <a:lnTo>
                  <a:pt x="691" y="4729"/>
                </a:lnTo>
                <a:lnTo>
                  <a:pt x="511" y="4581"/>
                </a:lnTo>
                <a:lnTo>
                  <a:pt x="361" y="4433"/>
                </a:lnTo>
                <a:lnTo>
                  <a:pt x="211" y="4285"/>
                </a:lnTo>
                <a:lnTo>
                  <a:pt x="120" y="4142"/>
                </a:lnTo>
                <a:lnTo>
                  <a:pt x="60" y="3999"/>
                </a:lnTo>
                <a:lnTo>
                  <a:pt x="0" y="3857"/>
                </a:lnTo>
                <a:lnTo>
                  <a:pt x="0" y="3719"/>
                </a:lnTo>
                <a:lnTo>
                  <a:pt x="0" y="3576"/>
                </a:lnTo>
                <a:lnTo>
                  <a:pt x="30" y="3444"/>
                </a:lnTo>
                <a:lnTo>
                  <a:pt x="90" y="3306"/>
                </a:lnTo>
                <a:lnTo>
                  <a:pt x="181" y="3173"/>
                </a:lnTo>
                <a:lnTo>
                  <a:pt x="301" y="3041"/>
                </a:lnTo>
                <a:lnTo>
                  <a:pt x="421" y="2913"/>
                </a:lnTo>
                <a:lnTo>
                  <a:pt x="601" y="2780"/>
                </a:lnTo>
                <a:lnTo>
                  <a:pt x="781" y="2653"/>
                </a:lnTo>
                <a:lnTo>
                  <a:pt x="991" y="2530"/>
                </a:lnTo>
                <a:lnTo>
                  <a:pt x="1232" y="2408"/>
                </a:lnTo>
                <a:lnTo>
                  <a:pt x="1502" y="2286"/>
                </a:lnTo>
                <a:lnTo>
                  <a:pt x="1772" y="2168"/>
                </a:lnTo>
                <a:lnTo>
                  <a:pt x="2073" y="2051"/>
                </a:lnTo>
                <a:lnTo>
                  <a:pt x="2403" y="1934"/>
                </a:lnTo>
                <a:lnTo>
                  <a:pt x="2764" y="1821"/>
                </a:lnTo>
                <a:lnTo>
                  <a:pt x="3124" y="1709"/>
                </a:lnTo>
                <a:lnTo>
                  <a:pt x="3514" y="1602"/>
                </a:lnTo>
                <a:lnTo>
                  <a:pt x="3935" y="1495"/>
                </a:lnTo>
                <a:lnTo>
                  <a:pt x="4385" y="1388"/>
                </a:lnTo>
                <a:lnTo>
                  <a:pt x="4866" y="1286"/>
                </a:lnTo>
                <a:lnTo>
                  <a:pt x="5347" y="1189"/>
                </a:lnTo>
                <a:lnTo>
                  <a:pt x="5857" y="1087"/>
                </a:lnTo>
                <a:lnTo>
                  <a:pt x="6368" y="995"/>
                </a:lnTo>
                <a:lnTo>
                  <a:pt x="6908" y="898"/>
                </a:lnTo>
                <a:lnTo>
                  <a:pt x="7479" y="806"/>
                </a:lnTo>
                <a:lnTo>
                  <a:pt x="7479" y="806"/>
                </a:lnTo>
                <a:lnTo>
                  <a:pt x="7990" y="740"/>
                </a:lnTo>
                <a:lnTo>
                  <a:pt x="8500" y="669"/>
                </a:lnTo>
                <a:lnTo>
                  <a:pt x="9101" y="608"/>
                </a:lnTo>
                <a:lnTo>
                  <a:pt x="9702" y="541"/>
                </a:lnTo>
                <a:lnTo>
                  <a:pt x="10362" y="480"/>
                </a:lnTo>
                <a:lnTo>
                  <a:pt x="11083" y="424"/>
                </a:lnTo>
                <a:lnTo>
                  <a:pt x="11804" y="368"/>
                </a:lnTo>
                <a:lnTo>
                  <a:pt x="12585" y="312"/>
                </a:lnTo>
                <a:lnTo>
                  <a:pt x="13396" y="266"/>
                </a:lnTo>
                <a:lnTo>
                  <a:pt x="14237" y="215"/>
                </a:lnTo>
                <a:lnTo>
                  <a:pt x="15108" y="174"/>
                </a:lnTo>
                <a:lnTo>
                  <a:pt x="15979" y="133"/>
                </a:lnTo>
                <a:lnTo>
                  <a:pt x="16910" y="92"/>
                </a:lnTo>
                <a:lnTo>
                  <a:pt x="17841" y="57"/>
                </a:lnTo>
                <a:lnTo>
                  <a:pt x="18802" y="26"/>
                </a:lnTo>
                <a:lnTo>
                  <a:pt x="1976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71"/>
          <p:cNvSpPr txBox="1">
            <a:spLocks noGrp="1"/>
          </p:cNvSpPr>
          <p:nvPr>
            <p:ph type="title"/>
          </p:nvPr>
        </p:nvSpPr>
        <p:spPr>
          <a:xfrm>
            <a:off x="457200" y="1265875"/>
            <a:ext cx="51138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400"/>
              <a:buNone/>
              <a:defRPr>
                <a:solidFill>
                  <a:schemeClr val="lt1"/>
                </a:solidFill>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1485" name="Google Shape;1485;p71"/>
          <p:cNvSpPr txBox="1">
            <a:spLocks noGrp="1"/>
          </p:cNvSpPr>
          <p:nvPr>
            <p:ph type="title" idx="2"/>
          </p:nvPr>
        </p:nvSpPr>
        <p:spPr>
          <a:xfrm>
            <a:off x="457200" y="914400"/>
            <a:ext cx="8229600" cy="2631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200"/>
              <a:buNone/>
              <a:defRPr sz="1200">
                <a:solidFill>
                  <a:schemeClr val="lt1"/>
                </a:solidFill>
              </a:defRPr>
            </a:lvl1pPr>
            <a:lvl2pPr lvl="1" rtl="0">
              <a:spcBef>
                <a:spcPts val="0"/>
              </a:spcBef>
              <a:spcAft>
                <a:spcPts val="0"/>
              </a:spcAft>
              <a:buSzPts val="1200"/>
              <a:buNone/>
              <a:defRPr sz="1200">
                <a:latin typeface="Lato"/>
                <a:ea typeface="Lato"/>
                <a:cs typeface="Lato"/>
                <a:sym typeface="Lato"/>
              </a:defRPr>
            </a:lvl2pPr>
            <a:lvl3pPr lvl="2" rtl="0">
              <a:spcBef>
                <a:spcPts val="0"/>
              </a:spcBef>
              <a:spcAft>
                <a:spcPts val="0"/>
              </a:spcAft>
              <a:buSzPts val="1200"/>
              <a:buNone/>
              <a:defRPr sz="1200">
                <a:latin typeface="Lato"/>
                <a:ea typeface="Lato"/>
                <a:cs typeface="Lato"/>
                <a:sym typeface="Lato"/>
              </a:defRPr>
            </a:lvl3pPr>
            <a:lvl4pPr lvl="3" rtl="0">
              <a:spcBef>
                <a:spcPts val="0"/>
              </a:spcBef>
              <a:spcAft>
                <a:spcPts val="0"/>
              </a:spcAft>
              <a:buSzPts val="1200"/>
              <a:buNone/>
              <a:defRPr sz="1200">
                <a:latin typeface="Lato"/>
                <a:ea typeface="Lato"/>
                <a:cs typeface="Lato"/>
                <a:sym typeface="Lato"/>
              </a:defRPr>
            </a:lvl4pPr>
            <a:lvl5pPr lvl="4" rtl="0">
              <a:spcBef>
                <a:spcPts val="0"/>
              </a:spcBef>
              <a:spcAft>
                <a:spcPts val="0"/>
              </a:spcAft>
              <a:buSzPts val="1200"/>
              <a:buNone/>
              <a:defRPr sz="1200">
                <a:latin typeface="Lato"/>
                <a:ea typeface="Lato"/>
                <a:cs typeface="Lato"/>
                <a:sym typeface="Lato"/>
              </a:defRPr>
            </a:lvl5pPr>
            <a:lvl6pPr lvl="5" rtl="0">
              <a:spcBef>
                <a:spcPts val="0"/>
              </a:spcBef>
              <a:spcAft>
                <a:spcPts val="0"/>
              </a:spcAft>
              <a:buSzPts val="1200"/>
              <a:buNone/>
              <a:defRPr sz="1200">
                <a:latin typeface="Lato"/>
                <a:ea typeface="Lato"/>
                <a:cs typeface="Lato"/>
                <a:sym typeface="Lato"/>
              </a:defRPr>
            </a:lvl6pPr>
            <a:lvl7pPr lvl="6" rtl="0">
              <a:spcBef>
                <a:spcPts val="0"/>
              </a:spcBef>
              <a:spcAft>
                <a:spcPts val="0"/>
              </a:spcAft>
              <a:buSzPts val="1200"/>
              <a:buNone/>
              <a:defRPr sz="1200">
                <a:latin typeface="Lato"/>
                <a:ea typeface="Lato"/>
                <a:cs typeface="Lato"/>
                <a:sym typeface="Lato"/>
              </a:defRPr>
            </a:lvl7pPr>
            <a:lvl8pPr lvl="7" rtl="0">
              <a:spcBef>
                <a:spcPts val="0"/>
              </a:spcBef>
              <a:spcAft>
                <a:spcPts val="0"/>
              </a:spcAft>
              <a:buSzPts val="1200"/>
              <a:buNone/>
              <a:defRPr sz="1200">
                <a:latin typeface="Lato"/>
                <a:ea typeface="Lato"/>
                <a:cs typeface="Lato"/>
                <a:sym typeface="Lato"/>
              </a:defRPr>
            </a:lvl8pPr>
            <a:lvl9pPr lvl="8" rtl="0">
              <a:spcBef>
                <a:spcPts val="0"/>
              </a:spcBef>
              <a:spcAft>
                <a:spcPts val="0"/>
              </a:spcAft>
              <a:buSzPts val="1200"/>
              <a:buNone/>
              <a:defRPr sz="1200">
                <a:latin typeface="Lato"/>
                <a:ea typeface="Lato"/>
                <a:cs typeface="Lato"/>
                <a:sym typeface="Lato"/>
              </a:defRPr>
            </a:lvl9pPr>
          </a:lstStyle>
          <a:p>
            <a:endParaRPr/>
          </a:p>
        </p:txBody>
      </p:sp>
      <p:sp>
        <p:nvSpPr>
          <p:cNvPr id="1486" name="Google Shape;1486;p71"/>
          <p:cNvSpPr txBox="1">
            <a:spLocks noGrp="1"/>
          </p:cNvSpPr>
          <p:nvPr>
            <p:ph type="title" idx="3"/>
          </p:nvPr>
        </p:nvSpPr>
        <p:spPr>
          <a:xfrm>
            <a:off x="1585550" y="2689825"/>
            <a:ext cx="3443700" cy="339300"/>
          </a:xfrm>
          <a:prstGeom prst="rect">
            <a:avLst/>
          </a:prstGeom>
        </p:spPr>
        <p:txBody>
          <a:bodyPr spcFirstLastPara="1" wrap="square" lIns="0" tIns="0" rIns="0" bIns="0" anchor="ctr" anchorCtr="0">
            <a:noAutofit/>
          </a:bodyPr>
          <a:lstStyle>
            <a:lvl1pPr lvl="0" rtl="0">
              <a:lnSpc>
                <a:spcPct val="150000"/>
              </a:lnSpc>
              <a:spcBef>
                <a:spcPts val="0"/>
              </a:spcBef>
              <a:spcAft>
                <a:spcPts val="0"/>
              </a:spcAft>
              <a:buClr>
                <a:schemeClr val="lt1"/>
              </a:buClr>
              <a:buSzPts val="1400"/>
              <a:buFont typeface="Lato"/>
              <a:buNone/>
              <a:defRPr sz="1400">
                <a:solidFill>
                  <a:schemeClr val="lt1"/>
                </a:solidFill>
                <a:latin typeface="Lato"/>
                <a:ea typeface="Lato"/>
                <a:cs typeface="Lato"/>
                <a:sym typeface="Lato"/>
              </a:defRPr>
            </a:lvl1pPr>
            <a:lvl2pPr lvl="1" rtl="0">
              <a:lnSpc>
                <a:spcPct val="150000"/>
              </a:lnSpc>
              <a:spcBef>
                <a:spcPts val="0"/>
              </a:spcBef>
              <a:spcAft>
                <a:spcPts val="0"/>
              </a:spcAft>
              <a:buSzPts val="1400"/>
              <a:buFont typeface="Lato"/>
              <a:buNone/>
              <a:defRPr sz="1400">
                <a:latin typeface="Lato"/>
                <a:ea typeface="Lato"/>
                <a:cs typeface="Lato"/>
                <a:sym typeface="Lato"/>
              </a:defRPr>
            </a:lvl2pPr>
            <a:lvl3pPr lvl="2" rtl="0">
              <a:lnSpc>
                <a:spcPct val="150000"/>
              </a:lnSpc>
              <a:spcBef>
                <a:spcPts val="0"/>
              </a:spcBef>
              <a:spcAft>
                <a:spcPts val="0"/>
              </a:spcAft>
              <a:buSzPts val="1400"/>
              <a:buFont typeface="Lato"/>
              <a:buNone/>
              <a:defRPr sz="1400">
                <a:latin typeface="Lato"/>
                <a:ea typeface="Lato"/>
                <a:cs typeface="Lato"/>
                <a:sym typeface="Lato"/>
              </a:defRPr>
            </a:lvl3pPr>
            <a:lvl4pPr lvl="3" rtl="0">
              <a:lnSpc>
                <a:spcPct val="150000"/>
              </a:lnSpc>
              <a:spcBef>
                <a:spcPts val="0"/>
              </a:spcBef>
              <a:spcAft>
                <a:spcPts val="0"/>
              </a:spcAft>
              <a:buSzPts val="1400"/>
              <a:buFont typeface="Lato"/>
              <a:buNone/>
              <a:defRPr sz="1400">
                <a:latin typeface="Lato"/>
                <a:ea typeface="Lato"/>
                <a:cs typeface="Lato"/>
                <a:sym typeface="Lato"/>
              </a:defRPr>
            </a:lvl4pPr>
            <a:lvl5pPr lvl="4" rtl="0">
              <a:lnSpc>
                <a:spcPct val="150000"/>
              </a:lnSpc>
              <a:spcBef>
                <a:spcPts val="0"/>
              </a:spcBef>
              <a:spcAft>
                <a:spcPts val="0"/>
              </a:spcAft>
              <a:buSzPts val="1400"/>
              <a:buFont typeface="Lato"/>
              <a:buNone/>
              <a:defRPr sz="1400">
                <a:latin typeface="Lato"/>
                <a:ea typeface="Lato"/>
                <a:cs typeface="Lato"/>
                <a:sym typeface="Lato"/>
              </a:defRPr>
            </a:lvl5pPr>
            <a:lvl6pPr lvl="5" rtl="0">
              <a:lnSpc>
                <a:spcPct val="150000"/>
              </a:lnSpc>
              <a:spcBef>
                <a:spcPts val="0"/>
              </a:spcBef>
              <a:spcAft>
                <a:spcPts val="0"/>
              </a:spcAft>
              <a:buSzPts val="1400"/>
              <a:buFont typeface="Lato"/>
              <a:buNone/>
              <a:defRPr sz="1400">
                <a:latin typeface="Lato"/>
                <a:ea typeface="Lato"/>
                <a:cs typeface="Lato"/>
                <a:sym typeface="Lato"/>
              </a:defRPr>
            </a:lvl6pPr>
            <a:lvl7pPr lvl="6" rtl="0">
              <a:lnSpc>
                <a:spcPct val="150000"/>
              </a:lnSpc>
              <a:spcBef>
                <a:spcPts val="0"/>
              </a:spcBef>
              <a:spcAft>
                <a:spcPts val="0"/>
              </a:spcAft>
              <a:buSzPts val="1400"/>
              <a:buFont typeface="Lato"/>
              <a:buNone/>
              <a:defRPr sz="1400">
                <a:latin typeface="Lato"/>
                <a:ea typeface="Lato"/>
                <a:cs typeface="Lato"/>
                <a:sym typeface="Lato"/>
              </a:defRPr>
            </a:lvl7pPr>
            <a:lvl8pPr lvl="7" rtl="0">
              <a:lnSpc>
                <a:spcPct val="150000"/>
              </a:lnSpc>
              <a:spcBef>
                <a:spcPts val="0"/>
              </a:spcBef>
              <a:spcAft>
                <a:spcPts val="0"/>
              </a:spcAft>
              <a:buSzPts val="1400"/>
              <a:buFont typeface="Lato"/>
              <a:buNone/>
              <a:defRPr sz="1400">
                <a:latin typeface="Lato"/>
                <a:ea typeface="Lato"/>
                <a:cs typeface="Lato"/>
                <a:sym typeface="Lato"/>
              </a:defRPr>
            </a:lvl8pPr>
            <a:lvl9pPr lvl="8" rtl="0">
              <a:lnSpc>
                <a:spcPct val="150000"/>
              </a:lnSpc>
              <a:spcBef>
                <a:spcPts val="0"/>
              </a:spcBef>
              <a:spcAft>
                <a:spcPts val="0"/>
              </a:spcAft>
              <a:buSzPts val="1400"/>
              <a:buFont typeface="Lato"/>
              <a:buNone/>
              <a:defRPr sz="1400">
                <a:latin typeface="Lato"/>
                <a:ea typeface="Lato"/>
                <a:cs typeface="Lato"/>
                <a:sym typeface="Lato"/>
              </a:defRPr>
            </a:lvl9pPr>
          </a:lstStyle>
          <a:p>
            <a:endParaRPr/>
          </a:p>
        </p:txBody>
      </p:sp>
      <p:sp>
        <p:nvSpPr>
          <p:cNvPr id="1487" name="Google Shape;1487;p71"/>
          <p:cNvSpPr txBox="1">
            <a:spLocks noGrp="1"/>
          </p:cNvSpPr>
          <p:nvPr>
            <p:ph type="title" idx="4"/>
          </p:nvPr>
        </p:nvSpPr>
        <p:spPr>
          <a:xfrm>
            <a:off x="457200" y="2689825"/>
            <a:ext cx="954600" cy="339300"/>
          </a:xfrm>
          <a:prstGeom prst="rect">
            <a:avLst/>
          </a:prstGeom>
        </p:spPr>
        <p:txBody>
          <a:bodyPr spcFirstLastPara="1" wrap="square" lIns="0" tIns="0" rIns="0" bIns="0" anchor="ctr" anchorCtr="0">
            <a:noAutofit/>
          </a:bodyPr>
          <a:lstStyle>
            <a:lvl1pPr lvl="0" algn="r" rtl="0">
              <a:lnSpc>
                <a:spcPct val="150000"/>
              </a:lnSpc>
              <a:spcBef>
                <a:spcPts val="0"/>
              </a:spcBef>
              <a:spcAft>
                <a:spcPts val="0"/>
              </a:spcAft>
              <a:buClr>
                <a:schemeClr val="lt1"/>
              </a:buClr>
              <a:buSzPts val="1400"/>
              <a:buNone/>
              <a:defRPr sz="1400">
                <a:solidFill>
                  <a:schemeClr val="lt1"/>
                </a:solidFill>
              </a:defRPr>
            </a:lvl1pPr>
            <a:lvl2pPr lvl="1" algn="r" rtl="0">
              <a:lnSpc>
                <a:spcPct val="150000"/>
              </a:lnSpc>
              <a:spcBef>
                <a:spcPts val="0"/>
              </a:spcBef>
              <a:spcAft>
                <a:spcPts val="0"/>
              </a:spcAft>
              <a:buSzPts val="1400"/>
              <a:buNone/>
              <a:defRPr sz="1400"/>
            </a:lvl2pPr>
            <a:lvl3pPr lvl="2" algn="r" rtl="0">
              <a:lnSpc>
                <a:spcPct val="150000"/>
              </a:lnSpc>
              <a:spcBef>
                <a:spcPts val="0"/>
              </a:spcBef>
              <a:spcAft>
                <a:spcPts val="0"/>
              </a:spcAft>
              <a:buSzPts val="1400"/>
              <a:buNone/>
              <a:defRPr sz="1400"/>
            </a:lvl3pPr>
            <a:lvl4pPr lvl="3" algn="r" rtl="0">
              <a:lnSpc>
                <a:spcPct val="150000"/>
              </a:lnSpc>
              <a:spcBef>
                <a:spcPts val="0"/>
              </a:spcBef>
              <a:spcAft>
                <a:spcPts val="0"/>
              </a:spcAft>
              <a:buSzPts val="1400"/>
              <a:buNone/>
              <a:defRPr sz="1400"/>
            </a:lvl4pPr>
            <a:lvl5pPr lvl="4" algn="r" rtl="0">
              <a:lnSpc>
                <a:spcPct val="150000"/>
              </a:lnSpc>
              <a:spcBef>
                <a:spcPts val="0"/>
              </a:spcBef>
              <a:spcAft>
                <a:spcPts val="0"/>
              </a:spcAft>
              <a:buSzPts val="1400"/>
              <a:buNone/>
              <a:defRPr sz="1400"/>
            </a:lvl5pPr>
            <a:lvl6pPr lvl="5" algn="r" rtl="0">
              <a:lnSpc>
                <a:spcPct val="150000"/>
              </a:lnSpc>
              <a:spcBef>
                <a:spcPts val="0"/>
              </a:spcBef>
              <a:spcAft>
                <a:spcPts val="0"/>
              </a:spcAft>
              <a:buSzPts val="1400"/>
              <a:buNone/>
              <a:defRPr sz="1400"/>
            </a:lvl6pPr>
            <a:lvl7pPr lvl="6" algn="r" rtl="0">
              <a:lnSpc>
                <a:spcPct val="150000"/>
              </a:lnSpc>
              <a:spcBef>
                <a:spcPts val="0"/>
              </a:spcBef>
              <a:spcAft>
                <a:spcPts val="0"/>
              </a:spcAft>
              <a:buSzPts val="1400"/>
              <a:buNone/>
              <a:defRPr sz="1400"/>
            </a:lvl7pPr>
            <a:lvl8pPr lvl="7" algn="r" rtl="0">
              <a:lnSpc>
                <a:spcPct val="150000"/>
              </a:lnSpc>
              <a:spcBef>
                <a:spcPts val="0"/>
              </a:spcBef>
              <a:spcAft>
                <a:spcPts val="0"/>
              </a:spcAft>
              <a:buSzPts val="1400"/>
              <a:buNone/>
              <a:defRPr sz="1400"/>
            </a:lvl8pPr>
            <a:lvl9pPr lvl="8" algn="r" rtl="0">
              <a:lnSpc>
                <a:spcPct val="150000"/>
              </a:lnSpc>
              <a:spcBef>
                <a:spcPts val="0"/>
              </a:spcBef>
              <a:spcAft>
                <a:spcPts val="0"/>
              </a:spcAft>
              <a:buSzPts val="1400"/>
              <a:buNone/>
              <a:defRPr sz="1400"/>
            </a:lvl9pPr>
          </a:lstStyle>
          <a:p>
            <a:endParaRPr/>
          </a:p>
        </p:txBody>
      </p:sp>
      <p:sp>
        <p:nvSpPr>
          <p:cNvPr id="1488" name="Google Shape;1488;p71"/>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Orange - Basic 2 Column">
  <p:cSld name="TITLE_AND_BODY_4_1_1">
    <p:spTree>
      <p:nvGrpSpPr>
        <p:cNvPr id="1" name="Shape 1489"/>
        <p:cNvGrpSpPr/>
        <p:nvPr/>
      </p:nvGrpSpPr>
      <p:grpSpPr>
        <a:xfrm>
          <a:off x="0" y="0"/>
          <a:ext cx="0" cy="0"/>
          <a:chOff x="0" y="0"/>
          <a:chExt cx="0" cy="0"/>
        </a:xfrm>
      </p:grpSpPr>
      <p:sp>
        <p:nvSpPr>
          <p:cNvPr id="1490" name="Google Shape;1490;p72"/>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491" name="Google Shape;1491;p72"/>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72"/>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72"/>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494" name="Google Shape;1494;p72"/>
          <p:cNvSpPr txBox="1">
            <a:spLocks noGrp="1"/>
          </p:cNvSpPr>
          <p:nvPr>
            <p:ph type="subTitle" idx="2"/>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495" name="Google Shape;1495;p72"/>
          <p:cNvSpPr txBox="1">
            <a:spLocks noGrp="1"/>
          </p:cNvSpPr>
          <p:nvPr>
            <p:ph type="subTitle" idx="3"/>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496" name="Google Shape;1496;p72"/>
          <p:cNvSpPr txBox="1">
            <a:spLocks noGrp="1"/>
          </p:cNvSpPr>
          <p:nvPr>
            <p:ph type="subTitle" idx="4"/>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1pPr>
            <a:lvl2pPr lvl="1"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2pPr>
            <a:lvl3pPr lvl="2"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3pPr>
            <a:lvl4pPr lvl="3"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4pPr>
            <a:lvl5pPr lvl="4"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5pPr>
            <a:lvl6pPr lvl="5"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6pPr>
            <a:lvl7pPr lvl="6"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7pPr>
            <a:lvl8pPr lvl="7"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8pPr>
            <a:lvl9pPr lvl="8" rtl="0">
              <a:spcBef>
                <a:spcPts val="1600"/>
              </a:spcBef>
              <a:spcAft>
                <a:spcPts val="1600"/>
              </a:spcAft>
              <a:buClr>
                <a:srgbClr val="FF7200"/>
              </a:buClr>
              <a:buSzPts val="900"/>
              <a:buFont typeface="Lato Black"/>
              <a:buNone/>
              <a:defRPr>
                <a:solidFill>
                  <a:srgbClr val="FF7200"/>
                </a:solidFill>
                <a:latin typeface="Lato Black"/>
                <a:ea typeface="Lato Black"/>
                <a:cs typeface="Lato Black"/>
                <a:sym typeface="Lato Black"/>
              </a:defRPr>
            </a:lvl9pPr>
          </a:lstStyle>
          <a:p>
            <a:endParaRPr/>
          </a:p>
        </p:txBody>
      </p:sp>
      <p:sp>
        <p:nvSpPr>
          <p:cNvPr id="1497" name="Google Shape;1497;p72"/>
          <p:cNvSpPr txBox="1">
            <a:spLocks noGrp="1"/>
          </p:cNvSpPr>
          <p:nvPr>
            <p:ph type="subTitle" idx="5"/>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1pPr>
            <a:lvl2pPr lvl="1"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2pPr>
            <a:lvl3pPr lvl="2"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3pPr>
            <a:lvl4pPr lvl="3"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4pPr>
            <a:lvl5pPr lvl="4"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5pPr>
            <a:lvl6pPr lvl="5"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6pPr>
            <a:lvl7pPr lvl="6"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7pPr>
            <a:lvl8pPr lvl="7"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8pPr>
            <a:lvl9pPr lvl="8" rtl="0">
              <a:spcBef>
                <a:spcPts val="1600"/>
              </a:spcBef>
              <a:spcAft>
                <a:spcPts val="1600"/>
              </a:spcAft>
              <a:buClr>
                <a:srgbClr val="FF7200"/>
              </a:buClr>
              <a:buSzPts val="900"/>
              <a:buFont typeface="Lato Black"/>
              <a:buNone/>
              <a:defRPr>
                <a:solidFill>
                  <a:srgbClr val="FF7200"/>
                </a:solidFill>
                <a:latin typeface="Lato Black"/>
                <a:ea typeface="Lato Black"/>
                <a:cs typeface="Lato Black"/>
                <a:sym typeface="Lato Black"/>
              </a:defRPr>
            </a:lvl9pPr>
          </a:lstStyle>
          <a:p>
            <a:endParaRPr/>
          </a:p>
        </p:txBody>
      </p:sp>
      <p:sp>
        <p:nvSpPr>
          <p:cNvPr id="1498" name="Google Shape;1498;p72"/>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72"/>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72"/>
          <p:cNvSpPr txBox="1">
            <a:spLocks noGrp="1"/>
          </p:cNvSpPr>
          <p:nvPr>
            <p:ph type="subTitle" idx="6"/>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501" name="Google Shape;1501;p72"/>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Orange - Basic">
  <p:cSld name="TITLE_AND_BODY_3_1_1_1">
    <p:spTree>
      <p:nvGrpSpPr>
        <p:cNvPr id="1" name="Shape 1502"/>
        <p:cNvGrpSpPr/>
        <p:nvPr/>
      </p:nvGrpSpPr>
      <p:grpSpPr>
        <a:xfrm>
          <a:off x="0" y="0"/>
          <a:ext cx="0" cy="0"/>
          <a:chOff x="0" y="0"/>
          <a:chExt cx="0" cy="0"/>
        </a:xfrm>
      </p:grpSpPr>
      <p:sp>
        <p:nvSpPr>
          <p:cNvPr id="1503" name="Google Shape;1503;p73"/>
          <p:cNvSpPr txBox="1">
            <a:spLocks noGrp="1"/>
          </p:cNvSpPr>
          <p:nvPr>
            <p:ph type="subTitle" idx="1"/>
          </p:nvPr>
        </p:nvSpPr>
        <p:spPr>
          <a:xfrm>
            <a:off x="457200" y="1219950"/>
            <a:ext cx="3657600" cy="32880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504" name="Google Shape;1504;p73"/>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73"/>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73"/>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507" name="Google Shape;1507;p73"/>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73"/>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73"/>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510" name="Google Shape;1510;p73"/>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Orange - Basic 1">
  <p:cSld name="TITLE_AND_BODY_3_1_1_1_1">
    <p:spTree>
      <p:nvGrpSpPr>
        <p:cNvPr id="1" name="Shape 1511"/>
        <p:cNvGrpSpPr/>
        <p:nvPr/>
      </p:nvGrpSpPr>
      <p:grpSpPr>
        <a:xfrm>
          <a:off x="0" y="0"/>
          <a:ext cx="0" cy="0"/>
          <a:chOff x="0" y="0"/>
          <a:chExt cx="0" cy="0"/>
        </a:xfrm>
      </p:grpSpPr>
      <p:sp>
        <p:nvSpPr>
          <p:cNvPr id="1512" name="Google Shape;1512;p74"/>
          <p:cNvSpPr txBox="1">
            <a:spLocks noGrp="1"/>
          </p:cNvSpPr>
          <p:nvPr>
            <p:ph type="subTitle" idx="1"/>
          </p:nvPr>
        </p:nvSpPr>
        <p:spPr>
          <a:xfrm>
            <a:off x="5029200" y="1816300"/>
            <a:ext cx="3657600" cy="2755800"/>
          </a:xfrm>
          <a:prstGeom prst="rect">
            <a:avLst/>
          </a:prstGeom>
        </p:spPr>
        <p:txBody>
          <a:bodyPr spcFirstLastPara="1" wrap="square" lIns="0" tIns="0" rIns="0" bIns="0" anchor="t" anchorCtr="0">
            <a:noAutofit/>
          </a:bodyPr>
          <a:lstStyle>
            <a:lvl1pPr lvl="0" rtl="0">
              <a:spcBef>
                <a:spcPts val="0"/>
              </a:spcBef>
              <a:spcAft>
                <a:spcPts val="0"/>
              </a:spcAft>
              <a:buSzPts val="1600"/>
              <a:buNone/>
              <a:defRPr sz="1600"/>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513" name="Google Shape;1513;p74"/>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74"/>
          <p:cNvSpPr txBox="1">
            <a:spLocks noGrp="1"/>
          </p:cNvSpPr>
          <p:nvPr>
            <p:ph type="title"/>
          </p:nvPr>
        </p:nvSpPr>
        <p:spPr>
          <a:xfrm>
            <a:off x="5029200" y="1236425"/>
            <a:ext cx="36576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515" name="Google Shape;1515;p74"/>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Orange - 1 Photo">
  <p:cSld name="TITLE_AND_BODY_2_3_1_1">
    <p:spTree>
      <p:nvGrpSpPr>
        <p:cNvPr id="1" name="Shape 1516"/>
        <p:cNvGrpSpPr/>
        <p:nvPr/>
      </p:nvGrpSpPr>
      <p:grpSpPr>
        <a:xfrm>
          <a:off x="0" y="0"/>
          <a:ext cx="0" cy="0"/>
          <a:chOff x="0" y="0"/>
          <a:chExt cx="0" cy="0"/>
        </a:xfrm>
      </p:grpSpPr>
      <p:sp>
        <p:nvSpPr>
          <p:cNvPr id="1517" name="Google Shape;1517;p75"/>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75"/>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75"/>
          <p:cNvSpPr>
            <a:spLocks noGrp="1"/>
          </p:cNvSpPr>
          <p:nvPr>
            <p:ph type="pic" idx="2"/>
          </p:nvPr>
        </p:nvSpPr>
        <p:spPr>
          <a:xfrm>
            <a:off x="897325" y="1026200"/>
            <a:ext cx="2633700" cy="2633700"/>
          </a:xfrm>
          <a:prstGeom prst="ellipse">
            <a:avLst/>
          </a:prstGeom>
          <a:noFill/>
          <a:ln>
            <a:noFill/>
          </a:ln>
        </p:spPr>
      </p:sp>
      <p:sp>
        <p:nvSpPr>
          <p:cNvPr id="1520" name="Google Shape;1520;p75"/>
          <p:cNvSpPr txBox="1">
            <a:spLocks noGrp="1"/>
          </p:cNvSpPr>
          <p:nvPr>
            <p:ph type="title"/>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521" name="Google Shape;1521;p75"/>
          <p:cNvSpPr txBox="1">
            <a:spLocks noGrp="1"/>
          </p:cNvSpPr>
          <p:nvPr>
            <p:ph type="subTitle" idx="1"/>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522" name="Google Shape;1522;p75"/>
          <p:cNvSpPr txBox="1">
            <a:spLocks noGrp="1"/>
          </p:cNvSpPr>
          <p:nvPr>
            <p:ph type="subTitle" idx="3"/>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523" name="Google Shape;1523;p75"/>
          <p:cNvSpPr txBox="1">
            <a:spLocks noGrp="1"/>
          </p:cNvSpPr>
          <p:nvPr>
            <p:ph type="subTitle" idx="4"/>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1pPr>
            <a:lvl2pPr lvl="1"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2pPr>
            <a:lvl3pPr lvl="2"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3pPr>
            <a:lvl4pPr lvl="3"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4pPr>
            <a:lvl5pPr lvl="4"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5pPr>
            <a:lvl6pPr lvl="5"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6pPr>
            <a:lvl7pPr lvl="6"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7pPr>
            <a:lvl8pPr lvl="7"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8pPr>
            <a:lvl9pPr lvl="8" rtl="0">
              <a:spcBef>
                <a:spcPts val="1600"/>
              </a:spcBef>
              <a:spcAft>
                <a:spcPts val="1600"/>
              </a:spcAft>
              <a:buClr>
                <a:srgbClr val="FF7200"/>
              </a:buClr>
              <a:buSzPts val="900"/>
              <a:buFont typeface="Lato Black"/>
              <a:buNone/>
              <a:defRPr>
                <a:solidFill>
                  <a:srgbClr val="FF7200"/>
                </a:solidFill>
                <a:latin typeface="Lato Black"/>
                <a:ea typeface="Lato Black"/>
                <a:cs typeface="Lato Black"/>
                <a:sym typeface="Lato Black"/>
              </a:defRPr>
            </a:lvl9pPr>
          </a:lstStyle>
          <a:p>
            <a:endParaRPr/>
          </a:p>
        </p:txBody>
      </p:sp>
      <p:sp>
        <p:nvSpPr>
          <p:cNvPr id="1524" name="Google Shape;1524;p75"/>
          <p:cNvSpPr txBox="1">
            <a:spLocks noGrp="1"/>
          </p:cNvSpPr>
          <p:nvPr>
            <p:ph type="subTitle" idx="5"/>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1pPr>
            <a:lvl2pPr lvl="1"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2pPr>
            <a:lvl3pPr lvl="2"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3pPr>
            <a:lvl4pPr lvl="3"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4pPr>
            <a:lvl5pPr lvl="4"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5pPr>
            <a:lvl6pPr lvl="5"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6pPr>
            <a:lvl7pPr lvl="6"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7pPr>
            <a:lvl8pPr lvl="7"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8pPr>
            <a:lvl9pPr lvl="8" rtl="0">
              <a:spcBef>
                <a:spcPts val="1600"/>
              </a:spcBef>
              <a:spcAft>
                <a:spcPts val="1600"/>
              </a:spcAft>
              <a:buClr>
                <a:srgbClr val="FF7200"/>
              </a:buClr>
              <a:buSzPts val="900"/>
              <a:buFont typeface="Lato Black"/>
              <a:buNone/>
              <a:defRPr>
                <a:solidFill>
                  <a:srgbClr val="FF7200"/>
                </a:solidFill>
                <a:latin typeface="Lato Black"/>
                <a:ea typeface="Lato Black"/>
                <a:cs typeface="Lato Black"/>
                <a:sym typeface="Lato Black"/>
              </a:defRPr>
            </a:lvl9pPr>
          </a:lstStyle>
          <a:p>
            <a:endParaRPr/>
          </a:p>
        </p:txBody>
      </p:sp>
      <p:sp>
        <p:nvSpPr>
          <p:cNvPr id="1525" name="Google Shape;1525;p75"/>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75"/>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75"/>
          <p:cNvSpPr txBox="1">
            <a:spLocks noGrp="1"/>
          </p:cNvSpPr>
          <p:nvPr>
            <p:ph type="subTitle" idx="6"/>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grpSp>
        <p:nvGrpSpPr>
          <p:cNvPr id="1528" name="Google Shape;1528;p75"/>
          <p:cNvGrpSpPr/>
          <p:nvPr/>
        </p:nvGrpSpPr>
        <p:grpSpPr>
          <a:xfrm>
            <a:off x="-285147" y="1335440"/>
            <a:ext cx="3040378" cy="2945476"/>
            <a:chOff x="5589266" y="2741750"/>
            <a:chExt cx="2294971" cy="2223336"/>
          </a:xfrm>
        </p:grpSpPr>
        <p:sp>
          <p:nvSpPr>
            <p:cNvPr id="1529" name="Google Shape;1529;p75"/>
            <p:cNvSpPr/>
            <p:nvPr/>
          </p:nvSpPr>
          <p:spPr>
            <a:xfrm flipH="1">
              <a:off x="5792966" y="3399622"/>
              <a:ext cx="450202" cy="1565464"/>
            </a:xfrm>
            <a:custGeom>
              <a:avLst/>
              <a:gdLst/>
              <a:ahLst/>
              <a:cxnLst/>
              <a:rect l="l" t="t" r="r" b="b"/>
              <a:pathLst>
                <a:path w="21176" h="12488" extrusionOk="0">
                  <a:moveTo>
                    <a:pt x="9762" y="1"/>
                  </a:moveTo>
                  <a:lnTo>
                    <a:pt x="9191" y="6"/>
                  </a:lnTo>
                  <a:lnTo>
                    <a:pt x="8651" y="11"/>
                  </a:lnTo>
                  <a:lnTo>
                    <a:pt x="8110" y="21"/>
                  </a:lnTo>
                  <a:lnTo>
                    <a:pt x="7600" y="36"/>
                  </a:lnTo>
                  <a:lnTo>
                    <a:pt x="7089" y="57"/>
                  </a:lnTo>
                  <a:lnTo>
                    <a:pt x="6578" y="82"/>
                  </a:lnTo>
                  <a:lnTo>
                    <a:pt x="6098" y="113"/>
                  </a:lnTo>
                  <a:lnTo>
                    <a:pt x="5617" y="149"/>
                  </a:lnTo>
                  <a:lnTo>
                    <a:pt x="5167" y="184"/>
                  </a:lnTo>
                  <a:lnTo>
                    <a:pt x="4716" y="225"/>
                  </a:lnTo>
                  <a:lnTo>
                    <a:pt x="4266" y="271"/>
                  </a:lnTo>
                  <a:lnTo>
                    <a:pt x="3845" y="322"/>
                  </a:lnTo>
                  <a:lnTo>
                    <a:pt x="3455" y="378"/>
                  </a:lnTo>
                  <a:lnTo>
                    <a:pt x="3034" y="434"/>
                  </a:lnTo>
                  <a:lnTo>
                    <a:pt x="2674" y="495"/>
                  </a:lnTo>
                  <a:lnTo>
                    <a:pt x="2283" y="562"/>
                  </a:lnTo>
                  <a:lnTo>
                    <a:pt x="1983" y="623"/>
                  </a:lnTo>
                  <a:lnTo>
                    <a:pt x="1713" y="699"/>
                  </a:lnTo>
                  <a:lnTo>
                    <a:pt x="1443" y="781"/>
                  </a:lnTo>
                  <a:lnTo>
                    <a:pt x="1172" y="878"/>
                  </a:lnTo>
                  <a:lnTo>
                    <a:pt x="962" y="975"/>
                  </a:lnTo>
                  <a:lnTo>
                    <a:pt x="752" y="1082"/>
                  </a:lnTo>
                  <a:lnTo>
                    <a:pt x="571" y="1194"/>
                  </a:lnTo>
                  <a:lnTo>
                    <a:pt x="391" y="1312"/>
                  </a:lnTo>
                  <a:lnTo>
                    <a:pt x="1082" y="1332"/>
                  </a:lnTo>
                  <a:lnTo>
                    <a:pt x="1773" y="1357"/>
                  </a:lnTo>
                  <a:lnTo>
                    <a:pt x="2464" y="1388"/>
                  </a:lnTo>
                  <a:lnTo>
                    <a:pt x="3185" y="1429"/>
                  </a:lnTo>
                  <a:lnTo>
                    <a:pt x="3905" y="1470"/>
                  </a:lnTo>
                  <a:lnTo>
                    <a:pt x="4626" y="1526"/>
                  </a:lnTo>
                  <a:lnTo>
                    <a:pt x="5377" y="1587"/>
                  </a:lnTo>
                  <a:lnTo>
                    <a:pt x="6128" y="1653"/>
                  </a:lnTo>
                  <a:lnTo>
                    <a:pt x="6699" y="1709"/>
                  </a:lnTo>
                  <a:lnTo>
                    <a:pt x="7209" y="1781"/>
                  </a:lnTo>
                  <a:lnTo>
                    <a:pt x="7690" y="1852"/>
                  </a:lnTo>
                  <a:lnTo>
                    <a:pt x="8140" y="1934"/>
                  </a:lnTo>
                  <a:lnTo>
                    <a:pt x="8531" y="2026"/>
                  </a:lnTo>
                  <a:lnTo>
                    <a:pt x="8891" y="2117"/>
                  </a:lnTo>
                  <a:lnTo>
                    <a:pt x="9191" y="2214"/>
                  </a:lnTo>
                  <a:lnTo>
                    <a:pt x="9462" y="2316"/>
                  </a:lnTo>
                  <a:lnTo>
                    <a:pt x="9702" y="2423"/>
                  </a:lnTo>
                  <a:lnTo>
                    <a:pt x="9882" y="2531"/>
                  </a:lnTo>
                  <a:lnTo>
                    <a:pt x="10032" y="2643"/>
                  </a:lnTo>
                  <a:lnTo>
                    <a:pt x="10153" y="2760"/>
                  </a:lnTo>
                  <a:lnTo>
                    <a:pt x="10213" y="2877"/>
                  </a:lnTo>
                  <a:lnTo>
                    <a:pt x="10243" y="2995"/>
                  </a:lnTo>
                  <a:lnTo>
                    <a:pt x="10213" y="3112"/>
                  </a:lnTo>
                  <a:lnTo>
                    <a:pt x="10183" y="3229"/>
                  </a:lnTo>
                  <a:lnTo>
                    <a:pt x="10183" y="4964"/>
                  </a:lnTo>
                  <a:lnTo>
                    <a:pt x="10213" y="5091"/>
                  </a:lnTo>
                  <a:lnTo>
                    <a:pt x="10213" y="5214"/>
                  </a:lnTo>
                  <a:lnTo>
                    <a:pt x="10183" y="5341"/>
                  </a:lnTo>
                  <a:lnTo>
                    <a:pt x="10123" y="5463"/>
                  </a:lnTo>
                  <a:lnTo>
                    <a:pt x="10002" y="5586"/>
                  </a:lnTo>
                  <a:lnTo>
                    <a:pt x="9882" y="5708"/>
                  </a:lnTo>
                  <a:lnTo>
                    <a:pt x="9702" y="5826"/>
                  </a:lnTo>
                  <a:lnTo>
                    <a:pt x="9492" y="5938"/>
                  </a:lnTo>
                  <a:lnTo>
                    <a:pt x="9252" y="6050"/>
                  </a:lnTo>
                  <a:lnTo>
                    <a:pt x="9011" y="6152"/>
                  </a:lnTo>
                  <a:lnTo>
                    <a:pt x="8741" y="6254"/>
                  </a:lnTo>
                  <a:lnTo>
                    <a:pt x="8441" y="6346"/>
                  </a:lnTo>
                  <a:lnTo>
                    <a:pt x="8140" y="6433"/>
                  </a:lnTo>
                  <a:lnTo>
                    <a:pt x="7810" y="6509"/>
                  </a:lnTo>
                  <a:lnTo>
                    <a:pt x="7479" y="6581"/>
                  </a:lnTo>
                  <a:lnTo>
                    <a:pt x="7119" y="6642"/>
                  </a:lnTo>
                  <a:lnTo>
                    <a:pt x="6759" y="6693"/>
                  </a:lnTo>
                  <a:lnTo>
                    <a:pt x="6398" y="6744"/>
                  </a:lnTo>
                  <a:lnTo>
                    <a:pt x="6008" y="6790"/>
                  </a:lnTo>
                  <a:lnTo>
                    <a:pt x="5617" y="6830"/>
                  </a:lnTo>
                  <a:lnTo>
                    <a:pt x="5227" y="6866"/>
                  </a:lnTo>
                  <a:lnTo>
                    <a:pt x="4836" y="6902"/>
                  </a:lnTo>
                  <a:lnTo>
                    <a:pt x="4416" y="6932"/>
                  </a:lnTo>
                  <a:lnTo>
                    <a:pt x="3995" y="6963"/>
                  </a:lnTo>
                  <a:lnTo>
                    <a:pt x="3575" y="6983"/>
                  </a:lnTo>
                  <a:lnTo>
                    <a:pt x="3154" y="7004"/>
                  </a:lnTo>
                  <a:lnTo>
                    <a:pt x="2734" y="7024"/>
                  </a:lnTo>
                  <a:lnTo>
                    <a:pt x="2283" y="7034"/>
                  </a:lnTo>
                  <a:lnTo>
                    <a:pt x="1833" y="7045"/>
                  </a:lnTo>
                  <a:lnTo>
                    <a:pt x="1412" y="7055"/>
                  </a:lnTo>
                  <a:lnTo>
                    <a:pt x="511" y="7060"/>
                  </a:lnTo>
                  <a:lnTo>
                    <a:pt x="1" y="7060"/>
                  </a:lnTo>
                  <a:lnTo>
                    <a:pt x="1" y="7091"/>
                  </a:lnTo>
                  <a:lnTo>
                    <a:pt x="632" y="7091"/>
                  </a:lnTo>
                  <a:lnTo>
                    <a:pt x="1262" y="7101"/>
                  </a:lnTo>
                  <a:lnTo>
                    <a:pt x="1863" y="7116"/>
                  </a:lnTo>
                  <a:lnTo>
                    <a:pt x="2434" y="7136"/>
                  </a:lnTo>
                  <a:lnTo>
                    <a:pt x="2974" y="7162"/>
                  </a:lnTo>
                  <a:lnTo>
                    <a:pt x="3515" y="7187"/>
                  </a:lnTo>
                  <a:lnTo>
                    <a:pt x="3995" y="7218"/>
                  </a:lnTo>
                  <a:lnTo>
                    <a:pt x="4506" y="7254"/>
                  </a:lnTo>
                  <a:lnTo>
                    <a:pt x="4957" y="7290"/>
                  </a:lnTo>
                  <a:lnTo>
                    <a:pt x="5407" y="7335"/>
                  </a:lnTo>
                  <a:lnTo>
                    <a:pt x="5828" y="7376"/>
                  </a:lnTo>
                  <a:lnTo>
                    <a:pt x="6218" y="7427"/>
                  </a:lnTo>
                  <a:lnTo>
                    <a:pt x="6608" y="7478"/>
                  </a:lnTo>
                  <a:lnTo>
                    <a:pt x="6969" y="7529"/>
                  </a:lnTo>
                  <a:lnTo>
                    <a:pt x="7299" y="7580"/>
                  </a:lnTo>
                  <a:lnTo>
                    <a:pt x="7630" y="7641"/>
                  </a:lnTo>
                  <a:lnTo>
                    <a:pt x="7930" y="7698"/>
                  </a:lnTo>
                  <a:lnTo>
                    <a:pt x="8200" y="7759"/>
                  </a:lnTo>
                  <a:lnTo>
                    <a:pt x="8471" y="7820"/>
                  </a:lnTo>
                  <a:lnTo>
                    <a:pt x="8741" y="7881"/>
                  </a:lnTo>
                  <a:lnTo>
                    <a:pt x="9161" y="8009"/>
                  </a:lnTo>
                  <a:lnTo>
                    <a:pt x="9552" y="8136"/>
                  </a:lnTo>
                  <a:lnTo>
                    <a:pt x="9852" y="8264"/>
                  </a:lnTo>
                  <a:lnTo>
                    <a:pt x="10092" y="8391"/>
                  </a:lnTo>
                  <a:lnTo>
                    <a:pt x="10273" y="8514"/>
                  </a:lnTo>
                  <a:lnTo>
                    <a:pt x="10393" y="8631"/>
                  </a:lnTo>
                  <a:lnTo>
                    <a:pt x="10453" y="8509"/>
                  </a:lnTo>
                  <a:lnTo>
                    <a:pt x="10513" y="8391"/>
                  </a:lnTo>
                  <a:lnTo>
                    <a:pt x="10633" y="8284"/>
                  </a:lnTo>
                  <a:lnTo>
                    <a:pt x="10753" y="8182"/>
                  </a:lnTo>
                  <a:lnTo>
                    <a:pt x="10873" y="8085"/>
                  </a:lnTo>
                  <a:lnTo>
                    <a:pt x="11054" y="7993"/>
                  </a:lnTo>
                  <a:lnTo>
                    <a:pt x="11234" y="7907"/>
                  </a:lnTo>
                  <a:lnTo>
                    <a:pt x="11444" y="7825"/>
                  </a:lnTo>
                  <a:lnTo>
                    <a:pt x="11654" y="7749"/>
                  </a:lnTo>
                  <a:lnTo>
                    <a:pt x="11895" y="7677"/>
                  </a:lnTo>
                  <a:lnTo>
                    <a:pt x="12135" y="7611"/>
                  </a:lnTo>
                  <a:lnTo>
                    <a:pt x="12405" y="7550"/>
                  </a:lnTo>
                  <a:lnTo>
                    <a:pt x="12675" y="7494"/>
                  </a:lnTo>
                  <a:lnTo>
                    <a:pt x="12976" y="7443"/>
                  </a:lnTo>
                  <a:lnTo>
                    <a:pt x="13276" y="7397"/>
                  </a:lnTo>
                  <a:lnTo>
                    <a:pt x="13577" y="7351"/>
                  </a:lnTo>
                  <a:lnTo>
                    <a:pt x="13907" y="7310"/>
                  </a:lnTo>
                  <a:lnTo>
                    <a:pt x="14237" y="7274"/>
                  </a:lnTo>
                  <a:lnTo>
                    <a:pt x="14568" y="7238"/>
                  </a:lnTo>
                  <a:lnTo>
                    <a:pt x="14928" y="7208"/>
                  </a:lnTo>
                  <a:lnTo>
                    <a:pt x="15619" y="7157"/>
                  </a:lnTo>
                  <a:lnTo>
                    <a:pt x="16340" y="7116"/>
                  </a:lnTo>
                  <a:lnTo>
                    <a:pt x="17061" y="7080"/>
                  </a:lnTo>
                  <a:lnTo>
                    <a:pt x="17781" y="7055"/>
                  </a:lnTo>
                  <a:lnTo>
                    <a:pt x="18502" y="7034"/>
                  </a:lnTo>
                  <a:lnTo>
                    <a:pt x="19193" y="7024"/>
                  </a:lnTo>
                  <a:lnTo>
                    <a:pt x="19824" y="7014"/>
                  </a:lnTo>
                  <a:lnTo>
                    <a:pt x="20484" y="7009"/>
                  </a:lnTo>
                  <a:lnTo>
                    <a:pt x="21085" y="7014"/>
                  </a:lnTo>
                  <a:lnTo>
                    <a:pt x="21085" y="1939"/>
                  </a:lnTo>
                  <a:lnTo>
                    <a:pt x="21145" y="1816"/>
                  </a:lnTo>
                  <a:lnTo>
                    <a:pt x="21175" y="1699"/>
                  </a:lnTo>
                  <a:lnTo>
                    <a:pt x="21145" y="1582"/>
                  </a:lnTo>
                  <a:lnTo>
                    <a:pt x="21055" y="1470"/>
                  </a:lnTo>
                  <a:lnTo>
                    <a:pt x="20965" y="1352"/>
                  </a:lnTo>
                  <a:lnTo>
                    <a:pt x="20815" y="1240"/>
                  </a:lnTo>
                  <a:lnTo>
                    <a:pt x="20635" y="1128"/>
                  </a:lnTo>
                  <a:lnTo>
                    <a:pt x="20394" y="1026"/>
                  </a:lnTo>
                  <a:lnTo>
                    <a:pt x="20124" y="924"/>
                  </a:lnTo>
                  <a:lnTo>
                    <a:pt x="19794" y="822"/>
                  </a:lnTo>
                  <a:lnTo>
                    <a:pt x="19463" y="730"/>
                  </a:lnTo>
                  <a:lnTo>
                    <a:pt x="19043" y="643"/>
                  </a:lnTo>
                  <a:lnTo>
                    <a:pt x="18622" y="562"/>
                  </a:lnTo>
                  <a:lnTo>
                    <a:pt x="18112" y="485"/>
                  </a:lnTo>
                  <a:lnTo>
                    <a:pt x="17601" y="419"/>
                  </a:lnTo>
                  <a:lnTo>
                    <a:pt x="17031" y="358"/>
                  </a:lnTo>
                  <a:lnTo>
                    <a:pt x="16069" y="271"/>
                  </a:lnTo>
                  <a:lnTo>
                    <a:pt x="15108" y="200"/>
                  </a:lnTo>
                  <a:lnTo>
                    <a:pt x="14177" y="138"/>
                  </a:lnTo>
                  <a:lnTo>
                    <a:pt x="13246" y="87"/>
                  </a:lnTo>
                  <a:lnTo>
                    <a:pt x="12345" y="52"/>
                  </a:lnTo>
                  <a:lnTo>
                    <a:pt x="11474" y="21"/>
                  </a:lnTo>
                  <a:lnTo>
                    <a:pt x="10603" y="6"/>
                  </a:lnTo>
                  <a:lnTo>
                    <a:pt x="9762" y="1"/>
                  </a:lnTo>
                  <a:close/>
                  <a:moveTo>
                    <a:pt x="10423" y="9008"/>
                  </a:moveTo>
                  <a:lnTo>
                    <a:pt x="10363" y="9126"/>
                  </a:lnTo>
                  <a:lnTo>
                    <a:pt x="10243" y="9248"/>
                  </a:lnTo>
                  <a:lnTo>
                    <a:pt x="10092" y="9376"/>
                  </a:lnTo>
                  <a:lnTo>
                    <a:pt x="9882" y="9508"/>
                  </a:lnTo>
                  <a:lnTo>
                    <a:pt x="9582" y="9641"/>
                  </a:lnTo>
                  <a:lnTo>
                    <a:pt x="9432" y="9707"/>
                  </a:lnTo>
                  <a:lnTo>
                    <a:pt x="9221" y="9768"/>
                  </a:lnTo>
                  <a:lnTo>
                    <a:pt x="9041" y="9835"/>
                  </a:lnTo>
                  <a:lnTo>
                    <a:pt x="8801" y="9896"/>
                  </a:lnTo>
                  <a:lnTo>
                    <a:pt x="8561" y="9962"/>
                  </a:lnTo>
                  <a:lnTo>
                    <a:pt x="8290" y="10023"/>
                  </a:lnTo>
                  <a:lnTo>
                    <a:pt x="7990" y="10080"/>
                  </a:lnTo>
                  <a:lnTo>
                    <a:pt x="7660" y="10141"/>
                  </a:lnTo>
                  <a:lnTo>
                    <a:pt x="7299" y="10192"/>
                  </a:lnTo>
                  <a:lnTo>
                    <a:pt x="6939" y="10248"/>
                  </a:lnTo>
                  <a:lnTo>
                    <a:pt x="6518" y="10299"/>
                  </a:lnTo>
                  <a:lnTo>
                    <a:pt x="6098" y="10345"/>
                  </a:lnTo>
                  <a:lnTo>
                    <a:pt x="5647" y="10391"/>
                  </a:lnTo>
                  <a:lnTo>
                    <a:pt x="5137" y="10432"/>
                  </a:lnTo>
                  <a:lnTo>
                    <a:pt x="4626" y="10472"/>
                  </a:lnTo>
                  <a:lnTo>
                    <a:pt x="4056" y="10508"/>
                  </a:lnTo>
                  <a:lnTo>
                    <a:pt x="3485" y="10539"/>
                  </a:lnTo>
                  <a:lnTo>
                    <a:pt x="2854" y="10564"/>
                  </a:lnTo>
                  <a:lnTo>
                    <a:pt x="2193" y="10590"/>
                  </a:lnTo>
                  <a:lnTo>
                    <a:pt x="1503" y="10610"/>
                  </a:lnTo>
                  <a:lnTo>
                    <a:pt x="782" y="10620"/>
                  </a:lnTo>
                  <a:lnTo>
                    <a:pt x="1" y="10630"/>
                  </a:lnTo>
                  <a:lnTo>
                    <a:pt x="61" y="10819"/>
                  </a:lnTo>
                  <a:lnTo>
                    <a:pt x="121" y="10916"/>
                  </a:lnTo>
                  <a:lnTo>
                    <a:pt x="181" y="11008"/>
                  </a:lnTo>
                  <a:lnTo>
                    <a:pt x="271" y="11100"/>
                  </a:lnTo>
                  <a:lnTo>
                    <a:pt x="391" y="11192"/>
                  </a:lnTo>
                  <a:lnTo>
                    <a:pt x="511" y="11278"/>
                  </a:lnTo>
                  <a:lnTo>
                    <a:pt x="662" y="11365"/>
                  </a:lnTo>
                  <a:lnTo>
                    <a:pt x="842" y="11452"/>
                  </a:lnTo>
                  <a:lnTo>
                    <a:pt x="1022" y="11528"/>
                  </a:lnTo>
                  <a:lnTo>
                    <a:pt x="1262" y="11610"/>
                  </a:lnTo>
                  <a:lnTo>
                    <a:pt x="1503" y="11681"/>
                  </a:lnTo>
                  <a:lnTo>
                    <a:pt x="1773" y="11753"/>
                  </a:lnTo>
                  <a:lnTo>
                    <a:pt x="2073" y="11819"/>
                  </a:lnTo>
                  <a:lnTo>
                    <a:pt x="2374" y="11880"/>
                  </a:lnTo>
                  <a:lnTo>
                    <a:pt x="2734" y="11931"/>
                  </a:lnTo>
                  <a:lnTo>
                    <a:pt x="3185" y="11992"/>
                  </a:lnTo>
                  <a:lnTo>
                    <a:pt x="3635" y="12054"/>
                  </a:lnTo>
                  <a:lnTo>
                    <a:pt x="4116" y="12110"/>
                  </a:lnTo>
                  <a:lnTo>
                    <a:pt x="4626" y="12161"/>
                  </a:lnTo>
                  <a:lnTo>
                    <a:pt x="5137" y="12207"/>
                  </a:lnTo>
                  <a:lnTo>
                    <a:pt x="5647" y="12252"/>
                  </a:lnTo>
                  <a:lnTo>
                    <a:pt x="6188" y="12298"/>
                  </a:lnTo>
                  <a:lnTo>
                    <a:pt x="6759" y="12334"/>
                  </a:lnTo>
                  <a:lnTo>
                    <a:pt x="7329" y="12370"/>
                  </a:lnTo>
                  <a:lnTo>
                    <a:pt x="7900" y="12400"/>
                  </a:lnTo>
                  <a:lnTo>
                    <a:pt x="8471" y="12426"/>
                  </a:lnTo>
                  <a:lnTo>
                    <a:pt x="9041" y="12446"/>
                  </a:lnTo>
                  <a:lnTo>
                    <a:pt x="9642" y="12467"/>
                  </a:lnTo>
                  <a:lnTo>
                    <a:pt x="10243" y="12477"/>
                  </a:lnTo>
                  <a:lnTo>
                    <a:pt x="10843" y="12482"/>
                  </a:lnTo>
                  <a:lnTo>
                    <a:pt x="11414" y="12487"/>
                  </a:lnTo>
                  <a:lnTo>
                    <a:pt x="12315" y="12482"/>
                  </a:lnTo>
                  <a:lnTo>
                    <a:pt x="12766" y="12472"/>
                  </a:lnTo>
                  <a:lnTo>
                    <a:pt x="13186" y="12462"/>
                  </a:lnTo>
                  <a:lnTo>
                    <a:pt x="13637" y="12451"/>
                  </a:lnTo>
                  <a:lnTo>
                    <a:pt x="14057" y="12431"/>
                  </a:lnTo>
                  <a:lnTo>
                    <a:pt x="14478" y="12411"/>
                  </a:lnTo>
                  <a:lnTo>
                    <a:pt x="14928" y="12385"/>
                  </a:lnTo>
                  <a:lnTo>
                    <a:pt x="15319" y="12360"/>
                  </a:lnTo>
                  <a:lnTo>
                    <a:pt x="15739" y="12329"/>
                  </a:lnTo>
                  <a:lnTo>
                    <a:pt x="16129" y="12293"/>
                  </a:lnTo>
                  <a:lnTo>
                    <a:pt x="16550" y="12258"/>
                  </a:lnTo>
                  <a:lnTo>
                    <a:pt x="16910" y="12217"/>
                  </a:lnTo>
                  <a:lnTo>
                    <a:pt x="17301" y="12171"/>
                  </a:lnTo>
                  <a:lnTo>
                    <a:pt x="17661" y="12120"/>
                  </a:lnTo>
                  <a:lnTo>
                    <a:pt x="18022" y="12069"/>
                  </a:lnTo>
                  <a:lnTo>
                    <a:pt x="18352" y="12013"/>
                  </a:lnTo>
                  <a:lnTo>
                    <a:pt x="18652" y="11952"/>
                  </a:lnTo>
                  <a:lnTo>
                    <a:pt x="18953" y="11880"/>
                  </a:lnTo>
                  <a:lnTo>
                    <a:pt x="19223" y="11809"/>
                  </a:lnTo>
                  <a:lnTo>
                    <a:pt x="19523" y="11727"/>
                  </a:lnTo>
                  <a:lnTo>
                    <a:pt x="19764" y="11640"/>
                  </a:lnTo>
                  <a:lnTo>
                    <a:pt x="20004" y="11549"/>
                  </a:lnTo>
                  <a:lnTo>
                    <a:pt x="20244" y="11452"/>
                  </a:lnTo>
                  <a:lnTo>
                    <a:pt x="20424" y="11355"/>
                  </a:lnTo>
                  <a:lnTo>
                    <a:pt x="20635" y="11253"/>
                  </a:lnTo>
                  <a:lnTo>
                    <a:pt x="20785" y="11146"/>
                  </a:lnTo>
                  <a:lnTo>
                    <a:pt x="20905" y="11038"/>
                  </a:lnTo>
                  <a:lnTo>
                    <a:pt x="21025" y="10926"/>
                  </a:lnTo>
                  <a:lnTo>
                    <a:pt x="21085" y="10814"/>
                  </a:lnTo>
                  <a:lnTo>
                    <a:pt x="21145" y="10702"/>
                  </a:lnTo>
                  <a:lnTo>
                    <a:pt x="21145" y="10590"/>
                  </a:lnTo>
                  <a:lnTo>
                    <a:pt x="20184" y="10590"/>
                  </a:lnTo>
                  <a:lnTo>
                    <a:pt x="19553" y="10585"/>
                  </a:lnTo>
                  <a:lnTo>
                    <a:pt x="18863" y="10569"/>
                  </a:lnTo>
                  <a:lnTo>
                    <a:pt x="18142" y="10544"/>
                  </a:lnTo>
                  <a:lnTo>
                    <a:pt x="17361" y="10503"/>
                  </a:lnTo>
                  <a:lnTo>
                    <a:pt x="16610" y="10457"/>
                  </a:lnTo>
                  <a:lnTo>
                    <a:pt x="15829" y="10396"/>
                  </a:lnTo>
                  <a:lnTo>
                    <a:pt x="15439" y="10360"/>
                  </a:lnTo>
                  <a:lnTo>
                    <a:pt x="15078" y="10319"/>
                  </a:lnTo>
                  <a:lnTo>
                    <a:pt x="14688" y="10278"/>
                  </a:lnTo>
                  <a:lnTo>
                    <a:pt x="14327" y="10233"/>
                  </a:lnTo>
                  <a:lnTo>
                    <a:pt x="13967" y="10187"/>
                  </a:lnTo>
                  <a:lnTo>
                    <a:pt x="13607" y="10136"/>
                  </a:lnTo>
                  <a:lnTo>
                    <a:pt x="13276" y="10080"/>
                  </a:lnTo>
                  <a:lnTo>
                    <a:pt x="12946" y="10018"/>
                  </a:lnTo>
                  <a:lnTo>
                    <a:pt x="12615" y="9957"/>
                  </a:lnTo>
                  <a:lnTo>
                    <a:pt x="12315" y="9891"/>
                  </a:lnTo>
                  <a:lnTo>
                    <a:pt x="12045" y="9819"/>
                  </a:lnTo>
                  <a:lnTo>
                    <a:pt x="11774" y="9748"/>
                  </a:lnTo>
                  <a:lnTo>
                    <a:pt x="11534" y="9666"/>
                  </a:lnTo>
                  <a:lnTo>
                    <a:pt x="11294" y="9585"/>
                  </a:lnTo>
                  <a:lnTo>
                    <a:pt x="11084" y="9498"/>
                  </a:lnTo>
                  <a:lnTo>
                    <a:pt x="10903" y="9411"/>
                  </a:lnTo>
                  <a:lnTo>
                    <a:pt x="10753" y="9314"/>
                  </a:lnTo>
                  <a:lnTo>
                    <a:pt x="10603" y="9218"/>
                  </a:lnTo>
                  <a:lnTo>
                    <a:pt x="10513" y="9116"/>
                  </a:lnTo>
                  <a:lnTo>
                    <a:pt x="10423" y="9008"/>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75"/>
            <p:cNvSpPr/>
            <p:nvPr/>
          </p:nvSpPr>
          <p:spPr>
            <a:xfrm flipH="1">
              <a:off x="5793604" y="4528834"/>
              <a:ext cx="449564" cy="436244"/>
            </a:xfrm>
            <a:custGeom>
              <a:avLst/>
              <a:gdLst/>
              <a:ahLst/>
              <a:cxnLst/>
              <a:rect l="l" t="t" r="r" b="b"/>
              <a:pathLst>
                <a:path w="21146" h="3480" fill="none" extrusionOk="0">
                  <a:moveTo>
                    <a:pt x="10423" y="0"/>
                  </a:moveTo>
                  <a:lnTo>
                    <a:pt x="10423" y="0"/>
                  </a:lnTo>
                  <a:lnTo>
                    <a:pt x="10513" y="108"/>
                  </a:lnTo>
                  <a:lnTo>
                    <a:pt x="10603" y="210"/>
                  </a:lnTo>
                  <a:lnTo>
                    <a:pt x="10753" y="306"/>
                  </a:lnTo>
                  <a:lnTo>
                    <a:pt x="10903" y="403"/>
                  </a:lnTo>
                  <a:lnTo>
                    <a:pt x="11084" y="490"/>
                  </a:lnTo>
                  <a:lnTo>
                    <a:pt x="11294" y="577"/>
                  </a:lnTo>
                  <a:lnTo>
                    <a:pt x="11534" y="658"/>
                  </a:lnTo>
                  <a:lnTo>
                    <a:pt x="11774" y="740"/>
                  </a:lnTo>
                  <a:lnTo>
                    <a:pt x="12045" y="811"/>
                  </a:lnTo>
                  <a:lnTo>
                    <a:pt x="12315" y="883"/>
                  </a:lnTo>
                  <a:lnTo>
                    <a:pt x="12615" y="949"/>
                  </a:lnTo>
                  <a:lnTo>
                    <a:pt x="12946" y="1010"/>
                  </a:lnTo>
                  <a:lnTo>
                    <a:pt x="13276" y="1072"/>
                  </a:lnTo>
                  <a:lnTo>
                    <a:pt x="13607" y="1128"/>
                  </a:lnTo>
                  <a:lnTo>
                    <a:pt x="13967" y="1179"/>
                  </a:lnTo>
                  <a:lnTo>
                    <a:pt x="14327" y="1225"/>
                  </a:lnTo>
                  <a:lnTo>
                    <a:pt x="14688" y="1270"/>
                  </a:lnTo>
                  <a:lnTo>
                    <a:pt x="15078" y="1311"/>
                  </a:lnTo>
                  <a:lnTo>
                    <a:pt x="15439" y="1352"/>
                  </a:lnTo>
                  <a:lnTo>
                    <a:pt x="15829" y="1388"/>
                  </a:lnTo>
                  <a:lnTo>
                    <a:pt x="16610" y="1449"/>
                  </a:lnTo>
                  <a:lnTo>
                    <a:pt x="17361" y="1495"/>
                  </a:lnTo>
                  <a:lnTo>
                    <a:pt x="18142" y="1536"/>
                  </a:lnTo>
                  <a:lnTo>
                    <a:pt x="18863" y="1561"/>
                  </a:lnTo>
                  <a:lnTo>
                    <a:pt x="19553" y="1577"/>
                  </a:lnTo>
                  <a:lnTo>
                    <a:pt x="20184" y="1582"/>
                  </a:lnTo>
                  <a:lnTo>
                    <a:pt x="20184" y="1582"/>
                  </a:lnTo>
                  <a:lnTo>
                    <a:pt x="20364" y="1582"/>
                  </a:lnTo>
                  <a:lnTo>
                    <a:pt x="20364" y="1582"/>
                  </a:lnTo>
                  <a:lnTo>
                    <a:pt x="21145" y="1582"/>
                  </a:lnTo>
                  <a:lnTo>
                    <a:pt x="21145" y="1582"/>
                  </a:lnTo>
                  <a:lnTo>
                    <a:pt x="21145" y="1694"/>
                  </a:lnTo>
                  <a:lnTo>
                    <a:pt x="21085" y="1806"/>
                  </a:lnTo>
                  <a:lnTo>
                    <a:pt x="21025" y="1918"/>
                  </a:lnTo>
                  <a:lnTo>
                    <a:pt x="20905" y="2030"/>
                  </a:lnTo>
                  <a:lnTo>
                    <a:pt x="20785" y="2138"/>
                  </a:lnTo>
                  <a:lnTo>
                    <a:pt x="20635" y="2245"/>
                  </a:lnTo>
                  <a:lnTo>
                    <a:pt x="20424" y="2347"/>
                  </a:lnTo>
                  <a:lnTo>
                    <a:pt x="20244" y="2444"/>
                  </a:lnTo>
                  <a:lnTo>
                    <a:pt x="20004" y="2541"/>
                  </a:lnTo>
                  <a:lnTo>
                    <a:pt x="19764" y="2632"/>
                  </a:lnTo>
                  <a:lnTo>
                    <a:pt x="19523" y="2719"/>
                  </a:lnTo>
                  <a:lnTo>
                    <a:pt x="19223" y="2801"/>
                  </a:lnTo>
                  <a:lnTo>
                    <a:pt x="18953" y="2872"/>
                  </a:lnTo>
                  <a:lnTo>
                    <a:pt x="18652" y="2944"/>
                  </a:lnTo>
                  <a:lnTo>
                    <a:pt x="18352" y="3005"/>
                  </a:lnTo>
                  <a:lnTo>
                    <a:pt x="18022" y="3061"/>
                  </a:lnTo>
                  <a:lnTo>
                    <a:pt x="18022" y="3061"/>
                  </a:lnTo>
                  <a:lnTo>
                    <a:pt x="17661" y="3112"/>
                  </a:lnTo>
                  <a:lnTo>
                    <a:pt x="17301" y="3163"/>
                  </a:lnTo>
                  <a:lnTo>
                    <a:pt x="16910" y="3209"/>
                  </a:lnTo>
                  <a:lnTo>
                    <a:pt x="16550" y="3250"/>
                  </a:lnTo>
                  <a:lnTo>
                    <a:pt x="16129" y="3285"/>
                  </a:lnTo>
                  <a:lnTo>
                    <a:pt x="15739" y="3321"/>
                  </a:lnTo>
                  <a:lnTo>
                    <a:pt x="15319" y="3352"/>
                  </a:lnTo>
                  <a:lnTo>
                    <a:pt x="14928" y="3377"/>
                  </a:lnTo>
                  <a:lnTo>
                    <a:pt x="14478" y="3403"/>
                  </a:lnTo>
                  <a:lnTo>
                    <a:pt x="14057" y="3423"/>
                  </a:lnTo>
                  <a:lnTo>
                    <a:pt x="13637" y="3443"/>
                  </a:lnTo>
                  <a:lnTo>
                    <a:pt x="13186" y="3454"/>
                  </a:lnTo>
                  <a:lnTo>
                    <a:pt x="12766" y="3464"/>
                  </a:lnTo>
                  <a:lnTo>
                    <a:pt x="12315" y="3474"/>
                  </a:lnTo>
                  <a:lnTo>
                    <a:pt x="11414" y="3479"/>
                  </a:lnTo>
                  <a:lnTo>
                    <a:pt x="11414" y="3479"/>
                  </a:lnTo>
                  <a:lnTo>
                    <a:pt x="10843" y="3474"/>
                  </a:lnTo>
                  <a:lnTo>
                    <a:pt x="10243" y="3469"/>
                  </a:lnTo>
                  <a:lnTo>
                    <a:pt x="9642" y="3459"/>
                  </a:lnTo>
                  <a:lnTo>
                    <a:pt x="9041" y="3438"/>
                  </a:lnTo>
                  <a:lnTo>
                    <a:pt x="8471" y="3418"/>
                  </a:lnTo>
                  <a:lnTo>
                    <a:pt x="7900" y="3392"/>
                  </a:lnTo>
                  <a:lnTo>
                    <a:pt x="7329" y="3362"/>
                  </a:lnTo>
                  <a:lnTo>
                    <a:pt x="6759" y="3326"/>
                  </a:lnTo>
                  <a:lnTo>
                    <a:pt x="6188" y="3290"/>
                  </a:lnTo>
                  <a:lnTo>
                    <a:pt x="5647" y="3244"/>
                  </a:lnTo>
                  <a:lnTo>
                    <a:pt x="5137" y="3199"/>
                  </a:lnTo>
                  <a:lnTo>
                    <a:pt x="4626" y="3153"/>
                  </a:lnTo>
                  <a:lnTo>
                    <a:pt x="4116" y="3102"/>
                  </a:lnTo>
                  <a:lnTo>
                    <a:pt x="3635" y="3046"/>
                  </a:lnTo>
                  <a:lnTo>
                    <a:pt x="3185" y="2984"/>
                  </a:lnTo>
                  <a:lnTo>
                    <a:pt x="2734" y="2923"/>
                  </a:lnTo>
                  <a:lnTo>
                    <a:pt x="2734" y="2923"/>
                  </a:lnTo>
                  <a:lnTo>
                    <a:pt x="2374" y="2872"/>
                  </a:lnTo>
                  <a:lnTo>
                    <a:pt x="2073" y="2811"/>
                  </a:lnTo>
                  <a:lnTo>
                    <a:pt x="1773" y="2745"/>
                  </a:lnTo>
                  <a:lnTo>
                    <a:pt x="1503" y="2673"/>
                  </a:lnTo>
                  <a:lnTo>
                    <a:pt x="1262" y="2602"/>
                  </a:lnTo>
                  <a:lnTo>
                    <a:pt x="1022" y="2520"/>
                  </a:lnTo>
                  <a:lnTo>
                    <a:pt x="842" y="2444"/>
                  </a:lnTo>
                  <a:lnTo>
                    <a:pt x="662" y="2357"/>
                  </a:lnTo>
                  <a:lnTo>
                    <a:pt x="511" y="2270"/>
                  </a:lnTo>
                  <a:lnTo>
                    <a:pt x="391" y="2184"/>
                  </a:lnTo>
                  <a:lnTo>
                    <a:pt x="271" y="2092"/>
                  </a:lnTo>
                  <a:lnTo>
                    <a:pt x="181" y="2000"/>
                  </a:lnTo>
                  <a:lnTo>
                    <a:pt x="121" y="1908"/>
                  </a:lnTo>
                  <a:lnTo>
                    <a:pt x="61" y="1811"/>
                  </a:lnTo>
                  <a:lnTo>
                    <a:pt x="1" y="1622"/>
                  </a:lnTo>
                  <a:lnTo>
                    <a:pt x="1" y="1622"/>
                  </a:lnTo>
                  <a:lnTo>
                    <a:pt x="782" y="1612"/>
                  </a:lnTo>
                  <a:lnTo>
                    <a:pt x="1503" y="1602"/>
                  </a:lnTo>
                  <a:lnTo>
                    <a:pt x="2193" y="1582"/>
                  </a:lnTo>
                  <a:lnTo>
                    <a:pt x="2854" y="1556"/>
                  </a:lnTo>
                  <a:lnTo>
                    <a:pt x="3485" y="1531"/>
                  </a:lnTo>
                  <a:lnTo>
                    <a:pt x="4056" y="1500"/>
                  </a:lnTo>
                  <a:lnTo>
                    <a:pt x="4626" y="1464"/>
                  </a:lnTo>
                  <a:lnTo>
                    <a:pt x="5137" y="1424"/>
                  </a:lnTo>
                  <a:lnTo>
                    <a:pt x="5647" y="1383"/>
                  </a:lnTo>
                  <a:lnTo>
                    <a:pt x="6098" y="1337"/>
                  </a:lnTo>
                  <a:lnTo>
                    <a:pt x="6518" y="1291"/>
                  </a:lnTo>
                  <a:lnTo>
                    <a:pt x="6939" y="1240"/>
                  </a:lnTo>
                  <a:lnTo>
                    <a:pt x="7299" y="1184"/>
                  </a:lnTo>
                  <a:lnTo>
                    <a:pt x="7660" y="1133"/>
                  </a:lnTo>
                  <a:lnTo>
                    <a:pt x="7990" y="1072"/>
                  </a:lnTo>
                  <a:lnTo>
                    <a:pt x="8290" y="1015"/>
                  </a:lnTo>
                  <a:lnTo>
                    <a:pt x="8561" y="954"/>
                  </a:lnTo>
                  <a:lnTo>
                    <a:pt x="8801" y="888"/>
                  </a:lnTo>
                  <a:lnTo>
                    <a:pt x="9041" y="827"/>
                  </a:lnTo>
                  <a:lnTo>
                    <a:pt x="9221" y="760"/>
                  </a:lnTo>
                  <a:lnTo>
                    <a:pt x="9432" y="699"/>
                  </a:lnTo>
                  <a:lnTo>
                    <a:pt x="9582" y="633"/>
                  </a:lnTo>
                  <a:lnTo>
                    <a:pt x="9882" y="500"/>
                  </a:lnTo>
                  <a:lnTo>
                    <a:pt x="10092" y="368"/>
                  </a:lnTo>
                  <a:lnTo>
                    <a:pt x="10243" y="240"/>
                  </a:lnTo>
                  <a:lnTo>
                    <a:pt x="10363" y="118"/>
                  </a:lnTo>
                  <a:lnTo>
                    <a:pt x="1042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75"/>
            <p:cNvSpPr/>
            <p:nvPr/>
          </p:nvSpPr>
          <p:spPr>
            <a:xfrm flipH="1">
              <a:off x="5792966" y="3399622"/>
              <a:ext cx="450202" cy="1081961"/>
            </a:xfrm>
            <a:custGeom>
              <a:avLst/>
              <a:gdLst/>
              <a:ahLst/>
              <a:cxnLst/>
              <a:rect l="l" t="t" r="r" b="b"/>
              <a:pathLst>
                <a:path w="21176" h="8631" fill="none" extrusionOk="0">
                  <a:moveTo>
                    <a:pt x="9762" y="1"/>
                  </a:moveTo>
                  <a:lnTo>
                    <a:pt x="9762" y="1"/>
                  </a:lnTo>
                  <a:lnTo>
                    <a:pt x="10603" y="6"/>
                  </a:lnTo>
                  <a:lnTo>
                    <a:pt x="11474" y="21"/>
                  </a:lnTo>
                  <a:lnTo>
                    <a:pt x="12345" y="52"/>
                  </a:lnTo>
                  <a:lnTo>
                    <a:pt x="13246" y="87"/>
                  </a:lnTo>
                  <a:lnTo>
                    <a:pt x="14177" y="138"/>
                  </a:lnTo>
                  <a:lnTo>
                    <a:pt x="15108" y="200"/>
                  </a:lnTo>
                  <a:lnTo>
                    <a:pt x="16069" y="271"/>
                  </a:lnTo>
                  <a:lnTo>
                    <a:pt x="17031" y="358"/>
                  </a:lnTo>
                  <a:lnTo>
                    <a:pt x="17031" y="358"/>
                  </a:lnTo>
                  <a:lnTo>
                    <a:pt x="17601" y="419"/>
                  </a:lnTo>
                  <a:lnTo>
                    <a:pt x="18112" y="485"/>
                  </a:lnTo>
                  <a:lnTo>
                    <a:pt x="18622" y="562"/>
                  </a:lnTo>
                  <a:lnTo>
                    <a:pt x="19043" y="643"/>
                  </a:lnTo>
                  <a:lnTo>
                    <a:pt x="19463" y="730"/>
                  </a:lnTo>
                  <a:lnTo>
                    <a:pt x="19794" y="822"/>
                  </a:lnTo>
                  <a:lnTo>
                    <a:pt x="20124" y="924"/>
                  </a:lnTo>
                  <a:lnTo>
                    <a:pt x="20394" y="1026"/>
                  </a:lnTo>
                  <a:lnTo>
                    <a:pt x="20635" y="1128"/>
                  </a:lnTo>
                  <a:lnTo>
                    <a:pt x="20815" y="1240"/>
                  </a:lnTo>
                  <a:lnTo>
                    <a:pt x="20965" y="1352"/>
                  </a:lnTo>
                  <a:lnTo>
                    <a:pt x="21055" y="1470"/>
                  </a:lnTo>
                  <a:lnTo>
                    <a:pt x="21145" y="1582"/>
                  </a:lnTo>
                  <a:lnTo>
                    <a:pt x="21175" y="1699"/>
                  </a:lnTo>
                  <a:lnTo>
                    <a:pt x="21145" y="1816"/>
                  </a:lnTo>
                  <a:lnTo>
                    <a:pt x="21085" y="1939"/>
                  </a:lnTo>
                  <a:lnTo>
                    <a:pt x="21085" y="7014"/>
                  </a:lnTo>
                  <a:lnTo>
                    <a:pt x="21085" y="7014"/>
                  </a:lnTo>
                  <a:lnTo>
                    <a:pt x="20484" y="7009"/>
                  </a:lnTo>
                  <a:lnTo>
                    <a:pt x="20484" y="7009"/>
                  </a:lnTo>
                  <a:lnTo>
                    <a:pt x="19824" y="7014"/>
                  </a:lnTo>
                  <a:lnTo>
                    <a:pt x="19193" y="7024"/>
                  </a:lnTo>
                  <a:lnTo>
                    <a:pt x="19193" y="7024"/>
                  </a:lnTo>
                  <a:lnTo>
                    <a:pt x="18502" y="7034"/>
                  </a:lnTo>
                  <a:lnTo>
                    <a:pt x="17781" y="7055"/>
                  </a:lnTo>
                  <a:lnTo>
                    <a:pt x="17061" y="7080"/>
                  </a:lnTo>
                  <a:lnTo>
                    <a:pt x="16340" y="7116"/>
                  </a:lnTo>
                  <a:lnTo>
                    <a:pt x="15619" y="7157"/>
                  </a:lnTo>
                  <a:lnTo>
                    <a:pt x="14928" y="7208"/>
                  </a:lnTo>
                  <a:lnTo>
                    <a:pt x="14568" y="7238"/>
                  </a:lnTo>
                  <a:lnTo>
                    <a:pt x="14237" y="7274"/>
                  </a:lnTo>
                  <a:lnTo>
                    <a:pt x="13907" y="7310"/>
                  </a:lnTo>
                  <a:lnTo>
                    <a:pt x="13577" y="7351"/>
                  </a:lnTo>
                  <a:lnTo>
                    <a:pt x="13276" y="7397"/>
                  </a:lnTo>
                  <a:lnTo>
                    <a:pt x="12976" y="7443"/>
                  </a:lnTo>
                  <a:lnTo>
                    <a:pt x="12675" y="7494"/>
                  </a:lnTo>
                  <a:lnTo>
                    <a:pt x="12405" y="7550"/>
                  </a:lnTo>
                  <a:lnTo>
                    <a:pt x="12135" y="7611"/>
                  </a:lnTo>
                  <a:lnTo>
                    <a:pt x="11895" y="7677"/>
                  </a:lnTo>
                  <a:lnTo>
                    <a:pt x="11654" y="7749"/>
                  </a:lnTo>
                  <a:lnTo>
                    <a:pt x="11444" y="7825"/>
                  </a:lnTo>
                  <a:lnTo>
                    <a:pt x="11234" y="7907"/>
                  </a:lnTo>
                  <a:lnTo>
                    <a:pt x="11054" y="7993"/>
                  </a:lnTo>
                  <a:lnTo>
                    <a:pt x="10873" y="8085"/>
                  </a:lnTo>
                  <a:lnTo>
                    <a:pt x="10753" y="8182"/>
                  </a:lnTo>
                  <a:lnTo>
                    <a:pt x="10633" y="8284"/>
                  </a:lnTo>
                  <a:lnTo>
                    <a:pt x="10513" y="8391"/>
                  </a:lnTo>
                  <a:lnTo>
                    <a:pt x="10453" y="8509"/>
                  </a:lnTo>
                  <a:lnTo>
                    <a:pt x="10393" y="8631"/>
                  </a:lnTo>
                  <a:lnTo>
                    <a:pt x="10393" y="8631"/>
                  </a:lnTo>
                  <a:lnTo>
                    <a:pt x="10273" y="8514"/>
                  </a:lnTo>
                  <a:lnTo>
                    <a:pt x="10092" y="8391"/>
                  </a:lnTo>
                  <a:lnTo>
                    <a:pt x="9852" y="8264"/>
                  </a:lnTo>
                  <a:lnTo>
                    <a:pt x="9552" y="8136"/>
                  </a:lnTo>
                  <a:lnTo>
                    <a:pt x="9161" y="8009"/>
                  </a:lnTo>
                  <a:lnTo>
                    <a:pt x="8741" y="7881"/>
                  </a:lnTo>
                  <a:lnTo>
                    <a:pt x="8471" y="7820"/>
                  </a:lnTo>
                  <a:lnTo>
                    <a:pt x="8200" y="7759"/>
                  </a:lnTo>
                  <a:lnTo>
                    <a:pt x="7930" y="7698"/>
                  </a:lnTo>
                  <a:lnTo>
                    <a:pt x="7630" y="7641"/>
                  </a:lnTo>
                  <a:lnTo>
                    <a:pt x="7299" y="7580"/>
                  </a:lnTo>
                  <a:lnTo>
                    <a:pt x="6969" y="7529"/>
                  </a:lnTo>
                  <a:lnTo>
                    <a:pt x="6608" y="7478"/>
                  </a:lnTo>
                  <a:lnTo>
                    <a:pt x="6218" y="7427"/>
                  </a:lnTo>
                  <a:lnTo>
                    <a:pt x="5828" y="7376"/>
                  </a:lnTo>
                  <a:lnTo>
                    <a:pt x="5407" y="7335"/>
                  </a:lnTo>
                  <a:lnTo>
                    <a:pt x="4957" y="7290"/>
                  </a:lnTo>
                  <a:lnTo>
                    <a:pt x="4506" y="7254"/>
                  </a:lnTo>
                  <a:lnTo>
                    <a:pt x="3995" y="7218"/>
                  </a:lnTo>
                  <a:lnTo>
                    <a:pt x="3515" y="7187"/>
                  </a:lnTo>
                  <a:lnTo>
                    <a:pt x="2974" y="7162"/>
                  </a:lnTo>
                  <a:lnTo>
                    <a:pt x="2434" y="7136"/>
                  </a:lnTo>
                  <a:lnTo>
                    <a:pt x="1863" y="7116"/>
                  </a:lnTo>
                  <a:lnTo>
                    <a:pt x="1262" y="7101"/>
                  </a:lnTo>
                  <a:lnTo>
                    <a:pt x="632" y="7091"/>
                  </a:lnTo>
                  <a:lnTo>
                    <a:pt x="1" y="7091"/>
                  </a:lnTo>
                  <a:lnTo>
                    <a:pt x="1" y="7060"/>
                  </a:lnTo>
                  <a:lnTo>
                    <a:pt x="1" y="7060"/>
                  </a:lnTo>
                  <a:lnTo>
                    <a:pt x="511" y="7060"/>
                  </a:lnTo>
                  <a:lnTo>
                    <a:pt x="511" y="7060"/>
                  </a:lnTo>
                  <a:lnTo>
                    <a:pt x="1412" y="7055"/>
                  </a:lnTo>
                  <a:lnTo>
                    <a:pt x="1833" y="7045"/>
                  </a:lnTo>
                  <a:lnTo>
                    <a:pt x="2283" y="7034"/>
                  </a:lnTo>
                  <a:lnTo>
                    <a:pt x="2734" y="7024"/>
                  </a:lnTo>
                  <a:lnTo>
                    <a:pt x="3154" y="7004"/>
                  </a:lnTo>
                  <a:lnTo>
                    <a:pt x="3575" y="6983"/>
                  </a:lnTo>
                  <a:lnTo>
                    <a:pt x="3995" y="6963"/>
                  </a:lnTo>
                  <a:lnTo>
                    <a:pt x="4416" y="6932"/>
                  </a:lnTo>
                  <a:lnTo>
                    <a:pt x="4836" y="6902"/>
                  </a:lnTo>
                  <a:lnTo>
                    <a:pt x="5227" y="6866"/>
                  </a:lnTo>
                  <a:lnTo>
                    <a:pt x="5617" y="6830"/>
                  </a:lnTo>
                  <a:lnTo>
                    <a:pt x="6008" y="6790"/>
                  </a:lnTo>
                  <a:lnTo>
                    <a:pt x="6398" y="6744"/>
                  </a:lnTo>
                  <a:lnTo>
                    <a:pt x="6759" y="6693"/>
                  </a:lnTo>
                  <a:lnTo>
                    <a:pt x="7119" y="6642"/>
                  </a:lnTo>
                  <a:lnTo>
                    <a:pt x="7119" y="6642"/>
                  </a:lnTo>
                  <a:lnTo>
                    <a:pt x="7479" y="6581"/>
                  </a:lnTo>
                  <a:lnTo>
                    <a:pt x="7810" y="6509"/>
                  </a:lnTo>
                  <a:lnTo>
                    <a:pt x="8140" y="6433"/>
                  </a:lnTo>
                  <a:lnTo>
                    <a:pt x="8441" y="6346"/>
                  </a:lnTo>
                  <a:lnTo>
                    <a:pt x="8741" y="6254"/>
                  </a:lnTo>
                  <a:lnTo>
                    <a:pt x="9011" y="6152"/>
                  </a:lnTo>
                  <a:lnTo>
                    <a:pt x="9252" y="6050"/>
                  </a:lnTo>
                  <a:lnTo>
                    <a:pt x="9492" y="5938"/>
                  </a:lnTo>
                  <a:lnTo>
                    <a:pt x="9702" y="5826"/>
                  </a:lnTo>
                  <a:lnTo>
                    <a:pt x="9882" y="5708"/>
                  </a:lnTo>
                  <a:lnTo>
                    <a:pt x="10002" y="5586"/>
                  </a:lnTo>
                  <a:lnTo>
                    <a:pt x="10123" y="5463"/>
                  </a:lnTo>
                  <a:lnTo>
                    <a:pt x="10183" y="5341"/>
                  </a:lnTo>
                  <a:lnTo>
                    <a:pt x="10213" y="5214"/>
                  </a:lnTo>
                  <a:lnTo>
                    <a:pt x="10213" y="5091"/>
                  </a:lnTo>
                  <a:lnTo>
                    <a:pt x="10183" y="4964"/>
                  </a:lnTo>
                  <a:lnTo>
                    <a:pt x="10183" y="3229"/>
                  </a:lnTo>
                  <a:lnTo>
                    <a:pt x="10183" y="3229"/>
                  </a:lnTo>
                  <a:lnTo>
                    <a:pt x="10213" y="3112"/>
                  </a:lnTo>
                  <a:lnTo>
                    <a:pt x="10243" y="2995"/>
                  </a:lnTo>
                  <a:lnTo>
                    <a:pt x="10213" y="2877"/>
                  </a:lnTo>
                  <a:lnTo>
                    <a:pt x="10153" y="2760"/>
                  </a:lnTo>
                  <a:lnTo>
                    <a:pt x="10032" y="2643"/>
                  </a:lnTo>
                  <a:lnTo>
                    <a:pt x="9882" y="2531"/>
                  </a:lnTo>
                  <a:lnTo>
                    <a:pt x="9702" y="2423"/>
                  </a:lnTo>
                  <a:lnTo>
                    <a:pt x="9462" y="2316"/>
                  </a:lnTo>
                  <a:lnTo>
                    <a:pt x="9191" y="2214"/>
                  </a:lnTo>
                  <a:lnTo>
                    <a:pt x="8891" y="2117"/>
                  </a:lnTo>
                  <a:lnTo>
                    <a:pt x="8531" y="2026"/>
                  </a:lnTo>
                  <a:lnTo>
                    <a:pt x="8140" y="1934"/>
                  </a:lnTo>
                  <a:lnTo>
                    <a:pt x="7690" y="1852"/>
                  </a:lnTo>
                  <a:lnTo>
                    <a:pt x="7209" y="1781"/>
                  </a:lnTo>
                  <a:lnTo>
                    <a:pt x="6699" y="1709"/>
                  </a:lnTo>
                  <a:lnTo>
                    <a:pt x="6128" y="1653"/>
                  </a:lnTo>
                  <a:lnTo>
                    <a:pt x="6128" y="1653"/>
                  </a:lnTo>
                  <a:lnTo>
                    <a:pt x="5377" y="1587"/>
                  </a:lnTo>
                  <a:lnTo>
                    <a:pt x="4626" y="1526"/>
                  </a:lnTo>
                  <a:lnTo>
                    <a:pt x="3905" y="1470"/>
                  </a:lnTo>
                  <a:lnTo>
                    <a:pt x="3185" y="1429"/>
                  </a:lnTo>
                  <a:lnTo>
                    <a:pt x="2464" y="1388"/>
                  </a:lnTo>
                  <a:lnTo>
                    <a:pt x="1773" y="1357"/>
                  </a:lnTo>
                  <a:lnTo>
                    <a:pt x="1082" y="1332"/>
                  </a:lnTo>
                  <a:lnTo>
                    <a:pt x="391" y="1312"/>
                  </a:lnTo>
                  <a:lnTo>
                    <a:pt x="391" y="1312"/>
                  </a:lnTo>
                  <a:lnTo>
                    <a:pt x="571" y="1194"/>
                  </a:lnTo>
                  <a:lnTo>
                    <a:pt x="752" y="1082"/>
                  </a:lnTo>
                  <a:lnTo>
                    <a:pt x="962" y="975"/>
                  </a:lnTo>
                  <a:lnTo>
                    <a:pt x="1172" y="878"/>
                  </a:lnTo>
                  <a:lnTo>
                    <a:pt x="1443" y="781"/>
                  </a:lnTo>
                  <a:lnTo>
                    <a:pt x="1713" y="699"/>
                  </a:lnTo>
                  <a:lnTo>
                    <a:pt x="1983" y="623"/>
                  </a:lnTo>
                  <a:lnTo>
                    <a:pt x="2283" y="562"/>
                  </a:lnTo>
                  <a:lnTo>
                    <a:pt x="2283" y="562"/>
                  </a:lnTo>
                  <a:lnTo>
                    <a:pt x="2674" y="495"/>
                  </a:lnTo>
                  <a:lnTo>
                    <a:pt x="3034" y="434"/>
                  </a:lnTo>
                  <a:lnTo>
                    <a:pt x="3455" y="378"/>
                  </a:lnTo>
                  <a:lnTo>
                    <a:pt x="3845" y="322"/>
                  </a:lnTo>
                  <a:lnTo>
                    <a:pt x="4266" y="271"/>
                  </a:lnTo>
                  <a:lnTo>
                    <a:pt x="4716" y="225"/>
                  </a:lnTo>
                  <a:lnTo>
                    <a:pt x="5167" y="184"/>
                  </a:lnTo>
                  <a:lnTo>
                    <a:pt x="5617" y="149"/>
                  </a:lnTo>
                  <a:lnTo>
                    <a:pt x="6098" y="113"/>
                  </a:lnTo>
                  <a:lnTo>
                    <a:pt x="6578" y="82"/>
                  </a:lnTo>
                  <a:lnTo>
                    <a:pt x="7089" y="57"/>
                  </a:lnTo>
                  <a:lnTo>
                    <a:pt x="7600" y="36"/>
                  </a:lnTo>
                  <a:lnTo>
                    <a:pt x="8110" y="21"/>
                  </a:lnTo>
                  <a:lnTo>
                    <a:pt x="8651" y="11"/>
                  </a:lnTo>
                  <a:lnTo>
                    <a:pt x="9191" y="6"/>
                  </a:lnTo>
                  <a:lnTo>
                    <a:pt x="976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75"/>
            <p:cNvSpPr/>
            <p:nvPr/>
          </p:nvSpPr>
          <p:spPr>
            <a:xfrm flipH="1">
              <a:off x="6241879" y="3181626"/>
              <a:ext cx="450181" cy="1106907"/>
            </a:xfrm>
            <a:custGeom>
              <a:avLst/>
              <a:gdLst/>
              <a:ahLst/>
              <a:cxnLst/>
              <a:rect l="l" t="t" r="r" b="b"/>
              <a:pathLst>
                <a:path w="21175" h="8830" extrusionOk="0">
                  <a:moveTo>
                    <a:pt x="15709" y="0"/>
                  </a:moveTo>
                  <a:lnTo>
                    <a:pt x="15048" y="41"/>
                  </a:lnTo>
                  <a:lnTo>
                    <a:pt x="14357" y="82"/>
                  </a:lnTo>
                  <a:lnTo>
                    <a:pt x="13696" y="113"/>
                  </a:lnTo>
                  <a:lnTo>
                    <a:pt x="13036" y="133"/>
                  </a:lnTo>
                  <a:lnTo>
                    <a:pt x="12375" y="153"/>
                  </a:lnTo>
                  <a:lnTo>
                    <a:pt x="11714" y="164"/>
                  </a:lnTo>
                  <a:lnTo>
                    <a:pt x="11113" y="174"/>
                  </a:lnTo>
                  <a:lnTo>
                    <a:pt x="10182" y="174"/>
                  </a:lnTo>
                  <a:lnTo>
                    <a:pt x="10182" y="230"/>
                  </a:lnTo>
                  <a:lnTo>
                    <a:pt x="10182" y="4877"/>
                  </a:lnTo>
                  <a:lnTo>
                    <a:pt x="10182" y="4912"/>
                  </a:lnTo>
                  <a:lnTo>
                    <a:pt x="10212" y="4805"/>
                  </a:lnTo>
                  <a:lnTo>
                    <a:pt x="10272" y="4698"/>
                  </a:lnTo>
                  <a:lnTo>
                    <a:pt x="10332" y="4591"/>
                  </a:lnTo>
                  <a:lnTo>
                    <a:pt x="10422" y="4489"/>
                  </a:lnTo>
                  <a:lnTo>
                    <a:pt x="10543" y="4387"/>
                  </a:lnTo>
                  <a:lnTo>
                    <a:pt x="10663" y="4285"/>
                  </a:lnTo>
                  <a:lnTo>
                    <a:pt x="10813" y="4188"/>
                  </a:lnTo>
                  <a:lnTo>
                    <a:pt x="10963" y="4096"/>
                  </a:lnTo>
                  <a:lnTo>
                    <a:pt x="11143" y="4009"/>
                  </a:lnTo>
                  <a:lnTo>
                    <a:pt x="11324" y="3923"/>
                  </a:lnTo>
                  <a:lnTo>
                    <a:pt x="11534" y="3846"/>
                  </a:lnTo>
                  <a:lnTo>
                    <a:pt x="11744" y="3775"/>
                  </a:lnTo>
                  <a:lnTo>
                    <a:pt x="11984" y="3703"/>
                  </a:lnTo>
                  <a:lnTo>
                    <a:pt x="12225" y="3647"/>
                  </a:lnTo>
                  <a:lnTo>
                    <a:pt x="12495" y="3591"/>
                  </a:lnTo>
                  <a:lnTo>
                    <a:pt x="12855" y="3530"/>
                  </a:lnTo>
                  <a:lnTo>
                    <a:pt x="13246" y="3469"/>
                  </a:lnTo>
                  <a:lnTo>
                    <a:pt x="13636" y="3408"/>
                  </a:lnTo>
                  <a:lnTo>
                    <a:pt x="14057" y="3357"/>
                  </a:lnTo>
                  <a:lnTo>
                    <a:pt x="14477" y="3306"/>
                  </a:lnTo>
                  <a:lnTo>
                    <a:pt x="14898" y="3260"/>
                  </a:lnTo>
                  <a:lnTo>
                    <a:pt x="15348" y="3219"/>
                  </a:lnTo>
                  <a:lnTo>
                    <a:pt x="15829" y="3178"/>
                  </a:lnTo>
                  <a:lnTo>
                    <a:pt x="16309" y="3147"/>
                  </a:lnTo>
                  <a:lnTo>
                    <a:pt x="16790" y="3117"/>
                  </a:lnTo>
                  <a:lnTo>
                    <a:pt x="17300" y="3091"/>
                  </a:lnTo>
                  <a:lnTo>
                    <a:pt x="17811" y="3071"/>
                  </a:lnTo>
                  <a:lnTo>
                    <a:pt x="18322" y="3056"/>
                  </a:lnTo>
                  <a:lnTo>
                    <a:pt x="18862" y="3040"/>
                  </a:lnTo>
                  <a:lnTo>
                    <a:pt x="19403" y="3035"/>
                  </a:lnTo>
                  <a:lnTo>
                    <a:pt x="20514" y="3035"/>
                  </a:lnTo>
                  <a:lnTo>
                    <a:pt x="21115" y="3045"/>
                  </a:lnTo>
                  <a:lnTo>
                    <a:pt x="21115" y="1694"/>
                  </a:lnTo>
                  <a:lnTo>
                    <a:pt x="21175" y="1576"/>
                  </a:lnTo>
                  <a:lnTo>
                    <a:pt x="21175" y="1454"/>
                  </a:lnTo>
                  <a:lnTo>
                    <a:pt x="21145" y="1337"/>
                  </a:lnTo>
                  <a:lnTo>
                    <a:pt x="21085" y="1224"/>
                  </a:lnTo>
                  <a:lnTo>
                    <a:pt x="20965" y="1107"/>
                  </a:lnTo>
                  <a:lnTo>
                    <a:pt x="20814" y="995"/>
                  </a:lnTo>
                  <a:lnTo>
                    <a:pt x="20634" y="888"/>
                  </a:lnTo>
                  <a:lnTo>
                    <a:pt x="20394" y="781"/>
                  </a:lnTo>
                  <a:lnTo>
                    <a:pt x="20124" y="679"/>
                  </a:lnTo>
                  <a:lnTo>
                    <a:pt x="19823" y="577"/>
                  </a:lnTo>
                  <a:lnTo>
                    <a:pt x="19463" y="485"/>
                  </a:lnTo>
                  <a:lnTo>
                    <a:pt x="19072" y="398"/>
                  </a:lnTo>
                  <a:lnTo>
                    <a:pt x="18622" y="317"/>
                  </a:lnTo>
                  <a:lnTo>
                    <a:pt x="18141" y="240"/>
                  </a:lnTo>
                  <a:lnTo>
                    <a:pt x="17601" y="174"/>
                  </a:lnTo>
                  <a:lnTo>
                    <a:pt x="17030" y="113"/>
                  </a:lnTo>
                  <a:lnTo>
                    <a:pt x="16369" y="51"/>
                  </a:lnTo>
                  <a:lnTo>
                    <a:pt x="15709" y="0"/>
                  </a:lnTo>
                  <a:close/>
                  <a:moveTo>
                    <a:pt x="10182" y="4984"/>
                  </a:moveTo>
                  <a:lnTo>
                    <a:pt x="10152" y="5086"/>
                  </a:lnTo>
                  <a:lnTo>
                    <a:pt x="10092" y="5188"/>
                  </a:lnTo>
                  <a:lnTo>
                    <a:pt x="10032" y="5290"/>
                  </a:lnTo>
                  <a:lnTo>
                    <a:pt x="9942" y="5387"/>
                  </a:lnTo>
                  <a:lnTo>
                    <a:pt x="9852" y="5484"/>
                  </a:lnTo>
                  <a:lnTo>
                    <a:pt x="9732" y="5580"/>
                  </a:lnTo>
                  <a:lnTo>
                    <a:pt x="9582" y="5672"/>
                  </a:lnTo>
                  <a:lnTo>
                    <a:pt x="9431" y="5759"/>
                  </a:lnTo>
                  <a:lnTo>
                    <a:pt x="9251" y="5846"/>
                  </a:lnTo>
                  <a:lnTo>
                    <a:pt x="9071" y="5927"/>
                  </a:lnTo>
                  <a:lnTo>
                    <a:pt x="8861" y="5999"/>
                  </a:lnTo>
                  <a:lnTo>
                    <a:pt x="8650" y="6070"/>
                  </a:lnTo>
                  <a:lnTo>
                    <a:pt x="8410" y="6131"/>
                  </a:lnTo>
                  <a:lnTo>
                    <a:pt x="8170" y="6193"/>
                  </a:lnTo>
                  <a:lnTo>
                    <a:pt x="7900" y="6238"/>
                  </a:lnTo>
                  <a:lnTo>
                    <a:pt x="7509" y="6305"/>
                  </a:lnTo>
                  <a:lnTo>
                    <a:pt x="7119" y="6361"/>
                  </a:lnTo>
                  <a:lnTo>
                    <a:pt x="6698" y="6417"/>
                  </a:lnTo>
                  <a:lnTo>
                    <a:pt x="6278" y="6468"/>
                  </a:lnTo>
                  <a:lnTo>
                    <a:pt x="5857" y="6514"/>
                  </a:lnTo>
                  <a:lnTo>
                    <a:pt x="5407" y="6560"/>
                  </a:lnTo>
                  <a:lnTo>
                    <a:pt x="4926" y="6601"/>
                  </a:lnTo>
                  <a:lnTo>
                    <a:pt x="4446" y="6636"/>
                  </a:lnTo>
                  <a:lnTo>
                    <a:pt x="3965" y="6667"/>
                  </a:lnTo>
                  <a:lnTo>
                    <a:pt x="3484" y="6698"/>
                  </a:lnTo>
                  <a:lnTo>
                    <a:pt x="2974" y="6718"/>
                  </a:lnTo>
                  <a:lnTo>
                    <a:pt x="2433" y="6738"/>
                  </a:lnTo>
                  <a:lnTo>
                    <a:pt x="1893" y="6754"/>
                  </a:lnTo>
                  <a:lnTo>
                    <a:pt x="1352" y="6764"/>
                  </a:lnTo>
                  <a:lnTo>
                    <a:pt x="811" y="6774"/>
                  </a:lnTo>
                  <a:lnTo>
                    <a:pt x="0" y="6774"/>
                  </a:lnTo>
                  <a:lnTo>
                    <a:pt x="0" y="6820"/>
                  </a:lnTo>
                  <a:lnTo>
                    <a:pt x="661" y="6810"/>
                  </a:lnTo>
                  <a:lnTo>
                    <a:pt x="1322" y="6805"/>
                  </a:lnTo>
                  <a:lnTo>
                    <a:pt x="1983" y="6810"/>
                  </a:lnTo>
                  <a:lnTo>
                    <a:pt x="2613" y="6820"/>
                  </a:lnTo>
                  <a:lnTo>
                    <a:pt x="3244" y="6835"/>
                  </a:lnTo>
                  <a:lnTo>
                    <a:pt x="3845" y="6856"/>
                  </a:lnTo>
                  <a:lnTo>
                    <a:pt x="4416" y="6886"/>
                  </a:lnTo>
                  <a:lnTo>
                    <a:pt x="4986" y="6917"/>
                  </a:lnTo>
                  <a:lnTo>
                    <a:pt x="5527" y="6953"/>
                  </a:lnTo>
                  <a:lnTo>
                    <a:pt x="6067" y="6998"/>
                  </a:lnTo>
                  <a:lnTo>
                    <a:pt x="6578" y="7044"/>
                  </a:lnTo>
                  <a:lnTo>
                    <a:pt x="7059" y="7095"/>
                  </a:lnTo>
                  <a:lnTo>
                    <a:pt x="7509" y="7151"/>
                  </a:lnTo>
                  <a:lnTo>
                    <a:pt x="7960" y="7208"/>
                  </a:lnTo>
                  <a:lnTo>
                    <a:pt x="8410" y="7274"/>
                  </a:lnTo>
                  <a:lnTo>
                    <a:pt x="8801" y="7340"/>
                  </a:lnTo>
                  <a:lnTo>
                    <a:pt x="9191" y="7406"/>
                  </a:lnTo>
                  <a:lnTo>
                    <a:pt x="9582" y="7478"/>
                  </a:lnTo>
                  <a:lnTo>
                    <a:pt x="9912" y="7554"/>
                  </a:lnTo>
                  <a:lnTo>
                    <a:pt x="10242" y="7631"/>
                  </a:lnTo>
                  <a:lnTo>
                    <a:pt x="10543" y="7713"/>
                  </a:lnTo>
                  <a:lnTo>
                    <a:pt x="10843" y="7794"/>
                  </a:lnTo>
                  <a:lnTo>
                    <a:pt x="11113" y="7876"/>
                  </a:lnTo>
                  <a:lnTo>
                    <a:pt x="11354" y="7957"/>
                  </a:lnTo>
                  <a:lnTo>
                    <a:pt x="11564" y="8044"/>
                  </a:lnTo>
                  <a:lnTo>
                    <a:pt x="11774" y="8131"/>
                  </a:lnTo>
                  <a:lnTo>
                    <a:pt x="11954" y="8217"/>
                  </a:lnTo>
                  <a:lnTo>
                    <a:pt x="12104" y="8304"/>
                  </a:lnTo>
                  <a:lnTo>
                    <a:pt x="12255" y="8396"/>
                  </a:lnTo>
                  <a:lnTo>
                    <a:pt x="12345" y="8483"/>
                  </a:lnTo>
                  <a:lnTo>
                    <a:pt x="12435" y="8569"/>
                  </a:lnTo>
                  <a:lnTo>
                    <a:pt x="12495" y="8656"/>
                  </a:lnTo>
                  <a:lnTo>
                    <a:pt x="12555" y="8743"/>
                  </a:lnTo>
                  <a:lnTo>
                    <a:pt x="12555" y="8824"/>
                  </a:lnTo>
                  <a:lnTo>
                    <a:pt x="20814" y="8824"/>
                  </a:lnTo>
                  <a:lnTo>
                    <a:pt x="21115" y="8830"/>
                  </a:lnTo>
                  <a:lnTo>
                    <a:pt x="21115" y="8799"/>
                  </a:lnTo>
                  <a:lnTo>
                    <a:pt x="20544" y="8789"/>
                  </a:lnTo>
                  <a:lnTo>
                    <a:pt x="19974" y="8779"/>
                  </a:lnTo>
                  <a:lnTo>
                    <a:pt x="19433" y="8763"/>
                  </a:lnTo>
                  <a:lnTo>
                    <a:pt x="18862" y="8748"/>
                  </a:lnTo>
                  <a:lnTo>
                    <a:pt x="18322" y="8722"/>
                  </a:lnTo>
                  <a:lnTo>
                    <a:pt x="17781" y="8697"/>
                  </a:lnTo>
                  <a:lnTo>
                    <a:pt x="17240" y="8666"/>
                  </a:lnTo>
                  <a:lnTo>
                    <a:pt x="16700" y="8631"/>
                  </a:lnTo>
                  <a:lnTo>
                    <a:pt x="16189" y="8595"/>
                  </a:lnTo>
                  <a:lnTo>
                    <a:pt x="15679" y="8554"/>
                  </a:lnTo>
                  <a:lnTo>
                    <a:pt x="15168" y="8508"/>
                  </a:lnTo>
                  <a:lnTo>
                    <a:pt x="14687" y="8462"/>
                  </a:lnTo>
                  <a:lnTo>
                    <a:pt x="14237" y="8411"/>
                  </a:lnTo>
                  <a:lnTo>
                    <a:pt x="13786" y="8360"/>
                  </a:lnTo>
                  <a:lnTo>
                    <a:pt x="13336" y="8304"/>
                  </a:lnTo>
                  <a:lnTo>
                    <a:pt x="12945" y="8248"/>
                  </a:lnTo>
                  <a:lnTo>
                    <a:pt x="12555" y="8187"/>
                  </a:lnTo>
                  <a:lnTo>
                    <a:pt x="12225" y="8126"/>
                  </a:lnTo>
                  <a:lnTo>
                    <a:pt x="11924" y="8054"/>
                  </a:lnTo>
                  <a:lnTo>
                    <a:pt x="11654" y="7983"/>
                  </a:lnTo>
                  <a:lnTo>
                    <a:pt x="11384" y="7901"/>
                  </a:lnTo>
                  <a:lnTo>
                    <a:pt x="11173" y="7820"/>
                  </a:lnTo>
                  <a:lnTo>
                    <a:pt x="10963" y="7738"/>
                  </a:lnTo>
                  <a:lnTo>
                    <a:pt x="10783" y="7646"/>
                  </a:lnTo>
                  <a:lnTo>
                    <a:pt x="10633" y="7554"/>
                  </a:lnTo>
                  <a:lnTo>
                    <a:pt x="10513" y="7463"/>
                  </a:lnTo>
                  <a:lnTo>
                    <a:pt x="10422" y="7366"/>
                  </a:lnTo>
                  <a:lnTo>
                    <a:pt x="10332" y="7269"/>
                  </a:lnTo>
                  <a:lnTo>
                    <a:pt x="10272" y="7172"/>
                  </a:lnTo>
                  <a:lnTo>
                    <a:pt x="10212" y="7075"/>
                  </a:lnTo>
                  <a:lnTo>
                    <a:pt x="10182" y="6973"/>
                  </a:lnTo>
                  <a:lnTo>
                    <a:pt x="10182" y="6876"/>
                  </a:lnTo>
                  <a:lnTo>
                    <a:pt x="10182" y="5019"/>
                  </a:lnTo>
                  <a:lnTo>
                    <a:pt x="10182" y="4984"/>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75"/>
            <p:cNvSpPr/>
            <p:nvPr/>
          </p:nvSpPr>
          <p:spPr>
            <a:xfrm flipH="1">
              <a:off x="6241879" y="3181626"/>
              <a:ext cx="450181" cy="1106907"/>
            </a:xfrm>
            <a:custGeom>
              <a:avLst/>
              <a:gdLst/>
              <a:ahLst/>
              <a:cxnLst/>
              <a:rect l="l" t="t" r="r" b="b"/>
              <a:pathLst>
                <a:path w="21175" h="8830" fill="none" extrusionOk="0">
                  <a:moveTo>
                    <a:pt x="15709" y="0"/>
                  </a:moveTo>
                  <a:lnTo>
                    <a:pt x="15709" y="0"/>
                  </a:lnTo>
                  <a:lnTo>
                    <a:pt x="16369" y="51"/>
                  </a:lnTo>
                  <a:lnTo>
                    <a:pt x="17030" y="113"/>
                  </a:lnTo>
                  <a:lnTo>
                    <a:pt x="17030" y="113"/>
                  </a:lnTo>
                  <a:lnTo>
                    <a:pt x="17601" y="174"/>
                  </a:lnTo>
                  <a:lnTo>
                    <a:pt x="18141" y="240"/>
                  </a:lnTo>
                  <a:lnTo>
                    <a:pt x="18622" y="317"/>
                  </a:lnTo>
                  <a:lnTo>
                    <a:pt x="19072" y="398"/>
                  </a:lnTo>
                  <a:lnTo>
                    <a:pt x="19463" y="485"/>
                  </a:lnTo>
                  <a:lnTo>
                    <a:pt x="19823" y="577"/>
                  </a:lnTo>
                  <a:lnTo>
                    <a:pt x="20124" y="679"/>
                  </a:lnTo>
                  <a:lnTo>
                    <a:pt x="20394" y="781"/>
                  </a:lnTo>
                  <a:lnTo>
                    <a:pt x="20634" y="888"/>
                  </a:lnTo>
                  <a:lnTo>
                    <a:pt x="20814" y="995"/>
                  </a:lnTo>
                  <a:lnTo>
                    <a:pt x="20965" y="1107"/>
                  </a:lnTo>
                  <a:lnTo>
                    <a:pt x="21085" y="1224"/>
                  </a:lnTo>
                  <a:lnTo>
                    <a:pt x="21145" y="1337"/>
                  </a:lnTo>
                  <a:lnTo>
                    <a:pt x="21175" y="1454"/>
                  </a:lnTo>
                  <a:lnTo>
                    <a:pt x="21175" y="1576"/>
                  </a:lnTo>
                  <a:lnTo>
                    <a:pt x="21115" y="1694"/>
                  </a:lnTo>
                  <a:lnTo>
                    <a:pt x="21115" y="3045"/>
                  </a:lnTo>
                  <a:lnTo>
                    <a:pt x="21115" y="3045"/>
                  </a:lnTo>
                  <a:lnTo>
                    <a:pt x="20514" y="3035"/>
                  </a:lnTo>
                  <a:lnTo>
                    <a:pt x="19943" y="3035"/>
                  </a:lnTo>
                  <a:lnTo>
                    <a:pt x="19943" y="3035"/>
                  </a:lnTo>
                  <a:lnTo>
                    <a:pt x="19403" y="3035"/>
                  </a:lnTo>
                  <a:lnTo>
                    <a:pt x="18862" y="3040"/>
                  </a:lnTo>
                  <a:lnTo>
                    <a:pt x="18322" y="3056"/>
                  </a:lnTo>
                  <a:lnTo>
                    <a:pt x="17811" y="3071"/>
                  </a:lnTo>
                  <a:lnTo>
                    <a:pt x="17300" y="3091"/>
                  </a:lnTo>
                  <a:lnTo>
                    <a:pt x="16790" y="3117"/>
                  </a:lnTo>
                  <a:lnTo>
                    <a:pt x="16309" y="3147"/>
                  </a:lnTo>
                  <a:lnTo>
                    <a:pt x="15829" y="3178"/>
                  </a:lnTo>
                  <a:lnTo>
                    <a:pt x="15348" y="3219"/>
                  </a:lnTo>
                  <a:lnTo>
                    <a:pt x="14898" y="3260"/>
                  </a:lnTo>
                  <a:lnTo>
                    <a:pt x="14477" y="3306"/>
                  </a:lnTo>
                  <a:lnTo>
                    <a:pt x="14057" y="3357"/>
                  </a:lnTo>
                  <a:lnTo>
                    <a:pt x="13636" y="3408"/>
                  </a:lnTo>
                  <a:lnTo>
                    <a:pt x="13246" y="3469"/>
                  </a:lnTo>
                  <a:lnTo>
                    <a:pt x="12855" y="3530"/>
                  </a:lnTo>
                  <a:lnTo>
                    <a:pt x="12495" y="3591"/>
                  </a:lnTo>
                  <a:lnTo>
                    <a:pt x="12495" y="3591"/>
                  </a:lnTo>
                  <a:lnTo>
                    <a:pt x="12225" y="3647"/>
                  </a:lnTo>
                  <a:lnTo>
                    <a:pt x="11984" y="3703"/>
                  </a:lnTo>
                  <a:lnTo>
                    <a:pt x="11744" y="3775"/>
                  </a:lnTo>
                  <a:lnTo>
                    <a:pt x="11534" y="3846"/>
                  </a:lnTo>
                  <a:lnTo>
                    <a:pt x="11324" y="3923"/>
                  </a:lnTo>
                  <a:lnTo>
                    <a:pt x="11143" y="4009"/>
                  </a:lnTo>
                  <a:lnTo>
                    <a:pt x="10963" y="4096"/>
                  </a:lnTo>
                  <a:lnTo>
                    <a:pt x="10813" y="4188"/>
                  </a:lnTo>
                  <a:lnTo>
                    <a:pt x="10663" y="4285"/>
                  </a:lnTo>
                  <a:lnTo>
                    <a:pt x="10543" y="4387"/>
                  </a:lnTo>
                  <a:lnTo>
                    <a:pt x="10422" y="4489"/>
                  </a:lnTo>
                  <a:lnTo>
                    <a:pt x="10332" y="4591"/>
                  </a:lnTo>
                  <a:lnTo>
                    <a:pt x="10272" y="4698"/>
                  </a:lnTo>
                  <a:lnTo>
                    <a:pt x="10212" y="4805"/>
                  </a:lnTo>
                  <a:lnTo>
                    <a:pt x="10182" y="4912"/>
                  </a:lnTo>
                  <a:lnTo>
                    <a:pt x="10182" y="5019"/>
                  </a:lnTo>
                  <a:lnTo>
                    <a:pt x="10182" y="6876"/>
                  </a:lnTo>
                  <a:lnTo>
                    <a:pt x="10182" y="6876"/>
                  </a:lnTo>
                  <a:lnTo>
                    <a:pt x="10182" y="6973"/>
                  </a:lnTo>
                  <a:lnTo>
                    <a:pt x="10212" y="7075"/>
                  </a:lnTo>
                  <a:lnTo>
                    <a:pt x="10272" y="7172"/>
                  </a:lnTo>
                  <a:lnTo>
                    <a:pt x="10332" y="7269"/>
                  </a:lnTo>
                  <a:lnTo>
                    <a:pt x="10422" y="7366"/>
                  </a:lnTo>
                  <a:lnTo>
                    <a:pt x="10513" y="7463"/>
                  </a:lnTo>
                  <a:lnTo>
                    <a:pt x="10633" y="7554"/>
                  </a:lnTo>
                  <a:lnTo>
                    <a:pt x="10783" y="7646"/>
                  </a:lnTo>
                  <a:lnTo>
                    <a:pt x="10963" y="7738"/>
                  </a:lnTo>
                  <a:lnTo>
                    <a:pt x="11173" y="7820"/>
                  </a:lnTo>
                  <a:lnTo>
                    <a:pt x="11384" y="7901"/>
                  </a:lnTo>
                  <a:lnTo>
                    <a:pt x="11654" y="7983"/>
                  </a:lnTo>
                  <a:lnTo>
                    <a:pt x="11924" y="8054"/>
                  </a:lnTo>
                  <a:lnTo>
                    <a:pt x="12225" y="8126"/>
                  </a:lnTo>
                  <a:lnTo>
                    <a:pt x="12555" y="8187"/>
                  </a:lnTo>
                  <a:lnTo>
                    <a:pt x="12945" y="8248"/>
                  </a:lnTo>
                  <a:lnTo>
                    <a:pt x="12945" y="8248"/>
                  </a:lnTo>
                  <a:lnTo>
                    <a:pt x="13336" y="8304"/>
                  </a:lnTo>
                  <a:lnTo>
                    <a:pt x="13786" y="8360"/>
                  </a:lnTo>
                  <a:lnTo>
                    <a:pt x="14237" y="8411"/>
                  </a:lnTo>
                  <a:lnTo>
                    <a:pt x="14687" y="8462"/>
                  </a:lnTo>
                  <a:lnTo>
                    <a:pt x="15168" y="8508"/>
                  </a:lnTo>
                  <a:lnTo>
                    <a:pt x="15679" y="8554"/>
                  </a:lnTo>
                  <a:lnTo>
                    <a:pt x="16189" y="8595"/>
                  </a:lnTo>
                  <a:lnTo>
                    <a:pt x="16700" y="8631"/>
                  </a:lnTo>
                  <a:lnTo>
                    <a:pt x="17240" y="8666"/>
                  </a:lnTo>
                  <a:lnTo>
                    <a:pt x="17781" y="8697"/>
                  </a:lnTo>
                  <a:lnTo>
                    <a:pt x="18322" y="8722"/>
                  </a:lnTo>
                  <a:lnTo>
                    <a:pt x="18862" y="8748"/>
                  </a:lnTo>
                  <a:lnTo>
                    <a:pt x="19433" y="8763"/>
                  </a:lnTo>
                  <a:lnTo>
                    <a:pt x="19974" y="8779"/>
                  </a:lnTo>
                  <a:lnTo>
                    <a:pt x="20544" y="8789"/>
                  </a:lnTo>
                  <a:lnTo>
                    <a:pt x="21115" y="8799"/>
                  </a:lnTo>
                  <a:lnTo>
                    <a:pt x="21115" y="8830"/>
                  </a:lnTo>
                  <a:lnTo>
                    <a:pt x="21115" y="8830"/>
                  </a:lnTo>
                  <a:lnTo>
                    <a:pt x="20814" y="8824"/>
                  </a:lnTo>
                  <a:lnTo>
                    <a:pt x="20814" y="8824"/>
                  </a:lnTo>
                  <a:lnTo>
                    <a:pt x="20724" y="8824"/>
                  </a:lnTo>
                  <a:lnTo>
                    <a:pt x="20724" y="8824"/>
                  </a:lnTo>
                  <a:lnTo>
                    <a:pt x="12555" y="8824"/>
                  </a:lnTo>
                  <a:lnTo>
                    <a:pt x="12555" y="8824"/>
                  </a:lnTo>
                  <a:lnTo>
                    <a:pt x="12555" y="8743"/>
                  </a:lnTo>
                  <a:lnTo>
                    <a:pt x="12495" y="8656"/>
                  </a:lnTo>
                  <a:lnTo>
                    <a:pt x="12435" y="8569"/>
                  </a:lnTo>
                  <a:lnTo>
                    <a:pt x="12345" y="8483"/>
                  </a:lnTo>
                  <a:lnTo>
                    <a:pt x="12255" y="8396"/>
                  </a:lnTo>
                  <a:lnTo>
                    <a:pt x="12104" y="8304"/>
                  </a:lnTo>
                  <a:lnTo>
                    <a:pt x="11954" y="8217"/>
                  </a:lnTo>
                  <a:lnTo>
                    <a:pt x="11774" y="8131"/>
                  </a:lnTo>
                  <a:lnTo>
                    <a:pt x="11564" y="8044"/>
                  </a:lnTo>
                  <a:lnTo>
                    <a:pt x="11354" y="7957"/>
                  </a:lnTo>
                  <a:lnTo>
                    <a:pt x="11113" y="7876"/>
                  </a:lnTo>
                  <a:lnTo>
                    <a:pt x="10843" y="7794"/>
                  </a:lnTo>
                  <a:lnTo>
                    <a:pt x="10543" y="7713"/>
                  </a:lnTo>
                  <a:lnTo>
                    <a:pt x="10242" y="7631"/>
                  </a:lnTo>
                  <a:lnTo>
                    <a:pt x="9912" y="7554"/>
                  </a:lnTo>
                  <a:lnTo>
                    <a:pt x="9582" y="7478"/>
                  </a:lnTo>
                  <a:lnTo>
                    <a:pt x="9191" y="7406"/>
                  </a:lnTo>
                  <a:lnTo>
                    <a:pt x="8801" y="7340"/>
                  </a:lnTo>
                  <a:lnTo>
                    <a:pt x="8410" y="7274"/>
                  </a:lnTo>
                  <a:lnTo>
                    <a:pt x="7960" y="7208"/>
                  </a:lnTo>
                  <a:lnTo>
                    <a:pt x="7509" y="7151"/>
                  </a:lnTo>
                  <a:lnTo>
                    <a:pt x="7059" y="7095"/>
                  </a:lnTo>
                  <a:lnTo>
                    <a:pt x="6578" y="7044"/>
                  </a:lnTo>
                  <a:lnTo>
                    <a:pt x="6067" y="6998"/>
                  </a:lnTo>
                  <a:lnTo>
                    <a:pt x="5527" y="6953"/>
                  </a:lnTo>
                  <a:lnTo>
                    <a:pt x="4986" y="6917"/>
                  </a:lnTo>
                  <a:lnTo>
                    <a:pt x="4416" y="6886"/>
                  </a:lnTo>
                  <a:lnTo>
                    <a:pt x="3845" y="6856"/>
                  </a:lnTo>
                  <a:lnTo>
                    <a:pt x="3244" y="6835"/>
                  </a:lnTo>
                  <a:lnTo>
                    <a:pt x="2613" y="6820"/>
                  </a:lnTo>
                  <a:lnTo>
                    <a:pt x="1983" y="6810"/>
                  </a:lnTo>
                  <a:lnTo>
                    <a:pt x="1322" y="6805"/>
                  </a:lnTo>
                  <a:lnTo>
                    <a:pt x="1322" y="6805"/>
                  </a:lnTo>
                  <a:lnTo>
                    <a:pt x="661" y="6810"/>
                  </a:lnTo>
                  <a:lnTo>
                    <a:pt x="0" y="6820"/>
                  </a:lnTo>
                  <a:lnTo>
                    <a:pt x="0" y="6774"/>
                  </a:lnTo>
                  <a:lnTo>
                    <a:pt x="0" y="6774"/>
                  </a:lnTo>
                  <a:lnTo>
                    <a:pt x="241" y="6774"/>
                  </a:lnTo>
                  <a:lnTo>
                    <a:pt x="241" y="6774"/>
                  </a:lnTo>
                  <a:lnTo>
                    <a:pt x="811" y="6774"/>
                  </a:lnTo>
                  <a:lnTo>
                    <a:pt x="1352" y="6764"/>
                  </a:lnTo>
                  <a:lnTo>
                    <a:pt x="1893" y="6754"/>
                  </a:lnTo>
                  <a:lnTo>
                    <a:pt x="2433" y="6738"/>
                  </a:lnTo>
                  <a:lnTo>
                    <a:pt x="2974" y="6718"/>
                  </a:lnTo>
                  <a:lnTo>
                    <a:pt x="3484" y="6698"/>
                  </a:lnTo>
                  <a:lnTo>
                    <a:pt x="3965" y="6667"/>
                  </a:lnTo>
                  <a:lnTo>
                    <a:pt x="4446" y="6636"/>
                  </a:lnTo>
                  <a:lnTo>
                    <a:pt x="4926" y="6601"/>
                  </a:lnTo>
                  <a:lnTo>
                    <a:pt x="5407" y="6560"/>
                  </a:lnTo>
                  <a:lnTo>
                    <a:pt x="5857" y="6514"/>
                  </a:lnTo>
                  <a:lnTo>
                    <a:pt x="6278" y="6468"/>
                  </a:lnTo>
                  <a:lnTo>
                    <a:pt x="6698" y="6417"/>
                  </a:lnTo>
                  <a:lnTo>
                    <a:pt x="7119" y="6361"/>
                  </a:lnTo>
                  <a:lnTo>
                    <a:pt x="7509" y="6305"/>
                  </a:lnTo>
                  <a:lnTo>
                    <a:pt x="7900" y="6238"/>
                  </a:lnTo>
                  <a:lnTo>
                    <a:pt x="7900" y="6238"/>
                  </a:lnTo>
                  <a:lnTo>
                    <a:pt x="8170" y="6193"/>
                  </a:lnTo>
                  <a:lnTo>
                    <a:pt x="8410" y="6131"/>
                  </a:lnTo>
                  <a:lnTo>
                    <a:pt x="8650" y="6070"/>
                  </a:lnTo>
                  <a:lnTo>
                    <a:pt x="8861" y="5999"/>
                  </a:lnTo>
                  <a:lnTo>
                    <a:pt x="9071" y="5927"/>
                  </a:lnTo>
                  <a:lnTo>
                    <a:pt x="9251" y="5846"/>
                  </a:lnTo>
                  <a:lnTo>
                    <a:pt x="9431" y="5759"/>
                  </a:lnTo>
                  <a:lnTo>
                    <a:pt x="9582" y="5672"/>
                  </a:lnTo>
                  <a:lnTo>
                    <a:pt x="9732" y="5580"/>
                  </a:lnTo>
                  <a:lnTo>
                    <a:pt x="9852" y="5484"/>
                  </a:lnTo>
                  <a:lnTo>
                    <a:pt x="9942" y="5387"/>
                  </a:lnTo>
                  <a:lnTo>
                    <a:pt x="10032" y="5290"/>
                  </a:lnTo>
                  <a:lnTo>
                    <a:pt x="10092" y="5188"/>
                  </a:lnTo>
                  <a:lnTo>
                    <a:pt x="10152" y="5086"/>
                  </a:lnTo>
                  <a:lnTo>
                    <a:pt x="10182" y="4984"/>
                  </a:lnTo>
                  <a:lnTo>
                    <a:pt x="10182" y="4877"/>
                  </a:lnTo>
                  <a:lnTo>
                    <a:pt x="10182" y="230"/>
                  </a:lnTo>
                  <a:lnTo>
                    <a:pt x="10182" y="230"/>
                  </a:lnTo>
                  <a:lnTo>
                    <a:pt x="10182" y="174"/>
                  </a:lnTo>
                  <a:lnTo>
                    <a:pt x="10182" y="174"/>
                  </a:lnTo>
                  <a:lnTo>
                    <a:pt x="10513" y="174"/>
                  </a:lnTo>
                  <a:lnTo>
                    <a:pt x="10513" y="174"/>
                  </a:lnTo>
                  <a:lnTo>
                    <a:pt x="11113" y="174"/>
                  </a:lnTo>
                  <a:lnTo>
                    <a:pt x="11714" y="164"/>
                  </a:lnTo>
                  <a:lnTo>
                    <a:pt x="12375" y="153"/>
                  </a:lnTo>
                  <a:lnTo>
                    <a:pt x="13036" y="133"/>
                  </a:lnTo>
                  <a:lnTo>
                    <a:pt x="13696" y="113"/>
                  </a:lnTo>
                  <a:lnTo>
                    <a:pt x="14357" y="82"/>
                  </a:lnTo>
                  <a:lnTo>
                    <a:pt x="15048" y="41"/>
                  </a:lnTo>
                  <a:lnTo>
                    <a:pt x="1570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75"/>
            <p:cNvSpPr/>
            <p:nvPr/>
          </p:nvSpPr>
          <p:spPr>
            <a:xfrm flipH="1">
              <a:off x="6590527" y="2980178"/>
              <a:ext cx="341627" cy="1050621"/>
            </a:xfrm>
            <a:custGeom>
              <a:avLst/>
              <a:gdLst/>
              <a:ahLst/>
              <a:cxnLst/>
              <a:rect l="l" t="t" r="r" b="b"/>
              <a:pathLst>
                <a:path w="16069" h="8381" extrusionOk="0">
                  <a:moveTo>
                    <a:pt x="9792" y="1"/>
                  </a:moveTo>
                  <a:lnTo>
                    <a:pt x="8891" y="6"/>
                  </a:lnTo>
                  <a:lnTo>
                    <a:pt x="7960" y="21"/>
                  </a:lnTo>
                  <a:lnTo>
                    <a:pt x="7509" y="36"/>
                  </a:lnTo>
                  <a:lnTo>
                    <a:pt x="7089" y="52"/>
                  </a:lnTo>
                  <a:lnTo>
                    <a:pt x="6638" y="72"/>
                  </a:lnTo>
                  <a:lnTo>
                    <a:pt x="6218" y="92"/>
                  </a:lnTo>
                  <a:lnTo>
                    <a:pt x="5767" y="118"/>
                  </a:lnTo>
                  <a:lnTo>
                    <a:pt x="5347" y="149"/>
                  </a:lnTo>
                  <a:lnTo>
                    <a:pt x="4956" y="184"/>
                  </a:lnTo>
                  <a:lnTo>
                    <a:pt x="4536" y="220"/>
                  </a:lnTo>
                  <a:lnTo>
                    <a:pt x="4145" y="261"/>
                  </a:lnTo>
                  <a:lnTo>
                    <a:pt x="3755" y="302"/>
                  </a:lnTo>
                  <a:lnTo>
                    <a:pt x="3364" y="347"/>
                  </a:lnTo>
                  <a:lnTo>
                    <a:pt x="3004" y="398"/>
                  </a:lnTo>
                  <a:lnTo>
                    <a:pt x="2643" y="460"/>
                  </a:lnTo>
                  <a:lnTo>
                    <a:pt x="2313" y="526"/>
                  </a:lnTo>
                  <a:lnTo>
                    <a:pt x="1983" y="597"/>
                  </a:lnTo>
                  <a:lnTo>
                    <a:pt x="1712" y="679"/>
                  </a:lnTo>
                  <a:lnTo>
                    <a:pt x="1442" y="771"/>
                  </a:lnTo>
                  <a:lnTo>
                    <a:pt x="1172" y="863"/>
                  </a:lnTo>
                  <a:lnTo>
                    <a:pt x="962" y="965"/>
                  </a:lnTo>
                  <a:lnTo>
                    <a:pt x="751" y="1067"/>
                  </a:lnTo>
                  <a:lnTo>
                    <a:pt x="571" y="1179"/>
                  </a:lnTo>
                  <a:lnTo>
                    <a:pt x="421" y="1291"/>
                  </a:lnTo>
                  <a:lnTo>
                    <a:pt x="301" y="1403"/>
                  </a:lnTo>
                  <a:lnTo>
                    <a:pt x="181" y="1521"/>
                  </a:lnTo>
                  <a:lnTo>
                    <a:pt x="91" y="1643"/>
                  </a:lnTo>
                  <a:lnTo>
                    <a:pt x="30" y="1760"/>
                  </a:lnTo>
                  <a:lnTo>
                    <a:pt x="0" y="1883"/>
                  </a:lnTo>
                  <a:lnTo>
                    <a:pt x="0" y="2000"/>
                  </a:lnTo>
                  <a:lnTo>
                    <a:pt x="0" y="6535"/>
                  </a:lnTo>
                  <a:lnTo>
                    <a:pt x="0" y="6647"/>
                  </a:lnTo>
                  <a:lnTo>
                    <a:pt x="30" y="6759"/>
                  </a:lnTo>
                  <a:lnTo>
                    <a:pt x="91" y="6871"/>
                  </a:lnTo>
                  <a:lnTo>
                    <a:pt x="151" y="6983"/>
                  </a:lnTo>
                  <a:lnTo>
                    <a:pt x="271" y="7091"/>
                  </a:lnTo>
                  <a:lnTo>
                    <a:pt x="391" y="7198"/>
                  </a:lnTo>
                  <a:lnTo>
                    <a:pt x="571" y="7305"/>
                  </a:lnTo>
                  <a:lnTo>
                    <a:pt x="781" y="7407"/>
                  </a:lnTo>
                  <a:lnTo>
                    <a:pt x="1022" y="7504"/>
                  </a:lnTo>
                  <a:lnTo>
                    <a:pt x="1322" y="7596"/>
                  </a:lnTo>
                  <a:lnTo>
                    <a:pt x="1652" y="7687"/>
                  </a:lnTo>
                  <a:lnTo>
                    <a:pt x="2013" y="7769"/>
                  </a:lnTo>
                  <a:lnTo>
                    <a:pt x="2433" y="7845"/>
                  </a:lnTo>
                  <a:lnTo>
                    <a:pt x="2914" y="7917"/>
                  </a:lnTo>
                  <a:lnTo>
                    <a:pt x="3454" y="7983"/>
                  </a:lnTo>
                  <a:lnTo>
                    <a:pt x="4025" y="8039"/>
                  </a:lnTo>
                  <a:lnTo>
                    <a:pt x="4986" y="8121"/>
                  </a:lnTo>
                  <a:lnTo>
                    <a:pt x="5947" y="8187"/>
                  </a:lnTo>
                  <a:lnTo>
                    <a:pt x="6878" y="8248"/>
                  </a:lnTo>
                  <a:lnTo>
                    <a:pt x="7809" y="8294"/>
                  </a:lnTo>
                  <a:lnTo>
                    <a:pt x="8710" y="8330"/>
                  </a:lnTo>
                  <a:lnTo>
                    <a:pt x="9581" y="8356"/>
                  </a:lnTo>
                  <a:lnTo>
                    <a:pt x="10452" y="8376"/>
                  </a:lnTo>
                  <a:lnTo>
                    <a:pt x="11293" y="8381"/>
                  </a:lnTo>
                  <a:lnTo>
                    <a:pt x="11293" y="3352"/>
                  </a:lnTo>
                  <a:lnTo>
                    <a:pt x="11323" y="3245"/>
                  </a:lnTo>
                  <a:lnTo>
                    <a:pt x="11354" y="3138"/>
                  </a:lnTo>
                  <a:lnTo>
                    <a:pt x="11384" y="3025"/>
                  </a:lnTo>
                  <a:lnTo>
                    <a:pt x="11474" y="2923"/>
                  </a:lnTo>
                  <a:lnTo>
                    <a:pt x="11564" y="2816"/>
                  </a:lnTo>
                  <a:lnTo>
                    <a:pt x="11654" y="2714"/>
                  </a:lnTo>
                  <a:lnTo>
                    <a:pt x="11774" y="2617"/>
                  </a:lnTo>
                  <a:lnTo>
                    <a:pt x="11924" y="2520"/>
                  </a:lnTo>
                  <a:lnTo>
                    <a:pt x="12074" y="2429"/>
                  </a:lnTo>
                  <a:lnTo>
                    <a:pt x="12255" y="2337"/>
                  </a:lnTo>
                  <a:lnTo>
                    <a:pt x="12435" y="2255"/>
                  </a:lnTo>
                  <a:lnTo>
                    <a:pt x="12645" y="2174"/>
                  </a:lnTo>
                  <a:lnTo>
                    <a:pt x="12855" y="2102"/>
                  </a:lnTo>
                  <a:lnTo>
                    <a:pt x="13096" y="2036"/>
                  </a:lnTo>
                  <a:lnTo>
                    <a:pt x="13336" y="1975"/>
                  </a:lnTo>
                  <a:lnTo>
                    <a:pt x="13606" y="1924"/>
                  </a:lnTo>
                  <a:lnTo>
                    <a:pt x="14177" y="1827"/>
                  </a:lnTo>
                  <a:lnTo>
                    <a:pt x="14777" y="1735"/>
                  </a:lnTo>
                  <a:lnTo>
                    <a:pt x="15408" y="1653"/>
                  </a:lnTo>
                  <a:lnTo>
                    <a:pt x="16069" y="1582"/>
                  </a:lnTo>
                  <a:lnTo>
                    <a:pt x="15588" y="1546"/>
                  </a:lnTo>
                  <a:lnTo>
                    <a:pt x="15138" y="1500"/>
                  </a:lnTo>
                  <a:lnTo>
                    <a:pt x="14687" y="1444"/>
                  </a:lnTo>
                  <a:lnTo>
                    <a:pt x="14267" y="1388"/>
                  </a:lnTo>
                  <a:lnTo>
                    <a:pt x="13846" y="1322"/>
                  </a:lnTo>
                  <a:lnTo>
                    <a:pt x="13486" y="1250"/>
                  </a:lnTo>
                  <a:lnTo>
                    <a:pt x="13096" y="1169"/>
                  </a:lnTo>
                  <a:lnTo>
                    <a:pt x="12765" y="1082"/>
                  </a:lnTo>
                  <a:lnTo>
                    <a:pt x="12465" y="985"/>
                  </a:lnTo>
                  <a:lnTo>
                    <a:pt x="12164" y="883"/>
                  </a:lnTo>
                  <a:lnTo>
                    <a:pt x="11924" y="766"/>
                  </a:lnTo>
                  <a:lnTo>
                    <a:pt x="11714" y="643"/>
                  </a:lnTo>
                  <a:lnTo>
                    <a:pt x="11534" y="511"/>
                  </a:lnTo>
                  <a:lnTo>
                    <a:pt x="11384" y="363"/>
                  </a:lnTo>
                  <a:lnTo>
                    <a:pt x="11293" y="210"/>
                  </a:lnTo>
                  <a:lnTo>
                    <a:pt x="11233" y="41"/>
                  </a:lnTo>
                  <a:lnTo>
                    <a:pt x="11233" y="11"/>
                  </a:lnTo>
                  <a:lnTo>
                    <a:pt x="10513" y="1"/>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75"/>
            <p:cNvSpPr/>
            <p:nvPr/>
          </p:nvSpPr>
          <p:spPr>
            <a:xfrm flipH="1">
              <a:off x="6590527" y="2980178"/>
              <a:ext cx="341627" cy="1050621"/>
            </a:xfrm>
            <a:custGeom>
              <a:avLst/>
              <a:gdLst/>
              <a:ahLst/>
              <a:cxnLst/>
              <a:rect l="l" t="t" r="r" b="b"/>
              <a:pathLst>
                <a:path w="16069" h="8381" fill="none" extrusionOk="0">
                  <a:moveTo>
                    <a:pt x="9792" y="1"/>
                  </a:moveTo>
                  <a:lnTo>
                    <a:pt x="9792" y="1"/>
                  </a:lnTo>
                  <a:lnTo>
                    <a:pt x="10513" y="1"/>
                  </a:lnTo>
                  <a:lnTo>
                    <a:pt x="11233" y="11"/>
                  </a:lnTo>
                  <a:lnTo>
                    <a:pt x="11233" y="11"/>
                  </a:lnTo>
                  <a:lnTo>
                    <a:pt x="11233" y="41"/>
                  </a:lnTo>
                  <a:lnTo>
                    <a:pt x="11233" y="41"/>
                  </a:lnTo>
                  <a:lnTo>
                    <a:pt x="11293" y="210"/>
                  </a:lnTo>
                  <a:lnTo>
                    <a:pt x="11384" y="363"/>
                  </a:lnTo>
                  <a:lnTo>
                    <a:pt x="11534" y="511"/>
                  </a:lnTo>
                  <a:lnTo>
                    <a:pt x="11714" y="643"/>
                  </a:lnTo>
                  <a:lnTo>
                    <a:pt x="11924" y="766"/>
                  </a:lnTo>
                  <a:lnTo>
                    <a:pt x="12164" y="883"/>
                  </a:lnTo>
                  <a:lnTo>
                    <a:pt x="12465" y="985"/>
                  </a:lnTo>
                  <a:lnTo>
                    <a:pt x="12765" y="1082"/>
                  </a:lnTo>
                  <a:lnTo>
                    <a:pt x="13096" y="1169"/>
                  </a:lnTo>
                  <a:lnTo>
                    <a:pt x="13486" y="1250"/>
                  </a:lnTo>
                  <a:lnTo>
                    <a:pt x="13846" y="1322"/>
                  </a:lnTo>
                  <a:lnTo>
                    <a:pt x="14267" y="1388"/>
                  </a:lnTo>
                  <a:lnTo>
                    <a:pt x="14687" y="1444"/>
                  </a:lnTo>
                  <a:lnTo>
                    <a:pt x="15138" y="1500"/>
                  </a:lnTo>
                  <a:lnTo>
                    <a:pt x="15588" y="1546"/>
                  </a:lnTo>
                  <a:lnTo>
                    <a:pt x="16069" y="1582"/>
                  </a:lnTo>
                  <a:lnTo>
                    <a:pt x="16069" y="1582"/>
                  </a:lnTo>
                  <a:lnTo>
                    <a:pt x="15408" y="1653"/>
                  </a:lnTo>
                  <a:lnTo>
                    <a:pt x="14777" y="1735"/>
                  </a:lnTo>
                  <a:lnTo>
                    <a:pt x="14177" y="1827"/>
                  </a:lnTo>
                  <a:lnTo>
                    <a:pt x="13606" y="1924"/>
                  </a:lnTo>
                  <a:lnTo>
                    <a:pt x="13606" y="1924"/>
                  </a:lnTo>
                  <a:lnTo>
                    <a:pt x="13336" y="1975"/>
                  </a:lnTo>
                  <a:lnTo>
                    <a:pt x="13096" y="2036"/>
                  </a:lnTo>
                  <a:lnTo>
                    <a:pt x="12855" y="2102"/>
                  </a:lnTo>
                  <a:lnTo>
                    <a:pt x="12645" y="2174"/>
                  </a:lnTo>
                  <a:lnTo>
                    <a:pt x="12435" y="2255"/>
                  </a:lnTo>
                  <a:lnTo>
                    <a:pt x="12255" y="2337"/>
                  </a:lnTo>
                  <a:lnTo>
                    <a:pt x="12074" y="2429"/>
                  </a:lnTo>
                  <a:lnTo>
                    <a:pt x="11924" y="2520"/>
                  </a:lnTo>
                  <a:lnTo>
                    <a:pt x="11774" y="2617"/>
                  </a:lnTo>
                  <a:lnTo>
                    <a:pt x="11654" y="2714"/>
                  </a:lnTo>
                  <a:lnTo>
                    <a:pt x="11564" y="2816"/>
                  </a:lnTo>
                  <a:lnTo>
                    <a:pt x="11474" y="2923"/>
                  </a:lnTo>
                  <a:lnTo>
                    <a:pt x="11384" y="3025"/>
                  </a:lnTo>
                  <a:lnTo>
                    <a:pt x="11354" y="3138"/>
                  </a:lnTo>
                  <a:lnTo>
                    <a:pt x="11323" y="3245"/>
                  </a:lnTo>
                  <a:lnTo>
                    <a:pt x="11293" y="3352"/>
                  </a:lnTo>
                  <a:lnTo>
                    <a:pt x="11293" y="8381"/>
                  </a:lnTo>
                  <a:lnTo>
                    <a:pt x="11293" y="8381"/>
                  </a:lnTo>
                  <a:lnTo>
                    <a:pt x="10452" y="8376"/>
                  </a:lnTo>
                  <a:lnTo>
                    <a:pt x="9581" y="8356"/>
                  </a:lnTo>
                  <a:lnTo>
                    <a:pt x="8710" y="8330"/>
                  </a:lnTo>
                  <a:lnTo>
                    <a:pt x="7809" y="8294"/>
                  </a:lnTo>
                  <a:lnTo>
                    <a:pt x="6878" y="8248"/>
                  </a:lnTo>
                  <a:lnTo>
                    <a:pt x="5947" y="8187"/>
                  </a:lnTo>
                  <a:lnTo>
                    <a:pt x="4986" y="8121"/>
                  </a:lnTo>
                  <a:lnTo>
                    <a:pt x="4025" y="8039"/>
                  </a:lnTo>
                  <a:lnTo>
                    <a:pt x="4025" y="8039"/>
                  </a:lnTo>
                  <a:lnTo>
                    <a:pt x="3454" y="7983"/>
                  </a:lnTo>
                  <a:lnTo>
                    <a:pt x="2914" y="7917"/>
                  </a:lnTo>
                  <a:lnTo>
                    <a:pt x="2433" y="7845"/>
                  </a:lnTo>
                  <a:lnTo>
                    <a:pt x="2013" y="7769"/>
                  </a:lnTo>
                  <a:lnTo>
                    <a:pt x="1652" y="7687"/>
                  </a:lnTo>
                  <a:lnTo>
                    <a:pt x="1322" y="7596"/>
                  </a:lnTo>
                  <a:lnTo>
                    <a:pt x="1022" y="7504"/>
                  </a:lnTo>
                  <a:lnTo>
                    <a:pt x="781" y="7407"/>
                  </a:lnTo>
                  <a:lnTo>
                    <a:pt x="571" y="7305"/>
                  </a:lnTo>
                  <a:lnTo>
                    <a:pt x="391" y="7198"/>
                  </a:lnTo>
                  <a:lnTo>
                    <a:pt x="271" y="7091"/>
                  </a:lnTo>
                  <a:lnTo>
                    <a:pt x="151" y="6983"/>
                  </a:lnTo>
                  <a:lnTo>
                    <a:pt x="91" y="6871"/>
                  </a:lnTo>
                  <a:lnTo>
                    <a:pt x="30" y="6759"/>
                  </a:lnTo>
                  <a:lnTo>
                    <a:pt x="0" y="6647"/>
                  </a:lnTo>
                  <a:lnTo>
                    <a:pt x="0" y="6535"/>
                  </a:lnTo>
                  <a:lnTo>
                    <a:pt x="0" y="2000"/>
                  </a:lnTo>
                  <a:lnTo>
                    <a:pt x="0" y="2000"/>
                  </a:lnTo>
                  <a:lnTo>
                    <a:pt x="0" y="1883"/>
                  </a:lnTo>
                  <a:lnTo>
                    <a:pt x="30" y="1760"/>
                  </a:lnTo>
                  <a:lnTo>
                    <a:pt x="91" y="1643"/>
                  </a:lnTo>
                  <a:lnTo>
                    <a:pt x="181" y="1521"/>
                  </a:lnTo>
                  <a:lnTo>
                    <a:pt x="301" y="1403"/>
                  </a:lnTo>
                  <a:lnTo>
                    <a:pt x="421" y="1291"/>
                  </a:lnTo>
                  <a:lnTo>
                    <a:pt x="571" y="1179"/>
                  </a:lnTo>
                  <a:lnTo>
                    <a:pt x="751" y="1067"/>
                  </a:lnTo>
                  <a:lnTo>
                    <a:pt x="962" y="965"/>
                  </a:lnTo>
                  <a:lnTo>
                    <a:pt x="1172" y="863"/>
                  </a:lnTo>
                  <a:lnTo>
                    <a:pt x="1442" y="771"/>
                  </a:lnTo>
                  <a:lnTo>
                    <a:pt x="1712" y="679"/>
                  </a:lnTo>
                  <a:lnTo>
                    <a:pt x="1983" y="597"/>
                  </a:lnTo>
                  <a:lnTo>
                    <a:pt x="2313" y="526"/>
                  </a:lnTo>
                  <a:lnTo>
                    <a:pt x="2643" y="460"/>
                  </a:lnTo>
                  <a:lnTo>
                    <a:pt x="3004" y="398"/>
                  </a:lnTo>
                  <a:lnTo>
                    <a:pt x="3004" y="398"/>
                  </a:lnTo>
                  <a:lnTo>
                    <a:pt x="3364" y="347"/>
                  </a:lnTo>
                  <a:lnTo>
                    <a:pt x="3755" y="302"/>
                  </a:lnTo>
                  <a:lnTo>
                    <a:pt x="4145" y="261"/>
                  </a:lnTo>
                  <a:lnTo>
                    <a:pt x="4536" y="220"/>
                  </a:lnTo>
                  <a:lnTo>
                    <a:pt x="4956" y="184"/>
                  </a:lnTo>
                  <a:lnTo>
                    <a:pt x="5347" y="149"/>
                  </a:lnTo>
                  <a:lnTo>
                    <a:pt x="5767" y="118"/>
                  </a:lnTo>
                  <a:lnTo>
                    <a:pt x="6218" y="92"/>
                  </a:lnTo>
                  <a:lnTo>
                    <a:pt x="6638" y="72"/>
                  </a:lnTo>
                  <a:lnTo>
                    <a:pt x="7089" y="52"/>
                  </a:lnTo>
                  <a:lnTo>
                    <a:pt x="7509" y="36"/>
                  </a:lnTo>
                  <a:lnTo>
                    <a:pt x="7960" y="21"/>
                  </a:lnTo>
                  <a:lnTo>
                    <a:pt x="8891" y="6"/>
                  </a:lnTo>
                  <a:lnTo>
                    <a:pt x="979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75"/>
            <p:cNvSpPr/>
            <p:nvPr/>
          </p:nvSpPr>
          <p:spPr>
            <a:xfrm flipH="1">
              <a:off x="6475569" y="3178367"/>
              <a:ext cx="216491" cy="852431"/>
            </a:xfrm>
            <a:custGeom>
              <a:avLst/>
              <a:gdLst/>
              <a:ahLst/>
              <a:cxnLst/>
              <a:rect l="l" t="t" r="r" b="b"/>
              <a:pathLst>
                <a:path w="10183" h="6800" extrusionOk="0">
                  <a:moveTo>
                    <a:pt x="4776" y="1"/>
                  </a:moveTo>
                  <a:lnTo>
                    <a:pt x="4115" y="72"/>
                  </a:lnTo>
                  <a:lnTo>
                    <a:pt x="3484" y="154"/>
                  </a:lnTo>
                  <a:lnTo>
                    <a:pt x="2884" y="246"/>
                  </a:lnTo>
                  <a:lnTo>
                    <a:pt x="2313" y="343"/>
                  </a:lnTo>
                  <a:lnTo>
                    <a:pt x="2043" y="394"/>
                  </a:lnTo>
                  <a:lnTo>
                    <a:pt x="1803" y="455"/>
                  </a:lnTo>
                  <a:lnTo>
                    <a:pt x="1562" y="521"/>
                  </a:lnTo>
                  <a:lnTo>
                    <a:pt x="1352" y="593"/>
                  </a:lnTo>
                  <a:lnTo>
                    <a:pt x="1142" y="674"/>
                  </a:lnTo>
                  <a:lnTo>
                    <a:pt x="962" y="756"/>
                  </a:lnTo>
                  <a:lnTo>
                    <a:pt x="781" y="848"/>
                  </a:lnTo>
                  <a:lnTo>
                    <a:pt x="631" y="939"/>
                  </a:lnTo>
                  <a:lnTo>
                    <a:pt x="481" y="1036"/>
                  </a:lnTo>
                  <a:lnTo>
                    <a:pt x="361" y="1133"/>
                  </a:lnTo>
                  <a:lnTo>
                    <a:pt x="271" y="1235"/>
                  </a:lnTo>
                  <a:lnTo>
                    <a:pt x="181" y="1342"/>
                  </a:lnTo>
                  <a:lnTo>
                    <a:pt x="91" y="1444"/>
                  </a:lnTo>
                  <a:lnTo>
                    <a:pt x="61" y="1557"/>
                  </a:lnTo>
                  <a:lnTo>
                    <a:pt x="30" y="1664"/>
                  </a:lnTo>
                  <a:lnTo>
                    <a:pt x="0" y="1771"/>
                  </a:lnTo>
                  <a:lnTo>
                    <a:pt x="0" y="6800"/>
                  </a:lnTo>
                  <a:lnTo>
                    <a:pt x="811" y="6800"/>
                  </a:lnTo>
                  <a:lnTo>
                    <a:pt x="1352" y="6790"/>
                  </a:lnTo>
                  <a:lnTo>
                    <a:pt x="1893" y="6780"/>
                  </a:lnTo>
                  <a:lnTo>
                    <a:pt x="2433" y="6764"/>
                  </a:lnTo>
                  <a:lnTo>
                    <a:pt x="2974" y="6744"/>
                  </a:lnTo>
                  <a:lnTo>
                    <a:pt x="3484" y="6724"/>
                  </a:lnTo>
                  <a:lnTo>
                    <a:pt x="3965" y="6693"/>
                  </a:lnTo>
                  <a:lnTo>
                    <a:pt x="4446" y="6662"/>
                  </a:lnTo>
                  <a:lnTo>
                    <a:pt x="4926" y="6627"/>
                  </a:lnTo>
                  <a:lnTo>
                    <a:pt x="5407" y="6586"/>
                  </a:lnTo>
                  <a:lnTo>
                    <a:pt x="5857" y="6540"/>
                  </a:lnTo>
                  <a:lnTo>
                    <a:pt x="6278" y="6494"/>
                  </a:lnTo>
                  <a:lnTo>
                    <a:pt x="6698" y="6443"/>
                  </a:lnTo>
                  <a:lnTo>
                    <a:pt x="7119" y="6387"/>
                  </a:lnTo>
                  <a:lnTo>
                    <a:pt x="7509" y="6331"/>
                  </a:lnTo>
                  <a:lnTo>
                    <a:pt x="7900" y="6264"/>
                  </a:lnTo>
                  <a:lnTo>
                    <a:pt x="8170" y="6219"/>
                  </a:lnTo>
                  <a:lnTo>
                    <a:pt x="8410" y="6157"/>
                  </a:lnTo>
                  <a:lnTo>
                    <a:pt x="8650" y="6096"/>
                  </a:lnTo>
                  <a:lnTo>
                    <a:pt x="8861" y="6025"/>
                  </a:lnTo>
                  <a:lnTo>
                    <a:pt x="9071" y="5953"/>
                  </a:lnTo>
                  <a:lnTo>
                    <a:pt x="9251" y="5872"/>
                  </a:lnTo>
                  <a:lnTo>
                    <a:pt x="9431" y="5785"/>
                  </a:lnTo>
                  <a:lnTo>
                    <a:pt x="9582" y="5698"/>
                  </a:lnTo>
                  <a:lnTo>
                    <a:pt x="9732" y="5606"/>
                  </a:lnTo>
                  <a:lnTo>
                    <a:pt x="9852" y="5510"/>
                  </a:lnTo>
                  <a:lnTo>
                    <a:pt x="9942" y="5413"/>
                  </a:lnTo>
                  <a:lnTo>
                    <a:pt x="10032" y="5316"/>
                  </a:lnTo>
                  <a:lnTo>
                    <a:pt x="10092" y="5214"/>
                  </a:lnTo>
                  <a:lnTo>
                    <a:pt x="10152" y="5112"/>
                  </a:lnTo>
                  <a:lnTo>
                    <a:pt x="10182" y="5010"/>
                  </a:lnTo>
                  <a:lnTo>
                    <a:pt x="10182" y="4903"/>
                  </a:lnTo>
                  <a:lnTo>
                    <a:pt x="10182" y="256"/>
                  </a:lnTo>
                  <a:lnTo>
                    <a:pt x="10182" y="200"/>
                  </a:lnTo>
                  <a:lnTo>
                    <a:pt x="9672" y="195"/>
                  </a:lnTo>
                  <a:lnTo>
                    <a:pt x="9191" y="190"/>
                  </a:lnTo>
                  <a:lnTo>
                    <a:pt x="8110" y="164"/>
                  </a:lnTo>
                  <a:lnTo>
                    <a:pt x="7539" y="149"/>
                  </a:lnTo>
                  <a:lnTo>
                    <a:pt x="6999" y="128"/>
                  </a:lnTo>
                  <a:lnTo>
                    <a:pt x="6428" y="103"/>
                  </a:lnTo>
                  <a:lnTo>
                    <a:pt x="5857" y="77"/>
                  </a:lnTo>
                  <a:lnTo>
                    <a:pt x="5317" y="42"/>
                  </a:lnTo>
                  <a:lnTo>
                    <a:pt x="4776" y="1"/>
                  </a:lnTo>
                  <a:close/>
                </a:path>
              </a:pathLst>
            </a:custGeom>
            <a:solidFill>
              <a:srgbClr val="FF6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75"/>
            <p:cNvSpPr/>
            <p:nvPr/>
          </p:nvSpPr>
          <p:spPr>
            <a:xfrm flipH="1">
              <a:off x="6475569" y="3178367"/>
              <a:ext cx="216491" cy="852431"/>
            </a:xfrm>
            <a:custGeom>
              <a:avLst/>
              <a:gdLst/>
              <a:ahLst/>
              <a:cxnLst/>
              <a:rect l="l" t="t" r="r" b="b"/>
              <a:pathLst>
                <a:path w="10183" h="6800" fill="none" extrusionOk="0">
                  <a:moveTo>
                    <a:pt x="4776" y="1"/>
                  </a:moveTo>
                  <a:lnTo>
                    <a:pt x="4776" y="1"/>
                  </a:lnTo>
                  <a:lnTo>
                    <a:pt x="5317" y="42"/>
                  </a:lnTo>
                  <a:lnTo>
                    <a:pt x="5857" y="77"/>
                  </a:lnTo>
                  <a:lnTo>
                    <a:pt x="6428" y="103"/>
                  </a:lnTo>
                  <a:lnTo>
                    <a:pt x="6999" y="128"/>
                  </a:lnTo>
                  <a:lnTo>
                    <a:pt x="7539" y="149"/>
                  </a:lnTo>
                  <a:lnTo>
                    <a:pt x="8110" y="164"/>
                  </a:lnTo>
                  <a:lnTo>
                    <a:pt x="9191" y="190"/>
                  </a:lnTo>
                  <a:lnTo>
                    <a:pt x="9191" y="190"/>
                  </a:lnTo>
                  <a:lnTo>
                    <a:pt x="9672" y="195"/>
                  </a:lnTo>
                  <a:lnTo>
                    <a:pt x="10182" y="200"/>
                  </a:lnTo>
                  <a:lnTo>
                    <a:pt x="10182" y="200"/>
                  </a:lnTo>
                  <a:lnTo>
                    <a:pt x="10182" y="256"/>
                  </a:lnTo>
                  <a:lnTo>
                    <a:pt x="10182" y="4903"/>
                  </a:lnTo>
                  <a:lnTo>
                    <a:pt x="10182" y="4903"/>
                  </a:lnTo>
                  <a:lnTo>
                    <a:pt x="10182" y="5010"/>
                  </a:lnTo>
                  <a:lnTo>
                    <a:pt x="10152" y="5112"/>
                  </a:lnTo>
                  <a:lnTo>
                    <a:pt x="10092" y="5214"/>
                  </a:lnTo>
                  <a:lnTo>
                    <a:pt x="10032" y="5316"/>
                  </a:lnTo>
                  <a:lnTo>
                    <a:pt x="9942" y="5413"/>
                  </a:lnTo>
                  <a:lnTo>
                    <a:pt x="9852" y="5510"/>
                  </a:lnTo>
                  <a:lnTo>
                    <a:pt x="9732" y="5606"/>
                  </a:lnTo>
                  <a:lnTo>
                    <a:pt x="9582" y="5698"/>
                  </a:lnTo>
                  <a:lnTo>
                    <a:pt x="9431" y="5785"/>
                  </a:lnTo>
                  <a:lnTo>
                    <a:pt x="9251" y="5872"/>
                  </a:lnTo>
                  <a:lnTo>
                    <a:pt x="9071" y="5953"/>
                  </a:lnTo>
                  <a:lnTo>
                    <a:pt x="8861" y="6025"/>
                  </a:lnTo>
                  <a:lnTo>
                    <a:pt x="8650" y="6096"/>
                  </a:lnTo>
                  <a:lnTo>
                    <a:pt x="8410" y="6157"/>
                  </a:lnTo>
                  <a:lnTo>
                    <a:pt x="8170" y="6219"/>
                  </a:lnTo>
                  <a:lnTo>
                    <a:pt x="7900" y="6264"/>
                  </a:lnTo>
                  <a:lnTo>
                    <a:pt x="7900" y="6264"/>
                  </a:lnTo>
                  <a:lnTo>
                    <a:pt x="7509" y="6331"/>
                  </a:lnTo>
                  <a:lnTo>
                    <a:pt x="7119" y="6387"/>
                  </a:lnTo>
                  <a:lnTo>
                    <a:pt x="6698" y="6443"/>
                  </a:lnTo>
                  <a:lnTo>
                    <a:pt x="6278" y="6494"/>
                  </a:lnTo>
                  <a:lnTo>
                    <a:pt x="5857" y="6540"/>
                  </a:lnTo>
                  <a:lnTo>
                    <a:pt x="5407" y="6586"/>
                  </a:lnTo>
                  <a:lnTo>
                    <a:pt x="4926" y="6627"/>
                  </a:lnTo>
                  <a:lnTo>
                    <a:pt x="4446" y="6662"/>
                  </a:lnTo>
                  <a:lnTo>
                    <a:pt x="3965" y="6693"/>
                  </a:lnTo>
                  <a:lnTo>
                    <a:pt x="3484" y="6724"/>
                  </a:lnTo>
                  <a:lnTo>
                    <a:pt x="2974" y="6744"/>
                  </a:lnTo>
                  <a:lnTo>
                    <a:pt x="2433" y="6764"/>
                  </a:lnTo>
                  <a:lnTo>
                    <a:pt x="1893" y="6780"/>
                  </a:lnTo>
                  <a:lnTo>
                    <a:pt x="1352" y="6790"/>
                  </a:lnTo>
                  <a:lnTo>
                    <a:pt x="811" y="6800"/>
                  </a:lnTo>
                  <a:lnTo>
                    <a:pt x="241" y="6800"/>
                  </a:lnTo>
                  <a:lnTo>
                    <a:pt x="241" y="6800"/>
                  </a:lnTo>
                  <a:lnTo>
                    <a:pt x="0" y="6800"/>
                  </a:lnTo>
                  <a:lnTo>
                    <a:pt x="0" y="1771"/>
                  </a:lnTo>
                  <a:lnTo>
                    <a:pt x="0" y="1771"/>
                  </a:lnTo>
                  <a:lnTo>
                    <a:pt x="30" y="1664"/>
                  </a:lnTo>
                  <a:lnTo>
                    <a:pt x="61" y="1557"/>
                  </a:lnTo>
                  <a:lnTo>
                    <a:pt x="91" y="1444"/>
                  </a:lnTo>
                  <a:lnTo>
                    <a:pt x="181" y="1342"/>
                  </a:lnTo>
                  <a:lnTo>
                    <a:pt x="271" y="1235"/>
                  </a:lnTo>
                  <a:lnTo>
                    <a:pt x="361" y="1133"/>
                  </a:lnTo>
                  <a:lnTo>
                    <a:pt x="481" y="1036"/>
                  </a:lnTo>
                  <a:lnTo>
                    <a:pt x="631" y="939"/>
                  </a:lnTo>
                  <a:lnTo>
                    <a:pt x="781" y="848"/>
                  </a:lnTo>
                  <a:lnTo>
                    <a:pt x="962" y="756"/>
                  </a:lnTo>
                  <a:lnTo>
                    <a:pt x="1142" y="674"/>
                  </a:lnTo>
                  <a:lnTo>
                    <a:pt x="1352" y="593"/>
                  </a:lnTo>
                  <a:lnTo>
                    <a:pt x="1562" y="521"/>
                  </a:lnTo>
                  <a:lnTo>
                    <a:pt x="1803" y="455"/>
                  </a:lnTo>
                  <a:lnTo>
                    <a:pt x="2043" y="394"/>
                  </a:lnTo>
                  <a:lnTo>
                    <a:pt x="2313" y="343"/>
                  </a:lnTo>
                  <a:lnTo>
                    <a:pt x="2313" y="343"/>
                  </a:lnTo>
                  <a:lnTo>
                    <a:pt x="2884" y="246"/>
                  </a:lnTo>
                  <a:lnTo>
                    <a:pt x="3484" y="154"/>
                  </a:lnTo>
                  <a:lnTo>
                    <a:pt x="4115" y="72"/>
                  </a:lnTo>
                  <a:lnTo>
                    <a:pt x="477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75"/>
            <p:cNvSpPr/>
            <p:nvPr/>
          </p:nvSpPr>
          <p:spPr>
            <a:xfrm flipH="1">
              <a:off x="6234834" y="3563337"/>
              <a:ext cx="8334" cy="85745"/>
            </a:xfrm>
            <a:custGeom>
              <a:avLst/>
              <a:gdLst/>
              <a:ahLst/>
              <a:cxnLst/>
              <a:rect l="l" t="t" r="r" b="b"/>
              <a:pathLst>
                <a:path w="392" h="684" extrusionOk="0">
                  <a:moveTo>
                    <a:pt x="1" y="0"/>
                  </a:moveTo>
                  <a:lnTo>
                    <a:pt x="1" y="684"/>
                  </a:lnTo>
                  <a:lnTo>
                    <a:pt x="31" y="510"/>
                  </a:lnTo>
                  <a:lnTo>
                    <a:pt x="91" y="337"/>
                  </a:lnTo>
                  <a:lnTo>
                    <a:pt x="241" y="169"/>
                  </a:lnTo>
                  <a:lnTo>
                    <a:pt x="391" y="6"/>
                  </a:lnTo>
                  <a:lnTo>
                    <a:pt x="1" y="0"/>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75"/>
            <p:cNvSpPr/>
            <p:nvPr/>
          </p:nvSpPr>
          <p:spPr>
            <a:xfrm flipH="1">
              <a:off x="6234834" y="3563337"/>
              <a:ext cx="8334" cy="721307"/>
            </a:xfrm>
            <a:custGeom>
              <a:avLst/>
              <a:gdLst/>
              <a:ahLst/>
              <a:cxnLst/>
              <a:rect l="l" t="t" r="r" b="b"/>
              <a:pathLst>
                <a:path w="392" h="5754" fill="none" extrusionOk="0">
                  <a:moveTo>
                    <a:pt x="1" y="0"/>
                  </a:moveTo>
                  <a:lnTo>
                    <a:pt x="1" y="0"/>
                  </a:lnTo>
                  <a:lnTo>
                    <a:pt x="391" y="6"/>
                  </a:lnTo>
                  <a:lnTo>
                    <a:pt x="391" y="6"/>
                  </a:lnTo>
                  <a:lnTo>
                    <a:pt x="241" y="169"/>
                  </a:lnTo>
                  <a:lnTo>
                    <a:pt x="91" y="337"/>
                  </a:lnTo>
                  <a:lnTo>
                    <a:pt x="31" y="510"/>
                  </a:lnTo>
                  <a:lnTo>
                    <a:pt x="1" y="684"/>
                  </a:lnTo>
                  <a:lnTo>
                    <a:pt x="1" y="5754"/>
                  </a:lnTo>
                  <a:lnTo>
                    <a:pt x="1" y="5754"/>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75"/>
            <p:cNvSpPr/>
            <p:nvPr/>
          </p:nvSpPr>
          <p:spPr>
            <a:xfrm flipH="1">
              <a:off x="6025402" y="3563964"/>
              <a:ext cx="217766" cy="720680"/>
            </a:xfrm>
            <a:custGeom>
              <a:avLst/>
              <a:gdLst/>
              <a:ahLst/>
              <a:cxnLst/>
              <a:rect l="l" t="t" r="r" b="b"/>
              <a:pathLst>
                <a:path w="10243" h="5749" extrusionOk="0">
                  <a:moveTo>
                    <a:pt x="391" y="1"/>
                  </a:moveTo>
                  <a:lnTo>
                    <a:pt x="241" y="164"/>
                  </a:lnTo>
                  <a:lnTo>
                    <a:pt x="91" y="332"/>
                  </a:lnTo>
                  <a:lnTo>
                    <a:pt x="31" y="505"/>
                  </a:lnTo>
                  <a:lnTo>
                    <a:pt x="1" y="679"/>
                  </a:lnTo>
                  <a:lnTo>
                    <a:pt x="1" y="5749"/>
                  </a:lnTo>
                  <a:lnTo>
                    <a:pt x="511" y="5749"/>
                  </a:lnTo>
                  <a:lnTo>
                    <a:pt x="1412" y="5744"/>
                  </a:lnTo>
                  <a:lnTo>
                    <a:pt x="1833" y="5734"/>
                  </a:lnTo>
                  <a:lnTo>
                    <a:pt x="2283" y="5723"/>
                  </a:lnTo>
                  <a:lnTo>
                    <a:pt x="2734" y="5713"/>
                  </a:lnTo>
                  <a:lnTo>
                    <a:pt x="3154" y="5693"/>
                  </a:lnTo>
                  <a:lnTo>
                    <a:pt x="3575" y="5672"/>
                  </a:lnTo>
                  <a:lnTo>
                    <a:pt x="3995" y="5652"/>
                  </a:lnTo>
                  <a:lnTo>
                    <a:pt x="4416" y="5621"/>
                  </a:lnTo>
                  <a:lnTo>
                    <a:pt x="4836" y="5591"/>
                  </a:lnTo>
                  <a:lnTo>
                    <a:pt x="5227" y="5555"/>
                  </a:lnTo>
                  <a:lnTo>
                    <a:pt x="5617" y="5519"/>
                  </a:lnTo>
                  <a:lnTo>
                    <a:pt x="6008" y="5479"/>
                  </a:lnTo>
                  <a:lnTo>
                    <a:pt x="6398" y="5433"/>
                  </a:lnTo>
                  <a:lnTo>
                    <a:pt x="6759" y="5382"/>
                  </a:lnTo>
                  <a:lnTo>
                    <a:pt x="7119" y="5331"/>
                  </a:lnTo>
                  <a:lnTo>
                    <a:pt x="7479" y="5270"/>
                  </a:lnTo>
                  <a:lnTo>
                    <a:pt x="7810" y="5198"/>
                  </a:lnTo>
                  <a:lnTo>
                    <a:pt x="8140" y="5122"/>
                  </a:lnTo>
                  <a:lnTo>
                    <a:pt x="8441" y="5035"/>
                  </a:lnTo>
                  <a:lnTo>
                    <a:pt x="8741" y="4943"/>
                  </a:lnTo>
                  <a:lnTo>
                    <a:pt x="9011" y="4841"/>
                  </a:lnTo>
                  <a:lnTo>
                    <a:pt x="9252" y="4739"/>
                  </a:lnTo>
                  <a:lnTo>
                    <a:pt x="9492" y="4627"/>
                  </a:lnTo>
                  <a:lnTo>
                    <a:pt x="9702" y="4515"/>
                  </a:lnTo>
                  <a:lnTo>
                    <a:pt x="9882" y="4397"/>
                  </a:lnTo>
                  <a:lnTo>
                    <a:pt x="10002" y="4275"/>
                  </a:lnTo>
                  <a:lnTo>
                    <a:pt x="10123" y="4152"/>
                  </a:lnTo>
                  <a:lnTo>
                    <a:pt x="10183" y="4030"/>
                  </a:lnTo>
                  <a:lnTo>
                    <a:pt x="10213" y="3903"/>
                  </a:lnTo>
                  <a:lnTo>
                    <a:pt x="10213" y="3780"/>
                  </a:lnTo>
                  <a:lnTo>
                    <a:pt x="10183" y="3653"/>
                  </a:lnTo>
                  <a:lnTo>
                    <a:pt x="10183" y="1918"/>
                  </a:lnTo>
                  <a:lnTo>
                    <a:pt x="10213" y="1801"/>
                  </a:lnTo>
                  <a:lnTo>
                    <a:pt x="10243" y="1684"/>
                  </a:lnTo>
                  <a:lnTo>
                    <a:pt x="10213" y="1566"/>
                  </a:lnTo>
                  <a:lnTo>
                    <a:pt x="10153" y="1449"/>
                  </a:lnTo>
                  <a:lnTo>
                    <a:pt x="10032" y="1332"/>
                  </a:lnTo>
                  <a:lnTo>
                    <a:pt x="9882" y="1220"/>
                  </a:lnTo>
                  <a:lnTo>
                    <a:pt x="9702" y="1112"/>
                  </a:lnTo>
                  <a:lnTo>
                    <a:pt x="9462" y="1005"/>
                  </a:lnTo>
                  <a:lnTo>
                    <a:pt x="9191" y="903"/>
                  </a:lnTo>
                  <a:lnTo>
                    <a:pt x="8891" y="806"/>
                  </a:lnTo>
                  <a:lnTo>
                    <a:pt x="8531" y="715"/>
                  </a:lnTo>
                  <a:lnTo>
                    <a:pt x="8140" y="623"/>
                  </a:lnTo>
                  <a:lnTo>
                    <a:pt x="7690" y="541"/>
                  </a:lnTo>
                  <a:lnTo>
                    <a:pt x="7209" y="470"/>
                  </a:lnTo>
                  <a:lnTo>
                    <a:pt x="6699" y="398"/>
                  </a:lnTo>
                  <a:lnTo>
                    <a:pt x="6128" y="342"/>
                  </a:lnTo>
                  <a:lnTo>
                    <a:pt x="5377" y="276"/>
                  </a:lnTo>
                  <a:lnTo>
                    <a:pt x="4626" y="215"/>
                  </a:lnTo>
                  <a:lnTo>
                    <a:pt x="3905" y="159"/>
                  </a:lnTo>
                  <a:lnTo>
                    <a:pt x="3185" y="118"/>
                  </a:lnTo>
                  <a:lnTo>
                    <a:pt x="2464" y="77"/>
                  </a:lnTo>
                  <a:lnTo>
                    <a:pt x="1773" y="46"/>
                  </a:lnTo>
                  <a:lnTo>
                    <a:pt x="1082" y="21"/>
                  </a:lnTo>
                  <a:lnTo>
                    <a:pt x="391" y="1"/>
                  </a:lnTo>
                  <a:close/>
                </a:path>
              </a:pathLst>
            </a:custGeom>
            <a:solidFill>
              <a:srgbClr val="FF7C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75"/>
            <p:cNvSpPr/>
            <p:nvPr/>
          </p:nvSpPr>
          <p:spPr>
            <a:xfrm flipH="1">
              <a:off x="6025402" y="3563964"/>
              <a:ext cx="217766" cy="720680"/>
            </a:xfrm>
            <a:custGeom>
              <a:avLst/>
              <a:gdLst/>
              <a:ahLst/>
              <a:cxnLst/>
              <a:rect l="l" t="t" r="r" b="b"/>
              <a:pathLst>
                <a:path w="10243" h="5749" fill="none" extrusionOk="0">
                  <a:moveTo>
                    <a:pt x="391" y="1"/>
                  </a:moveTo>
                  <a:lnTo>
                    <a:pt x="391" y="1"/>
                  </a:lnTo>
                  <a:lnTo>
                    <a:pt x="1082" y="21"/>
                  </a:lnTo>
                  <a:lnTo>
                    <a:pt x="1773" y="46"/>
                  </a:lnTo>
                  <a:lnTo>
                    <a:pt x="2464" y="77"/>
                  </a:lnTo>
                  <a:lnTo>
                    <a:pt x="3185" y="118"/>
                  </a:lnTo>
                  <a:lnTo>
                    <a:pt x="3905" y="159"/>
                  </a:lnTo>
                  <a:lnTo>
                    <a:pt x="4626" y="215"/>
                  </a:lnTo>
                  <a:lnTo>
                    <a:pt x="5377" y="276"/>
                  </a:lnTo>
                  <a:lnTo>
                    <a:pt x="6128" y="342"/>
                  </a:lnTo>
                  <a:lnTo>
                    <a:pt x="6128" y="342"/>
                  </a:lnTo>
                  <a:lnTo>
                    <a:pt x="6699" y="398"/>
                  </a:lnTo>
                  <a:lnTo>
                    <a:pt x="7209" y="470"/>
                  </a:lnTo>
                  <a:lnTo>
                    <a:pt x="7690" y="541"/>
                  </a:lnTo>
                  <a:lnTo>
                    <a:pt x="8140" y="623"/>
                  </a:lnTo>
                  <a:lnTo>
                    <a:pt x="8531" y="715"/>
                  </a:lnTo>
                  <a:lnTo>
                    <a:pt x="8891" y="806"/>
                  </a:lnTo>
                  <a:lnTo>
                    <a:pt x="9191" y="903"/>
                  </a:lnTo>
                  <a:lnTo>
                    <a:pt x="9462" y="1005"/>
                  </a:lnTo>
                  <a:lnTo>
                    <a:pt x="9702" y="1112"/>
                  </a:lnTo>
                  <a:lnTo>
                    <a:pt x="9882" y="1220"/>
                  </a:lnTo>
                  <a:lnTo>
                    <a:pt x="10032" y="1332"/>
                  </a:lnTo>
                  <a:lnTo>
                    <a:pt x="10153" y="1449"/>
                  </a:lnTo>
                  <a:lnTo>
                    <a:pt x="10213" y="1566"/>
                  </a:lnTo>
                  <a:lnTo>
                    <a:pt x="10243" y="1684"/>
                  </a:lnTo>
                  <a:lnTo>
                    <a:pt x="10213" y="1801"/>
                  </a:lnTo>
                  <a:lnTo>
                    <a:pt x="10183" y="1918"/>
                  </a:lnTo>
                  <a:lnTo>
                    <a:pt x="10183" y="3653"/>
                  </a:lnTo>
                  <a:lnTo>
                    <a:pt x="10183" y="3653"/>
                  </a:lnTo>
                  <a:lnTo>
                    <a:pt x="10213" y="3780"/>
                  </a:lnTo>
                  <a:lnTo>
                    <a:pt x="10213" y="3903"/>
                  </a:lnTo>
                  <a:lnTo>
                    <a:pt x="10183" y="4030"/>
                  </a:lnTo>
                  <a:lnTo>
                    <a:pt x="10123" y="4152"/>
                  </a:lnTo>
                  <a:lnTo>
                    <a:pt x="10002" y="4275"/>
                  </a:lnTo>
                  <a:lnTo>
                    <a:pt x="9882" y="4397"/>
                  </a:lnTo>
                  <a:lnTo>
                    <a:pt x="9702" y="4515"/>
                  </a:lnTo>
                  <a:lnTo>
                    <a:pt x="9492" y="4627"/>
                  </a:lnTo>
                  <a:lnTo>
                    <a:pt x="9252" y="4739"/>
                  </a:lnTo>
                  <a:lnTo>
                    <a:pt x="9011" y="4841"/>
                  </a:lnTo>
                  <a:lnTo>
                    <a:pt x="8741" y="4943"/>
                  </a:lnTo>
                  <a:lnTo>
                    <a:pt x="8441" y="5035"/>
                  </a:lnTo>
                  <a:lnTo>
                    <a:pt x="8140" y="5122"/>
                  </a:lnTo>
                  <a:lnTo>
                    <a:pt x="7810" y="5198"/>
                  </a:lnTo>
                  <a:lnTo>
                    <a:pt x="7479" y="5270"/>
                  </a:lnTo>
                  <a:lnTo>
                    <a:pt x="7119" y="5331"/>
                  </a:lnTo>
                  <a:lnTo>
                    <a:pt x="7119" y="5331"/>
                  </a:lnTo>
                  <a:lnTo>
                    <a:pt x="6759" y="5382"/>
                  </a:lnTo>
                  <a:lnTo>
                    <a:pt x="6398" y="5433"/>
                  </a:lnTo>
                  <a:lnTo>
                    <a:pt x="6008" y="5479"/>
                  </a:lnTo>
                  <a:lnTo>
                    <a:pt x="5617" y="5519"/>
                  </a:lnTo>
                  <a:lnTo>
                    <a:pt x="5227" y="5555"/>
                  </a:lnTo>
                  <a:lnTo>
                    <a:pt x="4836" y="5591"/>
                  </a:lnTo>
                  <a:lnTo>
                    <a:pt x="4416" y="5621"/>
                  </a:lnTo>
                  <a:lnTo>
                    <a:pt x="3995" y="5652"/>
                  </a:lnTo>
                  <a:lnTo>
                    <a:pt x="3575" y="5672"/>
                  </a:lnTo>
                  <a:lnTo>
                    <a:pt x="3154" y="5693"/>
                  </a:lnTo>
                  <a:lnTo>
                    <a:pt x="2734" y="5713"/>
                  </a:lnTo>
                  <a:lnTo>
                    <a:pt x="2283" y="5723"/>
                  </a:lnTo>
                  <a:lnTo>
                    <a:pt x="1833" y="5734"/>
                  </a:lnTo>
                  <a:lnTo>
                    <a:pt x="1412" y="5744"/>
                  </a:lnTo>
                  <a:lnTo>
                    <a:pt x="511" y="5749"/>
                  </a:lnTo>
                  <a:lnTo>
                    <a:pt x="511" y="5749"/>
                  </a:lnTo>
                  <a:lnTo>
                    <a:pt x="1" y="5749"/>
                  </a:lnTo>
                  <a:lnTo>
                    <a:pt x="1" y="679"/>
                  </a:lnTo>
                  <a:lnTo>
                    <a:pt x="1" y="679"/>
                  </a:lnTo>
                  <a:lnTo>
                    <a:pt x="31" y="505"/>
                  </a:lnTo>
                  <a:lnTo>
                    <a:pt x="91" y="332"/>
                  </a:lnTo>
                  <a:lnTo>
                    <a:pt x="241" y="164"/>
                  </a:lnTo>
                  <a:lnTo>
                    <a:pt x="39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75"/>
            <p:cNvSpPr/>
            <p:nvPr/>
          </p:nvSpPr>
          <p:spPr>
            <a:xfrm flipH="1">
              <a:off x="6243151" y="3562084"/>
              <a:ext cx="232436" cy="722561"/>
            </a:xfrm>
            <a:custGeom>
              <a:avLst/>
              <a:gdLst/>
              <a:ahLst/>
              <a:cxnLst/>
              <a:rect l="l" t="t" r="r" b="b"/>
              <a:pathLst>
                <a:path w="10933" h="5764" extrusionOk="0">
                  <a:moveTo>
                    <a:pt x="9221" y="0"/>
                  </a:moveTo>
                  <a:lnTo>
                    <a:pt x="8680" y="5"/>
                  </a:lnTo>
                  <a:lnTo>
                    <a:pt x="8140" y="21"/>
                  </a:lnTo>
                  <a:lnTo>
                    <a:pt x="7629" y="36"/>
                  </a:lnTo>
                  <a:lnTo>
                    <a:pt x="7118" y="56"/>
                  </a:lnTo>
                  <a:lnTo>
                    <a:pt x="6608" y="82"/>
                  </a:lnTo>
                  <a:lnTo>
                    <a:pt x="6127" y="112"/>
                  </a:lnTo>
                  <a:lnTo>
                    <a:pt x="5647" y="143"/>
                  </a:lnTo>
                  <a:lnTo>
                    <a:pt x="5166" y="184"/>
                  </a:lnTo>
                  <a:lnTo>
                    <a:pt x="4716" y="225"/>
                  </a:lnTo>
                  <a:lnTo>
                    <a:pt x="4295" y="271"/>
                  </a:lnTo>
                  <a:lnTo>
                    <a:pt x="3875" y="322"/>
                  </a:lnTo>
                  <a:lnTo>
                    <a:pt x="3454" y="373"/>
                  </a:lnTo>
                  <a:lnTo>
                    <a:pt x="3064" y="434"/>
                  </a:lnTo>
                  <a:lnTo>
                    <a:pt x="2673" y="495"/>
                  </a:lnTo>
                  <a:lnTo>
                    <a:pt x="2313" y="556"/>
                  </a:lnTo>
                  <a:lnTo>
                    <a:pt x="2043" y="612"/>
                  </a:lnTo>
                  <a:lnTo>
                    <a:pt x="1802" y="668"/>
                  </a:lnTo>
                  <a:lnTo>
                    <a:pt x="1562" y="740"/>
                  </a:lnTo>
                  <a:lnTo>
                    <a:pt x="1352" y="811"/>
                  </a:lnTo>
                  <a:lnTo>
                    <a:pt x="1142" y="888"/>
                  </a:lnTo>
                  <a:lnTo>
                    <a:pt x="961" y="974"/>
                  </a:lnTo>
                  <a:lnTo>
                    <a:pt x="781" y="1061"/>
                  </a:lnTo>
                  <a:lnTo>
                    <a:pt x="631" y="1153"/>
                  </a:lnTo>
                  <a:lnTo>
                    <a:pt x="481" y="1250"/>
                  </a:lnTo>
                  <a:lnTo>
                    <a:pt x="361" y="1352"/>
                  </a:lnTo>
                  <a:lnTo>
                    <a:pt x="240" y="1454"/>
                  </a:lnTo>
                  <a:lnTo>
                    <a:pt x="150" y="1556"/>
                  </a:lnTo>
                  <a:lnTo>
                    <a:pt x="90" y="1663"/>
                  </a:lnTo>
                  <a:lnTo>
                    <a:pt x="30" y="1770"/>
                  </a:lnTo>
                  <a:lnTo>
                    <a:pt x="0" y="1877"/>
                  </a:lnTo>
                  <a:lnTo>
                    <a:pt x="0" y="1984"/>
                  </a:lnTo>
                  <a:lnTo>
                    <a:pt x="0" y="3841"/>
                  </a:lnTo>
                  <a:lnTo>
                    <a:pt x="0" y="3938"/>
                  </a:lnTo>
                  <a:lnTo>
                    <a:pt x="30" y="4040"/>
                  </a:lnTo>
                  <a:lnTo>
                    <a:pt x="90" y="4137"/>
                  </a:lnTo>
                  <a:lnTo>
                    <a:pt x="150" y="4234"/>
                  </a:lnTo>
                  <a:lnTo>
                    <a:pt x="240" y="4331"/>
                  </a:lnTo>
                  <a:lnTo>
                    <a:pt x="331" y="4428"/>
                  </a:lnTo>
                  <a:lnTo>
                    <a:pt x="451" y="4519"/>
                  </a:lnTo>
                  <a:lnTo>
                    <a:pt x="601" y="4611"/>
                  </a:lnTo>
                  <a:lnTo>
                    <a:pt x="781" y="4703"/>
                  </a:lnTo>
                  <a:lnTo>
                    <a:pt x="991" y="4785"/>
                  </a:lnTo>
                  <a:lnTo>
                    <a:pt x="1202" y="4866"/>
                  </a:lnTo>
                  <a:lnTo>
                    <a:pt x="1472" y="4948"/>
                  </a:lnTo>
                  <a:lnTo>
                    <a:pt x="1742" y="5019"/>
                  </a:lnTo>
                  <a:lnTo>
                    <a:pt x="2043" y="5091"/>
                  </a:lnTo>
                  <a:lnTo>
                    <a:pt x="2373" y="5152"/>
                  </a:lnTo>
                  <a:lnTo>
                    <a:pt x="2763" y="5213"/>
                  </a:lnTo>
                  <a:lnTo>
                    <a:pt x="3154" y="5269"/>
                  </a:lnTo>
                  <a:lnTo>
                    <a:pt x="3604" y="5325"/>
                  </a:lnTo>
                  <a:lnTo>
                    <a:pt x="4055" y="5376"/>
                  </a:lnTo>
                  <a:lnTo>
                    <a:pt x="4505" y="5427"/>
                  </a:lnTo>
                  <a:lnTo>
                    <a:pt x="4986" y="5473"/>
                  </a:lnTo>
                  <a:lnTo>
                    <a:pt x="5497" y="5519"/>
                  </a:lnTo>
                  <a:lnTo>
                    <a:pt x="6007" y="5560"/>
                  </a:lnTo>
                  <a:lnTo>
                    <a:pt x="6518" y="5596"/>
                  </a:lnTo>
                  <a:lnTo>
                    <a:pt x="7058" y="5631"/>
                  </a:lnTo>
                  <a:lnTo>
                    <a:pt x="7599" y="5662"/>
                  </a:lnTo>
                  <a:lnTo>
                    <a:pt x="8140" y="5687"/>
                  </a:lnTo>
                  <a:lnTo>
                    <a:pt x="8680" y="5713"/>
                  </a:lnTo>
                  <a:lnTo>
                    <a:pt x="9251" y="5728"/>
                  </a:lnTo>
                  <a:lnTo>
                    <a:pt x="9792" y="5744"/>
                  </a:lnTo>
                  <a:lnTo>
                    <a:pt x="10362" y="5754"/>
                  </a:lnTo>
                  <a:lnTo>
                    <a:pt x="10933" y="5764"/>
                  </a:lnTo>
                  <a:lnTo>
                    <a:pt x="10933" y="10"/>
                  </a:lnTo>
                  <a:lnTo>
                    <a:pt x="10332" y="0"/>
                  </a:lnTo>
                  <a:close/>
                </a:path>
              </a:pathLst>
            </a:custGeom>
            <a:solidFill>
              <a:srgbClr val="FF6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75"/>
            <p:cNvSpPr/>
            <p:nvPr/>
          </p:nvSpPr>
          <p:spPr>
            <a:xfrm flipH="1">
              <a:off x="6243151" y="3562084"/>
              <a:ext cx="232436" cy="722561"/>
            </a:xfrm>
            <a:custGeom>
              <a:avLst/>
              <a:gdLst/>
              <a:ahLst/>
              <a:cxnLst/>
              <a:rect l="l" t="t" r="r" b="b"/>
              <a:pathLst>
                <a:path w="10933" h="5764" fill="none" extrusionOk="0">
                  <a:moveTo>
                    <a:pt x="9761" y="0"/>
                  </a:moveTo>
                  <a:lnTo>
                    <a:pt x="9761" y="0"/>
                  </a:lnTo>
                  <a:lnTo>
                    <a:pt x="10332" y="0"/>
                  </a:lnTo>
                  <a:lnTo>
                    <a:pt x="10933" y="10"/>
                  </a:lnTo>
                  <a:lnTo>
                    <a:pt x="10933" y="5764"/>
                  </a:lnTo>
                  <a:lnTo>
                    <a:pt x="10933" y="5764"/>
                  </a:lnTo>
                  <a:lnTo>
                    <a:pt x="10362" y="5754"/>
                  </a:lnTo>
                  <a:lnTo>
                    <a:pt x="9792" y="5744"/>
                  </a:lnTo>
                  <a:lnTo>
                    <a:pt x="9251" y="5728"/>
                  </a:lnTo>
                  <a:lnTo>
                    <a:pt x="8680" y="5713"/>
                  </a:lnTo>
                  <a:lnTo>
                    <a:pt x="8140" y="5687"/>
                  </a:lnTo>
                  <a:lnTo>
                    <a:pt x="7599" y="5662"/>
                  </a:lnTo>
                  <a:lnTo>
                    <a:pt x="7058" y="5631"/>
                  </a:lnTo>
                  <a:lnTo>
                    <a:pt x="6518" y="5596"/>
                  </a:lnTo>
                  <a:lnTo>
                    <a:pt x="6007" y="5560"/>
                  </a:lnTo>
                  <a:lnTo>
                    <a:pt x="5497" y="5519"/>
                  </a:lnTo>
                  <a:lnTo>
                    <a:pt x="4986" y="5473"/>
                  </a:lnTo>
                  <a:lnTo>
                    <a:pt x="4505" y="5427"/>
                  </a:lnTo>
                  <a:lnTo>
                    <a:pt x="4055" y="5376"/>
                  </a:lnTo>
                  <a:lnTo>
                    <a:pt x="3604" y="5325"/>
                  </a:lnTo>
                  <a:lnTo>
                    <a:pt x="3154" y="5269"/>
                  </a:lnTo>
                  <a:lnTo>
                    <a:pt x="2763" y="5213"/>
                  </a:lnTo>
                  <a:lnTo>
                    <a:pt x="2763" y="5213"/>
                  </a:lnTo>
                  <a:lnTo>
                    <a:pt x="2373" y="5152"/>
                  </a:lnTo>
                  <a:lnTo>
                    <a:pt x="2043" y="5091"/>
                  </a:lnTo>
                  <a:lnTo>
                    <a:pt x="1742" y="5019"/>
                  </a:lnTo>
                  <a:lnTo>
                    <a:pt x="1472" y="4948"/>
                  </a:lnTo>
                  <a:lnTo>
                    <a:pt x="1202" y="4866"/>
                  </a:lnTo>
                  <a:lnTo>
                    <a:pt x="991" y="4785"/>
                  </a:lnTo>
                  <a:lnTo>
                    <a:pt x="781" y="4703"/>
                  </a:lnTo>
                  <a:lnTo>
                    <a:pt x="601" y="4611"/>
                  </a:lnTo>
                  <a:lnTo>
                    <a:pt x="451" y="4519"/>
                  </a:lnTo>
                  <a:lnTo>
                    <a:pt x="331" y="4428"/>
                  </a:lnTo>
                  <a:lnTo>
                    <a:pt x="240" y="4331"/>
                  </a:lnTo>
                  <a:lnTo>
                    <a:pt x="150" y="4234"/>
                  </a:lnTo>
                  <a:lnTo>
                    <a:pt x="90" y="4137"/>
                  </a:lnTo>
                  <a:lnTo>
                    <a:pt x="30" y="4040"/>
                  </a:lnTo>
                  <a:lnTo>
                    <a:pt x="0" y="3938"/>
                  </a:lnTo>
                  <a:lnTo>
                    <a:pt x="0" y="3841"/>
                  </a:lnTo>
                  <a:lnTo>
                    <a:pt x="0" y="1984"/>
                  </a:lnTo>
                  <a:lnTo>
                    <a:pt x="0" y="1984"/>
                  </a:lnTo>
                  <a:lnTo>
                    <a:pt x="0" y="1877"/>
                  </a:lnTo>
                  <a:lnTo>
                    <a:pt x="30" y="1770"/>
                  </a:lnTo>
                  <a:lnTo>
                    <a:pt x="90" y="1663"/>
                  </a:lnTo>
                  <a:lnTo>
                    <a:pt x="150" y="1556"/>
                  </a:lnTo>
                  <a:lnTo>
                    <a:pt x="240" y="1454"/>
                  </a:lnTo>
                  <a:lnTo>
                    <a:pt x="361" y="1352"/>
                  </a:lnTo>
                  <a:lnTo>
                    <a:pt x="481" y="1250"/>
                  </a:lnTo>
                  <a:lnTo>
                    <a:pt x="631" y="1153"/>
                  </a:lnTo>
                  <a:lnTo>
                    <a:pt x="781" y="1061"/>
                  </a:lnTo>
                  <a:lnTo>
                    <a:pt x="961" y="974"/>
                  </a:lnTo>
                  <a:lnTo>
                    <a:pt x="1142" y="888"/>
                  </a:lnTo>
                  <a:lnTo>
                    <a:pt x="1352" y="811"/>
                  </a:lnTo>
                  <a:lnTo>
                    <a:pt x="1562" y="740"/>
                  </a:lnTo>
                  <a:lnTo>
                    <a:pt x="1802" y="668"/>
                  </a:lnTo>
                  <a:lnTo>
                    <a:pt x="2043" y="612"/>
                  </a:lnTo>
                  <a:lnTo>
                    <a:pt x="2313" y="556"/>
                  </a:lnTo>
                  <a:lnTo>
                    <a:pt x="2313" y="556"/>
                  </a:lnTo>
                  <a:lnTo>
                    <a:pt x="2673" y="495"/>
                  </a:lnTo>
                  <a:lnTo>
                    <a:pt x="3064" y="434"/>
                  </a:lnTo>
                  <a:lnTo>
                    <a:pt x="3454" y="373"/>
                  </a:lnTo>
                  <a:lnTo>
                    <a:pt x="3875" y="322"/>
                  </a:lnTo>
                  <a:lnTo>
                    <a:pt x="4295" y="271"/>
                  </a:lnTo>
                  <a:lnTo>
                    <a:pt x="4716" y="225"/>
                  </a:lnTo>
                  <a:lnTo>
                    <a:pt x="5166" y="184"/>
                  </a:lnTo>
                  <a:lnTo>
                    <a:pt x="5647" y="143"/>
                  </a:lnTo>
                  <a:lnTo>
                    <a:pt x="6127" y="112"/>
                  </a:lnTo>
                  <a:lnTo>
                    <a:pt x="6608" y="82"/>
                  </a:lnTo>
                  <a:lnTo>
                    <a:pt x="7118" y="56"/>
                  </a:lnTo>
                  <a:lnTo>
                    <a:pt x="7629" y="36"/>
                  </a:lnTo>
                  <a:lnTo>
                    <a:pt x="8140" y="21"/>
                  </a:lnTo>
                  <a:lnTo>
                    <a:pt x="8680" y="5"/>
                  </a:lnTo>
                  <a:lnTo>
                    <a:pt x="9221" y="0"/>
                  </a:lnTo>
                  <a:lnTo>
                    <a:pt x="976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75"/>
            <p:cNvSpPr/>
            <p:nvPr/>
          </p:nvSpPr>
          <p:spPr>
            <a:xfrm flipH="1">
              <a:off x="6243177" y="4287773"/>
              <a:ext cx="1641059" cy="445144"/>
            </a:xfrm>
            <a:custGeom>
              <a:avLst/>
              <a:gdLst/>
              <a:ahLst/>
              <a:cxnLst/>
              <a:rect l="l" t="t" r="r" b="b"/>
              <a:pathLst>
                <a:path w="77190" h="3551" extrusionOk="0">
                  <a:moveTo>
                    <a:pt x="10423" y="0"/>
                  </a:moveTo>
                  <a:lnTo>
                    <a:pt x="10273" y="6"/>
                  </a:lnTo>
                  <a:lnTo>
                    <a:pt x="9492" y="11"/>
                  </a:lnTo>
                  <a:lnTo>
                    <a:pt x="8771" y="21"/>
                  </a:lnTo>
                  <a:lnTo>
                    <a:pt x="8050" y="36"/>
                  </a:lnTo>
                  <a:lnTo>
                    <a:pt x="7419" y="57"/>
                  </a:lnTo>
                  <a:lnTo>
                    <a:pt x="6789" y="82"/>
                  </a:lnTo>
                  <a:lnTo>
                    <a:pt x="6218" y="108"/>
                  </a:lnTo>
                  <a:lnTo>
                    <a:pt x="5647" y="138"/>
                  </a:lnTo>
                  <a:lnTo>
                    <a:pt x="5137" y="174"/>
                  </a:lnTo>
                  <a:lnTo>
                    <a:pt x="4656" y="210"/>
                  </a:lnTo>
                  <a:lnTo>
                    <a:pt x="4206" y="250"/>
                  </a:lnTo>
                  <a:lnTo>
                    <a:pt x="3815" y="291"/>
                  </a:lnTo>
                  <a:lnTo>
                    <a:pt x="3425" y="337"/>
                  </a:lnTo>
                  <a:lnTo>
                    <a:pt x="3064" y="388"/>
                  </a:lnTo>
                  <a:lnTo>
                    <a:pt x="2734" y="434"/>
                  </a:lnTo>
                  <a:lnTo>
                    <a:pt x="2403" y="490"/>
                  </a:lnTo>
                  <a:lnTo>
                    <a:pt x="2133" y="541"/>
                  </a:lnTo>
                  <a:lnTo>
                    <a:pt x="1863" y="602"/>
                  </a:lnTo>
                  <a:lnTo>
                    <a:pt x="1653" y="658"/>
                  </a:lnTo>
                  <a:lnTo>
                    <a:pt x="1412" y="720"/>
                  </a:lnTo>
                  <a:lnTo>
                    <a:pt x="1232" y="776"/>
                  </a:lnTo>
                  <a:lnTo>
                    <a:pt x="1052" y="837"/>
                  </a:lnTo>
                  <a:lnTo>
                    <a:pt x="902" y="903"/>
                  </a:lnTo>
                  <a:lnTo>
                    <a:pt x="631" y="1031"/>
                  </a:lnTo>
                  <a:lnTo>
                    <a:pt x="421" y="1158"/>
                  </a:lnTo>
                  <a:lnTo>
                    <a:pt x="271" y="1286"/>
                  </a:lnTo>
                  <a:lnTo>
                    <a:pt x="151" y="1413"/>
                  </a:lnTo>
                  <a:lnTo>
                    <a:pt x="61" y="1536"/>
                  </a:lnTo>
                  <a:lnTo>
                    <a:pt x="1" y="1668"/>
                  </a:lnTo>
                  <a:lnTo>
                    <a:pt x="1" y="1811"/>
                  </a:lnTo>
                  <a:lnTo>
                    <a:pt x="31" y="1964"/>
                  </a:lnTo>
                  <a:lnTo>
                    <a:pt x="151" y="2122"/>
                  </a:lnTo>
                  <a:lnTo>
                    <a:pt x="241" y="2209"/>
                  </a:lnTo>
                  <a:lnTo>
                    <a:pt x="331" y="2291"/>
                  </a:lnTo>
                  <a:lnTo>
                    <a:pt x="481" y="2372"/>
                  </a:lnTo>
                  <a:lnTo>
                    <a:pt x="631" y="2459"/>
                  </a:lnTo>
                  <a:lnTo>
                    <a:pt x="812" y="2541"/>
                  </a:lnTo>
                  <a:lnTo>
                    <a:pt x="992" y="2622"/>
                  </a:lnTo>
                  <a:lnTo>
                    <a:pt x="1232" y="2704"/>
                  </a:lnTo>
                  <a:lnTo>
                    <a:pt x="1472" y="2785"/>
                  </a:lnTo>
                  <a:lnTo>
                    <a:pt x="1773" y="2862"/>
                  </a:lnTo>
                  <a:lnTo>
                    <a:pt x="2073" y="2938"/>
                  </a:lnTo>
                  <a:lnTo>
                    <a:pt x="2434" y="3015"/>
                  </a:lnTo>
                  <a:lnTo>
                    <a:pt x="2824" y="3081"/>
                  </a:lnTo>
                  <a:lnTo>
                    <a:pt x="3214" y="3148"/>
                  </a:lnTo>
                  <a:lnTo>
                    <a:pt x="3665" y="3214"/>
                  </a:lnTo>
                  <a:lnTo>
                    <a:pt x="4176" y="3270"/>
                  </a:lnTo>
                  <a:lnTo>
                    <a:pt x="4686" y="3326"/>
                  </a:lnTo>
                  <a:lnTo>
                    <a:pt x="5257" y="3377"/>
                  </a:lnTo>
                  <a:lnTo>
                    <a:pt x="5857" y="3418"/>
                  </a:lnTo>
                  <a:lnTo>
                    <a:pt x="6518" y="3459"/>
                  </a:lnTo>
                  <a:lnTo>
                    <a:pt x="7209" y="3489"/>
                  </a:lnTo>
                  <a:lnTo>
                    <a:pt x="7930" y="3515"/>
                  </a:lnTo>
                  <a:lnTo>
                    <a:pt x="8711" y="3535"/>
                  </a:lnTo>
                  <a:lnTo>
                    <a:pt x="9552" y="3545"/>
                  </a:lnTo>
                  <a:lnTo>
                    <a:pt x="10423" y="3551"/>
                  </a:lnTo>
                  <a:lnTo>
                    <a:pt x="76679" y="3551"/>
                  </a:lnTo>
                  <a:lnTo>
                    <a:pt x="77190" y="3545"/>
                  </a:lnTo>
                  <a:lnTo>
                    <a:pt x="77190" y="3479"/>
                  </a:lnTo>
                  <a:lnTo>
                    <a:pt x="77190" y="1735"/>
                  </a:lnTo>
                  <a:lnTo>
                    <a:pt x="77130" y="1837"/>
                  </a:lnTo>
                  <a:lnTo>
                    <a:pt x="77040" y="1934"/>
                  </a:lnTo>
                  <a:lnTo>
                    <a:pt x="76920" y="2031"/>
                  </a:lnTo>
                  <a:lnTo>
                    <a:pt x="76799" y="2122"/>
                  </a:lnTo>
                  <a:lnTo>
                    <a:pt x="76649" y="2214"/>
                  </a:lnTo>
                  <a:lnTo>
                    <a:pt x="76499" y="2306"/>
                  </a:lnTo>
                  <a:lnTo>
                    <a:pt x="76289" y="2393"/>
                  </a:lnTo>
                  <a:lnTo>
                    <a:pt x="76109" y="2474"/>
                  </a:lnTo>
                  <a:lnTo>
                    <a:pt x="75898" y="2556"/>
                  </a:lnTo>
                  <a:lnTo>
                    <a:pt x="75658" y="2632"/>
                  </a:lnTo>
                  <a:lnTo>
                    <a:pt x="75448" y="2709"/>
                  </a:lnTo>
                  <a:lnTo>
                    <a:pt x="75178" y="2775"/>
                  </a:lnTo>
                  <a:lnTo>
                    <a:pt x="74937" y="2836"/>
                  </a:lnTo>
                  <a:lnTo>
                    <a:pt x="74667" y="2898"/>
                  </a:lnTo>
                  <a:lnTo>
                    <a:pt x="74397" y="2949"/>
                  </a:lnTo>
                  <a:lnTo>
                    <a:pt x="74126" y="3000"/>
                  </a:lnTo>
                  <a:lnTo>
                    <a:pt x="73766" y="3051"/>
                  </a:lnTo>
                  <a:lnTo>
                    <a:pt x="73375" y="3102"/>
                  </a:lnTo>
                  <a:lnTo>
                    <a:pt x="73015" y="3148"/>
                  </a:lnTo>
                  <a:lnTo>
                    <a:pt x="72625" y="3188"/>
                  </a:lnTo>
                  <a:lnTo>
                    <a:pt x="72234" y="3224"/>
                  </a:lnTo>
                  <a:lnTo>
                    <a:pt x="71814" y="3260"/>
                  </a:lnTo>
                  <a:lnTo>
                    <a:pt x="71423" y="3290"/>
                  </a:lnTo>
                  <a:lnTo>
                    <a:pt x="71003" y="3321"/>
                  </a:lnTo>
                  <a:lnTo>
                    <a:pt x="70582" y="3341"/>
                  </a:lnTo>
                  <a:lnTo>
                    <a:pt x="70162" y="3362"/>
                  </a:lnTo>
                  <a:lnTo>
                    <a:pt x="69711" y="3382"/>
                  </a:lnTo>
                  <a:lnTo>
                    <a:pt x="69291" y="3392"/>
                  </a:lnTo>
                  <a:lnTo>
                    <a:pt x="68840" y="3403"/>
                  </a:lnTo>
                  <a:lnTo>
                    <a:pt x="68390" y="3413"/>
                  </a:lnTo>
                  <a:lnTo>
                    <a:pt x="67519" y="3418"/>
                  </a:lnTo>
                  <a:lnTo>
                    <a:pt x="66918" y="3418"/>
                  </a:lnTo>
                  <a:lnTo>
                    <a:pt x="66317" y="3408"/>
                  </a:lnTo>
                  <a:lnTo>
                    <a:pt x="65717" y="3398"/>
                  </a:lnTo>
                  <a:lnTo>
                    <a:pt x="65146" y="3377"/>
                  </a:lnTo>
                  <a:lnTo>
                    <a:pt x="64545" y="3357"/>
                  </a:lnTo>
                  <a:lnTo>
                    <a:pt x="63975" y="3331"/>
                  </a:lnTo>
                  <a:lnTo>
                    <a:pt x="63404" y="3301"/>
                  </a:lnTo>
                  <a:lnTo>
                    <a:pt x="62833" y="3265"/>
                  </a:lnTo>
                  <a:lnTo>
                    <a:pt x="62293" y="3229"/>
                  </a:lnTo>
                  <a:lnTo>
                    <a:pt x="61752" y="3183"/>
                  </a:lnTo>
                  <a:lnTo>
                    <a:pt x="61211" y="3142"/>
                  </a:lnTo>
                  <a:lnTo>
                    <a:pt x="60701" y="3091"/>
                  </a:lnTo>
                  <a:lnTo>
                    <a:pt x="60190" y="3040"/>
                  </a:lnTo>
                  <a:lnTo>
                    <a:pt x="59740" y="2984"/>
                  </a:lnTo>
                  <a:lnTo>
                    <a:pt x="59259" y="2923"/>
                  </a:lnTo>
                  <a:lnTo>
                    <a:pt x="58839" y="2867"/>
                  </a:lnTo>
                  <a:lnTo>
                    <a:pt x="58508" y="2816"/>
                  </a:lnTo>
                  <a:lnTo>
                    <a:pt x="58238" y="2765"/>
                  </a:lnTo>
                  <a:lnTo>
                    <a:pt x="57968" y="2709"/>
                  </a:lnTo>
                  <a:lnTo>
                    <a:pt x="57727" y="2653"/>
                  </a:lnTo>
                  <a:lnTo>
                    <a:pt x="57517" y="2592"/>
                  </a:lnTo>
                  <a:lnTo>
                    <a:pt x="57307" y="2530"/>
                  </a:lnTo>
                  <a:lnTo>
                    <a:pt x="57127" y="2464"/>
                  </a:lnTo>
                  <a:lnTo>
                    <a:pt x="56946" y="2393"/>
                  </a:lnTo>
                  <a:lnTo>
                    <a:pt x="56796" y="2321"/>
                  </a:lnTo>
                  <a:lnTo>
                    <a:pt x="56646" y="2250"/>
                  </a:lnTo>
                  <a:lnTo>
                    <a:pt x="56436" y="2097"/>
                  </a:lnTo>
                  <a:lnTo>
                    <a:pt x="56256" y="1944"/>
                  </a:lnTo>
                  <a:lnTo>
                    <a:pt x="56166" y="1781"/>
                  </a:lnTo>
                  <a:lnTo>
                    <a:pt x="55685" y="1770"/>
                  </a:lnTo>
                  <a:lnTo>
                    <a:pt x="55234" y="1760"/>
                  </a:lnTo>
                  <a:lnTo>
                    <a:pt x="54784" y="1745"/>
                  </a:lnTo>
                  <a:lnTo>
                    <a:pt x="54333" y="1724"/>
                  </a:lnTo>
                  <a:lnTo>
                    <a:pt x="53883" y="1699"/>
                  </a:lnTo>
                  <a:lnTo>
                    <a:pt x="53432" y="1668"/>
                  </a:lnTo>
                  <a:lnTo>
                    <a:pt x="53012" y="1638"/>
                  </a:lnTo>
                  <a:lnTo>
                    <a:pt x="52591" y="1602"/>
                  </a:lnTo>
                  <a:lnTo>
                    <a:pt x="52201" y="1561"/>
                  </a:lnTo>
                  <a:lnTo>
                    <a:pt x="51811" y="1520"/>
                  </a:lnTo>
                  <a:lnTo>
                    <a:pt x="51420" y="1475"/>
                  </a:lnTo>
                  <a:lnTo>
                    <a:pt x="51030" y="1424"/>
                  </a:lnTo>
                  <a:lnTo>
                    <a:pt x="50669" y="1373"/>
                  </a:lnTo>
                  <a:lnTo>
                    <a:pt x="50339" y="1322"/>
                  </a:lnTo>
                  <a:lnTo>
                    <a:pt x="49978" y="1260"/>
                  </a:lnTo>
                  <a:lnTo>
                    <a:pt x="49678" y="1204"/>
                  </a:lnTo>
                  <a:lnTo>
                    <a:pt x="49348" y="1143"/>
                  </a:lnTo>
                  <a:lnTo>
                    <a:pt x="49077" y="1077"/>
                  </a:lnTo>
                  <a:lnTo>
                    <a:pt x="48777" y="1010"/>
                  </a:lnTo>
                  <a:lnTo>
                    <a:pt x="48537" y="944"/>
                  </a:lnTo>
                  <a:lnTo>
                    <a:pt x="48296" y="873"/>
                  </a:lnTo>
                  <a:lnTo>
                    <a:pt x="48056" y="801"/>
                  </a:lnTo>
                  <a:lnTo>
                    <a:pt x="47846" y="725"/>
                  </a:lnTo>
                  <a:lnTo>
                    <a:pt x="47666" y="653"/>
                  </a:lnTo>
                  <a:lnTo>
                    <a:pt x="47486" y="577"/>
                  </a:lnTo>
                  <a:lnTo>
                    <a:pt x="47335" y="500"/>
                  </a:lnTo>
                  <a:lnTo>
                    <a:pt x="47215" y="419"/>
                  </a:lnTo>
                  <a:lnTo>
                    <a:pt x="47125" y="342"/>
                  </a:lnTo>
                  <a:lnTo>
                    <a:pt x="47035" y="261"/>
                  </a:lnTo>
                  <a:lnTo>
                    <a:pt x="46975" y="179"/>
                  </a:lnTo>
                  <a:lnTo>
                    <a:pt x="46945" y="97"/>
                  </a:lnTo>
                  <a:lnTo>
                    <a:pt x="46915" y="16"/>
                  </a:lnTo>
                  <a:lnTo>
                    <a:pt x="46915" y="0"/>
                  </a:lnTo>
                  <a:lnTo>
                    <a:pt x="11264" y="6"/>
                  </a:lnTo>
                  <a:lnTo>
                    <a:pt x="11114" y="0"/>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75"/>
            <p:cNvSpPr/>
            <p:nvPr/>
          </p:nvSpPr>
          <p:spPr>
            <a:xfrm flipH="1">
              <a:off x="6243177" y="4287773"/>
              <a:ext cx="1641059" cy="445144"/>
            </a:xfrm>
            <a:custGeom>
              <a:avLst/>
              <a:gdLst/>
              <a:ahLst/>
              <a:cxnLst/>
              <a:rect l="l" t="t" r="r" b="b"/>
              <a:pathLst>
                <a:path w="77190" h="3551" fill="none" extrusionOk="0">
                  <a:moveTo>
                    <a:pt x="10423" y="0"/>
                  </a:moveTo>
                  <a:lnTo>
                    <a:pt x="11114" y="0"/>
                  </a:lnTo>
                  <a:lnTo>
                    <a:pt x="11114" y="0"/>
                  </a:lnTo>
                  <a:lnTo>
                    <a:pt x="11264" y="6"/>
                  </a:lnTo>
                  <a:lnTo>
                    <a:pt x="46915" y="0"/>
                  </a:lnTo>
                  <a:lnTo>
                    <a:pt x="46915" y="0"/>
                  </a:lnTo>
                  <a:lnTo>
                    <a:pt x="46915" y="16"/>
                  </a:lnTo>
                  <a:lnTo>
                    <a:pt x="46915" y="16"/>
                  </a:lnTo>
                  <a:lnTo>
                    <a:pt x="46945" y="97"/>
                  </a:lnTo>
                  <a:lnTo>
                    <a:pt x="46975" y="179"/>
                  </a:lnTo>
                  <a:lnTo>
                    <a:pt x="47035" y="261"/>
                  </a:lnTo>
                  <a:lnTo>
                    <a:pt x="47125" y="342"/>
                  </a:lnTo>
                  <a:lnTo>
                    <a:pt x="47215" y="419"/>
                  </a:lnTo>
                  <a:lnTo>
                    <a:pt x="47335" y="500"/>
                  </a:lnTo>
                  <a:lnTo>
                    <a:pt x="47486" y="577"/>
                  </a:lnTo>
                  <a:lnTo>
                    <a:pt x="47666" y="653"/>
                  </a:lnTo>
                  <a:lnTo>
                    <a:pt x="47846" y="725"/>
                  </a:lnTo>
                  <a:lnTo>
                    <a:pt x="48056" y="801"/>
                  </a:lnTo>
                  <a:lnTo>
                    <a:pt x="48296" y="873"/>
                  </a:lnTo>
                  <a:lnTo>
                    <a:pt x="48537" y="944"/>
                  </a:lnTo>
                  <a:lnTo>
                    <a:pt x="48777" y="1010"/>
                  </a:lnTo>
                  <a:lnTo>
                    <a:pt x="49077" y="1077"/>
                  </a:lnTo>
                  <a:lnTo>
                    <a:pt x="49348" y="1143"/>
                  </a:lnTo>
                  <a:lnTo>
                    <a:pt x="49678" y="1204"/>
                  </a:lnTo>
                  <a:lnTo>
                    <a:pt x="49978" y="1260"/>
                  </a:lnTo>
                  <a:lnTo>
                    <a:pt x="50339" y="1322"/>
                  </a:lnTo>
                  <a:lnTo>
                    <a:pt x="50669" y="1373"/>
                  </a:lnTo>
                  <a:lnTo>
                    <a:pt x="51030" y="1424"/>
                  </a:lnTo>
                  <a:lnTo>
                    <a:pt x="51420" y="1475"/>
                  </a:lnTo>
                  <a:lnTo>
                    <a:pt x="51811" y="1520"/>
                  </a:lnTo>
                  <a:lnTo>
                    <a:pt x="52201" y="1561"/>
                  </a:lnTo>
                  <a:lnTo>
                    <a:pt x="52591" y="1602"/>
                  </a:lnTo>
                  <a:lnTo>
                    <a:pt x="53012" y="1638"/>
                  </a:lnTo>
                  <a:lnTo>
                    <a:pt x="53432" y="1668"/>
                  </a:lnTo>
                  <a:lnTo>
                    <a:pt x="53883" y="1699"/>
                  </a:lnTo>
                  <a:lnTo>
                    <a:pt x="54333" y="1724"/>
                  </a:lnTo>
                  <a:lnTo>
                    <a:pt x="54784" y="1745"/>
                  </a:lnTo>
                  <a:lnTo>
                    <a:pt x="55234" y="1760"/>
                  </a:lnTo>
                  <a:lnTo>
                    <a:pt x="55685" y="1770"/>
                  </a:lnTo>
                  <a:lnTo>
                    <a:pt x="56166" y="1781"/>
                  </a:lnTo>
                  <a:lnTo>
                    <a:pt x="56166" y="1781"/>
                  </a:lnTo>
                  <a:lnTo>
                    <a:pt x="56256" y="1944"/>
                  </a:lnTo>
                  <a:lnTo>
                    <a:pt x="56436" y="2097"/>
                  </a:lnTo>
                  <a:lnTo>
                    <a:pt x="56646" y="2250"/>
                  </a:lnTo>
                  <a:lnTo>
                    <a:pt x="56796" y="2321"/>
                  </a:lnTo>
                  <a:lnTo>
                    <a:pt x="56946" y="2393"/>
                  </a:lnTo>
                  <a:lnTo>
                    <a:pt x="57127" y="2464"/>
                  </a:lnTo>
                  <a:lnTo>
                    <a:pt x="57307" y="2530"/>
                  </a:lnTo>
                  <a:lnTo>
                    <a:pt x="57517" y="2592"/>
                  </a:lnTo>
                  <a:lnTo>
                    <a:pt x="57727" y="2653"/>
                  </a:lnTo>
                  <a:lnTo>
                    <a:pt x="57968" y="2709"/>
                  </a:lnTo>
                  <a:lnTo>
                    <a:pt x="58238" y="2765"/>
                  </a:lnTo>
                  <a:lnTo>
                    <a:pt x="58508" y="2816"/>
                  </a:lnTo>
                  <a:lnTo>
                    <a:pt x="58839" y="2867"/>
                  </a:lnTo>
                  <a:lnTo>
                    <a:pt x="58839" y="2867"/>
                  </a:lnTo>
                  <a:lnTo>
                    <a:pt x="59259" y="2923"/>
                  </a:lnTo>
                  <a:lnTo>
                    <a:pt x="59740" y="2984"/>
                  </a:lnTo>
                  <a:lnTo>
                    <a:pt x="60190" y="3040"/>
                  </a:lnTo>
                  <a:lnTo>
                    <a:pt x="60701" y="3091"/>
                  </a:lnTo>
                  <a:lnTo>
                    <a:pt x="61211" y="3142"/>
                  </a:lnTo>
                  <a:lnTo>
                    <a:pt x="61752" y="3183"/>
                  </a:lnTo>
                  <a:lnTo>
                    <a:pt x="62293" y="3229"/>
                  </a:lnTo>
                  <a:lnTo>
                    <a:pt x="62833" y="3265"/>
                  </a:lnTo>
                  <a:lnTo>
                    <a:pt x="63404" y="3301"/>
                  </a:lnTo>
                  <a:lnTo>
                    <a:pt x="63975" y="3331"/>
                  </a:lnTo>
                  <a:lnTo>
                    <a:pt x="64545" y="3357"/>
                  </a:lnTo>
                  <a:lnTo>
                    <a:pt x="65146" y="3377"/>
                  </a:lnTo>
                  <a:lnTo>
                    <a:pt x="65717" y="3398"/>
                  </a:lnTo>
                  <a:lnTo>
                    <a:pt x="66317" y="3408"/>
                  </a:lnTo>
                  <a:lnTo>
                    <a:pt x="66918" y="3418"/>
                  </a:lnTo>
                  <a:lnTo>
                    <a:pt x="67519" y="3418"/>
                  </a:lnTo>
                  <a:lnTo>
                    <a:pt x="67519" y="3418"/>
                  </a:lnTo>
                  <a:lnTo>
                    <a:pt x="68390" y="3413"/>
                  </a:lnTo>
                  <a:lnTo>
                    <a:pt x="68840" y="3403"/>
                  </a:lnTo>
                  <a:lnTo>
                    <a:pt x="69291" y="3392"/>
                  </a:lnTo>
                  <a:lnTo>
                    <a:pt x="69711" y="3382"/>
                  </a:lnTo>
                  <a:lnTo>
                    <a:pt x="70162" y="3362"/>
                  </a:lnTo>
                  <a:lnTo>
                    <a:pt x="70582" y="3341"/>
                  </a:lnTo>
                  <a:lnTo>
                    <a:pt x="71003" y="3321"/>
                  </a:lnTo>
                  <a:lnTo>
                    <a:pt x="71423" y="3290"/>
                  </a:lnTo>
                  <a:lnTo>
                    <a:pt x="71814" y="3260"/>
                  </a:lnTo>
                  <a:lnTo>
                    <a:pt x="72234" y="3224"/>
                  </a:lnTo>
                  <a:lnTo>
                    <a:pt x="72625" y="3188"/>
                  </a:lnTo>
                  <a:lnTo>
                    <a:pt x="73015" y="3148"/>
                  </a:lnTo>
                  <a:lnTo>
                    <a:pt x="73375" y="3102"/>
                  </a:lnTo>
                  <a:lnTo>
                    <a:pt x="73766" y="3051"/>
                  </a:lnTo>
                  <a:lnTo>
                    <a:pt x="74126" y="3000"/>
                  </a:lnTo>
                  <a:lnTo>
                    <a:pt x="74126" y="3000"/>
                  </a:lnTo>
                  <a:lnTo>
                    <a:pt x="74397" y="2949"/>
                  </a:lnTo>
                  <a:lnTo>
                    <a:pt x="74667" y="2898"/>
                  </a:lnTo>
                  <a:lnTo>
                    <a:pt x="74937" y="2836"/>
                  </a:lnTo>
                  <a:lnTo>
                    <a:pt x="75178" y="2775"/>
                  </a:lnTo>
                  <a:lnTo>
                    <a:pt x="75448" y="2709"/>
                  </a:lnTo>
                  <a:lnTo>
                    <a:pt x="75658" y="2632"/>
                  </a:lnTo>
                  <a:lnTo>
                    <a:pt x="75898" y="2556"/>
                  </a:lnTo>
                  <a:lnTo>
                    <a:pt x="76109" y="2474"/>
                  </a:lnTo>
                  <a:lnTo>
                    <a:pt x="76289" y="2393"/>
                  </a:lnTo>
                  <a:lnTo>
                    <a:pt x="76499" y="2306"/>
                  </a:lnTo>
                  <a:lnTo>
                    <a:pt x="76649" y="2214"/>
                  </a:lnTo>
                  <a:lnTo>
                    <a:pt x="76799" y="2122"/>
                  </a:lnTo>
                  <a:lnTo>
                    <a:pt x="76920" y="2031"/>
                  </a:lnTo>
                  <a:lnTo>
                    <a:pt x="77040" y="1934"/>
                  </a:lnTo>
                  <a:lnTo>
                    <a:pt x="77130" y="1837"/>
                  </a:lnTo>
                  <a:lnTo>
                    <a:pt x="77190" y="1735"/>
                  </a:lnTo>
                  <a:lnTo>
                    <a:pt x="77190" y="3479"/>
                  </a:lnTo>
                  <a:lnTo>
                    <a:pt x="77190" y="3479"/>
                  </a:lnTo>
                  <a:lnTo>
                    <a:pt x="77190" y="3545"/>
                  </a:lnTo>
                  <a:lnTo>
                    <a:pt x="77190" y="3545"/>
                  </a:lnTo>
                  <a:lnTo>
                    <a:pt x="76679" y="3551"/>
                  </a:lnTo>
                  <a:lnTo>
                    <a:pt x="76679" y="3551"/>
                  </a:lnTo>
                  <a:lnTo>
                    <a:pt x="71934" y="3551"/>
                  </a:lnTo>
                  <a:lnTo>
                    <a:pt x="71934" y="3551"/>
                  </a:lnTo>
                  <a:lnTo>
                    <a:pt x="16520" y="3551"/>
                  </a:lnTo>
                  <a:lnTo>
                    <a:pt x="16520" y="3551"/>
                  </a:lnTo>
                  <a:lnTo>
                    <a:pt x="10813" y="3551"/>
                  </a:lnTo>
                  <a:lnTo>
                    <a:pt x="10813" y="3551"/>
                  </a:lnTo>
                  <a:lnTo>
                    <a:pt x="10423" y="3551"/>
                  </a:lnTo>
                  <a:lnTo>
                    <a:pt x="10423" y="3551"/>
                  </a:lnTo>
                  <a:lnTo>
                    <a:pt x="9552" y="3545"/>
                  </a:lnTo>
                  <a:lnTo>
                    <a:pt x="8711" y="3535"/>
                  </a:lnTo>
                  <a:lnTo>
                    <a:pt x="7930" y="3515"/>
                  </a:lnTo>
                  <a:lnTo>
                    <a:pt x="7209" y="3489"/>
                  </a:lnTo>
                  <a:lnTo>
                    <a:pt x="6518" y="3459"/>
                  </a:lnTo>
                  <a:lnTo>
                    <a:pt x="5857" y="3418"/>
                  </a:lnTo>
                  <a:lnTo>
                    <a:pt x="5257" y="3377"/>
                  </a:lnTo>
                  <a:lnTo>
                    <a:pt x="4686" y="3326"/>
                  </a:lnTo>
                  <a:lnTo>
                    <a:pt x="4176" y="3270"/>
                  </a:lnTo>
                  <a:lnTo>
                    <a:pt x="3665" y="3214"/>
                  </a:lnTo>
                  <a:lnTo>
                    <a:pt x="3214" y="3148"/>
                  </a:lnTo>
                  <a:lnTo>
                    <a:pt x="2824" y="3081"/>
                  </a:lnTo>
                  <a:lnTo>
                    <a:pt x="2434" y="3015"/>
                  </a:lnTo>
                  <a:lnTo>
                    <a:pt x="2073" y="2938"/>
                  </a:lnTo>
                  <a:lnTo>
                    <a:pt x="1773" y="2862"/>
                  </a:lnTo>
                  <a:lnTo>
                    <a:pt x="1472" y="2785"/>
                  </a:lnTo>
                  <a:lnTo>
                    <a:pt x="1232" y="2704"/>
                  </a:lnTo>
                  <a:lnTo>
                    <a:pt x="992" y="2622"/>
                  </a:lnTo>
                  <a:lnTo>
                    <a:pt x="812" y="2541"/>
                  </a:lnTo>
                  <a:lnTo>
                    <a:pt x="631" y="2459"/>
                  </a:lnTo>
                  <a:lnTo>
                    <a:pt x="481" y="2372"/>
                  </a:lnTo>
                  <a:lnTo>
                    <a:pt x="331" y="2291"/>
                  </a:lnTo>
                  <a:lnTo>
                    <a:pt x="241" y="2209"/>
                  </a:lnTo>
                  <a:lnTo>
                    <a:pt x="151" y="2122"/>
                  </a:lnTo>
                  <a:lnTo>
                    <a:pt x="31" y="1964"/>
                  </a:lnTo>
                  <a:lnTo>
                    <a:pt x="1" y="1811"/>
                  </a:lnTo>
                  <a:lnTo>
                    <a:pt x="1" y="1668"/>
                  </a:lnTo>
                  <a:lnTo>
                    <a:pt x="61" y="1536"/>
                  </a:lnTo>
                  <a:lnTo>
                    <a:pt x="61" y="1536"/>
                  </a:lnTo>
                  <a:lnTo>
                    <a:pt x="151" y="1413"/>
                  </a:lnTo>
                  <a:lnTo>
                    <a:pt x="271" y="1286"/>
                  </a:lnTo>
                  <a:lnTo>
                    <a:pt x="421" y="1158"/>
                  </a:lnTo>
                  <a:lnTo>
                    <a:pt x="631" y="1031"/>
                  </a:lnTo>
                  <a:lnTo>
                    <a:pt x="902" y="903"/>
                  </a:lnTo>
                  <a:lnTo>
                    <a:pt x="1052" y="837"/>
                  </a:lnTo>
                  <a:lnTo>
                    <a:pt x="1232" y="776"/>
                  </a:lnTo>
                  <a:lnTo>
                    <a:pt x="1412" y="720"/>
                  </a:lnTo>
                  <a:lnTo>
                    <a:pt x="1653" y="658"/>
                  </a:lnTo>
                  <a:lnTo>
                    <a:pt x="1863" y="602"/>
                  </a:lnTo>
                  <a:lnTo>
                    <a:pt x="2133" y="541"/>
                  </a:lnTo>
                  <a:lnTo>
                    <a:pt x="2403" y="490"/>
                  </a:lnTo>
                  <a:lnTo>
                    <a:pt x="2734" y="434"/>
                  </a:lnTo>
                  <a:lnTo>
                    <a:pt x="3064" y="388"/>
                  </a:lnTo>
                  <a:lnTo>
                    <a:pt x="3425" y="337"/>
                  </a:lnTo>
                  <a:lnTo>
                    <a:pt x="3815" y="291"/>
                  </a:lnTo>
                  <a:lnTo>
                    <a:pt x="4206" y="250"/>
                  </a:lnTo>
                  <a:lnTo>
                    <a:pt x="4656" y="210"/>
                  </a:lnTo>
                  <a:lnTo>
                    <a:pt x="5137" y="174"/>
                  </a:lnTo>
                  <a:lnTo>
                    <a:pt x="5647" y="138"/>
                  </a:lnTo>
                  <a:lnTo>
                    <a:pt x="6218" y="108"/>
                  </a:lnTo>
                  <a:lnTo>
                    <a:pt x="6789" y="82"/>
                  </a:lnTo>
                  <a:lnTo>
                    <a:pt x="7419" y="57"/>
                  </a:lnTo>
                  <a:lnTo>
                    <a:pt x="8050" y="36"/>
                  </a:lnTo>
                  <a:lnTo>
                    <a:pt x="8771" y="21"/>
                  </a:lnTo>
                  <a:lnTo>
                    <a:pt x="9492" y="11"/>
                  </a:lnTo>
                  <a:lnTo>
                    <a:pt x="10273" y="6"/>
                  </a:lnTo>
                  <a:lnTo>
                    <a:pt x="10273" y="6"/>
                  </a:lnTo>
                  <a:lnTo>
                    <a:pt x="1042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75"/>
            <p:cNvSpPr/>
            <p:nvPr/>
          </p:nvSpPr>
          <p:spPr>
            <a:xfrm flipH="1">
              <a:off x="6021575" y="4288400"/>
              <a:ext cx="221593" cy="443891"/>
            </a:xfrm>
            <a:custGeom>
              <a:avLst/>
              <a:gdLst/>
              <a:ahLst/>
              <a:cxnLst/>
              <a:rect l="l" t="t" r="r" b="b"/>
              <a:pathLst>
                <a:path w="10423" h="3541" extrusionOk="0">
                  <a:moveTo>
                    <a:pt x="1" y="1"/>
                  </a:moveTo>
                  <a:lnTo>
                    <a:pt x="1" y="1317"/>
                  </a:lnTo>
                  <a:lnTo>
                    <a:pt x="31" y="1419"/>
                  </a:lnTo>
                  <a:lnTo>
                    <a:pt x="61" y="1526"/>
                  </a:lnTo>
                  <a:lnTo>
                    <a:pt x="31" y="1628"/>
                  </a:lnTo>
                  <a:lnTo>
                    <a:pt x="1" y="1730"/>
                  </a:lnTo>
                  <a:lnTo>
                    <a:pt x="1" y="3474"/>
                  </a:lnTo>
                  <a:lnTo>
                    <a:pt x="1" y="3540"/>
                  </a:lnTo>
                  <a:lnTo>
                    <a:pt x="782" y="3530"/>
                  </a:lnTo>
                  <a:lnTo>
                    <a:pt x="1503" y="3520"/>
                  </a:lnTo>
                  <a:lnTo>
                    <a:pt x="2193" y="3500"/>
                  </a:lnTo>
                  <a:lnTo>
                    <a:pt x="2854" y="3474"/>
                  </a:lnTo>
                  <a:lnTo>
                    <a:pt x="3485" y="3449"/>
                  </a:lnTo>
                  <a:lnTo>
                    <a:pt x="4056" y="3418"/>
                  </a:lnTo>
                  <a:lnTo>
                    <a:pt x="4626" y="3382"/>
                  </a:lnTo>
                  <a:lnTo>
                    <a:pt x="5137" y="3342"/>
                  </a:lnTo>
                  <a:lnTo>
                    <a:pt x="5647" y="3301"/>
                  </a:lnTo>
                  <a:lnTo>
                    <a:pt x="6098" y="3255"/>
                  </a:lnTo>
                  <a:lnTo>
                    <a:pt x="6518" y="3209"/>
                  </a:lnTo>
                  <a:lnTo>
                    <a:pt x="6939" y="3158"/>
                  </a:lnTo>
                  <a:lnTo>
                    <a:pt x="7299" y="3102"/>
                  </a:lnTo>
                  <a:lnTo>
                    <a:pt x="7660" y="3051"/>
                  </a:lnTo>
                  <a:lnTo>
                    <a:pt x="7990" y="2990"/>
                  </a:lnTo>
                  <a:lnTo>
                    <a:pt x="8290" y="2933"/>
                  </a:lnTo>
                  <a:lnTo>
                    <a:pt x="8561" y="2872"/>
                  </a:lnTo>
                  <a:lnTo>
                    <a:pt x="8801" y="2806"/>
                  </a:lnTo>
                  <a:lnTo>
                    <a:pt x="9041" y="2745"/>
                  </a:lnTo>
                  <a:lnTo>
                    <a:pt x="9221" y="2678"/>
                  </a:lnTo>
                  <a:lnTo>
                    <a:pt x="9432" y="2617"/>
                  </a:lnTo>
                  <a:lnTo>
                    <a:pt x="9582" y="2551"/>
                  </a:lnTo>
                  <a:lnTo>
                    <a:pt x="9882" y="2418"/>
                  </a:lnTo>
                  <a:lnTo>
                    <a:pt x="10092" y="2286"/>
                  </a:lnTo>
                  <a:lnTo>
                    <a:pt x="10243" y="2158"/>
                  </a:lnTo>
                  <a:lnTo>
                    <a:pt x="10363" y="2036"/>
                  </a:lnTo>
                  <a:lnTo>
                    <a:pt x="10423" y="1918"/>
                  </a:lnTo>
                  <a:lnTo>
                    <a:pt x="10363" y="1771"/>
                  </a:lnTo>
                  <a:lnTo>
                    <a:pt x="10363" y="1612"/>
                  </a:lnTo>
                  <a:lnTo>
                    <a:pt x="10393" y="1541"/>
                  </a:lnTo>
                  <a:lnTo>
                    <a:pt x="10273" y="1424"/>
                  </a:lnTo>
                  <a:lnTo>
                    <a:pt x="10092" y="1301"/>
                  </a:lnTo>
                  <a:lnTo>
                    <a:pt x="9852" y="1174"/>
                  </a:lnTo>
                  <a:lnTo>
                    <a:pt x="9552" y="1046"/>
                  </a:lnTo>
                  <a:lnTo>
                    <a:pt x="9161" y="919"/>
                  </a:lnTo>
                  <a:lnTo>
                    <a:pt x="8741" y="791"/>
                  </a:lnTo>
                  <a:lnTo>
                    <a:pt x="8471" y="730"/>
                  </a:lnTo>
                  <a:lnTo>
                    <a:pt x="8200" y="669"/>
                  </a:lnTo>
                  <a:lnTo>
                    <a:pt x="7930" y="608"/>
                  </a:lnTo>
                  <a:lnTo>
                    <a:pt x="7630" y="551"/>
                  </a:lnTo>
                  <a:lnTo>
                    <a:pt x="7299" y="490"/>
                  </a:lnTo>
                  <a:lnTo>
                    <a:pt x="6969" y="439"/>
                  </a:lnTo>
                  <a:lnTo>
                    <a:pt x="6608" y="388"/>
                  </a:lnTo>
                  <a:lnTo>
                    <a:pt x="6218" y="337"/>
                  </a:lnTo>
                  <a:lnTo>
                    <a:pt x="5828" y="286"/>
                  </a:lnTo>
                  <a:lnTo>
                    <a:pt x="5407" y="245"/>
                  </a:lnTo>
                  <a:lnTo>
                    <a:pt x="4957" y="200"/>
                  </a:lnTo>
                  <a:lnTo>
                    <a:pt x="4506" y="164"/>
                  </a:lnTo>
                  <a:lnTo>
                    <a:pt x="3995" y="128"/>
                  </a:lnTo>
                  <a:lnTo>
                    <a:pt x="3515" y="97"/>
                  </a:lnTo>
                  <a:lnTo>
                    <a:pt x="2974" y="72"/>
                  </a:lnTo>
                  <a:lnTo>
                    <a:pt x="2434" y="46"/>
                  </a:lnTo>
                  <a:lnTo>
                    <a:pt x="1863" y="26"/>
                  </a:lnTo>
                  <a:lnTo>
                    <a:pt x="1262" y="11"/>
                  </a:lnTo>
                  <a:lnTo>
                    <a:pt x="632" y="1"/>
                  </a:lnTo>
                  <a:close/>
                </a:path>
              </a:pathLst>
            </a:custGeom>
            <a:solidFill>
              <a:srgbClr val="FF7C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75"/>
            <p:cNvSpPr/>
            <p:nvPr/>
          </p:nvSpPr>
          <p:spPr>
            <a:xfrm flipH="1">
              <a:off x="6021575" y="4288400"/>
              <a:ext cx="221593" cy="443891"/>
            </a:xfrm>
            <a:custGeom>
              <a:avLst/>
              <a:gdLst/>
              <a:ahLst/>
              <a:cxnLst/>
              <a:rect l="l" t="t" r="r" b="b"/>
              <a:pathLst>
                <a:path w="10423" h="3541" fill="none" extrusionOk="0">
                  <a:moveTo>
                    <a:pt x="1" y="1"/>
                  </a:moveTo>
                  <a:lnTo>
                    <a:pt x="1" y="1"/>
                  </a:lnTo>
                  <a:lnTo>
                    <a:pt x="632" y="1"/>
                  </a:lnTo>
                  <a:lnTo>
                    <a:pt x="1262" y="11"/>
                  </a:lnTo>
                  <a:lnTo>
                    <a:pt x="1863" y="26"/>
                  </a:lnTo>
                  <a:lnTo>
                    <a:pt x="2434" y="46"/>
                  </a:lnTo>
                  <a:lnTo>
                    <a:pt x="2974" y="72"/>
                  </a:lnTo>
                  <a:lnTo>
                    <a:pt x="3515" y="97"/>
                  </a:lnTo>
                  <a:lnTo>
                    <a:pt x="3995" y="128"/>
                  </a:lnTo>
                  <a:lnTo>
                    <a:pt x="4506" y="164"/>
                  </a:lnTo>
                  <a:lnTo>
                    <a:pt x="4957" y="200"/>
                  </a:lnTo>
                  <a:lnTo>
                    <a:pt x="5407" y="245"/>
                  </a:lnTo>
                  <a:lnTo>
                    <a:pt x="5828" y="286"/>
                  </a:lnTo>
                  <a:lnTo>
                    <a:pt x="6218" y="337"/>
                  </a:lnTo>
                  <a:lnTo>
                    <a:pt x="6608" y="388"/>
                  </a:lnTo>
                  <a:lnTo>
                    <a:pt x="6969" y="439"/>
                  </a:lnTo>
                  <a:lnTo>
                    <a:pt x="7299" y="490"/>
                  </a:lnTo>
                  <a:lnTo>
                    <a:pt x="7630" y="551"/>
                  </a:lnTo>
                  <a:lnTo>
                    <a:pt x="7930" y="608"/>
                  </a:lnTo>
                  <a:lnTo>
                    <a:pt x="8200" y="669"/>
                  </a:lnTo>
                  <a:lnTo>
                    <a:pt x="8471" y="730"/>
                  </a:lnTo>
                  <a:lnTo>
                    <a:pt x="8741" y="791"/>
                  </a:lnTo>
                  <a:lnTo>
                    <a:pt x="9161" y="919"/>
                  </a:lnTo>
                  <a:lnTo>
                    <a:pt x="9552" y="1046"/>
                  </a:lnTo>
                  <a:lnTo>
                    <a:pt x="9852" y="1174"/>
                  </a:lnTo>
                  <a:lnTo>
                    <a:pt x="10092" y="1301"/>
                  </a:lnTo>
                  <a:lnTo>
                    <a:pt x="10273" y="1424"/>
                  </a:lnTo>
                  <a:lnTo>
                    <a:pt x="10393" y="1541"/>
                  </a:lnTo>
                  <a:lnTo>
                    <a:pt x="10393" y="1541"/>
                  </a:lnTo>
                  <a:lnTo>
                    <a:pt x="10363" y="1612"/>
                  </a:lnTo>
                  <a:lnTo>
                    <a:pt x="10363" y="1612"/>
                  </a:lnTo>
                  <a:lnTo>
                    <a:pt x="10363" y="1771"/>
                  </a:lnTo>
                  <a:lnTo>
                    <a:pt x="10423" y="1918"/>
                  </a:lnTo>
                  <a:lnTo>
                    <a:pt x="10423" y="1918"/>
                  </a:lnTo>
                  <a:lnTo>
                    <a:pt x="10363" y="2036"/>
                  </a:lnTo>
                  <a:lnTo>
                    <a:pt x="10243" y="2158"/>
                  </a:lnTo>
                  <a:lnTo>
                    <a:pt x="10092" y="2286"/>
                  </a:lnTo>
                  <a:lnTo>
                    <a:pt x="9882" y="2418"/>
                  </a:lnTo>
                  <a:lnTo>
                    <a:pt x="9582" y="2551"/>
                  </a:lnTo>
                  <a:lnTo>
                    <a:pt x="9432" y="2617"/>
                  </a:lnTo>
                  <a:lnTo>
                    <a:pt x="9221" y="2678"/>
                  </a:lnTo>
                  <a:lnTo>
                    <a:pt x="9041" y="2745"/>
                  </a:lnTo>
                  <a:lnTo>
                    <a:pt x="8801" y="2806"/>
                  </a:lnTo>
                  <a:lnTo>
                    <a:pt x="8561" y="2872"/>
                  </a:lnTo>
                  <a:lnTo>
                    <a:pt x="8290" y="2933"/>
                  </a:lnTo>
                  <a:lnTo>
                    <a:pt x="7990" y="2990"/>
                  </a:lnTo>
                  <a:lnTo>
                    <a:pt x="7660" y="3051"/>
                  </a:lnTo>
                  <a:lnTo>
                    <a:pt x="7299" y="3102"/>
                  </a:lnTo>
                  <a:lnTo>
                    <a:pt x="6939" y="3158"/>
                  </a:lnTo>
                  <a:lnTo>
                    <a:pt x="6518" y="3209"/>
                  </a:lnTo>
                  <a:lnTo>
                    <a:pt x="6098" y="3255"/>
                  </a:lnTo>
                  <a:lnTo>
                    <a:pt x="5647" y="3301"/>
                  </a:lnTo>
                  <a:lnTo>
                    <a:pt x="5137" y="3342"/>
                  </a:lnTo>
                  <a:lnTo>
                    <a:pt x="4626" y="3382"/>
                  </a:lnTo>
                  <a:lnTo>
                    <a:pt x="4056" y="3418"/>
                  </a:lnTo>
                  <a:lnTo>
                    <a:pt x="3485" y="3449"/>
                  </a:lnTo>
                  <a:lnTo>
                    <a:pt x="2854" y="3474"/>
                  </a:lnTo>
                  <a:lnTo>
                    <a:pt x="2193" y="3500"/>
                  </a:lnTo>
                  <a:lnTo>
                    <a:pt x="1503" y="3520"/>
                  </a:lnTo>
                  <a:lnTo>
                    <a:pt x="782" y="3530"/>
                  </a:lnTo>
                  <a:lnTo>
                    <a:pt x="1" y="3540"/>
                  </a:lnTo>
                  <a:lnTo>
                    <a:pt x="1" y="3540"/>
                  </a:lnTo>
                  <a:lnTo>
                    <a:pt x="1" y="3474"/>
                  </a:lnTo>
                  <a:lnTo>
                    <a:pt x="1" y="1730"/>
                  </a:lnTo>
                  <a:lnTo>
                    <a:pt x="1" y="1730"/>
                  </a:lnTo>
                  <a:lnTo>
                    <a:pt x="31" y="1628"/>
                  </a:lnTo>
                  <a:lnTo>
                    <a:pt x="61" y="1526"/>
                  </a:lnTo>
                  <a:lnTo>
                    <a:pt x="31" y="1419"/>
                  </a:lnTo>
                  <a:lnTo>
                    <a:pt x="1" y="1317"/>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75"/>
            <p:cNvSpPr/>
            <p:nvPr/>
          </p:nvSpPr>
          <p:spPr>
            <a:xfrm flipH="1">
              <a:off x="6243155" y="4287773"/>
              <a:ext cx="446992" cy="428472"/>
            </a:xfrm>
            <a:custGeom>
              <a:avLst/>
              <a:gdLst/>
              <a:ahLst/>
              <a:cxnLst/>
              <a:rect l="l" t="t" r="r" b="b"/>
              <a:pathLst>
                <a:path w="21025" h="3418" extrusionOk="0">
                  <a:moveTo>
                    <a:pt x="12465" y="0"/>
                  </a:moveTo>
                  <a:lnTo>
                    <a:pt x="12465" y="16"/>
                  </a:lnTo>
                  <a:lnTo>
                    <a:pt x="12465" y="159"/>
                  </a:lnTo>
                  <a:lnTo>
                    <a:pt x="12405" y="296"/>
                  </a:lnTo>
                  <a:lnTo>
                    <a:pt x="12315" y="424"/>
                  </a:lnTo>
                  <a:lnTo>
                    <a:pt x="12195" y="541"/>
                  </a:lnTo>
                  <a:lnTo>
                    <a:pt x="12044" y="658"/>
                  </a:lnTo>
                  <a:lnTo>
                    <a:pt x="11834" y="760"/>
                  </a:lnTo>
                  <a:lnTo>
                    <a:pt x="11624" y="862"/>
                  </a:lnTo>
                  <a:lnTo>
                    <a:pt x="11384" y="954"/>
                  </a:lnTo>
                  <a:lnTo>
                    <a:pt x="11113" y="1041"/>
                  </a:lnTo>
                  <a:lnTo>
                    <a:pt x="10783" y="1123"/>
                  </a:lnTo>
                  <a:lnTo>
                    <a:pt x="10483" y="1199"/>
                  </a:lnTo>
                  <a:lnTo>
                    <a:pt x="10122" y="1265"/>
                  </a:lnTo>
                  <a:lnTo>
                    <a:pt x="9762" y="1332"/>
                  </a:lnTo>
                  <a:lnTo>
                    <a:pt x="9371" y="1388"/>
                  </a:lnTo>
                  <a:lnTo>
                    <a:pt x="8951" y="1439"/>
                  </a:lnTo>
                  <a:lnTo>
                    <a:pt x="8530" y="1490"/>
                  </a:lnTo>
                  <a:lnTo>
                    <a:pt x="8080" y="1536"/>
                  </a:lnTo>
                  <a:lnTo>
                    <a:pt x="7629" y="1571"/>
                  </a:lnTo>
                  <a:lnTo>
                    <a:pt x="7179" y="1607"/>
                  </a:lnTo>
                  <a:lnTo>
                    <a:pt x="6698" y="1638"/>
                  </a:lnTo>
                  <a:lnTo>
                    <a:pt x="6188" y="1668"/>
                  </a:lnTo>
                  <a:lnTo>
                    <a:pt x="5707" y="1689"/>
                  </a:lnTo>
                  <a:lnTo>
                    <a:pt x="5197" y="1714"/>
                  </a:lnTo>
                  <a:lnTo>
                    <a:pt x="4686" y="1730"/>
                  </a:lnTo>
                  <a:lnTo>
                    <a:pt x="3665" y="1755"/>
                  </a:lnTo>
                  <a:lnTo>
                    <a:pt x="2644" y="1776"/>
                  </a:lnTo>
                  <a:lnTo>
                    <a:pt x="1622" y="1781"/>
                  </a:lnTo>
                  <a:lnTo>
                    <a:pt x="601" y="1786"/>
                  </a:lnTo>
                  <a:lnTo>
                    <a:pt x="1" y="1781"/>
                  </a:lnTo>
                  <a:lnTo>
                    <a:pt x="91" y="1944"/>
                  </a:lnTo>
                  <a:lnTo>
                    <a:pt x="271" y="2097"/>
                  </a:lnTo>
                  <a:lnTo>
                    <a:pt x="481" y="2250"/>
                  </a:lnTo>
                  <a:lnTo>
                    <a:pt x="631" y="2321"/>
                  </a:lnTo>
                  <a:lnTo>
                    <a:pt x="781" y="2393"/>
                  </a:lnTo>
                  <a:lnTo>
                    <a:pt x="962" y="2464"/>
                  </a:lnTo>
                  <a:lnTo>
                    <a:pt x="1142" y="2530"/>
                  </a:lnTo>
                  <a:lnTo>
                    <a:pt x="1352" y="2592"/>
                  </a:lnTo>
                  <a:lnTo>
                    <a:pt x="1562" y="2653"/>
                  </a:lnTo>
                  <a:lnTo>
                    <a:pt x="1803" y="2709"/>
                  </a:lnTo>
                  <a:lnTo>
                    <a:pt x="2073" y="2765"/>
                  </a:lnTo>
                  <a:lnTo>
                    <a:pt x="2343" y="2816"/>
                  </a:lnTo>
                  <a:lnTo>
                    <a:pt x="2674" y="2867"/>
                  </a:lnTo>
                  <a:lnTo>
                    <a:pt x="3094" y="2923"/>
                  </a:lnTo>
                  <a:lnTo>
                    <a:pt x="3575" y="2984"/>
                  </a:lnTo>
                  <a:lnTo>
                    <a:pt x="4025" y="3040"/>
                  </a:lnTo>
                  <a:lnTo>
                    <a:pt x="4536" y="3091"/>
                  </a:lnTo>
                  <a:lnTo>
                    <a:pt x="5046" y="3142"/>
                  </a:lnTo>
                  <a:lnTo>
                    <a:pt x="5587" y="3183"/>
                  </a:lnTo>
                  <a:lnTo>
                    <a:pt x="6128" y="3229"/>
                  </a:lnTo>
                  <a:lnTo>
                    <a:pt x="6668" y="3265"/>
                  </a:lnTo>
                  <a:lnTo>
                    <a:pt x="7239" y="3301"/>
                  </a:lnTo>
                  <a:lnTo>
                    <a:pt x="7810" y="3331"/>
                  </a:lnTo>
                  <a:lnTo>
                    <a:pt x="8380" y="3357"/>
                  </a:lnTo>
                  <a:lnTo>
                    <a:pt x="8981" y="3377"/>
                  </a:lnTo>
                  <a:lnTo>
                    <a:pt x="9552" y="3398"/>
                  </a:lnTo>
                  <a:lnTo>
                    <a:pt x="10152" y="3408"/>
                  </a:lnTo>
                  <a:lnTo>
                    <a:pt x="10753" y="3418"/>
                  </a:lnTo>
                  <a:lnTo>
                    <a:pt x="11354" y="3418"/>
                  </a:lnTo>
                  <a:lnTo>
                    <a:pt x="12225" y="3413"/>
                  </a:lnTo>
                  <a:lnTo>
                    <a:pt x="12675" y="3403"/>
                  </a:lnTo>
                  <a:lnTo>
                    <a:pt x="13126" y="3392"/>
                  </a:lnTo>
                  <a:lnTo>
                    <a:pt x="13546" y="3382"/>
                  </a:lnTo>
                  <a:lnTo>
                    <a:pt x="13997" y="3362"/>
                  </a:lnTo>
                  <a:lnTo>
                    <a:pt x="14417" y="3341"/>
                  </a:lnTo>
                  <a:lnTo>
                    <a:pt x="14838" y="3321"/>
                  </a:lnTo>
                  <a:lnTo>
                    <a:pt x="15258" y="3290"/>
                  </a:lnTo>
                  <a:lnTo>
                    <a:pt x="15649" y="3260"/>
                  </a:lnTo>
                  <a:lnTo>
                    <a:pt x="16069" y="3224"/>
                  </a:lnTo>
                  <a:lnTo>
                    <a:pt x="16460" y="3188"/>
                  </a:lnTo>
                  <a:lnTo>
                    <a:pt x="16850" y="3148"/>
                  </a:lnTo>
                  <a:lnTo>
                    <a:pt x="17210" y="3102"/>
                  </a:lnTo>
                  <a:lnTo>
                    <a:pt x="17601" y="3051"/>
                  </a:lnTo>
                  <a:lnTo>
                    <a:pt x="17961" y="3000"/>
                  </a:lnTo>
                  <a:lnTo>
                    <a:pt x="18232" y="2949"/>
                  </a:lnTo>
                  <a:lnTo>
                    <a:pt x="18502" y="2898"/>
                  </a:lnTo>
                  <a:lnTo>
                    <a:pt x="18772" y="2836"/>
                  </a:lnTo>
                  <a:lnTo>
                    <a:pt x="19013" y="2775"/>
                  </a:lnTo>
                  <a:lnTo>
                    <a:pt x="19283" y="2709"/>
                  </a:lnTo>
                  <a:lnTo>
                    <a:pt x="19493" y="2632"/>
                  </a:lnTo>
                  <a:lnTo>
                    <a:pt x="19733" y="2556"/>
                  </a:lnTo>
                  <a:lnTo>
                    <a:pt x="19944" y="2474"/>
                  </a:lnTo>
                  <a:lnTo>
                    <a:pt x="20124" y="2393"/>
                  </a:lnTo>
                  <a:lnTo>
                    <a:pt x="20334" y="2306"/>
                  </a:lnTo>
                  <a:lnTo>
                    <a:pt x="20484" y="2214"/>
                  </a:lnTo>
                  <a:lnTo>
                    <a:pt x="20634" y="2122"/>
                  </a:lnTo>
                  <a:lnTo>
                    <a:pt x="20755" y="2031"/>
                  </a:lnTo>
                  <a:lnTo>
                    <a:pt x="20875" y="1934"/>
                  </a:lnTo>
                  <a:lnTo>
                    <a:pt x="20965" y="1837"/>
                  </a:lnTo>
                  <a:lnTo>
                    <a:pt x="21025" y="1735"/>
                  </a:lnTo>
                  <a:lnTo>
                    <a:pt x="21025" y="1322"/>
                  </a:lnTo>
                  <a:lnTo>
                    <a:pt x="21025" y="6"/>
                  </a:lnTo>
                  <a:lnTo>
                    <a:pt x="20724" y="0"/>
                  </a:lnTo>
                  <a:close/>
                </a:path>
              </a:pathLst>
            </a:custGeom>
            <a:solidFill>
              <a:srgbClr val="FF6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75"/>
            <p:cNvSpPr/>
            <p:nvPr/>
          </p:nvSpPr>
          <p:spPr>
            <a:xfrm flipH="1">
              <a:off x="6243155" y="4287773"/>
              <a:ext cx="446992" cy="428472"/>
            </a:xfrm>
            <a:custGeom>
              <a:avLst/>
              <a:gdLst/>
              <a:ahLst/>
              <a:cxnLst/>
              <a:rect l="l" t="t" r="r" b="b"/>
              <a:pathLst>
                <a:path w="21025" h="3418" fill="none" extrusionOk="0">
                  <a:moveTo>
                    <a:pt x="20634" y="0"/>
                  </a:moveTo>
                  <a:lnTo>
                    <a:pt x="20634" y="0"/>
                  </a:lnTo>
                  <a:lnTo>
                    <a:pt x="20634" y="0"/>
                  </a:lnTo>
                  <a:lnTo>
                    <a:pt x="20724" y="0"/>
                  </a:lnTo>
                  <a:lnTo>
                    <a:pt x="20724" y="0"/>
                  </a:lnTo>
                  <a:lnTo>
                    <a:pt x="21025" y="6"/>
                  </a:lnTo>
                  <a:lnTo>
                    <a:pt x="21025" y="1322"/>
                  </a:lnTo>
                  <a:lnTo>
                    <a:pt x="21025" y="1322"/>
                  </a:lnTo>
                  <a:lnTo>
                    <a:pt x="21025" y="1735"/>
                  </a:lnTo>
                  <a:lnTo>
                    <a:pt x="21025" y="1735"/>
                  </a:lnTo>
                  <a:lnTo>
                    <a:pt x="20965" y="1837"/>
                  </a:lnTo>
                  <a:lnTo>
                    <a:pt x="20875" y="1934"/>
                  </a:lnTo>
                  <a:lnTo>
                    <a:pt x="20755" y="2031"/>
                  </a:lnTo>
                  <a:lnTo>
                    <a:pt x="20634" y="2122"/>
                  </a:lnTo>
                  <a:lnTo>
                    <a:pt x="20484" y="2214"/>
                  </a:lnTo>
                  <a:lnTo>
                    <a:pt x="20334" y="2306"/>
                  </a:lnTo>
                  <a:lnTo>
                    <a:pt x="20124" y="2393"/>
                  </a:lnTo>
                  <a:lnTo>
                    <a:pt x="19944" y="2474"/>
                  </a:lnTo>
                  <a:lnTo>
                    <a:pt x="19733" y="2556"/>
                  </a:lnTo>
                  <a:lnTo>
                    <a:pt x="19493" y="2632"/>
                  </a:lnTo>
                  <a:lnTo>
                    <a:pt x="19283" y="2709"/>
                  </a:lnTo>
                  <a:lnTo>
                    <a:pt x="19013" y="2775"/>
                  </a:lnTo>
                  <a:lnTo>
                    <a:pt x="18772" y="2836"/>
                  </a:lnTo>
                  <a:lnTo>
                    <a:pt x="18502" y="2898"/>
                  </a:lnTo>
                  <a:lnTo>
                    <a:pt x="18232" y="2949"/>
                  </a:lnTo>
                  <a:lnTo>
                    <a:pt x="17961" y="3000"/>
                  </a:lnTo>
                  <a:lnTo>
                    <a:pt x="17961" y="3000"/>
                  </a:lnTo>
                  <a:lnTo>
                    <a:pt x="17601" y="3051"/>
                  </a:lnTo>
                  <a:lnTo>
                    <a:pt x="17210" y="3102"/>
                  </a:lnTo>
                  <a:lnTo>
                    <a:pt x="16850" y="3148"/>
                  </a:lnTo>
                  <a:lnTo>
                    <a:pt x="16460" y="3188"/>
                  </a:lnTo>
                  <a:lnTo>
                    <a:pt x="16069" y="3224"/>
                  </a:lnTo>
                  <a:lnTo>
                    <a:pt x="15649" y="3260"/>
                  </a:lnTo>
                  <a:lnTo>
                    <a:pt x="15258" y="3290"/>
                  </a:lnTo>
                  <a:lnTo>
                    <a:pt x="14838" y="3321"/>
                  </a:lnTo>
                  <a:lnTo>
                    <a:pt x="14417" y="3341"/>
                  </a:lnTo>
                  <a:lnTo>
                    <a:pt x="13997" y="3362"/>
                  </a:lnTo>
                  <a:lnTo>
                    <a:pt x="13546" y="3382"/>
                  </a:lnTo>
                  <a:lnTo>
                    <a:pt x="13126" y="3392"/>
                  </a:lnTo>
                  <a:lnTo>
                    <a:pt x="12675" y="3403"/>
                  </a:lnTo>
                  <a:lnTo>
                    <a:pt x="12225" y="3413"/>
                  </a:lnTo>
                  <a:lnTo>
                    <a:pt x="11354" y="3418"/>
                  </a:lnTo>
                  <a:lnTo>
                    <a:pt x="11354" y="3418"/>
                  </a:lnTo>
                  <a:lnTo>
                    <a:pt x="10753" y="3418"/>
                  </a:lnTo>
                  <a:lnTo>
                    <a:pt x="10152" y="3408"/>
                  </a:lnTo>
                  <a:lnTo>
                    <a:pt x="9552" y="3398"/>
                  </a:lnTo>
                  <a:lnTo>
                    <a:pt x="8981" y="3377"/>
                  </a:lnTo>
                  <a:lnTo>
                    <a:pt x="8380" y="3357"/>
                  </a:lnTo>
                  <a:lnTo>
                    <a:pt x="7810" y="3331"/>
                  </a:lnTo>
                  <a:lnTo>
                    <a:pt x="7239" y="3301"/>
                  </a:lnTo>
                  <a:lnTo>
                    <a:pt x="6668" y="3265"/>
                  </a:lnTo>
                  <a:lnTo>
                    <a:pt x="6128" y="3229"/>
                  </a:lnTo>
                  <a:lnTo>
                    <a:pt x="5587" y="3183"/>
                  </a:lnTo>
                  <a:lnTo>
                    <a:pt x="5046" y="3142"/>
                  </a:lnTo>
                  <a:lnTo>
                    <a:pt x="4536" y="3091"/>
                  </a:lnTo>
                  <a:lnTo>
                    <a:pt x="4025" y="3040"/>
                  </a:lnTo>
                  <a:lnTo>
                    <a:pt x="3575" y="2984"/>
                  </a:lnTo>
                  <a:lnTo>
                    <a:pt x="3094" y="2923"/>
                  </a:lnTo>
                  <a:lnTo>
                    <a:pt x="2674" y="2867"/>
                  </a:lnTo>
                  <a:lnTo>
                    <a:pt x="2674" y="2867"/>
                  </a:lnTo>
                  <a:lnTo>
                    <a:pt x="2343" y="2816"/>
                  </a:lnTo>
                  <a:lnTo>
                    <a:pt x="2073" y="2765"/>
                  </a:lnTo>
                  <a:lnTo>
                    <a:pt x="1803" y="2709"/>
                  </a:lnTo>
                  <a:lnTo>
                    <a:pt x="1562" y="2653"/>
                  </a:lnTo>
                  <a:lnTo>
                    <a:pt x="1352" y="2592"/>
                  </a:lnTo>
                  <a:lnTo>
                    <a:pt x="1142" y="2530"/>
                  </a:lnTo>
                  <a:lnTo>
                    <a:pt x="962" y="2464"/>
                  </a:lnTo>
                  <a:lnTo>
                    <a:pt x="781" y="2393"/>
                  </a:lnTo>
                  <a:lnTo>
                    <a:pt x="631" y="2321"/>
                  </a:lnTo>
                  <a:lnTo>
                    <a:pt x="481" y="2250"/>
                  </a:lnTo>
                  <a:lnTo>
                    <a:pt x="271" y="2097"/>
                  </a:lnTo>
                  <a:lnTo>
                    <a:pt x="91" y="1944"/>
                  </a:lnTo>
                  <a:lnTo>
                    <a:pt x="1" y="1781"/>
                  </a:lnTo>
                  <a:lnTo>
                    <a:pt x="1" y="1781"/>
                  </a:lnTo>
                  <a:lnTo>
                    <a:pt x="601" y="1786"/>
                  </a:lnTo>
                  <a:lnTo>
                    <a:pt x="601" y="1786"/>
                  </a:lnTo>
                  <a:lnTo>
                    <a:pt x="1622" y="1781"/>
                  </a:lnTo>
                  <a:lnTo>
                    <a:pt x="2644" y="1776"/>
                  </a:lnTo>
                  <a:lnTo>
                    <a:pt x="3665" y="1755"/>
                  </a:lnTo>
                  <a:lnTo>
                    <a:pt x="4686" y="1730"/>
                  </a:lnTo>
                  <a:lnTo>
                    <a:pt x="5197" y="1714"/>
                  </a:lnTo>
                  <a:lnTo>
                    <a:pt x="5707" y="1689"/>
                  </a:lnTo>
                  <a:lnTo>
                    <a:pt x="6188" y="1668"/>
                  </a:lnTo>
                  <a:lnTo>
                    <a:pt x="6698" y="1638"/>
                  </a:lnTo>
                  <a:lnTo>
                    <a:pt x="7179" y="1607"/>
                  </a:lnTo>
                  <a:lnTo>
                    <a:pt x="7629" y="1571"/>
                  </a:lnTo>
                  <a:lnTo>
                    <a:pt x="8080" y="1536"/>
                  </a:lnTo>
                  <a:lnTo>
                    <a:pt x="8530" y="1490"/>
                  </a:lnTo>
                  <a:lnTo>
                    <a:pt x="8951" y="1439"/>
                  </a:lnTo>
                  <a:lnTo>
                    <a:pt x="9371" y="1388"/>
                  </a:lnTo>
                  <a:lnTo>
                    <a:pt x="9762" y="1332"/>
                  </a:lnTo>
                  <a:lnTo>
                    <a:pt x="10122" y="1265"/>
                  </a:lnTo>
                  <a:lnTo>
                    <a:pt x="10483" y="1199"/>
                  </a:lnTo>
                  <a:lnTo>
                    <a:pt x="10783" y="1123"/>
                  </a:lnTo>
                  <a:lnTo>
                    <a:pt x="11113" y="1041"/>
                  </a:lnTo>
                  <a:lnTo>
                    <a:pt x="11384" y="954"/>
                  </a:lnTo>
                  <a:lnTo>
                    <a:pt x="11624" y="862"/>
                  </a:lnTo>
                  <a:lnTo>
                    <a:pt x="11834" y="760"/>
                  </a:lnTo>
                  <a:lnTo>
                    <a:pt x="12044" y="658"/>
                  </a:lnTo>
                  <a:lnTo>
                    <a:pt x="12195" y="541"/>
                  </a:lnTo>
                  <a:lnTo>
                    <a:pt x="12315" y="424"/>
                  </a:lnTo>
                  <a:lnTo>
                    <a:pt x="12405" y="296"/>
                  </a:lnTo>
                  <a:lnTo>
                    <a:pt x="12465" y="159"/>
                  </a:lnTo>
                  <a:lnTo>
                    <a:pt x="12465" y="16"/>
                  </a:lnTo>
                  <a:lnTo>
                    <a:pt x="12465" y="16"/>
                  </a:lnTo>
                  <a:lnTo>
                    <a:pt x="12465" y="0"/>
                  </a:lnTo>
                  <a:lnTo>
                    <a:pt x="2063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75"/>
            <p:cNvSpPr/>
            <p:nvPr/>
          </p:nvSpPr>
          <p:spPr>
            <a:xfrm flipH="1">
              <a:off x="6241871" y="4453369"/>
              <a:ext cx="1297" cy="51898"/>
            </a:xfrm>
            <a:custGeom>
              <a:avLst/>
              <a:gdLst/>
              <a:ahLst/>
              <a:cxnLst/>
              <a:rect l="l" t="t" r="r" b="b"/>
              <a:pathLst>
                <a:path w="61" h="414" extrusionOk="0">
                  <a:moveTo>
                    <a:pt x="1" y="1"/>
                  </a:moveTo>
                  <a:lnTo>
                    <a:pt x="1" y="414"/>
                  </a:lnTo>
                  <a:lnTo>
                    <a:pt x="31" y="312"/>
                  </a:lnTo>
                  <a:lnTo>
                    <a:pt x="61" y="210"/>
                  </a:lnTo>
                  <a:lnTo>
                    <a:pt x="31" y="103"/>
                  </a:lnTo>
                  <a:lnTo>
                    <a:pt x="1" y="1"/>
                  </a:lnTo>
                  <a:close/>
                </a:path>
              </a:pathLst>
            </a:custGeom>
            <a:solidFill>
              <a:srgbClr val="FF4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75"/>
            <p:cNvSpPr/>
            <p:nvPr/>
          </p:nvSpPr>
          <p:spPr>
            <a:xfrm flipH="1">
              <a:off x="6241871" y="4453369"/>
              <a:ext cx="1297" cy="51898"/>
            </a:xfrm>
            <a:custGeom>
              <a:avLst/>
              <a:gdLst/>
              <a:ahLst/>
              <a:cxnLst/>
              <a:rect l="l" t="t" r="r" b="b"/>
              <a:pathLst>
                <a:path w="61" h="414" fill="none" extrusionOk="0">
                  <a:moveTo>
                    <a:pt x="1" y="1"/>
                  </a:moveTo>
                  <a:lnTo>
                    <a:pt x="1" y="1"/>
                  </a:lnTo>
                  <a:lnTo>
                    <a:pt x="31" y="103"/>
                  </a:lnTo>
                  <a:lnTo>
                    <a:pt x="61" y="210"/>
                  </a:lnTo>
                  <a:lnTo>
                    <a:pt x="31" y="312"/>
                  </a:lnTo>
                  <a:lnTo>
                    <a:pt x="1" y="414"/>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75"/>
            <p:cNvSpPr/>
            <p:nvPr/>
          </p:nvSpPr>
          <p:spPr>
            <a:xfrm flipH="1">
              <a:off x="5589266" y="4278873"/>
              <a:ext cx="205627" cy="448278"/>
            </a:xfrm>
            <a:custGeom>
              <a:avLst/>
              <a:gdLst/>
              <a:ahLst/>
              <a:cxnLst/>
              <a:rect l="l" t="t" r="r" b="b"/>
              <a:pathLst>
                <a:path w="9672" h="3576" extrusionOk="0">
                  <a:moveTo>
                    <a:pt x="0" y="0"/>
                  </a:moveTo>
                  <a:lnTo>
                    <a:pt x="0" y="3377"/>
                  </a:lnTo>
                  <a:lnTo>
                    <a:pt x="60" y="3474"/>
                  </a:lnTo>
                  <a:lnTo>
                    <a:pt x="60" y="3576"/>
                  </a:lnTo>
                  <a:lnTo>
                    <a:pt x="751" y="3565"/>
                  </a:lnTo>
                  <a:lnTo>
                    <a:pt x="1502" y="3550"/>
                  </a:lnTo>
                  <a:lnTo>
                    <a:pt x="2253" y="3525"/>
                  </a:lnTo>
                  <a:lnTo>
                    <a:pt x="3034" y="3494"/>
                  </a:lnTo>
                  <a:lnTo>
                    <a:pt x="3815" y="3448"/>
                  </a:lnTo>
                  <a:lnTo>
                    <a:pt x="4205" y="3423"/>
                  </a:lnTo>
                  <a:lnTo>
                    <a:pt x="4595" y="3392"/>
                  </a:lnTo>
                  <a:lnTo>
                    <a:pt x="4986" y="3356"/>
                  </a:lnTo>
                  <a:lnTo>
                    <a:pt x="5376" y="3321"/>
                  </a:lnTo>
                  <a:lnTo>
                    <a:pt x="5737" y="3280"/>
                  </a:lnTo>
                  <a:lnTo>
                    <a:pt x="6127" y="3234"/>
                  </a:lnTo>
                  <a:lnTo>
                    <a:pt x="6488" y="3183"/>
                  </a:lnTo>
                  <a:lnTo>
                    <a:pt x="6818" y="3127"/>
                  </a:lnTo>
                  <a:lnTo>
                    <a:pt x="7148" y="3071"/>
                  </a:lnTo>
                  <a:lnTo>
                    <a:pt x="7479" y="3004"/>
                  </a:lnTo>
                  <a:lnTo>
                    <a:pt x="7779" y="2938"/>
                  </a:lnTo>
                  <a:lnTo>
                    <a:pt x="8049" y="2862"/>
                  </a:lnTo>
                  <a:lnTo>
                    <a:pt x="8320" y="2785"/>
                  </a:lnTo>
                  <a:lnTo>
                    <a:pt x="8590" y="2698"/>
                  </a:lnTo>
                  <a:lnTo>
                    <a:pt x="8800" y="2607"/>
                  </a:lnTo>
                  <a:lnTo>
                    <a:pt x="9011" y="2510"/>
                  </a:lnTo>
                  <a:lnTo>
                    <a:pt x="9191" y="2408"/>
                  </a:lnTo>
                  <a:lnTo>
                    <a:pt x="9341" y="2295"/>
                  </a:lnTo>
                  <a:lnTo>
                    <a:pt x="9461" y="2183"/>
                  </a:lnTo>
                  <a:lnTo>
                    <a:pt x="9551" y="2061"/>
                  </a:lnTo>
                  <a:lnTo>
                    <a:pt x="9641" y="1928"/>
                  </a:lnTo>
                  <a:lnTo>
                    <a:pt x="9671" y="1790"/>
                  </a:lnTo>
                  <a:lnTo>
                    <a:pt x="9671" y="1663"/>
                  </a:lnTo>
                  <a:lnTo>
                    <a:pt x="9641" y="1540"/>
                  </a:lnTo>
                  <a:lnTo>
                    <a:pt x="9551" y="1423"/>
                  </a:lnTo>
                  <a:lnTo>
                    <a:pt x="9461" y="1316"/>
                  </a:lnTo>
                  <a:lnTo>
                    <a:pt x="9341" y="1209"/>
                  </a:lnTo>
                  <a:lnTo>
                    <a:pt x="9191" y="1107"/>
                  </a:lnTo>
                  <a:lnTo>
                    <a:pt x="9011" y="1015"/>
                  </a:lnTo>
                  <a:lnTo>
                    <a:pt x="8800" y="923"/>
                  </a:lnTo>
                  <a:lnTo>
                    <a:pt x="8560" y="842"/>
                  </a:lnTo>
                  <a:lnTo>
                    <a:pt x="8320" y="760"/>
                  </a:lnTo>
                  <a:lnTo>
                    <a:pt x="8049" y="689"/>
                  </a:lnTo>
                  <a:lnTo>
                    <a:pt x="7749" y="617"/>
                  </a:lnTo>
                  <a:lnTo>
                    <a:pt x="7449" y="551"/>
                  </a:lnTo>
                  <a:lnTo>
                    <a:pt x="7118" y="490"/>
                  </a:lnTo>
                  <a:lnTo>
                    <a:pt x="6788" y="434"/>
                  </a:lnTo>
                  <a:lnTo>
                    <a:pt x="6428" y="383"/>
                  </a:lnTo>
                  <a:lnTo>
                    <a:pt x="6037" y="332"/>
                  </a:lnTo>
                  <a:lnTo>
                    <a:pt x="5677" y="291"/>
                  </a:lnTo>
                  <a:lnTo>
                    <a:pt x="5286" y="250"/>
                  </a:lnTo>
                  <a:lnTo>
                    <a:pt x="4896" y="209"/>
                  </a:lnTo>
                  <a:lnTo>
                    <a:pt x="4475" y="179"/>
                  </a:lnTo>
                  <a:lnTo>
                    <a:pt x="4085" y="148"/>
                  </a:lnTo>
                  <a:lnTo>
                    <a:pt x="3664" y="122"/>
                  </a:lnTo>
                  <a:lnTo>
                    <a:pt x="3244" y="97"/>
                  </a:lnTo>
                  <a:lnTo>
                    <a:pt x="2403" y="56"/>
                  </a:lnTo>
                  <a:lnTo>
                    <a:pt x="1592" y="31"/>
                  </a:lnTo>
                  <a:lnTo>
                    <a:pt x="781" y="10"/>
                  </a:lnTo>
                  <a:lnTo>
                    <a:pt x="0" y="0"/>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75"/>
            <p:cNvSpPr/>
            <p:nvPr/>
          </p:nvSpPr>
          <p:spPr>
            <a:xfrm flipH="1">
              <a:off x="5589266" y="4278873"/>
              <a:ext cx="205627" cy="448278"/>
            </a:xfrm>
            <a:custGeom>
              <a:avLst/>
              <a:gdLst/>
              <a:ahLst/>
              <a:cxnLst/>
              <a:rect l="l" t="t" r="r" b="b"/>
              <a:pathLst>
                <a:path w="9672" h="3576" fill="none" extrusionOk="0">
                  <a:moveTo>
                    <a:pt x="0" y="0"/>
                  </a:moveTo>
                  <a:lnTo>
                    <a:pt x="0" y="0"/>
                  </a:lnTo>
                  <a:lnTo>
                    <a:pt x="781" y="10"/>
                  </a:lnTo>
                  <a:lnTo>
                    <a:pt x="1592" y="31"/>
                  </a:lnTo>
                  <a:lnTo>
                    <a:pt x="2403" y="56"/>
                  </a:lnTo>
                  <a:lnTo>
                    <a:pt x="3244" y="97"/>
                  </a:lnTo>
                  <a:lnTo>
                    <a:pt x="3664" y="122"/>
                  </a:lnTo>
                  <a:lnTo>
                    <a:pt x="4085" y="148"/>
                  </a:lnTo>
                  <a:lnTo>
                    <a:pt x="4475" y="179"/>
                  </a:lnTo>
                  <a:lnTo>
                    <a:pt x="4896" y="209"/>
                  </a:lnTo>
                  <a:lnTo>
                    <a:pt x="5286" y="250"/>
                  </a:lnTo>
                  <a:lnTo>
                    <a:pt x="5677" y="291"/>
                  </a:lnTo>
                  <a:lnTo>
                    <a:pt x="6037" y="332"/>
                  </a:lnTo>
                  <a:lnTo>
                    <a:pt x="6428" y="383"/>
                  </a:lnTo>
                  <a:lnTo>
                    <a:pt x="6788" y="434"/>
                  </a:lnTo>
                  <a:lnTo>
                    <a:pt x="7118" y="490"/>
                  </a:lnTo>
                  <a:lnTo>
                    <a:pt x="7449" y="551"/>
                  </a:lnTo>
                  <a:lnTo>
                    <a:pt x="7749" y="617"/>
                  </a:lnTo>
                  <a:lnTo>
                    <a:pt x="8049" y="689"/>
                  </a:lnTo>
                  <a:lnTo>
                    <a:pt x="8320" y="760"/>
                  </a:lnTo>
                  <a:lnTo>
                    <a:pt x="8560" y="842"/>
                  </a:lnTo>
                  <a:lnTo>
                    <a:pt x="8800" y="923"/>
                  </a:lnTo>
                  <a:lnTo>
                    <a:pt x="9011" y="1015"/>
                  </a:lnTo>
                  <a:lnTo>
                    <a:pt x="9191" y="1107"/>
                  </a:lnTo>
                  <a:lnTo>
                    <a:pt x="9341" y="1209"/>
                  </a:lnTo>
                  <a:lnTo>
                    <a:pt x="9461" y="1316"/>
                  </a:lnTo>
                  <a:lnTo>
                    <a:pt x="9551" y="1423"/>
                  </a:lnTo>
                  <a:lnTo>
                    <a:pt x="9641" y="1540"/>
                  </a:lnTo>
                  <a:lnTo>
                    <a:pt x="9671" y="1663"/>
                  </a:lnTo>
                  <a:lnTo>
                    <a:pt x="9671" y="1790"/>
                  </a:lnTo>
                  <a:lnTo>
                    <a:pt x="9671" y="1790"/>
                  </a:lnTo>
                  <a:lnTo>
                    <a:pt x="9641" y="1928"/>
                  </a:lnTo>
                  <a:lnTo>
                    <a:pt x="9551" y="2061"/>
                  </a:lnTo>
                  <a:lnTo>
                    <a:pt x="9461" y="2183"/>
                  </a:lnTo>
                  <a:lnTo>
                    <a:pt x="9341" y="2295"/>
                  </a:lnTo>
                  <a:lnTo>
                    <a:pt x="9191" y="2408"/>
                  </a:lnTo>
                  <a:lnTo>
                    <a:pt x="9011" y="2510"/>
                  </a:lnTo>
                  <a:lnTo>
                    <a:pt x="8800" y="2607"/>
                  </a:lnTo>
                  <a:lnTo>
                    <a:pt x="8590" y="2698"/>
                  </a:lnTo>
                  <a:lnTo>
                    <a:pt x="8320" y="2785"/>
                  </a:lnTo>
                  <a:lnTo>
                    <a:pt x="8049" y="2862"/>
                  </a:lnTo>
                  <a:lnTo>
                    <a:pt x="7779" y="2938"/>
                  </a:lnTo>
                  <a:lnTo>
                    <a:pt x="7479" y="3004"/>
                  </a:lnTo>
                  <a:lnTo>
                    <a:pt x="7148" y="3071"/>
                  </a:lnTo>
                  <a:lnTo>
                    <a:pt x="6818" y="3127"/>
                  </a:lnTo>
                  <a:lnTo>
                    <a:pt x="6488" y="3183"/>
                  </a:lnTo>
                  <a:lnTo>
                    <a:pt x="6127" y="3234"/>
                  </a:lnTo>
                  <a:lnTo>
                    <a:pt x="5737" y="3280"/>
                  </a:lnTo>
                  <a:lnTo>
                    <a:pt x="5376" y="3321"/>
                  </a:lnTo>
                  <a:lnTo>
                    <a:pt x="4986" y="3356"/>
                  </a:lnTo>
                  <a:lnTo>
                    <a:pt x="4595" y="3392"/>
                  </a:lnTo>
                  <a:lnTo>
                    <a:pt x="4205" y="3423"/>
                  </a:lnTo>
                  <a:lnTo>
                    <a:pt x="3815" y="3448"/>
                  </a:lnTo>
                  <a:lnTo>
                    <a:pt x="3034" y="3494"/>
                  </a:lnTo>
                  <a:lnTo>
                    <a:pt x="2253" y="3525"/>
                  </a:lnTo>
                  <a:lnTo>
                    <a:pt x="1502" y="3550"/>
                  </a:lnTo>
                  <a:lnTo>
                    <a:pt x="751" y="3565"/>
                  </a:lnTo>
                  <a:lnTo>
                    <a:pt x="60" y="3576"/>
                  </a:lnTo>
                  <a:lnTo>
                    <a:pt x="60" y="3576"/>
                  </a:lnTo>
                  <a:lnTo>
                    <a:pt x="60" y="3474"/>
                  </a:lnTo>
                  <a:lnTo>
                    <a:pt x="0" y="3377"/>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75"/>
            <p:cNvSpPr/>
            <p:nvPr/>
          </p:nvSpPr>
          <p:spPr>
            <a:xfrm flipH="1">
              <a:off x="5793600" y="4278121"/>
              <a:ext cx="228630" cy="449031"/>
            </a:xfrm>
            <a:custGeom>
              <a:avLst/>
              <a:gdLst/>
              <a:ahLst/>
              <a:cxnLst/>
              <a:rect l="l" t="t" r="r" b="b"/>
              <a:pathLst>
                <a:path w="10754" h="3582" extrusionOk="0">
                  <a:moveTo>
                    <a:pt x="10092" y="1"/>
                  </a:moveTo>
                  <a:lnTo>
                    <a:pt x="9432" y="6"/>
                  </a:lnTo>
                  <a:lnTo>
                    <a:pt x="8801" y="16"/>
                  </a:lnTo>
                  <a:lnTo>
                    <a:pt x="8110" y="26"/>
                  </a:lnTo>
                  <a:lnTo>
                    <a:pt x="7389" y="47"/>
                  </a:lnTo>
                  <a:lnTo>
                    <a:pt x="6669" y="72"/>
                  </a:lnTo>
                  <a:lnTo>
                    <a:pt x="5948" y="108"/>
                  </a:lnTo>
                  <a:lnTo>
                    <a:pt x="5227" y="149"/>
                  </a:lnTo>
                  <a:lnTo>
                    <a:pt x="4536" y="200"/>
                  </a:lnTo>
                  <a:lnTo>
                    <a:pt x="4176" y="230"/>
                  </a:lnTo>
                  <a:lnTo>
                    <a:pt x="3845" y="266"/>
                  </a:lnTo>
                  <a:lnTo>
                    <a:pt x="3515" y="302"/>
                  </a:lnTo>
                  <a:lnTo>
                    <a:pt x="3185" y="343"/>
                  </a:lnTo>
                  <a:lnTo>
                    <a:pt x="2884" y="389"/>
                  </a:lnTo>
                  <a:lnTo>
                    <a:pt x="2584" y="435"/>
                  </a:lnTo>
                  <a:lnTo>
                    <a:pt x="2283" y="486"/>
                  </a:lnTo>
                  <a:lnTo>
                    <a:pt x="2013" y="542"/>
                  </a:lnTo>
                  <a:lnTo>
                    <a:pt x="1743" y="603"/>
                  </a:lnTo>
                  <a:lnTo>
                    <a:pt x="1503" y="669"/>
                  </a:lnTo>
                  <a:lnTo>
                    <a:pt x="1262" y="741"/>
                  </a:lnTo>
                  <a:lnTo>
                    <a:pt x="1052" y="817"/>
                  </a:lnTo>
                  <a:lnTo>
                    <a:pt x="842" y="899"/>
                  </a:lnTo>
                  <a:lnTo>
                    <a:pt x="662" y="985"/>
                  </a:lnTo>
                  <a:lnTo>
                    <a:pt x="481" y="1077"/>
                  </a:lnTo>
                  <a:lnTo>
                    <a:pt x="361" y="1174"/>
                  </a:lnTo>
                  <a:lnTo>
                    <a:pt x="241" y="1276"/>
                  </a:lnTo>
                  <a:lnTo>
                    <a:pt x="121" y="1383"/>
                  </a:lnTo>
                  <a:lnTo>
                    <a:pt x="61" y="1501"/>
                  </a:lnTo>
                  <a:lnTo>
                    <a:pt x="1" y="1623"/>
                  </a:lnTo>
                  <a:lnTo>
                    <a:pt x="61" y="1705"/>
                  </a:lnTo>
                  <a:lnTo>
                    <a:pt x="61" y="1786"/>
                  </a:lnTo>
                  <a:lnTo>
                    <a:pt x="61" y="1888"/>
                  </a:lnTo>
                  <a:lnTo>
                    <a:pt x="31" y="2000"/>
                  </a:lnTo>
                  <a:lnTo>
                    <a:pt x="121" y="2108"/>
                  </a:lnTo>
                  <a:lnTo>
                    <a:pt x="211" y="2210"/>
                  </a:lnTo>
                  <a:lnTo>
                    <a:pt x="361" y="2306"/>
                  </a:lnTo>
                  <a:lnTo>
                    <a:pt x="511" y="2403"/>
                  </a:lnTo>
                  <a:lnTo>
                    <a:pt x="692" y="2490"/>
                  </a:lnTo>
                  <a:lnTo>
                    <a:pt x="902" y="2577"/>
                  </a:lnTo>
                  <a:lnTo>
                    <a:pt x="1142" y="2658"/>
                  </a:lnTo>
                  <a:lnTo>
                    <a:pt x="1382" y="2740"/>
                  </a:lnTo>
                  <a:lnTo>
                    <a:pt x="1653" y="2811"/>
                  </a:lnTo>
                  <a:lnTo>
                    <a:pt x="1923" y="2883"/>
                  </a:lnTo>
                  <a:lnTo>
                    <a:pt x="2223" y="2949"/>
                  </a:lnTo>
                  <a:lnTo>
                    <a:pt x="2554" y="3010"/>
                  </a:lnTo>
                  <a:lnTo>
                    <a:pt x="2884" y="3072"/>
                  </a:lnTo>
                  <a:lnTo>
                    <a:pt x="3215" y="3128"/>
                  </a:lnTo>
                  <a:lnTo>
                    <a:pt x="3575" y="3179"/>
                  </a:lnTo>
                  <a:lnTo>
                    <a:pt x="3935" y="3225"/>
                  </a:lnTo>
                  <a:lnTo>
                    <a:pt x="4296" y="3270"/>
                  </a:lnTo>
                  <a:lnTo>
                    <a:pt x="4686" y="3311"/>
                  </a:lnTo>
                  <a:lnTo>
                    <a:pt x="5047" y="3352"/>
                  </a:lnTo>
                  <a:lnTo>
                    <a:pt x="5437" y="3388"/>
                  </a:lnTo>
                  <a:lnTo>
                    <a:pt x="6218" y="3449"/>
                  </a:lnTo>
                  <a:lnTo>
                    <a:pt x="6969" y="3495"/>
                  </a:lnTo>
                  <a:lnTo>
                    <a:pt x="7750" y="3536"/>
                  </a:lnTo>
                  <a:lnTo>
                    <a:pt x="8471" y="3561"/>
                  </a:lnTo>
                  <a:lnTo>
                    <a:pt x="9161" y="3577"/>
                  </a:lnTo>
                  <a:lnTo>
                    <a:pt x="9792" y="3582"/>
                  </a:lnTo>
                  <a:lnTo>
                    <a:pt x="10753" y="3582"/>
                  </a:lnTo>
                  <a:lnTo>
                    <a:pt x="10753" y="3480"/>
                  </a:lnTo>
                  <a:lnTo>
                    <a:pt x="10693" y="3383"/>
                  </a:lnTo>
                  <a:lnTo>
                    <a:pt x="10693" y="6"/>
                  </a:lnTo>
                  <a:lnTo>
                    <a:pt x="10092" y="1"/>
                  </a:lnTo>
                  <a:close/>
                </a:path>
              </a:pathLst>
            </a:custGeom>
            <a:solidFill>
              <a:srgbClr val="FF6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75"/>
            <p:cNvSpPr/>
            <p:nvPr/>
          </p:nvSpPr>
          <p:spPr>
            <a:xfrm flipH="1">
              <a:off x="5793600" y="4278121"/>
              <a:ext cx="228630" cy="449031"/>
            </a:xfrm>
            <a:custGeom>
              <a:avLst/>
              <a:gdLst/>
              <a:ahLst/>
              <a:cxnLst/>
              <a:rect l="l" t="t" r="r" b="b"/>
              <a:pathLst>
                <a:path w="10754" h="3582" fill="none" extrusionOk="0">
                  <a:moveTo>
                    <a:pt x="10092" y="1"/>
                  </a:moveTo>
                  <a:lnTo>
                    <a:pt x="10092" y="1"/>
                  </a:lnTo>
                  <a:lnTo>
                    <a:pt x="10693" y="6"/>
                  </a:lnTo>
                  <a:lnTo>
                    <a:pt x="10693" y="3383"/>
                  </a:lnTo>
                  <a:lnTo>
                    <a:pt x="10693" y="3383"/>
                  </a:lnTo>
                  <a:lnTo>
                    <a:pt x="10753" y="3480"/>
                  </a:lnTo>
                  <a:lnTo>
                    <a:pt x="10753" y="3582"/>
                  </a:lnTo>
                  <a:lnTo>
                    <a:pt x="10753" y="3582"/>
                  </a:lnTo>
                  <a:lnTo>
                    <a:pt x="9972" y="3582"/>
                  </a:lnTo>
                  <a:lnTo>
                    <a:pt x="9972" y="3582"/>
                  </a:lnTo>
                  <a:lnTo>
                    <a:pt x="9792" y="3582"/>
                  </a:lnTo>
                  <a:lnTo>
                    <a:pt x="9792" y="3582"/>
                  </a:lnTo>
                  <a:lnTo>
                    <a:pt x="9161" y="3577"/>
                  </a:lnTo>
                  <a:lnTo>
                    <a:pt x="8471" y="3561"/>
                  </a:lnTo>
                  <a:lnTo>
                    <a:pt x="7750" y="3536"/>
                  </a:lnTo>
                  <a:lnTo>
                    <a:pt x="6969" y="3495"/>
                  </a:lnTo>
                  <a:lnTo>
                    <a:pt x="6218" y="3449"/>
                  </a:lnTo>
                  <a:lnTo>
                    <a:pt x="5437" y="3388"/>
                  </a:lnTo>
                  <a:lnTo>
                    <a:pt x="5047" y="3352"/>
                  </a:lnTo>
                  <a:lnTo>
                    <a:pt x="4686" y="3311"/>
                  </a:lnTo>
                  <a:lnTo>
                    <a:pt x="4296" y="3270"/>
                  </a:lnTo>
                  <a:lnTo>
                    <a:pt x="3935" y="3225"/>
                  </a:lnTo>
                  <a:lnTo>
                    <a:pt x="3575" y="3179"/>
                  </a:lnTo>
                  <a:lnTo>
                    <a:pt x="3215" y="3128"/>
                  </a:lnTo>
                  <a:lnTo>
                    <a:pt x="2884" y="3072"/>
                  </a:lnTo>
                  <a:lnTo>
                    <a:pt x="2554" y="3010"/>
                  </a:lnTo>
                  <a:lnTo>
                    <a:pt x="2223" y="2949"/>
                  </a:lnTo>
                  <a:lnTo>
                    <a:pt x="1923" y="2883"/>
                  </a:lnTo>
                  <a:lnTo>
                    <a:pt x="1653" y="2811"/>
                  </a:lnTo>
                  <a:lnTo>
                    <a:pt x="1382" y="2740"/>
                  </a:lnTo>
                  <a:lnTo>
                    <a:pt x="1142" y="2658"/>
                  </a:lnTo>
                  <a:lnTo>
                    <a:pt x="902" y="2577"/>
                  </a:lnTo>
                  <a:lnTo>
                    <a:pt x="692" y="2490"/>
                  </a:lnTo>
                  <a:lnTo>
                    <a:pt x="511" y="2403"/>
                  </a:lnTo>
                  <a:lnTo>
                    <a:pt x="361" y="2306"/>
                  </a:lnTo>
                  <a:lnTo>
                    <a:pt x="211" y="2210"/>
                  </a:lnTo>
                  <a:lnTo>
                    <a:pt x="121" y="2108"/>
                  </a:lnTo>
                  <a:lnTo>
                    <a:pt x="31" y="2000"/>
                  </a:lnTo>
                  <a:lnTo>
                    <a:pt x="31" y="2000"/>
                  </a:lnTo>
                  <a:lnTo>
                    <a:pt x="61" y="1888"/>
                  </a:lnTo>
                  <a:lnTo>
                    <a:pt x="61" y="1786"/>
                  </a:lnTo>
                  <a:lnTo>
                    <a:pt x="61" y="1786"/>
                  </a:lnTo>
                  <a:lnTo>
                    <a:pt x="61" y="1705"/>
                  </a:lnTo>
                  <a:lnTo>
                    <a:pt x="1" y="1623"/>
                  </a:lnTo>
                  <a:lnTo>
                    <a:pt x="1" y="1623"/>
                  </a:lnTo>
                  <a:lnTo>
                    <a:pt x="61" y="1501"/>
                  </a:lnTo>
                  <a:lnTo>
                    <a:pt x="121" y="1383"/>
                  </a:lnTo>
                  <a:lnTo>
                    <a:pt x="241" y="1276"/>
                  </a:lnTo>
                  <a:lnTo>
                    <a:pt x="361" y="1174"/>
                  </a:lnTo>
                  <a:lnTo>
                    <a:pt x="481" y="1077"/>
                  </a:lnTo>
                  <a:lnTo>
                    <a:pt x="662" y="985"/>
                  </a:lnTo>
                  <a:lnTo>
                    <a:pt x="842" y="899"/>
                  </a:lnTo>
                  <a:lnTo>
                    <a:pt x="1052" y="817"/>
                  </a:lnTo>
                  <a:lnTo>
                    <a:pt x="1262" y="741"/>
                  </a:lnTo>
                  <a:lnTo>
                    <a:pt x="1503" y="669"/>
                  </a:lnTo>
                  <a:lnTo>
                    <a:pt x="1743" y="603"/>
                  </a:lnTo>
                  <a:lnTo>
                    <a:pt x="2013" y="542"/>
                  </a:lnTo>
                  <a:lnTo>
                    <a:pt x="2283" y="486"/>
                  </a:lnTo>
                  <a:lnTo>
                    <a:pt x="2584" y="435"/>
                  </a:lnTo>
                  <a:lnTo>
                    <a:pt x="2884" y="389"/>
                  </a:lnTo>
                  <a:lnTo>
                    <a:pt x="3185" y="343"/>
                  </a:lnTo>
                  <a:lnTo>
                    <a:pt x="3515" y="302"/>
                  </a:lnTo>
                  <a:lnTo>
                    <a:pt x="3845" y="266"/>
                  </a:lnTo>
                  <a:lnTo>
                    <a:pt x="4176" y="230"/>
                  </a:lnTo>
                  <a:lnTo>
                    <a:pt x="4536" y="200"/>
                  </a:lnTo>
                  <a:lnTo>
                    <a:pt x="5227" y="149"/>
                  </a:lnTo>
                  <a:lnTo>
                    <a:pt x="5948" y="108"/>
                  </a:lnTo>
                  <a:lnTo>
                    <a:pt x="6669" y="72"/>
                  </a:lnTo>
                  <a:lnTo>
                    <a:pt x="7389" y="47"/>
                  </a:lnTo>
                  <a:lnTo>
                    <a:pt x="8110" y="26"/>
                  </a:lnTo>
                  <a:lnTo>
                    <a:pt x="8801" y="16"/>
                  </a:lnTo>
                  <a:lnTo>
                    <a:pt x="8801" y="16"/>
                  </a:lnTo>
                  <a:lnTo>
                    <a:pt x="9432" y="6"/>
                  </a:lnTo>
                  <a:lnTo>
                    <a:pt x="1009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75"/>
            <p:cNvSpPr/>
            <p:nvPr/>
          </p:nvSpPr>
          <p:spPr>
            <a:xfrm flipH="1">
              <a:off x="6020933" y="4481449"/>
              <a:ext cx="1935" cy="47510"/>
            </a:xfrm>
            <a:custGeom>
              <a:avLst/>
              <a:gdLst/>
              <a:ahLst/>
              <a:cxnLst/>
              <a:rect l="l" t="t" r="r" b="b"/>
              <a:pathLst>
                <a:path w="91" h="379" extrusionOk="0">
                  <a:moveTo>
                    <a:pt x="31" y="1"/>
                  </a:moveTo>
                  <a:lnTo>
                    <a:pt x="1" y="72"/>
                  </a:lnTo>
                  <a:lnTo>
                    <a:pt x="1" y="231"/>
                  </a:lnTo>
                  <a:lnTo>
                    <a:pt x="61" y="378"/>
                  </a:lnTo>
                  <a:lnTo>
                    <a:pt x="91" y="266"/>
                  </a:lnTo>
                  <a:lnTo>
                    <a:pt x="91" y="164"/>
                  </a:lnTo>
                  <a:lnTo>
                    <a:pt x="91" y="83"/>
                  </a:lnTo>
                  <a:lnTo>
                    <a:pt x="31" y="1"/>
                  </a:lnTo>
                  <a:close/>
                </a:path>
              </a:pathLst>
            </a:custGeom>
            <a:solidFill>
              <a:srgbClr val="FF4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75"/>
            <p:cNvSpPr/>
            <p:nvPr/>
          </p:nvSpPr>
          <p:spPr>
            <a:xfrm flipH="1">
              <a:off x="6020933" y="4481449"/>
              <a:ext cx="1935" cy="47510"/>
            </a:xfrm>
            <a:custGeom>
              <a:avLst/>
              <a:gdLst/>
              <a:ahLst/>
              <a:cxnLst/>
              <a:rect l="l" t="t" r="r" b="b"/>
              <a:pathLst>
                <a:path w="91" h="379" fill="none" extrusionOk="0">
                  <a:moveTo>
                    <a:pt x="31" y="1"/>
                  </a:moveTo>
                  <a:lnTo>
                    <a:pt x="31" y="1"/>
                  </a:lnTo>
                  <a:lnTo>
                    <a:pt x="91" y="83"/>
                  </a:lnTo>
                  <a:lnTo>
                    <a:pt x="91" y="164"/>
                  </a:lnTo>
                  <a:lnTo>
                    <a:pt x="91" y="164"/>
                  </a:lnTo>
                  <a:lnTo>
                    <a:pt x="91" y="266"/>
                  </a:lnTo>
                  <a:lnTo>
                    <a:pt x="61" y="378"/>
                  </a:lnTo>
                  <a:lnTo>
                    <a:pt x="61" y="378"/>
                  </a:lnTo>
                  <a:lnTo>
                    <a:pt x="1" y="231"/>
                  </a:lnTo>
                  <a:lnTo>
                    <a:pt x="1" y="72"/>
                  </a:lnTo>
                  <a:lnTo>
                    <a:pt x="1" y="72"/>
                  </a:lnTo>
                  <a:lnTo>
                    <a:pt x="3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75"/>
            <p:cNvSpPr/>
            <p:nvPr/>
          </p:nvSpPr>
          <p:spPr>
            <a:xfrm flipH="1">
              <a:off x="6692042" y="4036433"/>
              <a:ext cx="194784" cy="251467"/>
            </a:xfrm>
            <a:custGeom>
              <a:avLst/>
              <a:gdLst/>
              <a:ahLst/>
              <a:cxnLst/>
              <a:rect l="l" t="t" r="r" b="b"/>
              <a:pathLst>
                <a:path w="9162" h="2006" extrusionOk="0">
                  <a:moveTo>
                    <a:pt x="9161" y="1"/>
                  </a:moveTo>
                  <a:lnTo>
                    <a:pt x="8591" y="16"/>
                  </a:lnTo>
                  <a:lnTo>
                    <a:pt x="8050" y="37"/>
                  </a:lnTo>
                  <a:lnTo>
                    <a:pt x="7510" y="62"/>
                  </a:lnTo>
                  <a:lnTo>
                    <a:pt x="6999" y="93"/>
                  </a:lnTo>
                  <a:lnTo>
                    <a:pt x="6518" y="123"/>
                  </a:lnTo>
                  <a:lnTo>
                    <a:pt x="6038" y="164"/>
                  </a:lnTo>
                  <a:lnTo>
                    <a:pt x="5587" y="205"/>
                  </a:lnTo>
                  <a:lnTo>
                    <a:pt x="5137" y="251"/>
                  </a:lnTo>
                  <a:lnTo>
                    <a:pt x="4716" y="302"/>
                  </a:lnTo>
                  <a:lnTo>
                    <a:pt x="4326" y="353"/>
                  </a:lnTo>
                  <a:lnTo>
                    <a:pt x="3935" y="409"/>
                  </a:lnTo>
                  <a:lnTo>
                    <a:pt x="3575" y="470"/>
                  </a:lnTo>
                  <a:lnTo>
                    <a:pt x="3215" y="531"/>
                  </a:lnTo>
                  <a:lnTo>
                    <a:pt x="2884" y="598"/>
                  </a:lnTo>
                  <a:lnTo>
                    <a:pt x="2584" y="664"/>
                  </a:lnTo>
                  <a:lnTo>
                    <a:pt x="2284" y="735"/>
                  </a:lnTo>
                  <a:lnTo>
                    <a:pt x="2013" y="807"/>
                  </a:lnTo>
                  <a:lnTo>
                    <a:pt x="1773" y="878"/>
                  </a:lnTo>
                  <a:lnTo>
                    <a:pt x="1533" y="955"/>
                  </a:lnTo>
                  <a:lnTo>
                    <a:pt x="1292" y="1031"/>
                  </a:lnTo>
                  <a:lnTo>
                    <a:pt x="1082" y="1113"/>
                  </a:lnTo>
                  <a:lnTo>
                    <a:pt x="902" y="1189"/>
                  </a:lnTo>
                  <a:lnTo>
                    <a:pt x="752" y="1271"/>
                  </a:lnTo>
                  <a:lnTo>
                    <a:pt x="602" y="1353"/>
                  </a:lnTo>
                  <a:lnTo>
                    <a:pt x="331" y="1516"/>
                  </a:lnTo>
                  <a:lnTo>
                    <a:pt x="151" y="1684"/>
                  </a:lnTo>
                  <a:lnTo>
                    <a:pt x="61" y="1847"/>
                  </a:lnTo>
                  <a:lnTo>
                    <a:pt x="1" y="2005"/>
                  </a:lnTo>
                  <a:lnTo>
                    <a:pt x="9161" y="2005"/>
                  </a:lnTo>
                  <a:lnTo>
                    <a:pt x="9161" y="1"/>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75"/>
            <p:cNvSpPr/>
            <p:nvPr/>
          </p:nvSpPr>
          <p:spPr>
            <a:xfrm flipH="1">
              <a:off x="6692042" y="4036433"/>
              <a:ext cx="194784" cy="251467"/>
            </a:xfrm>
            <a:custGeom>
              <a:avLst/>
              <a:gdLst/>
              <a:ahLst/>
              <a:cxnLst/>
              <a:rect l="l" t="t" r="r" b="b"/>
              <a:pathLst>
                <a:path w="9162" h="2006" fill="none" extrusionOk="0">
                  <a:moveTo>
                    <a:pt x="9161" y="1"/>
                  </a:moveTo>
                  <a:lnTo>
                    <a:pt x="9161" y="2005"/>
                  </a:lnTo>
                  <a:lnTo>
                    <a:pt x="1" y="2005"/>
                  </a:lnTo>
                  <a:lnTo>
                    <a:pt x="1" y="2005"/>
                  </a:lnTo>
                  <a:lnTo>
                    <a:pt x="61" y="1847"/>
                  </a:lnTo>
                  <a:lnTo>
                    <a:pt x="151" y="1684"/>
                  </a:lnTo>
                  <a:lnTo>
                    <a:pt x="331" y="1516"/>
                  </a:lnTo>
                  <a:lnTo>
                    <a:pt x="602" y="1353"/>
                  </a:lnTo>
                  <a:lnTo>
                    <a:pt x="752" y="1271"/>
                  </a:lnTo>
                  <a:lnTo>
                    <a:pt x="902" y="1189"/>
                  </a:lnTo>
                  <a:lnTo>
                    <a:pt x="1082" y="1113"/>
                  </a:lnTo>
                  <a:lnTo>
                    <a:pt x="1292" y="1031"/>
                  </a:lnTo>
                  <a:lnTo>
                    <a:pt x="1533" y="955"/>
                  </a:lnTo>
                  <a:lnTo>
                    <a:pt x="1773" y="878"/>
                  </a:lnTo>
                  <a:lnTo>
                    <a:pt x="2013" y="807"/>
                  </a:lnTo>
                  <a:lnTo>
                    <a:pt x="2284" y="735"/>
                  </a:lnTo>
                  <a:lnTo>
                    <a:pt x="2584" y="664"/>
                  </a:lnTo>
                  <a:lnTo>
                    <a:pt x="2884" y="598"/>
                  </a:lnTo>
                  <a:lnTo>
                    <a:pt x="3215" y="531"/>
                  </a:lnTo>
                  <a:lnTo>
                    <a:pt x="3575" y="470"/>
                  </a:lnTo>
                  <a:lnTo>
                    <a:pt x="3935" y="409"/>
                  </a:lnTo>
                  <a:lnTo>
                    <a:pt x="4326" y="353"/>
                  </a:lnTo>
                  <a:lnTo>
                    <a:pt x="4716" y="302"/>
                  </a:lnTo>
                  <a:lnTo>
                    <a:pt x="5137" y="251"/>
                  </a:lnTo>
                  <a:lnTo>
                    <a:pt x="5587" y="205"/>
                  </a:lnTo>
                  <a:lnTo>
                    <a:pt x="6038" y="164"/>
                  </a:lnTo>
                  <a:lnTo>
                    <a:pt x="6518" y="123"/>
                  </a:lnTo>
                  <a:lnTo>
                    <a:pt x="6999" y="93"/>
                  </a:lnTo>
                  <a:lnTo>
                    <a:pt x="7510" y="62"/>
                  </a:lnTo>
                  <a:lnTo>
                    <a:pt x="8050" y="37"/>
                  </a:lnTo>
                  <a:lnTo>
                    <a:pt x="8591" y="16"/>
                  </a:lnTo>
                  <a:lnTo>
                    <a:pt x="916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75"/>
            <p:cNvSpPr/>
            <p:nvPr/>
          </p:nvSpPr>
          <p:spPr>
            <a:xfrm flipH="1">
              <a:off x="6425141" y="4034553"/>
              <a:ext cx="266919" cy="253348"/>
            </a:xfrm>
            <a:custGeom>
              <a:avLst/>
              <a:gdLst/>
              <a:ahLst/>
              <a:cxnLst/>
              <a:rect l="l" t="t" r="r" b="b"/>
              <a:pathLst>
                <a:path w="12555" h="2021" extrusionOk="0">
                  <a:moveTo>
                    <a:pt x="1322" y="1"/>
                  </a:moveTo>
                  <a:lnTo>
                    <a:pt x="661" y="6"/>
                  </a:lnTo>
                  <a:lnTo>
                    <a:pt x="0" y="16"/>
                  </a:lnTo>
                  <a:lnTo>
                    <a:pt x="0" y="2020"/>
                  </a:lnTo>
                  <a:lnTo>
                    <a:pt x="12555" y="2020"/>
                  </a:lnTo>
                  <a:lnTo>
                    <a:pt x="12555" y="1939"/>
                  </a:lnTo>
                  <a:lnTo>
                    <a:pt x="12495" y="1852"/>
                  </a:lnTo>
                  <a:lnTo>
                    <a:pt x="12435" y="1765"/>
                  </a:lnTo>
                  <a:lnTo>
                    <a:pt x="12345" y="1679"/>
                  </a:lnTo>
                  <a:lnTo>
                    <a:pt x="12255" y="1592"/>
                  </a:lnTo>
                  <a:lnTo>
                    <a:pt x="12104" y="1500"/>
                  </a:lnTo>
                  <a:lnTo>
                    <a:pt x="11954" y="1413"/>
                  </a:lnTo>
                  <a:lnTo>
                    <a:pt x="11774" y="1327"/>
                  </a:lnTo>
                  <a:lnTo>
                    <a:pt x="11564" y="1240"/>
                  </a:lnTo>
                  <a:lnTo>
                    <a:pt x="11354" y="1153"/>
                  </a:lnTo>
                  <a:lnTo>
                    <a:pt x="11113" y="1072"/>
                  </a:lnTo>
                  <a:lnTo>
                    <a:pt x="10843" y="990"/>
                  </a:lnTo>
                  <a:lnTo>
                    <a:pt x="10543" y="909"/>
                  </a:lnTo>
                  <a:lnTo>
                    <a:pt x="10242" y="827"/>
                  </a:lnTo>
                  <a:lnTo>
                    <a:pt x="9912" y="750"/>
                  </a:lnTo>
                  <a:lnTo>
                    <a:pt x="9582" y="674"/>
                  </a:lnTo>
                  <a:lnTo>
                    <a:pt x="9191" y="602"/>
                  </a:lnTo>
                  <a:lnTo>
                    <a:pt x="8801" y="536"/>
                  </a:lnTo>
                  <a:lnTo>
                    <a:pt x="8410" y="470"/>
                  </a:lnTo>
                  <a:lnTo>
                    <a:pt x="7960" y="404"/>
                  </a:lnTo>
                  <a:lnTo>
                    <a:pt x="7509" y="347"/>
                  </a:lnTo>
                  <a:lnTo>
                    <a:pt x="7059" y="291"/>
                  </a:lnTo>
                  <a:lnTo>
                    <a:pt x="6578" y="240"/>
                  </a:lnTo>
                  <a:lnTo>
                    <a:pt x="6067" y="194"/>
                  </a:lnTo>
                  <a:lnTo>
                    <a:pt x="5527" y="149"/>
                  </a:lnTo>
                  <a:lnTo>
                    <a:pt x="4986" y="113"/>
                  </a:lnTo>
                  <a:lnTo>
                    <a:pt x="4416" y="82"/>
                  </a:lnTo>
                  <a:lnTo>
                    <a:pt x="3845" y="52"/>
                  </a:lnTo>
                  <a:lnTo>
                    <a:pt x="3244" y="31"/>
                  </a:lnTo>
                  <a:lnTo>
                    <a:pt x="2613" y="16"/>
                  </a:lnTo>
                  <a:lnTo>
                    <a:pt x="1983" y="6"/>
                  </a:lnTo>
                  <a:lnTo>
                    <a:pt x="1322" y="1"/>
                  </a:lnTo>
                  <a:close/>
                </a:path>
              </a:pathLst>
            </a:custGeom>
            <a:solidFill>
              <a:srgbClr val="FF4C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75"/>
            <p:cNvSpPr/>
            <p:nvPr/>
          </p:nvSpPr>
          <p:spPr>
            <a:xfrm flipH="1">
              <a:off x="6425141" y="4034553"/>
              <a:ext cx="266919" cy="253348"/>
            </a:xfrm>
            <a:custGeom>
              <a:avLst/>
              <a:gdLst/>
              <a:ahLst/>
              <a:cxnLst/>
              <a:rect l="l" t="t" r="r" b="b"/>
              <a:pathLst>
                <a:path w="12555" h="2021" fill="none" extrusionOk="0">
                  <a:moveTo>
                    <a:pt x="1322" y="1"/>
                  </a:moveTo>
                  <a:lnTo>
                    <a:pt x="1322" y="1"/>
                  </a:lnTo>
                  <a:lnTo>
                    <a:pt x="1983" y="6"/>
                  </a:lnTo>
                  <a:lnTo>
                    <a:pt x="2613" y="16"/>
                  </a:lnTo>
                  <a:lnTo>
                    <a:pt x="3244" y="31"/>
                  </a:lnTo>
                  <a:lnTo>
                    <a:pt x="3845" y="52"/>
                  </a:lnTo>
                  <a:lnTo>
                    <a:pt x="4416" y="82"/>
                  </a:lnTo>
                  <a:lnTo>
                    <a:pt x="4986" y="113"/>
                  </a:lnTo>
                  <a:lnTo>
                    <a:pt x="5527" y="149"/>
                  </a:lnTo>
                  <a:lnTo>
                    <a:pt x="6067" y="194"/>
                  </a:lnTo>
                  <a:lnTo>
                    <a:pt x="6578" y="240"/>
                  </a:lnTo>
                  <a:lnTo>
                    <a:pt x="7059" y="291"/>
                  </a:lnTo>
                  <a:lnTo>
                    <a:pt x="7509" y="347"/>
                  </a:lnTo>
                  <a:lnTo>
                    <a:pt x="7960" y="404"/>
                  </a:lnTo>
                  <a:lnTo>
                    <a:pt x="8410" y="470"/>
                  </a:lnTo>
                  <a:lnTo>
                    <a:pt x="8801" y="536"/>
                  </a:lnTo>
                  <a:lnTo>
                    <a:pt x="9191" y="602"/>
                  </a:lnTo>
                  <a:lnTo>
                    <a:pt x="9582" y="674"/>
                  </a:lnTo>
                  <a:lnTo>
                    <a:pt x="9912" y="750"/>
                  </a:lnTo>
                  <a:lnTo>
                    <a:pt x="10242" y="827"/>
                  </a:lnTo>
                  <a:lnTo>
                    <a:pt x="10543" y="909"/>
                  </a:lnTo>
                  <a:lnTo>
                    <a:pt x="10843" y="990"/>
                  </a:lnTo>
                  <a:lnTo>
                    <a:pt x="11113" y="1072"/>
                  </a:lnTo>
                  <a:lnTo>
                    <a:pt x="11354" y="1153"/>
                  </a:lnTo>
                  <a:lnTo>
                    <a:pt x="11564" y="1240"/>
                  </a:lnTo>
                  <a:lnTo>
                    <a:pt x="11774" y="1327"/>
                  </a:lnTo>
                  <a:lnTo>
                    <a:pt x="11954" y="1413"/>
                  </a:lnTo>
                  <a:lnTo>
                    <a:pt x="12104" y="1500"/>
                  </a:lnTo>
                  <a:lnTo>
                    <a:pt x="12255" y="1592"/>
                  </a:lnTo>
                  <a:lnTo>
                    <a:pt x="12345" y="1679"/>
                  </a:lnTo>
                  <a:lnTo>
                    <a:pt x="12435" y="1765"/>
                  </a:lnTo>
                  <a:lnTo>
                    <a:pt x="12495" y="1852"/>
                  </a:lnTo>
                  <a:lnTo>
                    <a:pt x="12555" y="1939"/>
                  </a:lnTo>
                  <a:lnTo>
                    <a:pt x="12555" y="2020"/>
                  </a:lnTo>
                  <a:lnTo>
                    <a:pt x="0" y="2020"/>
                  </a:lnTo>
                  <a:lnTo>
                    <a:pt x="0" y="16"/>
                  </a:lnTo>
                  <a:lnTo>
                    <a:pt x="0" y="16"/>
                  </a:lnTo>
                  <a:lnTo>
                    <a:pt x="661" y="6"/>
                  </a:lnTo>
                  <a:lnTo>
                    <a:pt x="132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75"/>
            <p:cNvSpPr/>
            <p:nvPr/>
          </p:nvSpPr>
          <p:spPr>
            <a:xfrm flipH="1">
              <a:off x="6690129" y="4287773"/>
              <a:ext cx="196698" cy="223262"/>
            </a:xfrm>
            <a:custGeom>
              <a:avLst/>
              <a:gdLst/>
              <a:ahLst/>
              <a:cxnLst/>
              <a:rect l="l" t="t" r="r" b="b"/>
              <a:pathLst>
                <a:path w="9252" h="1781" extrusionOk="0">
                  <a:moveTo>
                    <a:pt x="1" y="0"/>
                  </a:moveTo>
                  <a:lnTo>
                    <a:pt x="1" y="16"/>
                  </a:lnTo>
                  <a:lnTo>
                    <a:pt x="31" y="97"/>
                  </a:lnTo>
                  <a:lnTo>
                    <a:pt x="61" y="179"/>
                  </a:lnTo>
                  <a:lnTo>
                    <a:pt x="121" y="261"/>
                  </a:lnTo>
                  <a:lnTo>
                    <a:pt x="211" y="342"/>
                  </a:lnTo>
                  <a:lnTo>
                    <a:pt x="301" y="419"/>
                  </a:lnTo>
                  <a:lnTo>
                    <a:pt x="421" y="500"/>
                  </a:lnTo>
                  <a:lnTo>
                    <a:pt x="572" y="577"/>
                  </a:lnTo>
                  <a:lnTo>
                    <a:pt x="752" y="653"/>
                  </a:lnTo>
                  <a:lnTo>
                    <a:pt x="932" y="725"/>
                  </a:lnTo>
                  <a:lnTo>
                    <a:pt x="1142" y="801"/>
                  </a:lnTo>
                  <a:lnTo>
                    <a:pt x="1382" y="873"/>
                  </a:lnTo>
                  <a:lnTo>
                    <a:pt x="1623" y="944"/>
                  </a:lnTo>
                  <a:lnTo>
                    <a:pt x="1863" y="1010"/>
                  </a:lnTo>
                  <a:lnTo>
                    <a:pt x="2163" y="1077"/>
                  </a:lnTo>
                  <a:lnTo>
                    <a:pt x="2434" y="1143"/>
                  </a:lnTo>
                  <a:lnTo>
                    <a:pt x="2764" y="1204"/>
                  </a:lnTo>
                  <a:lnTo>
                    <a:pt x="3064" y="1260"/>
                  </a:lnTo>
                  <a:lnTo>
                    <a:pt x="3425" y="1322"/>
                  </a:lnTo>
                  <a:lnTo>
                    <a:pt x="3755" y="1373"/>
                  </a:lnTo>
                  <a:lnTo>
                    <a:pt x="4116" y="1424"/>
                  </a:lnTo>
                  <a:lnTo>
                    <a:pt x="4506" y="1475"/>
                  </a:lnTo>
                  <a:lnTo>
                    <a:pt x="4897" y="1520"/>
                  </a:lnTo>
                  <a:lnTo>
                    <a:pt x="5287" y="1561"/>
                  </a:lnTo>
                  <a:lnTo>
                    <a:pt x="5677" y="1602"/>
                  </a:lnTo>
                  <a:lnTo>
                    <a:pt x="6098" y="1638"/>
                  </a:lnTo>
                  <a:lnTo>
                    <a:pt x="6518" y="1668"/>
                  </a:lnTo>
                  <a:lnTo>
                    <a:pt x="6969" y="1699"/>
                  </a:lnTo>
                  <a:lnTo>
                    <a:pt x="7419" y="1724"/>
                  </a:lnTo>
                  <a:lnTo>
                    <a:pt x="7870" y="1745"/>
                  </a:lnTo>
                  <a:lnTo>
                    <a:pt x="8320" y="1760"/>
                  </a:lnTo>
                  <a:lnTo>
                    <a:pt x="8771" y="1770"/>
                  </a:lnTo>
                  <a:lnTo>
                    <a:pt x="9252" y="1781"/>
                  </a:lnTo>
                  <a:lnTo>
                    <a:pt x="9191" y="1638"/>
                  </a:lnTo>
                  <a:lnTo>
                    <a:pt x="9161" y="1495"/>
                  </a:lnTo>
                  <a:lnTo>
                    <a:pt x="9161" y="0"/>
                  </a:lnTo>
                  <a:close/>
                </a:path>
              </a:pathLst>
            </a:custGeom>
            <a:solidFill>
              <a:srgbClr val="FF6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75"/>
            <p:cNvSpPr/>
            <p:nvPr/>
          </p:nvSpPr>
          <p:spPr>
            <a:xfrm flipH="1">
              <a:off x="6690129" y="4287773"/>
              <a:ext cx="196698" cy="223262"/>
            </a:xfrm>
            <a:custGeom>
              <a:avLst/>
              <a:gdLst/>
              <a:ahLst/>
              <a:cxnLst/>
              <a:rect l="l" t="t" r="r" b="b"/>
              <a:pathLst>
                <a:path w="9252" h="1781" fill="none" extrusionOk="0">
                  <a:moveTo>
                    <a:pt x="9161" y="0"/>
                  </a:moveTo>
                  <a:lnTo>
                    <a:pt x="9161" y="1495"/>
                  </a:lnTo>
                  <a:lnTo>
                    <a:pt x="9161" y="1495"/>
                  </a:lnTo>
                  <a:lnTo>
                    <a:pt x="9191" y="1638"/>
                  </a:lnTo>
                  <a:lnTo>
                    <a:pt x="9252" y="1781"/>
                  </a:lnTo>
                  <a:lnTo>
                    <a:pt x="9252" y="1781"/>
                  </a:lnTo>
                  <a:lnTo>
                    <a:pt x="8771" y="1770"/>
                  </a:lnTo>
                  <a:lnTo>
                    <a:pt x="8320" y="1760"/>
                  </a:lnTo>
                  <a:lnTo>
                    <a:pt x="7870" y="1745"/>
                  </a:lnTo>
                  <a:lnTo>
                    <a:pt x="7419" y="1724"/>
                  </a:lnTo>
                  <a:lnTo>
                    <a:pt x="6969" y="1699"/>
                  </a:lnTo>
                  <a:lnTo>
                    <a:pt x="6518" y="1668"/>
                  </a:lnTo>
                  <a:lnTo>
                    <a:pt x="6098" y="1638"/>
                  </a:lnTo>
                  <a:lnTo>
                    <a:pt x="5677" y="1602"/>
                  </a:lnTo>
                  <a:lnTo>
                    <a:pt x="5287" y="1561"/>
                  </a:lnTo>
                  <a:lnTo>
                    <a:pt x="4897" y="1520"/>
                  </a:lnTo>
                  <a:lnTo>
                    <a:pt x="4506" y="1475"/>
                  </a:lnTo>
                  <a:lnTo>
                    <a:pt x="4116" y="1424"/>
                  </a:lnTo>
                  <a:lnTo>
                    <a:pt x="3755" y="1373"/>
                  </a:lnTo>
                  <a:lnTo>
                    <a:pt x="3425" y="1322"/>
                  </a:lnTo>
                  <a:lnTo>
                    <a:pt x="3064" y="1260"/>
                  </a:lnTo>
                  <a:lnTo>
                    <a:pt x="2764" y="1204"/>
                  </a:lnTo>
                  <a:lnTo>
                    <a:pt x="2434" y="1143"/>
                  </a:lnTo>
                  <a:lnTo>
                    <a:pt x="2163" y="1077"/>
                  </a:lnTo>
                  <a:lnTo>
                    <a:pt x="1863" y="1010"/>
                  </a:lnTo>
                  <a:lnTo>
                    <a:pt x="1623" y="944"/>
                  </a:lnTo>
                  <a:lnTo>
                    <a:pt x="1382" y="873"/>
                  </a:lnTo>
                  <a:lnTo>
                    <a:pt x="1142" y="801"/>
                  </a:lnTo>
                  <a:lnTo>
                    <a:pt x="932" y="725"/>
                  </a:lnTo>
                  <a:lnTo>
                    <a:pt x="752" y="653"/>
                  </a:lnTo>
                  <a:lnTo>
                    <a:pt x="572" y="577"/>
                  </a:lnTo>
                  <a:lnTo>
                    <a:pt x="421" y="500"/>
                  </a:lnTo>
                  <a:lnTo>
                    <a:pt x="301" y="419"/>
                  </a:lnTo>
                  <a:lnTo>
                    <a:pt x="211" y="342"/>
                  </a:lnTo>
                  <a:lnTo>
                    <a:pt x="121" y="261"/>
                  </a:lnTo>
                  <a:lnTo>
                    <a:pt x="61" y="179"/>
                  </a:lnTo>
                  <a:lnTo>
                    <a:pt x="31" y="97"/>
                  </a:lnTo>
                  <a:lnTo>
                    <a:pt x="1" y="16"/>
                  </a:lnTo>
                  <a:lnTo>
                    <a:pt x="1" y="16"/>
                  </a:lnTo>
                  <a:lnTo>
                    <a:pt x="1" y="0"/>
                  </a:lnTo>
                  <a:lnTo>
                    <a:pt x="916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75"/>
            <p:cNvSpPr/>
            <p:nvPr/>
          </p:nvSpPr>
          <p:spPr>
            <a:xfrm flipH="1">
              <a:off x="6425141" y="4287773"/>
              <a:ext cx="266919" cy="223888"/>
            </a:xfrm>
            <a:custGeom>
              <a:avLst/>
              <a:gdLst/>
              <a:ahLst/>
              <a:cxnLst/>
              <a:rect l="l" t="t" r="r" b="b"/>
              <a:pathLst>
                <a:path w="12555" h="1786" extrusionOk="0">
                  <a:moveTo>
                    <a:pt x="0" y="0"/>
                  </a:moveTo>
                  <a:lnTo>
                    <a:pt x="0" y="1495"/>
                  </a:lnTo>
                  <a:lnTo>
                    <a:pt x="30" y="1638"/>
                  </a:lnTo>
                  <a:lnTo>
                    <a:pt x="91" y="1781"/>
                  </a:lnTo>
                  <a:lnTo>
                    <a:pt x="691" y="1786"/>
                  </a:lnTo>
                  <a:lnTo>
                    <a:pt x="1712" y="1781"/>
                  </a:lnTo>
                  <a:lnTo>
                    <a:pt x="2734" y="1776"/>
                  </a:lnTo>
                  <a:lnTo>
                    <a:pt x="3755" y="1755"/>
                  </a:lnTo>
                  <a:lnTo>
                    <a:pt x="4776" y="1730"/>
                  </a:lnTo>
                  <a:lnTo>
                    <a:pt x="5287" y="1714"/>
                  </a:lnTo>
                  <a:lnTo>
                    <a:pt x="5797" y="1689"/>
                  </a:lnTo>
                  <a:lnTo>
                    <a:pt x="6278" y="1668"/>
                  </a:lnTo>
                  <a:lnTo>
                    <a:pt x="6788" y="1638"/>
                  </a:lnTo>
                  <a:lnTo>
                    <a:pt x="7269" y="1607"/>
                  </a:lnTo>
                  <a:lnTo>
                    <a:pt x="7719" y="1571"/>
                  </a:lnTo>
                  <a:lnTo>
                    <a:pt x="8170" y="1536"/>
                  </a:lnTo>
                  <a:lnTo>
                    <a:pt x="8620" y="1490"/>
                  </a:lnTo>
                  <a:lnTo>
                    <a:pt x="9041" y="1439"/>
                  </a:lnTo>
                  <a:lnTo>
                    <a:pt x="9461" y="1388"/>
                  </a:lnTo>
                  <a:lnTo>
                    <a:pt x="9852" y="1332"/>
                  </a:lnTo>
                  <a:lnTo>
                    <a:pt x="10212" y="1265"/>
                  </a:lnTo>
                  <a:lnTo>
                    <a:pt x="10573" y="1199"/>
                  </a:lnTo>
                  <a:lnTo>
                    <a:pt x="10873" y="1123"/>
                  </a:lnTo>
                  <a:lnTo>
                    <a:pt x="11203" y="1041"/>
                  </a:lnTo>
                  <a:lnTo>
                    <a:pt x="11474" y="954"/>
                  </a:lnTo>
                  <a:lnTo>
                    <a:pt x="11714" y="862"/>
                  </a:lnTo>
                  <a:lnTo>
                    <a:pt x="11924" y="760"/>
                  </a:lnTo>
                  <a:lnTo>
                    <a:pt x="12134" y="658"/>
                  </a:lnTo>
                  <a:lnTo>
                    <a:pt x="12285" y="541"/>
                  </a:lnTo>
                  <a:lnTo>
                    <a:pt x="12405" y="424"/>
                  </a:lnTo>
                  <a:lnTo>
                    <a:pt x="12495" y="296"/>
                  </a:lnTo>
                  <a:lnTo>
                    <a:pt x="12555" y="159"/>
                  </a:lnTo>
                  <a:lnTo>
                    <a:pt x="12555" y="16"/>
                  </a:lnTo>
                  <a:lnTo>
                    <a:pt x="12555" y="0"/>
                  </a:lnTo>
                  <a:close/>
                </a:path>
              </a:pathLst>
            </a:custGeom>
            <a:solidFill>
              <a:srgbClr val="FF3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75"/>
            <p:cNvSpPr/>
            <p:nvPr/>
          </p:nvSpPr>
          <p:spPr>
            <a:xfrm flipH="1">
              <a:off x="6425141" y="4287773"/>
              <a:ext cx="266919" cy="223888"/>
            </a:xfrm>
            <a:custGeom>
              <a:avLst/>
              <a:gdLst/>
              <a:ahLst/>
              <a:cxnLst/>
              <a:rect l="l" t="t" r="r" b="b"/>
              <a:pathLst>
                <a:path w="12555" h="1786" fill="none" extrusionOk="0">
                  <a:moveTo>
                    <a:pt x="12555" y="0"/>
                  </a:moveTo>
                  <a:lnTo>
                    <a:pt x="12555" y="0"/>
                  </a:lnTo>
                  <a:lnTo>
                    <a:pt x="12555" y="16"/>
                  </a:lnTo>
                  <a:lnTo>
                    <a:pt x="12555" y="16"/>
                  </a:lnTo>
                  <a:lnTo>
                    <a:pt x="12555" y="159"/>
                  </a:lnTo>
                  <a:lnTo>
                    <a:pt x="12495" y="296"/>
                  </a:lnTo>
                  <a:lnTo>
                    <a:pt x="12405" y="424"/>
                  </a:lnTo>
                  <a:lnTo>
                    <a:pt x="12285" y="541"/>
                  </a:lnTo>
                  <a:lnTo>
                    <a:pt x="12134" y="658"/>
                  </a:lnTo>
                  <a:lnTo>
                    <a:pt x="11924" y="760"/>
                  </a:lnTo>
                  <a:lnTo>
                    <a:pt x="11714" y="862"/>
                  </a:lnTo>
                  <a:lnTo>
                    <a:pt x="11474" y="954"/>
                  </a:lnTo>
                  <a:lnTo>
                    <a:pt x="11203" y="1041"/>
                  </a:lnTo>
                  <a:lnTo>
                    <a:pt x="10873" y="1123"/>
                  </a:lnTo>
                  <a:lnTo>
                    <a:pt x="10573" y="1199"/>
                  </a:lnTo>
                  <a:lnTo>
                    <a:pt x="10212" y="1265"/>
                  </a:lnTo>
                  <a:lnTo>
                    <a:pt x="9852" y="1332"/>
                  </a:lnTo>
                  <a:lnTo>
                    <a:pt x="9461" y="1388"/>
                  </a:lnTo>
                  <a:lnTo>
                    <a:pt x="9041" y="1439"/>
                  </a:lnTo>
                  <a:lnTo>
                    <a:pt x="8620" y="1490"/>
                  </a:lnTo>
                  <a:lnTo>
                    <a:pt x="8170" y="1536"/>
                  </a:lnTo>
                  <a:lnTo>
                    <a:pt x="7719" y="1571"/>
                  </a:lnTo>
                  <a:lnTo>
                    <a:pt x="7269" y="1607"/>
                  </a:lnTo>
                  <a:lnTo>
                    <a:pt x="6788" y="1638"/>
                  </a:lnTo>
                  <a:lnTo>
                    <a:pt x="6278" y="1668"/>
                  </a:lnTo>
                  <a:lnTo>
                    <a:pt x="5797" y="1689"/>
                  </a:lnTo>
                  <a:lnTo>
                    <a:pt x="5287" y="1714"/>
                  </a:lnTo>
                  <a:lnTo>
                    <a:pt x="4776" y="1730"/>
                  </a:lnTo>
                  <a:lnTo>
                    <a:pt x="3755" y="1755"/>
                  </a:lnTo>
                  <a:lnTo>
                    <a:pt x="2734" y="1776"/>
                  </a:lnTo>
                  <a:lnTo>
                    <a:pt x="1712" y="1781"/>
                  </a:lnTo>
                  <a:lnTo>
                    <a:pt x="691" y="1786"/>
                  </a:lnTo>
                  <a:lnTo>
                    <a:pt x="691" y="1786"/>
                  </a:lnTo>
                  <a:lnTo>
                    <a:pt x="91" y="1781"/>
                  </a:lnTo>
                  <a:lnTo>
                    <a:pt x="91" y="1781"/>
                  </a:lnTo>
                  <a:lnTo>
                    <a:pt x="30" y="1638"/>
                  </a:lnTo>
                  <a:lnTo>
                    <a:pt x="0" y="1495"/>
                  </a:lnTo>
                  <a:lnTo>
                    <a:pt x="0" y="0"/>
                  </a:lnTo>
                  <a:lnTo>
                    <a:pt x="1255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75"/>
            <p:cNvSpPr/>
            <p:nvPr/>
          </p:nvSpPr>
          <p:spPr>
            <a:xfrm flipH="1">
              <a:off x="6239966" y="2741750"/>
              <a:ext cx="453369" cy="440005"/>
            </a:xfrm>
            <a:custGeom>
              <a:avLst/>
              <a:gdLst/>
              <a:ahLst/>
              <a:cxnLst/>
              <a:rect l="l" t="t" r="r" b="b"/>
              <a:pathLst>
                <a:path w="21325" h="3510" extrusionOk="0">
                  <a:moveTo>
                    <a:pt x="10272" y="0"/>
                  </a:moveTo>
                  <a:lnTo>
                    <a:pt x="9551" y="5"/>
                  </a:lnTo>
                  <a:lnTo>
                    <a:pt x="8771" y="26"/>
                  </a:lnTo>
                  <a:lnTo>
                    <a:pt x="7930" y="56"/>
                  </a:lnTo>
                  <a:lnTo>
                    <a:pt x="7089" y="102"/>
                  </a:lnTo>
                  <a:lnTo>
                    <a:pt x="6638" y="133"/>
                  </a:lnTo>
                  <a:lnTo>
                    <a:pt x="6218" y="163"/>
                  </a:lnTo>
                  <a:lnTo>
                    <a:pt x="5767" y="194"/>
                  </a:lnTo>
                  <a:lnTo>
                    <a:pt x="5347" y="235"/>
                  </a:lnTo>
                  <a:lnTo>
                    <a:pt x="4926" y="276"/>
                  </a:lnTo>
                  <a:lnTo>
                    <a:pt x="4506" y="321"/>
                  </a:lnTo>
                  <a:lnTo>
                    <a:pt x="4085" y="372"/>
                  </a:lnTo>
                  <a:lnTo>
                    <a:pt x="3665" y="429"/>
                  </a:lnTo>
                  <a:lnTo>
                    <a:pt x="3274" y="485"/>
                  </a:lnTo>
                  <a:lnTo>
                    <a:pt x="2914" y="546"/>
                  </a:lnTo>
                  <a:lnTo>
                    <a:pt x="2523" y="617"/>
                  </a:lnTo>
                  <a:lnTo>
                    <a:pt x="2193" y="689"/>
                  </a:lnTo>
                  <a:lnTo>
                    <a:pt x="1863" y="760"/>
                  </a:lnTo>
                  <a:lnTo>
                    <a:pt x="1562" y="842"/>
                  </a:lnTo>
                  <a:lnTo>
                    <a:pt x="1262" y="928"/>
                  </a:lnTo>
                  <a:lnTo>
                    <a:pt x="992" y="1015"/>
                  </a:lnTo>
                  <a:lnTo>
                    <a:pt x="751" y="1112"/>
                  </a:lnTo>
                  <a:lnTo>
                    <a:pt x="541" y="1209"/>
                  </a:lnTo>
                  <a:lnTo>
                    <a:pt x="361" y="1316"/>
                  </a:lnTo>
                  <a:lnTo>
                    <a:pt x="211" y="1423"/>
                  </a:lnTo>
                  <a:lnTo>
                    <a:pt x="121" y="1540"/>
                  </a:lnTo>
                  <a:lnTo>
                    <a:pt x="30" y="1658"/>
                  </a:lnTo>
                  <a:lnTo>
                    <a:pt x="0" y="1785"/>
                  </a:lnTo>
                  <a:lnTo>
                    <a:pt x="0" y="1913"/>
                  </a:lnTo>
                  <a:lnTo>
                    <a:pt x="511" y="1923"/>
                  </a:lnTo>
                  <a:lnTo>
                    <a:pt x="1022" y="1938"/>
                  </a:lnTo>
                  <a:lnTo>
                    <a:pt x="1532" y="1959"/>
                  </a:lnTo>
                  <a:lnTo>
                    <a:pt x="2043" y="1979"/>
                  </a:lnTo>
                  <a:lnTo>
                    <a:pt x="3064" y="2030"/>
                  </a:lnTo>
                  <a:lnTo>
                    <a:pt x="4025" y="2091"/>
                  </a:lnTo>
                  <a:lnTo>
                    <a:pt x="4956" y="2163"/>
                  </a:lnTo>
                  <a:lnTo>
                    <a:pt x="5857" y="2239"/>
                  </a:lnTo>
                  <a:lnTo>
                    <a:pt x="6698" y="2331"/>
                  </a:lnTo>
                  <a:lnTo>
                    <a:pt x="7119" y="2377"/>
                  </a:lnTo>
                  <a:lnTo>
                    <a:pt x="7509" y="2428"/>
                  </a:lnTo>
                  <a:lnTo>
                    <a:pt x="7749" y="2469"/>
                  </a:lnTo>
                  <a:lnTo>
                    <a:pt x="8020" y="2510"/>
                  </a:lnTo>
                  <a:lnTo>
                    <a:pt x="8230" y="2550"/>
                  </a:lnTo>
                  <a:lnTo>
                    <a:pt x="8440" y="2596"/>
                  </a:lnTo>
                  <a:lnTo>
                    <a:pt x="8650" y="2642"/>
                  </a:lnTo>
                  <a:lnTo>
                    <a:pt x="8831" y="2688"/>
                  </a:lnTo>
                  <a:lnTo>
                    <a:pt x="9191" y="2795"/>
                  </a:lnTo>
                  <a:lnTo>
                    <a:pt x="9461" y="2902"/>
                  </a:lnTo>
                  <a:lnTo>
                    <a:pt x="9702" y="3020"/>
                  </a:lnTo>
                  <a:lnTo>
                    <a:pt x="9882" y="3142"/>
                  </a:lnTo>
                  <a:lnTo>
                    <a:pt x="10032" y="3265"/>
                  </a:lnTo>
                  <a:lnTo>
                    <a:pt x="10693" y="3270"/>
                  </a:lnTo>
                  <a:lnTo>
                    <a:pt x="11384" y="3285"/>
                  </a:lnTo>
                  <a:lnTo>
                    <a:pt x="12104" y="3305"/>
                  </a:lnTo>
                  <a:lnTo>
                    <a:pt x="12795" y="3331"/>
                  </a:lnTo>
                  <a:lnTo>
                    <a:pt x="13516" y="3361"/>
                  </a:lnTo>
                  <a:lnTo>
                    <a:pt x="14267" y="3402"/>
                  </a:lnTo>
                  <a:lnTo>
                    <a:pt x="15018" y="3453"/>
                  </a:lnTo>
                  <a:lnTo>
                    <a:pt x="15769" y="3509"/>
                  </a:lnTo>
                  <a:lnTo>
                    <a:pt x="16309" y="3463"/>
                  </a:lnTo>
                  <a:lnTo>
                    <a:pt x="16880" y="3412"/>
                  </a:lnTo>
                  <a:lnTo>
                    <a:pt x="17421" y="3351"/>
                  </a:lnTo>
                  <a:lnTo>
                    <a:pt x="17931" y="3285"/>
                  </a:lnTo>
                  <a:lnTo>
                    <a:pt x="18412" y="3214"/>
                  </a:lnTo>
                  <a:lnTo>
                    <a:pt x="18892" y="3132"/>
                  </a:lnTo>
                  <a:lnTo>
                    <a:pt x="19313" y="3045"/>
                  </a:lnTo>
                  <a:lnTo>
                    <a:pt x="19733" y="2948"/>
                  </a:lnTo>
                  <a:lnTo>
                    <a:pt x="20094" y="2841"/>
                  </a:lnTo>
                  <a:lnTo>
                    <a:pt x="20424" y="2729"/>
                  </a:lnTo>
                  <a:lnTo>
                    <a:pt x="20694" y="2601"/>
                  </a:lnTo>
                  <a:lnTo>
                    <a:pt x="20935" y="2469"/>
                  </a:lnTo>
                  <a:lnTo>
                    <a:pt x="21115" y="2326"/>
                  </a:lnTo>
                  <a:lnTo>
                    <a:pt x="21235" y="2173"/>
                  </a:lnTo>
                  <a:lnTo>
                    <a:pt x="21325" y="2010"/>
                  </a:lnTo>
                  <a:lnTo>
                    <a:pt x="21325" y="1836"/>
                  </a:lnTo>
                  <a:lnTo>
                    <a:pt x="21295" y="1683"/>
                  </a:lnTo>
                  <a:lnTo>
                    <a:pt x="21205" y="1540"/>
                  </a:lnTo>
                  <a:lnTo>
                    <a:pt x="21085" y="1408"/>
                  </a:lnTo>
                  <a:lnTo>
                    <a:pt x="20935" y="1280"/>
                  </a:lnTo>
                  <a:lnTo>
                    <a:pt x="20754" y="1163"/>
                  </a:lnTo>
                  <a:lnTo>
                    <a:pt x="20544" y="1051"/>
                  </a:lnTo>
                  <a:lnTo>
                    <a:pt x="20304" y="944"/>
                  </a:lnTo>
                  <a:lnTo>
                    <a:pt x="20034" y="847"/>
                  </a:lnTo>
                  <a:lnTo>
                    <a:pt x="19733" y="760"/>
                  </a:lnTo>
                  <a:lnTo>
                    <a:pt x="19403" y="673"/>
                  </a:lnTo>
                  <a:lnTo>
                    <a:pt x="19072" y="597"/>
                  </a:lnTo>
                  <a:lnTo>
                    <a:pt x="18712" y="525"/>
                  </a:lnTo>
                  <a:lnTo>
                    <a:pt x="18352" y="459"/>
                  </a:lnTo>
                  <a:lnTo>
                    <a:pt x="17931" y="398"/>
                  </a:lnTo>
                  <a:lnTo>
                    <a:pt x="17541" y="347"/>
                  </a:lnTo>
                  <a:lnTo>
                    <a:pt x="17120" y="296"/>
                  </a:lnTo>
                  <a:lnTo>
                    <a:pt x="16700" y="250"/>
                  </a:lnTo>
                  <a:lnTo>
                    <a:pt x="16279" y="209"/>
                  </a:lnTo>
                  <a:lnTo>
                    <a:pt x="15829" y="174"/>
                  </a:lnTo>
                  <a:lnTo>
                    <a:pt x="15378" y="143"/>
                  </a:lnTo>
                  <a:lnTo>
                    <a:pt x="14928" y="117"/>
                  </a:lnTo>
                  <a:lnTo>
                    <a:pt x="14477" y="92"/>
                  </a:lnTo>
                  <a:lnTo>
                    <a:pt x="13606" y="51"/>
                  </a:lnTo>
                  <a:lnTo>
                    <a:pt x="12735" y="26"/>
                  </a:lnTo>
                  <a:lnTo>
                    <a:pt x="11924" y="10"/>
                  </a:lnTo>
                  <a:lnTo>
                    <a:pt x="11143" y="5"/>
                  </a:lnTo>
                  <a:lnTo>
                    <a:pt x="10452"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75"/>
            <p:cNvSpPr/>
            <p:nvPr/>
          </p:nvSpPr>
          <p:spPr>
            <a:xfrm flipH="1">
              <a:off x="6239966" y="2741750"/>
              <a:ext cx="453369" cy="440005"/>
            </a:xfrm>
            <a:custGeom>
              <a:avLst/>
              <a:gdLst/>
              <a:ahLst/>
              <a:cxnLst/>
              <a:rect l="l" t="t" r="r" b="b"/>
              <a:pathLst>
                <a:path w="21325" h="3510" fill="none" extrusionOk="0">
                  <a:moveTo>
                    <a:pt x="10452" y="0"/>
                  </a:moveTo>
                  <a:lnTo>
                    <a:pt x="10452" y="0"/>
                  </a:lnTo>
                  <a:lnTo>
                    <a:pt x="11143" y="5"/>
                  </a:lnTo>
                  <a:lnTo>
                    <a:pt x="11924" y="10"/>
                  </a:lnTo>
                  <a:lnTo>
                    <a:pt x="12735" y="26"/>
                  </a:lnTo>
                  <a:lnTo>
                    <a:pt x="13606" y="51"/>
                  </a:lnTo>
                  <a:lnTo>
                    <a:pt x="14477" y="92"/>
                  </a:lnTo>
                  <a:lnTo>
                    <a:pt x="14928" y="117"/>
                  </a:lnTo>
                  <a:lnTo>
                    <a:pt x="15378" y="143"/>
                  </a:lnTo>
                  <a:lnTo>
                    <a:pt x="15829" y="174"/>
                  </a:lnTo>
                  <a:lnTo>
                    <a:pt x="16279" y="209"/>
                  </a:lnTo>
                  <a:lnTo>
                    <a:pt x="16700" y="250"/>
                  </a:lnTo>
                  <a:lnTo>
                    <a:pt x="17120" y="296"/>
                  </a:lnTo>
                  <a:lnTo>
                    <a:pt x="17541" y="347"/>
                  </a:lnTo>
                  <a:lnTo>
                    <a:pt x="17931" y="398"/>
                  </a:lnTo>
                  <a:lnTo>
                    <a:pt x="18352" y="459"/>
                  </a:lnTo>
                  <a:lnTo>
                    <a:pt x="18712" y="525"/>
                  </a:lnTo>
                  <a:lnTo>
                    <a:pt x="19072" y="597"/>
                  </a:lnTo>
                  <a:lnTo>
                    <a:pt x="19403" y="673"/>
                  </a:lnTo>
                  <a:lnTo>
                    <a:pt x="19733" y="760"/>
                  </a:lnTo>
                  <a:lnTo>
                    <a:pt x="20034" y="847"/>
                  </a:lnTo>
                  <a:lnTo>
                    <a:pt x="20304" y="944"/>
                  </a:lnTo>
                  <a:lnTo>
                    <a:pt x="20544" y="1051"/>
                  </a:lnTo>
                  <a:lnTo>
                    <a:pt x="20754" y="1163"/>
                  </a:lnTo>
                  <a:lnTo>
                    <a:pt x="20935" y="1280"/>
                  </a:lnTo>
                  <a:lnTo>
                    <a:pt x="21085" y="1408"/>
                  </a:lnTo>
                  <a:lnTo>
                    <a:pt x="21205" y="1540"/>
                  </a:lnTo>
                  <a:lnTo>
                    <a:pt x="21295" y="1683"/>
                  </a:lnTo>
                  <a:lnTo>
                    <a:pt x="21325" y="1836"/>
                  </a:lnTo>
                  <a:lnTo>
                    <a:pt x="21325" y="1836"/>
                  </a:lnTo>
                  <a:lnTo>
                    <a:pt x="21325" y="2010"/>
                  </a:lnTo>
                  <a:lnTo>
                    <a:pt x="21235" y="2173"/>
                  </a:lnTo>
                  <a:lnTo>
                    <a:pt x="21115" y="2326"/>
                  </a:lnTo>
                  <a:lnTo>
                    <a:pt x="20935" y="2469"/>
                  </a:lnTo>
                  <a:lnTo>
                    <a:pt x="20694" y="2601"/>
                  </a:lnTo>
                  <a:lnTo>
                    <a:pt x="20424" y="2729"/>
                  </a:lnTo>
                  <a:lnTo>
                    <a:pt x="20094" y="2841"/>
                  </a:lnTo>
                  <a:lnTo>
                    <a:pt x="19733" y="2948"/>
                  </a:lnTo>
                  <a:lnTo>
                    <a:pt x="19313" y="3045"/>
                  </a:lnTo>
                  <a:lnTo>
                    <a:pt x="18892" y="3132"/>
                  </a:lnTo>
                  <a:lnTo>
                    <a:pt x="18412" y="3214"/>
                  </a:lnTo>
                  <a:lnTo>
                    <a:pt x="17931" y="3285"/>
                  </a:lnTo>
                  <a:lnTo>
                    <a:pt x="17421" y="3351"/>
                  </a:lnTo>
                  <a:lnTo>
                    <a:pt x="16880" y="3412"/>
                  </a:lnTo>
                  <a:lnTo>
                    <a:pt x="16309" y="3463"/>
                  </a:lnTo>
                  <a:lnTo>
                    <a:pt x="15769" y="3509"/>
                  </a:lnTo>
                  <a:lnTo>
                    <a:pt x="15769" y="3509"/>
                  </a:lnTo>
                  <a:lnTo>
                    <a:pt x="15018" y="3453"/>
                  </a:lnTo>
                  <a:lnTo>
                    <a:pt x="14267" y="3402"/>
                  </a:lnTo>
                  <a:lnTo>
                    <a:pt x="13516" y="3361"/>
                  </a:lnTo>
                  <a:lnTo>
                    <a:pt x="12795" y="3331"/>
                  </a:lnTo>
                  <a:lnTo>
                    <a:pt x="12104" y="3305"/>
                  </a:lnTo>
                  <a:lnTo>
                    <a:pt x="11384" y="3285"/>
                  </a:lnTo>
                  <a:lnTo>
                    <a:pt x="10693" y="3270"/>
                  </a:lnTo>
                  <a:lnTo>
                    <a:pt x="10032" y="3265"/>
                  </a:lnTo>
                  <a:lnTo>
                    <a:pt x="10032" y="3265"/>
                  </a:lnTo>
                  <a:lnTo>
                    <a:pt x="9882" y="3142"/>
                  </a:lnTo>
                  <a:lnTo>
                    <a:pt x="9702" y="3020"/>
                  </a:lnTo>
                  <a:lnTo>
                    <a:pt x="9461" y="2902"/>
                  </a:lnTo>
                  <a:lnTo>
                    <a:pt x="9191" y="2795"/>
                  </a:lnTo>
                  <a:lnTo>
                    <a:pt x="8831" y="2688"/>
                  </a:lnTo>
                  <a:lnTo>
                    <a:pt x="8650" y="2642"/>
                  </a:lnTo>
                  <a:lnTo>
                    <a:pt x="8440" y="2596"/>
                  </a:lnTo>
                  <a:lnTo>
                    <a:pt x="8230" y="2550"/>
                  </a:lnTo>
                  <a:lnTo>
                    <a:pt x="8020" y="2510"/>
                  </a:lnTo>
                  <a:lnTo>
                    <a:pt x="7749" y="2469"/>
                  </a:lnTo>
                  <a:lnTo>
                    <a:pt x="7509" y="2428"/>
                  </a:lnTo>
                  <a:lnTo>
                    <a:pt x="7509" y="2428"/>
                  </a:lnTo>
                  <a:lnTo>
                    <a:pt x="7119" y="2377"/>
                  </a:lnTo>
                  <a:lnTo>
                    <a:pt x="6698" y="2331"/>
                  </a:lnTo>
                  <a:lnTo>
                    <a:pt x="5857" y="2239"/>
                  </a:lnTo>
                  <a:lnTo>
                    <a:pt x="4956" y="2163"/>
                  </a:lnTo>
                  <a:lnTo>
                    <a:pt x="4025" y="2091"/>
                  </a:lnTo>
                  <a:lnTo>
                    <a:pt x="3064" y="2030"/>
                  </a:lnTo>
                  <a:lnTo>
                    <a:pt x="2043" y="1979"/>
                  </a:lnTo>
                  <a:lnTo>
                    <a:pt x="1532" y="1959"/>
                  </a:lnTo>
                  <a:lnTo>
                    <a:pt x="1022" y="1938"/>
                  </a:lnTo>
                  <a:lnTo>
                    <a:pt x="511" y="1923"/>
                  </a:lnTo>
                  <a:lnTo>
                    <a:pt x="0" y="1913"/>
                  </a:lnTo>
                  <a:lnTo>
                    <a:pt x="0" y="1913"/>
                  </a:lnTo>
                  <a:lnTo>
                    <a:pt x="0" y="1785"/>
                  </a:lnTo>
                  <a:lnTo>
                    <a:pt x="30" y="1658"/>
                  </a:lnTo>
                  <a:lnTo>
                    <a:pt x="121" y="1540"/>
                  </a:lnTo>
                  <a:lnTo>
                    <a:pt x="211" y="1423"/>
                  </a:lnTo>
                  <a:lnTo>
                    <a:pt x="361" y="1316"/>
                  </a:lnTo>
                  <a:lnTo>
                    <a:pt x="541" y="1209"/>
                  </a:lnTo>
                  <a:lnTo>
                    <a:pt x="751" y="1112"/>
                  </a:lnTo>
                  <a:lnTo>
                    <a:pt x="992" y="1015"/>
                  </a:lnTo>
                  <a:lnTo>
                    <a:pt x="1262" y="928"/>
                  </a:lnTo>
                  <a:lnTo>
                    <a:pt x="1562" y="842"/>
                  </a:lnTo>
                  <a:lnTo>
                    <a:pt x="1863" y="760"/>
                  </a:lnTo>
                  <a:lnTo>
                    <a:pt x="2193" y="689"/>
                  </a:lnTo>
                  <a:lnTo>
                    <a:pt x="2523" y="617"/>
                  </a:lnTo>
                  <a:lnTo>
                    <a:pt x="2914" y="546"/>
                  </a:lnTo>
                  <a:lnTo>
                    <a:pt x="3274" y="485"/>
                  </a:lnTo>
                  <a:lnTo>
                    <a:pt x="3665" y="429"/>
                  </a:lnTo>
                  <a:lnTo>
                    <a:pt x="4085" y="372"/>
                  </a:lnTo>
                  <a:lnTo>
                    <a:pt x="4506" y="321"/>
                  </a:lnTo>
                  <a:lnTo>
                    <a:pt x="4926" y="276"/>
                  </a:lnTo>
                  <a:lnTo>
                    <a:pt x="5347" y="235"/>
                  </a:lnTo>
                  <a:lnTo>
                    <a:pt x="5767" y="194"/>
                  </a:lnTo>
                  <a:lnTo>
                    <a:pt x="6218" y="163"/>
                  </a:lnTo>
                  <a:lnTo>
                    <a:pt x="6638" y="133"/>
                  </a:lnTo>
                  <a:lnTo>
                    <a:pt x="7089" y="102"/>
                  </a:lnTo>
                  <a:lnTo>
                    <a:pt x="7930" y="56"/>
                  </a:lnTo>
                  <a:lnTo>
                    <a:pt x="8771" y="26"/>
                  </a:lnTo>
                  <a:lnTo>
                    <a:pt x="9551" y="5"/>
                  </a:lnTo>
                  <a:lnTo>
                    <a:pt x="10272" y="0"/>
                  </a:lnTo>
                  <a:lnTo>
                    <a:pt x="10272" y="0"/>
                  </a:lnTo>
                  <a:lnTo>
                    <a:pt x="1045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75"/>
            <p:cNvSpPr/>
            <p:nvPr/>
          </p:nvSpPr>
          <p:spPr>
            <a:xfrm flipH="1">
              <a:off x="6358083" y="3150914"/>
              <a:ext cx="121990" cy="52525"/>
            </a:xfrm>
            <a:custGeom>
              <a:avLst/>
              <a:gdLst/>
              <a:ahLst/>
              <a:cxnLst/>
              <a:rect l="l" t="t" r="r" b="b"/>
              <a:pathLst>
                <a:path w="5738" h="419" extrusionOk="0">
                  <a:moveTo>
                    <a:pt x="1" y="1"/>
                  </a:moveTo>
                  <a:lnTo>
                    <a:pt x="91" y="103"/>
                  </a:lnTo>
                  <a:lnTo>
                    <a:pt x="151" y="210"/>
                  </a:lnTo>
                  <a:lnTo>
                    <a:pt x="181" y="312"/>
                  </a:lnTo>
                  <a:lnTo>
                    <a:pt x="211" y="419"/>
                  </a:lnTo>
                  <a:lnTo>
                    <a:pt x="1142" y="419"/>
                  </a:lnTo>
                  <a:lnTo>
                    <a:pt x="1743" y="409"/>
                  </a:lnTo>
                  <a:lnTo>
                    <a:pt x="2404" y="398"/>
                  </a:lnTo>
                  <a:lnTo>
                    <a:pt x="3065" y="378"/>
                  </a:lnTo>
                  <a:lnTo>
                    <a:pt x="3725" y="358"/>
                  </a:lnTo>
                  <a:lnTo>
                    <a:pt x="4386" y="327"/>
                  </a:lnTo>
                  <a:lnTo>
                    <a:pt x="5077" y="286"/>
                  </a:lnTo>
                  <a:lnTo>
                    <a:pt x="5738" y="245"/>
                  </a:lnTo>
                  <a:lnTo>
                    <a:pt x="4987" y="189"/>
                  </a:lnTo>
                  <a:lnTo>
                    <a:pt x="4236" y="138"/>
                  </a:lnTo>
                  <a:lnTo>
                    <a:pt x="3485" y="97"/>
                  </a:lnTo>
                  <a:lnTo>
                    <a:pt x="2764" y="67"/>
                  </a:lnTo>
                  <a:lnTo>
                    <a:pt x="2073" y="41"/>
                  </a:lnTo>
                  <a:lnTo>
                    <a:pt x="1353" y="21"/>
                  </a:lnTo>
                  <a:lnTo>
                    <a:pt x="662" y="6"/>
                  </a:lnTo>
                  <a:lnTo>
                    <a:pt x="1" y="1"/>
                  </a:lnTo>
                  <a:close/>
                </a:path>
              </a:pathLst>
            </a:custGeom>
            <a:solidFill>
              <a:srgbClr val="FF3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75"/>
            <p:cNvSpPr/>
            <p:nvPr/>
          </p:nvSpPr>
          <p:spPr>
            <a:xfrm flipH="1">
              <a:off x="6358083" y="3150914"/>
              <a:ext cx="121990" cy="52525"/>
            </a:xfrm>
            <a:custGeom>
              <a:avLst/>
              <a:gdLst/>
              <a:ahLst/>
              <a:cxnLst/>
              <a:rect l="l" t="t" r="r" b="b"/>
              <a:pathLst>
                <a:path w="5738" h="419" fill="none" extrusionOk="0">
                  <a:moveTo>
                    <a:pt x="1" y="1"/>
                  </a:moveTo>
                  <a:lnTo>
                    <a:pt x="1" y="1"/>
                  </a:lnTo>
                  <a:lnTo>
                    <a:pt x="662" y="6"/>
                  </a:lnTo>
                  <a:lnTo>
                    <a:pt x="1353" y="21"/>
                  </a:lnTo>
                  <a:lnTo>
                    <a:pt x="2073" y="41"/>
                  </a:lnTo>
                  <a:lnTo>
                    <a:pt x="2764" y="67"/>
                  </a:lnTo>
                  <a:lnTo>
                    <a:pt x="3485" y="97"/>
                  </a:lnTo>
                  <a:lnTo>
                    <a:pt x="4236" y="138"/>
                  </a:lnTo>
                  <a:lnTo>
                    <a:pt x="4987" y="189"/>
                  </a:lnTo>
                  <a:lnTo>
                    <a:pt x="5738" y="245"/>
                  </a:lnTo>
                  <a:lnTo>
                    <a:pt x="5738" y="245"/>
                  </a:lnTo>
                  <a:lnTo>
                    <a:pt x="5077" y="286"/>
                  </a:lnTo>
                  <a:lnTo>
                    <a:pt x="4386" y="327"/>
                  </a:lnTo>
                  <a:lnTo>
                    <a:pt x="3725" y="358"/>
                  </a:lnTo>
                  <a:lnTo>
                    <a:pt x="3065" y="378"/>
                  </a:lnTo>
                  <a:lnTo>
                    <a:pt x="2404" y="398"/>
                  </a:lnTo>
                  <a:lnTo>
                    <a:pt x="1743" y="409"/>
                  </a:lnTo>
                  <a:lnTo>
                    <a:pt x="1142" y="419"/>
                  </a:lnTo>
                  <a:lnTo>
                    <a:pt x="542" y="419"/>
                  </a:lnTo>
                  <a:lnTo>
                    <a:pt x="542" y="419"/>
                  </a:lnTo>
                  <a:lnTo>
                    <a:pt x="211" y="419"/>
                  </a:lnTo>
                  <a:lnTo>
                    <a:pt x="211" y="419"/>
                  </a:lnTo>
                  <a:lnTo>
                    <a:pt x="181" y="312"/>
                  </a:lnTo>
                  <a:lnTo>
                    <a:pt x="151" y="210"/>
                  </a:lnTo>
                  <a:lnTo>
                    <a:pt x="91" y="103"/>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75"/>
            <p:cNvSpPr/>
            <p:nvPr/>
          </p:nvSpPr>
          <p:spPr>
            <a:xfrm flipH="1">
              <a:off x="6480055" y="2981432"/>
              <a:ext cx="213280" cy="197062"/>
            </a:xfrm>
            <a:custGeom>
              <a:avLst/>
              <a:gdLst/>
              <a:ahLst/>
              <a:cxnLst/>
              <a:rect l="l" t="t" r="r" b="b"/>
              <a:pathLst>
                <a:path w="10032" h="1572" extrusionOk="0">
                  <a:moveTo>
                    <a:pt x="0" y="1"/>
                  </a:moveTo>
                  <a:lnTo>
                    <a:pt x="0" y="31"/>
                  </a:lnTo>
                  <a:lnTo>
                    <a:pt x="60" y="200"/>
                  </a:lnTo>
                  <a:lnTo>
                    <a:pt x="151" y="353"/>
                  </a:lnTo>
                  <a:lnTo>
                    <a:pt x="301" y="501"/>
                  </a:lnTo>
                  <a:lnTo>
                    <a:pt x="481" y="633"/>
                  </a:lnTo>
                  <a:lnTo>
                    <a:pt x="691" y="756"/>
                  </a:lnTo>
                  <a:lnTo>
                    <a:pt x="931" y="873"/>
                  </a:lnTo>
                  <a:lnTo>
                    <a:pt x="1232" y="975"/>
                  </a:lnTo>
                  <a:lnTo>
                    <a:pt x="1532" y="1072"/>
                  </a:lnTo>
                  <a:lnTo>
                    <a:pt x="1863" y="1159"/>
                  </a:lnTo>
                  <a:lnTo>
                    <a:pt x="2253" y="1240"/>
                  </a:lnTo>
                  <a:lnTo>
                    <a:pt x="2613" y="1312"/>
                  </a:lnTo>
                  <a:lnTo>
                    <a:pt x="3034" y="1378"/>
                  </a:lnTo>
                  <a:lnTo>
                    <a:pt x="3454" y="1434"/>
                  </a:lnTo>
                  <a:lnTo>
                    <a:pt x="3905" y="1490"/>
                  </a:lnTo>
                  <a:lnTo>
                    <a:pt x="4355" y="1536"/>
                  </a:lnTo>
                  <a:lnTo>
                    <a:pt x="4836" y="1572"/>
                  </a:lnTo>
                  <a:lnTo>
                    <a:pt x="5407" y="1526"/>
                  </a:lnTo>
                  <a:lnTo>
                    <a:pt x="5977" y="1480"/>
                  </a:lnTo>
                  <a:lnTo>
                    <a:pt x="6578" y="1439"/>
                  </a:lnTo>
                  <a:lnTo>
                    <a:pt x="7179" y="1409"/>
                  </a:lnTo>
                  <a:lnTo>
                    <a:pt x="7809" y="1383"/>
                  </a:lnTo>
                  <a:lnTo>
                    <a:pt x="8470" y="1368"/>
                  </a:lnTo>
                  <a:lnTo>
                    <a:pt x="9131" y="1358"/>
                  </a:lnTo>
                  <a:lnTo>
                    <a:pt x="9822" y="1353"/>
                  </a:lnTo>
                  <a:lnTo>
                    <a:pt x="10032" y="1353"/>
                  </a:lnTo>
                  <a:lnTo>
                    <a:pt x="9882" y="1230"/>
                  </a:lnTo>
                  <a:lnTo>
                    <a:pt x="9702" y="1108"/>
                  </a:lnTo>
                  <a:lnTo>
                    <a:pt x="9461" y="990"/>
                  </a:lnTo>
                  <a:lnTo>
                    <a:pt x="9191" y="883"/>
                  </a:lnTo>
                  <a:lnTo>
                    <a:pt x="8831" y="776"/>
                  </a:lnTo>
                  <a:lnTo>
                    <a:pt x="8650" y="730"/>
                  </a:lnTo>
                  <a:lnTo>
                    <a:pt x="8440" y="684"/>
                  </a:lnTo>
                  <a:lnTo>
                    <a:pt x="8230" y="638"/>
                  </a:lnTo>
                  <a:lnTo>
                    <a:pt x="8020" y="598"/>
                  </a:lnTo>
                  <a:lnTo>
                    <a:pt x="7749" y="557"/>
                  </a:lnTo>
                  <a:lnTo>
                    <a:pt x="7509" y="516"/>
                  </a:lnTo>
                  <a:lnTo>
                    <a:pt x="7119" y="465"/>
                  </a:lnTo>
                  <a:lnTo>
                    <a:pt x="6698" y="419"/>
                  </a:lnTo>
                  <a:lnTo>
                    <a:pt x="5857" y="327"/>
                  </a:lnTo>
                  <a:lnTo>
                    <a:pt x="4956" y="251"/>
                  </a:lnTo>
                  <a:lnTo>
                    <a:pt x="4025" y="179"/>
                  </a:lnTo>
                  <a:lnTo>
                    <a:pt x="3064" y="118"/>
                  </a:lnTo>
                  <a:lnTo>
                    <a:pt x="2043" y="67"/>
                  </a:lnTo>
                  <a:lnTo>
                    <a:pt x="1532" y="47"/>
                  </a:lnTo>
                  <a:lnTo>
                    <a:pt x="1022" y="26"/>
                  </a:lnTo>
                  <a:lnTo>
                    <a:pt x="511" y="11"/>
                  </a:lnTo>
                  <a:lnTo>
                    <a:pt x="0" y="1"/>
                  </a:lnTo>
                  <a:close/>
                </a:path>
              </a:pathLst>
            </a:custGeom>
            <a:solidFill>
              <a:srgbClr val="FF5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75"/>
            <p:cNvSpPr/>
            <p:nvPr/>
          </p:nvSpPr>
          <p:spPr>
            <a:xfrm flipH="1">
              <a:off x="6480055" y="2981432"/>
              <a:ext cx="213280" cy="197062"/>
            </a:xfrm>
            <a:custGeom>
              <a:avLst/>
              <a:gdLst/>
              <a:ahLst/>
              <a:cxnLst/>
              <a:rect l="l" t="t" r="r" b="b"/>
              <a:pathLst>
                <a:path w="10032" h="1572" fill="none" extrusionOk="0">
                  <a:moveTo>
                    <a:pt x="0" y="1"/>
                  </a:moveTo>
                  <a:lnTo>
                    <a:pt x="0" y="1"/>
                  </a:lnTo>
                  <a:lnTo>
                    <a:pt x="511" y="11"/>
                  </a:lnTo>
                  <a:lnTo>
                    <a:pt x="1022" y="26"/>
                  </a:lnTo>
                  <a:lnTo>
                    <a:pt x="1532" y="47"/>
                  </a:lnTo>
                  <a:lnTo>
                    <a:pt x="2043" y="67"/>
                  </a:lnTo>
                  <a:lnTo>
                    <a:pt x="3064" y="118"/>
                  </a:lnTo>
                  <a:lnTo>
                    <a:pt x="4025" y="179"/>
                  </a:lnTo>
                  <a:lnTo>
                    <a:pt x="4956" y="251"/>
                  </a:lnTo>
                  <a:lnTo>
                    <a:pt x="5857" y="327"/>
                  </a:lnTo>
                  <a:lnTo>
                    <a:pt x="6698" y="419"/>
                  </a:lnTo>
                  <a:lnTo>
                    <a:pt x="7119" y="465"/>
                  </a:lnTo>
                  <a:lnTo>
                    <a:pt x="7509" y="516"/>
                  </a:lnTo>
                  <a:lnTo>
                    <a:pt x="7509" y="516"/>
                  </a:lnTo>
                  <a:lnTo>
                    <a:pt x="7749" y="557"/>
                  </a:lnTo>
                  <a:lnTo>
                    <a:pt x="8020" y="598"/>
                  </a:lnTo>
                  <a:lnTo>
                    <a:pt x="8230" y="638"/>
                  </a:lnTo>
                  <a:lnTo>
                    <a:pt x="8440" y="684"/>
                  </a:lnTo>
                  <a:lnTo>
                    <a:pt x="8650" y="730"/>
                  </a:lnTo>
                  <a:lnTo>
                    <a:pt x="8831" y="776"/>
                  </a:lnTo>
                  <a:lnTo>
                    <a:pt x="9191" y="883"/>
                  </a:lnTo>
                  <a:lnTo>
                    <a:pt x="9461" y="990"/>
                  </a:lnTo>
                  <a:lnTo>
                    <a:pt x="9702" y="1108"/>
                  </a:lnTo>
                  <a:lnTo>
                    <a:pt x="9882" y="1230"/>
                  </a:lnTo>
                  <a:lnTo>
                    <a:pt x="10032" y="1353"/>
                  </a:lnTo>
                  <a:lnTo>
                    <a:pt x="10032" y="1353"/>
                  </a:lnTo>
                  <a:lnTo>
                    <a:pt x="9822" y="1353"/>
                  </a:lnTo>
                  <a:lnTo>
                    <a:pt x="9822" y="1353"/>
                  </a:lnTo>
                  <a:lnTo>
                    <a:pt x="9131" y="1358"/>
                  </a:lnTo>
                  <a:lnTo>
                    <a:pt x="8470" y="1368"/>
                  </a:lnTo>
                  <a:lnTo>
                    <a:pt x="7809" y="1383"/>
                  </a:lnTo>
                  <a:lnTo>
                    <a:pt x="7179" y="1409"/>
                  </a:lnTo>
                  <a:lnTo>
                    <a:pt x="6578" y="1439"/>
                  </a:lnTo>
                  <a:lnTo>
                    <a:pt x="5977" y="1480"/>
                  </a:lnTo>
                  <a:lnTo>
                    <a:pt x="5407" y="1526"/>
                  </a:lnTo>
                  <a:lnTo>
                    <a:pt x="4836" y="1572"/>
                  </a:lnTo>
                  <a:lnTo>
                    <a:pt x="4836" y="1572"/>
                  </a:lnTo>
                  <a:lnTo>
                    <a:pt x="4355" y="1536"/>
                  </a:lnTo>
                  <a:lnTo>
                    <a:pt x="3905" y="1490"/>
                  </a:lnTo>
                  <a:lnTo>
                    <a:pt x="3454" y="1434"/>
                  </a:lnTo>
                  <a:lnTo>
                    <a:pt x="3034" y="1378"/>
                  </a:lnTo>
                  <a:lnTo>
                    <a:pt x="2613" y="1312"/>
                  </a:lnTo>
                  <a:lnTo>
                    <a:pt x="2253" y="1240"/>
                  </a:lnTo>
                  <a:lnTo>
                    <a:pt x="1863" y="1159"/>
                  </a:lnTo>
                  <a:lnTo>
                    <a:pt x="1532" y="1072"/>
                  </a:lnTo>
                  <a:lnTo>
                    <a:pt x="1232" y="975"/>
                  </a:lnTo>
                  <a:lnTo>
                    <a:pt x="931" y="873"/>
                  </a:lnTo>
                  <a:lnTo>
                    <a:pt x="691" y="756"/>
                  </a:lnTo>
                  <a:lnTo>
                    <a:pt x="481" y="633"/>
                  </a:lnTo>
                  <a:lnTo>
                    <a:pt x="301" y="501"/>
                  </a:lnTo>
                  <a:lnTo>
                    <a:pt x="151" y="353"/>
                  </a:lnTo>
                  <a:lnTo>
                    <a:pt x="60" y="200"/>
                  </a:lnTo>
                  <a:lnTo>
                    <a:pt x="0" y="31"/>
                  </a:lnTo>
                  <a:lnTo>
                    <a:pt x="0" y="3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75"/>
            <p:cNvSpPr/>
            <p:nvPr/>
          </p:nvSpPr>
          <p:spPr>
            <a:xfrm flipH="1">
              <a:off x="6475567" y="3150914"/>
              <a:ext cx="114974" cy="52525"/>
            </a:xfrm>
            <a:custGeom>
              <a:avLst/>
              <a:gdLst/>
              <a:ahLst/>
              <a:cxnLst/>
              <a:rect l="l" t="t" r="r" b="b"/>
              <a:pathLst>
                <a:path w="5408" h="419" extrusionOk="0">
                  <a:moveTo>
                    <a:pt x="4987" y="1"/>
                  </a:moveTo>
                  <a:lnTo>
                    <a:pt x="4296" y="6"/>
                  </a:lnTo>
                  <a:lnTo>
                    <a:pt x="3635" y="16"/>
                  </a:lnTo>
                  <a:lnTo>
                    <a:pt x="2974" y="31"/>
                  </a:lnTo>
                  <a:lnTo>
                    <a:pt x="2344" y="57"/>
                  </a:lnTo>
                  <a:lnTo>
                    <a:pt x="1743" y="87"/>
                  </a:lnTo>
                  <a:lnTo>
                    <a:pt x="1142" y="128"/>
                  </a:lnTo>
                  <a:lnTo>
                    <a:pt x="572" y="174"/>
                  </a:lnTo>
                  <a:lnTo>
                    <a:pt x="1" y="220"/>
                  </a:lnTo>
                  <a:lnTo>
                    <a:pt x="542" y="261"/>
                  </a:lnTo>
                  <a:lnTo>
                    <a:pt x="1082" y="296"/>
                  </a:lnTo>
                  <a:lnTo>
                    <a:pt x="1653" y="322"/>
                  </a:lnTo>
                  <a:lnTo>
                    <a:pt x="2224" y="347"/>
                  </a:lnTo>
                  <a:lnTo>
                    <a:pt x="2764" y="368"/>
                  </a:lnTo>
                  <a:lnTo>
                    <a:pt x="3335" y="383"/>
                  </a:lnTo>
                  <a:lnTo>
                    <a:pt x="4416" y="409"/>
                  </a:lnTo>
                  <a:lnTo>
                    <a:pt x="4897" y="414"/>
                  </a:lnTo>
                  <a:lnTo>
                    <a:pt x="5407" y="419"/>
                  </a:lnTo>
                  <a:lnTo>
                    <a:pt x="5377" y="312"/>
                  </a:lnTo>
                  <a:lnTo>
                    <a:pt x="5347" y="210"/>
                  </a:lnTo>
                  <a:lnTo>
                    <a:pt x="5287" y="103"/>
                  </a:lnTo>
                  <a:lnTo>
                    <a:pt x="5197" y="1"/>
                  </a:lnTo>
                  <a:close/>
                </a:path>
              </a:pathLst>
            </a:custGeom>
            <a:solidFill>
              <a:srgbClr val="FF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75"/>
            <p:cNvSpPr/>
            <p:nvPr/>
          </p:nvSpPr>
          <p:spPr>
            <a:xfrm flipH="1">
              <a:off x="6475567" y="3150914"/>
              <a:ext cx="114974" cy="52525"/>
            </a:xfrm>
            <a:custGeom>
              <a:avLst/>
              <a:gdLst/>
              <a:ahLst/>
              <a:cxnLst/>
              <a:rect l="l" t="t" r="r" b="b"/>
              <a:pathLst>
                <a:path w="5408" h="419" fill="none" extrusionOk="0">
                  <a:moveTo>
                    <a:pt x="4987" y="1"/>
                  </a:moveTo>
                  <a:lnTo>
                    <a:pt x="4987" y="1"/>
                  </a:lnTo>
                  <a:lnTo>
                    <a:pt x="5197" y="1"/>
                  </a:lnTo>
                  <a:lnTo>
                    <a:pt x="5197" y="1"/>
                  </a:lnTo>
                  <a:lnTo>
                    <a:pt x="5287" y="103"/>
                  </a:lnTo>
                  <a:lnTo>
                    <a:pt x="5347" y="210"/>
                  </a:lnTo>
                  <a:lnTo>
                    <a:pt x="5377" y="312"/>
                  </a:lnTo>
                  <a:lnTo>
                    <a:pt x="5407" y="419"/>
                  </a:lnTo>
                  <a:lnTo>
                    <a:pt x="5407" y="419"/>
                  </a:lnTo>
                  <a:lnTo>
                    <a:pt x="4897" y="414"/>
                  </a:lnTo>
                  <a:lnTo>
                    <a:pt x="4416" y="409"/>
                  </a:lnTo>
                  <a:lnTo>
                    <a:pt x="4416" y="409"/>
                  </a:lnTo>
                  <a:lnTo>
                    <a:pt x="3335" y="383"/>
                  </a:lnTo>
                  <a:lnTo>
                    <a:pt x="2764" y="368"/>
                  </a:lnTo>
                  <a:lnTo>
                    <a:pt x="2224" y="347"/>
                  </a:lnTo>
                  <a:lnTo>
                    <a:pt x="1653" y="322"/>
                  </a:lnTo>
                  <a:lnTo>
                    <a:pt x="1082" y="296"/>
                  </a:lnTo>
                  <a:lnTo>
                    <a:pt x="542" y="261"/>
                  </a:lnTo>
                  <a:lnTo>
                    <a:pt x="1" y="220"/>
                  </a:lnTo>
                  <a:lnTo>
                    <a:pt x="1" y="220"/>
                  </a:lnTo>
                  <a:lnTo>
                    <a:pt x="572" y="174"/>
                  </a:lnTo>
                  <a:lnTo>
                    <a:pt x="1142" y="128"/>
                  </a:lnTo>
                  <a:lnTo>
                    <a:pt x="1743" y="87"/>
                  </a:lnTo>
                  <a:lnTo>
                    <a:pt x="2344" y="57"/>
                  </a:lnTo>
                  <a:lnTo>
                    <a:pt x="2974" y="31"/>
                  </a:lnTo>
                  <a:lnTo>
                    <a:pt x="3635" y="16"/>
                  </a:lnTo>
                  <a:lnTo>
                    <a:pt x="4296" y="6"/>
                  </a:lnTo>
                  <a:lnTo>
                    <a:pt x="498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4" name="Google Shape;1574;p75"/>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Orange - 2 Photo ">
  <p:cSld name="TITLE_AND_BODY_2_2_1_1_1">
    <p:spTree>
      <p:nvGrpSpPr>
        <p:cNvPr id="1" name="Shape 1575"/>
        <p:cNvGrpSpPr/>
        <p:nvPr/>
      </p:nvGrpSpPr>
      <p:grpSpPr>
        <a:xfrm>
          <a:off x="0" y="0"/>
          <a:ext cx="0" cy="0"/>
          <a:chOff x="0" y="0"/>
          <a:chExt cx="0" cy="0"/>
        </a:xfrm>
      </p:grpSpPr>
      <p:sp>
        <p:nvSpPr>
          <p:cNvPr id="1576" name="Google Shape;1576;p76"/>
          <p:cNvSpPr>
            <a:spLocks noGrp="1"/>
          </p:cNvSpPr>
          <p:nvPr>
            <p:ph type="pic" idx="2"/>
          </p:nvPr>
        </p:nvSpPr>
        <p:spPr>
          <a:xfrm>
            <a:off x="848575" y="492900"/>
            <a:ext cx="2633700" cy="2633700"/>
          </a:xfrm>
          <a:prstGeom prst="ellipse">
            <a:avLst/>
          </a:prstGeom>
          <a:noFill/>
          <a:ln>
            <a:noFill/>
          </a:ln>
        </p:spPr>
      </p:sp>
      <p:sp>
        <p:nvSpPr>
          <p:cNvPr id="1577" name="Google Shape;1577;p76"/>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76"/>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76"/>
          <p:cNvSpPr txBox="1">
            <a:spLocks noGrp="1"/>
          </p:cNvSpPr>
          <p:nvPr>
            <p:ph type="title"/>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580" name="Google Shape;1580;p76"/>
          <p:cNvSpPr txBox="1">
            <a:spLocks noGrp="1"/>
          </p:cNvSpPr>
          <p:nvPr>
            <p:ph type="subTitle" idx="1"/>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581" name="Google Shape;1581;p76"/>
          <p:cNvSpPr txBox="1">
            <a:spLocks noGrp="1"/>
          </p:cNvSpPr>
          <p:nvPr>
            <p:ph type="subTitle" idx="3"/>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582" name="Google Shape;1582;p76"/>
          <p:cNvSpPr txBox="1">
            <a:spLocks noGrp="1"/>
          </p:cNvSpPr>
          <p:nvPr>
            <p:ph type="subTitle" idx="4"/>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1pPr>
            <a:lvl2pPr lvl="1"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2pPr>
            <a:lvl3pPr lvl="2"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3pPr>
            <a:lvl4pPr lvl="3"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4pPr>
            <a:lvl5pPr lvl="4"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5pPr>
            <a:lvl6pPr lvl="5"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6pPr>
            <a:lvl7pPr lvl="6"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7pPr>
            <a:lvl8pPr lvl="7"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8pPr>
            <a:lvl9pPr lvl="8" rtl="0">
              <a:spcBef>
                <a:spcPts val="1600"/>
              </a:spcBef>
              <a:spcAft>
                <a:spcPts val="1600"/>
              </a:spcAft>
              <a:buClr>
                <a:srgbClr val="FF7200"/>
              </a:buClr>
              <a:buSzPts val="900"/>
              <a:buFont typeface="Lato Black"/>
              <a:buNone/>
              <a:defRPr>
                <a:solidFill>
                  <a:srgbClr val="FF7200"/>
                </a:solidFill>
                <a:latin typeface="Lato Black"/>
                <a:ea typeface="Lato Black"/>
                <a:cs typeface="Lato Black"/>
                <a:sym typeface="Lato Black"/>
              </a:defRPr>
            </a:lvl9pPr>
          </a:lstStyle>
          <a:p>
            <a:endParaRPr/>
          </a:p>
        </p:txBody>
      </p:sp>
      <p:sp>
        <p:nvSpPr>
          <p:cNvPr id="1583" name="Google Shape;1583;p76"/>
          <p:cNvSpPr txBox="1">
            <a:spLocks noGrp="1"/>
          </p:cNvSpPr>
          <p:nvPr>
            <p:ph type="subTitle" idx="5"/>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1pPr>
            <a:lvl2pPr lvl="1"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2pPr>
            <a:lvl3pPr lvl="2"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3pPr>
            <a:lvl4pPr lvl="3"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4pPr>
            <a:lvl5pPr lvl="4"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5pPr>
            <a:lvl6pPr lvl="5"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6pPr>
            <a:lvl7pPr lvl="6"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7pPr>
            <a:lvl8pPr lvl="7"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8pPr>
            <a:lvl9pPr lvl="8" rtl="0">
              <a:spcBef>
                <a:spcPts val="1600"/>
              </a:spcBef>
              <a:spcAft>
                <a:spcPts val="1600"/>
              </a:spcAft>
              <a:buClr>
                <a:srgbClr val="FF7200"/>
              </a:buClr>
              <a:buSzPts val="900"/>
              <a:buFont typeface="Lato Black"/>
              <a:buNone/>
              <a:defRPr>
                <a:solidFill>
                  <a:srgbClr val="FF7200"/>
                </a:solidFill>
                <a:latin typeface="Lato Black"/>
                <a:ea typeface="Lato Black"/>
                <a:cs typeface="Lato Black"/>
                <a:sym typeface="Lato Black"/>
              </a:defRPr>
            </a:lvl9pPr>
          </a:lstStyle>
          <a:p>
            <a:endParaRPr/>
          </a:p>
        </p:txBody>
      </p:sp>
      <p:sp>
        <p:nvSpPr>
          <p:cNvPr id="1584" name="Google Shape;1584;p76"/>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76"/>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76"/>
          <p:cNvSpPr txBox="1">
            <a:spLocks noGrp="1"/>
          </p:cNvSpPr>
          <p:nvPr>
            <p:ph type="subTitle" idx="6"/>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grpSp>
        <p:nvGrpSpPr>
          <p:cNvPr id="1587" name="Google Shape;1587;p76"/>
          <p:cNvGrpSpPr/>
          <p:nvPr/>
        </p:nvGrpSpPr>
        <p:grpSpPr>
          <a:xfrm>
            <a:off x="454706" y="2412025"/>
            <a:ext cx="3027669" cy="1703996"/>
            <a:chOff x="454706" y="2412025"/>
            <a:chExt cx="3027669" cy="1703996"/>
          </a:xfrm>
        </p:grpSpPr>
        <p:sp>
          <p:nvSpPr>
            <p:cNvPr id="1588" name="Google Shape;1588;p76"/>
            <p:cNvSpPr/>
            <p:nvPr/>
          </p:nvSpPr>
          <p:spPr>
            <a:xfrm flipH="1">
              <a:off x="454706" y="2412025"/>
              <a:ext cx="1292153" cy="622886"/>
            </a:xfrm>
            <a:custGeom>
              <a:avLst/>
              <a:gdLst/>
              <a:ahLst/>
              <a:cxnLst/>
              <a:rect l="l" t="t" r="r" b="b"/>
              <a:pathLst>
                <a:path w="50249" h="4108" extrusionOk="0">
                  <a:moveTo>
                    <a:pt x="13306" y="1"/>
                  </a:moveTo>
                  <a:lnTo>
                    <a:pt x="12525" y="6"/>
                  </a:lnTo>
                  <a:lnTo>
                    <a:pt x="11714" y="11"/>
                  </a:lnTo>
                  <a:lnTo>
                    <a:pt x="10933" y="26"/>
                  </a:lnTo>
                  <a:lnTo>
                    <a:pt x="10182" y="47"/>
                  </a:lnTo>
                  <a:lnTo>
                    <a:pt x="9401" y="72"/>
                  </a:lnTo>
                  <a:lnTo>
                    <a:pt x="8681" y="103"/>
                  </a:lnTo>
                  <a:lnTo>
                    <a:pt x="7960" y="134"/>
                  </a:lnTo>
                  <a:lnTo>
                    <a:pt x="7269" y="169"/>
                  </a:lnTo>
                  <a:lnTo>
                    <a:pt x="6608" y="215"/>
                  </a:lnTo>
                  <a:lnTo>
                    <a:pt x="5978" y="256"/>
                  </a:lnTo>
                  <a:lnTo>
                    <a:pt x="5377" y="307"/>
                  </a:lnTo>
                  <a:lnTo>
                    <a:pt x="4806" y="358"/>
                  </a:lnTo>
                  <a:lnTo>
                    <a:pt x="4296" y="409"/>
                  </a:lnTo>
                  <a:lnTo>
                    <a:pt x="3815" y="465"/>
                  </a:lnTo>
                  <a:lnTo>
                    <a:pt x="3364" y="526"/>
                  </a:lnTo>
                  <a:lnTo>
                    <a:pt x="3004" y="588"/>
                  </a:lnTo>
                  <a:lnTo>
                    <a:pt x="2584" y="664"/>
                  </a:lnTo>
                  <a:lnTo>
                    <a:pt x="2193" y="741"/>
                  </a:lnTo>
                  <a:lnTo>
                    <a:pt x="1833" y="822"/>
                  </a:lnTo>
                  <a:lnTo>
                    <a:pt x="1532" y="909"/>
                  </a:lnTo>
                  <a:lnTo>
                    <a:pt x="1232" y="996"/>
                  </a:lnTo>
                  <a:lnTo>
                    <a:pt x="992" y="1082"/>
                  </a:lnTo>
                  <a:lnTo>
                    <a:pt x="751" y="1169"/>
                  </a:lnTo>
                  <a:lnTo>
                    <a:pt x="571" y="1261"/>
                  </a:lnTo>
                  <a:lnTo>
                    <a:pt x="391" y="1353"/>
                  </a:lnTo>
                  <a:lnTo>
                    <a:pt x="271" y="1444"/>
                  </a:lnTo>
                  <a:lnTo>
                    <a:pt x="151" y="1541"/>
                  </a:lnTo>
                  <a:lnTo>
                    <a:pt x="91" y="1633"/>
                  </a:lnTo>
                  <a:lnTo>
                    <a:pt x="31" y="1730"/>
                  </a:lnTo>
                  <a:lnTo>
                    <a:pt x="1" y="1827"/>
                  </a:lnTo>
                  <a:lnTo>
                    <a:pt x="1" y="1924"/>
                  </a:lnTo>
                  <a:lnTo>
                    <a:pt x="31" y="2021"/>
                  </a:lnTo>
                  <a:lnTo>
                    <a:pt x="91" y="2118"/>
                  </a:lnTo>
                  <a:lnTo>
                    <a:pt x="151" y="2215"/>
                  </a:lnTo>
                  <a:lnTo>
                    <a:pt x="271" y="2306"/>
                  </a:lnTo>
                  <a:lnTo>
                    <a:pt x="391" y="2403"/>
                  </a:lnTo>
                  <a:lnTo>
                    <a:pt x="511" y="2500"/>
                  </a:lnTo>
                  <a:lnTo>
                    <a:pt x="691" y="2592"/>
                  </a:lnTo>
                  <a:lnTo>
                    <a:pt x="872" y="2684"/>
                  </a:lnTo>
                  <a:lnTo>
                    <a:pt x="1082" y="2776"/>
                  </a:lnTo>
                  <a:lnTo>
                    <a:pt x="1292" y="2868"/>
                  </a:lnTo>
                  <a:lnTo>
                    <a:pt x="1532" y="2954"/>
                  </a:lnTo>
                  <a:lnTo>
                    <a:pt x="1803" y="3041"/>
                  </a:lnTo>
                  <a:lnTo>
                    <a:pt x="2073" y="3128"/>
                  </a:lnTo>
                  <a:lnTo>
                    <a:pt x="2373" y="3209"/>
                  </a:lnTo>
                  <a:lnTo>
                    <a:pt x="2674" y="3286"/>
                  </a:lnTo>
                  <a:lnTo>
                    <a:pt x="3004" y="3367"/>
                  </a:lnTo>
                  <a:lnTo>
                    <a:pt x="3334" y="3439"/>
                  </a:lnTo>
                  <a:lnTo>
                    <a:pt x="20454" y="3439"/>
                  </a:lnTo>
                  <a:lnTo>
                    <a:pt x="21295" y="3434"/>
                  </a:lnTo>
                  <a:lnTo>
                    <a:pt x="22106" y="3429"/>
                  </a:lnTo>
                  <a:lnTo>
                    <a:pt x="22887" y="3434"/>
                  </a:lnTo>
                  <a:lnTo>
                    <a:pt x="23668" y="3439"/>
                  </a:lnTo>
                  <a:lnTo>
                    <a:pt x="24449" y="3454"/>
                  </a:lnTo>
                  <a:lnTo>
                    <a:pt x="25230" y="3475"/>
                  </a:lnTo>
                  <a:lnTo>
                    <a:pt x="25981" y="3500"/>
                  </a:lnTo>
                  <a:lnTo>
                    <a:pt x="26731" y="3526"/>
                  </a:lnTo>
                  <a:lnTo>
                    <a:pt x="27422" y="3561"/>
                  </a:lnTo>
                  <a:lnTo>
                    <a:pt x="28113" y="3597"/>
                  </a:lnTo>
                  <a:lnTo>
                    <a:pt x="28774" y="3643"/>
                  </a:lnTo>
                  <a:lnTo>
                    <a:pt x="29435" y="3689"/>
                  </a:lnTo>
                  <a:lnTo>
                    <a:pt x="30005" y="3735"/>
                  </a:lnTo>
                  <a:lnTo>
                    <a:pt x="30576" y="3791"/>
                  </a:lnTo>
                  <a:lnTo>
                    <a:pt x="31117" y="3847"/>
                  </a:lnTo>
                  <a:lnTo>
                    <a:pt x="31567" y="3903"/>
                  </a:lnTo>
                  <a:lnTo>
                    <a:pt x="32018" y="3964"/>
                  </a:lnTo>
                  <a:lnTo>
                    <a:pt x="32378" y="4031"/>
                  </a:lnTo>
                  <a:lnTo>
                    <a:pt x="32798" y="4107"/>
                  </a:lnTo>
                  <a:lnTo>
                    <a:pt x="36883" y="4107"/>
                  </a:lnTo>
                  <a:lnTo>
                    <a:pt x="37664" y="4102"/>
                  </a:lnTo>
                  <a:lnTo>
                    <a:pt x="38415" y="4092"/>
                  </a:lnTo>
                  <a:lnTo>
                    <a:pt x="39166" y="4076"/>
                  </a:lnTo>
                  <a:lnTo>
                    <a:pt x="39917" y="4056"/>
                  </a:lnTo>
                  <a:lnTo>
                    <a:pt x="40638" y="4036"/>
                  </a:lnTo>
                  <a:lnTo>
                    <a:pt x="41358" y="4010"/>
                  </a:lnTo>
                  <a:lnTo>
                    <a:pt x="42019" y="3980"/>
                  </a:lnTo>
                  <a:lnTo>
                    <a:pt x="42680" y="3949"/>
                  </a:lnTo>
                  <a:lnTo>
                    <a:pt x="43311" y="3913"/>
                  </a:lnTo>
                  <a:lnTo>
                    <a:pt x="43911" y="3872"/>
                  </a:lnTo>
                  <a:lnTo>
                    <a:pt x="44482" y="3837"/>
                  </a:lnTo>
                  <a:lnTo>
                    <a:pt x="44993" y="3791"/>
                  </a:lnTo>
                  <a:lnTo>
                    <a:pt x="45473" y="3745"/>
                  </a:lnTo>
                  <a:lnTo>
                    <a:pt x="45894" y="3699"/>
                  </a:lnTo>
                  <a:lnTo>
                    <a:pt x="46254" y="3648"/>
                  </a:lnTo>
                  <a:lnTo>
                    <a:pt x="46675" y="3587"/>
                  </a:lnTo>
                  <a:lnTo>
                    <a:pt x="47065" y="3520"/>
                  </a:lnTo>
                  <a:lnTo>
                    <a:pt x="47425" y="3454"/>
                  </a:lnTo>
                  <a:lnTo>
                    <a:pt x="47756" y="3388"/>
                  </a:lnTo>
                  <a:lnTo>
                    <a:pt x="48086" y="3316"/>
                  </a:lnTo>
                  <a:lnTo>
                    <a:pt x="48386" y="3240"/>
                  </a:lnTo>
                  <a:lnTo>
                    <a:pt x="48687" y="3169"/>
                  </a:lnTo>
                  <a:lnTo>
                    <a:pt x="48927" y="3092"/>
                  </a:lnTo>
                  <a:lnTo>
                    <a:pt x="49167" y="3010"/>
                  </a:lnTo>
                  <a:lnTo>
                    <a:pt x="49378" y="2929"/>
                  </a:lnTo>
                  <a:lnTo>
                    <a:pt x="49588" y="2847"/>
                  </a:lnTo>
                  <a:lnTo>
                    <a:pt x="49738" y="2766"/>
                  </a:lnTo>
                  <a:lnTo>
                    <a:pt x="49888" y="2679"/>
                  </a:lnTo>
                  <a:lnTo>
                    <a:pt x="50008" y="2587"/>
                  </a:lnTo>
                  <a:lnTo>
                    <a:pt x="50098" y="2500"/>
                  </a:lnTo>
                  <a:lnTo>
                    <a:pt x="50189" y="2409"/>
                  </a:lnTo>
                  <a:lnTo>
                    <a:pt x="50219" y="2317"/>
                  </a:lnTo>
                  <a:lnTo>
                    <a:pt x="50249" y="2225"/>
                  </a:lnTo>
                  <a:lnTo>
                    <a:pt x="50249" y="2128"/>
                  </a:lnTo>
                  <a:lnTo>
                    <a:pt x="50219" y="2031"/>
                  </a:lnTo>
                  <a:lnTo>
                    <a:pt x="50159" y="1934"/>
                  </a:lnTo>
                  <a:lnTo>
                    <a:pt x="50068" y="1832"/>
                  </a:lnTo>
                  <a:lnTo>
                    <a:pt x="49948" y="1730"/>
                  </a:lnTo>
                  <a:lnTo>
                    <a:pt x="49828" y="1633"/>
                  </a:lnTo>
                  <a:lnTo>
                    <a:pt x="49648" y="1526"/>
                  </a:lnTo>
                  <a:lnTo>
                    <a:pt x="49468" y="1424"/>
                  </a:lnTo>
                  <a:lnTo>
                    <a:pt x="49227" y="1317"/>
                  </a:lnTo>
                  <a:lnTo>
                    <a:pt x="48987" y="1215"/>
                  </a:lnTo>
                  <a:lnTo>
                    <a:pt x="48717" y="1108"/>
                  </a:lnTo>
                  <a:lnTo>
                    <a:pt x="48417" y="996"/>
                  </a:lnTo>
                  <a:lnTo>
                    <a:pt x="48056" y="889"/>
                  </a:lnTo>
                  <a:lnTo>
                    <a:pt x="47696" y="781"/>
                  </a:lnTo>
                  <a:lnTo>
                    <a:pt x="47335" y="684"/>
                  </a:lnTo>
                  <a:lnTo>
                    <a:pt x="46915" y="593"/>
                  </a:lnTo>
                  <a:lnTo>
                    <a:pt x="46464" y="506"/>
                  </a:lnTo>
                  <a:lnTo>
                    <a:pt x="45984" y="429"/>
                  </a:lnTo>
                  <a:lnTo>
                    <a:pt x="45443" y="358"/>
                  </a:lnTo>
                  <a:lnTo>
                    <a:pt x="44902" y="297"/>
                  </a:lnTo>
                  <a:lnTo>
                    <a:pt x="44302" y="241"/>
                  </a:lnTo>
                  <a:lnTo>
                    <a:pt x="43701" y="190"/>
                  </a:lnTo>
                  <a:lnTo>
                    <a:pt x="43070" y="144"/>
                  </a:lnTo>
                  <a:lnTo>
                    <a:pt x="42410" y="103"/>
                  </a:lnTo>
                  <a:lnTo>
                    <a:pt x="41719" y="72"/>
                  </a:lnTo>
                  <a:lnTo>
                    <a:pt x="41028" y="47"/>
                  </a:lnTo>
                  <a:lnTo>
                    <a:pt x="40337" y="26"/>
                  </a:lnTo>
                  <a:lnTo>
                    <a:pt x="39616" y="11"/>
                  </a:lnTo>
                  <a:lnTo>
                    <a:pt x="38896" y="1"/>
                  </a:lnTo>
                  <a:lnTo>
                    <a:pt x="38145" y="1"/>
                  </a:lnTo>
                  <a:lnTo>
                    <a:pt x="37334" y="6"/>
                  </a:lnTo>
                  <a:lnTo>
                    <a:pt x="36493" y="16"/>
                  </a:lnTo>
                  <a:lnTo>
                    <a:pt x="14928" y="16"/>
                  </a:lnTo>
                  <a:lnTo>
                    <a:pt x="14117" y="6"/>
                  </a:lnTo>
                  <a:lnTo>
                    <a:pt x="13306" y="1"/>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76"/>
            <p:cNvSpPr/>
            <p:nvPr/>
          </p:nvSpPr>
          <p:spPr>
            <a:xfrm flipH="1">
              <a:off x="454706" y="2412025"/>
              <a:ext cx="1292153" cy="622886"/>
            </a:xfrm>
            <a:custGeom>
              <a:avLst/>
              <a:gdLst/>
              <a:ahLst/>
              <a:cxnLst/>
              <a:rect l="l" t="t" r="r" b="b"/>
              <a:pathLst>
                <a:path w="50249" h="4108" fill="none" extrusionOk="0">
                  <a:moveTo>
                    <a:pt x="38145" y="1"/>
                  </a:moveTo>
                  <a:lnTo>
                    <a:pt x="38145" y="1"/>
                  </a:lnTo>
                  <a:lnTo>
                    <a:pt x="38896" y="1"/>
                  </a:lnTo>
                  <a:lnTo>
                    <a:pt x="39616" y="11"/>
                  </a:lnTo>
                  <a:lnTo>
                    <a:pt x="40337" y="26"/>
                  </a:lnTo>
                  <a:lnTo>
                    <a:pt x="41028" y="47"/>
                  </a:lnTo>
                  <a:lnTo>
                    <a:pt x="41719" y="72"/>
                  </a:lnTo>
                  <a:lnTo>
                    <a:pt x="42410" y="103"/>
                  </a:lnTo>
                  <a:lnTo>
                    <a:pt x="43070" y="144"/>
                  </a:lnTo>
                  <a:lnTo>
                    <a:pt x="43701" y="190"/>
                  </a:lnTo>
                  <a:lnTo>
                    <a:pt x="44302" y="241"/>
                  </a:lnTo>
                  <a:lnTo>
                    <a:pt x="44902" y="297"/>
                  </a:lnTo>
                  <a:lnTo>
                    <a:pt x="45443" y="358"/>
                  </a:lnTo>
                  <a:lnTo>
                    <a:pt x="45984" y="429"/>
                  </a:lnTo>
                  <a:lnTo>
                    <a:pt x="46464" y="506"/>
                  </a:lnTo>
                  <a:lnTo>
                    <a:pt x="46915" y="593"/>
                  </a:lnTo>
                  <a:lnTo>
                    <a:pt x="47335" y="684"/>
                  </a:lnTo>
                  <a:lnTo>
                    <a:pt x="47696" y="781"/>
                  </a:lnTo>
                  <a:lnTo>
                    <a:pt x="47696" y="781"/>
                  </a:lnTo>
                  <a:lnTo>
                    <a:pt x="48056" y="889"/>
                  </a:lnTo>
                  <a:lnTo>
                    <a:pt x="48417" y="996"/>
                  </a:lnTo>
                  <a:lnTo>
                    <a:pt x="48717" y="1108"/>
                  </a:lnTo>
                  <a:lnTo>
                    <a:pt x="48987" y="1215"/>
                  </a:lnTo>
                  <a:lnTo>
                    <a:pt x="49227" y="1317"/>
                  </a:lnTo>
                  <a:lnTo>
                    <a:pt x="49468" y="1424"/>
                  </a:lnTo>
                  <a:lnTo>
                    <a:pt x="49648" y="1526"/>
                  </a:lnTo>
                  <a:lnTo>
                    <a:pt x="49828" y="1633"/>
                  </a:lnTo>
                  <a:lnTo>
                    <a:pt x="49948" y="1730"/>
                  </a:lnTo>
                  <a:lnTo>
                    <a:pt x="50068" y="1832"/>
                  </a:lnTo>
                  <a:lnTo>
                    <a:pt x="50159" y="1934"/>
                  </a:lnTo>
                  <a:lnTo>
                    <a:pt x="50219" y="2031"/>
                  </a:lnTo>
                  <a:lnTo>
                    <a:pt x="50249" y="2128"/>
                  </a:lnTo>
                  <a:lnTo>
                    <a:pt x="50249" y="2225"/>
                  </a:lnTo>
                  <a:lnTo>
                    <a:pt x="50219" y="2317"/>
                  </a:lnTo>
                  <a:lnTo>
                    <a:pt x="50189" y="2409"/>
                  </a:lnTo>
                  <a:lnTo>
                    <a:pt x="50098" y="2500"/>
                  </a:lnTo>
                  <a:lnTo>
                    <a:pt x="50008" y="2587"/>
                  </a:lnTo>
                  <a:lnTo>
                    <a:pt x="49888" y="2679"/>
                  </a:lnTo>
                  <a:lnTo>
                    <a:pt x="49738" y="2766"/>
                  </a:lnTo>
                  <a:lnTo>
                    <a:pt x="49588" y="2847"/>
                  </a:lnTo>
                  <a:lnTo>
                    <a:pt x="49378" y="2929"/>
                  </a:lnTo>
                  <a:lnTo>
                    <a:pt x="49167" y="3010"/>
                  </a:lnTo>
                  <a:lnTo>
                    <a:pt x="48927" y="3092"/>
                  </a:lnTo>
                  <a:lnTo>
                    <a:pt x="48687" y="3169"/>
                  </a:lnTo>
                  <a:lnTo>
                    <a:pt x="48386" y="3240"/>
                  </a:lnTo>
                  <a:lnTo>
                    <a:pt x="48086" y="3316"/>
                  </a:lnTo>
                  <a:lnTo>
                    <a:pt x="47756" y="3388"/>
                  </a:lnTo>
                  <a:lnTo>
                    <a:pt x="47425" y="3454"/>
                  </a:lnTo>
                  <a:lnTo>
                    <a:pt x="47065" y="3520"/>
                  </a:lnTo>
                  <a:lnTo>
                    <a:pt x="46675" y="3587"/>
                  </a:lnTo>
                  <a:lnTo>
                    <a:pt x="46254" y="3648"/>
                  </a:lnTo>
                  <a:lnTo>
                    <a:pt x="46254" y="3648"/>
                  </a:lnTo>
                  <a:lnTo>
                    <a:pt x="45894" y="3699"/>
                  </a:lnTo>
                  <a:lnTo>
                    <a:pt x="45473" y="3745"/>
                  </a:lnTo>
                  <a:lnTo>
                    <a:pt x="44993" y="3791"/>
                  </a:lnTo>
                  <a:lnTo>
                    <a:pt x="44482" y="3837"/>
                  </a:lnTo>
                  <a:lnTo>
                    <a:pt x="43911" y="3872"/>
                  </a:lnTo>
                  <a:lnTo>
                    <a:pt x="43311" y="3913"/>
                  </a:lnTo>
                  <a:lnTo>
                    <a:pt x="42680" y="3949"/>
                  </a:lnTo>
                  <a:lnTo>
                    <a:pt x="42019" y="3980"/>
                  </a:lnTo>
                  <a:lnTo>
                    <a:pt x="41358" y="4010"/>
                  </a:lnTo>
                  <a:lnTo>
                    <a:pt x="40638" y="4036"/>
                  </a:lnTo>
                  <a:lnTo>
                    <a:pt x="39917" y="4056"/>
                  </a:lnTo>
                  <a:lnTo>
                    <a:pt x="39166" y="4076"/>
                  </a:lnTo>
                  <a:lnTo>
                    <a:pt x="38415" y="4092"/>
                  </a:lnTo>
                  <a:lnTo>
                    <a:pt x="37664" y="4102"/>
                  </a:lnTo>
                  <a:lnTo>
                    <a:pt x="36883" y="4107"/>
                  </a:lnTo>
                  <a:lnTo>
                    <a:pt x="36102" y="4107"/>
                  </a:lnTo>
                  <a:lnTo>
                    <a:pt x="32798" y="4107"/>
                  </a:lnTo>
                  <a:lnTo>
                    <a:pt x="32798" y="4107"/>
                  </a:lnTo>
                  <a:lnTo>
                    <a:pt x="32378" y="4031"/>
                  </a:lnTo>
                  <a:lnTo>
                    <a:pt x="32378" y="4031"/>
                  </a:lnTo>
                  <a:lnTo>
                    <a:pt x="32018" y="3964"/>
                  </a:lnTo>
                  <a:lnTo>
                    <a:pt x="31567" y="3903"/>
                  </a:lnTo>
                  <a:lnTo>
                    <a:pt x="31117" y="3847"/>
                  </a:lnTo>
                  <a:lnTo>
                    <a:pt x="30576" y="3791"/>
                  </a:lnTo>
                  <a:lnTo>
                    <a:pt x="30005" y="3735"/>
                  </a:lnTo>
                  <a:lnTo>
                    <a:pt x="29435" y="3689"/>
                  </a:lnTo>
                  <a:lnTo>
                    <a:pt x="28774" y="3643"/>
                  </a:lnTo>
                  <a:lnTo>
                    <a:pt x="28113" y="3597"/>
                  </a:lnTo>
                  <a:lnTo>
                    <a:pt x="27422" y="3561"/>
                  </a:lnTo>
                  <a:lnTo>
                    <a:pt x="26731" y="3526"/>
                  </a:lnTo>
                  <a:lnTo>
                    <a:pt x="25981" y="3500"/>
                  </a:lnTo>
                  <a:lnTo>
                    <a:pt x="25230" y="3475"/>
                  </a:lnTo>
                  <a:lnTo>
                    <a:pt x="24449" y="3454"/>
                  </a:lnTo>
                  <a:lnTo>
                    <a:pt x="23668" y="3439"/>
                  </a:lnTo>
                  <a:lnTo>
                    <a:pt x="22887" y="3434"/>
                  </a:lnTo>
                  <a:lnTo>
                    <a:pt x="22106" y="3429"/>
                  </a:lnTo>
                  <a:lnTo>
                    <a:pt x="22106" y="3429"/>
                  </a:lnTo>
                  <a:lnTo>
                    <a:pt x="21295" y="3434"/>
                  </a:lnTo>
                  <a:lnTo>
                    <a:pt x="20454" y="3439"/>
                  </a:lnTo>
                  <a:lnTo>
                    <a:pt x="3334" y="3439"/>
                  </a:lnTo>
                  <a:lnTo>
                    <a:pt x="3334" y="3439"/>
                  </a:lnTo>
                  <a:lnTo>
                    <a:pt x="3004" y="3367"/>
                  </a:lnTo>
                  <a:lnTo>
                    <a:pt x="2674" y="3286"/>
                  </a:lnTo>
                  <a:lnTo>
                    <a:pt x="2373" y="3209"/>
                  </a:lnTo>
                  <a:lnTo>
                    <a:pt x="2073" y="3128"/>
                  </a:lnTo>
                  <a:lnTo>
                    <a:pt x="1803" y="3041"/>
                  </a:lnTo>
                  <a:lnTo>
                    <a:pt x="1532" y="2954"/>
                  </a:lnTo>
                  <a:lnTo>
                    <a:pt x="1292" y="2868"/>
                  </a:lnTo>
                  <a:lnTo>
                    <a:pt x="1082" y="2776"/>
                  </a:lnTo>
                  <a:lnTo>
                    <a:pt x="872" y="2684"/>
                  </a:lnTo>
                  <a:lnTo>
                    <a:pt x="691" y="2592"/>
                  </a:lnTo>
                  <a:lnTo>
                    <a:pt x="511" y="2500"/>
                  </a:lnTo>
                  <a:lnTo>
                    <a:pt x="391" y="2403"/>
                  </a:lnTo>
                  <a:lnTo>
                    <a:pt x="271" y="2306"/>
                  </a:lnTo>
                  <a:lnTo>
                    <a:pt x="151" y="2215"/>
                  </a:lnTo>
                  <a:lnTo>
                    <a:pt x="91" y="2118"/>
                  </a:lnTo>
                  <a:lnTo>
                    <a:pt x="31" y="2021"/>
                  </a:lnTo>
                  <a:lnTo>
                    <a:pt x="1" y="1924"/>
                  </a:lnTo>
                  <a:lnTo>
                    <a:pt x="1" y="1827"/>
                  </a:lnTo>
                  <a:lnTo>
                    <a:pt x="31" y="1730"/>
                  </a:lnTo>
                  <a:lnTo>
                    <a:pt x="91" y="1633"/>
                  </a:lnTo>
                  <a:lnTo>
                    <a:pt x="151" y="1541"/>
                  </a:lnTo>
                  <a:lnTo>
                    <a:pt x="271" y="1444"/>
                  </a:lnTo>
                  <a:lnTo>
                    <a:pt x="391" y="1353"/>
                  </a:lnTo>
                  <a:lnTo>
                    <a:pt x="571" y="1261"/>
                  </a:lnTo>
                  <a:lnTo>
                    <a:pt x="751" y="1169"/>
                  </a:lnTo>
                  <a:lnTo>
                    <a:pt x="992" y="1082"/>
                  </a:lnTo>
                  <a:lnTo>
                    <a:pt x="1232" y="996"/>
                  </a:lnTo>
                  <a:lnTo>
                    <a:pt x="1532" y="909"/>
                  </a:lnTo>
                  <a:lnTo>
                    <a:pt x="1833" y="822"/>
                  </a:lnTo>
                  <a:lnTo>
                    <a:pt x="2193" y="741"/>
                  </a:lnTo>
                  <a:lnTo>
                    <a:pt x="2584" y="664"/>
                  </a:lnTo>
                  <a:lnTo>
                    <a:pt x="3004" y="588"/>
                  </a:lnTo>
                  <a:lnTo>
                    <a:pt x="3004" y="588"/>
                  </a:lnTo>
                  <a:lnTo>
                    <a:pt x="3364" y="526"/>
                  </a:lnTo>
                  <a:lnTo>
                    <a:pt x="3815" y="465"/>
                  </a:lnTo>
                  <a:lnTo>
                    <a:pt x="4296" y="409"/>
                  </a:lnTo>
                  <a:lnTo>
                    <a:pt x="4806" y="358"/>
                  </a:lnTo>
                  <a:lnTo>
                    <a:pt x="5377" y="307"/>
                  </a:lnTo>
                  <a:lnTo>
                    <a:pt x="5978" y="256"/>
                  </a:lnTo>
                  <a:lnTo>
                    <a:pt x="6608" y="215"/>
                  </a:lnTo>
                  <a:lnTo>
                    <a:pt x="7269" y="169"/>
                  </a:lnTo>
                  <a:lnTo>
                    <a:pt x="7960" y="134"/>
                  </a:lnTo>
                  <a:lnTo>
                    <a:pt x="8681" y="103"/>
                  </a:lnTo>
                  <a:lnTo>
                    <a:pt x="9401" y="72"/>
                  </a:lnTo>
                  <a:lnTo>
                    <a:pt x="10182" y="47"/>
                  </a:lnTo>
                  <a:lnTo>
                    <a:pt x="10933" y="26"/>
                  </a:lnTo>
                  <a:lnTo>
                    <a:pt x="11714" y="11"/>
                  </a:lnTo>
                  <a:lnTo>
                    <a:pt x="12525" y="6"/>
                  </a:lnTo>
                  <a:lnTo>
                    <a:pt x="13306" y="1"/>
                  </a:lnTo>
                  <a:lnTo>
                    <a:pt x="13306" y="1"/>
                  </a:lnTo>
                  <a:lnTo>
                    <a:pt x="14117" y="6"/>
                  </a:lnTo>
                  <a:lnTo>
                    <a:pt x="14928" y="16"/>
                  </a:lnTo>
                  <a:lnTo>
                    <a:pt x="36493" y="16"/>
                  </a:lnTo>
                  <a:lnTo>
                    <a:pt x="36493" y="16"/>
                  </a:lnTo>
                  <a:lnTo>
                    <a:pt x="37334" y="6"/>
                  </a:lnTo>
                  <a:lnTo>
                    <a:pt x="3814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76"/>
            <p:cNvSpPr/>
            <p:nvPr/>
          </p:nvSpPr>
          <p:spPr>
            <a:xfrm flipH="1">
              <a:off x="837073" y="2931807"/>
              <a:ext cx="2645302" cy="648208"/>
            </a:xfrm>
            <a:custGeom>
              <a:avLst/>
              <a:gdLst/>
              <a:ahLst/>
              <a:cxnLst/>
              <a:rect l="l" t="t" r="r" b="b"/>
              <a:pathLst>
                <a:path w="102870" h="4275" extrusionOk="0">
                  <a:moveTo>
                    <a:pt x="11324" y="1"/>
                  </a:moveTo>
                  <a:lnTo>
                    <a:pt x="10603" y="11"/>
                  </a:lnTo>
                  <a:lnTo>
                    <a:pt x="9912" y="26"/>
                  </a:lnTo>
                  <a:lnTo>
                    <a:pt x="9191" y="47"/>
                  </a:lnTo>
                  <a:lnTo>
                    <a:pt x="8501" y="72"/>
                  </a:lnTo>
                  <a:lnTo>
                    <a:pt x="7840" y="103"/>
                  </a:lnTo>
                  <a:lnTo>
                    <a:pt x="7179" y="143"/>
                  </a:lnTo>
                  <a:lnTo>
                    <a:pt x="6548" y="189"/>
                  </a:lnTo>
                  <a:lnTo>
                    <a:pt x="5918" y="240"/>
                  </a:lnTo>
                  <a:lnTo>
                    <a:pt x="5347" y="302"/>
                  </a:lnTo>
                  <a:lnTo>
                    <a:pt x="4806" y="368"/>
                  </a:lnTo>
                  <a:lnTo>
                    <a:pt x="4266" y="439"/>
                  </a:lnTo>
                  <a:lnTo>
                    <a:pt x="3785" y="521"/>
                  </a:lnTo>
                  <a:lnTo>
                    <a:pt x="3335" y="608"/>
                  </a:lnTo>
                  <a:lnTo>
                    <a:pt x="2914" y="705"/>
                  </a:lnTo>
                  <a:lnTo>
                    <a:pt x="2554" y="807"/>
                  </a:lnTo>
                  <a:lnTo>
                    <a:pt x="2193" y="919"/>
                  </a:lnTo>
                  <a:lnTo>
                    <a:pt x="1863" y="1036"/>
                  </a:lnTo>
                  <a:lnTo>
                    <a:pt x="1532" y="1148"/>
                  </a:lnTo>
                  <a:lnTo>
                    <a:pt x="1262" y="1260"/>
                  </a:lnTo>
                  <a:lnTo>
                    <a:pt x="1022" y="1373"/>
                  </a:lnTo>
                  <a:lnTo>
                    <a:pt x="782" y="1485"/>
                  </a:lnTo>
                  <a:lnTo>
                    <a:pt x="601" y="1592"/>
                  </a:lnTo>
                  <a:lnTo>
                    <a:pt x="451" y="1699"/>
                  </a:lnTo>
                  <a:lnTo>
                    <a:pt x="301" y="1806"/>
                  </a:lnTo>
                  <a:lnTo>
                    <a:pt x="181" y="1913"/>
                  </a:lnTo>
                  <a:lnTo>
                    <a:pt x="121" y="2015"/>
                  </a:lnTo>
                  <a:lnTo>
                    <a:pt x="61" y="2117"/>
                  </a:lnTo>
                  <a:lnTo>
                    <a:pt x="31" y="2219"/>
                  </a:lnTo>
                  <a:lnTo>
                    <a:pt x="1" y="2321"/>
                  </a:lnTo>
                  <a:lnTo>
                    <a:pt x="31" y="2418"/>
                  </a:lnTo>
                  <a:lnTo>
                    <a:pt x="91" y="2515"/>
                  </a:lnTo>
                  <a:lnTo>
                    <a:pt x="151" y="2607"/>
                  </a:lnTo>
                  <a:lnTo>
                    <a:pt x="241" y="2699"/>
                  </a:lnTo>
                  <a:lnTo>
                    <a:pt x="361" y="2791"/>
                  </a:lnTo>
                  <a:lnTo>
                    <a:pt x="511" y="2883"/>
                  </a:lnTo>
                  <a:lnTo>
                    <a:pt x="661" y="2969"/>
                  </a:lnTo>
                  <a:lnTo>
                    <a:pt x="872" y="3056"/>
                  </a:lnTo>
                  <a:lnTo>
                    <a:pt x="1082" y="3138"/>
                  </a:lnTo>
                  <a:lnTo>
                    <a:pt x="1322" y="3224"/>
                  </a:lnTo>
                  <a:lnTo>
                    <a:pt x="1562" y="3301"/>
                  </a:lnTo>
                  <a:lnTo>
                    <a:pt x="1863" y="3382"/>
                  </a:lnTo>
                  <a:lnTo>
                    <a:pt x="2163" y="3459"/>
                  </a:lnTo>
                  <a:lnTo>
                    <a:pt x="2494" y="3530"/>
                  </a:lnTo>
                  <a:lnTo>
                    <a:pt x="2824" y="3602"/>
                  </a:lnTo>
                  <a:lnTo>
                    <a:pt x="3184" y="3673"/>
                  </a:lnTo>
                  <a:lnTo>
                    <a:pt x="3575" y="3745"/>
                  </a:lnTo>
                  <a:lnTo>
                    <a:pt x="3995" y="3806"/>
                  </a:lnTo>
                  <a:lnTo>
                    <a:pt x="4326" y="3857"/>
                  </a:lnTo>
                  <a:lnTo>
                    <a:pt x="4686" y="3898"/>
                  </a:lnTo>
                  <a:lnTo>
                    <a:pt x="5077" y="3943"/>
                  </a:lnTo>
                  <a:lnTo>
                    <a:pt x="5527" y="3989"/>
                  </a:lnTo>
                  <a:lnTo>
                    <a:pt x="5978" y="4030"/>
                  </a:lnTo>
                  <a:lnTo>
                    <a:pt x="6488" y="4066"/>
                  </a:lnTo>
                  <a:lnTo>
                    <a:pt x="6999" y="4102"/>
                  </a:lnTo>
                  <a:lnTo>
                    <a:pt x="7569" y="4137"/>
                  </a:lnTo>
                  <a:lnTo>
                    <a:pt x="8140" y="4168"/>
                  </a:lnTo>
                  <a:lnTo>
                    <a:pt x="8711" y="4193"/>
                  </a:lnTo>
                  <a:lnTo>
                    <a:pt x="9341" y="4219"/>
                  </a:lnTo>
                  <a:lnTo>
                    <a:pt x="9972" y="4239"/>
                  </a:lnTo>
                  <a:lnTo>
                    <a:pt x="10603" y="4255"/>
                  </a:lnTo>
                  <a:lnTo>
                    <a:pt x="11264" y="4265"/>
                  </a:lnTo>
                  <a:lnTo>
                    <a:pt x="11924" y="4275"/>
                  </a:lnTo>
                  <a:lnTo>
                    <a:pt x="13366" y="4275"/>
                  </a:lnTo>
                  <a:lnTo>
                    <a:pt x="14147" y="4260"/>
                  </a:lnTo>
                  <a:lnTo>
                    <a:pt x="38145" y="4260"/>
                  </a:lnTo>
                  <a:lnTo>
                    <a:pt x="38505" y="4178"/>
                  </a:lnTo>
                  <a:lnTo>
                    <a:pt x="38926" y="4096"/>
                  </a:lnTo>
                  <a:lnTo>
                    <a:pt x="39346" y="4020"/>
                  </a:lnTo>
                  <a:lnTo>
                    <a:pt x="39797" y="3949"/>
                  </a:lnTo>
                  <a:lnTo>
                    <a:pt x="40187" y="3892"/>
                  </a:lnTo>
                  <a:lnTo>
                    <a:pt x="40608" y="3841"/>
                  </a:lnTo>
                  <a:lnTo>
                    <a:pt x="41088" y="3796"/>
                  </a:lnTo>
                  <a:lnTo>
                    <a:pt x="41599" y="3750"/>
                  </a:lnTo>
                  <a:lnTo>
                    <a:pt x="42169" y="3709"/>
                  </a:lnTo>
                  <a:lnTo>
                    <a:pt x="42770" y="3668"/>
                  </a:lnTo>
                  <a:lnTo>
                    <a:pt x="43371" y="3632"/>
                  </a:lnTo>
                  <a:lnTo>
                    <a:pt x="44032" y="3602"/>
                  </a:lnTo>
                  <a:lnTo>
                    <a:pt x="44722" y="3571"/>
                  </a:lnTo>
                  <a:lnTo>
                    <a:pt x="45443" y="3546"/>
                  </a:lnTo>
                  <a:lnTo>
                    <a:pt x="46164" y="3520"/>
                  </a:lnTo>
                  <a:lnTo>
                    <a:pt x="46915" y="3505"/>
                  </a:lnTo>
                  <a:lnTo>
                    <a:pt x="47666" y="3489"/>
                  </a:lnTo>
                  <a:lnTo>
                    <a:pt x="48417" y="3474"/>
                  </a:lnTo>
                  <a:lnTo>
                    <a:pt x="49198" y="3469"/>
                  </a:lnTo>
                  <a:lnTo>
                    <a:pt x="100016" y="3469"/>
                  </a:lnTo>
                  <a:lnTo>
                    <a:pt x="100587" y="3316"/>
                  </a:lnTo>
                  <a:lnTo>
                    <a:pt x="101127" y="3153"/>
                  </a:lnTo>
                  <a:lnTo>
                    <a:pt x="101578" y="2985"/>
                  </a:lnTo>
                  <a:lnTo>
                    <a:pt x="101968" y="2811"/>
                  </a:lnTo>
                  <a:lnTo>
                    <a:pt x="102149" y="2719"/>
                  </a:lnTo>
                  <a:lnTo>
                    <a:pt x="102299" y="2633"/>
                  </a:lnTo>
                  <a:lnTo>
                    <a:pt x="102449" y="2541"/>
                  </a:lnTo>
                  <a:lnTo>
                    <a:pt x="102569" y="2449"/>
                  </a:lnTo>
                  <a:lnTo>
                    <a:pt x="102659" y="2357"/>
                  </a:lnTo>
                  <a:lnTo>
                    <a:pt x="102749" y="2265"/>
                  </a:lnTo>
                  <a:lnTo>
                    <a:pt x="102809" y="2174"/>
                  </a:lnTo>
                  <a:lnTo>
                    <a:pt x="102839" y="2077"/>
                  </a:lnTo>
                  <a:lnTo>
                    <a:pt x="102869" y="1985"/>
                  </a:lnTo>
                  <a:lnTo>
                    <a:pt x="102869" y="1893"/>
                  </a:lnTo>
                  <a:lnTo>
                    <a:pt x="102839" y="1801"/>
                  </a:lnTo>
                  <a:lnTo>
                    <a:pt x="102779" y="1709"/>
                  </a:lnTo>
                  <a:lnTo>
                    <a:pt x="102719" y="1618"/>
                  </a:lnTo>
                  <a:lnTo>
                    <a:pt x="102629" y="1526"/>
                  </a:lnTo>
                  <a:lnTo>
                    <a:pt x="102509" y="1434"/>
                  </a:lnTo>
                  <a:lnTo>
                    <a:pt x="102359" y="1347"/>
                  </a:lnTo>
                  <a:lnTo>
                    <a:pt x="102209" y="1255"/>
                  </a:lnTo>
                  <a:lnTo>
                    <a:pt x="101998" y="1169"/>
                  </a:lnTo>
                  <a:lnTo>
                    <a:pt x="101788" y="1087"/>
                  </a:lnTo>
                  <a:lnTo>
                    <a:pt x="101548" y="1000"/>
                  </a:lnTo>
                  <a:lnTo>
                    <a:pt x="101278" y="919"/>
                  </a:lnTo>
                  <a:lnTo>
                    <a:pt x="100977" y="837"/>
                  </a:lnTo>
                  <a:lnTo>
                    <a:pt x="100647" y="756"/>
                  </a:lnTo>
                  <a:lnTo>
                    <a:pt x="100286" y="679"/>
                  </a:lnTo>
                  <a:lnTo>
                    <a:pt x="80464" y="679"/>
                  </a:lnTo>
                  <a:lnTo>
                    <a:pt x="79773" y="674"/>
                  </a:lnTo>
                  <a:lnTo>
                    <a:pt x="79052" y="664"/>
                  </a:lnTo>
                  <a:lnTo>
                    <a:pt x="78361" y="648"/>
                  </a:lnTo>
                  <a:lnTo>
                    <a:pt x="77670" y="633"/>
                  </a:lnTo>
                  <a:lnTo>
                    <a:pt x="76980" y="613"/>
                  </a:lnTo>
                  <a:lnTo>
                    <a:pt x="76319" y="587"/>
                  </a:lnTo>
                  <a:lnTo>
                    <a:pt x="75688" y="557"/>
                  </a:lnTo>
                  <a:lnTo>
                    <a:pt x="75057" y="521"/>
                  </a:lnTo>
                  <a:lnTo>
                    <a:pt x="74457" y="480"/>
                  </a:lnTo>
                  <a:lnTo>
                    <a:pt x="73856" y="434"/>
                  </a:lnTo>
                  <a:lnTo>
                    <a:pt x="73315" y="383"/>
                  </a:lnTo>
                  <a:lnTo>
                    <a:pt x="72775" y="332"/>
                  </a:lnTo>
                  <a:lnTo>
                    <a:pt x="72294" y="271"/>
                  </a:lnTo>
                  <a:lnTo>
                    <a:pt x="71844" y="205"/>
                  </a:lnTo>
                  <a:lnTo>
                    <a:pt x="71423" y="133"/>
                  </a:lnTo>
                  <a:lnTo>
                    <a:pt x="70822" y="11"/>
                  </a:lnTo>
                  <a:lnTo>
                    <a:pt x="13757" y="11"/>
                  </a:lnTo>
                  <a:lnTo>
                    <a:pt x="12916" y="1"/>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76"/>
            <p:cNvSpPr/>
            <p:nvPr/>
          </p:nvSpPr>
          <p:spPr>
            <a:xfrm flipH="1">
              <a:off x="837073" y="2931807"/>
              <a:ext cx="2645302" cy="648208"/>
            </a:xfrm>
            <a:custGeom>
              <a:avLst/>
              <a:gdLst/>
              <a:ahLst/>
              <a:cxnLst/>
              <a:rect l="l" t="t" r="r" b="b"/>
              <a:pathLst>
                <a:path w="102870" h="4275" fill="none" extrusionOk="0">
                  <a:moveTo>
                    <a:pt x="12075" y="1"/>
                  </a:moveTo>
                  <a:lnTo>
                    <a:pt x="12075" y="1"/>
                  </a:lnTo>
                  <a:lnTo>
                    <a:pt x="12916" y="1"/>
                  </a:lnTo>
                  <a:lnTo>
                    <a:pt x="13757" y="11"/>
                  </a:lnTo>
                  <a:lnTo>
                    <a:pt x="70822" y="11"/>
                  </a:lnTo>
                  <a:lnTo>
                    <a:pt x="70822" y="11"/>
                  </a:lnTo>
                  <a:lnTo>
                    <a:pt x="71423" y="133"/>
                  </a:lnTo>
                  <a:lnTo>
                    <a:pt x="71423" y="133"/>
                  </a:lnTo>
                  <a:lnTo>
                    <a:pt x="71844" y="205"/>
                  </a:lnTo>
                  <a:lnTo>
                    <a:pt x="72294" y="271"/>
                  </a:lnTo>
                  <a:lnTo>
                    <a:pt x="72775" y="332"/>
                  </a:lnTo>
                  <a:lnTo>
                    <a:pt x="73315" y="383"/>
                  </a:lnTo>
                  <a:lnTo>
                    <a:pt x="73856" y="434"/>
                  </a:lnTo>
                  <a:lnTo>
                    <a:pt x="74457" y="480"/>
                  </a:lnTo>
                  <a:lnTo>
                    <a:pt x="75057" y="521"/>
                  </a:lnTo>
                  <a:lnTo>
                    <a:pt x="75688" y="557"/>
                  </a:lnTo>
                  <a:lnTo>
                    <a:pt x="76319" y="587"/>
                  </a:lnTo>
                  <a:lnTo>
                    <a:pt x="76980" y="613"/>
                  </a:lnTo>
                  <a:lnTo>
                    <a:pt x="77670" y="633"/>
                  </a:lnTo>
                  <a:lnTo>
                    <a:pt x="78361" y="648"/>
                  </a:lnTo>
                  <a:lnTo>
                    <a:pt x="79052" y="664"/>
                  </a:lnTo>
                  <a:lnTo>
                    <a:pt x="79773" y="674"/>
                  </a:lnTo>
                  <a:lnTo>
                    <a:pt x="80464" y="679"/>
                  </a:lnTo>
                  <a:lnTo>
                    <a:pt x="81154" y="679"/>
                  </a:lnTo>
                  <a:lnTo>
                    <a:pt x="100286" y="679"/>
                  </a:lnTo>
                  <a:lnTo>
                    <a:pt x="100286" y="679"/>
                  </a:lnTo>
                  <a:lnTo>
                    <a:pt x="100647" y="756"/>
                  </a:lnTo>
                  <a:lnTo>
                    <a:pt x="100977" y="837"/>
                  </a:lnTo>
                  <a:lnTo>
                    <a:pt x="101278" y="919"/>
                  </a:lnTo>
                  <a:lnTo>
                    <a:pt x="101548" y="1000"/>
                  </a:lnTo>
                  <a:lnTo>
                    <a:pt x="101788" y="1087"/>
                  </a:lnTo>
                  <a:lnTo>
                    <a:pt x="101998" y="1169"/>
                  </a:lnTo>
                  <a:lnTo>
                    <a:pt x="102209" y="1255"/>
                  </a:lnTo>
                  <a:lnTo>
                    <a:pt x="102359" y="1347"/>
                  </a:lnTo>
                  <a:lnTo>
                    <a:pt x="102509" y="1434"/>
                  </a:lnTo>
                  <a:lnTo>
                    <a:pt x="102629" y="1526"/>
                  </a:lnTo>
                  <a:lnTo>
                    <a:pt x="102719" y="1618"/>
                  </a:lnTo>
                  <a:lnTo>
                    <a:pt x="102779" y="1709"/>
                  </a:lnTo>
                  <a:lnTo>
                    <a:pt x="102839" y="1801"/>
                  </a:lnTo>
                  <a:lnTo>
                    <a:pt x="102869" y="1893"/>
                  </a:lnTo>
                  <a:lnTo>
                    <a:pt x="102869" y="1985"/>
                  </a:lnTo>
                  <a:lnTo>
                    <a:pt x="102839" y="2077"/>
                  </a:lnTo>
                  <a:lnTo>
                    <a:pt x="102809" y="2174"/>
                  </a:lnTo>
                  <a:lnTo>
                    <a:pt x="102749" y="2265"/>
                  </a:lnTo>
                  <a:lnTo>
                    <a:pt x="102659" y="2357"/>
                  </a:lnTo>
                  <a:lnTo>
                    <a:pt x="102569" y="2449"/>
                  </a:lnTo>
                  <a:lnTo>
                    <a:pt x="102449" y="2541"/>
                  </a:lnTo>
                  <a:lnTo>
                    <a:pt x="102299" y="2633"/>
                  </a:lnTo>
                  <a:lnTo>
                    <a:pt x="102149" y="2719"/>
                  </a:lnTo>
                  <a:lnTo>
                    <a:pt x="101968" y="2811"/>
                  </a:lnTo>
                  <a:lnTo>
                    <a:pt x="101578" y="2985"/>
                  </a:lnTo>
                  <a:lnTo>
                    <a:pt x="101127" y="3153"/>
                  </a:lnTo>
                  <a:lnTo>
                    <a:pt x="100587" y="3316"/>
                  </a:lnTo>
                  <a:lnTo>
                    <a:pt x="100016" y="3469"/>
                  </a:lnTo>
                  <a:lnTo>
                    <a:pt x="100016" y="3469"/>
                  </a:lnTo>
                  <a:lnTo>
                    <a:pt x="99085" y="3469"/>
                  </a:lnTo>
                  <a:lnTo>
                    <a:pt x="49948" y="3469"/>
                  </a:lnTo>
                  <a:lnTo>
                    <a:pt x="49948" y="3469"/>
                  </a:lnTo>
                  <a:lnTo>
                    <a:pt x="49198" y="3469"/>
                  </a:lnTo>
                  <a:lnTo>
                    <a:pt x="48417" y="3474"/>
                  </a:lnTo>
                  <a:lnTo>
                    <a:pt x="47666" y="3489"/>
                  </a:lnTo>
                  <a:lnTo>
                    <a:pt x="46915" y="3505"/>
                  </a:lnTo>
                  <a:lnTo>
                    <a:pt x="46164" y="3520"/>
                  </a:lnTo>
                  <a:lnTo>
                    <a:pt x="45443" y="3546"/>
                  </a:lnTo>
                  <a:lnTo>
                    <a:pt x="44722" y="3571"/>
                  </a:lnTo>
                  <a:lnTo>
                    <a:pt x="44032" y="3602"/>
                  </a:lnTo>
                  <a:lnTo>
                    <a:pt x="43371" y="3632"/>
                  </a:lnTo>
                  <a:lnTo>
                    <a:pt x="42770" y="3668"/>
                  </a:lnTo>
                  <a:lnTo>
                    <a:pt x="42169" y="3709"/>
                  </a:lnTo>
                  <a:lnTo>
                    <a:pt x="41599" y="3750"/>
                  </a:lnTo>
                  <a:lnTo>
                    <a:pt x="41088" y="3796"/>
                  </a:lnTo>
                  <a:lnTo>
                    <a:pt x="40608" y="3841"/>
                  </a:lnTo>
                  <a:lnTo>
                    <a:pt x="40187" y="3892"/>
                  </a:lnTo>
                  <a:lnTo>
                    <a:pt x="39797" y="3949"/>
                  </a:lnTo>
                  <a:lnTo>
                    <a:pt x="39797" y="3949"/>
                  </a:lnTo>
                  <a:lnTo>
                    <a:pt x="39346" y="4020"/>
                  </a:lnTo>
                  <a:lnTo>
                    <a:pt x="38926" y="4096"/>
                  </a:lnTo>
                  <a:lnTo>
                    <a:pt x="38505" y="4178"/>
                  </a:lnTo>
                  <a:lnTo>
                    <a:pt x="38145" y="4260"/>
                  </a:lnTo>
                  <a:lnTo>
                    <a:pt x="14147" y="4260"/>
                  </a:lnTo>
                  <a:lnTo>
                    <a:pt x="14147" y="4260"/>
                  </a:lnTo>
                  <a:lnTo>
                    <a:pt x="13366" y="4275"/>
                  </a:lnTo>
                  <a:lnTo>
                    <a:pt x="12585" y="4275"/>
                  </a:lnTo>
                  <a:lnTo>
                    <a:pt x="12585" y="4275"/>
                  </a:lnTo>
                  <a:lnTo>
                    <a:pt x="11924" y="4275"/>
                  </a:lnTo>
                  <a:lnTo>
                    <a:pt x="11264" y="4265"/>
                  </a:lnTo>
                  <a:lnTo>
                    <a:pt x="10603" y="4255"/>
                  </a:lnTo>
                  <a:lnTo>
                    <a:pt x="9972" y="4239"/>
                  </a:lnTo>
                  <a:lnTo>
                    <a:pt x="9341" y="4219"/>
                  </a:lnTo>
                  <a:lnTo>
                    <a:pt x="8711" y="4193"/>
                  </a:lnTo>
                  <a:lnTo>
                    <a:pt x="8140" y="4168"/>
                  </a:lnTo>
                  <a:lnTo>
                    <a:pt x="7569" y="4137"/>
                  </a:lnTo>
                  <a:lnTo>
                    <a:pt x="6999" y="4102"/>
                  </a:lnTo>
                  <a:lnTo>
                    <a:pt x="6488" y="4066"/>
                  </a:lnTo>
                  <a:lnTo>
                    <a:pt x="5978" y="4030"/>
                  </a:lnTo>
                  <a:lnTo>
                    <a:pt x="5527" y="3989"/>
                  </a:lnTo>
                  <a:lnTo>
                    <a:pt x="5077" y="3943"/>
                  </a:lnTo>
                  <a:lnTo>
                    <a:pt x="4686" y="3898"/>
                  </a:lnTo>
                  <a:lnTo>
                    <a:pt x="4326" y="3857"/>
                  </a:lnTo>
                  <a:lnTo>
                    <a:pt x="3995" y="3806"/>
                  </a:lnTo>
                  <a:lnTo>
                    <a:pt x="3995" y="3806"/>
                  </a:lnTo>
                  <a:lnTo>
                    <a:pt x="3575" y="3745"/>
                  </a:lnTo>
                  <a:lnTo>
                    <a:pt x="3184" y="3673"/>
                  </a:lnTo>
                  <a:lnTo>
                    <a:pt x="2824" y="3602"/>
                  </a:lnTo>
                  <a:lnTo>
                    <a:pt x="2494" y="3530"/>
                  </a:lnTo>
                  <a:lnTo>
                    <a:pt x="2163" y="3459"/>
                  </a:lnTo>
                  <a:lnTo>
                    <a:pt x="1863" y="3382"/>
                  </a:lnTo>
                  <a:lnTo>
                    <a:pt x="1562" y="3301"/>
                  </a:lnTo>
                  <a:lnTo>
                    <a:pt x="1322" y="3224"/>
                  </a:lnTo>
                  <a:lnTo>
                    <a:pt x="1082" y="3138"/>
                  </a:lnTo>
                  <a:lnTo>
                    <a:pt x="872" y="3056"/>
                  </a:lnTo>
                  <a:lnTo>
                    <a:pt x="661" y="2969"/>
                  </a:lnTo>
                  <a:lnTo>
                    <a:pt x="511" y="2883"/>
                  </a:lnTo>
                  <a:lnTo>
                    <a:pt x="361" y="2791"/>
                  </a:lnTo>
                  <a:lnTo>
                    <a:pt x="241" y="2699"/>
                  </a:lnTo>
                  <a:lnTo>
                    <a:pt x="151" y="2607"/>
                  </a:lnTo>
                  <a:lnTo>
                    <a:pt x="91" y="2515"/>
                  </a:lnTo>
                  <a:lnTo>
                    <a:pt x="31" y="2418"/>
                  </a:lnTo>
                  <a:lnTo>
                    <a:pt x="1" y="2321"/>
                  </a:lnTo>
                  <a:lnTo>
                    <a:pt x="31" y="2219"/>
                  </a:lnTo>
                  <a:lnTo>
                    <a:pt x="61" y="2117"/>
                  </a:lnTo>
                  <a:lnTo>
                    <a:pt x="121" y="2015"/>
                  </a:lnTo>
                  <a:lnTo>
                    <a:pt x="181" y="1913"/>
                  </a:lnTo>
                  <a:lnTo>
                    <a:pt x="301" y="1806"/>
                  </a:lnTo>
                  <a:lnTo>
                    <a:pt x="451" y="1699"/>
                  </a:lnTo>
                  <a:lnTo>
                    <a:pt x="601" y="1592"/>
                  </a:lnTo>
                  <a:lnTo>
                    <a:pt x="782" y="1485"/>
                  </a:lnTo>
                  <a:lnTo>
                    <a:pt x="1022" y="1373"/>
                  </a:lnTo>
                  <a:lnTo>
                    <a:pt x="1262" y="1260"/>
                  </a:lnTo>
                  <a:lnTo>
                    <a:pt x="1532" y="1148"/>
                  </a:lnTo>
                  <a:lnTo>
                    <a:pt x="1863" y="1036"/>
                  </a:lnTo>
                  <a:lnTo>
                    <a:pt x="2193" y="919"/>
                  </a:lnTo>
                  <a:lnTo>
                    <a:pt x="2554" y="807"/>
                  </a:lnTo>
                  <a:lnTo>
                    <a:pt x="2554" y="807"/>
                  </a:lnTo>
                  <a:lnTo>
                    <a:pt x="2914" y="705"/>
                  </a:lnTo>
                  <a:lnTo>
                    <a:pt x="3335" y="608"/>
                  </a:lnTo>
                  <a:lnTo>
                    <a:pt x="3785" y="521"/>
                  </a:lnTo>
                  <a:lnTo>
                    <a:pt x="4266" y="439"/>
                  </a:lnTo>
                  <a:lnTo>
                    <a:pt x="4806" y="368"/>
                  </a:lnTo>
                  <a:lnTo>
                    <a:pt x="5347" y="302"/>
                  </a:lnTo>
                  <a:lnTo>
                    <a:pt x="5918" y="240"/>
                  </a:lnTo>
                  <a:lnTo>
                    <a:pt x="6548" y="189"/>
                  </a:lnTo>
                  <a:lnTo>
                    <a:pt x="7179" y="143"/>
                  </a:lnTo>
                  <a:lnTo>
                    <a:pt x="7840" y="103"/>
                  </a:lnTo>
                  <a:lnTo>
                    <a:pt x="8501" y="72"/>
                  </a:lnTo>
                  <a:lnTo>
                    <a:pt x="9191" y="47"/>
                  </a:lnTo>
                  <a:lnTo>
                    <a:pt x="9912" y="26"/>
                  </a:lnTo>
                  <a:lnTo>
                    <a:pt x="10603" y="11"/>
                  </a:lnTo>
                  <a:lnTo>
                    <a:pt x="11324" y="1"/>
                  </a:lnTo>
                  <a:lnTo>
                    <a:pt x="1207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76"/>
            <p:cNvSpPr/>
            <p:nvPr/>
          </p:nvSpPr>
          <p:spPr>
            <a:xfrm flipH="1">
              <a:off x="903430" y="2931807"/>
              <a:ext cx="757692" cy="103107"/>
            </a:xfrm>
            <a:custGeom>
              <a:avLst/>
              <a:gdLst/>
              <a:ahLst/>
              <a:cxnLst/>
              <a:rect l="l" t="t" r="r" b="b"/>
              <a:pathLst>
                <a:path w="29465" h="680" extrusionOk="0">
                  <a:moveTo>
                    <a:pt x="18772" y="1"/>
                  </a:moveTo>
                  <a:lnTo>
                    <a:pt x="17961" y="6"/>
                  </a:lnTo>
                  <a:lnTo>
                    <a:pt x="17120" y="11"/>
                  </a:lnTo>
                  <a:lnTo>
                    <a:pt x="0" y="11"/>
                  </a:lnTo>
                  <a:lnTo>
                    <a:pt x="601" y="133"/>
                  </a:lnTo>
                  <a:lnTo>
                    <a:pt x="1022" y="205"/>
                  </a:lnTo>
                  <a:lnTo>
                    <a:pt x="1472" y="271"/>
                  </a:lnTo>
                  <a:lnTo>
                    <a:pt x="1953" y="332"/>
                  </a:lnTo>
                  <a:lnTo>
                    <a:pt x="2493" y="383"/>
                  </a:lnTo>
                  <a:lnTo>
                    <a:pt x="3034" y="434"/>
                  </a:lnTo>
                  <a:lnTo>
                    <a:pt x="3635" y="480"/>
                  </a:lnTo>
                  <a:lnTo>
                    <a:pt x="4235" y="521"/>
                  </a:lnTo>
                  <a:lnTo>
                    <a:pt x="4866" y="557"/>
                  </a:lnTo>
                  <a:lnTo>
                    <a:pt x="5497" y="587"/>
                  </a:lnTo>
                  <a:lnTo>
                    <a:pt x="6158" y="613"/>
                  </a:lnTo>
                  <a:lnTo>
                    <a:pt x="6848" y="633"/>
                  </a:lnTo>
                  <a:lnTo>
                    <a:pt x="7539" y="648"/>
                  </a:lnTo>
                  <a:lnTo>
                    <a:pt x="8230" y="664"/>
                  </a:lnTo>
                  <a:lnTo>
                    <a:pt x="8951" y="674"/>
                  </a:lnTo>
                  <a:lnTo>
                    <a:pt x="9642" y="679"/>
                  </a:lnTo>
                  <a:lnTo>
                    <a:pt x="29464" y="679"/>
                  </a:lnTo>
                  <a:lnTo>
                    <a:pt x="29044" y="603"/>
                  </a:lnTo>
                  <a:lnTo>
                    <a:pt x="28684" y="536"/>
                  </a:lnTo>
                  <a:lnTo>
                    <a:pt x="28233" y="475"/>
                  </a:lnTo>
                  <a:lnTo>
                    <a:pt x="27783" y="419"/>
                  </a:lnTo>
                  <a:lnTo>
                    <a:pt x="27242" y="363"/>
                  </a:lnTo>
                  <a:lnTo>
                    <a:pt x="26671" y="307"/>
                  </a:lnTo>
                  <a:lnTo>
                    <a:pt x="26101" y="261"/>
                  </a:lnTo>
                  <a:lnTo>
                    <a:pt x="25440" y="215"/>
                  </a:lnTo>
                  <a:lnTo>
                    <a:pt x="24779" y="169"/>
                  </a:lnTo>
                  <a:lnTo>
                    <a:pt x="24088" y="133"/>
                  </a:lnTo>
                  <a:lnTo>
                    <a:pt x="23397" y="98"/>
                  </a:lnTo>
                  <a:lnTo>
                    <a:pt x="22647" y="72"/>
                  </a:lnTo>
                  <a:lnTo>
                    <a:pt x="21896" y="47"/>
                  </a:lnTo>
                  <a:lnTo>
                    <a:pt x="21115" y="26"/>
                  </a:lnTo>
                  <a:lnTo>
                    <a:pt x="20334" y="11"/>
                  </a:lnTo>
                  <a:lnTo>
                    <a:pt x="19553" y="6"/>
                  </a:lnTo>
                  <a:lnTo>
                    <a:pt x="18772" y="1"/>
                  </a:lnTo>
                  <a:close/>
                </a:path>
              </a:pathLst>
            </a:custGeom>
            <a:solidFill>
              <a:srgbClr val="FF5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76"/>
            <p:cNvSpPr/>
            <p:nvPr/>
          </p:nvSpPr>
          <p:spPr>
            <a:xfrm flipH="1">
              <a:off x="903430" y="2931807"/>
              <a:ext cx="757692" cy="103107"/>
            </a:xfrm>
            <a:custGeom>
              <a:avLst/>
              <a:gdLst/>
              <a:ahLst/>
              <a:cxnLst/>
              <a:rect l="l" t="t" r="r" b="b"/>
              <a:pathLst>
                <a:path w="29465" h="680" fill="none" extrusionOk="0">
                  <a:moveTo>
                    <a:pt x="18772" y="1"/>
                  </a:moveTo>
                  <a:lnTo>
                    <a:pt x="18772" y="1"/>
                  </a:lnTo>
                  <a:lnTo>
                    <a:pt x="19553" y="6"/>
                  </a:lnTo>
                  <a:lnTo>
                    <a:pt x="20334" y="11"/>
                  </a:lnTo>
                  <a:lnTo>
                    <a:pt x="21115" y="26"/>
                  </a:lnTo>
                  <a:lnTo>
                    <a:pt x="21896" y="47"/>
                  </a:lnTo>
                  <a:lnTo>
                    <a:pt x="22647" y="72"/>
                  </a:lnTo>
                  <a:lnTo>
                    <a:pt x="23397" y="98"/>
                  </a:lnTo>
                  <a:lnTo>
                    <a:pt x="24088" y="133"/>
                  </a:lnTo>
                  <a:lnTo>
                    <a:pt x="24779" y="169"/>
                  </a:lnTo>
                  <a:lnTo>
                    <a:pt x="25440" y="215"/>
                  </a:lnTo>
                  <a:lnTo>
                    <a:pt x="26101" y="261"/>
                  </a:lnTo>
                  <a:lnTo>
                    <a:pt x="26671" y="307"/>
                  </a:lnTo>
                  <a:lnTo>
                    <a:pt x="27242" y="363"/>
                  </a:lnTo>
                  <a:lnTo>
                    <a:pt x="27783" y="419"/>
                  </a:lnTo>
                  <a:lnTo>
                    <a:pt x="28233" y="475"/>
                  </a:lnTo>
                  <a:lnTo>
                    <a:pt x="28684" y="536"/>
                  </a:lnTo>
                  <a:lnTo>
                    <a:pt x="29044" y="603"/>
                  </a:lnTo>
                  <a:lnTo>
                    <a:pt x="29044" y="603"/>
                  </a:lnTo>
                  <a:lnTo>
                    <a:pt x="29464" y="679"/>
                  </a:lnTo>
                  <a:lnTo>
                    <a:pt x="10332" y="679"/>
                  </a:lnTo>
                  <a:lnTo>
                    <a:pt x="10332" y="679"/>
                  </a:lnTo>
                  <a:lnTo>
                    <a:pt x="9642" y="679"/>
                  </a:lnTo>
                  <a:lnTo>
                    <a:pt x="8951" y="674"/>
                  </a:lnTo>
                  <a:lnTo>
                    <a:pt x="8230" y="664"/>
                  </a:lnTo>
                  <a:lnTo>
                    <a:pt x="7539" y="648"/>
                  </a:lnTo>
                  <a:lnTo>
                    <a:pt x="6848" y="633"/>
                  </a:lnTo>
                  <a:lnTo>
                    <a:pt x="6158" y="613"/>
                  </a:lnTo>
                  <a:lnTo>
                    <a:pt x="5497" y="587"/>
                  </a:lnTo>
                  <a:lnTo>
                    <a:pt x="4866" y="557"/>
                  </a:lnTo>
                  <a:lnTo>
                    <a:pt x="4235" y="521"/>
                  </a:lnTo>
                  <a:lnTo>
                    <a:pt x="3635" y="480"/>
                  </a:lnTo>
                  <a:lnTo>
                    <a:pt x="3034" y="434"/>
                  </a:lnTo>
                  <a:lnTo>
                    <a:pt x="2493" y="383"/>
                  </a:lnTo>
                  <a:lnTo>
                    <a:pt x="1953" y="332"/>
                  </a:lnTo>
                  <a:lnTo>
                    <a:pt x="1472" y="271"/>
                  </a:lnTo>
                  <a:lnTo>
                    <a:pt x="1022" y="205"/>
                  </a:lnTo>
                  <a:lnTo>
                    <a:pt x="601" y="133"/>
                  </a:lnTo>
                  <a:lnTo>
                    <a:pt x="601" y="133"/>
                  </a:lnTo>
                  <a:lnTo>
                    <a:pt x="0" y="11"/>
                  </a:lnTo>
                  <a:lnTo>
                    <a:pt x="17120" y="11"/>
                  </a:lnTo>
                  <a:lnTo>
                    <a:pt x="17120" y="11"/>
                  </a:lnTo>
                  <a:lnTo>
                    <a:pt x="17961" y="6"/>
                  </a:lnTo>
                  <a:lnTo>
                    <a:pt x="1877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76"/>
            <p:cNvSpPr/>
            <p:nvPr/>
          </p:nvSpPr>
          <p:spPr>
            <a:xfrm flipH="1">
              <a:off x="582950" y="3457806"/>
              <a:ext cx="1977972" cy="658215"/>
            </a:xfrm>
            <a:custGeom>
              <a:avLst/>
              <a:gdLst/>
              <a:ahLst/>
              <a:cxnLst/>
              <a:rect l="l" t="t" r="r" b="b"/>
              <a:pathLst>
                <a:path w="76919" h="4341" extrusionOk="0">
                  <a:moveTo>
                    <a:pt x="64184" y="0"/>
                  </a:moveTo>
                  <a:lnTo>
                    <a:pt x="63674" y="128"/>
                  </a:lnTo>
                  <a:lnTo>
                    <a:pt x="63103" y="250"/>
                  </a:lnTo>
                  <a:lnTo>
                    <a:pt x="62743" y="311"/>
                  </a:lnTo>
                  <a:lnTo>
                    <a:pt x="62352" y="378"/>
                  </a:lnTo>
                  <a:lnTo>
                    <a:pt x="61962" y="434"/>
                  </a:lnTo>
                  <a:lnTo>
                    <a:pt x="61511" y="485"/>
                  </a:lnTo>
                  <a:lnTo>
                    <a:pt x="61061" y="536"/>
                  </a:lnTo>
                  <a:lnTo>
                    <a:pt x="60580" y="582"/>
                  </a:lnTo>
                  <a:lnTo>
                    <a:pt x="60069" y="627"/>
                  </a:lnTo>
                  <a:lnTo>
                    <a:pt x="59559" y="663"/>
                  </a:lnTo>
                  <a:lnTo>
                    <a:pt x="59018" y="699"/>
                  </a:lnTo>
                  <a:lnTo>
                    <a:pt x="58448" y="724"/>
                  </a:lnTo>
                  <a:lnTo>
                    <a:pt x="57877" y="750"/>
                  </a:lnTo>
                  <a:lnTo>
                    <a:pt x="57306" y="770"/>
                  </a:lnTo>
                  <a:lnTo>
                    <a:pt x="56736" y="791"/>
                  </a:lnTo>
                  <a:lnTo>
                    <a:pt x="56135" y="801"/>
                  </a:lnTo>
                  <a:lnTo>
                    <a:pt x="55534" y="806"/>
                  </a:lnTo>
                  <a:lnTo>
                    <a:pt x="54933" y="811"/>
                  </a:lnTo>
                  <a:lnTo>
                    <a:pt x="54153" y="806"/>
                  </a:lnTo>
                  <a:lnTo>
                    <a:pt x="53372" y="791"/>
                  </a:lnTo>
                  <a:lnTo>
                    <a:pt x="2313" y="791"/>
                  </a:lnTo>
                  <a:lnTo>
                    <a:pt x="2042" y="857"/>
                  </a:lnTo>
                  <a:lnTo>
                    <a:pt x="1772" y="923"/>
                  </a:lnTo>
                  <a:lnTo>
                    <a:pt x="1532" y="995"/>
                  </a:lnTo>
                  <a:lnTo>
                    <a:pt x="1322" y="1061"/>
                  </a:lnTo>
                  <a:lnTo>
                    <a:pt x="1111" y="1132"/>
                  </a:lnTo>
                  <a:lnTo>
                    <a:pt x="931" y="1209"/>
                  </a:lnTo>
                  <a:lnTo>
                    <a:pt x="751" y="1280"/>
                  </a:lnTo>
                  <a:lnTo>
                    <a:pt x="601" y="1357"/>
                  </a:lnTo>
                  <a:lnTo>
                    <a:pt x="451" y="1433"/>
                  </a:lnTo>
                  <a:lnTo>
                    <a:pt x="330" y="1510"/>
                  </a:lnTo>
                  <a:lnTo>
                    <a:pt x="240" y="1591"/>
                  </a:lnTo>
                  <a:lnTo>
                    <a:pt x="150" y="1673"/>
                  </a:lnTo>
                  <a:lnTo>
                    <a:pt x="90" y="1755"/>
                  </a:lnTo>
                  <a:lnTo>
                    <a:pt x="30" y="1836"/>
                  </a:lnTo>
                  <a:lnTo>
                    <a:pt x="0" y="1923"/>
                  </a:lnTo>
                  <a:lnTo>
                    <a:pt x="0" y="2005"/>
                  </a:lnTo>
                  <a:lnTo>
                    <a:pt x="0" y="2091"/>
                  </a:lnTo>
                  <a:lnTo>
                    <a:pt x="30" y="2178"/>
                  </a:lnTo>
                  <a:lnTo>
                    <a:pt x="90" y="2270"/>
                  </a:lnTo>
                  <a:lnTo>
                    <a:pt x="150" y="2357"/>
                  </a:lnTo>
                  <a:lnTo>
                    <a:pt x="240" y="2448"/>
                  </a:lnTo>
                  <a:lnTo>
                    <a:pt x="330" y="2540"/>
                  </a:lnTo>
                  <a:lnTo>
                    <a:pt x="481" y="2632"/>
                  </a:lnTo>
                  <a:lnTo>
                    <a:pt x="601" y="2729"/>
                  </a:lnTo>
                  <a:lnTo>
                    <a:pt x="781" y="2821"/>
                  </a:lnTo>
                  <a:lnTo>
                    <a:pt x="961" y="2918"/>
                  </a:lnTo>
                  <a:lnTo>
                    <a:pt x="1171" y="3015"/>
                  </a:lnTo>
                  <a:lnTo>
                    <a:pt x="1412" y="3111"/>
                  </a:lnTo>
                  <a:lnTo>
                    <a:pt x="1922" y="3305"/>
                  </a:lnTo>
                  <a:lnTo>
                    <a:pt x="2553" y="3504"/>
                  </a:lnTo>
                  <a:lnTo>
                    <a:pt x="2913" y="3606"/>
                  </a:lnTo>
                  <a:lnTo>
                    <a:pt x="3334" y="3703"/>
                  </a:lnTo>
                  <a:lnTo>
                    <a:pt x="3784" y="3795"/>
                  </a:lnTo>
                  <a:lnTo>
                    <a:pt x="4295" y="3877"/>
                  </a:lnTo>
                  <a:lnTo>
                    <a:pt x="4806" y="3953"/>
                  </a:lnTo>
                  <a:lnTo>
                    <a:pt x="5376" y="4019"/>
                  </a:lnTo>
                  <a:lnTo>
                    <a:pt x="5977" y="4081"/>
                  </a:lnTo>
                  <a:lnTo>
                    <a:pt x="6578" y="4137"/>
                  </a:lnTo>
                  <a:lnTo>
                    <a:pt x="7238" y="4183"/>
                  </a:lnTo>
                  <a:lnTo>
                    <a:pt x="7899" y="4229"/>
                  </a:lnTo>
                  <a:lnTo>
                    <a:pt x="8560" y="4259"/>
                  </a:lnTo>
                  <a:lnTo>
                    <a:pt x="9281" y="4290"/>
                  </a:lnTo>
                  <a:lnTo>
                    <a:pt x="10002" y="4310"/>
                  </a:lnTo>
                  <a:lnTo>
                    <a:pt x="10722" y="4325"/>
                  </a:lnTo>
                  <a:lnTo>
                    <a:pt x="11443" y="4336"/>
                  </a:lnTo>
                  <a:lnTo>
                    <a:pt x="12194" y="4341"/>
                  </a:lnTo>
                  <a:lnTo>
                    <a:pt x="12975" y="4336"/>
                  </a:lnTo>
                  <a:lnTo>
                    <a:pt x="13756" y="4325"/>
                  </a:lnTo>
                  <a:lnTo>
                    <a:pt x="62022" y="4325"/>
                  </a:lnTo>
                  <a:lnTo>
                    <a:pt x="62773" y="4336"/>
                  </a:lnTo>
                  <a:lnTo>
                    <a:pt x="64334" y="4336"/>
                  </a:lnTo>
                  <a:lnTo>
                    <a:pt x="65115" y="4325"/>
                  </a:lnTo>
                  <a:lnTo>
                    <a:pt x="65896" y="4310"/>
                  </a:lnTo>
                  <a:lnTo>
                    <a:pt x="66677" y="4290"/>
                  </a:lnTo>
                  <a:lnTo>
                    <a:pt x="67458" y="4259"/>
                  </a:lnTo>
                  <a:lnTo>
                    <a:pt x="68209" y="4229"/>
                  </a:lnTo>
                  <a:lnTo>
                    <a:pt x="68930" y="4193"/>
                  </a:lnTo>
                  <a:lnTo>
                    <a:pt x="69620" y="4152"/>
                  </a:lnTo>
                  <a:lnTo>
                    <a:pt x="70281" y="4111"/>
                  </a:lnTo>
                  <a:lnTo>
                    <a:pt x="70942" y="4060"/>
                  </a:lnTo>
                  <a:lnTo>
                    <a:pt x="71543" y="4009"/>
                  </a:lnTo>
                  <a:lnTo>
                    <a:pt x="72113" y="3953"/>
                  </a:lnTo>
                  <a:lnTo>
                    <a:pt x="72624" y="3897"/>
                  </a:lnTo>
                  <a:lnTo>
                    <a:pt x="73104" y="3836"/>
                  </a:lnTo>
                  <a:lnTo>
                    <a:pt x="73555" y="3775"/>
                  </a:lnTo>
                  <a:lnTo>
                    <a:pt x="73945" y="3708"/>
                  </a:lnTo>
                  <a:lnTo>
                    <a:pt x="74366" y="3622"/>
                  </a:lnTo>
                  <a:lnTo>
                    <a:pt x="74786" y="3535"/>
                  </a:lnTo>
                  <a:lnTo>
                    <a:pt x="75147" y="3443"/>
                  </a:lnTo>
                  <a:lnTo>
                    <a:pt x="75477" y="3351"/>
                  </a:lnTo>
                  <a:lnTo>
                    <a:pt x="75748" y="3254"/>
                  </a:lnTo>
                  <a:lnTo>
                    <a:pt x="76018" y="3157"/>
                  </a:lnTo>
                  <a:lnTo>
                    <a:pt x="76258" y="3055"/>
                  </a:lnTo>
                  <a:lnTo>
                    <a:pt x="76438" y="2953"/>
                  </a:lnTo>
                  <a:lnTo>
                    <a:pt x="76588" y="2851"/>
                  </a:lnTo>
                  <a:lnTo>
                    <a:pt x="76709" y="2749"/>
                  </a:lnTo>
                  <a:lnTo>
                    <a:pt x="76799" y="2642"/>
                  </a:lnTo>
                  <a:lnTo>
                    <a:pt x="76889" y="2535"/>
                  </a:lnTo>
                  <a:lnTo>
                    <a:pt x="76919" y="2433"/>
                  </a:lnTo>
                  <a:lnTo>
                    <a:pt x="76919" y="2326"/>
                  </a:lnTo>
                  <a:lnTo>
                    <a:pt x="76889" y="2219"/>
                  </a:lnTo>
                  <a:lnTo>
                    <a:pt x="76859" y="2112"/>
                  </a:lnTo>
                  <a:lnTo>
                    <a:pt x="76769" y="2005"/>
                  </a:lnTo>
                  <a:lnTo>
                    <a:pt x="76679" y="1898"/>
                  </a:lnTo>
                  <a:lnTo>
                    <a:pt x="76558" y="1790"/>
                  </a:lnTo>
                  <a:lnTo>
                    <a:pt x="76408" y="1688"/>
                  </a:lnTo>
                  <a:lnTo>
                    <a:pt x="76228" y="1581"/>
                  </a:lnTo>
                  <a:lnTo>
                    <a:pt x="76018" y="1479"/>
                  </a:lnTo>
                  <a:lnTo>
                    <a:pt x="75808" y="1377"/>
                  </a:lnTo>
                  <a:lnTo>
                    <a:pt x="75567" y="1280"/>
                  </a:lnTo>
                  <a:lnTo>
                    <a:pt x="75297" y="1183"/>
                  </a:lnTo>
                  <a:lnTo>
                    <a:pt x="75027" y="1087"/>
                  </a:lnTo>
                  <a:lnTo>
                    <a:pt x="74726" y="995"/>
                  </a:lnTo>
                  <a:lnTo>
                    <a:pt x="74426" y="903"/>
                  </a:lnTo>
                  <a:lnTo>
                    <a:pt x="74096" y="816"/>
                  </a:lnTo>
                  <a:lnTo>
                    <a:pt x="73735" y="729"/>
                  </a:lnTo>
                  <a:lnTo>
                    <a:pt x="73375" y="648"/>
                  </a:lnTo>
                  <a:lnTo>
                    <a:pt x="72984" y="566"/>
                  </a:lnTo>
                  <a:lnTo>
                    <a:pt x="72594" y="500"/>
                  </a:lnTo>
                  <a:lnTo>
                    <a:pt x="72203" y="434"/>
                  </a:lnTo>
                  <a:lnTo>
                    <a:pt x="71753" y="378"/>
                  </a:lnTo>
                  <a:lnTo>
                    <a:pt x="71272" y="321"/>
                  </a:lnTo>
                  <a:lnTo>
                    <a:pt x="70792" y="270"/>
                  </a:lnTo>
                  <a:lnTo>
                    <a:pt x="70281" y="230"/>
                  </a:lnTo>
                  <a:lnTo>
                    <a:pt x="69711" y="189"/>
                  </a:lnTo>
                  <a:lnTo>
                    <a:pt x="69170" y="153"/>
                  </a:lnTo>
                  <a:lnTo>
                    <a:pt x="68569" y="117"/>
                  </a:lnTo>
                  <a:lnTo>
                    <a:pt x="67999" y="92"/>
                  </a:lnTo>
                  <a:lnTo>
                    <a:pt x="67368" y="66"/>
                  </a:lnTo>
                  <a:lnTo>
                    <a:pt x="66767" y="46"/>
                  </a:lnTo>
                  <a:lnTo>
                    <a:pt x="66136" y="31"/>
                  </a:lnTo>
                  <a:lnTo>
                    <a:pt x="65476" y="15"/>
                  </a:lnTo>
                  <a:lnTo>
                    <a:pt x="64845" y="10"/>
                  </a:lnTo>
                  <a:lnTo>
                    <a:pt x="64184" y="0"/>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76"/>
            <p:cNvSpPr/>
            <p:nvPr/>
          </p:nvSpPr>
          <p:spPr>
            <a:xfrm flipH="1">
              <a:off x="582950" y="3457806"/>
              <a:ext cx="1977972" cy="658215"/>
            </a:xfrm>
            <a:custGeom>
              <a:avLst/>
              <a:gdLst/>
              <a:ahLst/>
              <a:cxnLst/>
              <a:rect l="l" t="t" r="r" b="b"/>
              <a:pathLst>
                <a:path w="76919" h="4341" fill="none" extrusionOk="0">
                  <a:moveTo>
                    <a:pt x="64184" y="0"/>
                  </a:moveTo>
                  <a:lnTo>
                    <a:pt x="64184" y="0"/>
                  </a:lnTo>
                  <a:lnTo>
                    <a:pt x="64845" y="10"/>
                  </a:lnTo>
                  <a:lnTo>
                    <a:pt x="65476" y="15"/>
                  </a:lnTo>
                  <a:lnTo>
                    <a:pt x="66136" y="31"/>
                  </a:lnTo>
                  <a:lnTo>
                    <a:pt x="66767" y="46"/>
                  </a:lnTo>
                  <a:lnTo>
                    <a:pt x="67368" y="66"/>
                  </a:lnTo>
                  <a:lnTo>
                    <a:pt x="67999" y="92"/>
                  </a:lnTo>
                  <a:lnTo>
                    <a:pt x="68569" y="117"/>
                  </a:lnTo>
                  <a:lnTo>
                    <a:pt x="69170" y="153"/>
                  </a:lnTo>
                  <a:lnTo>
                    <a:pt x="69711" y="189"/>
                  </a:lnTo>
                  <a:lnTo>
                    <a:pt x="70281" y="230"/>
                  </a:lnTo>
                  <a:lnTo>
                    <a:pt x="70792" y="270"/>
                  </a:lnTo>
                  <a:lnTo>
                    <a:pt x="71272" y="321"/>
                  </a:lnTo>
                  <a:lnTo>
                    <a:pt x="71753" y="378"/>
                  </a:lnTo>
                  <a:lnTo>
                    <a:pt x="72203" y="434"/>
                  </a:lnTo>
                  <a:lnTo>
                    <a:pt x="72594" y="500"/>
                  </a:lnTo>
                  <a:lnTo>
                    <a:pt x="72984" y="566"/>
                  </a:lnTo>
                  <a:lnTo>
                    <a:pt x="72984" y="566"/>
                  </a:lnTo>
                  <a:lnTo>
                    <a:pt x="73375" y="648"/>
                  </a:lnTo>
                  <a:lnTo>
                    <a:pt x="73735" y="729"/>
                  </a:lnTo>
                  <a:lnTo>
                    <a:pt x="74096" y="816"/>
                  </a:lnTo>
                  <a:lnTo>
                    <a:pt x="74426" y="903"/>
                  </a:lnTo>
                  <a:lnTo>
                    <a:pt x="74726" y="995"/>
                  </a:lnTo>
                  <a:lnTo>
                    <a:pt x="75027" y="1087"/>
                  </a:lnTo>
                  <a:lnTo>
                    <a:pt x="75297" y="1183"/>
                  </a:lnTo>
                  <a:lnTo>
                    <a:pt x="75567" y="1280"/>
                  </a:lnTo>
                  <a:lnTo>
                    <a:pt x="75808" y="1377"/>
                  </a:lnTo>
                  <a:lnTo>
                    <a:pt x="76018" y="1479"/>
                  </a:lnTo>
                  <a:lnTo>
                    <a:pt x="76228" y="1581"/>
                  </a:lnTo>
                  <a:lnTo>
                    <a:pt x="76408" y="1688"/>
                  </a:lnTo>
                  <a:lnTo>
                    <a:pt x="76558" y="1790"/>
                  </a:lnTo>
                  <a:lnTo>
                    <a:pt x="76679" y="1898"/>
                  </a:lnTo>
                  <a:lnTo>
                    <a:pt x="76769" y="2005"/>
                  </a:lnTo>
                  <a:lnTo>
                    <a:pt x="76859" y="2112"/>
                  </a:lnTo>
                  <a:lnTo>
                    <a:pt x="76889" y="2219"/>
                  </a:lnTo>
                  <a:lnTo>
                    <a:pt x="76919" y="2326"/>
                  </a:lnTo>
                  <a:lnTo>
                    <a:pt x="76919" y="2433"/>
                  </a:lnTo>
                  <a:lnTo>
                    <a:pt x="76889" y="2535"/>
                  </a:lnTo>
                  <a:lnTo>
                    <a:pt x="76799" y="2642"/>
                  </a:lnTo>
                  <a:lnTo>
                    <a:pt x="76709" y="2749"/>
                  </a:lnTo>
                  <a:lnTo>
                    <a:pt x="76588" y="2851"/>
                  </a:lnTo>
                  <a:lnTo>
                    <a:pt x="76438" y="2953"/>
                  </a:lnTo>
                  <a:lnTo>
                    <a:pt x="76258" y="3055"/>
                  </a:lnTo>
                  <a:lnTo>
                    <a:pt x="76018" y="3157"/>
                  </a:lnTo>
                  <a:lnTo>
                    <a:pt x="75748" y="3254"/>
                  </a:lnTo>
                  <a:lnTo>
                    <a:pt x="75477" y="3351"/>
                  </a:lnTo>
                  <a:lnTo>
                    <a:pt x="75147" y="3443"/>
                  </a:lnTo>
                  <a:lnTo>
                    <a:pt x="74786" y="3535"/>
                  </a:lnTo>
                  <a:lnTo>
                    <a:pt x="74366" y="3622"/>
                  </a:lnTo>
                  <a:lnTo>
                    <a:pt x="73945" y="3708"/>
                  </a:lnTo>
                  <a:lnTo>
                    <a:pt x="73945" y="3708"/>
                  </a:lnTo>
                  <a:lnTo>
                    <a:pt x="73555" y="3775"/>
                  </a:lnTo>
                  <a:lnTo>
                    <a:pt x="73104" y="3836"/>
                  </a:lnTo>
                  <a:lnTo>
                    <a:pt x="72624" y="3897"/>
                  </a:lnTo>
                  <a:lnTo>
                    <a:pt x="72113" y="3953"/>
                  </a:lnTo>
                  <a:lnTo>
                    <a:pt x="71543" y="4009"/>
                  </a:lnTo>
                  <a:lnTo>
                    <a:pt x="70942" y="4060"/>
                  </a:lnTo>
                  <a:lnTo>
                    <a:pt x="70281" y="4111"/>
                  </a:lnTo>
                  <a:lnTo>
                    <a:pt x="69620" y="4152"/>
                  </a:lnTo>
                  <a:lnTo>
                    <a:pt x="68930" y="4193"/>
                  </a:lnTo>
                  <a:lnTo>
                    <a:pt x="68209" y="4229"/>
                  </a:lnTo>
                  <a:lnTo>
                    <a:pt x="67458" y="4259"/>
                  </a:lnTo>
                  <a:lnTo>
                    <a:pt x="66677" y="4290"/>
                  </a:lnTo>
                  <a:lnTo>
                    <a:pt x="65896" y="4310"/>
                  </a:lnTo>
                  <a:lnTo>
                    <a:pt x="65115" y="4325"/>
                  </a:lnTo>
                  <a:lnTo>
                    <a:pt x="64334" y="4336"/>
                  </a:lnTo>
                  <a:lnTo>
                    <a:pt x="63523" y="4336"/>
                  </a:lnTo>
                  <a:lnTo>
                    <a:pt x="63523" y="4336"/>
                  </a:lnTo>
                  <a:lnTo>
                    <a:pt x="62773" y="4336"/>
                  </a:lnTo>
                  <a:lnTo>
                    <a:pt x="62022" y="4325"/>
                  </a:lnTo>
                  <a:lnTo>
                    <a:pt x="13756" y="4325"/>
                  </a:lnTo>
                  <a:lnTo>
                    <a:pt x="13756" y="4325"/>
                  </a:lnTo>
                  <a:lnTo>
                    <a:pt x="12975" y="4336"/>
                  </a:lnTo>
                  <a:lnTo>
                    <a:pt x="12194" y="4341"/>
                  </a:lnTo>
                  <a:lnTo>
                    <a:pt x="12194" y="4341"/>
                  </a:lnTo>
                  <a:lnTo>
                    <a:pt x="11443" y="4336"/>
                  </a:lnTo>
                  <a:lnTo>
                    <a:pt x="10722" y="4325"/>
                  </a:lnTo>
                  <a:lnTo>
                    <a:pt x="10002" y="4310"/>
                  </a:lnTo>
                  <a:lnTo>
                    <a:pt x="9281" y="4290"/>
                  </a:lnTo>
                  <a:lnTo>
                    <a:pt x="8560" y="4259"/>
                  </a:lnTo>
                  <a:lnTo>
                    <a:pt x="7899" y="4229"/>
                  </a:lnTo>
                  <a:lnTo>
                    <a:pt x="7238" y="4183"/>
                  </a:lnTo>
                  <a:lnTo>
                    <a:pt x="6578" y="4137"/>
                  </a:lnTo>
                  <a:lnTo>
                    <a:pt x="5977" y="4081"/>
                  </a:lnTo>
                  <a:lnTo>
                    <a:pt x="5376" y="4019"/>
                  </a:lnTo>
                  <a:lnTo>
                    <a:pt x="4806" y="3953"/>
                  </a:lnTo>
                  <a:lnTo>
                    <a:pt x="4295" y="3877"/>
                  </a:lnTo>
                  <a:lnTo>
                    <a:pt x="3784" y="3795"/>
                  </a:lnTo>
                  <a:lnTo>
                    <a:pt x="3334" y="3703"/>
                  </a:lnTo>
                  <a:lnTo>
                    <a:pt x="2913" y="3606"/>
                  </a:lnTo>
                  <a:lnTo>
                    <a:pt x="2553" y="3504"/>
                  </a:lnTo>
                  <a:lnTo>
                    <a:pt x="2553" y="3504"/>
                  </a:lnTo>
                  <a:lnTo>
                    <a:pt x="1922" y="3305"/>
                  </a:lnTo>
                  <a:lnTo>
                    <a:pt x="1412" y="3111"/>
                  </a:lnTo>
                  <a:lnTo>
                    <a:pt x="1171" y="3015"/>
                  </a:lnTo>
                  <a:lnTo>
                    <a:pt x="961" y="2918"/>
                  </a:lnTo>
                  <a:lnTo>
                    <a:pt x="781" y="2821"/>
                  </a:lnTo>
                  <a:lnTo>
                    <a:pt x="601" y="2729"/>
                  </a:lnTo>
                  <a:lnTo>
                    <a:pt x="481" y="2632"/>
                  </a:lnTo>
                  <a:lnTo>
                    <a:pt x="330" y="2540"/>
                  </a:lnTo>
                  <a:lnTo>
                    <a:pt x="240" y="2448"/>
                  </a:lnTo>
                  <a:lnTo>
                    <a:pt x="150" y="2357"/>
                  </a:lnTo>
                  <a:lnTo>
                    <a:pt x="90" y="2270"/>
                  </a:lnTo>
                  <a:lnTo>
                    <a:pt x="30" y="2178"/>
                  </a:lnTo>
                  <a:lnTo>
                    <a:pt x="0" y="2091"/>
                  </a:lnTo>
                  <a:lnTo>
                    <a:pt x="0" y="2005"/>
                  </a:lnTo>
                  <a:lnTo>
                    <a:pt x="0" y="1923"/>
                  </a:lnTo>
                  <a:lnTo>
                    <a:pt x="30" y="1836"/>
                  </a:lnTo>
                  <a:lnTo>
                    <a:pt x="90" y="1755"/>
                  </a:lnTo>
                  <a:lnTo>
                    <a:pt x="150" y="1673"/>
                  </a:lnTo>
                  <a:lnTo>
                    <a:pt x="240" y="1591"/>
                  </a:lnTo>
                  <a:lnTo>
                    <a:pt x="330" y="1510"/>
                  </a:lnTo>
                  <a:lnTo>
                    <a:pt x="451" y="1433"/>
                  </a:lnTo>
                  <a:lnTo>
                    <a:pt x="601" y="1357"/>
                  </a:lnTo>
                  <a:lnTo>
                    <a:pt x="751" y="1280"/>
                  </a:lnTo>
                  <a:lnTo>
                    <a:pt x="931" y="1209"/>
                  </a:lnTo>
                  <a:lnTo>
                    <a:pt x="1111" y="1132"/>
                  </a:lnTo>
                  <a:lnTo>
                    <a:pt x="1322" y="1061"/>
                  </a:lnTo>
                  <a:lnTo>
                    <a:pt x="1532" y="995"/>
                  </a:lnTo>
                  <a:lnTo>
                    <a:pt x="1772" y="923"/>
                  </a:lnTo>
                  <a:lnTo>
                    <a:pt x="2042" y="857"/>
                  </a:lnTo>
                  <a:lnTo>
                    <a:pt x="2313" y="791"/>
                  </a:lnTo>
                  <a:lnTo>
                    <a:pt x="53372" y="791"/>
                  </a:lnTo>
                  <a:lnTo>
                    <a:pt x="53372" y="791"/>
                  </a:lnTo>
                  <a:lnTo>
                    <a:pt x="54153" y="806"/>
                  </a:lnTo>
                  <a:lnTo>
                    <a:pt x="54933" y="811"/>
                  </a:lnTo>
                  <a:lnTo>
                    <a:pt x="54933" y="811"/>
                  </a:lnTo>
                  <a:lnTo>
                    <a:pt x="55534" y="806"/>
                  </a:lnTo>
                  <a:lnTo>
                    <a:pt x="56135" y="801"/>
                  </a:lnTo>
                  <a:lnTo>
                    <a:pt x="56736" y="791"/>
                  </a:lnTo>
                  <a:lnTo>
                    <a:pt x="57306" y="770"/>
                  </a:lnTo>
                  <a:lnTo>
                    <a:pt x="57877" y="750"/>
                  </a:lnTo>
                  <a:lnTo>
                    <a:pt x="58448" y="724"/>
                  </a:lnTo>
                  <a:lnTo>
                    <a:pt x="59018" y="699"/>
                  </a:lnTo>
                  <a:lnTo>
                    <a:pt x="59559" y="663"/>
                  </a:lnTo>
                  <a:lnTo>
                    <a:pt x="60069" y="627"/>
                  </a:lnTo>
                  <a:lnTo>
                    <a:pt x="60580" y="582"/>
                  </a:lnTo>
                  <a:lnTo>
                    <a:pt x="61061" y="536"/>
                  </a:lnTo>
                  <a:lnTo>
                    <a:pt x="61511" y="485"/>
                  </a:lnTo>
                  <a:lnTo>
                    <a:pt x="61962" y="434"/>
                  </a:lnTo>
                  <a:lnTo>
                    <a:pt x="62352" y="378"/>
                  </a:lnTo>
                  <a:lnTo>
                    <a:pt x="62743" y="311"/>
                  </a:lnTo>
                  <a:lnTo>
                    <a:pt x="63103" y="250"/>
                  </a:lnTo>
                  <a:lnTo>
                    <a:pt x="63103" y="250"/>
                  </a:lnTo>
                  <a:lnTo>
                    <a:pt x="63674" y="128"/>
                  </a:lnTo>
                  <a:lnTo>
                    <a:pt x="6418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76"/>
            <p:cNvSpPr/>
            <p:nvPr/>
          </p:nvSpPr>
          <p:spPr>
            <a:xfrm flipH="1">
              <a:off x="910403" y="3457806"/>
              <a:ext cx="1591064" cy="123122"/>
            </a:xfrm>
            <a:custGeom>
              <a:avLst/>
              <a:gdLst/>
              <a:ahLst/>
              <a:cxnLst/>
              <a:rect l="l" t="t" r="r" b="b"/>
              <a:pathLst>
                <a:path w="61873" h="812" extrusionOk="0">
                  <a:moveTo>
                    <a:pt x="11054" y="0"/>
                  </a:moveTo>
                  <a:lnTo>
                    <a:pt x="10273" y="5"/>
                  </a:lnTo>
                  <a:lnTo>
                    <a:pt x="9522" y="20"/>
                  </a:lnTo>
                  <a:lnTo>
                    <a:pt x="8771" y="36"/>
                  </a:lnTo>
                  <a:lnTo>
                    <a:pt x="8020" y="51"/>
                  </a:lnTo>
                  <a:lnTo>
                    <a:pt x="7299" y="77"/>
                  </a:lnTo>
                  <a:lnTo>
                    <a:pt x="6578" y="102"/>
                  </a:lnTo>
                  <a:lnTo>
                    <a:pt x="5888" y="133"/>
                  </a:lnTo>
                  <a:lnTo>
                    <a:pt x="5227" y="163"/>
                  </a:lnTo>
                  <a:lnTo>
                    <a:pt x="4626" y="199"/>
                  </a:lnTo>
                  <a:lnTo>
                    <a:pt x="4025" y="240"/>
                  </a:lnTo>
                  <a:lnTo>
                    <a:pt x="3455" y="281"/>
                  </a:lnTo>
                  <a:lnTo>
                    <a:pt x="2944" y="327"/>
                  </a:lnTo>
                  <a:lnTo>
                    <a:pt x="2464" y="372"/>
                  </a:lnTo>
                  <a:lnTo>
                    <a:pt x="2043" y="423"/>
                  </a:lnTo>
                  <a:lnTo>
                    <a:pt x="1653" y="480"/>
                  </a:lnTo>
                  <a:lnTo>
                    <a:pt x="1202" y="551"/>
                  </a:lnTo>
                  <a:lnTo>
                    <a:pt x="782" y="627"/>
                  </a:lnTo>
                  <a:lnTo>
                    <a:pt x="361" y="709"/>
                  </a:lnTo>
                  <a:lnTo>
                    <a:pt x="1" y="791"/>
                  </a:lnTo>
                  <a:lnTo>
                    <a:pt x="51060" y="791"/>
                  </a:lnTo>
                  <a:lnTo>
                    <a:pt x="51841" y="806"/>
                  </a:lnTo>
                  <a:lnTo>
                    <a:pt x="52621" y="811"/>
                  </a:lnTo>
                  <a:lnTo>
                    <a:pt x="53222" y="806"/>
                  </a:lnTo>
                  <a:lnTo>
                    <a:pt x="53823" y="801"/>
                  </a:lnTo>
                  <a:lnTo>
                    <a:pt x="54424" y="791"/>
                  </a:lnTo>
                  <a:lnTo>
                    <a:pt x="54994" y="770"/>
                  </a:lnTo>
                  <a:lnTo>
                    <a:pt x="55565" y="750"/>
                  </a:lnTo>
                  <a:lnTo>
                    <a:pt x="56136" y="724"/>
                  </a:lnTo>
                  <a:lnTo>
                    <a:pt x="56706" y="699"/>
                  </a:lnTo>
                  <a:lnTo>
                    <a:pt x="57247" y="663"/>
                  </a:lnTo>
                  <a:lnTo>
                    <a:pt x="57757" y="627"/>
                  </a:lnTo>
                  <a:lnTo>
                    <a:pt x="58268" y="582"/>
                  </a:lnTo>
                  <a:lnTo>
                    <a:pt x="58749" y="536"/>
                  </a:lnTo>
                  <a:lnTo>
                    <a:pt x="59199" y="485"/>
                  </a:lnTo>
                  <a:lnTo>
                    <a:pt x="59650" y="434"/>
                  </a:lnTo>
                  <a:lnTo>
                    <a:pt x="60040" y="378"/>
                  </a:lnTo>
                  <a:lnTo>
                    <a:pt x="60431" y="311"/>
                  </a:lnTo>
                  <a:lnTo>
                    <a:pt x="60791" y="250"/>
                  </a:lnTo>
                  <a:lnTo>
                    <a:pt x="61362" y="128"/>
                  </a:lnTo>
                  <a:lnTo>
                    <a:pt x="61872" y="0"/>
                  </a:lnTo>
                  <a:close/>
                </a:path>
              </a:pathLst>
            </a:custGeom>
            <a:solidFill>
              <a:srgbClr val="FF6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76"/>
            <p:cNvSpPr/>
            <p:nvPr/>
          </p:nvSpPr>
          <p:spPr>
            <a:xfrm flipH="1">
              <a:off x="910403" y="3457806"/>
              <a:ext cx="1591064" cy="123122"/>
            </a:xfrm>
            <a:custGeom>
              <a:avLst/>
              <a:gdLst/>
              <a:ahLst/>
              <a:cxnLst/>
              <a:rect l="l" t="t" r="r" b="b"/>
              <a:pathLst>
                <a:path w="61873" h="812" fill="none" extrusionOk="0">
                  <a:moveTo>
                    <a:pt x="11804" y="0"/>
                  </a:moveTo>
                  <a:lnTo>
                    <a:pt x="60941" y="0"/>
                  </a:lnTo>
                  <a:lnTo>
                    <a:pt x="60941" y="0"/>
                  </a:lnTo>
                  <a:lnTo>
                    <a:pt x="61872" y="0"/>
                  </a:lnTo>
                  <a:lnTo>
                    <a:pt x="61872" y="0"/>
                  </a:lnTo>
                  <a:lnTo>
                    <a:pt x="61362" y="128"/>
                  </a:lnTo>
                  <a:lnTo>
                    <a:pt x="60791" y="250"/>
                  </a:lnTo>
                  <a:lnTo>
                    <a:pt x="60791" y="250"/>
                  </a:lnTo>
                  <a:lnTo>
                    <a:pt x="60431" y="311"/>
                  </a:lnTo>
                  <a:lnTo>
                    <a:pt x="60040" y="378"/>
                  </a:lnTo>
                  <a:lnTo>
                    <a:pt x="59650" y="434"/>
                  </a:lnTo>
                  <a:lnTo>
                    <a:pt x="59199" y="485"/>
                  </a:lnTo>
                  <a:lnTo>
                    <a:pt x="58749" y="536"/>
                  </a:lnTo>
                  <a:lnTo>
                    <a:pt x="58268" y="582"/>
                  </a:lnTo>
                  <a:lnTo>
                    <a:pt x="57757" y="627"/>
                  </a:lnTo>
                  <a:lnTo>
                    <a:pt x="57247" y="663"/>
                  </a:lnTo>
                  <a:lnTo>
                    <a:pt x="56706" y="699"/>
                  </a:lnTo>
                  <a:lnTo>
                    <a:pt x="56136" y="724"/>
                  </a:lnTo>
                  <a:lnTo>
                    <a:pt x="55565" y="750"/>
                  </a:lnTo>
                  <a:lnTo>
                    <a:pt x="54994" y="770"/>
                  </a:lnTo>
                  <a:lnTo>
                    <a:pt x="54424" y="791"/>
                  </a:lnTo>
                  <a:lnTo>
                    <a:pt x="53823" y="801"/>
                  </a:lnTo>
                  <a:lnTo>
                    <a:pt x="53222" y="806"/>
                  </a:lnTo>
                  <a:lnTo>
                    <a:pt x="52621" y="811"/>
                  </a:lnTo>
                  <a:lnTo>
                    <a:pt x="52621" y="811"/>
                  </a:lnTo>
                  <a:lnTo>
                    <a:pt x="51841" y="806"/>
                  </a:lnTo>
                  <a:lnTo>
                    <a:pt x="51060" y="791"/>
                  </a:lnTo>
                  <a:lnTo>
                    <a:pt x="1" y="791"/>
                  </a:lnTo>
                  <a:lnTo>
                    <a:pt x="1" y="791"/>
                  </a:lnTo>
                  <a:lnTo>
                    <a:pt x="361" y="709"/>
                  </a:lnTo>
                  <a:lnTo>
                    <a:pt x="782" y="627"/>
                  </a:lnTo>
                  <a:lnTo>
                    <a:pt x="1202" y="551"/>
                  </a:lnTo>
                  <a:lnTo>
                    <a:pt x="1653" y="480"/>
                  </a:lnTo>
                  <a:lnTo>
                    <a:pt x="1653" y="480"/>
                  </a:lnTo>
                  <a:lnTo>
                    <a:pt x="2043" y="423"/>
                  </a:lnTo>
                  <a:lnTo>
                    <a:pt x="2464" y="372"/>
                  </a:lnTo>
                  <a:lnTo>
                    <a:pt x="2944" y="327"/>
                  </a:lnTo>
                  <a:lnTo>
                    <a:pt x="3455" y="281"/>
                  </a:lnTo>
                  <a:lnTo>
                    <a:pt x="4025" y="240"/>
                  </a:lnTo>
                  <a:lnTo>
                    <a:pt x="4626" y="199"/>
                  </a:lnTo>
                  <a:lnTo>
                    <a:pt x="5227" y="163"/>
                  </a:lnTo>
                  <a:lnTo>
                    <a:pt x="5888" y="133"/>
                  </a:lnTo>
                  <a:lnTo>
                    <a:pt x="6578" y="102"/>
                  </a:lnTo>
                  <a:lnTo>
                    <a:pt x="7299" y="77"/>
                  </a:lnTo>
                  <a:lnTo>
                    <a:pt x="8020" y="51"/>
                  </a:lnTo>
                  <a:lnTo>
                    <a:pt x="8771" y="36"/>
                  </a:lnTo>
                  <a:lnTo>
                    <a:pt x="9522" y="20"/>
                  </a:lnTo>
                  <a:lnTo>
                    <a:pt x="10273" y="5"/>
                  </a:lnTo>
                  <a:lnTo>
                    <a:pt x="11054" y="0"/>
                  </a:lnTo>
                  <a:lnTo>
                    <a:pt x="1180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8" name="Google Shape;1598;p76"/>
          <p:cNvSpPr>
            <a:spLocks noGrp="1"/>
          </p:cNvSpPr>
          <p:nvPr>
            <p:ph type="pic" idx="7"/>
          </p:nvPr>
        </p:nvSpPr>
        <p:spPr>
          <a:xfrm>
            <a:off x="2359050" y="3308000"/>
            <a:ext cx="1425300" cy="1425300"/>
          </a:xfrm>
          <a:prstGeom prst="ellipse">
            <a:avLst/>
          </a:prstGeom>
          <a:noFill/>
          <a:ln>
            <a:noFill/>
          </a:ln>
        </p:spPr>
      </p:sp>
      <p:sp>
        <p:nvSpPr>
          <p:cNvPr id="1599" name="Google Shape;1599;p76"/>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Orange - Photo + Quote Right">
  <p:cSld name="TITLE_AND_BODY_2_1_1_1_1">
    <p:spTree>
      <p:nvGrpSpPr>
        <p:cNvPr id="1" name="Shape 1600"/>
        <p:cNvGrpSpPr/>
        <p:nvPr/>
      </p:nvGrpSpPr>
      <p:grpSpPr>
        <a:xfrm>
          <a:off x="0" y="0"/>
          <a:ext cx="0" cy="0"/>
          <a:chOff x="0" y="0"/>
          <a:chExt cx="0" cy="0"/>
        </a:xfrm>
      </p:grpSpPr>
      <p:sp>
        <p:nvSpPr>
          <p:cNvPr id="1601" name="Google Shape;1601;p77"/>
          <p:cNvSpPr>
            <a:spLocks noGrp="1"/>
          </p:cNvSpPr>
          <p:nvPr>
            <p:ph type="pic" idx="2"/>
          </p:nvPr>
        </p:nvSpPr>
        <p:spPr>
          <a:xfrm>
            <a:off x="6782225" y="640075"/>
            <a:ext cx="1888500" cy="1888500"/>
          </a:xfrm>
          <a:prstGeom prst="ellipse">
            <a:avLst/>
          </a:prstGeom>
          <a:noFill/>
          <a:ln>
            <a:noFill/>
          </a:ln>
        </p:spPr>
      </p:sp>
      <p:grpSp>
        <p:nvGrpSpPr>
          <p:cNvPr id="1602" name="Google Shape;1602;p77"/>
          <p:cNvGrpSpPr/>
          <p:nvPr/>
        </p:nvGrpSpPr>
        <p:grpSpPr>
          <a:xfrm>
            <a:off x="5076493" y="1599933"/>
            <a:ext cx="3594463" cy="2611472"/>
            <a:chOff x="1487049" y="4577900"/>
            <a:chExt cx="409168" cy="297275"/>
          </a:xfrm>
        </p:grpSpPr>
        <p:sp>
          <p:nvSpPr>
            <p:cNvPr id="1603" name="Google Shape;1603;p77"/>
            <p:cNvSpPr/>
            <p:nvPr/>
          </p:nvSpPr>
          <p:spPr>
            <a:xfrm flipH="1">
              <a:off x="1805163" y="4814050"/>
              <a:ext cx="64948" cy="61125"/>
            </a:xfrm>
            <a:custGeom>
              <a:avLst/>
              <a:gdLst/>
              <a:ahLst/>
              <a:cxnLst/>
              <a:rect l="l" t="t" r="r" b="b"/>
              <a:pathLst>
                <a:path w="15318" h="2445" extrusionOk="0">
                  <a:moveTo>
                    <a:pt x="4566" y="1"/>
                  </a:moveTo>
                  <a:lnTo>
                    <a:pt x="4175" y="21"/>
                  </a:lnTo>
                  <a:lnTo>
                    <a:pt x="3815" y="52"/>
                  </a:lnTo>
                  <a:lnTo>
                    <a:pt x="3484" y="77"/>
                  </a:lnTo>
                  <a:lnTo>
                    <a:pt x="3154" y="108"/>
                  </a:lnTo>
                  <a:lnTo>
                    <a:pt x="2854" y="144"/>
                  </a:lnTo>
                  <a:lnTo>
                    <a:pt x="2583" y="179"/>
                  </a:lnTo>
                  <a:lnTo>
                    <a:pt x="2313" y="215"/>
                  </a:lnTo>
                  <a:lnTo>
                    <a:pt x="2073" y="256"/>
                  </a:lnTo>
                  <a:lnTo>
                    <a:pt x="1832" y="297"/>
                  </a:lnTo>
                  <a:lnTo>
                    <a:pt x="1622" y="343"/>
                  </a:lnTo>
                  <a:lnTo>
                    <a:pt x="1232" y="429"/>
                  </a:lnTo>
                  <a:lnTo>
                    <a:pt x="901" y="526"/>
                  </a:lnTo>
                  <a:lnTo>
                    <a:pt x="661" y="623"/>
                  </a:lnTo>
                  <a:lnTo>
                    <a:pt x="451" y="720"/>
                  </a:lnTo>
                  <a:lnTo>
                    <a:pt x="271" y="822"/>
                  </a:lnTo>
                  <a:lnTo>
                    <a:pt x="150" y="919"/>
                  </a:lnTo>
                  <a:lnTo>
                    <a:pt x="60" y="1016"/>
                  </a:lnTo>
                  <a:lnTo>
                    <a:pt x="30" y="1108"/>
                  </a:lnTo>
                  <a:lnTo>
                    <a:pt x="0" y="1200"/>
                  </a:lnTo>
                  <a:lnTo>
                    <a:pt x="30" y="1281"/>
                  </a:lnTo>
                  <a:lnTo>
                    <a:pt x="60" y="1353"/>
                  </a:lnTo>
                  <a:lnTo>
                    <a:pt x="120" y="1444"/>
                  </a:lnTo>
                  <a:lnTo>
                    <a:pt x="211" y="1531"/>
                  </a:lnTo>
                  <a:lnTo>
                    <a:pt x="331" y="1623"/>
                  </a:lnTo>
                  <a:lnTo>
                    <a:pt x="451" y="1715"/>
                  </a:lnTo>
                  <a:lnTo>
                    <a:pt x="661" y="1807"/>
                  </a:lnTo>
                  <a:lnTo>
                    <a:pt x="871" y="1893"/>
                  </a:lnTo>
                  <a:lnTo>
                    <a:pt x="1172" y="1980"/>
                  </a:lnTo>
                  <a:lnTo>
                    <a:pt x="1502" y="2062"/>
                  </a:lnTo>
                  <a:lnTo>
                    <a:pt x="1712" y="2097"/>
                  </a:lnTo>
                  <a:lnTo>
                    <a:pt x="1923" y="2138"/>
                  </a:lnTo>
                  <a:lnTo>
                    <a:pt x="2163" y="2174"/>
                  </a:lnTo>
                  <a:lnTo>
                    <a:pt x="2403" y="2204"/>
                  </a:lnTo>
                  <a:lnTo>
                    <a:pt x="2673" y="2240"/>
                  </a:lnTo>
                  <a:lnTo>
                    <a:pt x="2974" y="2271"/>
                  </a:lnTo>
                  <a:lnTo>
                    <a:pt x="3304" y="2296"/>
                  </a:lnTo>
                  <a:lnTo>
                    <a:pt x="3635" y="2327"/>
                  </a:lnTo>
                  <a:lnTo>
                    <a:pt x="3995" y="2347"/>
                  </a:lnTo>
                  <a:lnTo>
                    <a:pt x="4385" y="2373"/>
                  </a:lnTo>
                  <a:lnTo>
                    <a:pt x="4806" y="2393"/>
                  </a:lnTo>
                  <a:lnTo>
                    <a:pt x="5226" y="2408"/>
                  </a:lnTo>
                  <a:lnTo>
                    <a:pt x="5677" y="2424"/>
                  </a:lnTo>
                  <a:lnTo>
                    <a:pt x="6187" y="2434"/>
                  </a:lnTo>
                  <a:lnTo>
                    <a:pt x="6698" y="2439"/>
                  </a:lnTo>
                  <a:lnTo>
                    <a:pt x="7239" y="2444"/>
                  </a:lnTo>
                  <a:lnTo>
                    <a:pt x="8140" y="2444"/>
                  </a:lnTo>
                  <a:lnTo>
                    <a:pt x="8650" y="2439"/>
                  </a:lnTo>
                  <a:lnTo>
                    <a:pt x="9131" y="2429"/>
                  </a:lnTo>
                  <a:lnTo>
                    <a:pt x="9581" y="2414"/>
                  </a:lnTo>
                  <a:lnTo>
                    <a:pt x="10032" y="2393"/>
                  </a:lnTo>
                  <a:lnTo>
                    <a:pt x="10452" y="2373"/>
                  </a:lnTo>
                  <a:lnTo>
                    <a:pt x="10843" y="2347"/>
                  </a:lnTo>
                  <a:lnTo>
                    <a:pt x="11233" y="2317"/>
                  </a:lnTo>
                  <a:lnTo>
                    <a:pt x="11594" y="2286"/>
                  </a:lnTo>
                  <a:lnTo>
                    <a:pt x="11924" y="2250"/>
                  </a:lnTo>
                  <a:lnTo>
                    <a:pt x="12254" y="2215"/>
                  </a:lnTo>
                  <a:lnTo>
                    <a:pt x="12555" y="2174"/>
                  </a:lnTo>
                  <a:lnTo>
                    <a:pt x="12855" y="2133"/>
                  </a:lnTo>
                  <a:lnTo>
                    <a:pt x="13125" y="2092"/>
                  </a:lnTo>
                  <a:lnTo>
                    <a:pt x="13366" y="2046"/>
                  </a:lnTo>
                  <a:lnTo>
                    <a:pt x="13606" y="2000"/>
                  </a:lnTo>
                  <a:lnTo>
                    <a:pt x="14027" y="1903"/>
                  </a:lnTo>
                  <a:lnTo>
                    <a:pt x="14387" y="1807"/>
                  </a:lnTo>
                  <a:lnTo>
                    <a:pt x="14687" y="1705"/>
                  </a:lnTo>
                  <a:lnTo>
                    <a:pt x="14928" y="1602"/>
                  </a:lnTo>
                  <a:lnTo>
                    <a:pt x="15108" y="1506"/>
                  </a:lnTo>
                  <a:lnTo>
                    <a:pt x="15228" y="1409"/>
                  </a:lnTo>
                  <a:lnTo>
                    <a:pt x="15288" y="1317"/>
                  </a:lnTo>
                  <a:lnTo>
                    <a:pt x="15318" y="1235"/>
                  </a:lnTo>
                  <a:lnTo>
                    <a:pt x="15318" y="1159"/>
                  </a:lnTo>
                  <a:lnTo>
                    <a:pt x="15288" y="1077"/>
                  </a:lnTo>
                  <a:lnTo>
                    <a:pt x="15258" y="985"/>
                  </a:lnTo>
                  <a:lnTo>
                    <a:pt x="15168" y="888"/>
                  </a:lnTo>
                  <a:lnTo>
                    <a:pt x="15048" y="791"/>
                  </a:lnTo>
                  <a:lnTo>
                    <a:pt x="14867" y="695"/>
                  </a:lnTo>
                  <a:lnTo>
                    <a:pt x="14657" y="593"/>
                  </a:lnTo>
                  <a:lnTo>
                    <a:pt x="14357" y="496"/>
                  </a:lnTo>
                  <a:lnTo>
                    <a:pt x="12975" y="455"/>
                  </a:lnTo>
                  <a:lnTo>
                    <a:pt x="11624" y="409"/>
                  </a:lnTo>
                  <a:lnTo>
                    <a:pt x="10332" y="358"/>
                  </a:lnTo>
                  <a:lnTo>
                    <a:pt x="9041" y="297"/>
                  </a:lnTo>
                  <a:lnTo>
                    <a:pt x="7839" y="230"/>
                  </a:lnTo>
                  <a:lnTo>
                    <a:pt x="6668" y="159"/>
                  </a:lnTo>
                  <a:lnTo>
                    <a:pt x="5587" y="83"/>
                  </a:lnTo>
                  <a:lnTo>
                    <a:pt x="4566" y="1"/>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77"/>
            <p:cNvSpPr/>
            <p:nvPr/>
          </p:nvSpPr>
          <p:spPr>
            <a:xfrm flipH="1">
              <a:off x="1805163" y="4814050"/>
              <a:ext cx="64948" cy="61125"/>
            </a:xfrm>
            <a:custGeom>
              <a:avLst/>
              <a:gdLst/>
              <a:ahLst/>
              <a:cxnLst/>
              <a:rect l="l" t="t" r="r" b="b"/>
              <a:pathLst>
                <a:path w="15318" h="2445" fill="none" extrusionOk="0">
                  <a:moveTo>
                    <a:pt x="4566" y="1"/>
                  </a:moveTo>
                  <a:lnTo>
                    <a:pt x="4566" y="1"/>
                  </a:lnTo>
                  <a:lnTo>
                    <a:pt x="5587" y="83"/>
                  </a:lnTo>
                  <a:lnTo>
                    <a:pt x="6668" y="159"/>
                  </a:lnTo>
                  <a:lnTo>
                    <a:pt x="7839" y="230"/>
                  </a:lnTo>
                  <a:lnTo>
                    <a:pt x="9041" y="297"/>
                  </a:lnTo>
                  <a:lnTo>
                    <a:pt x="10332" y="358"/>
                  </a:lnTo>
                  <a:lnTo>
                    <a:pt x="11624" y="409"/>
                  </a:lnTo>
                  <a:lnTo>
                    <a:pt x="12975" y="455"/>
                  </a:lnTo>
                  <a:lnTo>
                    <a:pt x="14357" y="496"/>
                  </a:lnTo>
                  <a:lnTo>
                    <a:pt x="14357" y="496"/>
                  </a:lnTo>
                  <a:lnTo>
                    <a:pt x="14657" y="593"/>
                  </a:lnTo>
                  <a:lnTo>
                    <a:pt x="14867" y="695"/>
                  </a:lnTo>
                  <a:lnTo>
                    <a:pt x="15048" y="791"/>
                  </a:lnTo>
                  <a:lnTo>
                    <a:pt x="15168" y="888"/>
                  </a:lnTo>
                  <a:lnTo>
                    <a:pt x="15258" y="985"/>
                  </a:lnTo>
                  <a:lnTo>
                    <a:pt x="15288" y="1077"/>
                  </a:lnTo>
                  <a:lnTo>
                    <a:pt x="15318" y="1159"/>
                  </a:lnTo>
                  <a:lnTo>
                    <a:pt x="15318" y="1235"/>
                  </a:lnTo>
                  <a:lnTo>
                    <a:pt x="15318" y="1235"/>
                  </a:lnTo>
                  <a:lnTo>
                    <a:pt x="15288" y="1317"/>
                  </a:lnTo>
                  <a:lnTo>
                    <a:pt x="15228" y="1409"/>
                  </a:lnTo>
                  <a:lnTo>
                    <a:pt x="15108" y="1506"/>
                  </a:lnTo>
                  <a:lnTo>
                    <a:pt x="14928" y="1602"/>
                  </a:lnTo>
                  <a:lnTo>
                    <a:pt x="14687" y="1705"/>
                  </a:lnTo>
                  <a:lnTo>
                    <a:pt x="14387" y="1807"/>
                  </a:lnTo>
                  <a:lnTo>
                    <a:pt x="14027" y="1903"/>
                  </a:lnTo>
                  <a:lnTo>
                    <a:pt x="13606" y="2000"/>
                  </a:lnTo>
                  <a:lnTo>
                    <a:pt x="13366" y="2046"/>
                  </a:lnTo>
                  <a:lnTo>
                    <a:pt x="13125" y="2092"/>
                  </a:lnTo>
                  <a:lnTo>
                    <a:pt x="12855" y="2133"/>
                  </a:lnTo>
                  <a:lnTo>
                    <a:pt x="12555" y="2174"/>
                  </a:lnTo>
                  <a:lnTo>
                    <a:pt x="12254" y="2215"/>
                  </a:lnTo>
                  <a:lnTo>
                    <a:pt x="11924" y="2250"/>
                  </a:lnTo>
                  <a:lnTo>
                    <a:pt x="11594" y="2286"/>
                  </a:lnTo>
                  <a:lnTo>
                    <a:pt x="11233" y="2317"/>
                  </a:lnTo>
                  <a:lnTo>
                    <a:pt x="10843" y="2347"/>
                  </a:lnTo>
                  <a:lnTo>
                    <a:pt x="10452" y="2373"/>
                  </a:lnTo>
                  <a:lnTo>
                    <a:pt x="10032" y="2393"/>
                  </a:lnTo>
                  <a:lnTo>
                    <a:pt x="9581" y="2414"/>
                  </a:lnTo>
                  <a:lnTo>
                    <a:pt x="9131" y="2429"/>
                  </a:lnTo>
                  <a:lnTo>
                    <a:pt x="8650" y="2439"/>
                  </a:lnTo>
                  <a:lnTo>
                    <a:pt x="8140" y="2444"/>
                  </a:lnTo>
                  <a:lnTo>
                    <a:pt x="7599" y="2444"/>
                  </a:lnTo>
                  <a:lnTo>
                    <a:pt x="7599" y="2444"/>
                  </a:lnTo>
                  <a:lnTo>
                    <a:pt x="7239" y="2444"/>
                  </a:lnTo>
                  <a:lnTo>
                    <a:pt x="7239" y="2444"/>
                  </a:lnTo>
                  <a:lnTo>
                    <a:pt x="6698" y="2439"/>
                  </a:lnTo>
                  <a:lnTo>
                    <a:pt x="6187" y="2434"/>
                  </a:lnTo>
                  <a:lnTo>
                    <a:pt x="5677" y="2424"/>
                  </a:lnTo>
                  <a:lnTo>
                    <a:pt x="5226" y="2408"/>
                  </a:lnTo>
                  <a:lnTo>
                    <a:pt x="4806" y="2393"/>
                  </a:lnTo>
                  <a:lnTo>
                    <a:pt x="4385" y="2373"/>
                  </a:lnTo>
                  <a:lnTo>
                    <a:pt x="3995" y="2347"/>
                  </a:lnTo>
                  <a:lnTo>
                    <a:pt x="3635" y="2327"/>
                  </a:lnTo>
                  <a:lnTo>
                    <a:pt x="3304" y="2296"/>
                  </a:lnTo>
                  <a:lnTo>
                    <a:pt x="2974" y="2271"/>
                  </a:lnTo>
                  <a:lnTo>
                    <a:pt x="2673" y="2240"/>
                  </a:lnTo>
                  <a:lnTo>
                    <a:pt x="2403" y="2204"/>
                  </a:lnTo>
                  <a:lnTo>
                    <a:pt x="2163" y="2174"/>
                  </a:lnTo>
                  <a:lnTo>
                    <a:pt x="1923" y="2138"/>
                  </a:lnTo>
                  <a:lnTo>
                    <a:pt x="1712" y="2097"/>
                  </a:lnTo>
                  <a:lnTo>
                    <a:pt x="1502" y="2062"/>
                  </a:lnTo>
                  <a:lnTo>
                    <a:pt x="1172" y="1980"/>
                  </a:lnTo>
                  <a:lnTo>
                    <a:pt x="871" y="1893"/>
                  </a:lnTo>
                  <a:lnTo>
                    <a:pt x="661" y="1807"/>
                  </a:lnTo>
                  <a:lnTo>
                    <a:pt x="451" y="1715"/>
                  </a:lnTo>
                  <a:lnTo>
                    <a:pt x="331" y="1623"/>
                  </a:lnTo>
                  <a:lnTo>
                    <a:pt x="211" y="1531"/>
                  </a:lnTo>
                  <a:lnTo>
                    <a:pt x="120" y="1444"/>
                  </a:lnTo>
                  <a:lnTo>
                    <a:pt x="60" y="1353"/>
                  </a:lnTo>
                  <a:lnTo>
                    <a:pt x="60" y="1353"/>
                  </a:lnTo>
                  <a:lnTo>
                    <a:pt x="30" y="1281"/>
                  </a:lnTo>
                  <a:lnTo>
                    <a:pt x="0" y="1200"/>
                  </a:lnTo>
                  <a:lnTo>
                    <a:pt x="30" y="1108"/>
                  </a:lnTo>
                  <a:lnTo>
                    <a:pt x="60" y="1016"/>
                  </a:lnTo>
                  <a:lnTo>
                    <a:pt x="150" y="919"/>
                  </a:lnTo>
                  <a:lnTo>
                    <a:pt x="271" y="822"/>
                  </a:lnTo>
                  <a:lnTo>
                    <a:pt x="451" y="720"/>
                  </a:lnTo>
                  <a:lnTo>
                    <a:pt x="661" y="623"/>
                  </a:lnTo>
                  <a:lnTo>
                    <a:pt x="901" y="526"/>
                  </a:lnTo>
                  <a:lnTo>
                    <a:pt x="1232" y="429"/>
                  </a:lnTo>
                  <a:lnTo>
                    <a:pt x="1622" y="343"/>
                  </a:lnTo>
                  <a:lnTo>
                    <a:pt x="1832" y="297"/>
                  </a:lnTo>
                  <a:lnTo>
                    <a:pt x="2073" y="256"/>
                  </a:lnTo>
                  <a:lnTo>
                    <a:pt x="2313" y="215"/>
                  </a:lnTo>
                  <a:lnTo>
                    <a:pt x="2583" y="179"/>
                  </a:lnTo>
                  <a:lnTo>
                    <a:pt x="2854" y="144"/>
                  </a:lnTo>
                  <a:lnTo>
                    <a:pt x="3154" y="108"/>
                  </a:lnTo>
                  <a:lnTo>
                    <a:pt x="3484" y="77"/>
                  </a:lnTo>
                  <a:lnTo>
                    <a:pt x="3815" y="52"/>
                  </a:lnTo>
                  <a:lnTo>
                    <a:pt x="4175" y="21"/>
                  </a:lnTo>
                  <a:lnTo>
                    <a:pt x="456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77"/>
            <p:cNvSpPr/>
            <p:nvPr/>
          </p:nvSpPr>
          <p:spPr>
            <a:xfrm flipH="1">
              <a:off x="1830887" y="4836125"/>
              <a:ext cx="16303" cy="14950"/>
            </a:xfrm>
            <a:custGeom>
              <a:avLst/>
              <a:gdLst/>
              <a:ahLst/>
              <a:cxnLst/>
              <a:rect l="l" t="t" r="r" b="b"/>
              <a:pathLst>
                <a:path w="3845" h="598" extrusionOk="0">
                  <a:moveTo>
                    <a:pt x="451" y="0"/>
                  </a:moveTo>
                  <a:lnTo>
                    <a:pt x="271" y="62"/>
                  </a:lnTo>
                  <a:lnTo>
                    <a:pt x="121" y="118"/>
                  </a:lnTo>
                  <a:lnTo>
                    <a:pt x="31" y="179"/>
                  </a:lnTo>
                  <a:lnTo>
                    <a:pt x="1" y="235"/>
                  </a:lnTo>
                  <a:lnTo>
                    <a:pt x="31" y="286"/>
                  </a:lnTo>
                  <a:lnTo>
                    <a:pt x="91" y="332"/>
                  </a:lnTo>
                  <a:lnTo>
                    <a:pt x="181" y="378"/>
                  </a:lnTo>
                  <a:lnTo>
                    <a:pt x="331" y="424"/>
                  </a:lnTo>
                  <a:lnTo>
                    <a:pt x="481" y="470"/>
                  </a:lnTo>
                  <a:lnTo>
                    <a:pt x="691" y="515"/>
                  </a:lnTo>
                  <a:lnTo>
                    <a:pt x="932" y="556"/>
                  </a:lnTo>
                  <a:lnTo>
                    <a:pt x="1232" y="597"/>
                  </a:lnTo>
                  <a:lnTo>
                    <a:pt x="1773" y="541"/>
                  </a:lnTo>
                  <a:lnTo>
                    <a:pt x="1863" y="526"/>
                  </a:lnTo>
                  <a:lnTo>
                    <a:pt x="1893" y="505"/>
                  </a:lnTo>
                  <a:lnTo>
                    <a:pt x="1863" y="485"/>
                  </a:lnTo>
                  <a:lnTo>
                    <a:pt x="1803" y="470"/>
                  </a:lnTo>
                  <a:lnTo>
                    <a:pt x="1652" y="444"/>
                  </a:lnTo>
                  <a:lnTo>
                    <a:pt x="1532" y="403"/>
                  </a:lnTo>
                  <a:lnTo>
                    <a:pt x="1412" y="357"/>
                  </a:lnTo>
                  <a:lnTo>
                    <a:pt x="1382" y="332"/>
                  </a:lnTo>
                  <a:lnTo>
                    <a:pt x="1352" y="301"/>
                  </a:lnTo>
                  <a:lnTo>
                    <a:pt x="1382" y="266"/>
                  </a:lnTo>
                  <a:lnTo>
                    <a:pt x="1442" y="230"/>
                  </a:lnTo>
                  <a:lnTo>
                    <a:pt x="1532" y="189"/>
                  </a:lnTo>
                  <a:lnTo>
                    <a:pt x="1652" y="148"/>
                  </a:lnTo>
                  <a:lnTo>
                    <a:pt x="1713" y="133"/>
                  </a:lnTo>
                  <a:lnTo>
                    <a:pt x="1713" y="118"/>
                  </a:lnTo>
                  <a:lnTo>
                    <a:pt x="1682" y="102"/>
                  </a:lnTo>
                  <a:lnTo>
                    <a:pt x="1652" y="87"/>
                  </a:lnTo>
                  <a:lnTo>
                    <a:pt x="1562" y="77"/>
                  </a:lnTo>
                  <a:lnTo>
                    <a:pt x="1472" y="67"/>
                  </a:lnTo>
                  <a:lnTo>
                    <a:pt x="451" y="0"/>
                  </a:lnTo>
                  <a:close/>
                  <a:moveTo>
                    <a:pt x="2403" y="0"/>
                  </a:moveTo>
                  <a:lnTo>
                    <a:pt x="2223" y="62"/>
                  </a:lnTo>
                  <a:lnTo>
                    <a:pt x="2073" y="118"/>
                  </a:lnTo>
                  <a:lnTo>
                    <a:pt x="2013" y="179"/>
                  </a:lnTo>
                  <a:lnTo>
                    <a:pt x="1983" y="235"/>
                  </a:lnTo>
                  <a:lnTo>
                    <a:pt x="1983" y="286"/>
                  </a:lnTo>
                  <a:lnTo>
                    <a:pt x="2043" y="332"/>
                  </a:lnTo>
                  <a:lnTo>
                    <a:pt x="2133" y="378"/>
                  </a:lnTo>
                  <a:lnTo>
                    <a:pt x="2283" y="424"/>
                  </a:lnTo>
                  <a:lnTo>
                    <a:pt x="2463" y="470"/>
                  </a:lnTo>
                  <a:lnTo>
                    <a:pt x="2674" y="515"/>
                  </a:lnTo>
                  <a:lnTo>
                    <a:pt x="2914" y="556"/>
                  </a:lnTo>
                  <a:lnTo>
                    <a:pt x="3184" y="597"/>
                  </a:lnTo>
                  <a:lnTo>
                    <a:pt x="3725" y="541"/>
                  </a:lnTo>
                  <a:lnTo>
                    <a:pt x="3815" y="526"/>
                  </a:lnTo>
                  <a:lnTo>
                    <a:pt x="3845" y="505"/>
                  </a:lnTo>
                  <a:lnTo>
                    <a:pt x="3815" y="485"/>
                  </a:lnTo>
                  <a:lnTo>
                    <a:pt x="3755" y="470"/>
                  </a:lnTo>
                  <a:lnTo>
                    <a:pt x="3635" y="444"/>
                  </a:lnTo>
                  <a:lnTo>
                    <a:pt x="3485" y="403"/>
                  </a:lnTo>
                  <a:lnTo>
                    <a:pt x="3364" y="357"/>
                  </a:lnTo>
                  <a:lnTo>
                    <a:pt x="3334" y="332"/>
                  </a:lnTo>
                  <a:lnTo>
                    <a:pt x="3334" y="301"/>
                  </a:lnTo>
                  <a:lnTo>
                    <a:pt x="3334" y="266"/>
                  </a:lnTo>
                  <a:lnTo>
                    <a:pt x="3394" y="230"/>
                  </a:lnTo>
                  <a:lnTo>
                    <a:pt x="3485" y="189"/>
                  </a:lnTo>
                  <a:lnTo>
                    <a:pt x="3605" y="148"/>
                  </a:lnTo>
                  <a:lnTo>
                    <a:pt x="3665" y="133"/>
                  </a:lnTo>
                  <a:lnTo>
                    <a:pt x="3665" y="118"/>
                  </a:lnTo>
                  <a:lnTo>
                    <a:pt x="3665" y="102"/>
                  </a:lnTo>
                  <a:lnTo>
                    <a:pt x="3605" y="87"/>
                  </a:lnTo>
                  <a:lnTo>
                    <a:pt x="3515" y="77"/>
                  </a:lnTo>
                  <a:lnTo>
                    <a:pt x="3425" y="67"/>
                  </a:lnTo>
                  <a:lnTo>
                    <a:pt x="24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77"/>
            <p:cNvSpPr/>
            <p:nvPr/>
          </p:nvSpPr>
          <p:spPr>
            <a:xfrm flipH="1">
              <a:off x="1506913" y="4577900"/>
              <a:ext cx="64953" cy="61100"/>
            </a:xfrm>
            <a:custGeom>
              <a:avLst/>
              <a:gdLst/>
              <a:ahLst/>
              <a:cxnLst/>
              <a:rect l="l" t="t" r="r" b="b"/>
              <a:pathLst>
                <a:path w="15319" h="2444" extrusionOk="0">
                  <a:moveTo>
                    <a:pt x="7209" y="0"/>
                  </a:moveTo>
                  <a:lnTo>
                    <a:pt x="6698" y="6"/>
                  </a:lnTo>
                  <a:lnTo>
                    <a:pt x="6218" y="16"/>
                  </a:lnTo>
                  <a:lnTo>
                    <a:pt x="5737" y="31"/>
                  </a:lnTo>
                  <a:lnTo>
                    <a:pt x="5317" y="51"/>
                  </a:lnTo>
                  <a:lnTo>
                    <a:pt x="4896" y="72"/>
                  </a:lnTo>
                  <a:lnTo>
                    <a:pt x="4476" y="97"/>
                  </a:lnTo>
                  <a:lnTo>
                    <a:pt x="4115" y="128"/>
                  </a:lnTo>
                  <a:lnTo>
                    <a:pt x="3755" y="159"/>
                  </a:lnTo>
                  <a:lnTo>
                    <a:pt x="3394" y="194"/>
                  </a:lnTo>
                  <a:lnTo>
                    <a:pt x="3064" y="230"/>
                  </a:lnTo>
                  <a:lnTo>
                    <a:pt x="2764" y="271"/>
                  </a:lnTo>
                  <a:lnTo>
                    <a:pt x="2493" y="312"/>
                  </a:lnTo>
                  <a:lnTo>
                    <a:pt x="2223" y="352"/>
                  </a:lnTo>
                  <a:lnTo>
                    <a:pt x="1953" y="398"/>
                  </a:lnTo>
                  <a:lnTo>
                    <a:pt x="1713" y="444"/>
                  </a:lnTo>
                  <a:lnTo>
                    <a:pt x="1292" y="541"/>
                  </a:lnTo>
                  <a:lnTo>
                    <a:pt x="932" y="638"/>
                  </a:lnTo>
                  <a:lnTo>
                    <a:pt x="661" y="740"/>
                  </a:lnTo>
                  <a:lnTo>
                    <a:pt x="421" y="842"/>
                  </a:lnTo>
                  <a:lnTo>
                    <a:pt x="241" y="939"/>
                  </a:lnTo>
                  <a:lnTo>
                    <a:pt x="91" y="1036"/>
                  </a:lnTo>
                  <a:lnTo>
                    <a:pt x="31" y="1128"/>
                  </a:lnTo>
                  <a:lnTo>
                    <a:pt x="1" y="1209"/>
                  </a:lnTo>
                  <a:lnTo>
                    <a:pt x="31" y="1347"/>
                  </a:lnTo>
                  <a:lnTo>
                    <a:pt x="61" y="1424"/>
                  </a:lnTo>
                  <a:lnTo>
                    <a:pt x="121" y="1505"/>
                  </a:lnTo>
                  <a:lnTo>
                    <a:pt x="211" y="1592"/>
                  </a:lnTo>
                  <a:lnTo>
                    <a:pt x="331" y="1679"/>
                  </a:lnTo>
                  <a:lnTo>
                    <a:pt x="481" y="1765"/>
                  </a:lnTo>
                  <a:lnTo>
                    <a:pt x="691" y="1852"/>
                  </a:lnTo>
                  <a:lnTo>
                    <a:pt x="2103" y="1898"/>
                  </a:lnTo>
                  <a:lnTo>
                    <a:pt x="3485" y="1954"/>
                  </a:lnTo>
                  <a:lnTo>
                    <a:pt x="4806" y="2020"/>
                  </a:lnTo>
                  <a:lnTo>
                    <a:pt x="6098" y="2092"/>
                  </a:lnTo>
                  <a:lnTo>
                    <a:pt x="7359" y="2168"/>
                  </a:lnTo>
                  <a:lnTo>
                    <a:pt x="8530" y="2255"/>
                  </a:lnTo>
                  <a:lnTo>
                    <a:pt x="9672" y="2347"/>
                  </a:lnTo>
                  <a:lnTo>
                    <a:pt x="10723" y="2444"/>
                  </a:lnTo>
                  <a:lnTo>
                    <a:pt x="11113" y="2423"/>
                  </a:lnTo>
                  <a:lnTo>
                    <a:pt x="11474" y="2398"/>
                  </a:lnTo>
                  <a:lnTo>
                    <a:pt x="11804" y="2367"/>
                  </a:lnTo>
                  <a:lnTo>
                    <a:pt x="12135" y="2337"/>
                  </a:lnTo>
                  <a:lnTo>
                    <a:pt x="12435" y="2306"/>
                  </a:lnTo>
                  <a:lnTo>
                    <a:pt x="12735" y="2270"/>
                  </a:lnTo>
                  <a:lnTo>
                    <a:pt x="13006" y="2229"/>
                  </a:lnTo>
                  <a:lnTo>
                    <a:pt x="13246" y="2194"/>
                  </a:lnTo>
                  <a:lnTo>
                    <a:pt x="13486" y="2148"/>
                  </a:lnTo>
                  <a:lnTo>
                    <a:pt x="13696" y="2107"/>
                  </a:lnTo>
                  <a:lnTo>
                    <a:pt x="14087" y="2015"/>
                  </a:lnTo>
                  <a:lnTo>
                    <a:pt x="14417" y="1923"/>
                  </a:lnTo>
                  <a:lnTo>
                    <a:pt x="14657" y="1827"/>
                  </a:lnTo>
                  <a:lnTo>
                    <a:pt x="14898" y="1724"/>
                  </a:lnTo>
                  <a:lnTo>
                    <a:pt x="15048" y="1628"/>
                  </a:lnTo>
                  <a:lnTo>
                    <a:pt x="15168" y="1526"/>
                  </a:lnTo>
                  <a:lnTo>
                    <a:pt x="15258" y="1429"/>
                  </a:lnTo>
                  <a:lnTo>
                    <a:pt x="15288" y="1337"/>
                  </a:lnTo>
                  <a:lnTo>
                    <a:pt x="15318" y="1245"/>
                  </a:lnTo>
                  <a:lnTo>
                    <a:pt x="15318" y="1163"/>
                  </a:lnTo>
                  <a:lnTo>
                    <a:pt x="15258" y="1087"/>
                  </a:lnTo>
                  <a:lnTo>
                    <a:pt x="15198" y="1000"/>
                  </a:lnTo>
                  <a:lnTo>
                    <a:pt x="15108" y="913"/>
                  </a:lnTo>
                  <a:lnTo>
                    <a:pt x="15018" y="822"/>
                  </a:lnTo>
                  <a:lnTo>
                    <a:pt x="14868" y="730"/>
                  </a:lnTo>
                  <a:lnTo>
                    <a:pt x="14687" y="638"/>
                  </a:lnTo>
                  <a:lnTo>
                    <a:pt x="14447" y="551"/>
                  </a:lnTo>
                  <a:lnTo>
                    <a:pt x="14147" y="465"/>
                  </a:lnTo>
                  <a:lnTo>
                    <a:pt x="13816" y="383"/>
                  </a:lnTo>
                  <a:lnTo>
                    <a:pt x="13606" y="347"/>
                  </a:lnTo>
                  <a:lnTo>
                    <a:pt x="13396" y="307"/>
                  </a:lnTo>
                  <a:lnTo>
                    <a:pt x="13156" y="271"/>
                  </a:lnTo>
                  <a:lnTo>
                    <a:pt x="12915" y="240"/>
                  </a:lnTo>
                  <a:lnTo>
                    <a:pt x="12645" y="205"/>
                  </a:lnTo>
                  <a:lnTo>
                    <a:pt x="12345" y="174"/>
                  </a:lnTo>
                  <a:lnTo>
                    <a:pt x="12044" y="143"/>
                  </a:lnTo>
                  <a:lnTo>
                    <a:pt x="11684" y="118"/>
                  </a:lnTo>
                  <a:lnTo>
                    <a:pt x="11324" y="92"/>
                  </a:lnTo>
                  <a:lnTo>
                    <a:pt x="10933" y="72"/>
                  </a:lnTo>
                  <a:lnTo>
                    <a:pt x="10543" y="51"/>
                  </a:lnTo>
                  <a:lnTo>
                    <a:pt x="10092" y="36"/>
                  </a:lnTo>
                  <a:lnTo>
                    <a:pt x="9642" y="21"/>
                  </a:lnTo>
                  <a:lnTo>
                    <a:pt x="9161" y="11"/>
                  </a:lnTo>
                  <a:lnTo>
                    <a:pt x="8620" y="6"/>
                  </a:lnTo>
                  <a:lnTo>
                    <a:pt x="8080"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77"/>
            <p:cNvSpPr/>
            <p:nvPr/>
          </p:nvSpPr>
          <p:spPr>
            <a:xfrm flipH="1">
              <a:off x="1506913" y="4577900"/>
              <a:ext cx="64953" cy="61100"/>
            </a:xfrm>
            <a:custGeom>
              <a:avLst/>
              <a:gdLst/>
              <a:ahLst/>
              <a:cxnLst/>
              <a:rect l="l" t="t" r="r" b="b"/>
              <a:pathLst>
                <a:path w="15319" h="2444" fill="none" extrusionOk="0">
                  <a:moveTo>
                    <a:pt x="7719" y="0"/>
                  </a:moveTo>
                  <a:lnTo>
                    <a:pt x="7719" y="0"/>
                  </a:lnTo>
                  <a:lnTo>
                    <a:pt x="8080" y="0"/>
                  </a:lnTo>
                  <a:lnTo>
                    <a:pt x="8080" y="0"/>
                  </a:lnTo>
                  <a:lnTo>
                    <a:pt x="8620" y="6"/>
                  </a:lnTo>
                  <a:lnTo>
                    <a:pt x="9161" y="11"/>
                  </a:lnTo>
                  <a:lnTo>
                    <a:pt x="9642" y="21"/>
                  </a:lnTo>
                  <a:lnTo>
                    <a:pt x="10092" y="36"/>
                  </a:lnTo>
                  <a:lnTo>
                    <a:pt x="10543" y="51"/>
                  </a:lnTo>
                  <a:lnTo>
                    <a:pt x="10933" y="72"/>
                  </a:lnTo>
                  <a:lnTo>
                    <a:pt x="11324" y="92"/>
                  </a:lnTo>
                  <a:lnTo>
                    <a:pt x="11684" y="118"/>
                  </a:lnTo>
                  <a:lnTo>
                    <a:pt x="12044" y="143"/>
                  </a:lnTo>
                  <a:lnTo>
                    <a:pt x="12345" y="174"/>
                  </a:lnTo>
                  <a:lnTo>
                    <a:pt x="12645" y="205"/>
                  </a:lnTo>
                  <a:lnTo>
                    <a:pt x="12915" y="240"/>
                  </a:lnTo>
                  <a:lnTo>
                    <a:pt x="13156" y="271"/>
                  </a:lnTo>
                  <a:lnTo>
                    <a:pt x="13396" y="307"/>
                  </a:lnTo>
                  <a:lnTo>
                    <a:pt x="13606" y="347"/>
                  </a:lnTo>
                  <a:lnTo>
                    <a:pt x="13816" y="383"/>
                  </a:lnTo>
                  <a:lnTo>
                    <a:pt x="14147" y="465"/>
                  </a:lnTo>
                  <a:lnTo>
                    <a:pt x="14447" y="551"/>
                  </a:lnTo>
                  <a:lnTo>
                    <a:pt x="14687" y="638"/>
                  </a:lnTo>
                  <a:lnTo>
                    <a:pt x="14868" y="730"/>
                  </a:lnTo>
                  <a:lnTo>
                    <a:pt x="15018" y="822"/>
                  </a:lnTo>
                  <a:lnTo>
                    <a:pt x="15108" y="913"/>
                  </a:lnTo>
                  <a:lnTo>
                    <a:pt x="15198" y="1000"/>
                  </a:lnTo>
                  <a:lnTo>
                    <a:pt x="15258" y="1087"/>
                  </a:lnTo>
                  <a:lnTo>
                    <a:pt x="15258" y="1087"/>
                  </a:lnTo>
                  <a:lnTo>
                    <a:pt x="15318" y="1163"/>
                  </a:lnTo>
                  <a:lnTo>
                    <a:pt x="15318" y="1245"/>
                  </a:lnTo>
                  <a:lnTo>
                    <a:pt x="15288" y="1337"/>
                  </a:lnTo>
                  <a:lnTo>
                    <a:pt x="15258" y="1429"/>
                  </a:lnTo>
                  <a:lnTo>
                    <a:pt x="15168" y="1526"/>
                  </a:lnTo>
                  <a:lnTo>
                    <a:pt x="15048" y="1628"/>
                  </a:lnTo>
                  <a:lnTo>
                    <a:pt x="14898" y="1724"/>
                  </a:lnTo>
                  <a:lnTo>
                    <a:pt x="14657" y="1827"/>
                  </a:lnTo>
                  <a:lnTo>
                    <a:pt x="14417" y="1923"/>
                  </a:lnTo>
                  <a:lnTo>
                    <a:pt x="14087" y="2015"/>
                  </a:lnTo>
                  <a:lnTo>
                    <a:pt x="13696" y="2107"/>
                  </a:lnTo>
                  <a:lnTo>
                    <a:pt x="13486" y="2148"/>
                  </a:lnTo>
                  <a:lnTo>
                    <a:pt x="13246" y="2194"/>
                  </a:lnTo>
                  <a:lnTo>
                    <a:pt x="13006" y="2229"/>
                  </a:lnTo>
                  <a:lnTo>
                    <a:pt x="12735" y="2270"/>
                  </a:lnTo>
                  <a:lnTo>
                    <a:pt x="12435" y="2306"/>
                  </a:lnTo>
                  <a:lnTo>
                    <a:pt x="12135" y="2337"/>
                  </a:lnTo>
                  <a:lnTo>
                    <a:pt x="11804" y="2367"/>
                  </a:lnTo>
                  <a:lnTo>
                    <a:pt x="11474" y="2398"/>
                  </a:lnTo>
                  <a:lnTo>
                    <a:pt x="11113" y="2423"/>
                  </a:lnTo>
                  <a:lnTo>
                    <a:pt x="10723" y="2444"/>
                  </a:lnTo>
                  <a:lnTo>
                    <a:pt x="10723" y="2444"/>
                  </a:lnTo>
                  <a:lnTo>
                    <a:pt x="9672" y="2347"/>
                  </a:lnTo>
                  <a:lnTo>
                    <a:pt x="8530" y="2255"/>
                  </a:lnTo>
                  <a:lnTo>
                    <a:pt x="7359" y="2168"/>
                  </a:lnTo>
                  <a:lnTo>
                    <a:pt x="6098" y="2092"/>
                  </a:lnTo>
                  <a:lnTo>
                    <a:pt x="4806" y="2020"/>
                  </a:lnTo>
                  <a:lnTo>
                    <a:pt x="3485" y="1954"/>
                  </a:lnTo>
                  <a:lnTo>
                    <a:pt x="2103" y="1898"/>
                  </a:lnTo>
                  <a:lnTo>
                    <a:pt x="691" y="1852"/>
                  </a:lnTo>
                  <a:lnTo>
                    <a:pt x="691" y="1852"/>
                  </a:lnTo>
                  <a:lnTo>
                    <a:pt x="481" y="1765"/>
                  </a:lnTo>
                  <a:lnTo>
                    <a:pt x="331" y="1679"/>
                  </a:lnTo>
                  <a:lnTo>
                    <a:pt x="211" y="1592"/>
                  </a:lnTo>
                  <a:lnTo>
                    <a:pt x="121" y="1505"/>
                  </a:lnTo>
                  <a:lnTo>
                    <a:pt x="61" y="1424"/>
                  </a:lnTo>
                  <a:lnTo>
                    <a:pt x="31" y="1347"/>
                  </a:lnTo>
                  <a:lnTo>
                    <a:pt x="1" y="1209"/>
                  </a:lnTo>
                  <a:lnTo>
                    <a:pt x="1" y="1209"/>
                  </a:lnTo>
                  <a:lnTo>
                    <a:pt x="31" y="1128"/>
                  </a:lnTo>
                  <a:lnTo>
                    <a:pt x="91" y="1036"/>
                  </a:lnTo>
                  <a:lnTo>
                    <a:pt x="241" y="939"/>
                  </a:lnTo>
                  <a:lnTo>
                    <a:pt x="421" y="842"/>
                  </a:lnTo>
                  <a:lnTo>
                    <a:pt x="661" y="740"/>
                  </a:lnTo>
                  <a:lnTo>
                    <a:pt x="932" y="638"/>
                  </a:lnTo>
                  <a:lnTo>
                    <a:pt x="1292" y="541"/>
                  </a:lnTo>
                  <a:lnTo>
                    <a:pt x="1713" y="444"/>
                  </a:lnTo>
                  <a:lnTo>
                    <a:pt x="1953" y="398"/>
                  </a:lnTo>
                  <a:lnTo>
                    <a:pt x="2223" y="352"/>
                  </a:lnTo>
                  <a:lnTo>
                    <a:pt x="2493" y="312"/>
                  </a:lnTo>
                  <a:lnTo>
                    <a:pt x="2764" y="271"/>
                  </a:lnTo>
                  <a:lnTo>
                    <a:pt x="3064" y="230"/>
                  </a:lnTo>
                  <a:lnTo>
                    <a:pt x="3394" y="194"/>
                  </a:lnTo>
                  <a:lnTo>
                    <a:pt x="3755" y="159"/>
                  </a:lnTo>
                  <a:lnTo>
                    <a:pt x="4115" y="128"/>
                  </a:lnTo>
                  <a:lnTo>
                    <a:pt x="4476" y="97"/>
                  </a:lnTo>
                  <a:lnTo>
                    <a:pt x="4896" y="72"/>
                  </a:lnTo>
                  <a:lnTo>
                    <a:pt x="5317" y="51"/>
                  </a:lnTo>
                  <a:lnTo>
                    <a:pt x="5737" y="31"/>
                  </a:lnTo>
                  <a:lnTo>
                    <a:pt x="6218" y="16"/>
                  </a:lnTo>
                  <a:lnTo>
                    <a:pt x="6698" y="6"/>
                  </a:lnTo>
                  <a:lnTo>
                    <a:pt x="7209" y="0"/>
                  </a:lnTo>
                  <a:lnTo>
                    <a:pt x="771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77"/>
            <p:cNvSpPr/>
            <p:nvPr/>
          </p:nvSpPr>
          <p:spPr>
            <a:xfrm flipH="1">
              <a:off x="1529839" y="4602000"/>
              <a:ext cx="16303" cy="14950"/>
            </a:xfrm>
            <a:custGeom>
              <a:avLst/>
              <a:gdLst/>
              <a:ahLst/>
              <a:cxnLst/>
              <a:rect l="l" t="t" r="r" b="b"/>
              <a:pathLst>
                <a:path w="3845" h="598" extrusionOk="0">
                  <a:moveTo>
                    <a:pt x="661" y="1"/>
                  </a:moveTo>
                  <a:lnTo>
                    <a:pt x="121" y="57"/>
                  </a:lnTo>
                  <a:lnTo>
                    <a:pt x="31" y="72"/>
                  </a:lnTo>
                  <a:lnTo>
                    <a:pt x="1" y="92"/>
                  </a:lnTo>
                  <a:lnTo>
                    <a:pt x="31" y="113"/>
                  </a:lnTo>
                  <a:lnTo>
                    <a:pt x="91" y="128"/>
                  </a:lnTo>
                  <a:lnTo>
                    <a:pt x="241" y="154"/>
                  </a:lnTo>
                  <a:lnTo>
                    <a:pt x="361" y="194"/>
                  </a:lnTo>
                  <a:lnTo>
                    <a:pt x="481" y="240"/>
                  </a:lnTo>
                  <a:lnTo>
                    <a:pt x="511" y="266"/>
                  </a:lnTo>
                  <a:lnTo>
                    <a:pt x="541" y="296"/>
                  </a:lnTo>
                  <a:lnTo>
                    <a:pt x="511" y="332"/>
                  </a:lnTo>
                  <a:lnTo>
                    <a:pt x="451" y="368"/>
                  </a:lnTo>
                  <a:lnTo>
                    <a:pt x="361" y="409"/>
                  </a:lnTo>
                  <a:lnTo>
                    <a:pt x="241" y="449"/>
                  </a:lnTo>
                  <a:lnTo>
                    <a:pt x="211" y="465"/>
                  </a:lnTo>
                  <a:lnTo>
                    <a:pt x="181" y="480"/>
                  </a:lnTo>
                  <a:lnTo>
                    <a:pt x="211" y="495"/>
                  </a:lnTo>
                  <a:lnTo>
                    <a:pt x="241" y="511"/>
                  </a:lnTo>
                  <a:lnTo>
                    <a:pt x="331" y="521"/>
                  </a:lnTo>
                  <a:lnTo>
                    <a:pt x="421" y="531"/>
                  </a:lnTo>
                  <a:lnTo>
                    <a:pt x="1442" y="597"/>
                  </a:lnTo>
                  <a:lnTo>
                    <a:pt x="1652" y="536"/>
                  </a:lnTo>
                  <a:lnTo>
                    <a:pt x="1773" y="480"/>
                  </a:lnTo>
                  <a:lnTo>
                    <a:pt x="1863" y="419"/>
                  </a:lnTo>
                  <a:lnTo>
                    <a:pt x="1893" y="363"/>
                  </a:lnTo>
                  <a:lnTo>
                    <a:pt x="1863" y="312"/>
                  </a:lnTo>
                  <a:lnTo>
                    <a:pt x="1803" y="266"/>
                  </a:lnTo>
                  <a:lnTo>
                    <a:pt x="1713" y="220"/>
                  </a:lnTo>
                  <a:lnTo>
                    <a:pt x="1562" y="169"/>
                  </a:lnTo>
                  <a:lnTo>
                    <a:pt x="1412" y="128"/>
                  </a:lnTo>
                  <a:lnTo>
                    <a:pt x="1202" y="82"/>
                  </a:lnTo>
                  <a:lnTo>
                    <a:pt x="962" y="41"/>
                  </a:lnTo>
                  <a:lnTo>
                    <a:pt x="661" y="1"/>
                  </a:lnTo>
                  <a:close/>
                  <a:moveTo>
                    <a:pt x="2644" y="1"/>
                  </a:moveTo>
                  <a:lnTo>
                    <a:pt x="2103" y="57"/>
                  </a:lnTo>
                  <a:lnTo>
                    <a:pt x="1983" y="72"/>
                  </a:lnTo>
                  <a:lnTo>
                    <a:pt x="1953" y="92"/>
                  </a:lnTo>
                  <a:lnTo>
                    <a:pt x="1983" y="113"/>
                  </a:lnTo>
                  <a:lnTo>
                    <a:pt x="2073" y="128"/>
                  </a:lnTo>
                  <a:lnTo>
                    <a:pt x="2193" y="154"/>
                  </a:lnTo>
                  <a:lnTo>
                    <a:pt x="2343" y="194"/>
                  </a:lnTo>
                  <a:lnTo>
                    <a:pt x="2433" y="240"/>
                  </a:lnTo>
                  <a:lnTo>
                    <a:pt x="2493" y="266"/>
                  </a:lnTo>
                  <a:lnTo>
                    <a:pt x="2493" y="296"/>
                  </a:lnTo>
                  <a:lnTo>
                    <a:pt x="2463" y="332"/>
                  </a:lnTo>
                  <a:lnTo>
                    <a:pt x="2433" y="368"/>
                  </a:lnTo>
                  <a:lnTo>
                    <a:pt x="2343" y="409"/>
                  </a:lnTo>
                  <a:lnTo>
                    <a:pt x="2193" y="449"/>
                  </a:lnTo>
                  <a:lnTo>
                    <a:pt x="2163" y="465"/>
                  </a:lnTo>
                  <a:lnTo>
                    <a:pt x="2133" y="480"/>
                  </a:lnTo>
                  <a:lnTo>
                    <a:pt x="2163" y="495"/>
                  </a:lnTo>
                  <a:lnTo>
                    <a:pt x="2223" y="511"/>
                  </a:lnTo>
                  <a:lnTo>
                    <a:pt x="2283" y="521"/>
                  </a:lnTo>
                  <a:lnTo>
                    <a:pt x="2403" y="531"/>
                  </a:lnTo>
                  <a:lnTo>
                    <a:pt x="3394" y="597"/>
                  </a:lnTo>
                  <a:lnTo>
                    <a:pt x="3605" y="536"/>
                  </a:lnTo>
                  <a:lnTo>
                    <a:pt x="3725" y="480"/>
                  </a:lnTo>
                  <a:lnTo>
                    <a:pt x="3815" y="419"/>
                  </a:lnTo>
                  <a:lnTo>
                    <a:pt x="3845" y="363"/>
                  </a:lnTo>
                  <a:lnTo>
                    <a:pt x="3815" y="312"/>
                  </a:lnTo>
                  <a:lnTo>
                    <a:pt x="3755" y="266"/>
                  </a:lnTo>
                  <a:lnTo>
                    <a:pt x="3665" y="220"/>
                  </a:lnTo>
                  <a:lnTo>
                    <a:pt x="3545" y="169"/>
                  </a:lnTo>
                  <a:lnTo>
                    <a:pt x="3364" y="128"/>
                  </a:lnTo>
                  <a:lnTo>
                    <a:pt x="3154" y="82"/>
                  </a:lnTo>
                  <a:lnTo>
                    <a:pt x="2914" y="41"/>
                  </a:lnTo>
                  <a:lnTo>
                    <a:pt x="264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77"/>
            <p:cNvSpPr/>
            <p:nvPr/>
          </p:nvSpPr>
          <p:spPr>
            <a:xfrm flipH="1">
              <a:off x="1487049" y="4621900"/>
              <a:ext cx="409168" cy="206600"/>
            </a:xfrm>
            <a:custGeom>
              <a:avLst/>
              <a:gdLst/>
              <a:ahLst/>
              <a:cxnLst/>
              <a:rect l="l" t="t" r="r" b="b"/>
              <a:pathLst>
                <a:path w="96502" h="8264" extrusionOk="0">
                  <a:moveTo>
                    <a:pt x="23007" y="0"/>
                  </a:moveTo>
                  <a:lnTo>
                    <a:pt x="21625" y="5"/>
                  </a:lnTo>
                  <a:lnTo>
                    <a:pt x="20244" y="21"/>
                  </a:lnTo>
                  <a:lnTo>
                    <a:pt x="18862" y="51"/>
                  </a:lnTo>
                  <a:lnTo>
                    <a:pt x="18201" y="67"/>
                  </a:lnTo>
                  <a:lnTo>
                    <a:pt x="17510" y="87"/>
                  </a:lnTo>
                  <a:lnTo>
                    <a:pt x="16850" y="112"/>
                  </a:lnTo>
                  <a:lnTo>
                    <a:pt x="16189" y="138"/>
                  </a:lnTo>
                  <a:lnTo>
                    <a:pt x="15558" y="169"/>
                  </a:lnTo>
                  <a:lnTo>
                    <a:pt x="14897" y="204"/>
                  </a:lnTo>
                  <a:lnTo>
                    <a:pt x="14267" y="240"/>
                  </a:lnTo>
                  <a:lnTo>
                    <a:pt x="13666" y="281"/>
                  </a:lnTo>
                  <a:lnTo>
                    <a:pt x="13035" y="322"/>
                  </a:lnTo>
                  <a:lnTo>
                    <a:pt x="12435" y="367"/>
                  </a:lnTo>
                  <a:lnTo>
                    <a:pt x="11864" y="413"/>
                  </a:lnTo>
                  <a:lnTo>
                    <a:pt x="11293" y="469"/>
                  </a:lnTo>
                  <a:lnTo>
                    <a:pt x="10723" y="520"/>
                  </a:lnTo>
                  <a:lnTo>
                    <a:pt x="10182" y="582"/>
                  </a:lnTo>
                  <a:lnTo>
                    <a:pt x="9641" y="643"/>
                  </a:lnTo>
                  <a:lnTo>
                    <a:pt x="9101" y="709"/>
                  </a:lnTo>
                  <a:lnTo>
                    <a:pt x="8590" y="776"/>
                  </a:lnTo>
                  <a:lnTo>
                    <a:pt x="8110" y="847"/>
                  </a:lnTo>
                  <a:lnTo>
                    <a:pt x="7629" y="923"/>
                  </a:lnTo>
                  <a:lnTo>
                    <a:pt x="7178" y="1000"/>
                  </a:lnTo>
                  <a:lnTo>
                    <a:pt x="6728" y="1087"/>
                  </a:lnTo>
                  <a:lnTo>
                    <a:pt x="6307" y="1168"/>
                  </a:lnTo>
                  <a:lnTo>
                    <a:pt x="5917" y="1260"/>
                  </a:lnTo>
                  <a:lnTo>
                    <a:pt x="5527" y="1352"/>
                  </a:lnTo>
                  <a:lnTo>
                    <a:pt x="5166" y="1449"/>
                  </a:lnTo>
                  <a:lnTo>
                    <a:pt x="4836" y="1546"/>
                  </a:lnTo>
                  <a:lnTo>
                    <a:pt x="4115" y="1770"/>
                  </a:lnTo>
                  <a:lnTo>
                    <a:pt x="3484" y="1989"/>
                  </a:lnTo>
                  <a:lnTo>
                    <a:pt x="2914" y="2204"/>
                  </a:lnTo>
                  <a:lnTo>
                    <a:pt x="2373" y="2423"/>
                  </a:lnTo>
                  <a:lnTo>
                    <a:pt x="1892" y="2637"/>
                  </a:lnTo>
                  <a:lnTo>
                    <a:pt x="1472" y="2846"/>
                  </a:lnTo>
                  <a:lnTo>
                    <a:pt x="1111" y="3055"/>
                  </a:lnTo>
                  <a:lnTo>
                    <a:pt x="811" y="3265"/>
                  </a:lnTo>
                  <a:lnTo>
                    <a:pt x="541" y="3469"/>
                  </a:lnTo>
                  <a:lnTo>
                    <a:pt x="331" y="3673"/>
                  </a:lnTo>
                  <a:lnTo>
                    <a:pt x="180" y="3872"/>
                  </a:lnTo>
                  <a:lnTo>
                    <a:pt x="60" y="4071"/>
                  </a:lnTo>
                  <a:lnTo>
                    <a:pt x="0" y="4264"/>
                  </a:lnTo>
                  <a:lnTo>
                    <a:pt x="0" y="4458"/>
                  </a:lnTo>
                  <a:lnTo>
                    <a:pt x="30" y="4647"/>
                  </a:lnTo>
                  <a:lnTo>
                    <a:pt x="120" y="4836"/>
                  </a:lnTo>
                  <a:lnTo>
                    <a:pt x="240" y="5019"/>
                  </a:lnTo>
                  <a:lnTo>
                    <a:pt x="421" y="5198"/>
                  </a:lnTo>
                  <a:lnTo>
                    <a:pt x="661" y="5376"/>
                  </a:lnTo>
                  <a:lnTo>
                    <a:pt x="931" y="5550"/>
                  </a:lnTo>
                  <a:lnTo>
                    <a:pt x="1262" y="5718"/>
                  </a:lnTo>
                  <a:lnTo>
                    <a:pt x="1622" y="5886"/>
                  </a:lnTo>
                  <a:lnTo>
                    <a:pt x="2013" y="6050"/>
                  </a:lnTo>
                  <a:lnTo>
                    <a:pt x="2463" y="6208"/>
                  </a:lnTo>
                  <a:lnTo>
                    <a:pt x="2974" y="6361"/>
                  </a:lnTo>
                  <a:lnTo>
                    <a:pt x="3514" y="6514"/>
                  </a:lnTo>
                  <a:lnTo>
                    <a:pt x="4085" y="6662"/>
                  </a:lnTo>
                  <a:lnTo>
                    <a:pt x="4686" y="6804"/>
                  </a:lnTo>
                  <a:lnTo>
                    <a:pt x="5346" y="6942"/>
                  </a:lnTo>
                  <a:lnTo>
                    <a:pt x="6067" y="7075"/>
                  </a:lnTo>
                  <a:lnTo>
                    <a:pt x="6788" y="7207"/>
                  </a:lnTo>
                  <a:lnTo>
                    <a:pt x="7569" y="7330"/>
                  </a:lnTo>
                  <a:lnTo>
                    <a:pt x="7899" y="7381"/>
                  </a:lnTo>
                  <a:lnTo>
                    <a:pt x="8230" y="7427"/>
                  </a:lnTo>
                  <a:lnTo>
                    <a:pt x="8981" y="7519"/>
                  </a:lnTo>
                  <a:lnTo>
                    <a:pt x="9822" y="7605"/>
                  </a:lnTo>
                  <a:lnTo>
                    <a:pt x="10723" y="7687"/>
                  </a:lnTo>
                  <a:lnTo>
                    <a:pt x="11353" y="7656"/>
                  </a:lnTo>
                  <a:lnTo>
                    <a:pt x="12044" y="7636"/>
                  </a:lnTo>
                  <a:lnTo>
                    <a:pt x="12765" y="7621"/>
                  </a:lnTo>
                  <a:lnTo>
                    <a:pt x="13576" y="7615"/>
                  </a:lnTo>
                  <a:lnTo>
                    <a:pt x="13846" y="7615"/>
                  </a:lnTo>
                  <a:lnTo>
                    <a:pt x="14537" y="7621"/>
                  </a:lnTo>
                  <a:lnTo>
                    <a:pt x="15168" y="7631"/>
                  </a:lnTo>
                  <a:lnTo>
                    <a:pt x="15768" y="7651"/>
                  </a:lnTo>
                  <a:lnTo>
                    <a:pt x="16339" y="7672"/>
                  </a:lnTo>
                  <a:lnTo>
                    <a:pt x="16850" y="7692"/>
                  </a:lnTo>
                  <a:lnTo>
                    <a:pt x="17360" y="7723"/>
                  </a:lnTo>
                  <a:lnTo>
                    <a:pt x="17811" y="7758"/>
                  </a:lnTo>
                  <a:lnTo>
                    <a:pt x="18231" y="7794"/>
                  </a:lnTo>
                  <a:lnTo>
                    <a:pt x="18622" y="7835"/>
                  </a:lnTo>
                  <a:lnTo>
                    <a:pt x="18952" y="7876"/>
                  </a:lnTo>
                  <a:lnTo>
                    <a:pt x="19282" y="7922"/>
                  </a:lnTo>
                  <a:lnTo>
                    <a:pt x="19583" y="7967"/>
                  </a:lnTo>
                  <a:lnTo>
                    <a:pt x="19853" y="8018"/>
                  </a:lnTo>
                  <a:lnTo>
                    <a:pt x="20093" y="8075"/>
                  </a:lnTo>
                  <a:lnTo>
                    <a:pt x="20304" y="8126"/>
                  </a:lnTo>
                  <a:lnTo>
                    <a:pt x="20514" y="8182"/>
                  </a:lnTo>
                  <a:lnTo>
                    <a:pt x="22076" y="8217"/>
                  </a:lnTo>
                  <a:lnTo>
                    <a:pt x="23668" y="8243"/>
                  </a:lnTo>
                  <a:lnTo>
                    <a:pt x="25289" y="8258"/>
                  </a:lnTo>
                  <a:lnTo>
                    <a:pt x="26881" y="8263"/>
                  </a:lnTo>
                  <a:lnTo>
                    <a:pt x="70462" y="8263"/>
                  </a:lnTo>
                  <a:lnTo>
                    <a:pt x="71813" y="8258"/>
                  </a:lnTo>
                  <a:lnTo>
                    <a:pt x="73165" y="8248"/>
                  </a:lnTo>
                  <a:lnTo>
                    <a:pt x="74486" y="8228"/>
                  </a:lnTo>
                  <a:lnTo>
                    <a:pt x="75808" y="8202"/>
                  </a:lnTo>
                  <a:lnTo>
                    <a:pt x="77129" y="8166"/>
                  </a:lnTo>
                  <a:lnTo>
                    <a:pt x="78421" y="8126"/>
                  </a:lnTo>
                  <a:lnTo>
                    <a:pt x="79682" y="8069"/>
                  </a:lnTo>
                  <a:lnTo>
                    <a:pt x="80914" y="8008"/>
                  </a:lnTo>
                  <a:lnTo>
                    <a:pt x="82115" y="7937"/>
                  </a:lnTo>
                  <a:lnTo>
                    <a:pt x="83256" y="7855"/>
                  </a:lnTo>
                  <a:lnTo>
                    <a:pt x="83827" y="7814"/>
                  </a:lnTo>
                  <a:lnTo>
                    <a:pt x="84368" y="7769"/>
                  </a:lnTo>
                  <a:lnTo>
                    <a:pt x="84908" y="7717"/>
                  </a:lnTo>
                  <a:lnTo>
                    <a:pt x="85419" y="7666"/>
                  </a:lnTo>
                  <a:lnTo>
                    <a:pt x="85929" y="7610"/>
                  </a:lnTo>
                  <a:lnTo>
                    <a:pt x="86410" y="7554"/>
                  </a:lnTo>
                  <a:lnTo>
                    <a:pt x="86891" y="7498"/>
                  </a:lnTo>
                  <a:lnTo>
                    <a:pt x="87341" y="7432"/>
                  </a:lnTo>
                  <a:lnTo>
                    <a:pt x="87792" y="7371"/>
                  </a:lnTo>
                  <a:lnTo>
                    <a:pt x="88212" y="7299"/>
                  </a:lnTo>
                  <a:lnTo>
                    <a:pt x="88633" y="7233"/>
                  </a:lnTo>
                  <a:lnTo>
                    <a:pt x="88993" y="7156"/>
                  </a:lnTo>
                  <a:lnTo>
                    <a:pt x="89744" y="7009"/>
                  </a:lnTo>
                  <a:lnTo>
                    <a:pt x="90435" y="6850"/>
                  </a:lnTo>
                  <a:lnTo>
                    <a:pt x="91095" y="6692"/>
                  </a:lnTo>
                  <a:lnTo>
                    <a:pt x="91726" y="6524"/>
                  </a:lnTo>
                  <a:lnTo>
                    <a:pt x="92327" y="6351"/>
                  </a:lnTo>
                  <a:lnTo>
                    <a:pt x="92897" y="6172"/>
                  </a:lnTo>
                  <a:lnTo>
                    <a:pt x="93438" y="5988"/>
                  </a:lnTo>
                  <a:lnTo>
                    <a:pt x="93919" y="5800"/>
                  </a:lnTo>
                  <a:lnTo>
                    <a:pt x="94369" y="5611"/>
                  </a:lnTo>
                  <a:lnTo>
                    <a:pt x="94790" y="5417"/>
                  </a:lnTo>
                  <a:lnTo>
                    <a:pt x="95150" y="5223"/>
                  </a:lnTo>
                  <a:lnTo>
                    <a:pt x="95510" y="5024"/>
                  </a:lnTo>
                  <a:lnTo>
                    <a:pt x="95781" y="4825"/>
                  </a:lnTo>
                  <a:lnTo>
                    <a:pt x="96021" y="4621"/>
                  </a:lnTo>
                  <a:lnTo>
                    <a:pt x="96201" y="4417"/>
                  </a:lnTo>
                  <a:lnTo>
                    <a:pt x="96351" y="4213"/>
                  </a:lnTo>
                  <a:lnTo>
                    <a:pt x="96442" y="4009"/>
                  </a:lnTo>
                  <a:lnTo>
                    <a:pt x="96502" y="3805"/>
                  </a:lnTo>
                  <a:lnTo>
                    <a:pt x="96472" y="3601"/>
                  </a:lnTo>
                  <a:lnTo>
                    <a:pt x="96412" y="3397"/>
                  </a:lnTo>
                  <a:lnTo>
                    <a:pt x="96291" y="3193"/>
                  </a:lnTo>
                  <a:lnTo>
                    <a:pt x="96111" y="2994"/>
                  </a:lnTo>
                  <a:lnTo>
                    <a:pt x="95871" y="2795"/>
                  </a:lnTo>
                  <a:lnTo>
                    <a:pt x="95571" y="2596"/>
                  </a:lnTo>
                  <a:lnTo>
                    <a:pt x="95210" y="2403"/>
                  </a:lnTo>
                  <a:lnTo>
                    <a:pt x="94790" y="2214"/>
                  </a:lnTo>
                  <a:lnTo>
                    <a:pt x="94279" y="2025"/>
                  </a:lnTo>
                  <a:lnTo>
                    <a:pt x="93738" y="1842"/>
                  </a:lnTo>
                  <a:lnTo>
                    <a:pt x="93438" y="1750"/>
                  </a:lnTo>
                  <a:lnTo>
                    <a:pt x="93108" y="1663"/>
                  </a:lnTo>
                  <a:lnTo>
                    <a:pt x="92777" y="1576"/>
                  </a:lnTo>
                  <a:lnTo>
                    <a:pt x="92417" y="1490"/>
                  </a:lnTo>
                  <a:lnTo>
                    <a:pt x="92026" y="1403"/>
                  </a:lnTo>
                  <a:lnTo>
                    <a:pt x="91636" y="1321"/>
                  </a:lnTo>
                  <a:lnTo>
                    <a:pt x="91246" y="1240"/>
                  </a:lnTo>
                  <a:lnTo>
                    <a:pt x="90795" y="1158"/>
                  </a:lnTo>
                  <a:lnTo>
                    <a:pt x="90435" y="1097"/>
                  </a:lnTo>
                  <a:lnTo>
                    <a:pt x="90044" y="1031"/>
                  </a:lnTo>
                  <a:lnTo>
                    <a:pt x="89654" y="969"/>
                  </a:lnTo>
                  <a:lnTo>
                    <a:pt x="89203" y="913"/>
                  </a:lnTo>
                  <a:lnTo>
                    <a:pt x="88753" y="852"/>
                  </a:lnTo>
                  <a:lnTo>
                    <a:pt x="88272" y="796"/>
                  </a:lnTo>
                  <a:lnTo>
                    <a:pt x="87762" y="740"/>
                  </a:lnTo>
                  <a:lnTo>
                    <a:pt x="87221" y="684"/>
                  </a:lnTo>
                  <a:lnTo>
                    <a:pt x="86590" y="714"/>
                  </a:lnTo>
                  <a:lnTo>
                    <a:pt x="85929" y="735"/>
                  </a:lnTo>
                  <a:lnTo>
                    <a:pt x="85179" y="750"/>
                  </a:lnTo>
                  <a:lnTo>
                    <a:pt x="84398" y="755"/>
                  </a:lnTo>
                  <a:lnTo>
                    <a:pt x="84127" y="755"/>
                  </a:lnTo>
                  <a:lnTo>
                    <a:pt x="83376" y="745"/>
                  </a:lnTo>
                  <a:lnTo>
                    <a:pt x="82686" y="735"/>
                  </a:lnTo>
                  <a:lnTo>
                    <a:pt x="82025" y="714"/>
                  </a:lnTo>
                  <a:lnTo>
                    <a:pt x="81424" y="689"/>
                  </a:lnTo>
                  <a:lnTo>
                    <a:pt x="80854" y="658"/>
                  </a:lnTo>
                  <a:lnTo>
                    <a:pt x="80343" y="628"/>
                  </a:lnTo>
                  <a:lnTo>
                    <a:pt x="79862" y="587"/>
                  </a:lnTo>
                  <a:lnTo>
                    <a:pt x="79412" y="541"/>
                  </a:lnTo>
                  <a:lnTo>
                    <a:pt x="79021" y="495"/>
                  </a:lnTo>
                  <a:lnTo>
                    <a:pt x="78661" y="444"/>
                  </a:lnTo>
                  <a:lnTo>
                    <a:pt x="78361" y="393"/>
                  </a:lnTo>
                  <a:lnTo>
                    <a:pt x="78060" y="337"/>
                  </a:lnTo>
                  <a:lnTo>
                    <a:pt x="77790" y="276"/>
                  </a:lnTo>
                  <a:lnTo>
                    <a:pt x="77580" y="214"/>
                  </a:lnTo>
                  <a:lnTo>
                    <a:pt x="77370" y="153"/>
                  </a:lnTo>
                  <a:lnTo>
                    <a:pt x="77189" y="92"/>
                  </a:lnTo>
                  <a:lnTo>
                    <a:pt x="75718" y="56"/>
                  </a:lnTo>
                  <a:lnTo>
                    <a:pt x="74216" y="26"/>
                  </a:lnTo>
                  <a:lnTo>
                    <a:pt x="72684" y="10"/>
                  </a:lnTo>
                  <a:lnTo>
                    <a:pt x="71152" y="0"/>
                  </a:lnTo>
                  <a:lnTo>
                    <a:pt x="69621" y="10"/>
                  </a:lnTo>
                  <a:lnTo>
                    <a:pt x="68870" y="16"/>
                  </a:lnTo>
                  <a:lnTo>
                    <a:pt x="68119" y="26"/>
                  </a:lnTo>
                  <a:lnTo>
                    <a:pt x="26190" y="26"/>
                  </a:lnTo>
                  <a:lnTo>
                    <a:pt x="25380" y="16"/>
                  </a:lnTo>
                  <a:lnTo>
                    <a:pt x="24599" y="5"/>
                  </a:lnTo>
                  <a:lnTo>
                    <a:pt x="23788" y="0"/>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77"/>
            <p:cNvSpPr/>
            <p:nvPr/>
          </p:nvSpPr>
          <p:spPr>
            <a:xfrm flipH="1">
              <a:off x="1487049" y="4621900"/>
              <a:ext cx="409168" cy="206600"/>
            </a:xfrm>
            <a:custGeom>
              <a:avLst/>
              <a:gdLst/>
              <a:ahLst/>
              <a:cxnLst/>
              <a:rect l="l" t="t" r="r" b="b"/>
              <a:pathLst>
                <a:path w="96502" h="8264" fill="none" extrusionOk="0">
                  <a:moveTo>
                    <a:pt x="23007" y="0"/>
                  </a:moveTo>
                  <a:lnTo>
                    <a:pt x="23007" y="0"/>
                  </a:lnTo>
                  <a:lnTo>
                    <a:pt x="23788" y="0"/>
                  </a:lnTo>
                  <a:lnTo>
                    <a:pt x="24599" y="5"/>
                  </a:lnTo>
                  <a:lnTo>
                    <a:pt x="25380" y="16"/>
                  </a:lnTo>
                  <a:lnTo>
                    <a:pt x="26190" y="26"/>
                  </a:lnTo>
                  <a:lnTo>
                    <a:pt x="68119" y="26"/>
                  </a:lnTo>
                  <a:lnTo>
                    <a:pt x="68119" y="26"/>
                  </a:lnTo>
                  <a:lnTo>
                    <a:pt x="68870" y="16"/>
                  </a:lnTo>
                  <a:lnTo>
                    <a:pt x="69621" y="10"/>
                  </a:lnTo>
                  <a:lnTo>
                    <a:pt x="71152" y="0"/>
                  </a:lnTo>
                  <a:lnTo>
                    <a:pt x="71152" y="0"/>
                  </a:lnTo>
                  <a:lnTo>
                    <a:pt x="72684" y="10"/>
                  </a:lnTo>
                  <a:lnTo>
                    <a:pt x="74216" y="26"/>
                  </a:lnTo>
                  <a:lnTo>
                    <a:pt x="75718" y="56"/>
                  </a:lnTo>
                  <a:lnTo>
                    <a:pt x="77189" y="92"/>
                  </a:lnTo>
                  <a:lnTo>
                    <a:pt x="77189" y="92"/>
                  </a:lnTo>
                  <a:lnTo>
                    <a:pt x="77370" y="153"/>
                  </a:lnTo>
                  <a:lnTo>
                    <a:pt x="77580" y="214"/>
                  </a:lnTo>
                  <a:lnTo>
                    <a:pt x="77790" y="276"/>
                  </a:lnTo>
                  <a:lnTo>
                    <a:pt x="78060" y="337"/>
                  </a:lnTo>
                  <a:lnTo>
                    <a:pt x="78361" y="393"/>
                  </a:lnTo>
                  <a:lnTo>
                    <a:pt x="78661" y="444"/>
                  </a:lnTo>
                  <a:lnTo>
                    <a:pt x="79021" y="495"/>
                  </a:lnTo>
                  <a:lnTo>
                    <a:pt x="79412" y="541"/>
                  </a:lnTo>
                  <a:lnTo>
                    <a:pt x="79862" y="587"/>
                  </a:lnTo>
                  <a:lnTo>
                    <a:pt x="80343" y="628"/>
                  </a:lnTo>
                  <a:lnTo>
                    <a:pt x="80854" y="658"/>
                  </a:lnTo>
                  <a:lnTo>
                    <a:pt x="81424" y="689"/>
                  </a:lnTo>
                  <a:lnTo>
                    <a:pt x="82025" y="714"/>
                  </a:lnTo>
                  <a:lnTo>
                    <a:pt x="82686" y="735"/>
                  </a:lnTo>
                  <a:lnTo>
                    <a:pt x="83376" y="745"/>
                  </a:lnTo>
                  <a:lnTo>
                    <a:pt x="84127" y="755"/>
                  </a:lnTo>
                  <a:lnTo>
                    <a:pt x="84127" y="755"/>
                  </a:lnTo>
                  <a:lnTo>
                    <a:pt x="84398" y="755"/>
                  </a:lnTo>
                  <a:lnTo>
                    <a:pt x="84398" y="755"/>
                  </a:lnTo>
                  <a:lnTo>
                    <a:pt x="85179" y="750"/>
                  </a:lnTo>
                  <a:lnTo>
                    <a:pt x="85929" y="735"/>
                  </a:lnTo>
                  <a:lnTo>
                    <a:pt x="86590" y="714"/>
                  </a:lnTo>
                  <a:lnTo>
                    <a:pt x="87221" y="684"/>
                  </a:lnTo>
                  <a:lnTo>
                    <a:pt x="87221" y="684"/>
                  </a:lnTo>
                  <a:lnTo>
                    <a:pt x="87762" y="740"/>
                  </a:lnTo>
                  <a:lnTo>
                    <a:pt x="88272" y="796"/>
                  </a:lnTo>
                  <a:lnTo>
                    <a:pt x="88753" y="852"/>
                  </a:lnTo>
                  <a:lnTo>
                    <a:pt x="89203" y="913"/>
                  </a:lnTo>
                  <a:lnTo>
                    <a:pt x="89654" y="969"/>
                  </a:lnTo>
                  <a:lnTo>
                    <a:pt x="90044" y="1031"/>
                  </a:lnTo>
                  <a:lnTo>
                    <a:pt x="90435" y="1097"/>
                  </a:lnTo>
                  <a:lnTo>
                    <a:pt x="90795" y="1158"/>
                  </a:lnTo>
                  <a:lnTo>
                    <a:pt x="90795" y="1158"/>
                  </a:lnTo>
                  <a:lnTo>
                    <a:pt x="91246" y="1240"/>
                  </a:lnTo>
                  <a:lnTo>
                    <a:pt x="91636" y="1321"/>
                  </a:lnTo>
                  <a:lnTo>
                    <a:pt x="92026" y="1403"/>
                  </a:lnTo>
                  <a:lnTo>
                    <a:pt x="92417" y="1490"/>
                  </a:lnTo>
                  <a:lnTo>
                    <a:pt x="92777" y="1576"/>
                  </a:lnTo>
                  <a:lnTo>
                    <a:pt x="93108" y="1663"/>
                  </a:lnTo>
                  <a:lnTo>
                    <a:pt x="93438" y="1750"/>
                  </a:lnTo>
                  <a:lnTo>
                    <a:pt x="93738" y="1842"/>
                  </a:lnTo>
                  <a:lnTo>
                    <a:pt x="94279" y="2025"/>
                  </a:lnTo>
                  <a:lnTo>
                    <a:pt x="94790" y="2214"/>
                  </a:lnTo>
                  <a:lnTo>
                    <a:pt x="95210" y="2403"/>
                  </a:lnTo>
                  <a:lnTo>
                    <a:pt x="95571" y="2596"/>
                  </a:lnTo>
                  <a:lnTo>
                    <a:pt x="95871" y="2795"/>
                  </a:lnTo>
                  <a:lnTo>
                    <a:pt x="96111" y="2994"/>
                  </a:lnTo>
                  <a:lnTo>
                    <a:pt x="96291" y="3193"/>
                  </a:lnTo>
                  <a:lnTo>
                    <a:pt x="96412" y="3397"/>
                  </a:lnTo>
                  <a:lnTo>
                    <a:pt x="96472" y="3601"/>
                  </a:lnTo>
                  <a:lnTo>
                    <a:pt x="96502" y="3805"/>
                  </a:lnTo>
                  <a:lnTo>
                    <a:pt x="96442" y="4009"/>
                  </a:lnTo>
                  <a:lnTo>
                    <a:pt x="96351" y="4213"/>
                  </a:lnTo>
                  <a:lnTo>
                    <a:pt x="96201" y="4417"/>
                  </a:lnTo>
                  <a:lnTo>
                    <a:pt x="96021" y="4621"/>
                  </a:lnTo>
                  <a:lnTo>
                    <a:pt x="95781" y="4825"/>
                  </a:lnTo>
                  <a:lnTo>
                    <a:pt x="95510" y="5024"/>
                  </a:lnTo>
                  <a:lnTo>
                    <a:pt x="95150" y="5223"/>
                  </a:lnTo>
                  <a:lnTo>
                    <a:pt x="94790" y="5417"/>
                  </a:lnTo>
                  <a:lnTo>
                    <a:pt x="94369" y="5611"/>
                  </a:lnTo>
                  <a:lnTo>
                    <a:pt x="93919" y="5800"/>
                  </a:lnTo>
                  <a:lnTo>
                    <a:pt x="93438" y="5988"/>
                  </a:lnTo>
                  <a:lnTo>
                    <a:pt x="92897" y="6172"/>
                  </a:lnTo>
                  <a:lnTo>
                    <a:pt x="92327" y="6351"/>
                  </a:lnTo>
                  <a:lnTo>
                    <a:pt x="91726" y="6524"/>
                  </a:lnTo>
                  <a:lnTo>
                    <a:pt x="91095" y="6692"/>
                  </a:lnTo>
                  <a:lnTo>
                    <a:pt x="90435" y="6850"/>
                  </a:lnTo>
                  <a:lnTo>
                    <a:pt x="89744" y="7009"/>
                  </a:lnTo>
                  <a:lnTo>
                    <a:pt x="88993" y="7156"/>
                  </a:lnTo>
                  <a:lnTo>
                    <a:pt x="88993" y="7156"/>
                  </a:lnTo>
                  <a:lnTo>
                    <a:pt x="88633" y="7233"/>
                  </a:lnTo>
                  <a:lnTo>
                    <a:pt x="88212" y="7299"/>
                  </a:lnTo>
                  <a:lnTo>
                    <a:pt x="87792" y="7371"/>
                  </a:lnTo>
                  <a:lnTo>
                    <a:pt x="87341" y="7432"/>
                  </a:lnTo>
                  <a:lnTo>
                    <a:pt x="86891" y="7498"/>
                  </a:lnTo>
                  <a:lnTo>
                    <a:pt x="86410" y="7554"/>
                  </a:lnTo>
                  <a:lnTo>
                    <a:pt x="85929" y="7610"/>
                  </a:lnTo>
                  <a:lnTo>
                    <a:pt x="85419" y="7666"/>
                  </a:lnTo>
                  <a:lnTo>
                    <a:pt x="84908" y="7717"/>
                  </a:lnTo>
                  <a:lnTo>
                    <a:pt x="84368" y="7769"/>
                  </a:lnTo>
                  <a:lnTo>
                    <a:pt x="83827" y="7814"/>
                  </a:lnTo>
                  <a:lnTo>
                    <a:pt x="83256" y="7855"/>
                  </a:lnTo>
                  <a:lnTo>
                    <a:pt x="82115" y="7937"/>
                  </a:lnTo>
                  <a:lnTo>
                    <a:pt x="80914" y="8008"/>
                  </a:lnTo>
                  <a:lnTo>
                    <a:pt x="79682" y="8069"/>
                  </a:lnTo>
                  <a:lnTo>
                    <a:pt x="78421" y="8126"/>
                  </a:lnTo>
                  <a:lnTo>
                    <a:pt x="77129" y="8166"/>
                  </a:lnTo>
                  <a:lnTo>
                    <a:pt x="75808" y="8202"/>
                  </a:lnTo>
                  <a:lnTo>
                    <a:pt x="74486" y="8228"/>
                  </a:lnTo>
                  <a:lnTo>
                    <a:pt x="73165" y="8248"/>
                  </a:lnTo>
                  <a:lnTo>
                    <a:pt x="71813" y="8258"/>
                  </a:lnTo>
                  <a:lnTo>
                    <a:pt x="70462" y="8263"/>
                  </a:lnTo>
                  <a:lnTo>
                    <a:pt x="26881" y="8263"/>
                  </a:lnTo>
                  <a:lnTo>
                    <a:pt x="26881" y="8263"/>
                  </a:lnTo>
                  <a:lnTo>
                    <a:pt x="25289" y="8258"/>
                  </a:lnTo>
                  <a:lnTo>
                    <a:pt x="23668" y="8243"/>
                  </a:lnTo>
                  <a:lnTo>
                    <a:pt x="22076" y="8217"/>
                  </a:lnTo>
                  <a:lnTo>
                    <a:pt x="20514" y="8182"/>
                  </a:lnTo>
                  <a:lnTo>
                    <a:pt x="20514" y="8182"/>
                  </a:lnTo>
                  <a:lnTo>
                    <a:pt x="20304" y="8126"/>
                  </a:lnTo>
                  <a:lnTo>
                    <a:pt x="20093" y="8075"/>
                  </a:lnTo>
                  <a:lnTo>
                    <a:pt x="19853" y="8018"/>
                  </a:lnTo>
                  <a:lnTo>
                    <a:pt x="19583" y="7967"/>
                  </a:lnTo>
                  <a:lnTo>
                    <a:pt x="19282" y="7922"/>
                  </a:lnTo>
                  <a:lnTo>
                    <a:pt x="18952" y="7876"/>
                  </a:lnTo>
                  <a:lnTo>
                    <a:pt x="18622" y="7835"/>
                  </a:lnTo>
                  <a:lnTo>
                    <a:pt x="18231" y="7794"/>
                  </a:lnTo>
                  <a:lnTo>
                    <a:pt x="17811" y="7758"/>
                  </a:lnTo>
                  <a:lnTo>
                    <a:pt x="17360" y="7723"/>
                  </a:lnTo>
                  <a:lnTo>
                    <a:pt x="16850" y="7692"/>
                  </a:lnTo>
                  <a:lnTo>
                    <a:pt x="16339" y="7672"/>
                  </a:lnTo>
                  <a:lnTo>
                    <a:pt x="15768" y="7651"/>
                  </a:lnTo>
                  <a:lnTo>
                    <a:pt x="15168" y="7631"/>
                  </a:lnTo>
                  <a:lnTo>
                    <a:pt x="14537" y="7621"/>
                  </a:lnTo>
                  <a:lnTo>
                    <a:pt x="13846" y="7615"/>
                  </a:lnTo>
                  <a:lnTo>
                    <a:pt x="13846" y="7615"/>
                  </a:lnTo>
                  <a:lnTo>
                    <a:pt x="13576" y="7615"/>
                  </a:lnTo>
                  <a:lnTo>
                    <a:pt x="13576" y="7615"/>
                  </a:lnTo>
                  <a:lnTo>
                    <a:pt x="12765" y="7621"/>
                  </a:lnTo>
                  <a:lnTo>
                    <a:pt x="12044" y="7636"/>
                  </a:lnTo>
                  <a:lnTo>
                    <a:pt x="11353" y="7656"/>
                  </a:lnTo>
                  <a:lnTo>
                    <a:pt x="10723" y="7687"/>
                  </a:lnTo>
                  <a:lnTo>
                    <a:pt x="10723" y="7687"/>
                  </a:lnTo>
                  <a:lnTo>
                    <a:pt x="9822" y="7605"/>
                  </a:lnTo>
                  <a:lnTo>
                    <a:pt x="8981" y="7519"/>
                  </a:lnTo>
                  <a:lnTo>
                    <a:pt x="8230" y="7427"/>
                  </a:lnTo>
                  <a:lnTo>
                    <a:pt x="7899" y="7381"/>
                  </a:lnTo>
                  <a:lnTo>
                    <a:pt x="7569" y="7330"/>
                  </a:lnTo>
                  <a:lnTo>
                    <a:pt x="7569" y="7330"/>
                  </a:lnTo>
                  <a:lnTo>
                    <a:pt x="6788" y="7207"/>
                  </a:lnTo>
                  <a:lnTo>
                    <a:pt x="6067" y="7075"/>
                  </a:lnTo>
                  <a:lnTo>
                    <a:pt x="5346" y="6942"/>
                  </a:lnTo>
                  <a:lnTo>
                    <a:pt x="4686" y="6804"/>
                  </a:lnTo>
                  <a:lnTo>
                    <a:pt x="4085" y="6662"/>
                  </a:lnTo>
                  <a:lnTo>
                    <a:pt x="3514" y="6514"/>
                  </a:lnTo>
                  <a:lnTo>
                    <a:pt x="2974" y="6361"/>
                  </a:lnTo>
                  <a:lnTo>
                    <a:pt x="2463" y="6208"/>
                  </a:lnTo>
                  <a:lnTo>
                    <a:pt x="2013" y="6050"/>
                  </a:lnTo>
                  <a:lnTo>
                    <a:pt x="1622" y="5886"/>
                  </a:lnTo>
                  <a:lnTo>
                    <a:pt x="1262" y="5718"/>
                  </a:lnTo>
                  <a:lnTo>
                    <a:pt x="931" y="5550"/>
                  </a:lnTo>
                  <a:lnTo>
                    <a:pt x="661" y="5376"/>
                  </a:lnTo>
                  <a:lnTo>
                    <a:pt x="421" y="5198"/>
                  </a:lnTo>
                  <a:lnTo>
                    <a:pt x="240" y="5019"/>
                  </a:lnTo>
                  <a:lnTo>
                    <a:pt x="120" y="4836"/>
                  </a:lnTo>
                  <a:lnTo>
                    <a:pt x="30" y="4647"/>
                  </a:lnTo>
                  <a:lnTo>
                    <a:pt x="0" y="4458"/>
                  </a:lnTo>
                  <a:lnTo>
                    <a:pt x="0" y="4264"/>
                  </a:lnTo>
                  <a:lnTo>
                    <a:pt x="60" y="4071"/>
                  </a:lnTo>
                  <a:lnTo>
                    <a:pt x="180" y="3872"/>
                  </a:lnTo>
                  <a:lnTo>
                    <a:pt x="331" y="3673"/>
                  </a:lnTo>
                  <a:lnTo>
                    <a:pt x="541" y="3469"/>
                  </a:lnTo>
                  <a:lnTo>
                    <a:pt x="811" y="3265"/>
                  </a:lnTo>
                  <a:lnTo>
                    <a:pt x="1111" y="3055"/>
                  </a:lnTo>
                  <a:lnTo>
                    <a:pt x="1472" y="2846"/>
                  </a:lnTo>
                  <a:lnTo>
                    <a:pt x="1892" y="2637"/>
                  </a:lnTo>
                  <a:lnTo>
                    <a:pt x="2373" y="2423"/>
                  </a:lnTo>
                  <a:lnTo>
                    <a:pt x="2914" y="2204"/>
                  </a:lnTo>
                  <a:lnTo>
                    <a:pt x="3484" y="1989"/>
                  </a:lnTo>
                  <a:lnTo>
                    <a:pt x="4115" y="1770"/>
                  </a:lnTo>
                  <a:lnTo>
                    <a:pt x="4836" y="1546"/>
                  </a:lnTo>
                  <a:lnTo>
                    <a:pt x="4836" y="1546"/>
                  </a:lnTo>
                  <a:lnTo>
                    <a:pt x="5166" y="1449"/>
                  </a:lnTo>
                  <a:lnTo>
                    <a:pt x="5527" y="1352"/>
                  </a:lnTo>
                  <a:lnTo>
                    <a:pt x="5917" y="1260"/>
                  </a:lnTo>
                  <a:lnTo>
                    <a:pt x="6307" y="1168"/>
                  </a:lnTo>
                  <a:lnTo>
                    <a:pt x="6728" y="1087"/>
                  </a:lnTo>
                  <a:lnTo>
                    <a:pt x="7178" y="1000"/>
                  </a:lnTo>
                  <a:lnTo>
                    <a:pt x="7629" y="923"/>
                  </a:lnTo>
                  <a:lnTo>
                    <a:pt x="8110" y="847"/>
                  </a:lnTo>
                  <a:lnTo>
                    <a:pt x="8590" y="776"/>
                  </a:lnTo>
                  <a:lnTo>
                    <a:pt x="9101" y="709"/>
                  </a:lnTo>
                  <a:lnTo>
                    <a:pt x="9641" y="643"/>
                  </a:lnTo>
                  <a:lnTo>
                    <a:pt x="10182" y="582"/>
                  </a:lnTo>
                  <a:lnTo>
                    <a:pt x="10723" y="520"/>
                  </a:lnTo>
                  <a:lnTo>
                    <a:pt x="11293" y="469"/>
                  </a:lnTo>
                  <a:lnTo>
                    <a:pt x="11864" y="413"/>
                  </a:lnTo>
                  <a:lnTo>
                    <a:pt x="12435" y="367"/>
                  </a:lnTo>
                  <a:lnTo>
                    <a:pt x="13035" y="322"/>
                  </a:lnTo>
                  <a:lnTo>
                    <a:pt x="13666" y="281"/>
                  </a:lnTo>
                  <a:lnTo>
                    <a:pt x="14267" y="240"/>
                  </a:lnTo>
                  <a:lnTo>
                    <a:pt x="14897" y="204"/>
                  </a:lnTo>
                  <a:lnTo>
                    <a:pt x="15558" y="169"/>
                  </a:lnTo>
                  <a:lnTo>
                    <a:pt x="16189" y="138"/>
                  </a:lnTo>
                  <a:lnTo>
                    <a:pt x="16850" y="112"/>
                  </a:lnTo>
                  <a:lnTo>
                    <a:pt x="17510" y="87"/>
                  </a:lnTo>
                  <a:lnTo>
                    <a:pt x="18201" y="67"/>
                  </a:lnTo>
                  <a:lnTo>
                    <a:pt x="18862" y="51"/>
                  </a:lnTo>
                  <a:lnTo>
                    <a:pt x="20244" y="21"/>
                  </a:lnTo>
                  <a:lnTo>
                    <a:pt x="21625" y="5"/>
                  </a:lnTo>
                  <a:lnTo>
                    <a:pt x="2300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77"/>
            <p:cNvSpPr/>
            <p:nvPr/>
          </p:nvSpPr>
          <p:spPr>
            <a:xfrm flipH="1">
              <a:off x="1809238" y="4812275"/>
              <a:ext cx="41518" cy="14175"/>
            </a:xfrm>
            <a:custGeom>
              <a:avLst/>
              <a:gdLst/>
              <a:ahLst/>
              <a:cxnLst/>
              <a:rect l="l" t="t" r="r" b="b"/>
              <a:pathLst>
                <a:path w="9792" h="567" extrusionOk="0">
                  <a:moveTo>
                    <a:pt x="2854" y="0"/>
                  </a:moveTo>
                  <a:lnTo>
                    <a:pt x="2043" y="6"/>
                  </a:lnTo>
                  <a:lnTo>
                    <a:pt x="1322" y="21"/>
                  </a:lnTo>
                  <a:lnTo>
                    <a:pt x="631" y="41"/>
                  </a:lnTo>
                  <a:lnTo>
                    <a:pt x="1" y="72"/>
                  </a:lnTo>
                  <a:lnTo>
                    <a:pt x="1022" y="154"/>
                  </a:lnTo>
                  <a:lnTo>
                    <a:pt x="2103" y="230"/>
                  </a:lnTo>
                  <a:lnTo>
                    <a:pt x="3274" y="301"/>
                  </a:lnTo>
                  <a:lnTo>
                    <a:pt x="4476" y="368"/>
                  </a:lnTo>
                  <a:lnTo>
                    <a:pt x="5767" y="429"/>
                  </a:lnTo>
                  <a:lnTo>
                    <a:pt x="7059" y="480"/>
                  </a:lnTo>
                  <a:lnTo>
                    <a:pt x="8410" y="526"/>
                  </a:lnTo>
                  <a:lnTo>
                    <a:pt x="9792" y="567"/>
                  </a:lnTo>
                  <a:lnTo>
                    <a:pt x="9792" y="567"/>
                  </a:lnTo>
                  <a:lnTo>
                    <a:pt x="9582" y="511"/>
                  </a:lnTo>
                  <a:lnTo>
                    <a:pt x="9371" y="460"/>
                  </a:lnTo>
                  <a:lnTo>
                    <a:pt x="9131" y="403"/>
                  </a:lnTo>
                  <a:lnTo>
                    <a:pt x="8861" y="352"/>
                  </a:lnTo>
                  <a:lnTo>
                    <a:pt x="8560" y="307"/>
                  </a:lnTo>
                  <a:lnTo>
                    <a:pt x="8230" y="261"/>
                  </a:lnTo>
                  <a:lnTo>
                    <a:pt x="7900" y="220"/>
                  </a:lnTo>
                  <a:lnTo>
                    <a:pt x="7509" y="179"/>
                  </a:lnTo>
                  <a:lnTo>
                    <a:pt x="7089" y="143"/>
                  </a:lnTo>
                  <a:lnTo>
                    <a:pt x="6638" y="108"/>
                  </a:lnTo>
                  <a:lnTo>
                    <a:pt x="6128" y="77"/>
                  </a:lnTo>
                  <a:lnTo>
                    <a:pt x="5617" y="57"/>
                  </a:lnTo>
                  <a:lnTo>
                    <a:pt x="5046" y="36"/>
                  </a:lnTo>
                  <a:lnTo>
                    <a:pt x="4446" y="16"/>
                  </a:lnTo>
                  <a:lnTo>
                    <a:pt x="3815" y="6"/>
                  </a:lnTo>
                  <a:lnTo>
                    <a:pt x="3124" y="0"/>
                  </a:lnTo>
                  <a:close/>
                </a:path>
              </a:pathLst>
            </a:custGeom>
            <a:solidFill>
              <a:srgbClr val="FF6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77"/>
            <p:cNvSpPr/>
            <p:nvPr/>
          </p:nvSpPr>
          <p:spPr>
            <a:xfrm flipH="1">
              <a:off x="1809238" y="4812275"/>
              <a:ext cx="41518" cy="14175"/>
            </a:xfrm>
            <a:custGeom>
              <a:avLst/>
              <a:gdLst/>
              <a:ahLst/>
              <a:cxnLst/>
              <a:rect l="l" t="t" r="r" b="b"/>
              <a:pathLst>
                <a:path w="9792" h="567" fill="none" extrusionOk="0">
                  <a:moveTo>
                    <a:pt x="2854" y="0"/>
                  </a:moveTo>
                  <a:lnTo>
                    <a:pt x="2854" y="0"/>
                  </a:lnTo>
                  <a:lnTo>
                    <a:pt x="3124" y="0"/>
                  </a:lnTo>
                  <a:lnTo>
                    <a:pt x="3124" y="0"/>
                  </a:lnTo>
                  <a:lnTo>
                    <a:pt x="3815" y="6"/>
                  </a:lnTo>
                  <a:lnTo>
                    <a:pt x="4446" y="16"/>
                  </a:lnTo>
                  <a:lnTo>
                    <a:pt x="5046" y="36"/>
                  </a:lnTo>
                  <a:lnTo>
                    <a:pt x="5617" y="57"/>
                  </a:lnTo>
                  <a:lnTo>
                    <a:pt x="6128" y="77"/>
                  </a:lnTo>
                  <a:lnTo>
                    <a:pt x="6638" y="108"/>
                  </a:lnTo>
                  <a:lnTo>
                    <a:pt x="7089" y="143"/>
                  </a:lnTo>
                  <a:lnTo>
                    <a:pt x="7509" y="179"/>
                  </a:lnTo>
                  <a:lnTo>
                    <a:pt x="7900" y="220"/>
                  </a:lnTo>
                  <a:lnTo>
                    <a:pt x="8230" y="261"/>
                  </a:lnTo>
                  <a:lnTo>
                    <a:pt x="8560" y="307"/>
                  </a:lnTo>
                  <a:lnTo>
                    <a:pt x="8861" y="352"/>
                  </a:lnTo>
                  <a:lnTo>
                    <a:pt x="9131" y="403"/>
                  </a:lnTo>
                  <a:lnTo>
                    <a:pt x="9371" y="460"/>
                  </a:lnTo>
                  <a:lnTo>
                    <a:pt x="9582" y="511"/>
                  </a:lnTo>
                  <a:lnTo>
                    <a:pt x="9792" y="567"/>
                  </a:lnTo>
                  <a:lnTo>
                    <a:pt x="9792" y="567"/>
                  </a:lnTo>
                  <a:lnTo>
                    <a:pt x="8410" y="526"/>
                  </a:lnTo>
                  <a:lnTo>
                    <a:pt x="7059" y="480"/>
                  </a:lnTo>
                  <a:lnTo>
                    <a:pt x="5767" y="429"/>
                  </a:lnTo>
                  <a:lnTo>
                    <a:pt x="4476" y="368"/>
                  </a:lnTo>
                  <a:lnTo>
                    <a:pt x="3274" y="301"/>
                  </a:lnTo>
                  <a:lnTo>
                    <a:pt x="2103" y="230"/>
                  </a:lnTo>
                  <a:lnTo>
                    <a:pt x="1022" y="154"/>
                  </a:lnTo>
                  <a:lnTo>
                    <a:pt x="1" y="72"/>
                  </a:lnTo>
                  <a:lnTo>
                    <a:pt x="1" y="72"/>
                  </a:lnTo>
                  <a:lnTo>
                    <a:pt x="631" y="41"/>
                  </a:lnTo>
                  <a:lnTo>
                    <a:pt x="1322" y="21"/>
                  </a:lnTo>
                  <a:lnTo>
                    <a:pt x="2043" y="6"/>
                  </a:lnTo>
                  <a:lnTo>
                    <a:pt x="285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77"/>
            <p:cNvSpPr/>
            <p:nvPr/>
          </p:nvSpPr>
          <p:spPr>
            <a:xfrm flipH="1">
              <a:off x="1526400" y="4624200"/>
              <a:ext cx="42536" cy="16600"/>
            </a:xfrm>
            <a:custGeom>
              <a:avLst/>
              <a:gdLst/>
              <a:ahLst/>
              <a:cxnLst/>
              <a:rect l="l" t="t" r="r" b="b"/>
              <a:pathLst>
                <a:path w="10032" h="664" extrusionOk="0">
                  <a:moveTo>
                    <a:pt x="0" y="0"/>
                  </a:moveTo>
                  <a:lnTo>
                    <a:pt x="181" y="61"/>
                  </a:lnTo>
                  <a:lnTo>
                    <a:pt x="391" y="122"/>
                  </a:lnTo>
                  <a:lnTo>
                    <a:pt x="601" y="184"/>
                  </a:lnTo>
                  <a:lnTo>
                    <a:pt x="871" y="245"/>
                  </a:lnTo>
                  <a:lnTo>
                    <a:pt x="1172" y="301"/>
                  </a:lnTo>
                  <a:lnTo>
                    <a:pt x="1472" y="352"/>
                  </a:lnTo>
                  <a:lnTo>
                    <a:pt x="1832" y="403"/>
                  </a:lnTo>
                  <a:lnTo>
                    <a:pt x="2223" y="449"/>
                  </a:lnTo>
                  <a:lnTo>
                    <a:pt x="2673" y="495"/>
                  </a:lnTo>
                  <a:lnTo>
                    <a:pt x="3154" y="536"/>
                  </a:lnTo>
                  <a:lnTo>
                    <a:pt x="3665" y="566"/>
                  </a:lnTo>
                  <a:lnTo>
                    <a:pt x="4235" y="597"/>
                  </a:lnTo>
                  <a:lnTo>
                    <a:pt x="4836" y="622"/>
                  </a:lnTo>
                  <a:lnTo>
                    <a:pt x="5497" y="643"/>
                  </a:lnTo>
                  <a:lnTo>
                    <a:pt x="6187" y="653"/>
                  </a:lnTo>
                  <a:lnTo>
                    <a:pt x="6938" y="663"/>
                  </a:lnTo>
                  <a:lnTo>
                    <a:pt x="7209" y="663"/>
                  </a:lnTo>
                  <a:lnTo>
                    <a:pt x="7990" y="658"/>
                  </a:lnTo>
                  <a:lnTo>
                    <a:pt x="8740" y="643"/>
                  </a:lnTo>
                  <a:lnTo>
                    <a:pt x="9401" y="622"/>
                  </a:lnTo>
                  <a:lnTo>
                    <a:pt x="10032" y="592"/>
                  </a:lnTo>
                  <a:lnTo>
                    <a:pt x="8981" y="495"/>
                  </a:lnTo>
                  <a:lnTo>
                    <a:pt x="7839" y="403"/>
                  </a:lnTo>
                  <a:lnTo>
                    <a:pt x="6668" y="316"/>
                  </a:lnTo>
                  <a:lnTo>
                    <a:pt x="5407" y="240"/>
                  </a:lnTo>
                  <a:lnTo>
                    <a:pt x="4115" y="168"/>
                  </a:lnTo>
                  <a:lnTo>
                    <a:pt x="2794" y="102"/>
                  </a:lnTo>
                  <a:lnTo>
                    <a:pt x="1412" y="46"/>
                  </a:lnTo>
                  <a:lnTo>
                    <a:pt x="0" y="0"/>
                  </a:lnTo>
                  <a:close/>
                </a:path>
              </a:pathLst>
            </a:custGeom>
            <a:solidFill>
              <a:srgbClr val="FF3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77"/>
            <p:cNvSpPr/>
            <p:nvPr/>
          </p:nvSpPr>
          <p:spPr>
            <a:xfrm flipH="1">
              <a:off x="1526400" y="4624200"/>
              <a:ext cx="42536" cy="16600"/>
            </a:xfrm>
            <a:custGeom>
              <a:avLst/>
              <a:gdLst/>
              <a:ahLst/>
              <a:cxnLst/>
              <a:rect l="l" t="t" r="r" b="b"/>
              <a:pathLst>
                <a:path w="10032" h="664" fill="none" extrusionOk="0">
                  <a:moveTo>
                    <a:pt x="0" y="0"/>
                  </a:moveTo>
                  <a:lnTo>
                    <a:pt x="0" y="0"/>
                  </a:lnTo>
                  <a:lnTo>
                    <a:pt x="1412" y="46"/>
                  </a:lnTo>
                  <a:lnTo>
                    <a:pt x="2794" y="102"/>
                  </a:lnTo>
                  <a:lnTo>
                    <a:pt x="4115" y="168"/>
                  </a:lnTo>
                  <a:lnTo>
                    <a:pt x="5407" y="240"/>
                  </a:lnTo>
                  <a:lnTo>
                    <a:pt x="6668" y="316"/>
                  </a:lnTo>
                  <a:lnTo>
                    <a:pt x="7839" y="403"/>
                  </a:lnTo>
                  <a:lnTo>
                    <a:pt x="8981" y="495"/>
                  </a:lnTo>
                  <a:lnTo>
                    <a:pt x="10032" y="592"/>
                  </a:lnTo>
                  <a:lnTo>
                    <a:pt x="10032" y="592"/>
                  </a:lnTo>
                  <a:lnTo>
                    <a:pt x="9401" y="622"/>
                  </a:lnTo>
                  <a:lnTo>
                    <a:pt x="8740" y="643"/>
                  </a:lnTo>
                  <a:lnTo>
                    <a:pt x="7990" y="658"/>
                  </a:lnTo>
                  <a:lnTo>
                    <a:pt x="7209" y="663"/>
                  </a:lnTo>
                  <a:lnTo>
                    <a:pt x="7209" y="663"/>
                  </a:lnTo>
                  <a:lnTo>
                    <a:pt x="6938" y="663"/>
                  </a:lnTo>
                  <a:lnTo>
                    <a:pt x="6938" y="663"/>
                  </a:lnTo>
                  <a:lnTo>
                    <a:pt x="6187" y="653"/>
                  </a:lnTo>
                  <a:lnTo>
                    <a:pt x="5497" y="643"/>
                  </a:lnTo>
                  <a:lnTo>
                    <a:pt x="4836" y="622"/>
                  </a:lnTo>
                  <a:lnTo>
                    <a:pt x="4235" y="597"/>
                  </a:lnTo>
                  <a:lnTo>
                    <a:pt x="3665" y="566"/>
                  </a:lnTo>
                  <a:lnTo>
                    <a:pt x="3154" y="536"/>
                  </a:lnTo>
                  <a:lnTo>
                    <a:pt x="2673" y="495"/>
                  </a:lnTo>
                  <a:lnTo>
                    <a:pt x="2223" y="449"/>
                  </a:lnTo>
                  <a:lnTo>
                    <a:pt x="1832" y="403"/>
                  </a:lnTo>
                  <a:lnTo>
                    <a:pt x="1472" y="352"/>
                  </a:lnTo>
                  <a:lnTo>
                    <a:pt x="1172" y="301"/>
                  </a:lnTo>
                  <a:lnTo>
                    <a:pt x="871" y="245"/>
                  </a:lnTo>
                  <a:lnTo>
                    <a:pt x="601" y="184"/>
                  </a:lnTo>
                  <a:lnTo>
                    <a:pt x="391" y="122"/>
                  </a:lnTo>
                  <a:lnTo>
                    <a:pt x="181" y="61"/>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5" name="Google Shape;1615;p77"/>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616" name="Google Shape;1616;p77"/>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617" name="Google Shape;1617;p77"/>
          <p:cNvSpPr txBox="1">
            <a:spLocks noGrp="1"/>
          </p:cNvSpPr>
          <p:nvPr>
            <p:ph type="subTitle" idx="3"/>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618" name="Google Shape;1618;p77"/>
          <p:cNvSpPr txBox="1">
            <a:spLocks noGrp="1"/>
          </p:cNvSpPr>
          <p:nvPr>
            <p:ph type="subTitle" idx="4"/>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619" name="Google Shape;1619;p77"/>
          <p:cNvSpPr txBox="1">
            <a:spLocks noGrp="1"/>
          </p:cNvSpPr>
          <p:nvPr>
            <p:ph type="subTitle" idx="5"/>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1pPr>
            <a:lvl2pPr lvl="1"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2pPr>
            <a:lvl3pPr lvl="2"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3pPr>
            <a:lvl4pPr lvl="3"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4pPr>
            <a:lvl5pPr lvl="4"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5pPr>
            <a:lvl6pPr lvl="5"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6pPr>
            <a:lvl7pPr lvl="6"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7pPr>
            <a:lvl8pPr lvl="7"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8pPr>
            <a:lvl9pPr lvl="8" rtl="0">
              <a:spcBef>
                <a:spcPts val="1600"/>
              </a:spcBef>
              <a:spcAft>
                <a:spcPts val="1600"/>
              </a:spcAft>
              <a:buClr>
                <a:srgbClr val="FF7200"/>
              </a:buClr>
              <a:buSzPts val="900"/>
              <a:buFont typeface="Lato Black"/>
              <a:buNone/>
              <a:defRPr>
                <a:solidFill>
                  <a:srgbClr val="FF7200"/>
                </a:solidFill>
                <a:latin typeface="Lato Black"/>
                <a:ea typeface="Lato Black"/>
                <a:cs typeface="Lato Black"/>
                <a:sym typeface="Lato Black"/>
              </a:defRPr>
            </a:lvl9pPr>
          </a:lstStyle>
          <a:p>
            <a:endParaRPr/>
          </a:p>
        </p:txBody>
      </p:sp>
      <p:sp>
        <p:nvSpPr>
          <p:cNvPr id="1620" name="Google Shape;1620;p77"/>
          <p:cNvSpPr txBox="1">
            <a:spLocks noGrp="1"/>
          </p:cNvSpPr>
          <p:nvPr>
            <p:ph type="subTitle" idx="6"/>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1pPr>
            <a:lvl2pPr lvl="1"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2pPr>
            <a:lvl3pPr lvl="2"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3pPr>
            <a:lvl4pPr lvl="3"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4pPr>
            <a:lvl5pPr lvl="4"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5pPr>
            <a:lvl6pPr lvl="5"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6pPr>
            <a:lvl7pPr lvl="6"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7pPr>
            <a:lvl8pPr lvl="7"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8pPr>
            <a:lvl9pPr lvl="8" rtl="0">
              <a:spcBef>
                <a:spcPts val="1600"/>
              </a:spcBef>
              <a:spcAft>
                <a:spcPts val="1600"/>
              </a:spcAft>
              <a:buClr>
                <a:srgbClr val="FF7200"/>
              </a:buClr>
              <a:buSzPts val="900"/>
              <a:buFont typeface="Lato Black"/>
              <a:buNone/>
              <a:defRPr>
                <a:solidFill>
                  <a:srgbClr val="FF7200"/>
                </a:solidFill>
                <a:latin typeface="Lato Black"/>
                <a:ea typeface="Lato Black"/>
                <a:cs typeface="Lato Black"/>
                <a:sym typeface="Lato Black"/>
              </a:defRPr>
            </a:lvl9pPr>
          </a:lstStyle>
          <a:p>
            <a:endParaRPr/>
          </a:p>
        </p:txBody>
      </p:sp>
      <p:sp>
        <p:nvSpPr>
          <p:cNvPr id="1621" name="Google Shape;1621;p77"/>
          <p:cNvSpPr txBox="1">
            <a:spLocks noGrp="1"/>
          </p:cNvSpPr>
          <p:nvPr>
            <p:ph type="title" idx="7"/>
          </p:nvPr>
        </p:nvSpPr>
        <p:spPr>
          <a:xfrm>
            <a:off x="5604325" y="2324400"/>
            <a:ext cx="2506800" cy="8373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622" name="Google Shape;1622;p77"/>
          <p:cNvSpPr txBox="1">
            <a:spLocks noGrp="1"/>
          </p:cNvSpPr>
          <p:nvPr>
            <p:ph type="title" idx="8"/>
          </p:nvPr>
        </p:nvSpPr>
        <p:spPr>
          <a:xfrm>
            <a:off x="5604325" y="3254700"/>
            <a:ext cx="2610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623" name="Google Shape;1623;p77"/>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77"/>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77"/>
          <p:cNvSpPr txBox="1">
            <a:spLocks noGrp="1"/>
          </p:cNvSpPr>
          <p:nvPr>
            <p:ph type="subTitle" idx="9"/>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626" name="Google Shape;1626;p77"/>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Orange - Photo Right ">
  <p:cSld name="TITLE_AND_BODY_1_1_1_1">
    <p:spTree>
      <p:nvGrpSpPr>
        <p:cNvPr id="1" name="Shape 1627"/>
        <p:cNvGrpSpPr/>
        <p:nvPr/>
      </p:nvGrpSpPr>
      <p:grpSpPr>
        <a:xfrm>
          <a:off x="0" y="0"/>
          <a:ext cx="0" cy="0"/>
          <a:chOff x="0" y="0"/>
          <a:chExt cx="0" cy="0"/>
        </a:xfrm>
      </p:grpSpPr>
      <p:sp>
        <p:nvSpPr>
          <p:cNvPr id="1628" name="Google Shape;1628;p78"/>
          <p:cNvSpPr>
            <a:spLocks noGrp="1"/>
          </p:cNvSpPr>
          <p:nvPr>
            <p:ph type="pic" idx="2"/>
          </p:nvPr>
        </p:nvSpPr>
        <p:spPr>
          <a:xfrm>
            <a:off x="4762806" y="1534487"/>
            <a:ext cx="3150600" cy="1609200"/>
          </a:xfrm>
          <a:prstGeom prst="rect">
            <a:avLst/>
          </a:prstGeom>
          <a:noFill/>
          <a:ln>
            <a:noFill/>
          </a:ln>
        </p:spPr>
      </p:sp>
      <p:sp>
        <p:nvSpPr>
          <p:cNvPr id="1629" name="Google Shape;1629;p78"/>
          <p:cNvSpPr txBox="1">
            <a:spLocks noGrp="1"/>
          </p:cNvSpPr>
          <p:nvPr>
            <p:ph type="subTitle" idx="1"/>
          </p:nvPr>
        </p:nvSpPr>
        <p:spPr>
          <a:xfrm>
            <a:off x="457200" y="1219950"/>
            <a:ext cx="3657600" cy="8373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630" name="Google Shape;1630;p78"/>
          <p:cNvSpPr/>
          <p:nvPr/>
        </p:nvSpPr>
        <p:spPr>
          <a:xfrm rot="10800000">
            <a:off x="4278980" y="612648"/>
            <a:ext cx="6220545" cy="3416907"/>
          </a:xfrm>
          <a:custGeom>
            <a:avLst/>
            <a:gdLst/>
            <a:ahLst/>
            <a:cxnLst/>
            <a:rect l="l" t="t" r="r" b="b"/>
            <a:pathLst>
              <a:path w="65507" h="8007" fill="none" extrusionOk="0">
                <a:moveTo>
                  <a:pt x="65507" y="8006"/>
                </a:moveTo>
                <a:lnTo>
                  <a:pt x="65507" y="0"/>
                </a:lnTo>
                <a:lnTo>
                  <a:pt x="1" y="0"/>
                </a:lnTo>
                <a:lnTo>
                  <a:pt x="1" y="8006"/>
                </a:lnTo>
                <a:lnTo>
                  <a:pt x="65507" y="800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78"/>
          <p:cNvSpPr/>
          <p:nvPr/>
        </p:nvSpPr>
        <p:spPr>
          <a:xfrm rot="10800000">
            <a:off x="4592727" y="942522"/>
            <a:ext cx="5658666" cy="2720468"/>
          </a:xfrm>
          <a:custGeom>
            <a:avLst/>
            <a:gdLst/>
            <a:ahLst/>
            <a:cxnLst/>
            <a:rect l="l" t="t" r="r" b="b"/>
            <a:pathLst>
              <a:path w="59590" h="6375" fill="none" extrusionOk="0">
                <a:moveTo>
                  <a:pt x="1443" y="608"/>
                </a:moveTo>
                <a:lnTo>
                  <a:pt x="1443" y="608"/>
                </a:lnTo>
                <a:lnTo>
                  <a:pt x="1683" y="522"/>
                </a:lnTo>
                <a:lnTo>
                  <a:pt x="1953" y="443"/>
                </a:lnTo>
                <a:lnTo>
                  <a:pt x="2254" y="370"/>
                </a:lnTo>
                <a:lnTo>
                  <a:pt x="2584" y="304"/>
                </a:lnTo>
                <a:lnTo>
                  <a:pt x="2944" y="245"/>
                </a:lnTo>
                <a:lnTo>
                  <a:pt x="3305" y="192"/>
                </a:lnTo>
                <a:lnTo>
                  <a:pt x="3725" y="145"/>
                </a:lnTo>
                <a:lnTo>
                  <a:pt x="4116" y="106"/>
                </a:lnTo>
                <a:lnTo>
                  <a:pt x="4566" y="73"/>
                </a:lnTo>
                <a:lnTo>
                  <a:pt x="4987" y="46"/>
                </a:lnTo>
                <a:lnTo>
                  <a:pt x="5467" y="27"/>
                </a:lnTo>
                <a:lnTo>
                  <a:pt x="5918" y="13"/>
                </a:lnTo>
                <a:lnTo>
                  <a:pt x="6398" y="0"/>
                </a:lnTo>
                <a:lnTo>
                  <a:pt x="6849" y="0"/>
                </a:lnTo>
                <a:lnTo>
                  <a:pt x="7329" y="0"/>
                </a:lnTo>
                <a:lnTo>
                  <a:pt x="7810" y="7"/>
                </a:lnTo>
                <a:lnTo>
                  <a:pt x="35232" y="7"/>
                </a:lnTo>
                <a:lnTo>
                  <a:pt x="35232" y="7"/>
                </a:lnTo>
                <a:lnTo>
                  <a:pt x="35742" y="0"/>
                </a:lnTo>
                <a:lnTo>
                  <a:pt x="36253" y="0"/>
                </a:lnTo>
                <a:lnTo>
                  <a:pt x="36763" y="0"/>
                </a:lnTo>
                <a:lnTo>
                  <a:pt x="37274" y="13"/>
                </a:lnTo>
                <a:lnTo>
                  <a:pt x="37755" y="27"/>
                </a:lnTo>
                <a:lnTo>
                  <a:pt x="38265" y="53"/>
                </a:lnTo>
                <a:lnTo>
                  <a:pt x="38716" y="73"/>
                </a:lnTo>
                <a:lnTo>
                  <a:pt x="39196" y="106"/>
                </a:lnTo>
                <a:lnTo>
                  <a:pt x="39647" y="139"/>
                </a:lnTo>
                <a:lnTo>
                  <a:pt x="40067" y="178"/>
                </a:lnTo>
                <a:lnTo>
                  <a:pt x="40458" y="218"/>
                </a:lnTo>
                <a:lnTo>
                  <a:pt x="40818" y="258"/>
                </a:lnTo>
                <a:lnTo>
                  <a:pt x="41179" y="311"/>
                </a:lnTo>
                <a:lnTo>
                  <a:pt x="41479" y="357"/>
                </a:lnTo>
                <a:lnTo>
                  <a:pt x="41779" y="410"/>
                </a:lnTo>
                <a:lnTo>
                  <a:pt x="42020" y="462"/>
                </a:lnTo>
                <a:lnTo>
                  <a:pt x="42020" y="462"/>
                </a:lnTo>
                <a:lnTo>
                  <a:pt x="42230" y="515"/>
                </a:lnTo>
                <a:lnTo>
                  <a:pt x="42440" y="575"/>
                </a:lnTo>
                <a:lnTo>
                  <a:pt x="42800" y="694"/>
                </a:lnTo>
                <a:lnTo>
                  <a:pt x="43101" y="819"/>
                </a:lnTo>
                <a:lnTo>
                  <a:pt x="43341" y="951"/>
                </a:lnTo>
                <a:lnTo>
                  <a:pt x="43521" y="1083"/>
                </a:lnTo>
                <a:lnTo>
                  <a:pt x="43641" y="1222"/>
                </a:lnTo>
                <a:lnTo>
                  <a:pt x="43701" y="1361"/>
                </a:lnTo>
                <a:lnTo>
                  <a:pt x="43701" y="1500"/>
                </a:lnTo>
                <a:lnTo>
                  <a:pt x="47936" y="1500"/>
                </a:lnTo>
                <a:lnTo>
                  <a:pt x="47936" y="1500"/>
                </a:lnTo>
                <a:lnTo>
                  <a:pt x="49018" y="1500"/>
                </a:lnTo>
                <a:lnTo>
                  <a:pt x="49528" y="1506"/>
                </a:lnTo>
                <a:lnTo>
                  <a:pt x="50009" y="1519"/>
                </a:lnTo>
                <a:lnTo>
                  <a:pt x="50459" y="1533"/>
                </a:lnTo>
                <a:lnTo>
                  <a:pt x="50910" y="1552"/>
                </a:lnTo>
                <a:lnTo>
                  <a:pt x="51330" y="1572"/>
                </a:lnTo>
                <a:lnTo>
                  <a:pt x="51751" y="1599"/>
                </a:lnTo>
                <a:lnTo>
                  <a:pt x="51751" y="1599"/>
                </a:lnTo>
                <a:lnTo>
                  <a:pt x="52321" y="1592"/>
                </a:lnTo>
                <a:lnTo>
                  <a:pt x="52862" y="1592"/>
                </a:lnTo>
                <a:lnTo>
                  <a:pt x="52862" y="1592"/>
                </a:lnTo>
                <a:lnTo>
                  <a:pt x="53313" y="1599"/>
                </a:lnTo>
                <a:lnTo>
                  <a:pt x="53853" y="1612"/>
                </a:lnTo>
                <a:lnTo>
                  <a:pt x="54394" y="1638"/>
                </a:lnTo>
                <a:lnTo>
                  <a:pt x="54934" y="1678"/>
                </a:lnTo>
                <a:lnTo>
                  <a:pt x="55505" y="1731"/>
                </a:lnTo>
                <a:lnTo>
                  <a:pt x="56106" y="1797"/>
                </a:lnTo>
                <a:lnTo>
                  <a:pt x="56646" y="1876"/>
                </a:lnTo>
                <a:lnTo>
                  <a:pt x="57187" y="1962"/>
                </a:lnTo>
                <a:lnTo>
                  <a:pt x="57457" y="2015"/>
                </a:lnTo>
                <a:lnTo>
                  <a:pt x="57698" y="2074"/>
                </a:lnTo>
                <a:lnTo>
                  <a:pt x="57938" y="2127"/>
                </a:lnTo>
                <a:lnTo>
                  <a:pt x="58178" y="2193"/>
                </a:lnTo>
                <a:lnTo>
                  <a:pt x="58388" y="2259"/>
                </a:lnTo>
                <a:lnTo>
                  <a:pt x="58599" y="2332"/>
                </a:lnTo>
                <a:lnTo>
                  <a:pt x="58779" y="2404"/>
                </a:lnTo>
                <a:lnTo>
                  <a:pt x="58959" y="2484"/>
                </a:lnTo>
                <a:lnTo>
                  <a:pt x="59109" y="2563"/>
                </a:lnTo>
                <a:lnTo>
                  <a:pt x="59229" y="2649"/>
                </a:lnTo>
                <a:lnTo>
                  <a:pt x="59350" y="2741"/>
                </a:lnTo>
                <a:lnTo>
                  <a:pt x="59440" y="2840"/>
                </a:lnTo>
                <a:lnTo>
                  <a:pt x="59500" y="2939"/>
                </a:lnTo>
                <a:lnTo>
                  <a:pt x="59560" y="3045"/>
                </a:lnTo>
                <a:lnTo>
                  <a:pt x="59590" y="3157"/>
                </a:lnTo>
                <a:lnTo>
                  <a:pt x="59590" y="3270"/>
                </a:lnTo>
                <a:lnTo>
                  <a:pt x="59590" y="3270"/>
                </a:lnTo>
                <a:lnTo>
                  <a:pt x="59530" y="3428"/>
                </a:lnTo>
                <a:lnTo>
                  <a:pt x="59470" y="3574"/>
                </a:lnTo>
                <a:lnTo>
                  <a:pt x="59350" y="3712"/>
                </a:lnTo>
                <a:lnTo>
                  <a:pt x="59199" y="3838"/>
                </a:lnTo>
                <a:lnTo>
                  <a:pt x="59049" y="3950"/>
                </a:lnTo>
                <a:lnTo>
                  <a:pt x="58839" y="4056"/>
                </a:lnTo>
                <a:lnTo>
                  <a:pt x="58629" y="4148"/>
                </a:lnTo>
                <a:lnTo>
                  <a:pt x="58358" y="4234"/>
                </a:lnTo>
                <a:lnTo>
                  <a:pt x="58118" y="4313"/>
                </a:lnTo>
                <a:lnTo>
                  <a:pt x="57818" y="4379"/>
                </a:lnTo>
                <a:lnTo>
                  <a:pt x="57517" y="4445"/>
                </a:lnTo>
                <a:lnTo>
                  <a:pt x="57217" y="4498"/>
                </a:lnTo>
                <a:lnTo>
                  <a:pt x="56887" y="4545"/>
                </a:lnTo>
                <a:lnTo>
                  <a:pt x="56556" y="4584"/>
                </a:lnTo>
                <a:lnTo>
                  <a:pt x="56196" y="4624"/>
                </a:lnTo>
                <a:lnTo>
                  <a:pt x="55835" y="4650"/>
                </a:lnTo>
                <a:lnTo>
                  <a:pt x="55835" y="4650"/>
                </a:lnTo>
                <a:lnTo>
                  <a:pt x="55835" y="4743"/>
                </a:lnTo>
                <a:lnTo>
                  <a:pt x="55805" y="4829"/>
                </a:lnTo>
                <a:lnTo>
                  <a:pt x="55745" y="4921"/>
                </a:lnTo>
                <a:lnTo>
                  <a:pt x="55685" y="5007"/>
                </a:lnTo>
                <a:lnTo>
                  <a:pt x="55475" y="5185"/>
                </a:lnTo>
                <a:lnTo>
                  <a:pt x="55235" y="5357"/>
                </a:lnTo>
                <a:lnTo>
                  <a:pt x="54904" y="5522"/>
                </a:lnTo>
                <a:lnTo>
                  <a:pt x="54514" y="5674"/>
                </a:lnTo>
                <a:lnTo>
                  <a:pt x="54093" y="5819"/>
                </a:lnTo>
                <a:lnTo>
                  <a:pt x="53613" y="5958"/>
                </a:lnTo>
                <a:lnTo>
                  <a:pt x="53613" y="5958"/>
                </a:lnTo>
                <a:lnTo>
                  <a:pt x="53373" y="6011"/>
                </a:lnTo>
                <a:lnTo>
                  <a:pt x="53132" y="6064"/>
                </a:lnTo>
                <a:lnTo>
                  <a:pt x="52832" y="6110"/>
                </a:lnTo>
                <a:lnTo>
                  <a:pt x="52532" y="6150"/>
                </a:lnTo>
                <a:lnTo>
                  <a:pt x="52231" y="6189"/>
                </a:lnTo>
                <a:lnTo>
                  <a:pt x="51901" y="6222"/>
                </a:lnTo>
                <a:lnTo>
                  <a:pt x="51571" y="6255"/>
                </a:lnTo>
                <a:lnTo>
                  <a:pt x="51210" y="6282"/>
                </a:lnTo>
                <a:lnTo>
                  <a:pt x="50459" y="6321"/>
                </a:lnTo>
                <a:lnTo>
                  <a:pt x="49678" y="6354"/>
                </a:lnTo>
                <a:lnTo>
                  <a:pt x="48867" y="6368"/>
                </a:lnTo>
                <a:lnTo>
                  <a:pt x="48087" y="6374"/>
                </a:lnTo>
                <a:lnTo>
                  <a:pt x="20154" y="6374"/>
                </a:lnTo>
                <a:lnTo>
                  <a:pt x="20154" y="6374"/>
                </a:lnTo>
                <a:lnTo>
                  <a:pt x="19283" y="6368"/>
                </a:lnTo>
                <a:lnTo>
                  <a:pt x="18412" y="6348"/>
                </a:lnTo>
                <a:lnTo>
                  <a:pt x="17601" y="6321"/>
                </a:lnTo>
                <a:lnTo>
                  <a:pt x="16790" y="6282"/>
                </a:lnTo>
                <a:lnTo>
                  <a:pt x="16070" y="6229"/>
                </a:lnTo>
                <a:lnTo>
                  <a:pt x="15409" y="6169"/>
                </a:lnTo>
                <a:lnTo>
                  <a:pt x="15108" y="6136"/>
                </a:lnTo>
                <a:lnTo>
                  <a:pt x="14838" y="6097"/>
                </a:lnTo>
                <a:lnTo>
                  <a:pt x="14598" y="6064"/>
                </a:lnTo>
                <a:lnTo>
                  <a:pt x="14388" y="6024"/>
                </a:lnTo>
                <a:lnTo>
                  <a:pt x="14388" y="6024"/>
                </a:lnTo>
                <a:lnTo>
                  <a:pt x="13937" y="5925"/>
                </a:lnTo>
                <a:lnTo>
                  <a:pt x="13547" y="5819"/>
                </a:lnTo>
                <a:lnTo>
                  <a:pt x="13186" y="5707"/>
                </a:lnTo>
                <a:lnTo>
                  <a:pt x="12886" y="5588"/>
                </a:lnTo>
                <a:lnTo>
                  <a:pt x="12616" y="5463"/>
                </a:lnTo>
                <a:lnTo>
                  <a:pt x="12405" y="5337"/>
                </a:lnTo>
                <a:lnTo>
                  <a:pt x="12255" y="5199"/>
                </a:lnTo>
                <a:lnTo>
                  <a:pt x="12165" y="5060"/>
                </a:lnTo>
                <a:lnTo>
                  <a:pt x="12135" y="4914"/>
                </a:lnTo>
                <a:lnTo>
                  <a:pt x="12165" y="4769"/>
                </a:lnTo>
                <a:lnTo>
                  <a:pt x="12225" y="4617"/>
                </a:lnTo>
                <a:lnTo>
                  <a:pt x="12375" y="4459"/>
                </a:lnTo>
                <a:lnTo>
                  <a:pt x="12586" y="4294"/>
                </a:lnTo>
                <a:lnTo>
                  <a:pt x="12856" y="4135"/>
                </a:lnTo>
                <a:lnTo>
                  <a:pt x="13186" y="3963"/>
                </a:lnTo>
                <a:lnTo>
                  <a:pt x="13577" y="3798"/>
                </a:lnTo>
                <a:lnTo>
                  <a:pt x="13577" y="3798"/>
                </a:lnTo>
                <a:lnTo>
                  <a:pt x="13757" y="3726"/>
                </a:lnTo>
                <a:lnTo>
                  <a:pt x="13967" y="3666"/>
                </a:lnTo>
                <a:lnTo>
                  <a:pt x="14177" y="3607"/>
                </a:lnTo>
                <a:lnTo>
                  <a:pt x="14418" y="3554"/>
                </a:lnTo>
                <a:lnTo>
                  <a:pt x="14658" y="3501"/>
                </a:lnTo>
                <a:lnTo>
                  <a:pt x="14928" y="3455"/>
                </a:lnTo>
                <a:lnTo>
                  <a:pt x="15229" y="3408"/>
                </a:lnTo>
                <a:lnTo>
                  <a:pt x="15499" y="3369"/>
                </a:lnTo>
                <a:lnTo>
                  <a:pt x="15799" y="3336"/>
                </a:lnTo>
                <a:lnTo>
                  <a:pt x="16130" y="3303"/>
                </a:lnTo>
                <a:lnTo>
                  <a:pt x="16460" y="3276"/>
                </a:lnTo>
                <a:lnTo>
                  <a:pt x="16790" y="3250"/>
                </a:lnTo>
                <a:lnTo>
                  <a:pt x="17481" y="3217"/>
                </a:lnTo>
                <a:lnTo>
                  <a:pt x="18172" y="3190"/>
                </a:lnTo>
                <a:lnTo>
                  <a:pt x="8020" y="3190"/>
                </a:lnTo>
                <a:lnTo>
                  <a:pt x="8020" y="3190"/>
                </a:lnTo>
                <a:lnTo>
                  <a:pt x="7149" y="3184"/>
                </a:lnTo>
                <a:lnTo>
                  <a:pt x="6278" y="3164"/>
                </a:lnTo>
                <a:lnTo>
                  <a:pt x="5467" y="3138"/>
                </a:lnTo>
                <a:lnTo>
                  <a:pt x="4656" y="3091"/>
                </a:lnTo>
                <a:lnTo>
                  <a:pt x="3936" y="3045"/>
                </a:lnTo>
                <a:lnTo>
                  <a:pt x="3275" y="2986"/>
                </a:lnTo>
                <a:lnTo>
                  <a:pt x="2974" y="2953"/>
                </a:lnTo>
                <a:lnTo>
                  <a:pt x="2704" y="2913"/>
                </a:lnTo>
                <a:lnTo>
                  <a:pt x="2464" y="2880"/>
                </a:lnTo>
                <a:lnTo>
                  <a:pt x="2254" y="2840"/>
                </a:lnTo>
                <a:lnTo>
                  <a:pt x="2254" y="2840"/>
                </a:lnTo>
                <a:lnTo>
                  <a:pt x="1803" y="2741"/>
                </a:lnTo>
                <a:lnTo>
                  <a:pt x="1413" y="2636"/>
                </a:lnTo>
                <a:lnTo>
                  <a:pt x="1052" y="2523"/>
                </a:lnTo>
                <a:lnTo>
                  <a:pt x="722" y="2404"/>
                </a:lnTo>
                <a:lnTo>
                  <a:pt x="482" y="2279"/>
                </a:lnTo>
                <a:lnTo>
                  <a:pt x="271" y="2153"/>
                </a:lnTo>
                <a:lnTo>
                  <a:pt x="121" y="2015"/>
                </a:lnTo>
                <a:lnTo>
                  <a:pt x="31" y="1876"/>
                </a:lnTo>
                <a:lnTo>
                  <a:pt x="1" y="1731"/>
                </a:lnTo>
                <a:lnTo>
                  <a:pt x="1" y="1585"/>
                </a:lnTo>
                <a:lnTo>
                  <a:pt x="91" y="1433"/>
                </a:lnTo>
                <a:lnTo>
                  <a:pt x="241" y="1275"/>
                </a:lnTo>
                <a:lnTo>
                  <a:pt x="452" y="1110"/>
                </a:lnTo>
                <a:lnTo>
                  <a:pt x="722" y="951"/>
                </a:lnTo>
                <a:lnTo>
                  <a:pt x="1052" y="780"/>
                </a:lnTo>
                <a:lnTo>
                  <a:pt x="1443" y="60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78"/>
          <p:cNvSpPr/>
          <p:nvPr/>
        </p:nvSpPr>
        <p:spPr>
          <a:xfrm rot="10800000">
            <a:off x="4949200" y="942536"/>
            <a:ext cx="4149942" cy="1359167"/>
          </a:xfrm>
          <a:custGeom>
            <a:avLst/>
            <a:gdLst/>
            <a:ahLst/>
            <a:cxnLst/>
            <a:rect l="l" t="t" r="r" b="b"/>
            <a:pathLst>
              <a:path w="43702" h="3185" fill="none" extrusionOk="0">
                <a:moveTo>
                  <a:pt x="37755" y="1487"/>
                </a:moveTo>
                <a:lnTo>
                  <a:pt x="37755" y="1487"/>
                </a:lnTo>
                <a:lnTo>
                  <a:pt x="37244" y="1506"/>
                </a:lnTo>
                <a:lnTo>
                  <a:pt x="36673" y="1520"/>
                </a:lnTo>
                <a:lnTo>
                  <a:pt x="36133" y="1526"/>
                </a:lnTo>
                <a:lnTo>
                  <a:pt x="35592" y="1526"/>
                </a:lnTo>
                <a:lnTo>
                  <a:pt x="22437" y="1526"/>
                </a:lnTo>
                <a:lnTo>
                  <a:pt x="22437" y="1526"/>
                </a:lnTo>
                <a:lnTo>
                  <a:pt x="21626" y="1520"/>
                </a:lnTo>
                <a:lnTo>
                  <a:pt x="20815" y="1506"/>
                </a:lnTo>
                <a:lnTo>
                  <a:pt x="20034" y="1473"/>
                </a:lnTo>
                <a:lnTo>
                  <a:pt x="19644" y="1454"/>
                </a:lnTo>
                <a:lnTo>
                  <a:pt x="19283" y="1427"/>
                </a:lnTo>
                <a:lnTo>
                  <a:pt x="18923" y="1401"/>
                </a:lnTo>
                <a:lnTo>
                  <a:pt x="18562" y="1368"/>
                </a:lnTo>
                <a:lnTo>
                  <a:pt x="18232" y="1335"/>
                </a:lnTo>
                <a:lnTo>
                  <a:pt x="17902" y="1295"/>
                </a:lnTo>
                <a:lnTo>
                  <a:pt x="17601" y="1249"/>
                </a:lnTo>
                <a:lnTo>
                  <a:pt x="17331" y="1203"/>
                </a:lnTo>
                <a:lnTo>
                  <a:pt x="17061" y="1150"/>
                </a:lnTo>
                <a:lnTo>
                  <a:pt x="16820" y="1097"/>
                </a:lnTo>
                <a:lnTo>
                  <a:pt x="16820" y="1097"/>
                </a:lnTo>
                <a:lnTo>
                  <a:pt x="16430" y="978"/>
                </a:lnTo>
                <a:lnTo>
                  <a:pt x="16040" y="859"/>
                </a:lnTo>
                <a:lnTo>
                  <a:pt x="15709" y="727"/>
                </a:lnTo>
                <a:lnTo>
                  <a:pt x="15409" y="588"/>
                </a:lnTo>
                <a:lnTo>
                  <a:pt x="15138" y="450"/>
                </a:lnTo>
                <a:lnTo>
                  <a:pt x="14928" y="304"/>
                </a:lnTo>
                <a:lnTo>
                  <a:pt x="14748" y="152"/>
                </a:lnTo>
                <a:lnTo>
                  <a:pt x="14628" y="0"/>
                </a:lnTo>
                <a:lnTo>
                  <a:pt x="7810" y="0"/>
                </a:lnTo>
                <a:lnTo>
                  <a:pt x="6038" y="0"/>
                </a:lnTo>
                <a:lnTo>
                  <a:pt x="6038" y="0"/>
                </a:lnTo>
                <a:lnTo>
                  <a:pt x="5347" y="27"/>
                </a:lnTo>
                <a:lnTo>
                  <a:pt x="4656" y="60"/>
                </a:lnTo>
                <a:lnTo>
                  <a:pt x="4326" y="86"/>
                </a:lnTo>
                <a:lnTo>
                  <a:pt x="3996" y="113"/>
                </a:lnTo>
                <a:lnTo>
                  <a:pt x="3665" y="146"/>
                </a:lnTo>
                <a:lnTo>
                  <a:pt x="3365" y="179"/>
                </a:lnTo>
                <a:lnTo>
                  <a:pt x="3095" y="218"/>
                </a:lnTo>
                <a:lnTo>
                  <a:pt x="2794" y="265"/>
                </a:lnTo>
                <a:lnTo>
                  <a:pt x="2524" y="311"/>
                </a:lnTo>
                <a:lnTo>
                  <a:pt x="2284" y="364"/>
                </a:lnTo>
                <a:lnTo>
                  <a:pt x="2043" y="417"/>
                </a:lnTo>
                <a:lnTo>
                  <a:pt x="1833" y="476"/>
                </a:lnTo>
                <a:lnTo>
                  <a:pt x="1623" y="536"/>
                </a:lnTo>
                <a:lnTo>
                  <a:pt x="1443" y="608"/>
                </a:lnTo>
                <a:lnTo>
                  <a:pt x="1443" y="608"/>
                </a:lnTo>
                <a:lnTo>
                  <a:pt x="1052" y="773"/>
                </a:lnTo>
                <a:lnTo>
                  <a:pt x="722" y="945"/>
                </a:lnTo>
                <a:lnTo>
                  <a:pt x="452" y="1104"/>
                </a:lnTo>
                <a:lnTo>
                  <a:pt x="241" y="1269"/>
                </a:lnTo>
                <a:lnTo>
                  <a:pt x="91" y="1427"/>
                </a:lnTo>
                <a:lnTo>
                  <a:pt x="31" y="1579"/>
                </a:lnTo>
                <a:lnTo>
                  <a:pt x="1" y="1724"/>
                </a:lnTo>
                <a:lnTo>
                  <a:pt x="31" y="1870"/>
                </a:lnTo>
                <a:lnTo>
                  <a:pt x="121" y="2009"/>
                </a:lnTo>
                <a:lnTo>
                  <a:pt x="271" y="2147"/>
                </a:lnTo>
                <a:lnTo>
                  <a:pt x="482" y="2273"/>
                </a:lnTo>
                <a:lnTo>
                  <a:pt x="752" y="2398"/>
                </a:lnTo>
                <a:lnTo>
                  <a:pt x="1052" y="2517"/>
                </a:lnTo>
                <a:lnTo>
                  <a:pt x="1413" y="2629"/>
                </a:lnTo>
                <a:lnTo>
                  <a:pt x="1803" y="2735"/>
                </a:lnTo>
                <a:lnTo>
                  <a:pt x="2254" y="2834"/>
                </a:lnTo>
                <a:lnTo>
                  <a:pt x="2254" y="2834"/>
                </a:lnTo>
                <a:lnTo>
                  <a:pt x="2464" y="2874"/>
                </a:lnTo>
                <a:lnTo>
                  <a:pt x="2704" y="2907"/>
                </a:lnTo>
                <a:lnTo>
                  <a:pt x="2974" y="2946"/>
                </a:lnTo>
                <a:lnTo>
                  <a:pt x="3275" y="2979"/>
                </a:lnTo>
                <a:lnTo>
                  <a:pt x="3936" y="3039"/>
                </a:lnTo>
                <a:lnTo>
                  <a:pt x="4656" y="3092"/>
                </a:lnTo>
                <a:lnTo>
                  <a:pt x="5467" y="3131"/>
                </a:lnTo>
                <a:lnTo>
                  <a:pt x="6278" y="3158"/>
                </a:lnTo>
                <a:lnTo>
                  <a:pt x="7149" y="3178"/>
                </a:lnTo>
                <a:lnTo>
                  <a:pt x="8020" y="3184"/>
                </a:lnTo>
                <a:lnTo>
                  <a:pt x="35953" y="3184"/>
                </a:lnTo>
                <a:lnTo>
                  <a:pt x="35953" y="3184"/>
                </a:lnTo>
                <a:lnTo>
                  <a:pt x="36733" y="3178"/>
                </a:lnTo>
                <a:lnTo>
                  <a:pt x="37544" y="3164"/>
                </a:lnTo>
                <a:lnTo>
                  <a:pt x="38325" y="3131"/>
                </a:lnTo>
                <a:lnTo>
                  <a:pt x="39076" y="3092"/>
                </a:lnTo>
                <a:lnTo>
                  <a:pt x="39437" y="3065"/>
                </a:lnTo>
                <a:lnTo>
                  <a:pt x="39767" y="3032"/>
                </a:lnTo>
                <a:lnTo>
                  <a:pt x="40097" y="2999"/>
                </a:lnTo>
                <a:lnTo>
                  <a:pt x="40398" y="2960"/>
                </a:lnTo>
                <a:lnTo>
                  <a:pt x="40698" y="2920"/>
                </a:lnTo>
                <a:lnTo>
                  <a:pt x="40998" y="2874"/>
                </a:lnTo>
                <a:lnTo>
                  <a:pt x="41239" y="2821"/>
                </a:lnTo>
                <a:lnTo>
                  <a:pt x="41479" y="2768"/>
                </a:lnTo>
                <a:lnTo>
                  <a:pt x="41479" y="2768"/>
                </a:lnTo>
                <a:lnTo>
                  <a:pt x="41959" y="2629"/>
                </a:lnTo>
                <a:lnTo>
                  <a:pt x="42380" y="2484"/>
                </a:lnTo>
                <a:lnTo>
                  <a:pt x="42770" y="2332"/>
                </a:lnTo>
                <a:lnTo>
                  <a:pt x="43101" y="2167"/>
                </a:lnTo>
                <a:lnTo>
                  <a:pt x="43341" y="1995"/>
                </a:lnTo>
                <a:lnTo>
                  <a:pt x="43551" y="1817"/>
                </a:lnTo>
                <a:lnTo>
                  <a:pt x="43611" y="1731"/>
                </a:lnTo>
                <a:lnTo>
                  <a:pt x="43671" y="1639"/>
                </a:lnTo>
                <a:lnTo>
                  <a:pt x="43701" y="1553"/>
                </a:lnTo>
                <a:lnTo>
                  <a:pt x="43701" y="1460"/>
                </a:lnTo>
                <a:lnTo>
                  <a:pt x="43701" y="1460"/>
                </a:lnTo>
                <a:lnTo>
                  <a:pt x="43131" y="1506"/>
                </a:lnTo>
                <a:lnTo>
                  <a:pt x="42530" y="1533"/>
                </a:lnTo>
                <a:lnTo>
                  <a:pt x="41959" y="1553"/>
                </a:lnTo>
                <a:lnTo>
                  <a:pt x="41389" y="1573"/>
                </a:lnTo>
                <a:lnTo>
                  <a:pt x="41389" y="1573"/>
                </a:lnTo>
                <a:lnTo>
                  <a:pt x="40998" y="1579"/>
                </a:lnTo>
                <a:lnTo>
                  <a:pt x="40608" y="1579"/>
                </a:lnTo>
                <a:lnTo>
                  <a:pt x="40157" y="1579"/>
                </a:lnTo>
                <a:lnTo>
                  <a:pt x="39707" y="1573"/>
                </a:lnTo>
                <a:lnTo>
                  <a:pt x="39256" y="1559"/>
                </a:lnTo>
                <a:lnTo>
                  <a:pt x="38746" y="1546"/>
                </a:lnTo>
                <a:lnTo>
                  <a:pt x="38265" y="1520"/>
                </a:lnTo>
                <a:lnTo>
                  <a:pt x="37755" y="148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78"/>
          <p:cNvSpPr/>
          <p:nvPr/>
        </p:nvSpPr>
        <p:spPr>
          <a:xfrm rot="10800000">
            <a:off x="4949200" y="942536"/>
            <a:ext cx="4149942" cy="1359167"/>
          </a:xfrm>
          <a:custGeom>
            <a:avLst/>
            <a:gdLst/>
            <a:ahLst/>
            <a:cxnLst/>
            <a:rect l="l" t="t" r="r" b="b"/>
            <a:pathLst>
              <a:path w="43702" h="3185" fill="none" extrusionOk="0">
                <a:moveTo>
                  <a:pt x="8020" y="3184"/>
                </a:moveTo>
                <a:lnTo>
                  <a:pt x="35953" y="3184"/>
                </a:lnTo>
                <a:lnTo>
                  <a:pt x="35953" y="3184"/>
                </a:lnTo>
                <a:lnTo>
                  <a:pt x="36733" y="3178"/>
                </a:lnTo>
                <a:lnTo>
                  <a:pt x="37544" y="3164"/>
                </a:lnTo>
                <a:lnTo>
                  <a:pt x="38325" y="3131"/>
                </a:lnTo>
                <a:lnTo>
                  <a:pt x="39076" y="3092"/>
                </a:lnTo>
                <a:lnTo>
                  <a:pt x="39437" y="3065"/>
                </a:lnTo>
                <a:lnTo>
                  <a:pt x="39767" y="3032"/>
                </a:lnTo>
                <a:lnTo>
                  <a:pt x="40097" y="2999"/>
                </a:lnTo>
                <a:lnTo>
                  <a:pt x="40398" y="2960"/>
                </a:lnTo>
                <a:lnTo>
                  <a:pt x="40698" y="2920"/>
                </a:lnTo>
                <a:lnTo>
                  <a:pt x="40998" y="2874"/>
                </a:lnTo>
                <a:lnTo>
                  <a:pt x="41239" y="2821"/>
                </a:lnTo>
                <a:lnTo>
                  <a:pt x="41479" y="2768"/>
                </a:lnTo>
                <a:lnTo>
                  <a:pt x="41479" y="2768"/>
                </a:lnTo>
                <a:lnTo>
                  <a:pt x="41959" y="2629"/>
                </a:lnTo>
                <a:lnTo>
                  <a:pt x="42380" y="2484"/>
                </a:lnTo>
                <a:lnTo>
                  <a:pt x="42770" y="2332"/>
                </a:lnTo>
                <a:lnTo>
                  <a:pt x="43101" y="2167"/>
                </a:lnTo>
                <a:lnTo>
                  <a:pt x="43341" y="1995"/>
                </a:lnTo>
                <a:lnTo>
                  <a:pt x="43551" y="1817"/>
                </a:lnTo>
                <a:lnTo>
                  <a:pt x="43611" y="1731"/>
                </a:lnTo>
                <a:lnTo>
                  <a:pt x="43671" y="1639"/>
                </a:lnTo>
                <a:lnTo>
                  <a:pt x="43701" y="1553"/>
                </a:lnTo>
                <a:lnTo>
                  <a:pt x="43701" y="1460"/>
                </a:lnTo>
                <a:lnTo>
                  <a:pt x="43701" y="1460"/>
                </a:lnTo>
                <a:lnTo>
                  <a:pt x="43131" y="1506"/>
                </a:lnTo>
                <a:lnTo>
                  <a:pt x="42530" y="1533"/>
                </a:lnTo>
                <a:lnTo>
                  <a:pt x="41959" y="1553"/>
                </a:lnTo>
                <a:lnTo>
                  <a:pt x="41389" y="1573"/>
                </a:lnTo>
                <a:lnTo>
                  <a:pt x="41389" y="1573"/>
                </a:lnTo>
                <a:lnTo>
                  <a:pt x="41329" y="1573"/>
                </a:lnTo>
                <a:lnTo>
                  <a:pt x="41329" y="1573"/>
                </a:lnTo>
                <a:lnTo>
                  <a:pt x="41209" y="1573"/>
                </a:lnTo>
                <a:lnTo>
                  <a:pt x="41209" y="1573"/>
                </a:lnTo>
                <a:lnTo>
                  <a:pt x="40518" y="1579"/>
                </a:lnTo>
                <a:lnTo>
                  <a:pt x="40518" y="1579"/>
                </a:lnTo>
                <a:lnTo>
                  <a:pt x="40518" y="1579"/>
                </a:lnTo>
                <a:lnTo>
                  <a:pt x="40518" y="1579"/>
                </a:lnTo>
                <a:lnTo>
                  <a:pt x="40518" y="1579"/>
                </a:lnTo>
                <a:lnTo>
                  <a:pt x="40518" y="1579"/>
                </a:lnTo>
                <a:lnTo>
                  <a:pt x="40518" y="1579"/>
                </a:lnTo>
                <a:lnTo>
                  <a:pt x="40518" y="1579"/>
                </a:lnTo>
                <a:lnTo>
                  <a:pt x="39887" y="1579"/>
                </a:lnTo>
                <a:lnTo>
                  <a:pt x="39256" y="1559"/>
                </a:lnTo>
                <a:lnTo>
                  <a:pt x="38596" y="1533"/>
                </a:lnTo>
                <a:lnTo>
                  <a:pt x="37905" y="1493"/>
                </a:lnTo>
                <a:lnTo>
                  <a:pt x="37905" y="1493"/>
                </a:lnTo>
                <a:lnTo>
                  <a:pt x="37905" y="1493"/>
                </a:lnTo>
                <a:lnTo>
                  <a:pt x="37905" y="1493"/>
                </a:lnTo>
                <a:lnTo>
                  <a:pt x="37845" y="1493"/>
                </a:lnTo>
                <a:lnTo>
                  <a:pt x="37845" y="1493"/>
                </a:lnTo>
                <a:lnTo>
                  <a:pt x="37815" y="1487"/>
                </a:lnTo>
                <a:lnTo>
                  <a:pt x="37815" y="1487"/>
                </a:lnTo>
                <a:lnTo>
                  <a:pt x="37755" y="1487"/>
                </a:lnTo>
                <a:lnTo>
                  <a:pt x="37755" y="1487"/>
                </a:lnTo>
                <a:lnTo>
                  <a:pt x="37755" y="1487"/>
                </a:lnTo>
                <a:lnTo>
                  <a:pt x="37755" y="1487"/>
                </a:lnTo>
                <a:lnTo>
                  <a:pt x="37755" y="1487"/>
                </a:lnTo>
                <a:lnTo>
                  <a:pt x="37755" y="1487"/>
                </a:lnTo>
                <a:lnTo>
                  <a:pt x="37755" y="1487"/>
                </a:lnTo>
                <a:lnTo>
                  <a:pt x="37755" y="1487"/>
                </a:lnTo>
                <a:lnTo>
                  <a:pt x="37755" y="1487"/>
                </a:lnTo>
                <a:lnTo>
                  <a:pt x="37755" y="1487"/>
                </a:lnTo>
                <a:lnTo>
                  <a:pt x="37755" y="1487"/>
                </a:lnTo>
                <a:lnTo>
                  <a:pt x="37244" y="1506"/>
                </a:lnTo>
                <a:lnTo>
                  <a:pt x="36673" y="1520"/>
                </a:lnTo>
                <a:lnTo>
                  <a:pt x="36133" y="1526"/>
                </a:lnTo>
                <a:lnTo>
                  <a:pt x="35592" y="1526"/>
                </a:lnTo>
                <a:lnTo>
                  <a:pt x="22437" y="1526"/>
                </a:lnTo>
                <a:lnTo>
                  <a:pt x="22437" y="1526"/>
                </a:lnTo>
                <a:lnTo>
                  <a:pt x="21626" y="1520"/>
                </a:lnTo>
                <a:lnTo>
                  <a:pt x="20815" y="1506"/>
                </a:lnTo>
                <a:lnTo>
                  <a:pt x="20034" y="1473"/>
                </a:lnTo>
                <a:lnTo>
                  <a:pt x="19644" y="1454"/>
                </a:lnTo>
                <a:lnTo>
                  <a:pt x="19283" y="1427"/>
                </a:lnTo>
                <a:lnTo>
                  <a:pt x="18923" y="1401"/>
                </a:lnTo>
                <a:lnTo>
                  <a:pt x="18562" y="1368"/>
                </a:lnTo>
                <a:lnTo>
                  <a:pt x="18232" y="1335"/>
                </a:lnTo>
                <a:lnTo>
                  <a:pt x="17902" y="1295"/>
                </a:lnTo>
                <a:lnTo>
                  <a:pt x="17601" y="1249"/>
                </a:lnTo>
                <a:lnTo>
                  <a:pt x="17331" y="1203"/>
                </a:lnTo>
                <a:lnTo>
                  <a:pt x="17061" y="1150"/>
                </a:lnTo>
                <a:lnTo>
                  <a:pt x="16820" y="1097"/>
                </a:lnTo>
                <a:lnTo>
                  <a:pt x="16820" y="1097"/>
                </a:lnTo>
                <a:lnTo>
                  <a:pt x="16430" y="978"/>
                </a:lnTo>
                <a:lnTo>
                  <a:pt x="16040" y="859"/>
                </a:lnTo>
                <a:lnTo>
                  <a:pt x="15709" y="727"/>
                </a:lnTo>
                <a:lnTo>
                  <a:pt x="15409" y="588"/>
                </a:lnTo>
                <a:lnTo>
                  <a:pt x="15138" y="450"/>
                </a:lnTo>
                <a:lnTo>
                  <a:pt x="14928" y="304"/>
                </a:lnTo>
                <a:lnTo>
                  <a:pt x="14748" y="152"/>
                </a:lnTo>
                <a:lnTo>
                  <a:pt x="14628" y="0"/>
                </a:lnTo>
                <a:lnTo>
                  <a:pt x="14628" y="0"/>
                </a:lnTo>
                <a:lnTo>
                  <a:pt x="14628" y="0"/>
                </a:lnTo>
                <a:lnTo>
                  <a:pt x="14628" y="0"/>
                </a:lnTo>
                <a:lnTo>
                  <a:pt x="7810" y="0"/>
                </a:lnTo>
                <a:lnTo>
                  <a:pt x="7810" y="0"/>
                </a:lnTo>
                <a:lnTo>
                  <a:pt x="7810" y="0"/>
                </a:lnTo>
                <a:lnTo>
                  <a:pt x="7810" y="0"/>
                </a:lnTo>
                <a:lnTo>
                  <a:pt x="7810" y="0"/>
                </a:lnTo>
                <a:lnTo>
                  <a:pt x="6038" y="0"/>
                </a:lnTo>
                <a:lnTo>
                  <a:pt x="6038" y="0"/>
                </a:lnTo>
                <a:lnTo>
                  <a:pt x="6038" y="0"/>
                </a:lnTo>
                <a:lnTo>
                  <a:pt x="6038" y="0"/>
                </a:lnTo>
                <a:lnTo>
                  <a:pt x="6038" y="0"/>
                </a:lnTo>
                <a:lnTo>
                  <a:pt x="6038" y="0"/>
                </a:lnTo>
                <a:lnTo>
                  <a:pt x="6038" y="0"/>
                </a:lnTo>
                <a:lnTo>
                  <a:pt x="6038" y="0"/>
                </a:lnTo>
                <a:lnTo>
                  <a:pt x="6038" y="0"/>
                </a:lnTo>
                <a:lnTo>
                  <a:pt x="5347" y="27"/>
                </a:lnTo>
                <a:lnTo>
                  <a:pt x="4656" y="60"/>
                </a:lnTo>
                <a:lnTo>
                  <a:pt x="4326" y="86"/>
                </a:lnTo>
                <a:lnTo>
                  <a:pt x="3996" y="113"/>
                </a:lnTo>
                <a:lnTo>
                  <a:pt x="3665" y="146"/>
                </a:lnTo>
                <a:lnTo>
                  <a:pt x="3365" y="179"/>
                </a:lnTo>
                <a:lnTo>
                  <a:pt x="3095" y="218"/>
                </a:lnTo>
                <a:lnTo>
                  <a:pt x="2794" y="265"/>
                </a:lnTo>
                <a:lnTo>
                  <a:pt x="2524" y="311"/>
                </a:lnTo>
                <a:lnTo>
                  <a:pt x="2284" y="364"/>
                </a:lnTo>
                <a:lnTo>
                  <a:pt x="2043" y="417"/>
                </a:lnTo>
                <a:lnTo>
                  <a:pt x="1833" y="476"/>
                </a:lnTo>
                <a:lnTo>
                  <a:pt x="1623" y="536"/>
                </a:lnTo>
                <a:lnTo>
                  <a:pt x="1443" y="608"/>
                </a:lnTo>
                <a:lnTo>
                  <a:pt x="1443" y="608"/>
                </a:lnTo>
                <a:lnTo>
                  <a:pt x="1082" y="753"/>
                </a:lnTo>
                <a:lnTo>
                  <a:pt x="812" y="892"/>
                </a:lnTo>
                <a:lnTo>
                  <a:pt x="542" y="1038"/>
                </a:lnTo>
                <a:lnTo>
                  <a:pt x="361" y="1176"/>
                </a:lnTo>
                <a:lnTo>
                  <a:pt x="181" y="1308"/>
                </a:lnTo>
                <a:lnTo>
                  <a:pt x="91" y="1447"/>
                </a:lnTo>
                <a:lnTo>
                  <a:pt x="31" y="1579"/>
                </a:lnTo>
                <a:lnTo>
                  <a:pt x="1" y="1705"/>
                </a:lnTo>
                <a:lnTo>
                  <a:pt x="1" y="1705"/>
                </a:lnTo>
                <a:lnTo>
                  <a:pt x="1" y="1791"/>
                </a:lnTo>
                <a:lnTo>
                  <a:pt x="31" y="1870"/>
                </a:lnTo>
                <a:lnTo>
                  <a:pt x="91" y="1949"/>
                </a:lnTo>
                <a:lnTo>
                  <a:pt x="151" y="2028"/>
                </a:lnTo>
                <a:lnTo>
                  <a:pt x="241" y="2108"/>
                </a:lnTo>
                <a:lnTo>
                  <a:pt x="331" y="2180"/>
                </a:lnTo>
                <a:lnTo>
                  <a:pt x="452" y="2260"/>
                </a:lnTo>
                <a:lnTo>
                  <a:pt x="572" y="2326"/>
                </a:lnTo>
                <a:lnTo>
                  <a:pt x="722" y="2398"/>
                </a:lnTo>
                <a:lnTo>
                  <a:pt x="902" y="2464"/>
                </a:lnTo>
                <a:lnTo>
                  <a:pt x="1082" y="2530"/>
                </a:lnTo>
                <a:lnTo>
                  <a:pt x="1292" y="2596"/>
                </a:lnTo>
                <a:lnTo>
                  <a:pt x="1503" y="2662"/>
                </a:lnTo>
                <a:lnTo>
                  <a:pt x="1743" y="2722"/>
                </a:lnTo>
                <a:lnTo>
                  <a:pt x="2254" y="2834"/>
                </a:lnTo>
                <a:lnTo>
                  <a:pt x="2254" y="2834"/>
                </a:lnTo>
                <a:lnTo>
                  <a:pt x="2464" y="2874"/>
                </a:lnTo>
                <a:lnTo>
                  <a:pt x="2704" y="2907"/>
                </a:lnTo>
                <a:lnTo>
                  <a:pt x="2974" y="2946"/>
                </a:lnTo>
                <a:lnTo>
                  <a:pt x="3275" y="2979"/>
                </a:lnTo>
                <a:lnTo>
                  <a:pt x="3936" y="3039"/>
                </a:lnTo>
                <a:lnTo>
                  <a:pt x="4656" y="3092"/>
                </a:lnTo>
                <a:lnTo>
                  <a:pt x="5467" y="3131"/>
                </a:lnTo>
                <a:lnTo>
                  <a:pt x="6278" y="3158"/>
                </a:lnTo>
                <a:lnTo>
                  <a:pt x="7149" y="3178"/>
                </a:lnTo>
                <a:lnTo>
                  <a:pt x="8020" y="318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78"/>
          <p:cNvSpPr/>
          <p:nvPr/>
        </p:nvSpPr>
        <p:spPr>
          <a:xfrm rot="10800000">
            <a:off x="6101451" y="2301262"/>
            <a:ext cx="4149942" cy="1361727"/>
          </a:xfrm>
          <a:custGeom>
            <a:avLst/>
            <a:gdLst/>
            <a:ahLst/>
            <a:cxnLst/>
            <a:rect l="l" t="t" r="r" b="b"/>
            <a:pathLst>
              <a:path w="43702" h="3191" fill="none" extrusionOk="0">
                <a:moveTo>
                  <a:pt x="2254" y="2840"/>
                </a:moveTo>
                <a:lnTo>
                  <a:pt x="2254" y="2840"/>
                </a:lnTo>
                <a:lnTo>
                  <a:pt x="2464" y="2880"/>
                </a:lnTo>
                <a:lnTo>
                  <a:pt x="2704" y="2913"/>
                </a:lnTo>
                <a:lnTo>
                  <a:pt x="2974" y="2953"/>
                </a:lnTo>
                <a:lnTo>
                  <a:pt x="3275" y="2986"/>
                </a:lnTo>
                <a:lnTo>
                  <a:pt x="3936" y="3045"/>
                </a:lnTo>
                <a:lnTo>
                  <a:pt x="4656" y="3091"/>
                </a:lnTo>
                <a:lnTo>
                  <a:pt x="5467" y="3138"/>
                </a:lnTo>
                <a:lnTo>
                  <a:pt x="6278" y="3164"/>
                </a:lnTo>
                <a:lnTo>
                  <a:pt x="7149" y="3184"/>
                </a:lnTo>
                <a:lnTo>
                  <a:pt x="8020" y="3190"/>
                </a:lnTo>
                <a:lnTo>
                  <a:pt x="18172" y="3190"/>
                </a:lnTo>
                <a:lnTo>
                  <a:pt x="18172" y="3190"/>
                </a:lnTo>
                <a:lnTo>
                  <a:pt x="18622" y="3184"/>
                </a:lnTo>
                <a:lnTo>
                  <a:pt x="19073" y="3184"/>
                </a:lnTo>
                <a:lnTo>
                  <a:pt x="19493" y="3184"/>
                </a:lnTo>
                <a:lnTo>
                  <a:pt x="19944" y="3190"/>
                </a:lnTo>
                <a:lnTo>
                  <a:pt x="26762" y="3190"/>
                </a:lnTo>
                <a:lnTo>
                  <a:pt x="26762" y="3190"/>
                </a:lnTo>
                <a:lnTo>
                  <a:pt x="26702" y="3025"/>
                </a:lnTo>
                <a:lnTo>
                  <a:pt x="26702" y="2854"/>
                </a:lnTo>
                <a:lnTo>
                  <a:pt x="26732" y="2774"/>
                </a:lnTo>
                <a:lnTo>
                  <a:pt x="26792" y="2688"/>
                </a:lnTo>
                <a:lnTo>
                  <a:pt x="26852" y="2609"/>
                </a:lnTo>
                <a:lnTo>
                  <a:pt x="26942" y="2530"/>
                </a:lnTo>
                <a:lnTo>
                  <a:pt x="27062" y="2451"/>
                </a:lnTo>
                <a:lnTo>
                  <a:pt x="27182" y="2371"/>
                </a:lnTo>
                <a:lnTo>
                  <a:pt x="27333" y="2292"/>
                </a:lnTo>
                <a:lnTo>
                  <a:pt x="27513" y="2219"/>
                </a:lnTo>
                <a:lnTo>
                  <a:pt x="27693" y="2147"/>
                </a:lnTo>
                <a:lnTo>
                  <a:pt x="27903" y="2074"/>
                </a:lnTo>
                <a:lnTo>
                  <a:pt x="28143" y="2002"/>
                </a:lnTo>
                <a:lnTo>
                  <a:pt x="28414" y="1935"/>
                </a:lnTo>
                <a:lnTo>
                  <a:pt x="28414" y="1935"/>
                </a:lnTo>
                <a:lnTo>
                  <a:pt x="28654" y="1883"/>
                </a:lnTo>
                <a:lnTo>
                  <a:pt x="28924" y="1836"/>
                </a:lnTo>
                <a:lnTo>
                  <a:pt x="29255" y="1790"/>
                </a:lnTo>
                <a:lnTo>
                  <a:pt x="29585" y="1744"/>
                </a:lnTo>
                <a:lnTo>
                  <a:pt x="29946" y="1704"/>
                </a:lnTo>
                <a:lnTo>
                  <a:pt x="30306" y="1665"/>
                </a:lnTo>
                <a:lnTo>
                  <a:pt x="30726" y="1632"/>
                </a:lnTo>
                <a:lnTo>
                  <a:pt x="31147" y="1605"/>
                </a:lnTo>
                <a:lnTo>
                  <a:pt x="31597" y="1579"/>
                </a:lnTo>
                <a:lnTo>
                  <a:pt x="32078" y="1552"/>
                </a:lnTo>
                <a:lnTo>
                  <a:pt x="32559" y="1533"/>
                </a:lnTo>
                <a:lnTo>
                  <a:pt x="33069" y="1519"/>
                </a:lnTo>
                <a:lnTo>
                  <a:pt x="33610" y="1506"/>
                </a:lnTo>
                <a:lnTo>
                  <a:pt x="34150" y="1500"/>
                </a:lnTo>
                <a:lnTo>
                  <a:pt x="34691" y="1500"/>
                </a:lnTo>
                <a:lnTo>
                  <a:pt x="35262" y="1500"/>
                </a:lnTo>
                <a:lnTo>
                  <a:pt x="43701" y="1500"/>
                </a:lnTo>
                <a:lnTo>
                  <a:pt x="43701" y="1500"/>
                </a:lnTo>
                <a:lnTo>
                  <a:pt x="43701" y="1361"/>
                </a:lnTo>
                <a:lnTo>
                  <a:pt x="43641" y="1222"/>
                </a:lnTo>
                <a:lnTo>
                  <a:pt x="43521" y="1083"/>
                </a:lnTo>
                <a:lnTo>
                  <a:pt x="43341" y="951"/>
                </a:lnTo>
                <a:lnTo>
                  <a:pt x="43101" y="819"/>
                </a:lnTo>
                <a:lnTo>
                  <a:pt x="42800" y="694"/>
                </a:lnTo>
                <a:lnTo>
                  <a:pt x="42440" y="575"/>
                </a:lnTo>
                <a:lnTo>
                  <a:pt x="42230" y="515"/>
                </a:lnTo>
                <a:lnTo>
                  <a:pt x="42020" y="462"/>
                </a:lnTo>
                <a:lnTo>
                  <a:pt x="42020" y="462"/>
                </a:lnTo>
                <a:lnTo>
                  <a:pt x="41779" y="410"/>
                </a:lnTo>
                <a:lnTo>
                  <a:pt x="41479" y="357"/>
                </a:lnTo>
                <a:lnTo>
                  <a:pt x="41179" y="311"/>
                </a:lnTo>
                <a:lnTo>
                  <a:pt x="40818" y="258"/>
                </a:lnTo>
                <a:lnTo>
                  <a:pt x="40458" y="218"/>
                </a:lnTo>
                <a:lnTo>
                  <a:pt x="40067" y="178"/>
                </a:lnTo>
                <a:lnTo>
                  <a:pt x="39647" y="139"/>
                </a:lnTo>
                <a:lnTo>
                  <a:pt x="39196" y="106"/>
                </a:lnTo>
                <a:lnTo>
                  <a:pt x="38716" y="73"/>
                </a:lnTo>
                <a:lnTo>
                  <a:pt x="38265" y="53"/>
                </a:lnTo>
                <a:lnTo>
                  <a:pt x="37755" y="27"/>
                </a:lnTo>
                <a:lnTo>
                  <a:pt x="37274" y="13"/>
                </a:lnTo>
                <a:lnTo>
                  <a:pt x="36763" y="0"/>
                </a:lnTo>
                <a:lnTo>
                  <a:pt x="36253" y="0"/>
                </a:lnTo>
                <a:lnTo>
                  <a:pt x="35742" y="0"/>
                </a:lnTo>
                <a:lnTo>
                  <a:pt x="35232" y="7"/>
                </a:lnTo>
                <a:lnTo>
                  <a:pt x="7810" y="7"/>
                </a:lnTo>
                <a:lnTo>
                  <a:pt x="7810" y="7"/>
                </a:lnTo>
                <a:lnTo>
                  <a:pt x="7329" y="0"/>
                </a:lnTo>
                <a:lnTo>
                  <a:pt x="6849" y="0"/>
                </a:lnTo>
                <a:lnTo>
                  <a:pt x="6398" y="0"/>
                </a:lnTo>
                <a:lnTo>
                  <a:pt x="5918" y="13"/>
                </a:lnTo>
                <a:lnTo>
                  <a:pt x="5467" y="27"/>
                </a:lnTo>
                <a:lnTo>
                  <a:pt x="4987" y="46"/>
                </a:lnTo>
                <a:lnTo>
                  <a:pt x="4566" y="73"/>
                </a:lnTo>
                <a:lnTo>
                  <a:pt x="4116" y="106"/>
                </a:lnTo>
                <a:lnTo>
                  <a:pt x="3725" y="145"/>
                </a:lnTo>
                <a:lnTo>
                  <a:pt x="3305" y="192"/>
                </a:lnTo>
                <a:lnTo>
                  <a:pt x="2944" y="245"/>
                </a:lnTo>
                <a:lnTo>
                  <a:pt x="2584" y="304"/>
                </a:lnTo>
                <a:lnTo>
                  <a:pt x="2254" y="370"/>
                </a:lnTo>
                <a:lnTo>
                  <a:pt x="1953" y="443"/>
                </a:lnTo>
                <a:lnTo>
                  <a:pt x="1683" y="522"/>
                </a:lnTo>
                <a:lnTo>
                  <a:pt x="1443" y="608"/>
                </a:lnTo>
                <a:lnTo>
                  <a:pt x="1443" y="608"/>
                </a:lnTo>
                <a:lnTo>
                  <a:pt x="1052" y="780"/>
                </a:lnTo>
                <a:lnTo>
                  <a:pt x="722" y="951"/>
                </a:lnTo>
                <a:lnTo>
                  <a:pt x="452" y="1110"/>
                </a:lnTo>
                <a:lnTo>
                  <a:pt x="241" y="1275"/>
                </a:lnTo>
                <a:lnTo>
                  <a:pt x="91" y="1433"/>
                </a:lnTo>
                <a:lnTo>
                  <a:pt x="1" y="1585"/>
                </a:lnTo>
                <a:lnTo>
                  <a:pt x="1" y="1731"/>
                </a:lnTo>
                <a:lnTo>
                  <a:pt x="31" y="1876"/>
                </a:lnTo>
                <a:lnTo>
                  <a:pt x="121" y="2015"/>
                </a:lnTo>
                <a:lnTo>
                  <a:pt x="271" y="2153"/>
                </a:lnTo>
                <a:lnTo>
                  <a:pt x="482" y="2279"/>
                </a:lnTo>
                <a:lnTo>
                  <a:pt x="722" y="2404"/>
                </a:lnTo>
                <a:lnTo>
                  <a:pt x="1052" y="2523"/>
                </a:lnTo>
                <a:lnTo>
                  <a:pt x="1413" y="2636"/>
                </a:lnTo>
                <a:lnTo>
                  <a:pt x="1803" y="2741"/>
                </a:lnTo>
                <a:lnTo>
                  <a:pt x="2254" y="284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78"/>
          <p:cNvSpPr/>
          <p:nvPr/>
        </p:nvSpPr>
        <p:spPr>
          <a:xfrm rot="10800000">
            <a:off x="6101451" y="2301262"/>
            <a:ext cx="4149942" cy="1361727"/>
          </a:xfrm>
          <a:custGeom>
            <a:avLst/>
            <a:gdLst/>
            <a:ahLst/>
            <a:cxnLst/>
            <a:rect l="l" t="t" r="r" b="b"/>
            <a:pathLst>
              <a:path w="43702" h="3191" fill="none" extrusionOk="0">
                <a:moveTo>
                  <a:pt x="8020" y="3190"/>
                </a:moveTo>
                <a:lnTo>
                  <a:pt x="18172" y="3190"/>
                </a:lnTo>
                <a:lnTo>
                  <a:pt x="18172" y="3190"/>
                </a:lnTo>
                <a:lnTo>
                  <a:pt x="18172" y="3190"/>
                </a:lnTo>
                <a:lnTo>
                  <a:pt x="18172" y="3190"/>
                </a:lnTo>
                <a:lnTo>
                  <a:pt x="18622" y="3184"/>
                </a:lnTo>
                <a:lnTo>
                  <a:pt x="19073" y="3184"/>
                </a:lnTo>
                <a:lnTo>
                  <a:pt x="19073" y="3184"/>
                </a:lnTo>
                <a:lnTo>
                  <a:pt x="19073" y="3184"/>
                </a:lnTo>
                <a:lnTo>
                  <a:pt x="19073" y="3184"/>
                </a:lnTo>
                <a:lnTo>
                  <a:pt x="19073" y="3184"/>
                </a:lnTo>
                <a:lnTo>
                  <a:pt x="19073" y="3184"/>
                </a:lnTo>
                <a:lnTo>
                  <a:pt x="19073" y="3184"/>
                </a:lnTo>
                <a:lnTo>
                  <a:pt x="19794" y="3190"/>
                </a:lnTo>
                <a:lnTo>
                  <a:pt x="19794" y="3190"/>
                </a:lnTo>
                <a:lnTo>
                  <a:pt x="19794" y="3190"/>
                </a:lnTo>
                <a:lnTo>
                  <a:pt x="19794" y="3190"/>
                </a:lnTo>
                <a:lnTo>
                  <a:pt x="19944" y="3190"/>
                </a:lnTo>
                <a:lnTo>
                  <a:pt x="26762" y="3190"/>
                </a:lnTo>
                <a:lnTo>
                  <a:pt x="26762" y="3190"/>
                </a:lnTo>
                <a:lnTo>
                  <a:pt x="26732" y="3072"/>
                </a:lnTo>
                <a:lnTo>
                  <a:pt x="26702" y="2953"/>
                </a:lnTo>
                <a:lnTo>
                  <a:pt x="26702" y="2953"/>
                </a:lnTo>
                <a:lnTo>
                  <a:pt x="26732" y="2814"/>
                </a:lnTo>
                <a:lnTo>
                  <a:pt x="26792" y="2675"/>
                </a:lnTo>
                <a:lnTo>
                  <a:pt x="26912" y="2543"/>
                </a:lnTo>
                <a:lnTo>
                  <a:pt x="27092" y="2411"/>
                </a:lnTo>
                <a:lnTo>
                  <a:pt x="27333" y="2286"/>
                </a:lnTo>
                <a:lnTo>
                  <a:pt x="27633" y="2167"/>
                </a:lnTo>
                <a:lnTo>
                  <a:pt x="27993" y="2048"/>
                </a:lnTo>
                <a:lnTo>
                  <a:pt x="28414" y="1935"/>
                </a:lnTo>
                <a:lnTo>
                  <a:pt x="28414" y="1935"/>
                </a:lnTo>
                <a:lnTo>
                  <a:pt x="28654" y="1883"/>
                </a:lnTo>
                <a:lnTo>
                  <a:pt x="28924" y="1836"/>
                </a:lnTo>
                <a:lnTo>
                  <a:pt x="29195" y="1790"/>
                </a:lnTo>
                <a:lnTo>
                  <a:pt x="29525" y="1751"/>
                </a:lnTo>
                <a:lnTo>
                  <a:pt x="29855" y="1711"/>
                </a:lnTo>
                <a:lnTo>
                  <a:pt x="30216" y="1678"/>
                </a:lnTo>
                <a:lnTo>
                  <a:pt x="30606" y="1645"/>
                </a:lnTo>
                <a:lnTo>
                  <a:pt x="30997" y="1612"/>
                </a:lnTo>
                <a:lnTo>
                  <a:pt x="31417" y="1585"/>
                </a:lnTo>
                <a:lnTo>
                  <a:pt x="31868" y="1566"/>
                </a:lnTo>
                <a:lnTo>
                  <a:pt x="32348" y="1546"/>
                </a:lnTo>
                <a:lnTo>
                  <a:pt x="32829" y="1526"/>
                </a:lnTo>
                <a:lnTo>
                  <a:pt x="33820" y="1506"/>
                </a:lnTo>
                <a:lnTo>
                  <a:pt x="34871" y="1500"/>
                </a:lnTo>
                <a:lnTo>
                  <a:pt x="34871" y="1500"/>
                </a:lnTo>
                <a:lnTo>
                  <a:pt x="35262" y="1500"/>
                </a:lnTo>
                <a:lnTo>
                  <a:pt x="43701" y="1500"/>
                </a:lnTo>
                <a:lnTo>
                  <a:pt x="43701" y="1500"/>
                </a:lnTo>
                <a:lnTo>
                  <a:pt x="43701" y="1460"/>
                </a:lnTo>
                <a:lnTo>
                  <a:pt x="43701" y="1460"/>
                </a:lnTo>
                <a:lnTo>
                  <a:pt x="43701" y="1321"/>
                </a:lnTo>
                <a:lnTo>
                  <a:pt x="43611" y="1189"/>
                </a:lnTo>
                <a:lnTo>
                  <a:pt x="43491" y="1057"/>
                </a:lnTo>
                <a:lnTo>
                  <a:pt x="43311" y="931"/>
                </a:lnTo>
                <a:lnTo>
                  <a:pt x="43071" y="806"/>
                </a:lnTo>
                <a:lnTo>
                  <a:pt x="42800" y="687"/>
                </a:lnTo>
                <a:lnTo>
                  <a:pt x="42440" y="568"/>
                </a:lnTo>
                <a:lnTo>
                  <a:pt x="42020" y="462"/>
                </a:lnTo>
                <a:lnTo>
                  <a:pt x="42020" y="462"/>
                </a:lnTo>
                <a:lnTo>
                  <a:pt x="41809" y="416"/>
                </a:lnTo>
                <a:lnTo>
                  <a:pt x="41539" y="370"/>
                </a:lnTo>
                <a:lnTo>
                  <a:pt x="41269" y="324"/>
                </a:lnTo>
                <a:lnTo>
                  <a:pt x="40968" y="278"/>
                </a:lnTo>
                <a:lnTo>
                  <a:pt x="40668" y="238"/>
                </a:lnTo>
                <a:lnTo>
                  <a:pt x="40308" y="205"/>
                </a:lnTo>
                <a:lnTo>
                  <a:pt x="39947" y="165"/>
                </a:lnTo>
                <a:lnTo>
                  <a:pt x="39557" y="132"/>
                </a:lnTo>
                <a:lnTo>
                  <a:pt x="39166" y="106"/>
                </a:lnTo>
                <a:lnTo>
                  <a:pt x="38746" y="79"/>
                </a:lnTo>
                <a:lnTo>
                  <a:pt x="38325" y="53"/>
                </a:lnTo>
                <a:lnTo>
                  <a:pt x="37905" y="33"/>
                </a:lnTo>
                <a:lnTo>
                  <a:pt x="37454" y="20"/>
                </a:lnTo>
                <a:lnTo>
                  <a:pt x="37004" y="7"/>
                </a:lnTo>
                <a:lnTo>
                  <a:pt x="36553" y="0"/>
                </a:lnTo>
                <a:lnTo>
                  <a:pt x="36103" y="0"/>
                </a:lnTo>
                <a:lnTo>
                  <a:pt x="36103" y="0"/>
                </a:lnTo>
                <a:lnTo>
                  <a:pt x="35682" y="0"/>
                </a:lnTo>
                <a:lnTo>
                  <a:pt x="35232" y="7"/>
                </a:lnTo>
                <a:lnTo>
                  <a:pt x="7810" y="7"/>
                </a:lnTo>
                <a:lnTo>
                  <a:pt x="7810" y="7"/>
                </a:lnTo>
                <a:lnTo>
                  <a:pt x="7359" y="0"/>
                </a:lnTo>
                <a:lnTo>
                  <a:pt x="6909" y="0"/>
                </a:lnTo>
                <a:lnTo>
                  <a:pt x="6909" y="0"/>
                </a:lnTo>
                <a:lnTo>
                  <a:pt x="6488" y="0"/>
                </a:lnTo>
                <a:lnTo>
                  <a:pt x="6098" y="7"/>
                </a:lnTo>
                <a:lnTo>
                  <a:pt x="5678" y="20"/>
                </a:lnTo>
                <a:lnTo>
                  <a:pt x="5257" y="33"/>
                </a:lnTo>
                <a:lnTo>
                  <a:pt x="4867" y="53"/>
                </a:lnTo>
                <a:lnTo>
                  <a:pt x="4476" y="79"/>
                </a:lnTo>
                <a:lnTo>
                  <a:pt x="4116" y="112"/>
                </a:lnTo>
                <a:lnTo>
                  <a:pt x="3725" y="145"/>
                </a:lnTo>
                <a:lnTo>
                  <a:pt x="3395" y="185"/>
                </a:lnTo>
                <a:lnTo>
                  <a:pt x="3034" y="231"/>
                </a:lnTo>
                <a:lnTo>
                  <a:pt x="2734" y="284"/>
                </a:lnTo>
                <a:lnTo>
                  <a:pt x="2434" y="337"/>
                </a:lnTo>
                <a:lnTo>
                  <a:pt x="2133" y="396"/>
                </a:lnTo>
                <a:lnTo>
                  <a:pt x="1893" y="462"/>
                </a:lnTo>
                <a:lnTo>
                  <a:pt x="1653" y="535"/>
                </a:lnTo>
                <a:lnTo>
                  <a:pt x="1443" y="608"/>
                </a:lnTo>
                <a:lnTo>
                  <a:pt x="1443" y="608"/>
                </a:lnTo>
                <a:lnTo>
                  <a:pt x="1082" y="760"/>
                </a:lnTo>
                <a:lnTo>
                  <a:pt x="782" y="898"/>
                </a:lnTo>
                <a:lnTo>
                  <a:pt x="542" y="1044"/>
                </a:lnTo>
                <a:lnTo>
                  <a:pt x="361" y="1182"/>
                </a:lnTo>
                <a:lnTo>
                  <a:pt x="181" y="1315"/>
                </a:lnTo>
                <a:lnTo>
                  <a:pt x="91" y="1453"/>
                </a:lnTo>
                <a:lnTo>
                  <a:pt x="31" y="1579"/>
                </a:lnTo>
                <a:lnTo>
                  <a:pt x="1" y="1711"/>
                </a:lnTo>
                <a:lnTo>
                  <a:pt x="1" y="1711"/>
                </a:lnTo>
                <a:lnTo>
                  <a:pt x="1" y="1797"/>
                </a:lnTo>
                <a:lnTo>
                  <a:pt x="31" y="1876"/>
                </a:lnTo>
                <a:lnTo>
                  <a:pt x="91" y="1955"/>
                </a:lnTo>
                <a:lnTo>
                  <a:pt x="151" y="2035"/>
                </a:lnTo>
                <a:lnTo>
                  <a:pt x="241" y="2114"/>
                </a:lnTo>
                <a:lnTo>
                  <a:pt x="331" y="2186"/>
                </a:lnTo>
                <a:lnTo>
                  <a:pt x="452" y="2259"/>
                </a:lnTo>
                <a:lnTo>
                  <a:pt x="572" y="2332"/>
                </a:lnTo>
                <a:lnTo>
                  <a:pt x="722" y="2404"/>
                </a:lnTo>
                <a:lnTo>
                  <a:pt x="902" y="2470"/>
                </a:lnTo>
                <a:lnTo>
                  <a:pt x="1082" y="2537"/>
                </a:lnTo>
                <a:lnTo>
                  <a:pt x="1292" y="2603"/>
                </a:lnTo>
                <a:lnTo>
                  <a:pt x="1503" y="2669"/>
                </a:lnTo>
                <a:lnTo>
                  <a:pt x="1743" y="2728"/>
                </a:lnTo>
                <a:lnTo>
                  <a:pt x="2254" y="2840"/>
                </a:lnTo>
                <a:lnTo>
                  <a:pt x="2254" y="2840"/>
                </a:lnTo>
                <a:lnTo>
                  <a:pt x="2464" y="2880"/>
                </a:lnTo>
                <a:lnTo>
                  <a:pt x="2704" y="2913"/>
                </a:lnTo>
                <a:lnTo>
                  <a:pt x="2974" y="2953"/>
                </a:lnTo>
                <a:lnTo>
                  <a:pt x="3275" y="2986"/>
                </a:lnTo>
                <a:lnTo>
                  <a:pt x="3936" y="3045"/>
                </a:lnTo>
                <a:lnTo>
                  <a:pt x="4656" y="3091"/>
                </a:lnTo>
                <a:lnTo>
                  <a:pt x="5467" y="3138"/>
                </a:lnTo>
                <a:lnTo>
                  <a:pt x="6278" y="3164"/>
                </a:lnTo>
                <a:lnTo>
                  <a:pt x="7149" y="3184"/>
                </a:lnTo>
                <a:lnTo>
                  <a:pt x="8020" y="319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78"/>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78"/>
          <p:cNvSpPr/>
          <p:nvPr/>
        </p:nvSpPr>
        <p:spPr>
          <a:xfrm rot="10800000">
            <a:off x="8508368" y="2423333"/>
            <a:ext cx="162495" cy="3295"/>
          </a:xfrm>
          <a:custGeom>
            <a:avLst/>
            <a:gdLst/>
            <a:ahLst/>
            <a:cxnLst/>
            <a:rect l="l" t="t" r="r" b="b"/>
            <a:pathLst>
              <a:path w="1773" h="8" fill="none" extrusionOk="0">
                <a:moveTo>
                  <a:pt x="1" y="7"/>
                </a:moveTo>
                <a:lnTo>
                  <a:pt x="1773" y="7"/>
                </a:lnTo>
                <a:lnTo>
                  <a:pt x="1773" y="7"/>
                </a:lnTo>
                <a:lnTo>
                  <a:pt x="132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78"/>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78"/>
          <p:cNvSpPr/>
          <p:nvPr/>
        </p:nvSpPr>
        <p:spPr>
          <a:xfrm rot="10800000">
            <a:off x="8508368" y="2423333"/>
            <a:ext cx="162495" cy="3295"/>
          </a:xfrm>
          <a:custGeom>
            <a:avLst/>
            <a:gdLst/>
            <a:ahLst/>
            <a:cxnLst/>
            <a:rect l="l" t="t" r="r" b="b"/>
            <a:pathLst>
              <a:path w="1773" h="8" fill="none" extrusionOk="0">
                <a:moveTo>
                  <a:pt x="1" y="7"/>
                </a:moveTo>
                <a:lnTo>
                  <a:pt x="1773" y="7"/>
                </a:lnTo>
                <a:lnTo>
                  <a:pt x="1773" y="7"/>
                </a:lnTo>
                <a:lnTo>
                  <a:pt x="1322" y="1"/>
                </a:lnTo>
                <a:lnTo>
                  <a:pt x="90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78"/>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78"/>
          <p:cNvSpPr/>
          <p:nvPr/>
        </p:nvSpPr>
        <p:spPr>
          <a:xfrm rot="10800000">
            <a:off x="4592699" y="1678228"/>
            <a:ext cx="744486" cy="1305824"/>
          </a:xfrm>
          <a:custGeom>
            <a:avLst/>
            <a:gdLst/>
            <a:ahLst/>
            <a:cxnLst/>
            <a:rect l="l" t="t" r="r" b="b"/>
            <a:pathLst>
              <a:path w="7840" h="3060" fill="none" extrusionOk="0">
                <a:moveTo>
                  <a:pt x="4085" y="3059"/>
                </a:move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606"/>
                </a:lnTo>
                <a:lnTo>
                  <a:pt x="7840" y="1606"/>
                </a:lnTo>
                <a:lnTo>
                  <a:pt x="7810" y="1494"/>
                </a:lnTo>
                <a:lnTo>
                  <a:pt x="7780" y="1395"/>
                </a:lnTo>
                <a:lnTo>
                  <a:pt x="7720" y="1289"/>
                </a:lnTo>
                <a:lnTo>
                  <a:pt x="7630" y="1197"/>
                </a:lnTo>
                <a:lnTo>
                  <a:pt x="7539" y="1104"/>
                </a:lnTo>
                <a:lnTo>
                  <a:pt x="7419" y="1018"/>
                </a:lnTo>
                <a:lnTo>
                  <a:pt x="7269" y="932"/>
                </a:lnTo>
                <a:lnTo>
                  <a:pt x="7119" y="853"/>
                </a:lnTo>
                <a:lnTo>
                  <a:pt x="6939" y="780"/>
                </a:lnTo>
                <a:lnTo>
                  <a:pt x="6759" y="708"/>
                </a:lnTo>
                <a:lnTo>
                  <a:pt x="6548" y="642"/>
                </a:lnTo>
                <a:lnTo>
                  <a:pt x="6338" y="576"/>
                </a:lnTo>
                <a:lnTo>
                  <a:pt x="6098" y="516"/>
                </a:lnTo>
                <a:lnTo>
                  <a:pt x="5858" y="463"/>
                </a:lnTo>
                <a:lnTo>
                  <a:pt x="5347" y="358"/>
                </a:lnTo>
                <a:lnTo>
                  <a:pt x="4836" y="272"/>
                </a:lnTo>
                <a:lnTo>
                  <a:pt x="4266" y="199"/>
                </a:lnTo>
                <a:lnTo>
                  <a:pt x="3725" y="133"/>
                </a:lnTo>
                <a:lnTo>
                  <a:pt x="3154" y="87"/>
                </a:lnTo>
                <a:lnTo>
                  <a:pt x="2614" y="47"/>
                </a:lnTo>
                <a:lnTo>
                  <a:pt x="2073" y="21"/>
                </a:lnTo>
                <a:lnTo>
                  <a:pt x="1563" y="8"/>
                </a:lnTo>
                <a:lnTo>
                  <a:pt x="1112" y="1"/>
                </a:lnTo>
                <a:lnTo>
                  <a:pt x="1112" y="1"/>
                </a:lnTo>
                <a:lnTo>
                  <a:pt x="962" y="1"/>
                </a:lnTo>
                <a:lnTo>
                  <a:pt x="962" y="1"/>
                </a:lnTo>
                <a:lnTo>
                  <a:pt x="511" y="1"/>
                </a:lnTo>
                <a:lnTo>
                  <a:pt x="1" y="8"/>
                </a:lnTo>
                <a:lnTo>
                  <a:pt x="1" y="8"/>
                </a:lnTo>
                <a:lnTo>
                  <a:pt x="421" y="47"/>
                </a:lnTo>
                <a:lnTo>
                  <a:pt x="782" y="87"/>
                </a:lnTo>
                <a:lnTo>
                  <a:pt x="1142" y="133"/>
                </a:lnTo>
                <a:lnTo>
                  <a:pt x="1502" y="193"/>
                </a:lnTo>
                <a:lnTo>
                  <a:pt x="1803" y="259"/>
                </a:lnTo>
                <a:lnTo>
                  <a:pt x="2103" y="331"/>
                </a:lnTo>
                <a:lnTo>
                  <a:pt x="2373" y="411"/>
                </a:lnTo>
                <a:lnTo>
                  <a:pt x="2614" y="496"/>
                </a:lnTo>
                <a:lnTo>
                  <a:pt x="2614" y="496"/>
                </a:lnTo>
                <a:lnTo>
                  <a:pt x="2974" y="648"/>
                </a:lnTo>
                <a:lnTo>
                  <a:pt x="3275" y="794"/>
                </a:lnTo>
                <a:lnTo>
                  <a:pt x="3515" y="932"/>
                </a:lnTo>
                <a:lnTo>
                  <a:pt x="3725" y="1078"/>
                </a:lnTo>
                <a:lnTo>
                  <a:pt x="3875" y="1216"/>
                </a:lnTo>
                <a:lnTo>
                  <a:pt x="3995" y="1348"/>
                </a:lnTo>
                <a:lnTo>
                  <a:pt x="4055" y="1481"/>
                </a:lnTo>
                <a:lnTo>
                  <a:pt x="4085" y="1613"/>
                </a:lnTo>
                <a:lnTo>
                  <a:pt x="4085" y="1613"/>
                </a:lnTo>
                <a:lnTo>
                  <a:pt x="4085" y="1712"/>
                </a:lnTo>
                <a:lnTo>
                  <a:pt x="4025" y="1804"/>
                </a:lnTo>
                <a:lnTo>
                  <a:pt x="3965" y="1897"/>
                </a:lnTo>
                <a:lnTo>
                  <a:pt x="3875" y="1989"/>
                </a:lnTo>
                <a:lnTo>
                  <a:pt x="3785" y="2082"/>
                </a:lnTo>
                <a:lnTo>
                  <a:pt x="3635" y="2168"/>
                </a:lnTo>
                <a:lnTo>
                  <a:pt x="3485" y="2247"/>
                </a:lnTo>
                <a:lnTo>
                  <a:pt x="3305" y="2333"/>
                </a:lnTo>
                <a:lnTo>
                  <a:pt x="3305" y="2333"/>
                </a:lnTo>
                <a:lnTo>
                  <a:pt x="3485" y="2419"/>
                </a:lnTo>
                <a:lnTo>
                  <a:pt x="3665" y="2504"/>
                </a:lnTo>
                <a:lnTo>
                  <a:pt x="3785" y="2590"/>
                </a:lnTo>
                <a:lnTo>
                  <a:pt x="3905" y="2683"/>
                </a:lnTo>
                <a:lnTo>
                  <a:pt x="3995" y="2769"/>
                </a:lnTo>
                <a:lnTo>
                  <a:pt x="4055" y="2861"/>
                </a:lnTo>
                <a:lnTo>
                  <a:pt x="4085" y="2954"/>
                </a:lnTo>
                <a:lnTo>
                  <a:pt x="4085" y="3053"/>
                </a:lnTo>
                <a:lnTo>
                  <a:pt x="4085" y="3053"/>
                </a:lnTo>
                <a:lnTo>
                  <a:pt x="4085" y="3053"/>
                </a:lnTo>
                <a:lnTo>
                  <a:pt x="4085" y="3053"/>
                </a:lnTo>
                <a:lnTo>
                  <a:pt x="4085" y="3053"/>
                </a:lnTo>
                <a:lnTo>
                  <a:pt x="4085" y="305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78"/>
          <p:cNvSpPr txBox="1">
            <a:spLocks noGrp="1"/>
          </p:cNvSpPr>
          <p:nvPr>
            <p:ph type="subTitle" idx="3"/>
          </p:nvPr>
        </p:nvSpPr>
        <p:spPr>
          <a:xfrm>
            <a:off x="45720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643" name="Google Shape;1643;p78"/>
          <p:cNvSpPr txBox="1">
            <a:spLocks noGrp="1"/>
          </p:cNvSpPr>
          <p:nvPr>
            <p:ph type="subTitle" idx="4"/>
          </p:nvPr>
        </p:nvSpPr>
        <p:spPr>
          <a:xfrm>
            <a:off x="2450080" y="2309150"/>
            <a:ext cx="16941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644" name="Google Shape;1644;p78"/>
          <p:cNvSpPr txBox="1">
            <a:spLocks noGrp="1"/>
          </p:cNvSpPr>
          <p:nvPr>
            <p:ph type="subTitle" idx="5"/>
          </p:nvPr>
        </p:nvSpPr>
        <p:spPr>
          <a:xfrm>
            <a:off x="45720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1pPr>
            <a:lvl2pPr lvl="1"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2pPr>
            <a:lvl3pPr lvl="2"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3pPr>
            <a:lvl4pPr lvl="3"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4pPr>
            <a:lvl5pPr lvl="4"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5pPr>
            <a:lvl6pPr lvl="5"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6pPr>
            <a:lvl7pPr lvl="6"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7pPr>
            <a:lvl8pPr lvl="7"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8pPr>
            <a:lvl9pPr lvl="8" rtl="0">
              <a:spcBef>
                <a:spcPts val="1600"/>
              </a:spcBef>
              <a:spcAft>
                <a:spcPts val="1600"/>
              </a:spcAft>
              <a:buClr>
                <a:srgbClr val="FF7200"/>
              </a:buClr>
              <a:buSzPts val="900"/>
              <a:buFont typeface="Lato Black"/>
              <a:buNone/>
              <a:defRPr>
                <a:solidFill>
                  <a:srgbClr val="FF7200"/>
                </a:solidFill>
                <a:latin typeface="Lato Black"/>
                <a:ea typeface="Lato Black"/>
                <a:cs typeface="Lato Black"/>
                <a:sym typeface="Lato Black"/>
              </a:defRPr>
            </a:lvl9pPr>
          </a:lstStyle>
          <a:p>
            <a:endParaRPr/>
          </a:p>
        </p:txBody>
      </p:sp>
      <p:sp>
        <p:nvSpPr>
          <p:cNvPr id="1645" name="Google Shape;1645;p78"/>
          <p:cNvSpPr txBox="1">
            <a:spLocks noGrp="1"/>
          </p:cNvSpPr>
          <p:nvPr>
            <p:ph type="subTitle" idx="6"/>
          </p:nvPr>
        </p:nvSpPr>
        <p:spPr>
          <a:xfrm>
            <a:off x="2450080" y="2057400"/>
            <a:ext cx="1694100" cy="155100"/>
          </a:xfrm>
          <a:prstGeom prst="rect">
            <a:avLst/>
          </a:prstGeom>
        </p:spPr>
        <p:txBody>
          <a:bodyPr spcFirstLastPara="1" wrap="square" lIns="0" tIns="0" rIns="0" bIns="0" anchor="t" anchorCtr="0">
            <a:noAutofit/>
          </a:bodyPr>
          <a:lstStyle>
            <a:lvl1pPr lvl="0" rtl="0">
              <a:spcBef>
                <a:spcPts val="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1pPr>
            <a:lvl2pPr lvl="1"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2pPr>
            <a:lvl3pPr lvl="2"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3pPr>
            <a:lvl4pPr lvl="3"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4pPr>
            <a:lvl5pPr lvl="4"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5pPr>
            <a:lvl6pPr lvl="5"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6pPr>
            <a:lvl7pPr lvl="6"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7pPr>
            <a:lvl8pPr lvl="7"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8pPr>
            <a:lvl9pPr lvl="8" rtl="0">
              <a:spcBef>
                <a:spcPts val="1600"/>
              </a:spcBef>
              <a:spcAft>
                <a:spcPts val="1600"/>
              </a:spcAft>
              <a:buClr>
                <a:srgbClr val="FF7200"/>
              </a:buClr>
              <a:buSzPts val="900"/>
              <a:buFont typeface="Lato Black"/>
              <a:buNone/>
              <a:defRPr>
                <a:solidFill>
                  <a:srgbClr val="FF7200"/>
                </a:solidFill>
                <a:latin typeface="Lato Black"/>
                <a:ea typeface="Lato Black"/>
                <a:cs typeface="Lato Black"/>
                <a:sym typeface="Lato Black"/>
              </a:defRPr>
            </a:lvl9pPr>
          </a:lstStyle>
          <a:p>
            <a:endParaRPr/>
          </a:p>
        </p:txBody>
      </p:sp>
      <p:sp>
        <p:nvSpPr>
          <p:cNvPr id="1646" name="Google Shape;1646;p78"/>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647" name="Google Shape;1647;p78"/>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78"/>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78"/>
          <p:cNvSpPr txBox="1">
            <a:spLocks noGrp="1"/>
          </p:cNvSpPr>
          <p:nvPr>
            <p:ph type="subTitle" idx="7"/>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grpSp>
        <p:nvGrpSpPr>
          <p:cNvPr id="1650" name="Google Shape;1650;p78"/>
          <p:cNvGrpSpPr/>
          <p:nvPr/>
        </p:nvGrpSpPr>
        <p:grpSpPr>
          <a:xfrm>
            <a:off x="4282732" y="615821"/>
            <a:ext cx="6213175" cy="3413666"/>
            <a:chOff x="5515071" y="289625"/>
            <a:chExt cx="876082" cy="481361"/>
          </a:xfrm>
        </p:grpSpPr>
        <p:sp>
          <p:nvSpPr>
            <p:cNvPr id="1651" name="Google Shape;1651;p78"/>
            <p:cNvSpPr/>
            <p:nvPr/>
          </p:nvSpPr>
          <p:spPr>
            <a:xfrm rot="10800000">
              <a:off x="5515071" y="289625"/>
              <a:ext cx="876082" cy="481361"/>
            </a:xfrm>
            <a:custGeom>
              <a:avLst/>
              <a:gdLst/>
              <a:ahLst/>
              <a:cxnLst/>
              <a:rect l="l" t="t" r="r" b="b"/>
              <a:pathLst>
                <a:path w="65477" h="8006" extrusionOk="0">
                  <a:moveTo>
                    <a:pt x="38866" y="852"/>
                  </a:moveTo>
                  <a:lnTo>
                    <a:pt x="39376" y="859"/>
                  </a:lnTo>
                  <a:lnTo>
                    <a:pt x="39887" y="865"/>
                  </a:lnTo>
                  <a:lnTo>
                    <a:pt x="40367" y="885"/>
                  </a:lnTo>
                  <a:lnTo>
                    <a:pt x="40848" y="905"/>
                  </a:lnTo>
                  <a:lnTo>
                    <a:pt x="41329" y="931"/>
                  </a:lnTo>
                  <a:lnTo>
                    <a:pt x="41779" y="958"/>
                  </a:lnTo>
                  <a:lnTo>
                    <a:pt x="42230" y="991"/>
                  </a:lnTo>
                  <a:lnTo>
                    <a:pt x="42650" y="1030"/>
                  </a:lnTo>
                  <a:lnTo>
                    <a:pt x="43071" y="1070"/>
                  </a:lnTo>
                  <a:lnTo>
                    <a:pt x="43431" y="1116"/>
                  </a:lnTo>
                  <a:lnTo>
                    <a:pt x="43791" y="1163"/>
                  </a:lnTo>
                  <a:lnTo>
                    <a:pt x="44092" y="1209"/>
                  </a:lnTo>
                  <a:lnTo>
                    <a:pt x="44362" y="1262"/>
                  </a:lnTo>
                  <a:lnTo>
                    <a:pt x="44632" y="1314"/>
                  </a:lnTo>
                  <a:lnTo>
                    <a:pt x="44843" y="1367"/>
                  </a:lnTo>
                  <a:lnTo>
                    <a:pt x="45053" y="1427"/>
                  </a:lnTo>
                  <a:lnTo>
                    <a:pt x="45413" y="1546"/>
                  </a:lnTo>
                  <a:lnTo>
                    <a:pt x="45714" y="1671"/>
                  </a:lnTo>
                  <a:lnTo>
                    <a:pt x="45954" y="1803"/>
                  </a:lnTo>
                  <a:lnTo>
                    <a:pt x="46134" y="1935"/>
                  </a:lnTo>
                  <a:lnTo>
                    <a:pt x="46254" y="2074"/>
                  </a:lnTo>
                  <a:lnTo>
                    <a:pt x="46314" y="2213"/>
                  </a:lnTo>
                  <a:lnTo>
                    <a:pt x="46314" y="2352"/>
                  </a:lnTo>
                  <a:lnTo>
                    <a:pt x="51600" y="2352"/>
                  </a:lnTo>
                  <a:lnTo>
                    <a:pt x="52111" y="2358"/>
                  </a:lnTo>
                  <a:lnTo>
                    <a:pt x="52622" y="2371"/>
                  </a:lnTo>
                  <a:lnTo>
                    <a:pt x="53072" y="2385"/>
                  </a:lnTo>
                  <a:lnTo>
                    <a:pt x="53523" y="2404"/>
                  </a:lnTo>
                  <a:lnTo>
                    <a:pt x="53943" y="2424"/>
                  </a:lnTo>
                  <a:lnTo>
                    <a:pt x="54364" y="2451"/>
                  </a:lnTo>
                  <a:lnTo>
                    <a:pt x="54934" y="2444"/>
                  </a:lnTo>
                  <a:lnTo>
                    <a:pt x="55445" y="2444"/>
                  </a:lnTo>
                  <a:lnTo>
                    <a:pt x="55925" y="2451"/>
                  </a:lnTo>
                  <a:lnTo>
                    <a:pt x="56436" y="2464"/>
                  </a:lnTo>
                  <a:lnTo>
                    <a:pt x="56977" y="2497"/>
                  </a:lnTo>
                  <a:lnTo>
                    <a:pt x="57547" y="2536"/>
                  </a:lnTo>
                  <a:lnTo>
                    <a:pt x="58118" y="2583"/>
                  </a:lnTo>
                  <a:lnTo>
                    <a:pt x="58689" y="2649"/>
                  </a:lnTo>
                  <a:lnTo>
                    <a:pt x="59259" y="2728"/>
                  </a:lnTo>
                  <a:lnTo>
                    <a:pt x="59800" y="2820"/>
                  </a:lnTo>
                  <a:lnTo>
                    <a:pt x="60040" y="2867"/>
                  </a:lnTo>
                  <a:lnTo>
                    <a:pt x="60310" y="2926"/>
                  </a:lnTo>
                  <a:lnTo>
                    <a:pt x="60551" y="2986"/>
                  </a:lnTo>
                  <a:lnTo>
                    <a:pt x="60761" y="3045"/>
                  </a:lnTo>
                  <a:lnTo>
                    <a:pt x="61001" y="3111"/>
                  </a:lnTo>
                  <a:lnTo>
                    <a:pt x="61181" y="3184"/>
                  </a:lnTo>
                  <a:lnTo>
                    <a:pt x="61392" y="3256"/>
                  </a:lnTo>
                  <a:lnTo>
                    <a:pt x="61542" y="3336"/>
                  </a:lnTo>
                  <a:lnTo>
                    <a:pt x="61692" y="3415"/>
                  </a:lnTo>
                  <a:lnTo>
                    <a:pt x="61842" y="3507"/>
                  </a:lnTo>
                  <a:lnTo>
                    <a:pt x="61962" y="3600"/>
                  </a:lnTo>
                  <a:lnTo>
                    <a:pt x="62052" y="3692"/>
                  </a:lnTo>
                  <a:lnTo>
                    <a:pt x="62113" y="3791"/>
                  </a:lnTo>
                  <a:lnTo>
                    <a:pt x="62173" y="3897"/>
                  </a:lnTo>
                  <a:lnTo>
                    <a:pt x="62173" y="4009"/>
                  </a:lnTo>
                  <a:lnTo>
                    <a:pt x="62173" y="4122"/>
                  </a:lnTo>
                  <a:lnTo>
                    <a:pt x="62143" y="4280"/>
                  </a:lnTo>
                  <a:lnTo>
                    <a:pt x="62052" y="4432"/>
                  </a:lnTo>
                  <a:lnTo>
                    <a:pt x="61962" y="4564"/>
                  </a:lnTo>
                  <a:lnTo>
                    <a:pt x="61812" y="4690"/>
                  </a:lnTo>
                  <a:lnTo>
                    <a:pt x="61632" y="4802"/>
                  </a:lnTo>
                  <a:lnTo>
                    <a:pt x="61452" y="4908"/>
                  </a:lnTo>
                  <a:lnTo>
                    <a:pt x="61211" y="5000"/>
                  </a:lnTo>
                  <a:lnTo>
                    <a:pt x="60971" y="5086"/>
                  </a:lnTo>
                  <a:lnTo>
                    <a:pt x="60701" y="5165"/>
                  </a:lnTo>
                  <a:lnTo>
                    <a:pt x="60431" y="5238"/>
                  </a:lnTo>
                  <a:lnTo>
                    <a:pt x="60130" y="5297"/>
                  </a:lnTo>
                  <a:lnTo>
                    <a:pt x="59800" y="5350"/>
                  </a:lnTo>
                  <a:lnTo>
                    <a:pt x="59500" y="5397"/>
                  </a:lnTo>
                  <a:lnTo>
                    <a:pt x="59139" y="5443"/>
                  </a:lnTo>
                  <a:lnTo>
                    <a:pt x="58809" y="5476"/>
                  </a:lnTo>
                  <a:lnTo>
                    <a:pt x="58448" y="5509"/>
                  </a:lnTo>
                  <a:lnTo>
                    <a:pt x="58448" y="5595"/>
                  </a:lnTo>
                  <a:lnTo>
                    <a:pt x="58418" y="5687"/>
                  </a:lnTo>
                  <a:lnTo>
                    <a:pt x="58358" y="5773"/>
                  </a:lnTo>
                  <a:lnTo>
                    <a:pt x="58298" y="5866"/>
                  </a:lnTo>
                  <a:lnTo>
                    <a:pt x="58088" y="6037"/>
                  </a:lnTo>
                  <a:lnTo>
                    <a:pt x="57818" y="6209"/>
                  </a:lnTo>
                  <a:lnTo>
                    <a:pt x="57517" y="6374"/>
                  </a:lnTo>
                  <a:lnTo>
                    <a:pt x="57127" y="6526"/>
                  </a:lnTo>
                  <a:lnTo>
                    <a:pt x="56706" y="6678"/>
                  </a:lnTo>
                  <a:lnTo>
                    <a:pt x="56226" y="6810"/>
                  </a:lnTo>
                  <a:lnTo>
                    <a:pt x="55985" y="6863"/>
                  </a:lnTo>
                  <a:lnTo>
                    <a:pt x="55715" y="6916"/>
                  </a:lnTo>
                  <a:lnTo>
                    <a:pt x="55445" y="6962"/>
                  </a:lnTo>
                  <a:lnTo>
                    <a:pt x="55144" y="7002"/>
                  </a:lnTo>
                  <a:lnTo>
                    <a:pt x="54844" y="7041"/>
                  </a:lnTo>
                  <a:lnTo>
                    <a:pt x="54514" y="7074"/>
                  </a:lnTo>
                  <a:lnTo>
                    <a:pt x="54153" y="7107"/>
                  </a:lnTo>
                  <a:lnTo>
                    <a:pt x="53793" y="7134"/>
                  </a:lnTo>
                  <a:lnTo>
                    <a:pt x="53072" y="7180"/>
                  </a:lnTo>
                  <a:lnTo>
                    <a:pt x="52291" y="7206"/>
                  </a:lnTo>
                  <a:lnTo>
                    <a:pt x="51480" y="7226"/>
                  </a:lnTo>
                  <a:lnTo>
                    <a:pt x="22767" y="7226"/>
                  </a:lnTo>
                  <a:lnTo>
                    <a:pt x="21896" y="7220"/>
                  </a:lnTo>
                  <a:lnTo>
                    <a:pt x="21025" y="7206"/>
                  </a:lnTo>
                  <a:lnTo>
                    <a:pt x="20184" y="7173"/>
                  </a:lnTo>
                  <a:lnTo>
                    <a:pt x="19403" y="7134"/>
                  </a:lnTo>
                  <a:lnTo>
                    <a:pt x="18682" y="7081"/>
                  </a:lnTo>
                  <a:lnTo>
                    <a:pt x="18022" y="7021"/>
                  </a:lnTo>
                  <a:lnTo>
                    <a:pt x="17721" y="6988"/>
                  </a:lnTo>
                  <a:lnTo>
                    <a:pt x="17451" y="6955"/>
                  </a:lnTo>
                  <a:lnTo>
                    <a:pt x="17211" y="6916"/>
                  </a:lnTo>
                  <a:lnTo>
                    <a:pt x="17000" y="6876"/>
                  </a:lnTo>
                  <a:lnTo>
                    <a:pt x="16550" y="6777"/>
                  </a:lnTo>
                  <a:lnTo>
                    <a:pt x="16129" y="6671"/>
                  </a:lnTo>
                  <a:lnTo>
                    <a:pt x="15769" y="6559"/>
                  </a:lnTo>
                  <a:lnTo>
                    <a:pt x="15469" y="6440"/>
                  </a:lnTo>
                  <a:lnTo>
                    <a:pt x="15228" y="6321"/>
                  </a:lnTo>
                  <a:lnTo>
                    <a:pt x="15018" y="6189"/>
                  </a:lnTo>
                  <a:lnTo>
                    <a:pt x="14868" y="6057"/>
                  </a:lnTo>
                  <a:lnTo>
                    <a:pt x="14778" y="5912"/>
                  </a:lnTo>
                  <a:lnTo>
                    <a:pt x="14748" y="5773"/>
                  </a:lnTo>
                  <a:lnTo>
                    <a:pt x="14748" y="5621"/>
                  </a:lnTo>
                  <a:lnTo>
                    <a:pt x="14838" y="5469"/>
                  </a:lnTo>
                  <a:lnTo>
                    <a:pt x="14988" y="5311"/>
                  </a:lnTo>
                  <a:lnTo>
                    <a:pt x="15168" y="5152"/>
                  </a:lnTo>
                  <a:lnTo>
                    <a:pt x="15439" y="4987"/>
                  </a:lnTo>
                  <a:lnTo>
                    <a:pt x="15769" y="4822"/>
                  </a:lnTo>
                  <a:lnTo>
                    <a:pt x="16189" y="4650"/>
                  </a:lnTo>
                  <a:lnTo>
                    <a:pt x="16370" y="4584"/>
                  </a:lnTo>
                  <a:lnTo>
                    <a:pt x="16550" y="4518"/>
                  </a:lnTo>
                  <a:lnTo>
                    <a:pt x="16790" y="4459"/>
                  </a:lnTo>
                  <a:lnTo>
                    <a:pt x="17030" y="4406"/>
                  </a:lnTo>
                  <a:lnTo>
                    <a:pt x="17271" y="4353"/>
                  </a:lnTo>
                  <a:lnTo>
                    <a:pt x="17541" y="4307"/>
                  </a:lnTo>
                  <a:lnTo>
                    <a:pt x="17811" y="4267"/>
                  </a:lnTo>
                  <a:lnTo>
                    <a:pt x="18112" y="4227"/>
                  </a:lnTo>
                  <a:lnTo>
                    <a:pt x="18412" y="4188"/>
                  </a:lnTo>
                  <a:lnTo>
                    <a:pt x="18742" y="4161"/>
                  </a:lnTo>
                  <a:lnTo>
                    <a:pt x="19043" y="4128"/>
                  </a:lnTo>
                  <a:lnTo>
                    <a:pt x="19373" y="4109"/>
                  </a:lnTo>
                  <a:lnTo>
                    <a:pt x="20064" y="4069"/>
                  </a:lnTo>
                  <a:lnTo>
                    <a:pt x="20785" y="4042"/>
                  </a:lnTo>
                  <a:lnTo>
                    <a:pt x="10633" y="4042"/>
                  </a:lnTo>
                  <a:lnTo>
                    <a:pt x="9762" y="4036"/>
                  </a:lnTo>
                  <a:lnTo>
                    <a:pt x="8891" y="4016"/>
                  </a:lnTo>
                  <a:lnTo>
                    <a:pt x="8050" y="3990"/>
                  </a:lnTo>
                  <a:lnTo>
                    <a:pt x="7269" y="3950"/>
                  </a:lnTo>
                  <a:lnTo>
                    <a:pt x="6548" y="3897"/>
                  </a:lnTo>
                  <a:lnTo>
                    <a:pt x="5888" y="3838"/>
                  </a:lnTo>
                  <a:lnTo>
                    <a:pt x="5587" y="3805"/>
                  </a:lnTo>
                  <a:lnTo>
                    <a:pt x="5317" y="3765"/>
                  </a:lnTo>
                  <a:lnTo>
                    <a:pt x="5077" y="3732"/>
                  </a:lnTo>
                  <a:lnTo>
                    <a:pt x="4866" y="3692"/>
                  </a:lnTo>
                  <a:lnTo>
                    <a:pt x="4416" y="3593"/>
                  </a:lnTo>
                  <a:lnTo>
                    <a:pt x="3995" y="3488"/>
                  </a:lnTo>
                  <a:lnTo>
                    <a:pt x="3635" y="3375"/>
                  </a:lnTo>
                  <a:lnTo>
                    <a:pt x="3335" y="3256"/>
                  </a:lnTo>
                  <a:lnTo>
                    <a:pt x="3094" y="3138"/>
                  </a:lnTo>
                  <a:lnTo>
                    <a:pt x="2884" y="3005"/>
                  </a:lnTo>
                  <a:lnTo>
                    <a:pt x="2734" y="2873"/>
                  </a:lnTo>
                  <a:lnTo>
                    <a:pt x="2644" y="2728"/>
                  </a:lnTo>
                  <a:lnTo>
                    <a:pt x="2584" y="2589"/>
                  </a:lnTo>
                  <a:lnTo>
                    <a:pt x="2614" y="2437"/>
                  </a:lnTo>
                  <a:lnTo>
                    <a:pt x="2704" y="2285"/>
                  </a:lnTo>
                  <a:lnTo>
                    <a:pt x="2854" y="2127"/>
                  </a:lnTo>
                  <a:lnTo>
                    <a:pt x="3034" y="1968"/>
                  </a:lnTo>
                  <a:lnTo>
                    <a:pt x="3305" y="1803"/>
                  </a:lnTo>
                  <a:lnTo>
                    <a:pt x="3635" y="1632"/>
                  </a:lnTo>
                  <a:lnTo>
                    <a:pt x="4055" y="1466"/>
                  </a:lnTo>
                  <a:lnTo>
                    <a:pt x="4296" y="1381"/>
                  </a:lnTo>
                  <a:lnTo>
                    <a:pt x="4566" y="1301"/>
                  </a:lnTo>
                  <a:lnTo>
                    <a:pt x="4866" y="1229"/>
                  </a:lnTo>
                  <a:lnTo>
                    <a:pt x="5197" y="1163"/>
                  </a:lnTo>
                  <a:lnTo>
                    <a:pt x="5557" y="1103"/>
                  </a:lnTo>
                  <a:lnTo>
                    <a:pt x="5918" y="1050"/>
                  </a:lnTo>
                  <a:lnTo>
                    <a:pt x="6308" y="1004"/>
                  </a:lnTo>
                  <a:lnTo>
                    <a:pt x="6729" y="964"/>
                  </a:lnTo>
                  <a:lnTo>
                    <a:pt x="7149" y="925"/>
                  </a:lnTo>
                  <a:lnTo>
                    <a:pt x="7600" y="898"/>
                  </a:lnTo>
                  <a:lnTo>
                    <a:pt x="8050" y="879"/>
                  </a:lnTo>
                  <a:lnTo>
                    <a:pt x="8531" y="865"/>
                  </a:lnTo>
                  <a:lnTo>
                    <a:pt x="8981" y="852"/>
                  </a:lnTo>
                  <a:lnTo>
                    <a:pt x="9942" y="852"/>
                  </a:lnTo>
                  <a:lnTo>
                    <a:pt x="10423" y="859"/>
                  </a:lnTo>
                  <a:lnTo>
                    <a:pt x="37844" y="859"/>
                  </a:lnTo>
                  <a:lnTo>
                    <a:pt x="38355" y="852"/>
                  </a:lnTo>
                  <a:close/>
                  <a:moveTo>
                    <a:pt x="1" y="0"/>
                  </a:moveTo>
                  <a:lnTo>
                    <a:pt x="1" y="8006"/>
                  </a:lnTo>
                  <a:lnTo>
                    <a:pt x="65476" y="8006"/>
                  </a:lnTo>
                  <a:lnTo>
                    <a:pt x="654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78"/>
            <p:cNvSpPr/>
            <p:nvPr/>
          </p:nvSpPr>
          <p:spPr>
            <a:xfrm rot="10800000">
              <a:off x="5515071" y="289625"/>
              <a:ext cx="876082" cy="481361"/>
            </a:xfrm>
            <a:custGeom>
              <a:avLst/>
              <a:gdLst/>
              <a:ahLst/>
              <a:cxnLst/>
              <a:rect l="l" t="t" r="r" b="b"/>
              <a:pathLst>
                <a:path w="65477" h="8006" fill="none" extrusionOk="0">
                  <a:moveTo>
                    <a:pt x="65476" y="8006"/>
                  </a:moveTo>
                  <a:lnTo>
                    <a:pt x="65476" y="0"/>
                  </a:lnTo>
                  <a:lnTo>
                    <a:pt x="1" y="0"/>
                  </a:lnTo>
                  <a:lnTo>
                    <a:pt x="1" y="8006"/>
                  </a:lnTo>
                  <a:lnTo>
                    <a:pt x="65476" y="800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78"/>
            <p:cNvSpPr/>
            <p:nvPr/>
          </p:nvSpPr>
          <p:spPr>
            <a:xfrm rot="10800000">
              <a:off x="5559280" y="336462"/>
              <a:ext cx="797314" cy="383297"/>
            </a:xfrm>
            <a:custGeom>
              <a:avLst/>
              <a:gdLst/>
              <a:ahLst/>
              <a:cxnLst/>
              <a:rect l="l" t="t" r="r" b="b"/>
              <a:pathLst>
                <a:path w="59590" h="6375" fill="none" extrusionOk="0">
                  <a:moveTo>
                    <a:pt x="1472" y="614"/>
                  </a:moveTo>
                  <a:lnTo>
                    <a:pt x="1472" y="614"/>
                  </a:lnTo>
                  <a:lnTo>
                    <a:pt x="1713" y="529"/>
                  </a:lnTo>
                  <a:lnTo>
                    <a:pt x="1983" y="449"/>
                  </a:lnTo>
                  <a:lnTo>
                    <a:pt x="2283" y="377"/>
                  </a:lnTo>
                  <a:lnTo>
                    <a:pt x="2614" y="311"/>
                  </a:lnTo>
                  <a:lnTo>
                    <a:pt x="2974" y="251"/>
                  </a:lnTo>
                  <a:lnTo>
                    <a:pt x="3335" y="198"/>
                  </a:lnTo>
                  <a:lnTo>
                    <a:pt x="3725" y="152"/>
                  </a:lnTo>
                  <a:lnTo>
                    <a:pt x="4146" y="112"/>
                  </a:lnTo>
                  <a:lnTo>
                    <a:pt x="4566" y="73"/>
                  </a:lnTo>
                  <a:lnTo>
                    <a:pt x="5017" y="46"/>
                  </a:lnTo>
                  <a:lnTo>
                    <a:pt x="5467" y="27"/>
                  </a:lnTo>
                  <a:lnTo>
                    <a:pt x="5948" y="13"/>
                  </a:lnTo>
                  <a:lnTo>
                    <a:pt x="6398" y="0"/>
                  </a:lnTo>
                  <a:lnTo>
                    <a:pt x="6879" y="0"/>
                  </a:lnTo>
                  <a:lnTo>
                    <a:pt x="7359" y="0"/>
                  </a:lnTo>
                  <a:lnTo>
                    <a:pt x="7840" y="7"/>
                  </a:lnTo>
                  <a:lnTo>
                    <a:pt x="35261" y="7"/>
                  </a:lnTo>
                  <a:lnTo>
                    <a:pt x="35261" y="7"/>
                  </a:lnTo>
                  <a:lnTo>
                    <a:pt x="35772" y="0"/>
                  </a:lnTo>
                  <a:lnTo>
                    <a:pt x="36283" y="0"/>
                  </a:lnTo>
                  <a:lnTo>
                    <a:pt x="36793" y="7"/>
                  </a:lnTo>
                  <a:lnTo>
                    <a:pt x="37304" y="13"/>
                  </a:lnTo>
                  <a:lnTo>
                    <a:pt x="37784" y="33"/>
                  </a:lnTo>
                  <a:lnTo>
                    <a:pt x="38265" y="53"/>
                  </a:lnTo>
                  <a:lnTo>
                    <a:pt x="38746" y="79"/>
                  </a:lnTo>
                  <a:lnTo>
                    <a:pt x="39196" y="106"/>
                  </a:lnTo>
                  <a:lnTo>
                    <a:pt x="39647" y="139"/>
                  </a:lnTo>
                  <a:lnTo>
                    <a:pt x="40067" y="178"/>
                  </a:lnTo>
                  <a:lnTo>
                    <a:pt x="40488" y="218"/>
                  </a:lnTo>
                  <a:lnTo>
                    <a:pt x="40848" y="264"/>
                  </a:lnTo>
                  <a:lnTo>
                    <a:pt x="41208" y="311"/>
                  </a:lnTo>
                  <a:lnTo>
                    <a:pt x="41509" y="357"/>
                  </a:lnTo>
                  <a:lnTo>
                    <a:pt x="41779" y="410"/>
                  </a:lnTo>
                  <a:lnTo>
                    <a:pt x="42049" y="462"/>
                  </a:lnTo>
                  <a:lnTo>
                    <a:pt x="42049" y="462"/>
                  </a:lnTo>
                  <a:lnTo>
                    <a:pt x="42260" y="515"/>
                  </a:lnTo>
                  <a:lnTo>
                    <a:pt x="42470" y="575"/>
                  </a:lnTo>
                  <a:lnTo>
                    <a:pt x="42830" y="694"/>
                  </a:lnTo>
                  <a:lnTo>
                    <a:pt x="43131" y="819"/>
                  </a:lnTo>
                  <a:lnTo>
                    <a:pt x="43371" y="951"/>
                  </a:lnTo>
                  <a:lnTo>
                    <a:pt x="43551" y="1083"/>
                  </a:lnTo>
                  <a:lnTo>
                    <a:pt x="43671" y="1222"/>
                  </a:lnTo>
                  <a:lnTo>
                    <a:pt x="43731" y="1361"/>
                  </a:lnTo>
                  <a:lnTo>
                    <a:pt x="43731" y="1500"/>
                  </a:lnTo>
                  <a:lnTo>
                    <a:pt x="47936" y="1500"/>
                  </a:lnTo>
                  <a:lnTo>
                    <a:pt x="47936" y="1500"/>
                  </a:lnTo>
                  <a:lnTo>
                    <a:pt x="49017" y="1500"/>
                  </a:lnTo>
                  <a:lnTo>
                    <a:pt x="49528" y="1506"/>
                  </a:lnTo>
                  <a:lnTo>
                    <a:pt x="50039" y="1519"/>
                  </a:lnTo>
                  <a:lnTo>
                    <a:pt x="50489" y="1533"/>
                  </a:lnTo>
                  <a:lnTo>
                    <a:pt x="50940" y="1552"/>
                  </a:lnTo>
                  <a:lnTo>
                    <a:pt x="51360" y="1572"/>
                  </a:lnTo>
                  <a:lnTo>
                    <a:pt x="51781" y="1599"/>
                  </a:lnTo>
                  <a:lnTo>
                    <a:pt x="51781" y="1599"/>
                  </a:lnTo>
                  <a:lnTo>
                    <a:pt x="52351" y="1592"/>
                  </a:lnTo>
                  <a:lnTo>
                    <a:pt x="52862" y="1592"/>
                  </a:lnTo>
                  <a:lnTo>
                    <a:pt x="52862" y="1592"/>
                  </a:lnTo>
                  <a:lnTo>
                    <a:pt x="53342" y="1599"/>
                  </a:lnTo>
                  <a:lnTo>
                    <a:pt x="53853" y="1612"/>
                  </a:lnTo>
                  <a:lnTo>
                    <a:pt x="54394" y="1645"/>
                  </a:lnTo>
                  <a:lnTo>
                    <a:pt x="54964" y="1684"/>
                  </a:lnTo>
                  <a:lnTo>
                    <a:pt x="55535" y="1731"/>
                  </a:lnTo>
                  <a:lnTo>
                    <a:pt x="56106" y="1797"/>
                  </a:lnTo>
                  <a:lnTo>
                    <a:pt x="56676" y="1876"/>
                  </a:lnTo>
                  <a:lnTo>
                    <a:pt x="57217" y="1968"/>
                  </a:lnTo>
                  <a:lnTo>
                    <a:pt x="57457" y="2015"/>
                  </a:lnTo>
                  <a:lnTo>
                    <a:pt x="57727" y="2074"/>
                  </a:lnTo>
                  <a:lnTo>
                    <a:pt x="57968" y="2134"/>
                  </a:lnTo>
                  <a:lnTo>
                    <a:pt x="58178" y="2193"/>
                  </a:lnTo>
                  <a:lnTo>
                    <a:pt x="58418" y="2259"/>
                  </a:lnTo>
                  <a:lnTo>
                    <a:pt x="58598" y="2332"/>
                  </a:lnTo>
                  <a:lnTo>
                    <a:pt x="58809" y="2404"/>
                  </a:lnTo>
                  <a:lnTo>
                    <a:pt x="58959" y="2484"/>
                  </a:lnTo>
                  <a:lnTo>
                    <a:pt x="59109" y="2563"/>
                  </a:lnTo>
                  <a:lnTo>
                    <a:pt x="59259" y="2655"/>
                  </a:lnTo>
                  <a:lnTo>
                    <a:pt x="59379" y="2748"/>
                  </a:lnTo>
                  <a:lnTo>
                    <a:pt x="59469" y="2840"/>
                  </a:lnTo>
                  <a:lnTo>
                    <a:pt x="59530" y="2939"/>
                  </a:lnTo>
                  <a:lnTo>
                    <a:pt x="59590" y="3045"/>
                  </a:lnTo>
                  <a:lnTo>
                    <a:pt x="59590" y="3157"/>
                  </a:lnTo>
                  <a:lnTo>
                    <a:pt x="59590" y="3270"/>
                  </a:lnTo>
                  <a:lnTo>
                    <a:pt x="59590" y="3270"/>
                  </a:lnTo>
                  <a:lnTo>
                    <a:pt x="59560" y="3428"/>
                  </a:lnTo>
                  <a:lnTo>
                    <a:pt x="59469" y="3580"/>
                  </a:lnTo>
                  <a:lnTo>
                    <a:pt x="59379" y="3712"/>
                  </a:lnTo>
                  <a:lnTo>
                    <a:pt x="59229" y="3838"/>
                  </a:lnTo>
                  <a:lnTo>
                    <a:pt x="59049" y="3950"/>
                  </a:lnTo>
                  <a:lnTo>
                    <a:pt x="58869" y="4056"/>
                  </a:lnTo>
                  <a:lnTo>
                    <a:pt x="58628" y="4148"/>
                  </a:lnTo>
                  <a:lnTo>
                    <a:pt x="58388" y="4234"/>
                  </a:lnTo>
                  <a:lnTo>
                    <a:pt x="58118" y="4313"/>
                  </a:lnTo>
                  <a:lnTo>
                    <a:pt x="57848" y="4386"/>
                  </a:lnTo>
                  <a:lnTo>
                    <a:pt x="57547" y="4445"/>
                  </a:lnTo>
                  <a:lnTo>
                    <a:pt x="57217" y="4498"/>
                  </a:lnTo>
                  <a:lnTo>
                    <a:pt x="56917" y="4545"/>
                  </a:lnTo>
                  <a:lnTo>
                    <a:pt x="56556" y="4591"/>
                  </a:lnTo>
                  <a:lnTo>
                    <a:pt x="56226" y="4624"/>
                  </a:lnTo>
                  <a:lnTo>
                    <a:pt x="55865" y="4657"/>
                  </a:lnTo>
                  <a:lnTo>
                    <a:pt x="55865" y="4657"/>
                  </a:lnTo>
                  <a:lnTo>
                    <a:pt x="55865" y="4743"/>
                  </a:lnTo>
                  <a:lnTo>
                    <a:pt x="55835" y="4835"/>
                  </a:lnTo>
                  <a:lnTo>
                    <a:pt x="55775" y="4921"/>
                  </a:lnTo>
                  <a:lnTo>
                    <a:pt x="55715" y="5014"/>
                  </a:lnTo>
                  <a:lnTo>
                    <a:pt x="55505" y="5185"/>
                  </a:lnTo>
                  <a:lnTo>
                    <a:pt x="55235" y="5357"/>
                  </a:lnTo>
                  <a:lnTo>
                    <a:pt x="54934" y="5522"/>
                  </a:lnTo>
                  <a:lnTo>
                    <a:pt x="54544" y="5674"/>
                  </a:lnTo>
                  <a:lnTo>
                    <a:pt x="54123" y="5826"/>
                  </a:lnTo>
                  <a:lnTo>
                    <a:pt x="53643" y="5958"/>
                  </a:lnTo>
                  <a:lnTo>
                    <a:pt x="53643" y="5958"/>
                  </a:lnTo>
                  <a:lnTo>
                    <a:pt x="53402" y="6011"/>
                  </a:lnTo>
                  <a:lnTo>
                    <a:pt x="53132" y="6064"/>
                  </a:lnTo>
                  <a:lnTo>
                    <a:pt x="52862" y="6110"/>
                  </a:lnTo>
                  <a:lnTo>
                    <a:pt x="52561" y="6150"/>
                  </a:lnTo>
                  <a:lnTo>
                    <a:pt x="52261" y="6189"/>
                  </a:lnTo>
                  <a:lnTo>
                    <a:pt x="51931" y="6222"/>
                  </a:lnTo>
                  <a:lnTo>
                    <a:pt x="51570" y="6255"/>
                  </a:lnTo>
                  <a:lnTo>
                    <a:pt x="51210" y="6282"/>
                  </a:lnTo>
                  <a:lnTo>
                    <a:pt x="50489" y="6328"/>
                  </a:lnTo>
                  <a:lnTo>
                    <a:pt x="49708" y="6354"/>
                  </a:lnTo>
                  <a:lnTo>
                    <a:pt x="48897" y="6374"/>
                  </a:lnTo>
                  <a:lnTo>
                    <a:pt x="48086" y="6374"/>
                  </a:lnTo>
                  <a:lnTo>
                    <a:pt x="20184" y="6374"/>
                  </a:lnTo>
                  <a:lnTo>
                    <a:pt x="20184" y="6374"/>
                  </a:lnTo>
                  <a:lnTo>
                    <a:pt x="19313" y="6368"/>
                  </a:lnTo>
                  <a:lnTo>
                    <a:pt x="18442" y="6354"/>
                  </a:lnTo>
                  <a:lnTo>
                    <a:pt x="17601" y="6321"/>
                  </a:lnTo>
                  <a:lnTo>
                    <a:pt x="16820" y="6282"/>
                  </a:lnTo>
                  <a:lnTo>
                    <a:pt x="16099" y="6229"/>
                  </a:lnTo>
                  <a:lnTo>
                    <a:pt x="15439" y="6169"/>
                  </a:lnTo>
                  <a:lnTo>
                    <a:pt x="15138" y="6136"/>
                  </a:lnTo>
                  <a:lnTo>
                    <a:pt x="14868" y="6103"/>
                  </a:lnTo>
                  <a:lnTo>
                    <a:pt x="14628" y="6064"/>
                  </a:lnTo>
                  <a:lnTo>
                    <a:pt x="14417" y="6024"/>
                  </a:lnTo>
                  <a:lnTo>
                    <a:pt x="14417" y="6024"/>
                  </a:lnTo>
                  <a:lnTo>
                    <a:pt x="13967" y="5925"/>
                  </a:lnTo>
                  <a:lnTo>
                    <a:pt x="13546" y="5819"/>
                  </a:lnTo>
                  <a:lnTo>
                    <a:pt x="13186" y="5707"/>
                  </a:lnTo>
                  <a:lnTo>
                    <a:pt x="12886" y="5588"/>
                  </a:lnTo>
                  <a:lnTo>
                    <a:pt x="12645" y="5469"/>
                  </a:lnTo>
                  <a:lnTo>
                    <a:pt x="12435" y="5337"/>
                  </a:lnTo>
                  <a:lnTo>
                    <a:pt x="12285" y="5205"/>
                  </a:lnTo>
                  <a:lnTo>
                    <a:pt x="12195" y="5060"/>
                  </a:lnTo>
                  <a:lnTo>
                    <a:pt x="12165" y="4921"/>
                  </a:lnTo>
                  <a:lnTo>
                    <a:pt x="12165" y="4769"/>
                  </a:lnTo>
                  <a:lnTo>
                    <a:pt x="12255" y="4617"/>
                  </a:lnTo>
                  <a:lnTo>
                    <a:pt x="12405" y="4459"/>
                  </a:lnTo>
                  <a:lnTo>
                    <a:pt x="12585" y="4300"/>
                  </a:lnTo>
                  <a:lnTo>
                    <a:pt x="12856" y="4135"/>
                  </a:lnTo>
                  <a:lnTo>
                    <a:pt x="13186" y="3970"/>
                  </a:lnTo>
                  <a:lnTo>
                    <a:pt x="13606" y="3798"/>
                  </a:lnTo>
                  <a:lnTo>
                    <a:pt x="13606" y="3798"/>
                  </a:lnTo>
                  <a:lnTo>
                    <a:pt x="13787" y="3732"/>
                  </a:lnTo>
                  <a:lnTo>
                    <a:pt x="13967" y="3666"/>
                  </a:lnTo>
                  <a:lnTo>
                    <a:pt x="14207" y="3607"/>
                  </a:lnTo>
                  <a:lnTo>
                    <a:pt x="14447" y="3554"/>
                  </a:lnTo>
                  <a:lnTo>
                    <a:pt x="14688" y="3501"/>
                  </a:lnTo>
                  <a:lnTo>
                    <a:pt x="14958" y="3455"/>
                  </a:lnTo>
                  <a:lnTo>
                    <a:pt x="15228" y="3415"/>
                  </a:lnTo>
                  <a:lnTo>
                    <a:pt x="15529" y="3375"/>
                  </a:lnTo>
                  <a:lnTo>
                    <a:pt x="15829" y="3336"/>
                  </a:lnTo>
                  <a:lnTo>
                    <a:pt x="16159" y="3309"/>
                  </a:lnTo>
                  <a:lnTo>
                    <a:pt x="16460" y="3276"/>
                  </a:lnTo>
                  <a:lnTo>
                    <a:pt x="16790" y="3257"/>
                  </a:lnTo>
                  <a:lnTo>
                    <a:pt x="17481" y="3217"/>
                  </a:lnTo>
                  <a:lnTo>
                    <a:pt x="18202" y="3190"/>
                  </a:lnTo>
                  <a:lnTo>
                    <a:pt x="8050" y="3190"/>
                  </a:lnTo>
                  <a:lnTo>
                    <a:pt x="8050" y="3190"/>
                  </a:lnTo>
                  <a:lnTo>
                    <a:pt x="7179" y="3184"/>
                  </a:lnTo>
                  <a:lnTo>
                    <a:pt x="6308" y="3164"/>
                  </a:lnTo>
                  <a:lnTo>
                    <a:pt x="5467" y="3138"/>
                  </a:lnTo>
                  <a:lnTo>
                    <a:pt x="4686" y="3098"/>
                  </a:lnTo>
                  <a:lnTo>
                    <a:pt x="3965" y="3045"/>
                  </a:lnTo>
                  <a:lnTo>
                    <a:pt x="3305" y="2986"/>
                  </a:lnTo>
                  <a:lnTo>
                    <a:pt x="3004" y="2953"/>
                  </a:lnTo>
                  <a:lnTo>
                    <a:pt x="2734" y="2913"/>
                  </a:lnTo>
                  <a:lnTo>
                    <a:pt x="2494" y="2880"/>
                  </a:lnTo>
                  <a:lnTo>
                    <a:pt x="2283" y="2840"/>
                  </a:lnTo>
                  <a:lnTo>
                    <a:pt x="2283" y="2840"/>
                  </a:lnTo>
                  <a:lnTo>
                    <a:pt x="1833" y="2741"/>
                  </a:lnTo>
                  <a:lnTo>
                    <a:pt x="1412" y="2636"/>
                  </a:lnTo>
                  <a:lnTo>
                    <a:pt x="1052" y="2523"/>
                  </a:lnTo>
                  <a:lnTo>
                    <a:pt x="752" y="2404"/>
                  </a:lnTo>
                  <a:lnTo>
                    <a:pt x="511" y="2286"/>
                  </a:lnTo>
                  <a:lnTo>
                    <a:pt x="301" y="2153"/>
                  </a:lnTo>
                  <a:lnTo>
                    <a:pt x="151" y="2021"/>
                  </a:lnTo>
                  <a:lnTo>
                    <a:pt x="61" y="1876"/>
                  </a:lnTo>
                  <a:lnTo>
                    <a:pt x="1" y="1737"/>
                  </a:lnTo>
                  <a:lnTo>
                    <a:pt x="31" y="1585"/>
                  </a:lnTo>
                  <a:lnTo>
                    <a:pt x="121" y="1433"/>
                  </a:lnTo>
                  <a:lnTo>
                    <a:pt x="271" y="1275"/>
                  </a:lnTo>
                  <a:lnTo>
                    <a:pt x="451" y="1116"/>
                  </a:lnTo>
                  <a:lnTo>
                    <a:pt x="722" y="951"/>
                  </a:lnTo>
                  <a:lnTo>
                    <a:pt x="1052" y="780"/>
                  </a:lnTo>
                  <a:lnTo>
                    <a:pt x="1472" y="61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78"/>
            <p:cNvSpPr/>
            <p:nvPr/>
          </p:nvSpPr>
          <p:spPr>
            <a:xfrm rot="10800000">
              <a:off x="5609111" y="336463"/>
              <a:ext cx="584733" cy="191498"/>
            </a:xfrm>
            <a:custGeom>
              <a:avLst/>
              <a:gdLst/>
              <a:ahLst/>
              <a:cxnLst/>
              <a:rect l="l" t="t" r="r" b="b"/>
              <a:pathLst>
                <a:path w="43702" h="3185" extrusionOk="0">
                  <a:moveTo>
                    <a:pt x="6038" y="0"/>
                  </a:moveTo>
                  <a:lnTo>
                    <a:pt x="5317" y="27"/>
                  </a:lnTo>
                  <a:lnTo>
                    <a:pt x="4626" y="67"/>
                  </a:lnTo>
                  <a:lnTo>
                    <a:pt x="4296" y="86"/>
                  </a:lnTo>
                  <a:lnTo>
                    <a:pt x="3995" y="119"/>
                  </a:lnTo>
                  <a:lnTo>
                    <a:pt x="3665" y="146"/>
                  </a:lnTo>
                  <a:lnTo>
                    <a:pt x="3365" y="185"/>
                  </a:lnTo>
                  <a:lnTo>
                    <a:pt x="3064" y="225"/>
                  </a:lnTo>
                  <a:lnTo>
                    <a:pt x="2794" y="265"/>
                  </a:lnTo>
                  <a:lnTo>
                    <a:pt x="2524" y="311"/>
                  </a:lnTo>
                  <a:lnTo>
                    <a:pt x="2283" y="364"/>
                  </a:lnTo>
                  <a:lnTo>
                    <a:pt x="2043" y="417"/>
                  </a:lnTo>
                  <a:lnTo>
                    <a:pt x="1803" y="476"/>
                  </a:lnTo>
                  <a:lnTo>
                    <a:pt x="1623" y="542"/>
                  </a:lnTo>
                  <a:lnTo>
                    <a:pt x="1442" y="608"/>
                  </a:lnTo>
                  <a:lnTo>
                    <a:pt x="1022" y="780"/>
                  </a:lnTo>
                  <a:lnTo>
                    <a:pt x="692" y="945"/>
                  </a:lnTo>
                  <a:lnTo>
                    <a:pt x="421" y="1110"/>
                  </a:lnTo>
                  <a:lnTo>
                    <a:pt x="241" y="1269"/>
                  </a:lnTo>
                  <a:lnTo>
                    <a:pt x="91" y="1427"/>
                  </a:lnTo>
                  <a:lnTo>
                    <a:pt x="1" y="1579"/>
                  </a:lnTo>
                  <a:lnTo>
                    <a:pt x="1" y="1731"/>
                  </a:lnTo>
                  <a:lnTo>
                    <a:pt x="31" y="1870"/>
                  </a:lnTo>
                  <a:lnTo>
                    <a:pt x="121" y="2015"/>
                  </a:lnTo>
                  <a:lnTo>
                    <a:pt x="271" y="2147"/>
                  </a:lnTo>
                  <a:lnTo>
                    <a:pt x="481" y="2279"/>
                  </a:lnTo>
                  <a:lnTo>
                    <a:pt x="722" y="2398"/>
                  </a:lnTo>
                  <a:lnTo>
                    <a:pt x="1022" y="2517"/>
                  </a:lnTo>
                  <a:lnTo>
                    <a:pt x="1382" y="2629"/>
                  </a:lnTo>
                  <a:lnTo>
                    <a:pt x="1803" y="2735"/>
                  </a:lnTo>
                  <a:lnTo>
                    <a:pt x="2253" y="2834"/>
                  </a:lnTo>
                  <a:lnTo>
                    <a:pt x="2464" y="2874"/>
                  </a:lnTo>
                  <a:lnTo>
                    <a:pt x="2704" y="2913"/>
                  </a:lnTo>
                  <a:lnTo>
                    <a:pt x="2974" y="2946"/>
                  </a:lnTo>
                  <a:lnTo>
                    <a:pt x="3275" y="2979"/>
                  </a:lnTo>
                  <a:lnTo>
                    <a:pt x="3935" y="3039"/>
                  </a:lnTo>
                  <a:lnTo>
                    <a:pt x="4656" y="3092"/>
                  </a:lnTo>
                  <a:lnTo>
                    <a:pt x="5437" y="3131"/>
                  </a:lnTo>
                  <a:lnTo>
                    <a:pt x="6278" y="3164"/>
                  </a:lnTo>
                  <a:lnTo>
                    <a:pt x="7149" y="3178"/>
                  </a:lnTo>
                  <a:lnTo>
                    <a:pt x="8020" y="3184"/>
                  </a:lnTo>
                  <a:lnTo>
                    <a:pt x="36733" y="3184"/>
                  </a:lnTo>
                  <a:lnTo>
                    <a:pt x="37544" y="3164"/>
                  </a:lnTo>
                  <a:lnTo>
                    <a:pt x="38325" y="3138"/>
                  </a:lnTo>
                  <a:lnTo>
                    <a:pt x="39046" y="3092"/>
                  </a:lnTo>
                  <a:lnTo>
                    <a:pt x="39406" y="3065"/>
                  </a:lnTo>
                  <a:lnTo>
                    <a:pt x="39767" y="3032"/>
                  </a:lnTo>
                  <a:lnTo>
                    <a:pt x="40097" y="2999"/>
                  </a:lnTo>
                  <a:lnTo>
                    <a:pt x="40397" y="2960"/>
                  </a:lnTo>
                  <a:lnTo>
                    <a:pt x="40698" y="2920"/>
                  </a:lnTo>
                  <a:lnTo>
                    <a:pt x="40968" y="2874"/>
                  </a:lnTo>
                  <a:lnTo>
                    <a:pt x="41238" y="2821"/>
                  </a:lnTo>
                  <a:lnTo>
                    <a:pt x="41479" y="2768"/>
                  </a:lnTo>
                  <a:lnTo>
                    <a:pt x="41959" y="2636"/>
                  </a:lnTo>
                  <a:lnTo>
                    <a:pt x="42380" y="2484"/>
                  </a:lnTo>
                  <a:lnTo>
                    <a:pt x="42770" y="2332"/>
                  </a:lnTo>
                  <a:lnTo>
                    <a:pt x="43071" y="2167"/>
                  </a:lnTo>
                  <a:lnTo>
                    <a:pt x="43341" y="1995"/>
                  </a:lnTo>
                  <a:lnTo>
                    <a:pt x="43551" y="1824"/>
                  </a:lnTo>
                  <a:lnTo>
                    <a:pt x="43611" y="1731"/>
                  </a:lnTo>
                  <a:lnTo>
                    <a:pt x="43671" y="1645"/>
                  </a:lnTo>
                  <a:lnTo>
                    <a:pt x="43701" y="1553"/>
                  </a:lnTo>
                  <a:lnTo>
                    <a:pt x="43701" y="1467"/>
                  </a:lnTo>
                  <a:lnTo>
                    <a:pt x="43131" y="1506"/>
                  </a:lnTo>
                  <a:lnTo>
                    <a:pt x="42530" y="1533"/>
                  </a:lnTo>
                  <a:lnTo>
                    <a:pt x="41929" y="1559"/>
                  </a:lnTo>
                  <a:lnTo>
                    <a:pt x="41389" y="1573"/>
                  </a:lnTo>
                  <a:lnTo>
                    <a:pt x="40998" y="1579"/>
                  </a:lnTo>
                  <a:lnTo>
                    <a:pt x="40608" y="1586"/>
                  </a:lnTo>
                  <a:lnTo>
                    <a:pt x="40157" y="1579"/>
                  </a:lnTo>
                  <a:lnTo>
                    <a:pt x="39707" y="1573"/>
                  </a:lnTo>
                  <a:lnTo>
                    <a:pt x="39226" y="1566"/>
                  </a:lnTo>
                  <a:lnTo>
                    <a:pt x="38746" y="1546"/>
                  </a:lnTo>
                  <a:lnTo>
                    <a:pt x="38265" y="1520"/>
                  </a:lnTo>
                  <a:lnTo>
                    <a:pt x="37754" y="1487"/>
                  </a:lnTo>
                  <a:lnTo>
                    <a:pt x="37214" y="1506"/>
                  </a:lnTo>
                  <a:lnTo>
                    <a:pt x="36673" y="1520"/>
                  </a:lnTo>
                  <a:lnTo>
                    <a:pt x="36133" y="1526"/>
                  </a:lnTo>
                  <a:lnTo>
                    <a:pt x="21596" y="1526"/>
                  </a:lnTo>
                  <a:lnTo>
                    <a:pt x="20785" y="1506"/>
                  </a:lnTo>
                  <a:lnTo>
                    <a:pt x="20004" y="1473"/>
                  </a:lnTo>
                  <a:lnTo>
                    <a:pt x="19644" y="1454"/>
                  </a:lnTo>
                  <a:lnTo>
                    <a:pt x="19253" y="1427"/>
                  </a:lnTo>
                  <a:lnTo>
                    <a:pt x="18893" y="1401"/>
                  </a:lnTo>
                  <a:lnTo>
                    <a:pt x="18562" y="1368"/>
                  </a:lnTo>
                  <a:lnTo>
                    <a:pt x="18202" y="1335"/>
                  </a:lnTo>
                  <a:lnTo>
                    <a:pt x="17901" y="1295"/>
                  </a:lnTo>
                  <a:lnTo>
                    <a:pt x="17601" y="1249"/>
                  </a:lnTo>
                  <a:lnTo>
                    <a:pt x="17331" y="1203"/>
                  </a:lnTo>
                  <a:lnTo>
                    <a:pt x="17061" y="1150"/>
                  </a:lnTo>
                  <a:lnTo>
                    <a:pt x="16820" y="1097"/>
                  </a:lnTo>
                  <a:lnTo>
                    <a:pt x="16400" y="985"/>
                  </a:lnTo>
                  <a:lnTo>
                    <a:pt x="16039" y="859"/>
                  </a:lnTo>
                  <a:lnTo>
                    <a:pt x="15679" y="727"/>
                  </a:lnTo>
                  <a:lnTo>
                    <a:pt x="15379" y="595"/>
                  </a:lnTo>
                  <a:lnTo>
                    <a:pt x="15138" y="450"/>
                  </a:lnTo>
                  <a:lnTo>
                    <a:pt x="14898" y="304"/>
                  </a:lnTo>
                  <a:lnTo>
                    <a:pt x="14748" y="152"/>
                  </a:lnTo>
                  <a:lnTo>
                    <a:pt x="146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78"/>
            <p:cNvSpPr/>
            <p:nvPr/>
          </p:nvSpPr>
          <p:spPr>
            <a:xfrm rot="10800000">
              <a:off x="5609111" y="336463"/>
              <a:ext cx="584733" cy="191498"/>
            </a:xfrm>
            <a:custGeom>
              <a:avLst/>
              <a:gdLst/>
              <a:ahLst/>
              <a:cxnLst/>
              <a:rect l="l" t="t" r="r" b="b"/>
              <a:pathLst>
                <a:path w="43702" h="3185" fill="none" extrusionOk="0">
                  <a:moveTo>
                    <a:pt x="37754" y="1487"/>
                  </a:moveTo>
                  <a:lnTo>
                    <a:pt x="37754" y="1487"/>
                  </a:lnTo>
                  <a:lnTo>
                    <a:pt x="37214" y="1506"/>
                  </a:lnTo>
                  <a:lnTo>
                    <a:pt x="36673" y="1520"/>
                  </a:lnTo>
                  <a:lnTo>
                    <a:pt x="36133" y="1526"/>
                  </a:lnTo>
                  <a:lnTo>
                    <a:pt x="35562" y="1526"/>
                  </a:lnTo>
                  <a:lnTo>
                    <a:pt x="22407" y="1526"/>
                  </a:lnTo>
                  <a:lnTo>
                    <a:pt x="22407" y="1526"/>
                  </a:lnTo>
                  <a:lnTo>
                    <a:pt x="21596" y="1526"/>
                  </a:lnTo>
                  <a:lnTo>
                    <a:pt x="20785" y="1506"/>
                  </a:lnTo>
                  <a:lnTo>
                    <a:pt x="20004" y="1473"/>
                  </a:lnTo>
                  <a:lnTo>
                    <a:pt x="19644" y="1454"/>
                  </a:lnTo>
                  <a:lnTo>
                    <a:pt x="19253" y="1427"/>
                  </a:lnTo>
                  <a:lnTo>
                    <a:pt x="18893" y="1401"/>
                  </a:lnTo>
                  <a:lnTo>
                    <a:pt x="18562" y="1368"/>
                  </a:lnTo>
                  <a:lnTo>
                    <a:pt x="18202" y="1335"/>
                  </a:lnTo>
                  <a:lnTo>
                    <a:pt x="17901" y="1295"/>
                  </a:lnTo>
                  <a:lnTo>
                    <a:pt x="17601" y="1249"/>
                  </a:lnTo>
                  <a:lnTo>
                    <a:pt x="17331" y="1203"/>
                  </a:lnTo>
                  <a:lnTo>
                    <a:pt x="17061" y="1150"/>
                  </a:lnTo>
                  <a:lnTo>
                    <a:pt x="16820" y="1097"/>
                  </a:lnTo>
                  <a:lnTo>
                    <a:pt x="16820" y="1097"/>
                  </a:lnTo>
                  <a:lnTo>
                    <a:pt x="16400" y="985"/>
                  </a:lnTo>
                  <a:lnTo>
                    <a:pt x="16039" y="859"/>
                  </a:lnTo>
                  <a:lnTo>
                    <a:pt x="15679" y="727"/>
                  </a:lnTo>
                  <a:lnTo>
                    <a:pt x="15379" y="595"/>
                  </a:lnTo>
                  <a:lnTo>
                    <a:pt x="15138" y="450"/>
                  </a:lnTo>
                  <a:lnTo>
                    <a:pt x="14898" y="304"/>
                  </a:lnTo>
                  <a:lnTo>
                    <a:pt x="14748" y="152"/>
                  </a:lnTo>
                  <a:lnTo>
                    <a:pt x="14628" y="0"/>
                  </a:lnTo>
                  <a:lnTo>
                    <a:pt x="7810" y="0"/>
                  </a:lnTo>
                  <a:lnTo>
                    <a:pt x="6038" y="0"/>
                  </a:lnTo>
                  <a:lnTo>
                    <a:pt x="6038" y="0"/>
                  </a:lnTo>
                  <a:lnTo>
                    <a:pt x="5317" y="27"/>
                  </a:lnTo>
                  <a:lnTo>
                    <a:pt x="4626" y="67"/>
                  </a:lnTo>
                  <a:lnTo>
                    <a:pt x="4296" y="86"/>
                  </a:lnTo>
                  <a:lnTo>
                    <a:pt x="3995" y="119"/>
                  </a:lnTo>
                  <a:lnTo>
                    <a:pt x="3665" y="146"/>
                  </a:lnTo>
                  <a:lnTo>
                    <a:pt x="3365" y="185"/>
                  </a:lnTo>
                  <a:lnTo>
                    <a:pt x="3064" y="225"/>
                  </a:lnTo>
                  <a:lnTo>
                    <a:pt x="2794" y="265"/>
                  </a:lnTo>
                  <a:lnTo>
                    <a:pt x="2524" y="311"/>
                  </a:lnTo>
                  <a:lnTo>
                    <a:pt x="2283" y="364"/>
                  </a:lnTo>
                  <a:lnTo>
                    <a:pt x="2043" y="417"/>
                  </a:lnTo>
                  <a:lnTo>
                    <a:pt x="1803" y="476"/>
                  </a:lnTo>
                  <a:lnTo>
                    <a:pt x="1623" y="542"/>
                  </a:lnTo>
                  <a:lnTo>
                    <a:pt x="1442" y="608"/>
                  </a:lnTo>
                  <a:lnTo>
                    <a:pt x="1442" y="608"/>
                  </a:lnTo>
                  <a:lnTo>
                    <a:pt x="1022" y="780"/>
                  </a:lnTo>
                  <a:lnTo>
                    <a:pt x="692" y="945"/>
                  </a:lnTo>
                  <a:lnTo>
                    <a:pt x="421" y="1110"/>
                  </a:lnTo>
                  <a:lnTo>
                    <a:pt x="241" y="1269"/>
                  </a:lnTo>
                  <a:lnTo>
                    <a:pt x="91" y="1427"/>
                  </a:lnTo>
                  <a:lnTo>
                    <a:pt x="1" y="1579"/>
                  </a:lnTo>
                  <a:lnTo>
                    <a:pt x="1" y="1731"/>
                  </a:lnTo>
                  <a:lnTo>
                    <a:pt x="31" y="1870"/>
                  </a:lnTo>
                  <a:lnTo>
                    <a:pt x="121" y="2015"/>
                  </a:lnTo>
                  <a:lnTo>
                    <a:pt x="271" y="2147"/>
                  </a:lnTo>
                  <a:lnTo>
                    <a:pt x="481" y="2279"/>
                  </a:lnTo>
                  <a:lnTo>
                    <a:pt x="722" y="2398"/>
                  </a:lnTo>
                  <a:lnTo>
                    <a:pt x="1022" y="2517"/>
                  </a:lnTo>
                  <a:lnTo>
                    <a:pt x="1382" y="2629"/>
                  </a:lnTo>
                  <a:lnTo>
                    <a:pt x="1803" y="2735"/>
                  </a:lnTo>
                  <a:lnTo>
                    <a:pt x="2253" y="2834"/>
                  </a:lnTo>
                  <a:lnTo>
                    <a:pt x="2253" y="2834"/>
                  </a:lnTo>
                  <a:lnTo>
                    <a:pt x="2464" y="2874"/>
                  </a:lnTo>
                  <a:lnTo>
                    <a:pt x="2704" y="2913"/>
                  </a:lnTo>
                  <a:lnTo>
                    <a:pt x="2974" y="2946"/>
                  </a:lnTo>
                  <a:lnTo>
                    <a:pt x="3275" y="2979"/>
                  </a:lnTo>
                  <a:lnTo>
                    <a:pt x="3935" y="3039"/>
                  </a:lnTo>
                  <a:lnTo>
                    <a:pt x="4656" y="3092"/>
                  </a:lnTo>
                  <a:lnTo>
                    <a:pt x="5437" y="3131"/>
                  </a:lnTo>
                  <a:lnTo>
                    <a:pt x="6278" y="3164"/>
                  </a:lnTo>
                  <a:lnTo>
                    <a:pt x="7149" y="3178"/>
                  </a:lnTo>
                  <a:lnTo>
                    <a:pt x="8020" y="3184"/>
                  </a:lnTo>
                  <a:lnTo>
                    <a:pt x="35922" y="3184"/>
                  </a:lnTo>
                  <a:lnTo>
                    <a:pt x="35922" y="3184"/>
                  </a:lnTo>
                  <a:lnTo>
                    <a:pt x="36733" y="3184"/>
                  </a:lnTo>
                  <a:lnTo>
                    <a:pt x="37544" y="3164"/>
                  </a:lnTo>
                  <a:lnTo>
                    <a:pt x="38325" y="3138"/>
                  </a:lnTo>
                  <a:lnTo>
                    <a:pt x="39046" y="3092"/>
                  </a:lnTo>
                  <a:lnTo>
                    <a:pt x="39406" y="3065"/>
                  </a:lnTo>
                  <a:lnTo>
                    <a:pt x="39767" y="3032"/>
                  </a:lnTo>
                  <a:lnTo>
                    <a:pt x="40097" y="2999"/>
                  </a:lnTo>
                  <a:lnTo>
                    <a:pt x="40397" y="2960"/>
                  </a:lnTo>
                  <a:lnTo>
                    <a:pt x="40698" y="2920"/>
                  </a:lnTo>
                  <a:lnTo>
                    <a:pt x="40968" y="2874"/>
                  </a:lnTo>
                  <a:lnTo>
                    <a:pt x="41238" y="2821"/>
                  </a:lnTo>
                  <a:lnTo>
                    <a:pt x="41479" y="2768"/>
                  </a:lnTo>
                  <a:lnTo>
                    <a:pt x="41479" y="2768"/>
                  </a:lnTo>
                  <a:lnTo>
                    <a:pt x="41959" y="2636"/>
                  </a:lnTo>
                  <a:lnTo>
                    <a:pt x="42380" y="2484"/>
                  </a:lnTo>
                  <a:lnTo>
                    <a:pt x="42770" y="2332"/>
                  </a:lnTo>
                  <a:lnTo>
                    <a:pt x="43071" y="2167"/>
                  </a:lnTo>
                  <a:lnTo>
                    <a:pt x="43341" y="1995"/>
                  </a:lnTo>
                  <a:lnTo>
                    <a:pt x="43551" y="1824"/>
                  </a:lnTo>
                  <a:lnTo>
                    <a:pt x="43611" y="1731"/>
                  </a:lnTo>
                  <a:lnTo>
                    <a:pt x="43671" y="1645"/>
                  </a:lnTo>
                  <a:lnTo>
                    <a:pt x="43701" y="1553"/>
                  </a:lnTo>
                  <a:lnTo>
                    <a:pt x="43701" y="1467"/>
                  </a:lnTo>
                  <a:lnTo>
                    <a:pt x="43701" y="1467"/>
                  </a:lnTo>
                  <a:lnTo>
                    <a:pt x="43131" y="1506"/>
                  </a:lnTo>
                  <a:lnTo>
                    <a:pt x="42530" y="1533"/>
                  </a:lnTo>
                  <a:lnTo>
                    <a:pt x="41929" y="1559"/>
                  </a:lnTo>
                  <a:lnTo>
                    <a:pt x="41389" y="1573"/>
                  </a:lnTo>
                  <a:lnTo>
                    <a:pt x="41389" y="1573"/>
                  </a:lnTo>
                  <a:lnTo>
                    <a:pt x="40998" y="1579"/>
                  </a:lnTo>
                  <a:lnTo>
                    <a:pt x="40608" y="1586"/>
                  </a:lnTo>
                  <a:lnTo>
                    <a:pt x="40157" y="1579"/>
                  </a:lnTo>
                  <a:lnTo>
                    <a:pt x="39707" y="1573"/>
                  </a:lnTo>
                  <a:lnTo>
                    <a:pt x="39226" y="1566"/>
                  </a:lnTo>
                  <a:lnTo>
                    <a:pt x="38746" y="1546"/>
                  </a:lnTo>
                  <a:lnTo>
                    <a:pt x="38265" y="1520"/>
                  </a:lnTo>
                  <a:lnTo>
                    <a:pt x="37754" y="148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78"/>
            <p:cNvSpPr/>
            <p:nvPr/>
          </p:nvSpPr>
          <p:spPr>
            <a:xfrm rot="10800000">
              <a:off x="5609111" y="336463"/>
              <a:ext cx="584733" cy="191498"/>
            </a:xfrm>
            <a:custGeom>
              <a:avLst/>
              <a:gdLst/>
              <a:ahLst/>
              <a:cxnLst/>
              <a:rect l="l" t="t" r="r" b="b"/>
              <a:pathLst>
                <a:path w="43702" h="3185" extrusionOk="0">
                  <a:moveTo>
                    <a:pt x="6038" y="0"/>
                  </a:moveTo>
                  <a:lnTo>
                    <a:pt x="5317" y="27"/>
                  </a:lnTo>
                  <a:lnTo>
                    <a:pt x="4626" y="67"/>
                  </a:lnTo>
                  <a:lnTo>
                    <a:pt x="4296" y="86"/>
                  </a:lnTo>
                  <a:lnTo>
                    <a:pt x="3995" y="119"/>
                  </a:lnTo>
                  <a:lnTo>
                    <a:pt x="3665" y="146"/>
                  </a:lnTo>
                  <a:lnTo>
                    <a:pt x="3365" y="185"/>
                  </a:lnTo>
                  <a:lnTo>
                    <a:pt x="3064" y="225"/>
                  </a:lnTo>
                  <a:lnTo>
                    <a:pt x="2794" y="265"/>
                  </a:lnTo>
                  <a:lnTo>
                    <a:pt x="2524" y="311"/>
                  </a:lnTo>
                  <a:lnTo>
                    <a:pt x="2283" y="364"/>
                  </a:lnTo>
                  <a:lnTo>
                    <a:pt x="2043" y="417"/>
                  </a:lnTo>
                  <a:lnTo>
                    <a:pt x="1803" y="476"/>
                  </a:lnTo>
                  <a:lnTo>
                    <a:pt x="1623" y="542"/>
                  </a:lnTo>
                  <a:lnTo>
                    <a:pt x="1442" y="608"/>
                  </a:lnTo>
                  <a:lnTo>
                    <a:pt x="1082" y="753"/>
                  </a:lnTo>
                  <a:lnTo>
                    <a:pt x="782" y="899"/>
                  </a:lnTo>
                  <a:lnTo>
                    <a:pt x="541" y="1038"/>
                  </a:lnTo>
                  <a:lnTo>
                    <a:pt x="331" y="1176"/>
                  </a:lnTo>
                  <a:lnTo>
                    <a:pt x="181" y="1315"/>
                  </a:lnTo>
                  <a:lnTo>
                    <a:pt x="61" y="1447"/>
                  </a:lnTo>
                  <a:lnTo>
                    <a:pt x="1" y="1579"/>
                  </a:lnTo>
                  <a:lnTo>
                    <a:pt x="1" y="1705"/>
                  </a:lnTo>
                  <a:lnTo>
                    <a:pt x="1" y="1791"/>
                  </a:lnTo>
                  <a:lnTo>
                    <a:pt x="31" y="1870"/>
                  </a:lnTo>
                  <a:lnTo>
                    <a:pt x="61" y="1949"/>
                  </a:lnTo>
                  <a:lnTo>
                    <a:pt x="121" y="2028"/>
                  </a:lnTo>
                  <a:lnTo>
                    <a:pt x="211" y="2108"/>
                  </a:lnTo>
                  <a:lnTo>
                    <a:pt x="331" y="2187"/>
                  </a:lnTo>
                  <a:lnTo>
                    <a:pt x="451" y="2260"/>
                  </a:lnTo>
                  <a:lnTo>
                    <a:pt x="571" y="2332"/>
                  </a:lnTo>
                  <a:lnTo>
                    <a:pt x="722" y="2398"/>
                  </a:lnTo>
                  <a:lnTo>
                    <a:pt x="902" y="2471"/>
                  </a:lnTo>
                  <a:lnTo>
                    <a:pt x="1082" y="2537"/>
                  </a:lnTo>
                  <a:lnTo>
                    <a:pt x="1292" y="2596"/>
                  </a:lnTo>
                  <a:lnTo>
                    <a:pt x="1503" y="2662"/>
                  </a:lnTo>
                  <a:lnTo>
                    <a:pt x="1743" y="2722"/>
                  </a:lnTo>
                  <a:lnTo>
                    <a:pt x="2253" y="2834"/>
                  </a:lnTo>
                  <a:lnTo>
                    <a:pt x="2464" y="2874"/>
                  </a:lnTo>
                  <a:lnTo>
                    <a:pt x="2704" y="2913"/>
                  </a:lnTo>
                  <a:lnTo>
                    <a:pt x="2974" y="2946"/>
                  </a:lnTo>
                  <a:lnTo>
                    <a:pt x="3275" y="2979"/>
                  </a:lnTo>
                  <a:lnTo>
                    <a:pt x="3935" y="3039"/>
                  </a:lnTo>
                  <a:lnTo>
                    <a:pt x="4656" y="3092"/>
                  </a:lnTo>
                  <a:lnTo>
                    <a:pt x="5437" y="3131"/>
                  </a:lnTo>
                  <a:lnTo>
                    <a:pt x="6278" y="3164"/>
                  </a:lnTo>
                  <a:lnTo>
                    <a:pt x="7149" y="3178"/>
                  </a:lnTo>
                  <a:lnTo>
                    <a:pt x="8020" y="3184"/>
                  </a:lnTo>
                  <a:lnTo>
                    <a:pt x="36733" y="3184"/>
                  </a:lnTo>
                  <a:lnTo>
                    <a:pt x="37544" y="3164"/>
                  </a:lnTo>
                  <a:lnTo>
                    <a:pt x="38325" y="3138"/>
                  </a:lnTo>
                  <a:lnTo>
                    <a:pt x="39046" y="3092"/>
                  </a:lnTo>
                  <a:lnTo>
                    <a:pt x="39406" y="3065"/>
                  </a:lnTo>
                  <a:lnTo>
                    <a:pt x="39767" y="3032"/>
                  </a:lnTo>
                  <a:lnTo>
                    <a:pt x="40097" y="2999"/>
                  </a:lnTo>
                  <a:lnTo>
                    <a:pt x="40397" y="2960"/>
                  </a:lnTo>
                  <a:lnTo>
                    <a:pt x="40698" y="2920"/>
                  </a:lnTo>
                  <a:lnTo>
                    <a:pt x="40968" y="2874"/>
                  </a:lnTo>
                  <a:lnTo>
                    <a:pt x="41238" y="2821"/>
                  </a:lnTo>
                  <a:lnTo>
                    <a:pt x="41479" y="2768"/>
                  </a:lnTo>
                  <a:lnTo>
                    <a:pt x="41959" y="2636"/>
                  </a:lnTo>
                  <a:lnTo>
                    <a:pt x="42380" y="2484"/>
                  </a:lnTo>
                  <a:lnTo>
                    <a:pt x="42770" y="2332"/>
                  </a:lnTo>
                  <a:lnTo>
                    <a:pt x="43071" y="2167"/>
                  </a:lnTo>
                  <a:lnTo>
                    <a:pt x="43341" y="1995"/>
                  </a:lnTo>
                  <a:lnTo>
                    <a:pt x="43551" y="1824"/>
                  </a:lnTo>
                  <a:lnTo>
                    <a:pt x="43611" y="1731"/>
                  </a:lnTo>
                  <a:lnTo>
                    <a:pt x="43671" y="1645"/>
                  </a:lnTo>
                  <a:lnTo>
                    <a:pt x="43701" y="1553"/>
                  </a:lnTo>
                  <a:lnTo>
                    <a:pt x="43701" y="1467"/>
                  </a:lnTo>
                  <a:lnTo>
                    <a:pt x="43131" y="1506"/>
                  </a:lnTo>
                  <a:lnTo>
                    <a:pt x="42530" y="1533"/>
                  </a:lnTo>
                  <a:lnTo>
                    <a:pt x="41929" y="1559"/>
                  </a:lnTo>
                  <a:lnTo>
                    <a:pt x="41389" y="1573"/>
                  </a:lnTo>
                  <a:lnTo>
                    <a:pt x="41299" y="1573"/>
                  </a:lnTo>
                  <a:lnTo>
                    <a:pt x="40908" y="1579"/>
                  </a:lnTo>
                  <a:lnTo>
                    <a:pt x="40518" y="1586"/>
                  </a:lnTo>
                  <a:lnTo>
                    <a:pt x="40488" y="1586"/>
                  </a:lnTo>
                  <a:lnTo>
                    <a:pt x="39827" y="1579"/>
                  </a:lnTo>
                  <a:lnTo>
                    <a:pt x="39166" y="1559"/>
                  </a:lnTo>
                  <a:lnTo>
                    <a:pt x="38475" y="1533"/>
                  </a:lnTo>
                  <a:lnTo>
                    <a:pt x="37754" y="1487"/>
                  </a:lnTo>
                  <a:lnTo>
                    <a:pt x="37214" y="1506"/>
                  </a:lnTo>
                  <a:lnTo>
                    <a:pt x="36673" y="1520"/>
                  </a:lnTo>
                  <a:lnTo>
                    <a:pt x="36133" y="1526"/>
                  </a:lnTo>
                  <a:lnTo>
                    <a:pt x="21596" y="1526"/>
                  </a:lnTo>
                  <a:lnTo>
                    <a:pt x="20785" y="1506"/>
                  </a:lnTo>
                  <a:lnTo>
                    <a:pt x="20004" y="1473"/>
                  </a:lnTo>
                  <a:lnTo>
                    <a:pt x="19644" y="1454"/>
                  </a:lnTo>
                  <a:lnTo>
                    <a:pt x="19253" y="1427"/>
                  </a:lnTo>
                  <a:lnTo>
                    <a:pt x="18893" y="1401"/>
                  </a:lnTo>
                  <a:lnTo>
                    <a:pt x="18562" y="1368"/>
                  </a:lnTo>
                  <a:lnTo>
                    <a:pt x="18202" y="1335"/>
                  </a:lnTo>
                  <a:lnTo>
                    <a:pt x="17901" y="1295"/>
                  </a:lnTo>
                  <a:lnTo>
                    <a:pt x="17601" y="1249"/>
                  </a:lnTo>
                  <a:lnTo>
                    <a:pt x="17331" y="1203"/>
                  </a:lnTo>
                  <a:lnTo>
                    <a:pt x="17061" y="1150"/>
                  </a:lnTo>
                  <a:lnTo>
                    <a:pt x="16820" y="1097"/>
                  </a:lnTo>
                  <a:lnTo>
                    <a:pt x="16400" y="985"/>
                  </a:lnTo>
                  <a:lnTo>
                    <a:pt x="16039" y="859"/>
                  </a:lnTo>
                  <a:lnTo>
                    <a:pt x="15679" y="727"/>
                  </a:lnTo>
                  <a:lnTo>
                    <a:pt x="15379" y="595"/>
                  </a:lnTo>
                  <a:lnTo>
                    <a:pt x="15138" y="450"/>
                  </a:lnTo>
                  <a:lnTo>
                    <a:pt x="14898" y="304"/>
                  </a:lnTo>
                  <a:lnTo>
                    <a:pt x="14748" y="152"/>
                  </a:lnTo>
                  <a:lnTo>
                    <a:pt x="14628"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78"/>
            <p:cNvSpPr/>
            <p:nvPr/>
          </p:nvSpPr>
          <p:spPr>
            <a:xfrm rot="10800000">
              <a:off x="5609111" y="336463"/>
              <a:ext cx="584733" cy="191498"/>
            </a:xfrm>
            <a:custGeom>
              <a:avLst/>
              <a:gdLst/>
              <a:ahLst/>
              <a:cxnLst/>
              <a:rect l="l" t="t" r="r" b="b"/>
              <a:pathLst>
                <a:path w="43702" h="3185" fill="none" extrusionOk="0">
                  <a:moveTo>
                    <a:pt x="8020" y="3184"/>
                  </a:moveTo>
                  <a:lnTo>
                    <a:pt x="35922" y="3184"/>
                  </a:lnTo>
                  <a:lnTo>
                    <a:pt x="35922" y="3184"/>
                  </a:lnTo>
                  <a:lnTo>
                    <a:pt x="36733" y="3184"/>
                  </a:lnTo>
                  <a:lnTo>
                    <a:pt x="37544" y="3164"/>
                  </a:lnTo>
                  <a:lnTo>
                    <a:pt x="38325" y="3138"/>
                  </a:lnTo>
                  <a:lnTo>
                    <a:pt x="39046" y="3092"/>
                  </a:lnTo>
                  <a:lnTo>
                    <a:pt x="39406" y="3065"/>
                  </a:lnTo>
                  <a:lnTo>
                    <a:pt x="39767" y="3032"/>
                  </a:lnTo>
                  <a:lnTo>
                    <a:pt x="40097" y="2999"/>
                  </a:lnTo>
                  <a:lnTo>
                    <a:pt x="40397" y="2960"/>
                  </a:lnTo>
                  <a:lnTo>
                    <a:pt x="40698" y="2920"/>
                  </a:lnTo>
                  <a:lnTo>
                    <a:pt x="40968" y="2874"/>
                  </a:lnTo>
                  <a:lnTo>
                    <a:pt x="41238" y="2821"/>
                  </a:lnTo>
                  <a:lnTo>
                    <a:pt x="41479" y="2768"/>
                  </a:lnTo>
                  <a:lnTo>
                    <a:pt x="41479" y="2768"/>
                  </a:lnTo>
                  <a:lnTo>
                    <a:pt x="41959" y="2636"/>
                  </a:lnTo>
                  <a:lnTo>
                    <a:pt x="42380" y="2484"/>
                  </a:lnTo>
                  <a:lnTo>
                    <a:pt x="42770" y="2332"/>
                  </a:lnTo>
                  <a:lnTo>
                    <a:pt x="43071" y="2167"/>
                  </a:lnTo>
                  <a:lnTo>
                    <a:pt x="43341" y="1995"/>
                  </a:lnTo>
                  <a:lnTo>
                    <a:pt x="43551" y="1824"/>
                  </a:lnTo>
                  <a:lnTo>
                    <a:pt x="43611" y="1731"/>
                  </a:lnTo>
                  <a:lnTo>
                    <a:pt x="43671" y="1645"/>
                  </a:lnTo>
                  <a:lnTo>
                    <a:pt x="43701" y="1553"/>
                  </a:lnTo>
                  <a:lnTo>
                    <a:pt x="43701" y="1467"/>
                  </a:lnTo>
                  <a:lnTo>
                    <a:pt x="43701" y="1467"/>
                  </a:lnTo>
                  <a:lnTo>
                    <a:pt x="43131" y="1506"/>
                  </a:lnTo>
                  <a:lnTo>
                    <a:pt x="42530" y="1533"/>
                  </a:lnTo>
                  <a:lnTo>
                    <a:pt x="41929" y="1559"/>
                  </a:lnTo>
                  <a:lnTo>
                    <a:pt x="41389" y="1573"/>
                  </a:lnTo>
                  <a:lnTo>
                    <a:pt x="41389" y="1573"/>
                  </a:lnTo>
                  <a:lnTo>
                    <a:pt x="41329" y="1573"/>
                  </a:lnTo>
                  <a:lnTo>
                    <a:pt x="41329" y="1573"/>
                  </a:lnTo>
                  <a:lnTo>
                    <a:pt x="41299" y="1573"/>
                  </a:lnTo>
                  <a:lnTo>
                    <a:pt x="41299" y="1573"/>
                  </a:lnTo>
                  <a:lnTo>
                    <a:pt x="40908" y="1579"/>
                  </a:lnTo>
                  <a:lnTo>
                    <a:pt x="40518" y="1586"/>
                  </a:lnTo>
                  <a:lnTo>
                    <a:pt x="40518" y="1586"/>
                  </a:lnTo>
                  <a:lnTo>
                    <a:pt x="40488" y="1586"/>
                  </a:lnTo>
                  <a:lnTo>
                    <a:pt x="40488" y="1586"/>
                  </a:lnTo>
                  <a:lnTo>
                    <a:pt x="40488" y="1586"/>
                  </a:lnTo>
                  <a:lnTo>
                    <a:pt x="40488" y="1586"/>
                  </a:lnTo>
                  <a:lnTo>
                    <a:pt x="40488" y="1586"/>
                  </a:lnTo>
                  <a:lnTo>
                    <a:pt x="40488" y="1586"/>
                  </a:lnTo>
                  <a:lnTo>
                    <a:pt x="39827" y="1579"/>
                  </a:lnTo>
                  <a:lnTo>
                    <a:pt x="39166" y="1559"/>
                  </a:lnTo>
                  <a:lnTo>
                    <a:pt x="38475" y="1533"/>
                  </a:lnTo>
                  <a:lnTo>
                    <a:pt x="37754" y="1487"/>
                  </a:lnTo>
                  <a:lnTo>
                    <a:pt x="37754" y="1487"/>
                  </a:lnTo>
                  <a:lnTo>
                    <a:pt x="37754" y="1487"/>
                  </a:lnTo>
                  <a:lnTo>
                    <a:pt x="37754" y="1487"/>
                  </a:lnTo>
                  <a:lnTo>
                    <a:pt x="37754" y="1487"/>
                  </a:lnTo>
                  <a:lnTo>
                    <a:pt x="37754" y="1487"/>
                  </a:lnTo>
                  <a:lnTo>
                    <a:pt x="37754" y="1487"/>
                  </a:lnTo>
                  <a:lnTo>
                    <a:pt x="37754" y="1487"/>
                  </a:lnTo>
                  <a:lnTo>
                    <a:pt x="37754" y="1487"/>
                  </a:lnTo>
                  <a:lnTo>
                    <a:pt x="37754" y="1487"/>
                  </a:lnTo>
                  <a:lnTo>
                    <a:pt x="37754" y="1487"/>
                  </a:lnTo>
                  <a:lnTo>
                    <a:pt x="37214" y="1506"/>
                  </a:lnTo>
                  <a:lnTo>
                    <a:pt x="36673" y="1520"/>
                  </a:lnTo>
                  <a:lnTo>
                    <a:pt x="36133" y="1526"/>
                  </a:lnTo>
                  <a:lnTo>
                    <a:pt x="35562" y="1526"/>
                  </a:lnTo>
                  <a:lnTo>
                    <a:pt x="22407" y="1526"/>
                  </a:lnTo>
                  <a:lnTo>
                    <a:pt x="22407" y="1526"/>
                  </a:lnTo>
                  <a:lnTo>
                    <a:pt x="21596" y="1526"/>
                  </a:lnTo>
                  <a:lnTo>
                    <a:pt x="20785" y="1506"/>
                  </a:lnTo>
                  <a:lnTo>
                    <a:pt x="20004" y="1473"/>
                  </a:lnTo>
                  <a:lnTo>
                    <a:pt x="19644" y="1454"/>
                  </a:lnTo>
                  <a:lnTo>
                    <a:pt x="19253" y="1427"/>
                  </a:lnTo>
                  <a:lnTo>
                    <a:pt x="18893" y="1401"/>
                  </a:lnTo>
                  <a:lnTo>
                    <a:pt x="18562" y="1368"/>
                  </a:lnTo>
                  <a:lnTo>
                    <a:pt x="18202" y="1335"/>
                  </a:lnTo>
                  <a:lnTo>
                    <a:pt x="17901" y="1295"/>
                  </a:lnTo>
                  <a:lnTo>
                    <a:pt x="17601" y="1249"/>
                  </a:lnTo>
                  <a:lnTo>
                    <a:pt x="17331" y="1203"/>
                  </a:lnTo>
                  <a:lnTo>
                    <a:pt x="17061" y="1150"/>
                  </a:lnTo>
                  <a:lnTo>
                    <a:pt x="16820" y="1097"/>
                  </a:lnTo>
                  <a:lnTo>
                    <a:pt x="16820" y="1097"/>
                  </a:lnTo>
                  <a:lnTo>
                    <a:pt x="16400" y="985"/>
                  </a:lnTo>
                  <a:lnTo>
                    <a:pt x="16039" y="859"/>
                  </a:lnTo>
                  <a:lnTo>
                    <a:pt x="15679" y="727"/>
                  </a:lnTo>
                  <a:lnTo>
                    <a:pt x="15379" y="595"/>
                  </a:lnTo>
                  <a:lnTo>
                    <a:pt x="15138" y="450"/>
                  </a:lnTo>
                  <a:lnTo>
                    <a:pt x="14898" y="304"/>
                  </a:lnTo>
                  <a:lnTo>
                    <a:pt x="14748" y="152"/>
                  </a:lnTo>
                  <a:lnTo>
                    <a:pt x="14628" y="0"/>
                  </a:lnTo>
                  <a:lnTo>
                    <a:pt x="14628" y="0"/>
                  </a:lnTo>
                  <a:lnTo>
                    <a:pt x="14628" y="0"/>
                  </a:lnTo>
                  <a:lnTo>
                    <a:pt x="14628" y="0"/>
                  </a:lnTo>
                  <a:lnTo>
                    <a:pt x="7810" y="0"/>
                  </a:lnTo>
                  <a:lnTo>
                    <a:pt x="7810" y="0"/>
                  </a:lnTo>
                  <a:lnTo>
                    <a:pt x="7810" y="0"/>
                  </a:lnTo>
                  <a:lnTo>
                    <a:pt x="7810" y="0"/>
                  </a:lnTo>
                  <a:lnTo>
                    <a:pt x="7810" y="0"/>
                  </a:lnTo>
                  <a:lnTo>
                    <a:pt x="6038" y="0"/>
                  </a:lnTo>
                  <a:lnTo>
                    <a:pt x="6038" y="0"/>
                  </a:lnTo>
                  <a:lnTo>
                    <a:pt x="6038" y="0"/>
                  </a:lnTo>
                  <a:lnTo>
                    <a:pt x="6038" y="0"/>
                  </a:lnTo>
                  <a:lnTo>
                    <a:pt x="6038" y="0"/>
                  </a:lnTo>
                  <a:lnTo>
                    <a:pt x="6038" y="0"/>
                  </a:lnTo>
                  <a:lnTo>
                    <a:pt x="6038" y="0"/>
                  </a:lnTo>
                  <a:lnTo>
                    <a:pt x="6038" y="0"/>
                  </a:lnTo>
                  <a:lnTo>
                    <a:pt x="6038" y="0"/>
                  </a:lnTo>
                  <a:lnTo>
                    <a:pt x="5317" y="27"/>
                  </a:lnTo>
                  <a:lnTo>
                    <a:pt x="4626" y="67"/>
                  </a:lnTo>
                  <a:lnTo>
                    <a:pt x="4296" y="86"/>
                  </a:lnTo>
                  <a:lnTo>
                    <a:pt x="3995" y="119"/>
                  </a:lnTo>
                  <a:lnTo>
                    <a:pt x="3665" y="146"/>
                  </a:lnTo>
                  <a:lnTo>
                    <a:pt x="3365" y="185"/>
                  </a:lnTo>
                  <a:lnTo>
                    <a:pt x="3064" y="225"/>
                  </a:lnTo>
                  <a:lnTo>
                    <a:pt x="2794" y="265"/>
                  </a:lnTo>
                  <a:lnTo>
                    <a:pt x="2524" y="311"/>
                  </a:lnTo>
                  <a:lnTo>
                    <a:pt x="2283" y="364"/>
                  </a:lnTo>
                  <a:lnTo>
                    <a:pt x="2043" y="417"/>
                  </a:lnTo>
                  <a:lnTo>
                    <a:pt x="1803" y="476"/>
                  </a:lnTo>
                  <a:lnTo>
                    <a:pt x="1623" y="542"/>
                  </a:lnTo>
                  <a:lnTo>
                    <a:pt x="1442" y="608"/>
                  </a:lnTo>
                  <a:lnTo>
                    <a:pt x="1442" y="608"/>
                  </a:lnTo>
                  <a:lnTo>
                    <a:pt x="1082" y="753"/>
                  </a:lnTo>
                  <a:lnTo>
                    <a:pt x="782" y="899"/>
                  </a:lnTo>
                  <a:lnTo>
                    <a:pt x="541" y="1038"/>
                  </a:lnTo>
                  <a:lnTo>
                    <a:pt x="331" y="1176"/>
                  </a:lnTo>
                  <a:lnTo>
                    <a:pt x="181" y="1315"/>
                  </a:lnTo>
                  <a:lnTo>
                    <a:pt x="61" y="1447"/>
                  </a:lnTo>
                  <a:lnTo>
                    <a:pt x="1" y="1579"/>
                  </a:lnTo>
                  <a:lnTo>
                    <a:pt x="1" y="1705"/>
                  </a:lnTo>
                  <a:lnTo>
                    <a:pt x="1" y="1705"/>
                  </a:lnTo>
                  <a:lnTo>
                    <a:pt x="1" y="1791"/>
                  </a:lnTo>
                  <a:lnTo>
                    <a:pt x="31" y="1870"/>
                  </a:lnTo>
                  <a:lnTo>
                    <a:pt x="61" y="1949"/>
                  </a:lnTo>
                  <a:lnTo>
                    <a:pt x="121" y="2028"/>
                  </a:lnTo>
                  <a:lnTo>
                    <a:pt x="211" y="2108"/>
                  </a:lnTo>
                  <a:lnTo>
                    <a:pt x="331" y="2187"/>
                  </a:lnTo>
                  <a:lnTo>
                    <a:pt x="451" y="2260"/>
                  </a:lnTo>
                  <a:lnTo>
                    <a:pt x="571" y="2332"/>
                  </a:lnTo>
                  <a:lnTo>
                    <a:pt x="722" y="2398"/>
                  </a:lnTo>
                  <a:lnTo>
                    <a:pt x="902" y="2471"/>
                  </a:lnTo>
                  <a:lnTo>
                    <a:pt x="1082" y="2537"/>
                  </a:lnTo>
                  <a:lnTo>
                    <a:pt x="1292" y="2596"/>
                  </a:lnTo>
                  <a:lnTo>
                    <a:pt x="1503" y="2662"/>
                  </a:lnTo>
                  <a:lnTo>
                    <a:pt x="1743" y="2722"/>
                  </a:lnTo>
                  <a:lnTo>
                    <a:pt x="2253" y="2834"/>
                  </a:lnTo>
                  <a:lnTo>
                    <a:pt x="2253" y="2834"/>
                  </a:lnTo>
                  <a:lnTo>
                    <a:pt x="2464" y="2874"/>
                  </a:lnTo>
                  <a:lnTo>
                    <a:pt x="2704" y="2913"/>
                  </a:lnTo>
                  <a:lnTo>
                    <a:pt x="2974" y="2946"/>
                  </a:lnTo>
                  <a:lnTo>
                    <a:pt x="3275" y="2979"/>
                  </a:lnTo>
                  <a:lnTo>
                    <a:pt x="3935" y="3039"/>
                  </a:lnTo>
                  <a:lnTo>
                    <a:pt x="4656" y="3092"/>
                  </a:lnTo>
                  <a:lnTo>
                    <a:pt x="5437" y="3131"/>
                  </a:lnTo>
                  <a:lnTo>
                    <a:pt x="6278" y="3164"/>
                  </a:lnTo>
                  <a:lnTo>
                    <a:pt x="7149" y="3178"/>
                  </a:lnTo>
                  <a:lnTo>
                    <a:pt x="8020" y="318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78"/>
            <p:cNvSpPr/>
            <p:nvPr/>
          </p:nvSpPr>
          <p:spPr>
            <a:xfrm rot="10800000">
              <a:off x="5771460" y="527900"/>
              <a:ext cx="585134" cy="191859"/>
            </a:xfrm>
            <a:custGeom>
              <a:avLst/>
              <a:gdLst/>
              <a:ahLst/>
              <a:cxnLst/>
              <a:rect l="l" t="t" r="r" b="b"/>
              <a:pathLst>
                <a:path w="43732" h="3191" extrusionOk="0">
                  <a:moveTo>
                    <a:pt x="6398" y="0"/>
                  </a:moveTo>
                  <a:lnTo>
                    <a:pt x="5948" y="13"/>
                  </a:lnTo>
                  <a:lnTo>
                    <a:pt x="5467" y="27"/>
                  </a:lnTo>
                  <a:lnTo>
                    <a:pt x="5017" y="46"/>
                  </a:lnTo>
                  <a:lnTo>
                    <a:pt x="4566" y="73"/>
                  </a:lnTo>
                  <a:lnTo>
                    <a:pt x="4146" y="112"/>
                  </a:lnTo>
                  <a:lnTo>
                    <a:pt x="3725" y="152"/>
                  </a:lnTo>
                  <a:lnTo>
                    <a:pt x="3335" y="198"/>
                  </a:lnTo>
                  <a:lnTo>
                    <a:pt x="2974" y="251"/>
                  </a:lnTo>
                  <a:lnTo>
                    <a:pt x="2614" y="311"/>
                  </a:lnTo>
                  <a:lnTo>
                    <a:pt x="2283" y="377"/>
                  </a:lnTo>
                  <a:lnTo>
                    <a:pt x="1983" y="449"/>
                  </a:lnTo>
                  <a:lnTo>
                    <a:pt x="1713" y="529"/>
                  </a:lnTo>
                  <a:lnTo>
                    <a:pt x="1472" y="614"/>
                  </a:lnTo>
                  <a:lnTo>
                    <a:pt x="1052" y="780"/>
                  </a:lnTo>
                  <a:lnTo>
                    <a:pt x="722" y="951"/>
                  </a:lnTo>
                  <a:lnTo>
                    <a:pt x="451" y="1116"/>
                  </a:lnTo>
                  <a:lnTo>
                    <a:pt x="271" y="1275"/>
                  </a:lnTo>
                  <a:lnTo>
                    <a:pt x="121" y="1433"/>
                  </a:lnTo>
                  <a:lnTo>
                    <a:pt x="31" y="1585"/>
                  </a:lnTo>
                  <a:lnTo>
                    <a:pt x="1" y="1737"/>
                  </a:lnTo>
                  <a:lnTo>
                    <a:pt x="61" y="1876"/>
                  </a:lnTo>
                  <a:lnTo>
                    <a:pt x="151" y="2021"/>
                  </a:lnTo>
                  <a:lnTo>
                    <a:pt x="301" y="2153"/>
                  </a:lnTo>
                  <a:lnTo>
                    <a:pt x="511" y="2286"/>
                  </a:lnTo>
                  <a:lnTo>
                    <a:pt x="752" y="2404"/>
                  </a:lnTo>
                  <a:lnTo>
                    <a:pt x="1052" y="2523"/>
                  </a:lnTo>
                  <a:lnTo>
                    <a:pt x="1412" y="2636"/>
                  </a:lnTo>
                  <a:lnTo>
                    <a:pt x="1833" y="2741"/>
                  </a:lnTo>
                  <a:lnTo>
                    <a:pt x="2283" y="2840"/>
                  </a:lnTo>
                  <a:lnTo>
                    <a:pt x="2494" y="2880"/>
                  </a:lnTo>
                  <a:lnTo>
                    <a:pt x="2734" y="2913"/>
                  </a:lnTo>
                  <a:lnTo>
                    <a:pt x="3004" y="2953"/>
                  </a:lnTo>
                  <a:lnTo>
                    <a:pt x="3305" y="2986"/>
                  </a:lnTo>
                  <a:lnTo>
                    <a:pt x="3965" y="3045"/>
                  </a:lnTo>
                  <a:lnTo>
                    <a:pt x="4686" y="3098"/>
                  </a:lnTo>
                  <a:lnTo>
                    <a:pt x="5467" y="3138"/>
                  </a:lnTo>
                  <a:lnTo>
                    <a:pt x="6308" y="3164"/>
                  </a:lnTo>
                  <a:lnTo>
                    <a:pt x="7179" y="3184"/>
                  </a:lnTo>
                  <a:lnTo>
                    <a:pt x="8050" y="3190"/>
                  </a:lnTo>
                  <a:lnTo>
                    <a:pt x="18202" y="3190"/>
                  </a:lnTo>
                  <a:lnTo>
                    <a:pt x="18652" y="3184"/>
                  </a:lnTo>
                  <a:lnTo>
                    <a:pt x="19523" y="3184"/>
                  </a:lnTo>
                  <a:lnTo>
                    <a:pt x="19974" y="3190"/>
                  </a:lnTo>
                  <a:lnTo>
                    <a:pt x="26792" y="3190"/>
                  </a:lnTo>
                  <a:lnTo>
                    <a:pt x="26732" y="3025"/>
                  </a:lnTo>
                  <a:lnTo>
                    <a:pt x="26732" y="2860"/>
                  </a:lnTo>
                  <a:lnTo>
                    <a:pt x="26762" y="2774"/>
                  </a:lnTo>
                  <a:lnTo>
                    <a:pt x="26822" y="2688"/>
                  </a:lnTo>
                  <a:lnTo>
                    <a:pt x="26882" y="2609"/>
                  </a:lnTo>
                  <a:lnTo>
                    <a:pt x="26972" y="2530"/>
                  </a:lnTo>
                  <a:lnTo>
                    <a:pt x="27062" y="2451"/>
                  </a:lnTo>
                  <a:lnTo>
                    <a:pt x="27212" y="2371"/>
                  </a:lnTo>
                  <a:lnTo>
                    <a:pt x="27362" y="2292"/>
                  </a:lnTo>
                  <a:lnTo>
                    <a:pt x="27513" y="2219"/>
                  </a:lnTo>
                  <a:lnTo>
                    <a:pt x="27723" y="2147"/>
                  </a:lnTo>
                  <a:lnTo>
                    <a:pt x="27933" y="2074"/>
                  </a:lnTo>
                  <a:lnTo>
                    <a:pt x="28173" y="2002"/>
                  </a:lnTo>
                  <a:lnTo>
                    <a:pt x="28444" y="1935"/>
                  </a:lnTo>
                  <a:lnTo>
                    <a:pt x="28684" y="1883"/>
                  </a:lnTo>
                  <a:lnTo>
                    <a:pt x="28954" y="1836"/>
                  </a:lnTo>
                  <a:lnTo>
                    <a:pt x="29255" y="1790"/>
                  </a:lnTo>
                  <a:lnTo>
                    <a:pt x="29585" y="1744"/>
                  </a:lnTo>
                  <a:lnTo>
                    <a:pt x="29945" y="1704"/>
                  </a:lnTo>
                  <a:lnTo>
                    <a:pt x="30336" y="1665"/>
                  </a:lnTo>
                  <a:lnTo>
                    <a:pt x="30756" y="1632"/>
                  </a:lnTo>
                  <a:lnTo>
                    <a:pt x="31177" y="1605"/>
                  </a:lnTo>
                  <a:lnTo>
                    <a:pt x="31627" y="1579"/>
                  </a:lnTo>
                  <a:lnTo>
                    <a:pt x="32108" y="1552"/>
                  </a:lnTo>
                  <a:lnTo>
                    <a:pt x="32588" y="1539"/>
                  </a:lnTo>
                  <a:lnTo>
                    <a:pt x="33099" y="1519"/>
                  </a:lnTo>
                  <a:lnTo>
                    <a:pt x="33640" y="1513"/>
                  </a:lnTo>
                  <a:lnTo>
                    <a:pt x="34180" y="1500"/>
                  </a:lnTo>
                  <a:lnTo>
                    <a:pt x="43731" y="1500"/>
                  </a:lnTo>
                  <a:lnTo>
                    <a:pt x="43731" y="1361"/>
                  </a:lnTo>
                  <a:lnTo>
                    <a:pt x="43671" y="1222"/>
                  </a:lnTo>
                  <a:lnTo>
                    <a:pt x="43551" y="1083"/>
                  </a:lnTo>
                  <a:lnTo>
                    <a:pt x="43371" y="951"/>
                  </a:lnTo>
                  <a:lnTo>
                    <a:pt x="43131" y="819"/>
                  </a:lnTo>
                  <a:lnTo>
                    <a:pt x="42830" y="694"/>
                  </a:lnTo>
                  <a:lnTo>
                    <a:pt x="42470" y="575"/>
                  </a:lnTo>
                  <a:lnTo>
                    <a:pt x="42260" y="515"/>
                  </a:lnTo>
                  <a:lnTo>
                    <a:pt x="42049" y="462"/>
                  </a:lnTo>
                  <a:lnTo>
                    <a:pt x="41779" y="410"/>
                  </a:lnTo>
                  <a:lnTo>
                    <a:pt x="41509" y="357"/>
                  </a:lnTo>
                  <a:lnTo>
                    <a:pt x="41208" y="311"/>
                  </a:lnTo>
                  <a:lnTo>
                    <a:pt x="40848" y="264"/>
                  </a:lnTo>
                  <a:lnTo>
                    <a:pt x="40488" y="218"/>
                  </a:lnTo>
                  <a:lnTo>
                    <a:pt x="40067" y="178"/>
                  </a:lnTo>
                  <a:lnTo>
                    <a:pt x="39647" y="139"/>
                  </a:lnTo>
                  <a:lnTo>
                    <a:pt x="39196" y="106"/>
                  </a:lnTo>
                  <a:lnTo>
                    <a:pt x="38746" y="79"/>
                  </a:lnTo>
                  <a:lnTo>
                    <a:pt x="38265" y="53"/>
                  </a:lnTo>
                  <a:lnTo>
                    <a:pt x="37784" y="33"/>
                  </a:lnTo>
                  <a:lnTo>
                    <a:pt x="37304" y="13"/>
                  </a:lnTo>
                  <a:lnTo>
                    <a:pt x="36793" y="7"/>
                  </a:lnTo>
                  <a:lnTo>
                    <a:pt x="36283" y="0"/>
                  </a:lnTo>
                  <a:lnTo>
                    <a:pt x="35772" y="0"/>
                  </a:lnTo>
                  <a:lnTo>
                    <a:pt x="35261" y="7"/>
                  </a:lnTo>
                  <a:lnTo>
                    <a:pt x="7840" y="7"/>
                  </a:lnTo>
                  <a:lnTo>
                    <a:pt x="735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78"/>
            <p:cNvSpPr/>
            <p:nvPr/>
          </p:nvSpPr>
          <p:spPr>
            <a:xfrm rot="10800000">
              <a:off x="5771460" y="527900"/>
              <a:ext cx="585134" cy="191859"/>
            </a:xfrm>
            <a:custGeom>
              <a:avLst/>
              <a:gdLst/>
              <a:ahLst/>
              <a:cxnLst/>
              <a:rect l="l" t="t" r="r" b="b"/>
              <a:pathLst>
                <a:path w="43732" h="3191" fill="none" extrusionOk="0">
                  <a:moveTo>
                    <a:pt x="2283" y="2840"/>
                  </a:moveTo>
                  <a:lnTo>
                    <a:pt x="2283" y="2840"/>
                  </a:lnTo>
                  <a:lnTo>
                    <a:pt x="2494" y="2880"/>
                  </a:lnTo>
                  <a:lnTo>
                    <a:pt x="2734" y="2913"/>
                  </a:lnTo>
                  <a:lnTo>
                    <a:pt x="3004" y="2953"/>
                  </a:lnTo>
                  <a:lnTo>
                    <a:pt x="3305" y="2986"/>
                  </a:lnTo>
                  <a:lnTo>
                    <a:pt x="3965" y="3045"/>
                  </a:lnTo>
                  <a:lnTo>
                    <a:pt x="4686" y="3098"/>
                  </a:lnTo>
                  <a:lnTo>
                    <a:pt x="5467" y="3138"/>
                  </a:lnTo>
                  <a:lnTo>
                    <a:pt x="6308" y="3164"/>
                  </a:lnTo>
                  <a:lnTo>
                    <a:pt x="7179" y="3184"/>
                  </a:lnTo>
                  <a:lnTo>
                    <a:pt x="8050" y="3190"/>
                  </a:lnTo>
                  <a:lnTo>
                    <a:pt x="18202" y="3190"/>
                  </a:lnTo>
                  <a:lnTo>
                    <a:pt x="18202" y="3190"/>
                  </a:lnTo>
                  <a:lnTo>
                    <a:pt x="18652" y="3184"/>
                  </a:lnTo>
                  <a:lnTo>
                    <a:pt x="19073" y="3184"/>
                  </a:lnTo>
                  <a:lnTo>
                    <a:pt x="19523" y="3184"/>
                  </a:lnTo>
                  <a:lnTo>
                    <a:pt x="19974" y="3190"/>
                  </a:lnTo>
                  <a:lnTo>
                    <a:pt x="26792" y="3190"/>
                  </a:lnTo>
                  <a:lnTo>
                    <a:pt x="26792" y="3190"/>
                  </a:lnTo>
                  <a:lnTo>
                    <a:pt x="26732" y="3025"/>
                  </a:lnTo>
                  <a:lnTo>
                    <a:pt x="26732" y="2860"/>
                  </a:lnTo>
                  <a:lnTo>
                    <a:pt x="26762" y="2774"/>
                  </a:lnTo>
                  <a:lnTo>
                    <a:pt x="26822" y="2688"/>
                  </a:lnTo>
                  <a:lnTo>
                    <a:pt x="26882" y="2609"/>
                  </a:lnTo>
                  <a:lnTo>
                    <a:pt x="26972" y="2530"/>
                  </a:lnTo>
                  <a:lnTo>
                    <a:pt x="27062" y="2451"/>
                  </a:lnTo>
                  <a:lnTo>
                    <a:pt x="27212" y="2371"/>
                  </a:lnTo>
                  <a:lnTo>
                    <a:pt x="27362" y="2292"/>
                  </a:lnTo>
                  <a:lnTo>
                    <a:pt x="27513" y="2219"/>
                  </a:lnTo>
                  <a:lnTo>
                    <a:pt x="27723" y="2147"/>
                  </a:lnTo>
                  <a:lnTo>
                    <a:pt x="27933" y="2074"/>
                  </a:lnTo>
                  <a:lnTo>
                    <a:pt x="28173" y="2002"/>
                  </a:lnTo>
                  <a:lnTo>
                    <a:pt x="28444" y="1935"/>
                  </a:lnTo>
                  <a:lnTo>
                    <a:pt x="28444" y="1935"/>
                  </a:lnTo>
                  <a:lnTo>
                    <a:pt x="28684" y="1883"/>
                  </a:lnTo>
                  <a:lnTo>
                    <a:pt x="28954" y="1836"/>
                  </a:lnTo>
                  <a:lnTo>
                    <a:pt x="29255" y="1790"/>
                  </a:lnTo>
                  <a:lnTo>
                    <a:pt x="29585" y="1744"/>
                  </a:lnTo>
                  <a:lnTo>
                    <a:pt x="29945" y="1704"/>
                  </a:lnTo>
                  <a:lnTo>
                    <a:pt x="30336" y="1665"/>
                  </a:lnTo>
                  <a:lnTo>
                    <a:pt x="30756" y="1632"/>
                  </a:lnTo>
                  <a:lnTo>
                    <a:pt x="31177" y="1605"/>
                  </a:lnTo>
                  <a:lnTo>
                    <a:pt x="31627" y="1579"/>
                  </a:lnTo>
                  <a:lnTo>
                    <a:pt x="32108" y="1552"/>
                  </a:lnTo>
                  <a:lnTo>
                    <a:pt x="32588" y="1539"/>
                  </a:lnTo>
                  <a:lnTo>
                    <a:pt x="33099" y="1519"/>
                  </a:lnTo>
                  <a:lnTo>
                    <a:pt x="33640" y="1513"/>
                  </a:lnTo>
                  <a:lnTo>
                    <a:pt x="34180" y="1500"/>
                  </a:lnTo>
                  <a:lnTo>
                    <a:pt x="34721" y="1500"/>
                  </a:lnTo>
                  <a:lnTo>
                    <a:pt x="35292" y="1500"/>
                  </a:lnTo>
                  <a:lnTo>
                    <a:pt x="43731" y="1500"/>
                  </a:lnTo>
                  <a:lnTo>
                    <a:pt x="43731" y="1500"/>
                  </a:lnTo>
                  <a:lnTo>
                    <a:pt x="43731" y="1361"/>
                  </a:lnTo>
                  <a:lnTo>
                    <a:pt x="43671" y="1222"/>
                  </a:lnTo>
                  <a:lnTo>
                    <a:pt x="43551" y="1083"/>
                  </a:lnTo>
                  <a:lnTo>
                    <a:pt x="43371" y="951"/>
                  </a:lnTo>
                  <a:lnTo>
                    <a:pt x="43131" y="819"/>
                  </a:lnTo>
                  <a:lnTo>
                    <a:pt x="42830" y="694"/>
                  </a:lnTo>
                  <a:lnTo>
                    <a:pt x="42470" y="575"/>
                  </a:lnTo>
                  <a:lnTo>
                    <a:pt x="42260" y="515"/>
                  </a:lnTo>
                  <a:lnTo>
                    <a:pt x="42049" y="462"/>
                  </a:lnTo>
                  <a:lnTo>
                    <a:pt x="42049" y="462"/>
                  </a:lnTo>
                  <a:lnTo>
                    <a:pt x="41779" y="410"/>
                  </a:lnTo>
                  <a:lnTo>
                    <a:pt x="41509" y="357"/>
                  </a:lnTo>
                  <a:lnTo>
                    <a:pt x="41208" y="311"/>
                  </a:lnTo>
                  <a:lnTo>
                    <a:pt x="40848" y="264"/>
                  </a:lnTo>
                  <a:lnTo>
                    <a:pt x="40488" y="218"/>
                  </a:lnTo>
                  <a:lnTo>
                    <a:pt x="40067" y="178"/>
                  </a:lnTo>
                  <a:lnTo>
                    <a:pt x="39647" y="139"/>
                  </a:lnTo>
                  <a:lnTo>
                    <a:pt x="39196" y="106"/>
                  </a:lnTo>
                  <a:lnTo>
                    <a:pt x="38746" y="79"/>
                  </a:lnTo>
                  <a:lnTo>
                    <a:pt x="38265" y="53"/>
                  </a:lnTo>
                  <a:lnTo>
                    <a:pt x="37784" y="33"/>
                  </a:lnTo>
                  <a:lnTo>
                    <a:pt x="37304" y="13"/>
                  </a:lnTo>
                  <a:lnTo>
                    <a:pt x="36793" y="7"/>
                  </a:lnTo>
                  <a:lnTo>
                    <a:pt x="36283" y="0"/>
                  </a:lnTo>
                  <a:lnTo>
                    <a:pt x="35772" y="0"/>
                  </a:lnTo>
                  <a:lnTo>
                    <a:pt x="35261" y="7"/>
                  </a:lnTo>
                  <a:lnTo>
                    <a:pt x="7840" y="7"/>
                  </a:lnTo>
                  <a:lnTo>
                    <a:pt x="7840" y="7"/>
                  </a:lnTo>
                  <a:lnTo>
                    <a:pt x="7359" y="0"/>
                  </a:lnTo>
                  <a:lnTo>
                    <a:pt x="6879" y="0"/>
                  </a:lnTo>
                  <a:lnTo>
                    <a:pt x="6398" y="0"/>
                  </a:lnTo>
                  <a:lnTo>
                    <a:pt x="5948" y="13"/>
                  </a:lnTo>
                  <a:lnTo>
                    <a:pt x="5467" y="27"/>
                  </a:lnTo>
                  <a:lnTo>
                    <a:pt x="5017" y="46"/>
                  </a:lnTo>
                  <a:lnTo>
                    <a:pt x="4566" y="73"/>
                  </a:lnTo>
                  <a:lnTo>
                    <a:pt x="4146" y="112"/>
                  </a:lnTo>
                  <a:lnTo>
                    <a:pt x="3725" y="152"/>
                  </a:lnTo>
                  <a:lnTo>
                    <a:pt x="3335" y="198"/>
                  </a:lnTo>
                  <a:lnTo>
                    <a:pt x="2974" y="251"/>
                  </a:lnTo>
                  <a:lnTo>
                    <a:pt x="2614" y="311"/>
                  </a:lnTo>
                  <a:lnTo>
                    <a:pt x="2283" y="377"/>
                  </a:lnTo>
                  <a:lnTo>
                    <a:pt x="1983" y="449"/>
                  </a:lnTo>
                  <a:lnTo>
                    <a:pt x="1713" y="529"/>
                  </a:lnTo>
                  <a:lnTo>
                    <a:pt x="1472" y="614"/>
                  </a:lnTo>
                  <a:lnTo>
                    <a:pt x="1472" y="614"/>
                  </a:lnTo>
                  <a:lnTo>
                    <a:pt x="1052" y="780"/>
                  </a:lnTo>
                  <a:lnTo>
                    <a:pt x="722" y="951"/>
                  </a:lnTo>
                  <a:lnTo>
                    <a:pt x="451" y="1116"/>
                  </a:lnTo>
                  <a:lnTo>
                    <a:pt x="271" y="1275"/>
                  </a:lnTo>
                  <a:lnTo>
                    <a:pt x="121" y="1433"/>
                  </a:lnTo>
                  <a:lnTo>
                    <a:pt x="31" y="1585"/>
                  </a:lnTo>
                  <a:lnTo>
                    <a:pt x="1" y="1737"/>
                  </a:lnTo>
                  <a:lnTo>
                    <a:pt x="61" y="1876"/>
                  </a:lnTo>
                  <a:lnTo>
                    <a:pt x="151" y="2021"/>
                  </a:lnTo>
                  <a:lnTo>
                    <a:pt x="301" y="2153"/>
                  </a:lnTo>
                  <a:lnTo>
                    <a:pt x="511" y="2286"/>
                  </a:lnTo>
                  <a:lnTo>
                    <a:pt x="752" y="2404"/>
                  </a:lnTo>
                  <a:lnTo>
                    <a:pt x="1052" y="2523"/>
                  </a:lnTo>
                  <a:lnTo>
                    <a:pt x="1412" y="2636"/>
                  </a:lnTo>
                  <a:lnTo>
                    <a:pt x="1833" y="2741"/>
                  </a:lnTo>
                  <a:lnTo>
                    <a:pt x="2283" y="284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78"/>
            <p:cNvSpPr/>
            <p:nvPr/>
          </p:nvSpPr>
          <p:spPr>
            <a:xfrm rot="10800000">
              <a:off x="5771460" y="527900"/>
              <a:ext cx="585134" cy="191859"/>
            </a:xfrm>
            <a:custGeom>
              <a:avLst/>
              <a:gdLst/>
              <a:ahLst/>
              <a:cxnLst/>
              <a:rect l="l" t="t" r="r" b="b"/>
              <a:pathLst>
                <a:path w="43732" h="3191" extrusionOk="0">
                  <a:moveTo>
                    <a:pt x="6518" y="0"/>
                  </a:moveTo>
                  <a:lnTo>
                    <a:pt x="6098" y="7"/>
                  </a:lnTo>
                  <a:lnTo>
                    <a:pt x="5707" y="20"/>
                  </a:lnTo>
                  <a:lnTo>
                    <a:pt x="5287" y="33"/>
                  </a:lnTo>
                  <a:lnTo>
                    <a:pt x="4896" y="53"/>
                  </a:lnTo>
                  <a:lnTo>
                    <a:pt x="4506" y="79"/>
                  </a:lnTo>
                  <a:lnTo>
                    <a:pt x="4116" y="112"/>
                  </a:lnTo>
                  <a:lnTo>
                    <a:pt x="3755" y="145"/>
                  </a:lnTo>
                  <a:lnTo>
                    <a:pt x="3395" y="185"/>
                  </a:lnTo>
                  <a:lnTo>
                    <a:pt x="3064" y="231"/>
                  </a:lnTo>
                  <a:lnTo>
                    <a:pt x="2764" y="284"/>
                  </a:lnTo>
                  <a:lnTo>
                    <a:pt x="2464" y="337"/>
                  </a:lnTo>
                  <a:lnTo>
                    <a:pt x="2163" y="396"/>
                  </a:lnTo>
                  <a:lnTo>
                    <a:pt x="1893" y="462"/>
                  </a:lnTo>
                  <a:lnTo>
                    <a:pt x="1683" y="535"/>
                  </a:lnTo>
                  <a:lnTo>
                    <a:pt x="1472" y="614"/>
                  </a:lnTo>
                  <a:lnTo>
                    <a:pt x="1112" y="760"/>
                  </a:lnTo>
                  <a:lnTo>
                    <a:pt x="812" y="905"/>
                  </a:lnTo>
                  <a:lnTo>
                    <a:pt x="571" y="1044"/>
                  </a:lnTo>
                  <a:lnTo>
                    <a:pt x="361" y="1182"/>
                  </a:lnTo>
                  <a:lnTo>
                    <a:pt x="211" y="1321"/>
                  </a:lnTo>
                  <a:lnTo>
                    <a:pt x="91" y="1453"/>
                  </a:lnTo>
                  <a:lnTo>
                    <a:pt x="31" y="1585"/>
                  </a:lnTo>
                  <a:lnTo>
                    <a:pt x="1" y="1711"/>
                  </a:lnTo>
                  <a:lnTo>
                    <a:pt x="31" y="1797"/>
                  </a:lnTo>
                  <a:lnTo>
                    <a:pt x="61" y="1876"/>
                  </a:lnTo>
                  <a:lnTo>
                    <a:pt x="91" y="1955"/>
                  </a:lnTo>
                  <a:lnTo>
                    <a:pt x="151" y="2035"/>
                  </a:lnTo>
                  <a:lnTo>
                    <a:pt x="241" y="2114"/>
                  </a:lnTo>
                  <a:lnTo>
                    <a:pt x="361" y="2186"/>
                  </a:lnTo>
                  <a:lnTo>
                    <a:pt x="451" y="2266"/>
                  </a:lnTo>
                  <a:lnTo>
                    <a:pt x="601" y="2338"/>
                  </a:lnTo>
                  <a:lnTo>
                    <a:pt x="752" y="2404"/>
                  </a:lnTo>
                  <a:lnTo>
                    <a:pt x="932" y="2477"/>
                  </a:lnTo>
                  <a:lnTo>
                    <a:pt x="1112" y="2543"/>
                  </a:lnTo>
                  <a:lnTo>
                    <a:pt x="1322" y="2603"/>
                  </a:lnTo>
                  <a:lnTo>
                    <a:pt x="1533" y="2669"/>
                  </a:lnTo>
                  <a:lnTo>
                    <a:pt x="1773" y="2728"/>
                  </a:lnTo>
                  <a:lnTo>
                    <a:pt x="2283" y="2840"/>
                  </a:lnTo>
                  <a:lnTo>
                    <a:pt x="2494" y="2880"/>
                  </a:lnTo>
                  <a:lnTo>
                    <a:pt x="2734" y="2913"/>
                  </a:lnTo>
                  <a:lnTo>
                    <a:pt x="3004" y="2953"/>
                  </a:lnTo>
                  <a:lnTo>
                    <a:pt x="3305" y="2986"/>
                  </a:lnTo>
                  <a:lnTo>
                    <a:pt x="3965" y="3045"/>
                  </a:lnTo>
                  <a:lnTo>
                    <a:pt x="4686" y="3098"/>
                  </a:lnTo>
                  <a:lnTo>
                    <a:pt x="5467" y="3138"/>
                  </a:lnTo>
                  <a:lnTo>
                    <a:pt x="6308" y="3164"/>
                  </a:lnTo>
                  <a:lnTo>
                    <a:pt x="7179" y="3184"/>
                  </a:lnTo>
                  <a:lnTo>
                    <a:pt x="8050" y="3190"/>
                  </a:lnTo>
                  <a:lnTo>
                    <a:pt x="18202" y="3190"/>
                  </a:lnTo>
                  <a:lnTo>
                    <a:pt x="18622" y="3184"/>
                  </a:lnTo>
                  <a:lnTo>
                    <a:pt x="19523" y="3184"/>
                  </a:lnTo>
                  <a:lnTo>
                    <a:pt x="19974" y="3190"/>
                  </a:lnTo>
                  <a:lnTo>
                    <a:pt x="26792" y="3190"/>
                  </a:lnTo>
                  <a:lnTo>
                    <a:pt x="26732" y="3072"/>
                  </a:lnTo>
                  <a:lnTo>
                    <a:pt x="26732" y="2953"/>
                  </a:lnTo>
                  <a:lnTo>
                    <a:pt x="26732" y="2814"/>
                  </a:lnTo>
                  <a:lnTo>
                    <a:pt x="26822" y="2682"/>
                  </a:lnTo>
                  <a:lnTo>
                    <a:pt x="26942" y="2543"/>
                  </a:lnTo>
                  <a:lnTo>
                    <a:pt x="27122" y="2418"/>
                  </a:lnTo>
                  <a:lnTo>
                    <a:pt x="27362" y="2286"/>
                  </a:lnTo>
                  <a:lnTo>
                    <a:pt x="27663" y="2167"/>
                  </a:lnTo>
                  <a:lnTo>
                    <a:pt x="28023" y="2048"/>
                  </a:lnTo>
                  <a:lnTo>
                    <a:pt x="28444" y="1935"/>
                  </a:lnTo>
                  <a:lnTo>
                    <a:pt x="28684" y="1889"/>
                  </a:lnTo>
                  <a:lnTo>
                    <a:pt x="28924" y="1836"/>
                  </a:lnTo>
                  <a:lnTo>
                    <a:pt x="29225" y="1797"/>
                  </a:lnTo>
                  <a:lnTo>
                    <a:pt x="29525" y="1751"/>
                  </a:lnTo>
                  <a:lnTo>
                    <a:pt x="29885" y="1711"/>
                  </a:lnTo>
                  <a:lnTo>
                    <a:pt x="30246" y="1678"/>
                  </a:lnTo>
                  <a:lnTo>
                    <a:pt x="30606" y="1645"/>
                  </a:lnTo>
                  <a:lnTo>
                    <a:pt x="31027" y="1612"/>
                  </a:lnTo>
                  <a:lnTo>
                    <a:pt x="31447" y="1585"/>
                  </a:lnTo>
                  <a:lnTo>
                    <a:pt x="31898" y="1566"/>
                  </a:lnTo>
                  <a:lnTo>
                    <a:pt x="32348" y="1546"/>
                  </a:lnTo>
                  <a:lnTo>
                    <a:pt x="32829" y="1526"/>
                  </a:lnTo>
                  <a:lnTo>
                    <a:pt x="33850" y="1506"/>
                  </a:lnTo>
                  <a:lnTo>
                    <a:pt x="34901" y="1500"/>
                  </a:lnTo>
                  <a:lnTo>
                    <a:pt x="43731" y="1500"/>
                  </a:lnTo>
                  <a:lnTo>
                    <a:pt x="43731" y="1460"/>
                  </a:lnTo>
                  <a:lnTo>
                    <a:pt x="43701" y="1328"/>
                  </a:lnTo>
                  <a:lnTo>
                    <a:pt x="43641" y="1189"/>
                  </a:lnTo>
                  <a:lnTo>
                    <a:pt x="43521" y="1064"/>
                  </a:lnTo>
                  <a:lnTo>
                    <a:pt x="43341" y="931"/>
                  </a:lnTo>
                  <a:lnTo>
                    <a:pt x="43101" y="806"/>
                  </a:lnTo>
                  <a:lnTo>
                    <a:pt x="42800" y="687"/>
                  </a:lnTo>
                  <a:lnTo>
                    <a:pt x="42440" y="568"/>
                  </a:lnTo>
                  <a:lnTo>
                    <a:pt x="42049" y="462"/>
                  </a:lnTo>
                  <a:lnTo>
                    <a:pt x="41809" y="416"/>
                  </a:lnTo>
                  <a:lnTo>
                    <a:pt x="41569" y="370"/>
                  </a:lnTo>
                  <a:lnTo>
                    <a:pt x="41298" y="324"/>
                  </a:lnTo>
                  <a:lnTo>
                    <a:pt x="40998" y="284"/>
                  </a:lnTo>
                  <a:lnTo>
                    <a:pt x="40668" y="238"/>
                  </a:lnTo>
                  <a:lnTo>
                    <a:pt x="40337" y="205"/>
                  </a:lnTo>
                  <a:lnTo>
                    <a:pt x="39977" y="165"/>
                  </a:lnTo>
                  <a:lnTo>
                    <a:pt x="39586" y="132"/>
                  </a:lnTo>
                  <a:lnTo>
                    <a:pt x="39196" y="106"/>
                  </a:lnTo>
                  <a:lnTo>
                    <a:pt x="38776" y="79"/>
                  </a:lnTo>
                  <a:lnTo>
                    <a:pt x="38355" y="53"/>
                  </a:lnTo>
                  <a:lnTo>
                    <a:pt x="37905" y="33"/>
                  </a:lnTo>
                  <a:lnTo>
                    <a:pt x="37484" y="20"/>
                  </a:lnTo>
                  <a:lnTo>
                    <a:pt x="37034" y="7"/>
                  </a:lnTo>
                  <a:lnTo>
                    <a:pt x="36583" y="0"/>
                  </a:lnTo>
                  <a:lnTo>
                    <a:pt x="35682" y="0"/>
                  </a:lnTo>
                  <a:lnTo>
                    <a:pt x="35261" y="7"/>
                  </a:lnTo>
                  <a:lnTo>
                    <a:pt x="7840" y="7"/>
                  </a:lnTo>
                  <a:lnTo>
                    <a:pt x="7389" y="0"/>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78"/>
            <p:cNvSpPr/>
            <p:nvPr/>
          </p:nvSpPr>
          <p:spPr>
            <a:xfrm rot="10800000">
              <a:off x="5771460" y="527900"/>
              <a:ext cx="585134" cy="191859"/>
            </a:xfrm>
            <a:custGeom>
              <a:avLst/>
              <a:gdLst/>
              <a:ahLst/>
              <a:cxnLst/>
              <a:rect l="l" t="t" r="r" b="b"/>
              <a:pathLst>
                <a:path w="43732" h="3191" fill="none" extrusionOk="0">
                  <a:moveTo>
                    <a:pt x="8050" y="3190"/>
                  </a:moveTo>
                  <a:lnTo>
                    <a:pt x="18202" y="3190"/>
                  </a:lnTo>
                  <a:lnTo>
                    <a:pt x="18202" y="3190"/>
                  </a:lnTo>
                  <a:lnTo>
                    <a:pt x="18202" y="3190"/>
                  </a:lnTo>
                  <a:lnTo>
                    <a:pt x="18202" y="3190"/>
                  </a:lnTo>
                  <a:lnTo>
                    <a:pt x="18622" y="3184"/>
                  </a:lnTo>
                  <a:lnTo>
                    <a:pt x="19073" y="3184"/>
                  </a:lnTo>
                  <a:lnTo>
                    <a:pt x="19073" y="3184"/>
                  </a:lnTo>
                  <a:lnTo>
                    <a:pt x="19073" y="3184"/>
                  </a:lnTo>
                  <a:lnTo>
                    <a:pt x="19073" y="3184"/>
                  </a:lnTo>
                  <a:lnTo>
                    <a:pt x="19073" y="3184"/>
                  </a:lnTo>
                  <a:lnTo>
                    <a:pt x="19073" y="3184"/>
                  </a:lnTo>
                  <a:lnTo>
                    <a:pt x="19103" y="3184"/>
                  </a:lnTo>
                  <a:lnTo>
                    <a:pt x="19103" y="3184"/>
                  </a:lnTo>
                  <a:lnTo>
                    <a:pt x="19523" y="3184"/>
                  </a:lnTo>
                  <a:lnTo>
                    <a:pt x="19974" y="3190"/>
                  </a:lnTo>
                  <a:lnTo>
                    <a:pt x="26792" y="3190"/>
                  </a:lnTo>
                  <a:lnTo>
                    <a:pt x="26792" y="3190"/>
                  </a:lnTo>
                  <a:lnTo>
                    <a:pt x="26732" y="3072"/>
                  </a:lnTo>
                  <a:lnTo>
                    <a:pt x="26732" y="2953"/>
                  </a:lnTo>
                  <a:lnTo>
                    <a:pt x="26732" y="2953"/>
                  </a:lnTo>
                  <a:lnTo>
                    <a:pt x="26732" y="2814"/>
                  </a:lnTo>
                  <a:lnTo>
                    <a:pt x="26822" y="2682"/>
                  </a:lnTo>
                  <a:lnTo>
                    <a:pt x="26942" y="2543"/>
                  </a:lnTo>
                  <a:lnTo>
                    <a:pt x="27122" y="2418"/>
                  </a:lnTo>
                  <a:lnTo>
                    <a:pt x="27362" y="2286"/>
                  </a:lnTo>
                  <a:lnTo>
                    <a:pt x="27663" y="2167"/>
                  </a:lnTo>
                  <a:lnTo>
                    <a:pt x="28023" y="2048"/>
                  </a:lnTo>
                  <a:lnTo>
                    <a:pt x="28444" y="1935"/>
                  </a:lnTo>
                  <a:lnTo>
                    <a:pt x="28444" y="1935"/>
                  </a:lnTo>
                  <a:lnTo>
                    <a:pt x="28684" y="1889"/>
                  </a:lnTo>
                  <a:lnTo>
                    <a:pt x="28924" y="1836"/>
                  </a:lnTo>
                  <a:lnTo>
                    <a:pt x="29225" y="1797"/>
                  </a:lnTo>
                  <a:lnTo>
                    <a:pt x="29525" y="1751"/>
                  </a:lnTo>
                  <a:lnTo>
                    <a:pt x="29885" y="1711"/>
                  </a:lnTo>
                  <a:lnTo>
                    <a:pt x="30246" y="1678"/>
                  </a:lnTo>
                  <a:lnTo>
                    <a:pt x="30606" y="1645"/>
                  </a:lnTo>
                  <a:lnTo>
                    <a:pt x="31027" y="1612"/>
                  </a:lnTo>
                  <a:lnTo>
                    <a:pt x="31447" y="1585"/>
                  </a:lnTo>
                  <a:lnTo>
                    <a:pt x="31898" y="1566"/>
                  </a:lnTo>
                  <a:lnTo>
                    <a:pt x="32348" y="1546"/>
                  </a:lnTo>
                  <a:lnTo>
                    <a:pt x="32829" y="1526"/>
                  </a:lnTo>
                  <a:lnTo>
                    <a:pt x="33850" y="1506"/>
                  </a:lnTo>
                  <a:lnTo>
                    <a:pt x="34901" y="1500"/>
                  </a:lnTo>
                  <a:lnTo>
                    <a:pt x="34901" y="1500"/>
                  </a:lnTo>
                  <a:lnTo>
                    <a:pt x="35292" y="1500"/>
                  </a:lnTo>
                  <a:lnTo>
                    <a:pt x="43731" y="1500"/>
                  </a:lnTo>
                  <a:lnTo>
                    <a:pt x="43731" y="1500"/>
                  </a:lnTo>
                  <a:lnTo>
                    <a:pt x="43731" y="1460"/>
                  </a:lnTo>
                  <a:lnTo>
                    <a:pt x="43731" y="1460"/>
                  </a:lnTo>
                  <a:lnTo>
                    <a:pt x="43701" y="1328"/>
                  </a:lnTo>
                  <a:lnTo>
                    <a:pt x="43641" y="1189"/>
                  </a:lnTo>
                  <a:lnTo>
                    <a:pt x="43521" y="1064"/>
                  </a:lnTo>
                  <a:lnTo>
                    <a:pt x="43341" y="931"/>
                  </a:lnTo>
                  <a:lnTo>
                    <a:pt x="43101" y="806"/>
                  </a:lnTo>
                  <a:lnTo>
                    <a:pt x="42800" y="687"/>
                  </a:lnTo>
                  <a:lnTo>
                    <a:pt x="42440" y="568"/>
                  </a:lnTo>
                  <a:lnTo>
                    <a:pt x="42049" y="462"/>
                  </a:lnTo>
                  <a:lnTo>
                    <a:pt x="42049" y="462"/>
                  </a:lnTo>
                  <a:lnTo>
                    <a:pt x="41809" y="416"/>
                  </a:lnTo>
                  <a:lnTo>
                    <a:pt x="41569" y="370"/>
                  </a:lnTo>
                  <a:lnTo>
                    <a:pt x="41298" y="324"/>
                  </a:lnTo>
                  <a:lnTo>
                    <a:pt x="40998" y="284"/>
                  </a:lnTo>
                  <a:lnTo>
                    <a:pt x="40668" y="238"/>
                  </a:lnTo>
                  <a:lnTo>
                    <a:pt x="40337" y="205"/>
                  </a:lnTo>
                  <a:lnTo>
                    <a:pt x="39977" y="165"/>
                  </a:lnTo>
                  <a:lnTo>
                    <a:pt x="39586" y="132"/>
                  </a:lnTo>
                  <a:lnTo>
                    <a:pt x="39196" y="106"/>
                  </a:lnTo>
                  <a:lnTo>
                    <a:pt x="38776" y="79"/>
                  </a:lnTo>
                  <a:lnTo>
                    <a:pt x="38355" y="53"/>
                  </a:lnTo>
                  <a:lnTo>
                    <a:pt x="37905" y="33"/>
                  </a:lnTo>
                  <a:lnTo>
                    <a:pt x="37484" y="20"/>
                  </a:lnTo>
                  <a:lnTo>
                    <a:pt x="37034" y="7"/>
                  </a:lnTo>
                  <a:lnTo>
                    <a:pt x="36583" y="0"/>
                  </a:lnTo>
                  <a:lnTo>
                    <a:pt x="36133" y="0"/>
                  </a:lnTo>
                  <a:lnTo>
                    <a:pt x="36133" y="0"/>
                  </a:lnTo>
                  <a:lnTo>
                    <a:pt x="35682" y="0"/>
                  </a:lnTo>
                  <a:lnTo>
                    <a:pt x="35261" y="7"/>
                  </a:lnTo>
                  <a:lnTo>
                    <a:pt x="7840" y="7"/>
                  </a:lnTo>
                  <a:lnTo>
                    <a:pt x="7840" y="7"/>
                  </a:lnTo>
                  <a:lnTo>
                    <a:pt x="7389" y="0"/>
                  </a:lnTo>
                  <a:lnTo>
                    <a:pt x="6939" y="0"/>
                  </a:lnTo>
                  <a:lnTo>
                    <a:pt x="6939" y="0"/>
                  </a:lnTo>
                  <a:lnTo>
                    <a:pt x="6518" y="0"/>
                  </a:lnTo>
                  <a:lnTo>
                    <a:pt x="6098" y="7"/>
                  </a:lnTo>
                  <a:lnTo>
                    <a:pt x="5707" y="20"/>
                  </a:lnTo>
                  <a:lnTo>
                    <a:pt x="5287" y="33"/>
                  </a:lnTo>
                  <a:lnTo>
                    <a:pt x="4896" y="53"/>
                  </a:lnTo>
                  <a:lnTo>
                    <a:pt x="4506" y="79"/>
                  </a:lnTo>
                  <a:lnTo>
                    <a:pt x="4116" y="112"/>
                  </a:lnTo>
                  <a:lnTo>
                    <a:pt x="3755" y="145"/>
                  </a:lnTo>
                  <a:lnTo>
                    <a:pt x="3395" y="185"/>
                  </a:lnTo>
                  <a:lnTo>
                    <a:pt x="3064" y="231"/>
                  </a:lnTo>
                  <a:lnTo>
                    <a:pt x="2764" y="284"/>
                  </a:lnTo>
                  <a:lnTo>
                    <a:pt x="2464" y="337"/>
                  </a:lnTo>
                  <a:lnTo>
                    <a:pt x="2163" y="396"/>
                  </a:lnTo>
                  <a:lnTo>
                    <a:pt x="1893" y="462"/>
                  </a:lnTo>
                  <a:lnTo>
                    <a:pt x="1683" y="535"/>
                  </a:lnTo>
                  <a:lnTo>
                    <a:pt x="1472" y="614"/>
                  </a:lnTo>
                  <a:lnTo>
                    <a:pt x="1472" y="614"/>
                  </a:lnTo>
                  <a:lnTo>
                    <a:pt x="1112" y="760"/>
                  </a:lnTo>
                  <a:lnTo>
                    <a:pt x="812" y="905"/>
                  </a:lnTo>
                  <a:lnTo>
                    <a:pt x="571" y="1044"/>
                  </a:lnTo>
                  <a:lnTo>
                    <a:pt x="361" y="1182"/>
                  </a:lnTo>
                  <a:lnTo>
                    <a:pt x="211" y="1321"/>
                  </a:lnTo>
                  <a:lnTo>
                    <a:pt x="91" y="1453"/>
                  </a:lnTo>
                  <a:lnTo>
                    <a:pt x="31" y="1585"/>
                  </a:lnTo>
                  <a:lnTo>
                    <a:pt x="1" y="1711"/>
                  </a:lnTo>
                  <a:lnTo>
                    <a:pt x="1" y="1711"/>
                  </a:lnTo>
                  <a:lnTo>
                    <a:pt x="31" y="1797"/>
                  </a:lnTo>
                  <a:lnTo>
                    <a:pt x="61" y="1876"/>
                  </a:lnTo>
                  <a:lnTo>
                    <a:pt x="91" y="1955"/>
                  </a:lnTo>
                  <a:lnTo>
                    <a:pt x="151" y="2035"/>
                  </a:lnTo>
                  <a:lnTo>
                    <a:pt x="241" y="2114"/>
                  </a:lnTo>
                  <a:lnTo>
                    <a:pt x="361" y="2186"/>
                  </a:lnTo>
                  <a:lnTo>
                    <a:pt x="451" y="2266"/>
                  </a:lnTo>
                  <a:lnTo>
                    <a:pt x="601" y="2338"/>
                  </a:lnTo>
                  <a:lnTo>
                    <a:pt x="752" y="2404"/>
                  </a:lnTo>
                  <a:lnTo>
                    <a:pt x="932" y="2477"/>
                  </a:lnTo>
                  <a:lnTo>
                    <a:pt x="1112" y="2543"/>
                  </a:lnTo>
                  <a:lnTo>
                    <a:pt x="1322" y="2603"/>
                  </a:lnTo>
                  <a:lnTo>
                    <a:pt x="1533" y="2669"/>
                  </a:lnTo>
                  <a:lnTo>
                    <a:pt x="1773" y="2728"/>
                  </a:lnTo>
                  <a:lnTo>
                    <a:pt x="2283" y="2840"/>
                  </a:lnTo>
                  <a:lnTo>
                    <a:pt x="2283" y="2840"/>
                  </a:lnTo>
                  <a:lnTo>
                    <a:pt x="2494" y="2880"/>
                  </a:lnTo>
                  <a:lnTo>
                    <a:pt x="2734" y="2913"/>
                  </a:lnTo>
                  <a:lnTo>
                    <a:pt x="3004" y="2953"/>
                  </a:lnTo>
                  <a:lnTo>
                    <a:pt x="3305" y="2986"/>
                  </a:lnTo>
                  <a:lnTo>
                    <a:pt x="3965" y="3045"/>
                  </a:lnTo>
                  <a:lnTo>
                    <a:pt x="4686" y="3098"/>
                  </a:lnTo>
                  <a:lnTo>
                    <a:pt x="5467" y="3138"/>
                  </a:lnTo>
                  <a:lnTo>
                    <a:pt x="6308" y="3164"/>
                  </a:lnTo>
                  <a:lnTo>
                    <a:pt x="7179" y="3184"/>
                  </a:lnTo>
                  <a:lnTo>
                    <a:pt x="8050" y="319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78"/>
            <p:cNvSpPr/>
            <p:nvPr/>
          </p:nvSpPr>
          <p:spPr>
            <a:xfrm rot="10800000">
              <a:off x="6089348" y="527901"/>
              <a:ext cx="23723" cy="481"/>
            </a:xfrm>
            <a:custGeom>
              <a:avLst/>
              <a:gdLst/>
              <a:ahLst/>
              <a:cxnLst/>
              <a:rect l="l" t="t" r="r" b="b"/>
              <a:pathLst>
                <a:path w="1773" h="8" extrusionOk="0">
                  <a:moveTo>
                    <a:pt x="451" y="1"/>
                  </a:moveTo>
                  <a:lnTo>
                    <a:pt x="1" y="7"/>
                  </a:lnTo>
                  <a:lnTo>
                    <a:pt x="1773" y="7"/>
                  </a:lnTo>
                  <a:lnTo>
                    <a:pt x="13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78"/>
            <p:cNvSpPr/>
            <p:nvPr/>
          </p:nvSpPr>
          <p:spPr>
            <a:xfrm rot="10800000">
              <a:off x="6089348" y="527901"/>
              <a:ext cx="23723" cy="481"/>
            </a:xfrm>
            <a:custGeom>
              <a:avLst/>
              <a:gdLst/>
              <a:ahLst/>
              <a:cxnLst/>
              <a:rect l="l" t="t" r="r" b="b"/>
              <a:pathLst>
                <a:path w="1773" h="8" fill="none" extrusionOk="0">
                  <a:moveTo>
                    <a:pt x="1" y="7"/>
                  </a:moveTo>
                  <a:lnTo>
                    <a:pt x="1773" y="7"/>
                  </a:lnTo>
                  <a:lnTo>
                    <a:pt x="1773" y="7"/>
                  </a:lnTo>
                  <a:lnTo>
                    <a:pt x="1322" y="1"/>
                  </a:lnTo>
                  <a:lnTo>
                    <a:pt x="87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78"/>
            <p:cNvSpPr/>
            <p:nvPr/>
          </p:nvSpPr>
          <p:spPr>
            <a:xfrm rot="10800000">
              <a:off x="6089348" y="527901"/>
              <a:ext cx="23723" cy="481"/>
            </a:xfrm>
            <a:custGeom>
              <a:avLst/>
              <a:gdLst/>
              <a:ahLst/>
              <a:cxnLst/>
              <a:rect l="l" t="t" r="r" b="b"/>
              <a:pathLst>
                <a:path w="1773" h="8" extrusionOk="0">
                  <a:moveTo>
                    <a:pt x="451" y="1"/>
                  </a:moveTo>
                  <a:lnTo>
                    <a:pt x="1" y="7"/>
                  </a:lnTo>
                  <a:lnTo>
                    <a:pt x="1773" y="7"/>
                  </a:lnTo>
                  <a:lnTo>
                    <a:pt x="1322" y="1"/>
                  </a:lnTo>
                  <a:close/>
                </a:path>
              </a:pathLst>
            </a:custGeom>
            <a:solidFill>
              <a:srgbClr val="FF3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78"/>
            <p:cNvSpPr/>
            <p:nvPr/>
          </p:nvSpPr>
          <p:spPr>
            <a:xfrm rot="10800000">
              <a:off x="6089348" y="527901"/>
              <a:ext cx="23723" cy="481"/>
            </a:xfrm>
            <a:custGeom>
              <a:avLst/>
              <a:gdLst/>
              <a:ahLst/>
              <a:cxnLst/>
              <a:rect l="l" t="t" r="r" b="b"/>
              <a:pathLst>
                <a:path w="1773" h="8" fill="none" extrusionOk="0">
                  <a:moveTo>
                    <a:pt x="1" y="7"/>
                  </a:moveTo>
                  <a:lnTo>
                    <a:pt x="1773" y="7"/>
                  </a:lnTo>
                  <a:lnTo>
                    <a:pt x="1773" y="7"/>
                  </a:lnTo>
                  <a:lnTo>
                    <a:pt x="1322" y="1"/>
                  </a:lnTo>
                  <a:lnTo>
                    <a:pt x="872" y="1"/>
                  </a:lnTo>
                  <a:lnTo>
                    <a:pt x="87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78"/>
            <p:cNvSpPr/>
            <p:nvPr/>
          </p:nvSpPr>
          <p:spPr>
            <a:xfrm rot="10800000">
              <a:off x="5559297" y="439757"/>
              <a:ext cx="104498" cy="184343"/>
            </a:xfrm>
            <a:custGeom>
              <a:avLst/>
              <a:gdLst/>
              <a:ahLst/>
              <a:cxnLst/>
              <a:rect l="l" t="t" r="r" b="b"/>
              <a:pathLst>
                <a:path w="7810" h="3066" extrusionOk="0">
                  <a:moveTo>
                    <a:pt x="571" y="1"/>
                  </a:moveTo>
                  <a:lnTo>
                    <a:pt x="1" y="8"/>
                  </a:lnTo>
                  <a:lnTo>
                    <a:pt x="391" y="47"/>
                  </a:lnTo>
                  <a:lnTo>
                    <a:pt x="781" y="87"/>
                  </a:lnTo>
                  <a:lnTo>
                    <a:pt x="1142" y="140"/>
                  </a:lnTo>
                  <a:lnTo>
                    <a:pt x="1472" y="193"/>
                  </a:lnTo>
                  <a:lnTo>
                    <a:pt x="1803" y="259"/>
                  </a:lnTo>
                  <a:lnTo>
                    <a:pt x="2103" y="331"/>
                  </a:lnTo>
                  <a:lnTo>
                    <a:pt x="2373" y="411"/>
                  </a:lnTo>
                  <a:lnTo>
                    <a:pt x="2614" y="496"/>
                  </a:lnTo>
                  <a:lnTo>
                    <a:pt x="2914" y="628"/>
                  </a:lnTo>
                  <a:lnTo>
                    <a:pt x="3184" y="761"/>
                  </a:lnTo>
                  <a:lnTo>
                    <a:pt x="3425" y="886"/>
                  </a:lnTo>
                  <a:lnTo>
                    <a:pt x="3635" y="1012"/>
                  </a:lnTo>
                  <a:lnTo>
                    <a:pt x="3785" y="1137"/>
                  </a:lnTo>
                  <a:lnTo>
                    <a:pt x="3905" y="1256"/>
                  </a:lnTo>
                  <a:lnTo>
                    <a:pt x="3995" y="1375"/>
                  </a:lnTo>
                  <a:lnTo>
                    <a:pt x="4055" y="1494"/>
                  </a:lnTo>
                  <a:lnTo>
                    <a:pt x="4085" y="1606"/>
                  </a:lnTo>
                  <a:lnTo>
                    <a:pt x="4055" y="1718"/>
                  </a:lnTo>
                  <a:lnTo>
                    <a:pt x="4025" y="1831"/>
                  </a:lnTo>
                  <a:lnTo>
                    <a:pt x="3935" y="1936"/>
                  </a:lnTo>
                  <a:lnTo>
                    <a:pt x="3815" y="2042"/>
                  </a:lnTo>
                  <a:lnTo>
                    <a:pt x="3665" y="2141"/>
                  </a:lnTo>
                  <a:lnTo>
                    <a:pt x="3515" y="2240"/>
                  </a:lnTo>
                  <a:lnTo>
                    <a:pt x="3304" y="2333"/>
                  </a:lnTo>
                  <a:lnTo>
                    <a:pt x="3485" y="2419"/>
                  </a:lnTo>
                  <a:lnTo>
                    <a:pt x="3665" y="2504"/>
                  </a:lnTo>
                  <a:lnTo>
                    <a:pt x="3785" y="2597"/>
                  </a:lnTo>
                  <a:lnTo>
                    <a:pt x="3905" y="2689"/>
                  </a:lnTo>
                  <a:lnTo>
                    <a:pt x="3995" y="2782"/>
                  </a:lnTo>
                  <a:lnTo>
                    <a:pt x="4055" y="2874"/>
                  </a:lnTo>
                  <a:lnTo>
                    <a:pt x="4085" y="2967"/>
                  </a:lnTo>
                  <a:lnTo>
                    <a:pt x="4085" y="3066"/>
                  </a:lnTo>
                  <a:lnTo>
                    <a:pt x="4446" y="3033"/>
                  </a:lnTo>
                  <a:lnTo>
                    <a:pt x="4776" y="3000"/>
                  </a:lnTo>
                  <a:lnTo>
                    <a:pt x="5137" y="2954"/>
                  </a:lnTo>
                  <a:lnTo>
                    <a:pt x="5437" y="2907"/>
                  </a:lnTo>
                  <a:lnTo>
                    <a:pt x="5767" y="2854"/>
                  </a:lnTo>
                  <a:lnTo>
                    <a:pt x="6068" y="2795"/>
                  </a:lnTo>
                  <a:lnTo>
                    <a:pt x="6338" y="2722"/>
                  </a:lnTo>
                  <a:lnTo>
                    <a:pt x="6608" y="2643"/>
                  </a:lnTo>
                  <a:lnTo>
                    <a:pt x="6848" y="2557"/>
                  </a:lnTo>
                  <a:lnTo>
                    <a:pt x="7089" y="2465"/>
                  </a:lnTo>
                  <a:lnTo>
                    <a:pt x="7269" y="2359"/>
                  </a:lnTo>
                  <a:lnTo>
                    <a:pt x="7449" y="2247"/>
                  </a:lnTo>
                  <a:lnTo>
                    <a:pt x="7599" y="2121"/>
                  </a:lnTo>
                  <a:lnTo>
                    <a:pt x="7689" y="1989"/>
                  </a:lnTo>
                  <a:lnTo>
                    <a:pt x="7780" y="1837"/>
                  </a:lnTo>
                  <a:lnTo>
                    <a:pt x="7810" y="1679"/>
                  </a:lnTo>
                  <a:lnTo>
                    <a:pt x="7810" y="1566"/>
                  </a:lnTo>
                  <a:lnTo>
                    <a:pt x="7810" y="1454"/>
                  </a:lnTo>
                  <a:lnTo>
                    <a:pt x="7750" y="1348"/>
                  </a:lnTo>
                  <a:lnTo>
                    <a:pt x="7689" y="1249"/>
                  </a:lnTo>
                  <a:lnTo>
                    <a:pt x="7599" y="1157"/>
                  </a:lnTo>
                  <a:lnTo>
                    <a:pt x="7479" y="1064"/>
                  </a:lnTo>
                  <a:lnTo>
                    <a:pt x="7329" y="972"/>
                  </a:lnTo>
                  <a:lnTo>
                    <a:pt x="7179" y="893"/>
                  </a:lnTo>
                  <a:lnTo>
                    <a:pt x="7029" y="813"/>
                  </a:lnTo>
                  <a:lnTo>
                    <a:pt x="6818" y="741"/>
                  </a:lnTo>
                  <a:lnTo>
                    <a:pt x="6638" y="668"/>
                  </a:lnTo>
                  <a:lnTo>
                    <a:pt x="6398" y="602"/>
                  </a:lnTo>
                  <a:lnTo>
                    <a:pt x="6188" y="543"/>
                  </a:lnTo>
                  <a:lnTo>
                    <a:pt x="5947" y="483"/>
                  </a:lnTo>
                  <a:lnTo>
                    <a:pt x="5677" y="424"/>
                  </a:lnTo>
                  <a:lnTo>
                    <a:pt x="5437" y="377"/>
                  </a:lnTo>
                  <a:lnTo>
                    <a:pt x="4896" y="285"/>
                  </a:lnTo>
                  <a:lnTo>
                    <a:pt x="4326" y="206"/>
                  </a:lnTo>
                  <a:lnTo>
                    <a:pt x="3755" y="140"/>
                  </a:lnTo>
                  <a:lnTo>
                    <a:pt x="3184" y="93"/>
                  </a:lnTo>
                  <a:lnTo>
                    <a:pt x="2614" y="54"/>
                  </a:lnTo>
                  <a:lnTo>
                    <a:pt x="2073" y="21"/>
                  </a:lnTo>
                  <a:lnTo>
                    <a:pt x="1562" y="8"/>
                  </a:lnTo>
                  <a:lnTo>
                    <a:pt x="10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78"/>
            <p:cNvSpPr/>
            <p:nvPr/>
          </p:nvSpPr>
          <p:spPr>
            <a:xfrm rot="10800000">
              <a:off x="5559297" y="439757"/>
              <a:ext cx="104498" cy="184343"/>
            </a:xfrm>
            <a:custGeom>
              <a:avLst/>
              <a:gdLst/>
              <a:ahLst/>
              <a:cxnLst/>
              <a:rect l="l" t="t" r="r" b="b"/>
              <a:pathLst>
                <a:path w="7810" h="3066" fill="none" extrusionOk="0">
                  <a:moveTo>
                    <a:pt x="2614" y="496"/>
                  </a:moveTo>
                  <a:lnTo>
                    <a:pt x="2614" y="496"/>
                  </a:lnTo>
                  <a:lnTo>
                    <a:pt x="2914" y="628"/>
                  </a:lnTo>
                  <a:lnTo>
                    <a:pt x="3184" y="761"/>
                  </a:lnTo>
                  <a:lnTo>
                    <a:pt x="3425" y="886"/>
                  </a:lnTo>
                  <a:lnTo>
                    <a:pt x="3635" y="1012"/>
                  </a:lnTo>
                  <a:lnTo>
                    <a:pt x="3785" y="1137"/>
                  </a:lnTo>
                  <a:lnTo>
                    <a:pt x="3905" y="1256"/>
                  </a:lnTo>
                  <a:lnTo>
                    <a:pt x="3995" y="1375"/>
                  </a:lnTo>
                  <a:lnTo>
                    <a:pt x="4055" y="1494"/>
                  </a:lnTo>
                  <a:lnTo>
                    <a:pt x="4085" y="1606"/>
                  </a:lnTo>
                  <a:lnTo>
                    <a:pt x="4055" y="1718"/>
                  </a:lnTo>
                  <a:lnTo>
                    <a:pt x="4025" y="1831"/>
                  </a:lnTo>
                  <a:lnTo>
                    <a:pt x="3935" y="1936"/>
                  </a:lnTo>
                  <a:lnTo>
                    <a:pt x="3815" y="2042"/>
                  </a:lnTo>
                  <a:lnTo>
                    <a:pt x="3665" y="2141"/>
                  </a:lnTo>
                  <a:lnTo>
                    <a:pt x="3515" y="2240"/>
                  </a:lnTo>
                  <a:lnTo>
                    <a:pt x="3304" y="2333"/>
                  </a:lnTo>
                  <a:lnTo>
                    <a:pt x="3304" y="2333"/>
                  </a:lnTo>
                  <a:lnTo>
                    <a:pt x="3485" y="2419"/>
                  </a:lnTo>
                  <a:lnTo>
                    <a:pt x="3665" y="2504"/>
                  </a:lnTo>
                  <a:lnTo>
                    <a:pt x="3785" y="2597"/>
                  </a:lnTo>
                  <a:lnTo>
                    <a:pt x="3905" y="2689"/>
                  </a:lnTo>
                  <a:lnTo>
                    <a:pt x="3995" y="2782"/>
                  </a:lnTo>
                  <a:lnTo>
                    <a:pt x="4055" y="2874"/>
                  </a:lnTo>
                  <a:lnTo>
                    <a:pt x="4085" y="2967"/>
                  </a:lnTo>
                  <a:lnTo>
                    <a:pt x="4085" y="3066"/>
                  </a:lnTo>
                  <a:lnTo>
                    <a:pt x="4085" y="3066"/>
                  </a:lnTo>
                  <a:lnTo>
                    <a:pt x="4446" y="3033"/>
                  </a:lnTo>
                  <a:lnTo>
                    <a:pt x="4776" y="3000"/>
                  </a:lnTo>
                  <a:lnTo>
                    <a:pt x="5137" y="2954"/>
                  </a:lnTo>
                  <a:lnTo>
                    <a:pt x="5437" y="2907"/>
                  </a:lnTo>
                  <a:lnTo>
                    <a:pt x="5767" y="2854"/>
                  </a:lnTo>
                  <a:lnTo>
                    <a:pt x="6068" y="2795"/>
                  </a:lnTo>
                  <a:lnTo>
                    <a:pt x="6338" y="2722"/>
                  </a:lnTo>
                  <a:lnTo>
                    <a:pt x="6608" y="2643"/>
                  </a:lnTo>
                  <a:lnTo>
                    <a:pt x="6848" y="2557"/>
                  </a:lnTo>
                  <a:lnTo>
                    <a:pt x="7089" y="2465"/>
                  </a:lnTo>
                  <a:lnTo>
                    <a:pt x="7269" y="2359"/>
                  </a:lnTo>
                  <a:lnTo>
                    <a:pt x="7449" y="2247"/>
                  </a:lnTo>
                  <a:lnTo>
                    <a:pt x="7599" y="2121"/>
                  </a:lnTo>
                  <a:lnTo>
                    <a:pt x="7689" y="1989"/>
                  </a:lnTo>
                  <a:lnTo>
                    <a:pt x="7780" y="1837"/>
                  </a:lnTo>
                  <a:lnTo>
                    <a:pt x="7810" y="1679"/>
                  </a:lnTo>
                  <a:lnTo>
                    <a:pt x="7810" y="1679"/>
                  </a:lnTo>
                  <a:lnTo>
                    <a:pt x="7810" y="1566"/>
                  </a:lnTo>
                  <a:lnTo>
                    <a:pt x="7810" y="1454"/>
                  </a:lnTo>
                  <a:lnTo>
                    <a:pt x="7750" y="1348"/>
                  </a:lnTo>
                  <a:lnTo>
                    <a:pt x="7689" y="1249"/>
                  </a:lnTo>
                  <a:lnTo>
                    <a:pt x="7599" y="1157"/>
                  </a:lnTo>
                  <a:lnTo>
                    <a:pt x="7479" y="1064"/>
                  </a:lnTo>
                  <a:lnTo>
                    <a:pt x="7329" y="972"/>
                  </a:lnTo>
                  <a:lnTo>
                    <a:pt x="7179" y="893"/>
                  </a:lnTo>
                  <a:lnTo>
                    <a:pt x="7029" y="813"/>
                  </a:lnTo>
                  <a:lnTo>
                    <a:pt x="6818" y="741"/>
                  </a:lnTo>
                  <a:lnTo>
                    <a:pt x="6638" y="668"/>
                  </a:lnTo>
                  <a:lnTo>
                    <a:pt x="6398" y="602"/>
                  </a:lnTo>
                  <a:lnTo>
                    <a:pt x="6188" y="543"/>
                  </a:lnTo>
                  <a:lnTo>
                    <a:pt x="5947" y="483"/>
                  </a:lnTo>
                  <a:lnTo>
                    <a:pt x="5677" y="424"/>
                  </a:lnTo>
                  <a:lnTo>
                    <a:pt x="5437" y="377"/>
                  </a:lnTo>
                  <a:lnTo>
                    <a:pt x="4896" y="285"/>
                  </a:lnTo>
                  <a:lnTo>
                    <a:pt x="4326" y="206"/>
                  </a:lnTo>
                  <a:lnTo>
                    <a:pt x="3755" y="140"/>
                  </a:lnTo>
                  <a:lnTo>
                    <a:pt x="3184" y="93"/>
                  </a:lnTo>
                  <a:lnTo>
                    <a:pt x="2614" y="54"/>
                  </a:lnTo>
                  <a:lnTo>
                    <a:pt x="2073" y="21"/>
                  </a:lnTo>
                  <a:lnTo>
                    <a:pt x="1562" y="8"/>
                  </a:lnTo>
                  <a:lnTo>
                    <a:pt x="1082" y="1"/>
                  </a:lnTo>
                  <a:lnTo>
                    <a:pt x="1082" y="1"/>
                  </a:lnTo>
                  <a:lnTo>
                    <a:pt x="571" y="1"/>
                  </a:lnTo>
                  <a:lnTo>
                    <a:pt x="1" y="8"/>
                  </a:lnTo>
                  <a:lnTo>
                    <a:pt x="1" y="8"/>
                  </a:lnTo>
                  <a:lnTo>
                    <a:pt x="391" y="47"/>
                  </a:lnTo>
                  <a:lnTo>
                    <a:pt x="781" y="87"/>
                  </a:lnTo>
                  <a:lnTo>
                    <a:pt x="1142" y="140"/>
                  </a:lnTo>
                  <a:lnTo>
                    <a:pt x="147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78"/>
            <p:cNvSpPr/>
            <p:nvPr/>
          </p:nvSpPr>
          <p:spPr>
            <a:xfrm rot="10800000">
              <a:off x="5559297" y="439757"/>
              <a:ext cx="104498" cy="184343"/>
            </a:xfrm>
            <a:custGeom>
              <a:avLst/>
              <a:gdLst/>
              <a:ahLst/>
              <a:cxnLst/>
              <a:rect l="l" t="t" r="r" b="b"/>
              <a:pathLst>
                <a:path w="7810" h="3066" extrusionOk="0">
                  <a:moveTo>
                    <a:pt x="511" y="1"/>
                  </a:moveTo>
                  <a:lnTo>
                    <a:pt x="1" y="8"/>
                  </a:lnTo>
                  <a:lnTo>
                    <a:pt x="391" y="47"/>
                  </a:lnTo>
                  <a:lnTo>
                    <a:pt x="781" y="87"/>
                  </a:lnTo>
                  <a:lnTo>
                    <a:pt x="1142" y="140"/>
                  </a:lnTo>
                  <a:lnTo>
                    <a:pt x="1472" y="193"/>
                  </a:lnTo>
                  <a:lnTo>
                    <a:pt x="1803" y="259"/>
                  </a:lnTo>
                  <a:lnTo>
                    <a:pt x="2103" y="331"/>
                  </a:lnTo>
                  <a:lnTo>
                    <a:pt x="2373" y="411"/>
                  </a:lnTo>
                  <a:lnTo>
                    <a:pt x="2614" y="496"/>
                  </a:lnTo>
                  <a:lnTo>
                    <a:pt x="2974" y="648"/>
                  </a:lnTo>
                  <a:lnTo>
                    <a:pt x="3274" y="794"/>
                  </a:lnTo>
                  <a:lnTo>
                    <a:pt x="3515" y="932"/>
                  </a:lnTo>
                  <a:lnTo>
                    <a:pt x="3725" y="1078"/>
                  </a:lnTo>
                  <a:lnTo>
                    <a:pt x="3875" y="1216"/>
                  </a:lnTo>
                  <a:lnTo>
                    <a:pt x="3995" y="1348"/>
                  </a:lnTo>
                  <a:lnTo>
                    <a:pt x="4055" y="1487"/>
                  </a:lnTo>
                  <a:lnTo>
                    <a:pt x="4085" y="1613"/>
                  </a:lnTo>
                  <a:lnTo>
                    <a:pt x="4055" y="1712"/>
                  </a:lnTo>
                  <a:lnTo>
                    <a:pt x="4025" y="1804"/>
                  </a:lnTo>
                  <a:lnTo>
                    <a:pt x="3965" y="1903"/>
                  </a:lnTo>
                  <a:lnTo>
                    <a:pt x="3875" y="1989"/>
                  </a:lnTo>
                  <a:lnTo>
                    <a:pt x="3755" y="2082"/>
                  </a:lnTo>
                  <a:lnTo>
                    <a:pt x="3635" y="2168"/>
                  </a:lnTo>
                  <a:lnTo>
                    <a:pt x="3485" y="2253"/>
                  </a:lnTo>
                  <a:lnTo>
                    <a:pt x="3304" y="2333"/>
                  </a:lnTo>
                  <a:lnTo>
                    <a:pt x="3485" y="2419"/>
                  </a:lnTo>
                  <a:lnTo>
                    <a:pt x="3665" y="2504"/>
                  </a:lnTo>
                  <a:lnTo>
                    <a:pt x="3785" y="2590"/>
                  </a:lnTo>
                  <a:lnTo>
                    <a:pt x="3905" y="2683"/>
                  </a:lnTo>
                  <a:lnTo>
                    <a:pt x="3995" y="2775"/>
                  </a:lnTo>
                  <a:lnTo>
                    <a:pt x="4055" y="2868"/>
                  </a:lnTo>
                  <a:lnTo>
                    <a:pt x="4085" y="2960"/>
                  </a:lnTo>
                  <a:lnTo>
                    <a:pt x="4085" y="3053"/>
                  </a:lnTo>
                  <a:lnTo>
                    <a:pt x="4085" y="3066"/>
                  </a:lnTo>
                  <a:lnTo>
                    <a:pt x="4446" y="3033"/>
                  </a:lnTo>
                  <a:lnTo>
                    <a:pt x="4776" y="3000"/>
                  </a:lnTo>
                  <a:lnTo>
                    <a:pt x="5137" y="2954"/>
                  </a:lnTo>
                  <a:lnTo>
                    <a:pt x="5437" y="2907"/>
                  </a:lnTo>
                  <a:lnTo>
                    <a:pt x="5767" y="2854"/>
                  </a:lnTo>
                  <a:lnTo>
                    <a:pt x="6068" y="2795"/>
                  </a:lnTo>
                  <a:lnTo>
                    <a:pt x="6338" y="2722"/>
                  </a:lnTo>
                  <a:lnTo>
                    <a:pt x="6608" y="2643"/>
                  </a:lnTo>
                  <a:lnTo>
                    <a:pt x="6848" y="2557"/>
                  </a:lnTo>
                  <a:lnTo>
                    <a:pt x="7089" y="2465"/>
                  </a:lnTo>
                  <a:lnTo>
                    <a:pt x="7269" y="2359"/>
                  </a:lnTo>
                  <a:lnTo>
                    <a:pt x="7449" y="2247"/>
                  </a:lnTo>
                  <a:lnTo>
                    <a:pt x="7599" y="2121"/>
                  </a:lnTo>
                  <a:lnTo>
                    <a:pt x="7689" y="1989"/>
                  </a:lnTo>
                  <a:lnTo>
                    <a:pt x="7780" y="1837"/>
                  </a:lnTo>
                  <a:lnTo>
                    <a:pt x="7810" y="1679"/>
                  </a:lnTo>
                  <a:lnTo>
                    <a:pt x="7810" y="1606"/>
                  </a:lnTo>
                  <a:lnTo>
                    <a:pt x="7810" y="1500"/>
                  </a:lnTo>
                  <a:lnTo>
                    <a:pt x="7780" y="1395"/>
                  </a:lnTo>
                  <a:lnTo>
                    <a:pt x="7719" y="1296"/>
                  </a:lnTo>
                  <a:lnTo>
                    <a:pt x="7629" y="1197"/>
                  </a:lnTo>
                  <a:lnTo>
                    <a:pt x="7539" y="1104"/>
                  </a:lnTo>
                  <a:lnTo>
                    <a:pt x="7419" y="1018"/>
                  </a:lnTo>
                  <a:lnTo>
                    <a:pt x="7269" y="932"/>
                  </a:lnTo>
                  <a:lnTo>
                    <a:pt x="7119" y="853"/>
                  </a:lnTo>
                  <a:lnTo>
                    <a:pt x="6939" y="780"/>
                  </a:lnTo>
                  <a:lnTo>
                    <a:pt x="6728" y="708"/>
                  </a:lnTo>
                  <a:lnTo>
                    <a:pt x="6548" y="642"/>
                  </a:lnTo>
                  <a:lnTo>
                    <a:pt x="6308" y="576"/>
                  </a:lnTo>
                  <a:lnTo>
                    <a:pt x="6098" y="516"/>
                  </a:lnTo>
                  <a:lnTo>
                    <a:pt x="5857" y="463"/>
                  </a:lnTo>
                  <a:lnTo>
                    <a:pt x="5347" y="358"/>
                  </a:lnTo>
                  <a:lnTo>
                    <a:pt x="4806" y="272"/>
                  </a:lnTo>
                  <a:lnTo>
                    <a:pt x="4266" y="199"/>
                  </a:lnTo>
                  <a:lnTo>
                    <a:pt x="3695" y="140"/>
                  </a:lnTo>
                  <a:lnTo>
                    <a:pt x="3154" y="87"/>
                  </a:lnTo>
                  <a:lnTo>
                    <a:pt x="2584" y="47"/>
                  </a:lnTo>
                  <a:lnTo>
                    <a:pt x="2073" y="21"/>
                  </a:lnTo>
                  <a:lnTo>
                    <a:pt x="1562" y="8"/>
                  </a:lnTo>
                  <a:lnTo>
                    <a:pt x="1082" y="1"/>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78"/>
            <p:cNvSpPr/>
            <p:nvPr/>
          </p:nvSpPr>
          <p:spPr>
            <a:xfrm rot="10800000">
              <a:off x="5559297" y="439757"/>
              <a:ext cx="104498" cy="184343"/>
            </a:xfrm>
            <a:custGeom>
              <a:avLst/>
              <a:gdLst/>
              <a:ahLst/>
              <a:cxnLst/>
              <a:rect l="l" t="t" r="r" b="b"/>
              <a:pathLst>
                <a:path w="7810" h="3066" fill="none" extrusionOk="0">
                  <a:moveTo>
                    <a:pt x="4085" y="3066"/>
                  </a:moveTo>
                  <a:lnTo>
                    <a:pt x="4085" y="3066"/>
                  </a:lnTo>
                  <a:lnTo>
                    <a:pt x="4446" y="3033"/>
                  </a:lnTo>
                  <a:lnTo>
                    <a:pt x="4776" y="3000"/>
                  </a:lnTo>
                  <a:lnTo>
                    <a:pt x="5137" y="2954"/>
                  </a:lnTo>
                  <a:lnTo>
                    <a:pt x="5437" y="2907"/>
                  </a:lnTo>
                  <a:lnTo>
                    <a:pt x="5767" y="2854"/>
                  </a:lnTo>
                  <a:lnTo>
                    <a:pt x="6068" y="2795"/>
                  </a:lnTo>
                  <a:lnTo>
                    <a:pt x="6338" y="2722"/>
                  </a:lnTo>
                  <a:lnTo>
                    <a:pt x="6608" y="2643"/>
                  </a:lnTo>
                  <a:lnTo>
                    <a:pt x="6848" y="2557"/>
                  </a:lnTo>
                  <a:lnTo>
                    <a:pt x="7089" y="2465"/>
                  </a:lnTo>
                  <a:lnTo>
                    <a:pt x="7269" y="2359"/>
                  </a:lnTo>
                  <a:lnTo>
                    <a:pt x="7449" y="2247"/>
                  </a:lnTo>
                  <a:lnTo>
                    <a:pt x="7599" y="2121"/>
                  </a:lnTo>
                  <a:lnTo>
                    <a:pt x="7689" y="1989"/>
                  </a:lnTo>
                  <a:lnTo>
                    <a:pt x="7780" y="1837"/>
                  </a:lnTo>
                  <a:lnTo>
                    <a:pt x="7810" y="1679"/>
                  </a:lnTo>
                  <a:lnTo>
                    <a:pt x="7810" y="1679"/>
                  </a:lnTo>
                  <a:lnTo>
                    <a:pt x="7810" y="1606"/>
                  </a:lnTo>
                  <a:lnTo>
                    <a:pt x="7810" y="1606"/>
                  </a:lnTo>
                  <a:lnTo>
                    <a:pt x="7810" y="1500"/>
                  </a:lnTo>
                  <a:lnTo>
                    <a:pt x="7780" y="1395"/>
                  </a:lnTo>
                  <a:lnTo>
                    <a:pt x="7719" y="1296"/>
                  </a:lnTo>
                  <a:lnTo>
                    <a:pt x="7629" y="1197"/>
                  </a:lnTo>
                  <a:lnTo>
                    <a:pt x="7539" y="1104"/>
                  </a:lnTo>
                  <a:lnTo>
                    <a:pt x="7419" y="1018"/>
                  </a:lnTo>
                  <a:lnTo>
                    <a:pt x="7269" y="932"/>
                  </a:lnTo>
                  <a:lnTo>
                    <a:pt x="7119" y="853"/>
                  </a:lnTo>
                  <a:lnTo>
                    <a:pt x="6939" y="780"/>
                  </a:lnTo>
                  <a:lnTo>
                    <a:pt x="6728" y="708"/>
                  </a:lnTo>
                  <a:lnTo>
                    <a:pt x="6548" y="642"/>
                  </a:lnTo>
                  <a:lnTo>
                    <a:pt x="6308" y="576"/>
                  </a:lnTo>
                  <a:lnTo>
                    <a:pt x="6098" y="516"/>
                  </a:lnTo>
                  <a:lnTo>
                    <a:pt x="5857" y="463"/>
                  </a:lnTo>
                  <a:lnTo>
                    <a:pt x="5347" y="358"/>
                  </a:lnTo>
                  <a:lnTo>
                    <a:pt x="4806" y="272"/>
                  </a:lnTo>
                  <a:lnTo>
                    <a:pt x="4266" y="199"/>
                  </a:lnTo>
                  <a:lnTo>
                    <a:pt x="3695" y="140"/>
                  </a:lnTo>
                  <a:lnTo>
                    <a:pt x="3154" y="87"/>
                  </a:lnTo>
                  <a:lnTo>
                    <a:pt x="2584" y="47"/>
                  </a:lnTo>
                  <a:lnTo>
                    <a:pt x="2073" y="21"/>
                  </a:lnTo>
                  <a:lnTo>
                    <a:pt x="1562" y="8"/>
                  </a:lnTo>
                  <a:lnTo>
                    <a:pt x="1082" y="1"/>
                  </a:lnTo>
                  <a:lnTo>
                    <a:pt x="1082" y="1"/>
                  </a:lnTo>
                  <a:lnTo>
                    <a:pt x="962" y="1"/>
                  </a:lnTo>
                  <a:lnTo>
                    <a:pt x="962" y="1"/>
                  </a:lnTo>
                  <a:lnTo>
                    <a:pt x="511" y="1"/>
                  </a:lnTo>
                  <a:lnTo>
                    <a:pt x="1" y="8"/>
                  </a:lnTo>
                  <a:lnTo>
                    <a:pt x="1" y="8"/>
                  </a:lnTo>
                  <a:lnTo>
                    <a:pt x="391" y="47"/>
                  </a:lnTo>
                  <a:lnTo>
                    <a:pt x="781" y="87"/>
                  </a:lnTo>
                  <a:lnTo>
                    <a:pt x="1142" y="140"/>
                  </a:lnTo>
                  <a:lnTo>
                    <a:pt x="1472" y="193"/>
                  </a:lnTo>
                  <a:lnTo>
                    <a:pt x="1803" y="259"/>
                  </a:lnTo>
                  <a:lnTo>
                    <a:pt x="2103" y="331"/>
                  </a:lnTo>
                  <a:lnTo>
                    <a:pt x="2373" y="411"/>
                  </a:lnTo>
                  <a:lnTo>
                    <a:pt x="2614" y="496"/>
                  </a:lnTo>
                  <a:lnTo>
                    <a:pt x="2614" y="496"/>
                  </a:lnTo>
                  <a:lnTo>
                    <a:pt x="2974" y="648"/>
                  </a:lnTo>
                  <a:lnTo>
                    <a:pt x="3274" y="794"/>
                  </a:lnTo>
                  <a:lnTo>
                    <a:pt x="3515" y="932"/>
                  </a:lnTo>
                  <a:lnTo>
                    <a:pt x="3725" y="1078"/>
                  </a:lnTo>
                  <a:lnTo>
                    <a:pt x="3875" y="1216"/>
                  </a:lnTo>
                  <a:lnTo>
                    <a:pt x="3995" y="1348"/>
                  </a:lnTo>
                  <a:lnTo>
                    <a:pt x="4055" y="1487"/>
                  </a:lnTo>
                  <a:lnTo>
                    <a:pt x="4085" y="1613"/>
                  </a:lnTo>
                  <a:lnTo>
                    <a:pt x="4085" y="1613"/>
                  </a:lnTo>
                  <a:lnTo>
                    <a:pt x="4055" y="1712"/>
                  </a:lnTo>
                  <a:lnTo>
                    <a:pt x="4025" y="1804"/>
                  </a:lnTo>
                  <a:lnTo>
                    <a:pt x="3965" y="1903"/>
                  </a:lnTo>
                  <a:lnTo>
                    <a:pt x="3875" y="1989"/>
                  </a:lnTo>
                  <a:lnTo>
                    <a:pt x="3755" y="2082"/>
                  </a:lnTo>
                  <a:lnTo>
                    <a:pt x="3635" y="2168"/>
                  </a:lnTo>
                  <a:lnTo>
                    <a:pt x="3485" y="2253"/>
                  </a:lnTo>
                  <a:lnTo>
                    <a:pt x="3304" y="2333"/>
                  </a:lnTo>
                  <a:lnTo>
                    <a:pt x="3304" y="2333"/>
                  </a:lnTo>
                  <a:lnTo>
                    <a:pt x="3485" y="2419"/>
                  </a:lnTo>
                  <a:lnTo>
                    <a:pt x="3665" y="2504"/>
                  </a:lnTo>
                  <a:lnTo>
                    <a:pt x="3785" y="2590"/>
                  </a:lnTo>
                  <a:lnTo>
                    <a:pt x="3905" y="2683"/>
                  </a:lnTo>
                  <a:lnTo>
                    <a:pt x="3995" y="2775"/>
                  </a:lnTo>
                  <a:lnTo>
                    <a:pt x="4055" y="2868"/>
                  </a:lnTo>
                  <a:lnTo>
                    <a:pt x="4085" y="2960"/>
                  </a:lnTo>
                  <a:lnTo>
                    <a:pt x="4085" y="3053"/>
                  </a:lnTo>
                  <a:lnTo>
                    <a:pt x="4085" y="3053"/>
                  </a:lnTo>
                  <a:lnTo>
                    <a:pt x="4085" y="3053"/>
                  </a:lnTo>
                  <a:lnTo>
                    <a:pt x="4085" y="3053"/>
                  </a:lnTo>
                  <a:lnTo>
                    <a:pt x="4085" y="3053"/>
                  </a:lnTo>
                  <a:lnTo>
                    <a:pt x="4085" y="30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78"/>
            <p:cNvSpPr/>
            <p:nvPr/>
          </p:nvSpPr>
          <p:spPr>
            <a:xfrm rot="10800000">
              <a:off x="5609123" y="432603"/>
              <a:ext cx="79584" cy="51287"/>
            </a:xfrm>
            <a:custGeom>
              <a:avLst/>
              <a:gdLst/>
              <a:ahLst/>
              <a:cxnLst/>
              <a:rect l="l" t="t" r="r" b="b"/>
              <a:pathLst>
                <a:path w="5948" h="853" extrusionOk="0">
                  <a:moveTo>
                    <a:pt x="5166" y="1"/>
                  </a:moveTo>
                  <a:lnTo>
                    <a:pt x="4866" y="120"/>
                  </a:lnTo>
                  <a:lnTo>
                    <a:pt x="4506" y="225"/>
                  </a:lnTo>
                  <a:lnTo>
                    <a:pt x="4085" y="331"/>
                  </a:lnTo>
                  <a:lnTo>
                    <a:pt x="3635" y="430"/>
                  </a:lnTo>
                  <a:lnTo>
                    <a:pt x="3334" y="483"/>
                  </a:lnTo>
                  <a:lnTo>
                    <a:pt x="2974" y="536"/>
                  </a:lnTo>
                  <a:lnTo>
                    <a:pt x="2583" y="582"/>
                  </a:lnTo>
                  <a:lnTo>
                    <a:pt x="2133" y="628"/>
                  </a:lnTo>
                  <a:lnTo>
                    <a:pt x="1652" y="661"/>
                  </a:lnTo>
                  <a:lnTo>
                    <a:pt x="1112" y="701"/>
                  </a:lnTo>
                  <a:lnTo>
                    <a:pt x="571" y="727"/>
                  </a:lnTo>
                  <a:lnTo>
                    <a:pt x="0" y="754"/>
                  </a:lnTo>
                  <a:lnTo>
                    <a:pt x="511" y="787"/>
                  </a:lnTo>
                  <a:lnTo>
                    <a:pt x="992" y="813"/>
                  </a:lnTo>
                  <a:lnTo>
                    <a:pt x="1472" y="833"/>
                  </a:lnTo>
                  <a:lnTo>
                    <a:pt x="1953" y="840"/>
                  </a:lnTo>
                  <a:lnTo>
                    <a:pt x="2403" y="846"/>
                  </a:lnTo>
                  <a:lnTo>
                    <a:pt x="2854" y="853"/>
                  </a:lnTo>
                  <a:lnTo>
                    <a:pt x="3244" y="846"/>
                  </a:lnTo>
                  <a:lnTo>
                    <a:pt x="3635" y="840"/>
                  </a:lnTo>
                  <a:lnTo>
                    <a:pt x="4175" y="826"/>
                  </a:lnTo>
                  <a:lnTo>
                    <a:pt x="4776" y="800"/>
                  </a:lnTo>
                  <a:lnTo>
                    <a:pt x="5377" y="773"/>
                  </a:lnTo>
                  <a:lnTo>
                    <a:pt x="5947" y="734"/>
                  </a:lnTo>
                  <a:lnTo>
                    <a:pt x="5947" y="635"/>
                  </a:lnTo>
                  <a:lnTo>
                    <a:pt x="5917" y="542"/>
                  </a:lnTo>
                  <a:lnTo>
                    <a:pt x="5857" y="450"/>
                  </a:lnTo>
                  <a:lnTo>
                    <a:pt x="5767" y="357"/>
                  </a:lnTo>
                  <a:lnTo>
                    <a:pt x="5647" y="265"/>
                  </a:lnTo>
                  <a:lnTo>
                    <a:pt x="5527" y="172"/>
                  </a:lnTo>
                  <a:lnTo>
                    <a:pt x="5347" y="87"/>
                  </a:lnTo>
                  <a:lnTo>
                    <a:pt x="51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78"/>
            <p:cNvSpPr/>
            <p:nvPr/>
          </p:nvSpPr>
          <p:spPr>
            <a:xfrm rot="10800000">
              <a:off x="5609123" y="432603"/>
              <a:ext cx="79584" cy="51287"/>
            </a:xfrm>
            <a:custGeom>
              <a:avLst/>
              <a:gdLst/>
              <a:ahLst/>
              <a:cxnLst/>
              <a:rect l="l" t="t" r="r" b="b"/>
              <a:pathLst>
                <a:path w="5948" h="853" fill="none" extrusionOk="0">
                  <a:moveTo>
                    <a:pt x="5166" y="1"/>
                  </a:moveTo>
                  <a:lnTo>
                    <a:pt x="5166" y="1"/>
                  </a:lnTo>
                  <a:lnTo>
                    <a:pt x="4866" y="120"/>
                  </a:lnTo>
                  <a:lnTo>
                    <a:pt x="4506" y="225"/>
                  </a:lnTo>
                  <a:lnTo>
                    <a:pt x="4085" y="331"/>
                  </a:lnTo>
                  <a:lnTo>
                    <a:pt x="3635" y="430"/>
                  </a:lnTo>
                  <a:lnTo>
                    <a:pt x="3635" y="430"/>
                  </a:lnTo>
                  <a:lnTo>
                    <a:pt x="3334" y="483"/>
                  </a:lnTo>
                  <a:lnTo>
                    <a:pt x="2974" y="536"/>
                  </a:lnTo>
                  <a:lnTo>
                    <a:pt x="2583" y="582"/>
                  </a:lnTo>
                  <a:lnTo>
                    <a:pt x="2133" y="628"/>
                  </a:lnTo>
                  <a:lnTo>
                    <a:pt x="1652" y="661"/>
                  </a:lnTo>
                  <a:lnTo>
                    <a:pt x="1112" y="701"/>
                  </a:lnTo>
                  <a:lnTo>
                    <a:pt x="571" y="727"/>
                  </a:lnTo>
                  <a:lnTo>
                    <a:pt x="0" y="754"/>
                  </a:lnTo>
                  <a:lnTo>
                    <a:pt x="0" y="754"/>
                  </a:lnTo>
                  <a:lnTo>
                    <a:pt x="511" y="787"/>
                  </a:lnTo>
                  <a:lnTo>
                    <a:pt x="992" y="813"/>
                  </a:lnTo>
                  <a:lnTo>
                    <a:pt x="1472" y="833"/>
                  </a:lnTo>
                  <a:lnTo>
                    <a:pt x="1953" y="840"/>
                  </a:lnTo>
                  <a:lnTo>
                    <a:pt x="2403" y="846"/>
                  </a:lnTo>
                  <a:lnTo>
                    <a:pt x="2854" y="853"/>
                  </a:lnTo>
                  <a:lnTo>
                    <a:pt x="3244" y="846"/>
                  </a:lnTo>
                  <a:lnTo>
                    <a:pt x="3635" y="840"/>
                  </a:lnTo>
                  <a:lnTo>
                    <a:pt x="3635" y="840"/>
                  </a:lnTo>
                  <a:lnTo>
                    <a:pt x="4175" y="826"/>
                  </a:lnTo>
                  <a:lnTo>
                    <a:pt x="4776" y="800"/>
                  </a:lnTo>
                  <a:lnTo>
                    <a:pt x="5377" y="773"/>
                  </a:lnTo>
                  <a:lnTo>
                    <a:pt x="5947" y="734"/>
                  </a:lnTo>
                  <a:lnTo>
                    <a:pt x="5947" y="734"/>
                  </a:lnTo>
                  <a:lnTo>
                    <a:pt x="5947" y="635"/>
                  </a:lnTo>
                  <a:lnTo>
                    <a:pt x="5917" y="542"/>
                  </a:lnTo>
                  <a:lnTo>
                    <a:pt x="5857" y="450"/>
                  </a:lnTo>
                  <a:lnTo>
                    <a:pt x="5767" y="357"/>
                  </a:lnTo>
                  <a:lnTo>
                    <a:pt x="5647" y="265"/>
                  </a:lnTo>
                  <a:lnTo>
                    <a:pt x="5527" y="172"/>
                  </a:lnTo>
                  <a:lnTo>
                    <a:pt x="5347" y="87"/>
                  </a:lnTo>
                  <a:lnTo>
                    <a:pt x="516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78"/>
            <p:cNvSpPr/>
            <p:nvPr/>
          </p:nvSpPr>
          <p:spPr>
            <a:xfrm rot="10800000">
              <a:off x="5609123" y="432603"/>
              <a:ext cx="79584" cy="51287"/>
            </a:xfrm>
            <a:custGeom>
              <a:avLst/>
              <a:gdLst/>
              <a:ahLst/>
              <a:cxnLst/>
              <a:rect l="l" t="t" r="r" b="b"/>
              <a:pathLst>
                <a:path w="5948" h="853" extrusionOk="0">
                  <a:moveTo>
                    <a:pt x="5166" y="1"/>
                  </a:moveTo>
                  <a:lnTo>
                    <a:pt x="4866" y="120"/>
                  </a:lnTo>
                  <a:lnTo>
                    <a:pt x="4506" y="225"/>
                  </a:lnTo>
                  <a:lnTo>
                    <a:pt x="4085" y="331"/>
                  </a:lnTo>
                  <a:lnTo>
                    <a:pt x="3635" y="430"/>
                  </a:lnTo>
                  <a:lnTo>
                    <a:pt x="3334" y="483"/>
                  </a:lnTo>
                  <a:lnTo>
                    <a:pt x="2974" y="536"/>
                  </a:lnTo>
                  <a:lnTo>
                    <a:pt x="2583" y="582"/>
                  </a:lnTo>
                  <a:lnTo>
                    <a:pt x="2133" y="628"/>
                  </a:lnTo>
                  <a:lnTo>
                    <a:pt x="1652" y="661"/>
                  </a:lnTo>
                  <a:lnTo>
                    <a:pt x="1112" y="701"/>
                  </a:lnTo>
                  <a:lnTo>
                    <a:pt x="571" y="727"/>
                  </a:lnTo>
                  <a:lnTo>
                    <a:pt x="0" y="754"/>
                  </a:lnTo>
                  <a:lnTo>
                    <a:pt x="721" y="800"/>
                  </a:lnTo>
                  <a:lnTo>
                    <a:pt x="1412" y="826"/>
                  </a:lnTo>
                  <a:lnTo>
                    <a:pt x="2103" y="846"/>
                  </a:lnTo>
                  <a:lnTo>
                    <a:pt x="2734" y="853"/>
                  </a:lnTo>
                  <a:lnTo>
                    <a:pt x="2764" y="853"/>
                  </a:lnTo>
                  <a:lnTo>
                    <a:pt x="3154" y="846"/>
                  </a:lnTo>
                  <a:lnTo>
                    <a:pt x="3545" y="840"/>
                  </a:lnTo>
                  <a:lnTo>
                    <a:pt x="3635" y="840"/>
                  </a:lnTo>
                  <a:lnTo>
                    <a:pt x="4175" y="826"/>
                  </a:lnTo>
                  <a:lnTo>
                    <a:pt x="4776" y="800"/>
                  </a:lnTo>
                  <a:lnTo>
                    <a:pt x="5377" y="773"/>
                  </a:lnTo>
                  <a:lnTo>
                    <a:pt x="5947" y="734"/>
                  </a:lnTo>
                  <a:lnTo>
                    <a:pt x="5947" y="721"/>
                  </a:lnTo>
                  <a:lnTo>
                    <a:pt x="5947" y="628"/>
                  </a:lnTo>
                  <a:lnTo>
                    <a:pt x="5917" y="536"/>
                  </a:lnTo>
                  <a:lnTo>
                    <a:pt x="5857" y="443"/>
                  </a:lnTo>
                  <a:lnTo>
                    <a:pt x="5767" y="351"/>
                  </a:lnTo>
                  <a:lnTo>
                    <a:pt x="5647" y="258"/>
                  </a:lnTo>
                  <a:lnTo>
                    <a:pt x="5527" y="172"/>
                  </a:lnTo>
                  <a:lnTo>
                    <a:pt x="5347" y="87"/>
                  </a:lnTo>
                  <a:lnTo>
                    <a:pt x="5166" y="1"/>
                  </a:lnTo>
                  <a:close/>
                </a:path>
              </a:pathLst>
            </a:custGeom>
            <a:solidFill>
              <a:srgbClr val="FF5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78"/>
            <p:cNvSpPr/>
            <p:nvPr/>
          </p:nvSpPr>
          <p:spPr>
            <a:xfrm rot="10800000">
              <a:off x="5609123" y="432603"/>
              <a:ext cx="79584" cy="51287"/>
            </a:xfrm>
            <a:custGeom>
              <a:avLst/>
              <a:gdLst/>
              <a:ahLst/>
              <a:cxnLst/>
              <a:rect l="l" t="t" r="r" b="b"/>
              <a:pathLst>
                <a:path w="5948" h="853" fill="none" extrusionOk="0">
                  <a:moveTo>
                    <a:pt x="2734" y="853"/>
                  </a:moveTo>
                  <a:lnTo>
                    <a:pt x="2734" y="853"/>
                  </a:lnTo>
                  <a:lnTo>
                    <a:pt x="2764" y="853"/>
                  </a:lnTo>
                  <a:lnTo>
                    <a:pt x="2764" y="853"/>
                  </a:lnTo>
                  <a:lnTo>
                    <a:pt x="3154" y="846"/>
                  </a:lnTo>
                  <a:lnTo>
                    <a:pt x="3545" y="840"/>
                  </a:lnTo>
                  <a:lnTo>
                    <a:pt x="3545" y="840"/>
                  </a:lnTo>
                  <a:lnTo>
                    <a:pt x="3575" y="840"/>
                  </a:lnTo>
                  <a:lnTo>
                    <a:pt x="3575" y="840"/>
                  </a:lnTo>
                  <a:lnTo>
                    <a:pt x="3635" y="840"/>
                  </a:lnTo>
                  <a:lnTo>
                    <a:pt x="3635" y="840"/>
                  </a:lnTo>
                  <a:lnTo>
                    <a:pt x="4175" y="826"/>
                  </a:lnTo>
                  <a:lnTo>
                    <a:pt x="4776" y="800"/>
                  </a:lnTo>
                  <a:lnTo>
                    <a:pt x="5377" y="773"/>
                  </a:lnTo>
                  <a:lnTo>
                    <a:pt x="5947" y="734"/>
                  </a:lnTo>
                  <a:lnTo>
                    <a:pt x="5947" y="734"/>
                  </a:lnTo>
                  <a:lnTo>
                    <a:pt x="5947" y="734"/>
                  </a:lnTo>
                  <a:lnTo>
                    <a:pt x="5947" y="721"/>
                  </a:lnTo>
                  <a:lnTo>
                    <a:pt x="5947" y="721"/>
                  </a:lnTo>
                  <a:lnTo>
                    <a:pt x="5947" y="628"/>
                  </a:lnTo>
                  <a:lnTo>
                    <a:pt x="5917" y="536"/>
                  </a:lnTo>
                  <a:lnTo>
                    <a:pt x="5857" y="443"/>
                  </a:lnTo>
                  <a:lnTo>
                    <a:pt x="5767" y="351"/>
                  </a:lnTo>
                  <a:lnTo>
                    <a:pt x="5647" y="258"/>
                  </a:lnTo>
                  <a:lnTo>
                    <a:pt x="5527" y="172"/>
                  </a:lnTo>
                  <a:lnTo>
                    <a:pt x="5347" y="87"/>
                  </a:lnTo>
                  <a:lnTo>
                    <a:pt x="5166" y="1"/>
                  </a:lnTo>
                  <a:lnTo>
                    <a:pt x="5166" y="1"/>
                  </a:lnTo>
                  <a:lnTo>
                    <a:pt x="4866" y="120"/>
                  </a:lnTo>
                  <a:lnTo>
                    <a:pt x="4506" y="225"/>
                  </a:lnTo>
                  <a:lnTo>
                    <a:pt x="4085" y="331"/>
                  </a:lnTo>
                  <a:lnTo>
                    <a:pt x="3635" y="430"/>
                  </a:lnTo>
                  <a:lnTo>
                    <a:pt x="3635" y="430"/>
                  </a:lnTo>
                  <a:lnTo>
                    <a:pt x="3334" y="483"/>
                  </a:lnTo>
                  <a:lnTo>
                    <a:pt x="2974" y="536"/>
                  </a:lnTo>
                  <a:lnTo>
                    <a:pt x="2583" y="582"/>
                  </a:lnTo>
                  <a:lnTo>
                    <a:pt x="2133" y="628"/>
                  </a:lnTo>
                  <a:lnTo>
                    <a:pt x="1652" y="661"/>
                  </a:lnTo>
                  <a:lnTo>
                    <a:pt x="1112" y="701"/>
                  </a:lnTo>
                  <a:lnTo>
                    <a:pt x="571" y="727"/>
                  </a:lnTo>
                  <a:lnTo>
                    <a:pt x="0" y="754"/>
                  </a:lnTo>
                  <a:lnTo>
                    <a:pt x="0" y="754"/>
                  </a:lnTo>
                  <a:lnTo>
                    <a:pt x="721" y="800"/>
                  </a:lnTo>
                  <a:lnTo>
                    <a:pt x="1412" y="826"/>
                  </a:lnTo>
                  <a:lnTo>
                    <a:pt x="2103" y="846"/>
                  </a:lnTo>
                  <a:lnTo>
                    <a:pt x="2734" y="85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4" name="Google Shape;1674;p78"/>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Orange - Big Quotes ">
  <p:cSld name="CUSTOM_1_2_1_1">
    <p:spTree>
      <p:nvGrpSpPr>
        <p:cNvPr id="1" name="Shape 1675"/>
        <p:cNvGrpSpPr/>
        <p:nvPr/>
      </p:nvGrpSpPr>
      <p:grpSpPr>
        <a:xfrm>
          <a:off x="0" y="0"/>
          <a:ext cx="0" cy="0"/>
          <a:chOff x="0" y="0"/>
          <a:chExt cx="0" cy="0"/>
        </a:xfrm>
      </p:grpSpPr>
      <p:grpSp>
        <p:nvGrpSpPr>
          <p:cNvPr id="1676" name="Google Shape;1676;p79"/>
          <p:cNvGrpSpPr/>
          <p:nvPr/>
        </p:nvGrpSpPr>
        <p:grpSpPr>
          <a:xfrm>
            <a:off x="2715267" y="144925"/>
            <a:ext cx="6052607" cy="4821667"/>
            <a:chOff x="3727431" y="2654050"/>
            <a:chExt cx="619167" cy="493250"/>
          </a:xfrm>
        </p:grpSpPr>
        <p:sp>
          <p:nvSpPr>
            <p:cNvPr id="1677" name="Google Shape;1677;p79"/>
            <p:cNvSpPr/>
            <p:nvPr/>
          </p:nvSpPr>
          <p:spPr>
            <a:xfrm flipH="1">
              <a:off x="3727431" y="2702000"/>
              <a:ext cx="437314" cy="423625"/>
            </a:xfrm>
            <a:custGeom>
              <a:avLst/>
              <a:gdLst/>
              <a:ahLst/>
              <a:cxnLst/>
              <a:rect l="l" t="t" r="r" b="b"/>
              <a:pathLst>
                <a:path w="103140" h="16945" extrusionOk="0">
                  <a:moveTo>
                    <a:pt x="51990" y="1"/>
                  </a:moveTo>
                  <a:lnTo>
                    <a:pt x="50369" y="6"/>
                  </a:lnTo>
                  <a:lnTo>
                    <a:pt x="48807" y="16"/>
                  </a:lnTo>
                  <a:lnTo>
                    <a:pt x="47245" y="31"/>
                  </a:lnTo>
                  <a:lnTo>
                    <a:pt x="45743" y="52"/>
                  </a:lnTo>
                  <a:lnTo>
                    <a:pt x="44241" y="77"/>
                  </a:lnTo>
                  <a:lnTo>
                    <a:pt x="42800" y="108"/>
                  </a:lnTo>
                  <a:lnTo>
                    <a:pt x="41358" y="148"/>
                  </a:lnTo>
                  <a:lnTo>
                    <a:pt x="39947" y="189"/>
                  </a:lnTo>
                  <a:lnTo>
                    <a:pt x="38565" y="240"/>
                  </a:lnTo>
                  <a:lnTo>
                    <a:pt x="37213" y="291"/>
                  </a:lnTo>
                  <a:lnTo>
                    <a:pt x="35922" y="352"/>
                  </a:lnTo>
                  <a:lnTo>
                    <a:pt x="34630" y="414"/>
                  </a:lnTo>
                  <a:lnTo>
                    <a:pt x="33339" y="480"/>
                  </a:lnTo>
                  <a:lnTo>
                    <a:pt x="32107" y="556"/>
                  </a:lnTo>
                  <a:lnTo>
                    <a:pt x="30906" y="633"/>
                  </a:lnTo>
                  <a:lnTo>
                    <a:pt x="29735" y="715"/>
                  </a:lnTo>
                  <a:lnTo>
                    <a:pt x="28563" y="801"/>
                  </a:lnTo>
                  <a:lnTo>
                    <a:pt x="27422" y="888"/>
                  </a:lnTo>
                  <a:lnTo>
                    <a:pt x="26341" y="980"/>
                  </a:lnTo>
                  <a:lnTo>
                    <a:pt x="25260" y="1082"/>
                  </a:lnTo>
                  <a:lnTo>
                    <a:pt x="24208" y="1179"/>
                  </a:lnTo>
                  <a:lnTo>
                    <a:pt x="23157" y="1286"/>
                  </a:lnTo>
                  <a:lnTo>
                    <a:pt x="22166" y="1393"/>
                  </a:lnTo>
                  <a:lnTo>
                    <a:pt x="21205" y="1505"/>
                  </a:lnTo>
                  <a:lnTo>
                    <a:pt x="20244" y="1617"/>
                  </a:lnTo>
                  <a:lnTo>
                    <a:pt x="19313" y="1735"/>
                  </a:lnTo>
                  <a:lnTo>
                    <a:pt x="18412" y="1857"/>
                  </a:lnTo>
                  <a:lnTo>
                    <a:pt x="17541" y="1980"/>
                  </a:lnTo>
                  <a:lnTo>
                    <a:pt x="16670" y="2107"/>
                  </a:lnTo>
                  <a:lnTo>
                    <a:pt x="15859" y="2235"/>
                  </a:lnTo>
                  <a:lnTo>
                    <a:pt x="15048" y="2367"/>
                  </a:lnTo>
                  <a:lnTo>
                    <a:pt x="14267" y="2500"/>
                  </a:lnTo>
                  <a:lnTo>
                    <a:pt x="14297" y="2765"/>
                  </a:lnTo>
                  <a:lnTo>
                    <a:pt x="14267" y="2903"/>
                  </a:lnTo>
                  <a:lnTo>
                    <a:pt x="14237" y="3041"/>
                  </a:lnTo>
                  <a:lnTo>
                    <a:pt x="14177" y="3183"/>
                  </a:lnTo>
                  <a:lnTo>
                    <a:pt x="14117" y="3331"/>
                  </a:lnTo>
                  <a:lnTo>
                    <a:pt x="14027" y="3479"/>
                  </a:lnTo>
                  <a:lnTo>
                    <a:pt x="13876" y="3632"/>
                  </a:lnTo>
                  <a:lnTo>
                    <a:pt x="13756" y="3785"/>
                  </a:lnTo>
                  <a:lnTo>
                    <a:pt x="13576" y="3938"/>
                  </a:lnTo>
                  <a:lnTo>
                    <a:pt x="13366" y="4096"/>
                  </a:lnTo>
                  <a:lnTo>
                    <a:pt x="13126" y="4249"/>
                  </a:lnTo>
                  <a:lnTo>
                    <a:pt x="12885" y="4407"/>
                  </a:lnTo>
                  <a:lnTo>
                    <a:pt x="12585" y="4566"/>
                  </a:lnTo>
                  <a:lnTo>
                    <a:pt x="12255" y="4719"/>
                  </a:lnTo>
                  <a:lnTo>
                    <a:pt x="11894" y="4877"/>
                  </a:lnTo>
                  <a:lnTo>
                    <a:pt x="11504" y="5030"/>
                  </a:lnTo>
                  <a:lnTo>
                    <a:pt x="11083" y="5183"/>
                  </a:lnTo>
                  <a:lnTo>
                    <a:pt x="10633" y="5331"/>
                  </a:lnTo>
                  <a:lnTo>
                    <a:pt x="10122" y="5479"/>
                  </a:lnTo>
                  <a:lnTo>
                    <a:pt x="9581" y="5627"/>
                  </a:lnTo>
                  <a:lnTo>
                    <a:pt x="9011" y="5769"/>
                  </a:lnTo>
                  <a:lnTo>
                    <a:pt x="8380" y="5907"/>
                  </a:lnTo>
                  <a:lnTo>
                    <a:pt x="7719" y="6045"/>
                  </a:lnTo>
                  <a:lnTo>
                    <a:pt x="6998" y="6172"/>
                  </a:lnTo>
                  <a:lnTo>
                    <a:pt x="6248" y="6300"/>
                  </a:lnTo>
                  <a:lnTo>
                    <a:pt x="5467" y="6422"/>
                  </a:lnTo>
                  <a:lnTo>
                    <a:pt x="4596" y="6540"/>
                  </a:lnTo>
                  <a:lnTo>
                    <a:pt x="3725" y="6652"/>
                  </a:lnTo>
                  <a:lnTo>
                    <a:pt x="2764" y="6759"/>
                  </a:lnTo>
                  <a:lnTo>
                    <a:pt x="1772" y="6861"/>
                  </a:lnTo>
                  <a:lnTo>
                    <a:pt x="721" y="6953"/>
                  </a:lnTo>
                  <a:lnTo>
                    <a:pt x="571" y="7111"/>
                  </a:lnTo>
                  <a:lnTo>
                    <a:pt x="421" y="7274"/>
                  </a:lnTo>
                  <a:lnTo>
                    <a:pt x="301" y="7427"/>
                  </a:lnTo>
                  <a:lnTo>
                    <a:pt x="181" y="7580"/>
                  </a:lnTo>
                  <a:lnTo>
                    <a:pt x="121" y="7733"/>
                  </a:lnTo>
                  <a:lnTo>
                    <a:pt x="60" y="7876"/>
                  </a:lnTo>
                  <a:lnTo>
                    <a:pt x="0" y="8019"/>
                  </a:lnTo>
                  <a:lnTo>
                    <a:pt x="0" y="8162"/>
                  </a:lnTo>
                  <a:lnTo>
                    <a:pt x="0" y="8493"/>
                  </a:lnTo>
                  <a:lnTo>
                    <a:pt x="60" y="8850"/>
                  </a:lnTo>
                  <a:lnTo>
                    <a:pt x="181" y="9233"/>
                  </a:lnTo>
                  <a:lnTo>
                    <a:pt x="271" y="9427"/>
                  </a:lnTo>
                  <a:lnTo>
                    <a:pt x="361" y="9631"/>
                  </a:lnTo>
                  <a:lnTo>
                    <a:pt x="661" y="9722"/>
                  </a:lnTo>
                  <a:lnTo>
                    <a:pt x="931" y="9814"/>
                  </a:lnTo>
                  <a:lnTo>
                    <a:pt x="1172" y="9911"/>
                  </a:lnTo>
                  <a:lnTo>
                    <a:pt x="1382" y="10003"/>
                  </a:lnTo>
                  <a:lnTo>
                    <a:pt x="1592" y="10100"/>
                  </a:lnTo>
                  <a:lnTo>
                    <a:pt x="1772" y="10197"/>
                  </a:lnTo>
                  <a:lnTo>
                    <a:pt x="2073" y="10391"/>
                  </a:lnTo>
                  <a:lnTo>
                    <a:pt x="2343" y="10584"/>
                  </a:lnTo>
                  <a:lnTo>
                    <a:pt x="2553" y="10773"/>
                  </a:lnTo>
                  <a:lnTo>
                    <a:pt x="2703" y="10967"/>
                  </a:lnTo>
                  <a:lnTo>
                    <a:pt x="2824" y="11151"/>
                  </a:lnTo>
                  <a:lnTo>
                    <a:pt x="2914" y="11283"/>
                  </a:lnTo>
                  <a:lnTo>
                    <a:pt x="2944" y="11426"/>
                  </a:lnTo>
                  <a:lnTo>
                    <a:pt x="2974" y="11579"/>
                  </a:lnTo>
                  <a:lnTo>
                    <a:pt x="2944" y="11737"/>
                  </a:lnTo>
                  <a:lnTo>
                    <a:pt x="3424" y="11972"/>
                  </a:lnTo>
                  <a:lnTo>
                    <a:pt x="3935" y="12201"/>
                  </a:lnTo>
                  <a:lnTo>
                    <a:pt x="4476" y="12431"/>
                  </a:lnTo>
                  <a:lnTo>
                    <a:pt x="5076" y="12660"/>
                  </a:lnTo>
                  <a:lnTo>
                    <a:pt x="5737" y="12885"/>
                  </a:lnTo>
                  <a:lnTo>
                    <a:pt x="6458" y="13114"/>
                  </a:lnTo>
                  <a:lnTo>
                    <a:pt x="7209" y="13334"/>
                  </a:lnTo>
                  <a:lnTo>
                    <a:pt x="8050" y="13558"/>
                  </a:lnTo>
                  <a:lnTo>
                    <a:pt x="8921" y="13772"/>
                  </a:lnTo>
                  <a:lnTo>
                    <a:pt x="9852" y="13987"/>
                  </a:lnTo>
                  <a:lnTo>
                    <a:pt x="10843" y="14196"/>
                  </a:lnTo>
                  <a:lnTo>
                    <a:pt x="11894" y="14405"/>
                  </a:lnTo>
                  <a:lnTo>
                    <a:pt x="13035" y="14604"/>
                  </a:lnTo>
                  <a:lnTo>
                    <a:pt x="14237" y="14798"/>
                  </a:lnTo>
                  <a:lnTo>
                    <a:pt x="14838" y="14894"/>
                  </a:lnTo>
                  <a:lnTo>
                    <a:pt x="15468" y="14991"/>
                  </a:lnTo>
                  <a:lnTo>
                    <a:pt x="16129" y="15083"/>
                  </a:lnTo>
                  <a:lnTo>
                    <a:pt x="16820" y="15175"/>
                  </a:lnTo>
                  <a:lnTo>
                    <a:pt x="17180" y="15149"/>
                  </a:lnTo>
                  <a:lnTo>
                    <a:pt x="17571" y="15129"/>
                  </a:lnTo>
                  <a:lnTo>
                    <a:pt x="17991" y="15114"/>
                  </a:lnTo>
                  <a:lnTo>
                    <a:pt x="18412" y="15098"/>
                  </a:lnTo>
                  <a:lnTo>
                    <a:pt x="18862" y="15088"/>
                  </a:lnTo>
                  <a:lnTo>
                    <a:pt x="19313" y="15078"/>
                  </a:lnTo>
                  <a:lnTo>
                    <a:pt x="19793" y="15073"/>
                  </a:lnTo>
                  <a:lnTo>
                    <a:pt x="20604" y="15073"/>
                  </a:lnTo>
                  <a:lnTo>
                    <a:pt x="21235" y="15078"/>
                  </a:lnTo>
                  <a:lnTo>
                    <a:pt x="21806" y="15088"/>
                  </a:lnTo>
                  <a:lnTo>
                    <a:pt x="22346" y="15098"/>
                  </a:lnTo>
                  <a:lnTo>
                    <a:pt x="22857" y="15114"/>
                  </a:lnTo>
                  <a:lnTo>
                    <a:pt x="23367" y="15134"/>
                  </a:lnTo>
                  <a:lnTo>
                    <a:pt x="23818" y="15155"/>
                  </a:lnTo>
                  <a:lnTo>
                    <a:pt x="24268" y="15180"/>
                  </a:lnTo>
                  <a:lnTo>
                    <a:pt x="24659" y="15206"/>
                  </a:lnTo>
                  <a:lnTo>
                    <a:pt x="25049" y="15236"/>
                  </a:lnTo>
                  <a:lnTo>
                    <a:pt x="25410" y="15272"/>
                  </a:lnTo>
                  <a:lnTo>
                    <a:pt x="25770" y="15308"/>
                  </a:lnTo>
                  <a:lnTo>
                    <a:pt x="26070" y="15343"/>
                  </a:lnTo>
                  <a:lnTo>
                    <a:pt x="26371" y="15384"/>
                  </a:lnTo>
                  <a:lnTo>
                    <a:pt x="26641" y="15425"/>
                  </a:lnTo>
                  <a:lnTo>
                    <a:pt x="26911" y="15466"/>
                  </a:lnTo>
                  <a:lnTo>
                    <a:pt x="27152" y="15512"/>
                  </a:lnTo>
                  <a:lnTo>
                    <a:pt x="27362" y="15558"/>
                  </a:lnTo>
                  <a:lnTo>
                    <a:pt x="27572" y="15603"/>
                  </a:lnTo>
                  <a:lnTo>
                    <a:pt x="27903" y="15700"/>
                  </a:lnTo>
                  <a:lnTo>
                    <a:pt x="28203" y="15802"/>
                  </a:lnTo>
                  <a:lnTo>
                    <a:pt x="28413" y="15899"/>
                  </a:lnTo>
                  <a:lnTo>
                    <a:pt x="28593" y="16001"/>
                  </a:lnTo>
                  <a:lnTo>
                    <a:pt x="28744" y="16098"/>
                  </a:lnTo>
                  <a:lnTo>
                    <a:pt x="28834" y="16195"/>
                  </a:lnTo>
                  <a:lnTo>
                    <a:pt x="28894" y="16287"/>
                  </a:lnTo>
                  <a:lnTo>
                    <a:pt x="30065" y="16358"/>
                  </a:lnTo>
                  <a:lnTo>
                    <a:pt x="31236" y="16425"/>
                  </a:lnTo>
                  <a:lnTo>
                    <a:pt x="32468" y="16486"/>
                  </a:lnTo>
                  <a:lnTo>
                    <a:pt x="33729" y="16547"/>
                  </a:lnTo>
                  <a:lnTo>
                    <a:pt x="35021" y="16603"/>
                  </a:lnTo>
                  <a:lnTo>
                    <a:pt x="36342" y="16654"/>
                  </a:lnTo>
                  <a:lnTo>
                    <a:pt x="37694" y="16700"/>
                  </a:lnTo>
                  <a:lnTo>
                    <a:pt x="39076" y="16746"/>
                  </a:lnTo>
                  <a:lnTo>
                    <a:pt x="40517" y="16787"/>
                  </a:lnTo>
                  <a:lnTo>
                    <a:pt x="41959" y="16822"/>
                  </a:lnTo>
                  <a:lnTo>
                    <a:pt x="43431" y="16853"/>
                  </a:lnTo>
                  <a:lnTo>
                    <a:pt x="44962" y="16879"/>
                  </a:lnTo>
                  <a:lnTo>
                    <a:pt x="46524" y="16904"/>
                  </a:lnTo>
                  <a:lnTo>
                    <a:pt x="48116" y="16919"/>
                  </a:lnTo>
                  <a:lnTo>
                    <a:pt x="49738" y="16935"/>
                  </a:lnTo>
                  <a:lnTo>
                    <a:pt x="51420" y="16940"/>
                  </a:lnTo>
                  <a:lnTo>
                    <a:pt x="53282" y="16945"/>
                  </a:lnTo>
                  <a:lnTo>
                    <a:pt x="55384" y="16940"/>
                  </a:lnTo>
                  <a:lnTo>
                    <a:pt x="57457" y="16924"/>
                  </a:lnTo>
                  <a:lnTo>
                    <a:pt x="59439" y="16904"/>
                  </a:lnTo>
                  <a:lnTo>
                    <a:pt x="61391" y="16873"/>
                  </a:lnTo>
                  <a:lnTo>
                    <a:pt x="63283" y="16833"/>
                  </a:lnTo>
                  <a:lnTo>
                    <a:pt x="65116" y="16782"/>
                  </a:lnTo>
                  <a:lnTo>
                    <a:pt x="66888" y="16726"/>
                  </a:lnTo>
                  <a:lnTo>
                    <a:pt x="68600" y="16659"/>
                  </a:lnTo>
                  <a:lnTo>
                    <a:pt x="70282" y="16583"/>
                  </a:lnTo>
                  <a:lnTo>
                    <a:pt x="71903" y="16506"/>
                  </a:lnTo>
                  <a:lnTo>
                    <a:pt x="73465" y="16414"/>
                  </a:lnTo>
                  <a:lnTo>
                    <a:pt x="74997" y="16323"/>
                  </a:lnTo>
                  <a:lnTo>
                    <a:pt x="76469" y="16221"/>
                  </a:lnTo>
                  <a:lnTo>
                    <a:pt x="77880" y="16113"/>
                  </a:lnTo>
                  <a:lnTo>
                    <a:pt x="79262" y="15996"/>
                  </a:lnTo>
                  <a:lnTo>
                    <a:pt x="80583" y="15874"/>
                  </a:lnTo>
                  <a:lnTo>
                    <a:pt x="81845" y="15746"/>
                  </a:lnTo>
                  <a:lnTo>
                    <a:pt x="83076" y="15614"/>
                  </a:lnTo>
                  <a:lnTo>
                    <a:pt x="84278" y="15476"/>
                  </a:lnTo>
                  <a:lnTo>
                    <a:pt x="85419" y="15333"/>
                  </a:lnTo>
                  <a:lnTo>
                    <a:pt x="86530" y="15185"/>
                  </a:lnTo>
                  <a:lnTo>
                    <a:pt x="87582" y="15032"/>
                  </a:lnTo>
                  <a:lnTo>
                    <a:pt x="88573" y="14874"/>
                  </a:lnTo>
                  <a:lnTo>
                    <a:pt x="89564" y="14716"/>
                  </a:lnTo>
                  <a:lnTo>
                    <a:pt x="90495" y="14548"/>
                  </a:lnTo>
                  <a:lnTo>
                    <a:pt x="91366" y="14379"/>
                  </a:lnTo>
                  <a:lnTo>
                    <a:pt x="92237" y="14206"/>
                  </a:lnTo>
                  <a:lnTo>
                    <a:pt x="93048" y="14027"/>
                  </a:lnTo>
                  <a:lnTo>
                    <a:pt x="93829" y="13849"/>
                  </a:lnTo>
                  <a:lnTo>
                    <a:pt x="94550" y="13665"/>
                  </a:lnTo>
                  <a:lnTo>
                    <a:pt x="95270" y="13482"/>
                  </a:lnTo>
                  <a:lnTo>
                    <a:pt x="95931" y="13293"/>
                  </a:lnTo>
                  <a:lnTo>
                    <a:pt x="96562" y="13104"/>
                  </a:lnTo>
                  <a:lnTo>
                    <a:pt x="97163" y="12910"/>
                  </a:lnTo>
                  <a:lnTo>
                    <a:pt x="97703" y="12716"/>
                  </a:lnTo>
                  <a:lnTo>
                    <a:pt x="98244" y="12523"/>
                  </a:lnTo>
                  <a:lnTo>
                    <a:pt x="98754" y="12324"/>
                  </a:lnTo>
                  <a:lnTo>
                    <a:pt x="99205" y="12125"/>
                  </a:lnTo>
                  <a:lnTo>
                    <a:pt x="99655" y="11926"/>
                  </a:lnTo>
                  <a:lnTo>
                    <a:pt x="100046" y="11727"/>
                  </a:lnTo>
                  <a:lnTo>
                    <a:pt x="100436" y="11528"/>
                  </a:lnTo>
                  <a:lnTo>
                    <a:pt x="100797" y="11329"/>
                  </a:lnTo>
                  <a:lnTo>
                    <a:pt x="101097" y="11125"/>
                  </a:lnTo>
                  <a:lnTo>
                    <a:pt x="101397" y="10926"/>
                  </a:lnTo>
                  <a:lnTo>
                    <a:pt x="101668" y="10727"/>
                  </a:lnTo>
                  <a:lnTo>
                    <a:pt x="101908" y="10528"/>
                  </a:lnTo>
                  <a:lnTo>
                    <a:pt x="102148" y="10334"/>
                  </a:lnTo>
                  <a:lnTo>
                    <a:pt x="102329" y="10136"/>
                  </a:lnTo>
                  <a:lnTo>
                    <a:pt x="102509" y="9942"/>
                  </a:lnTo>
                  <a:lnTo>
                    <a:pt x="102659" y="9748"/>
                  </a:lnTo>
                  <a:lnTo>
                    <a:pt x="102779" y="9559"/>
                  </a:lnTo>
                  <a:lnTo>
                    <a:pt x="102899" y="9370"/>
                  </a:lnTo>
                  <a:lnTo>
                    <a:pt x="102989" y="9182"/>
                  </a:lnTo>
                  <a:lnTo>
                    <a:pt x="103049" y="8998"/>
                  </a:lnTo>
                  <a:lnTo>
                    <a:pt x="103139" y="8636"/>
                  </a:lnTo>
                  <a:lnTo>
                    <a:pt x="103139" y="8289"/>
                  </a:lnTo>
                  <a:lnTo>
                    <a:pt x="103079" y="7958"/>
                  </a:lnTo>
                  <a:lnTo>
                    <a:pt x="102989" y="7646"/>
                  </a:lnTo>
                  <a:lnTo>
                    <a:pt x="102809" y="7351"/>
                  </a:lnTo>
                  <a:lnTo>
                    <a:pt x="102509" y="6932"/>
                  </a:lnTo>
                  <a:lnTo>
                    <a:pt x="102178" y="6504"/>
                  </a:lnTo>
                  <a:lnTo>
                    <a:pt x="101968" y="6290"/>
                  </a:lnTo>
                  <a:lnTo>
                    <a:pt x="101728" y="6070"/>
                  </a:lnTo>
                  <a:lnTo>
                    <a:pt x="101488" y="5856"/>
                  </a:lnTo>
                  <a:lnTo>
                    <a:pt x="101187" y="5637"/>
                  </a:lnTo>
                  <a:lnTo>
                    <a:pt x="100887" y="5417"/>
                  </a:lnTo>
                  <a:lnTo>
                    <a:pt x="100557" y="5198"/>
                  </a:lnTo>
                  <a:lnTo>
                    <a:pt x="100196" y="4979"/>
                  </a:lnTo>
                  <a:lnTo>
                    <a:pt x="99776" y="4765"/>
                  </a:lnTo>
                  <a:lnTo>
                    <a:pt x="99355" y="4545"/>
                  </a:lnTo>
                  <a:lnTo>
                    <a:pt x="98875" y="4331"/>
                  </a:lnTo>
                  <a:lnTo>
                    <a:pt x="98364" y="4117"/>
                  </a:lnTo>
                  <a:lnTo>
                    <a:pt x="97793" y="3908"/>
                  </a:lnTo>
                  <a:lnTo>
                    <a:pt x="97193" y="3698"/>
                  </a:lnTo>
                  <a:lnTo>
                    <a:pt x="96532" y="3489"/>
                  </a:lnTo>
                  <a:lnTo>
                    <a:pt x="95841" y="3285"/>
                  </a:lnTo>
                  <a:lnTo>
                    <a:pt x="95090" y="3086"/>
                  </a:lnTo>
                  <a:lnTo>
                    <a:pt x="94309" y="2887"/>
                  </a:lnTo>
                  <a:lnTo>
                    <a:pt x="93438" y="2694"/>
                  </a:lnTo>
                  <a:lnTo>
                    <a:pt x="92537" y="2505"/>
                  </a:lnTo>
                  <a:lnTo>
                    <a:pt x="91576" y="2321"/>
                  </a:lnTo>
                  <a:lnTo>
                    <a:pt x="90555" y="2138"/>
                  </a:lnTo>
                  <a:lnTo>
                    <a:pt x="89444" y="1964"/>
                  </a:lnTo>
                  <a:lnTo>
                    <a:pt x="88302" y="1796"/>
                  </a:lnTo>
                  <a:lnTo>
                    <a:pt x="87071" y="1628"/>
                  </a:lnTo>
                  <a:lnTo>
                    <a:pt x="85779" y="1470"/>
                  </a:lnTo>
                  <a:lnTo>
                    <a:pt x="84428" y="1322"/>
                  </a:lnTo>
                  <a:lnTo>
                    <a:pt x="83737" y="1245"/>
                  </a:lnTo>
                  <a:lnTo>
                    <a:pt x="82986" y="1174"/>
                  </a:lnTo>
                  <a:lnTo>
                    <a:pt x="82265" y="1102"/>
                  </a:lnTo>
                  <a:lnTo>
                    <a:pt x="81484" y="1036"/>
                  </a:lnTo>
                  <a:lnTo>
                    <a:pt x="81064" y="1077"/>
                  </a:lnTo>
                  <a:lnTo>
                    <a:pt x="80583" y="1112"/>
                  </a:lnTo>
                  <a:lnTo>
                    <a:pt x="80073" y="1143"/>
                  </a:lnTo>
                  <a:lnTo>
                    <a:pt x="79532" y="1169"/>
                  </a:lnTo>
                  <a:lnTo>
                    <a:pt x="78962" y="1189"/>
                  </a:lnTo>
                  <a:lnTo>
                    <a:pt x="78331" y="1204"/>
                  </a:lnTo>
                  <a:lnTo>
                    <a:pt x="77700" y="1214"/>
                  </a:lnTo>
                  <a:lnTo>
                    <a:pt x="76709" y="1214"/>
                  </a:lnTo>
                  <a:lnTo>
                    <a:pt x="75748" y="1204"/>
                  </a:lnTo>
                  <a:lnTo>
                    <a:pt x="74847" y="1189"/>
                  </a:lnTo>
                  <a:lnTo>
                    <a:pt x="74036" y="1158"/>
                  </a:lnTo>
                  <a:lnTo>
                    <a:pt x="73285" y="1123"/>
                  </a:lnTo>
                  <a:lnTo>
                    <a:pt x="72594" y="1077"/>
                  </a:lnTo>
                  <a:lnTo>
                    <a:pt x="71994" y="1026"/>
                  </a:lnTo>
                  <a:lnTo>
                    <a:pt x="71423" y="970"/>
                  </a:lnTo>
                  <a:lnTo>
                    <a:pt x="70942" y="908"/>
                  </a:lnTo>
                  <a:lnTo>
                    <a:pt x="70492" y="837"/>
                  </a:lnTo>
                  <a:lnTo>
                    <a:pt x="70101" y="766"/>
                  </a:lnTo>
                  <a:lnTo>
                    <a:pt x="69771" y="689"/>
                  </a:lnTo>
                  <a:lnTo>
                    <a:pt x="69501" y="613"/>
                  </a:lnTo>
                  <a:lnTo>
                    <a:pt x="69230" y="531"/>
                  </a:lnTo>
                  <a:lnTo>
                    <a:pt x="69020" y="449"/>
                  </a:lnTo>
                  <a:lnTo>
                    <a:pt x="68870" y="368"/>
                  </a:lnTo>
                  <a:lnTo>
                    <a:pt x="68720" y="286"/>
                  </a:lnTo>
                  <a:lnTo>
                    <a:pt x="67098" y="230"/>
                  </a:lnTo>
                  <a:lnTo>
                    <a:pt x="65446" y="184"/>
                  </a:lnTo>
                  <a:lnTo>
                    <a:pt x="63764" y="138"/>
                  </a:lnTo>
                  <a:lnTo>
                    <a:pt x="61992" y="103"/>
                  </a:lnTo>
                  <a:lnTo>
                    <a:pt x="60190" y="72"/>
                  </a:lnTo>
                  <a:lnTo>
                    <a:pt x="58328" y="41"/>
                  </a:lnTo>
                  <a:lnTo>
                    <a:pt x="56406" y="21"/>
                  </a:lnTo>
                  <a:lnTo>
                    <a:pt x="54423" y="11"/>
                  </a:lnTo>
                  <a:lnTo>
                    <a:pt x="53192" y="6"/>
                  </a:lnTo>
                  <a:lnTo>
                    <a:pt x="51990" y="1"/>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79"/>
            <p:cNvSpPr/>
            <p:nvPr/>
          </p:nvSpPr>
          <p:spPr>
            <a:xfrm flipH="1">
              <a:off x="3727431" y="2702000"/>
              <a:ext cx="437314" cy="423625"/>
            </a:xfrm>
            <a:custGeom>
              <a:avLst/>
              <a:gdLst/>
              <a:ahLst/>
              <a:cxnLst/>
              <a:rect l="l" t="t" r="r" b="b"/>
              <a:pathLst>
                <a:path w="103140" h="16945" fill="none" extrusionOk="0">
                  <a:moveTo>
                    <a:pt x="51990" y="1"/>
                  </a:moveTo>
                  <a:lnTo>
                    <a:pt x="51990" y="1"/>
                  </a:lnTo>
                  <a:lnTo>
                    <a:pt x="53192" y="6"/>
                  </a:lnTo>
                  <a:lnTo>
                    <a:pt x="54423" y="11"/>
                  </a:lnTo>
                  <a:lnTo>
                    <a:pt x="54423" y="11"/>
                  </a:lnTo>
                  <a:lnTo>
                    <a:pt x="56406" y="21"/>
                  </a:lnTo>
                  <a:lnTo>
                    <a:pt x="58328" y="41"/>
                  </a:lnTo>
                  <a:lnTo>
                    <a:pt x="60190" y="72"/>
                  </a:lnTo>
                  <a:lnTo>
                    <a:pt x="61992" y="103"/>
                  </a:lnTo>
                  <a:lnTo>
                    <a:pt x="63764" y="138"/>
                  </a:lnTo>
                  <a:lnTo>
                    <a:pt x="65446" y="184"/>
                  </a:lnTo>
                  <a:lnTo>
                    <a:pt x="67098" y="230"/>
                  </a:lnTo>
                  <a:lnTo>
                    <a:pt x="68720" y="286"/>
                  </a:lnTo>
                  <a:lnTo>
                    <a:pt x="68720" y="286"/>
                  </a:lnTo>
                  <a:lnTo>
                    <a:pt x="68870" y="368"/>
                  </a:lnTo>
                  <a:lnTo>
                    <a:pt x="69020" y="449"/>
                  </a:lnTo>
                  <a:lnTo>
                    <a:pt x="69230" y="531"/>
                  </a:lnTo>
                  <a:lnTo>
                    <a:pt x="69501" y="613"/>
                  </a:lnTo>
                  <a:lnTo>
                    <a:pt x="69771" y="689"/>
                  </a:lnTo>
                  <a:lnTo>
                    <a:pt x="70101" y="766"/>
                  </a:lnTo>
                  <a:lnTo>
                    <a:pt x="70492" y="837"/>
                  </a:lnTo>
                  <a:lnTo>
                    <a:pt x="70942" y="908"/>
                  </a:lnTo>
                  <a:lnTo>
                    <a:pt x="71423" y="970"/>
                  </a:lnTo>
                  <a:lnTo>
                    <a:pt x="71994" y="1026"/>
                  </a:lnTo>
                  <a:lnTo>
                    <a:pt x="72594" y="1077"/>
                  </a:lnTo>
                  <a:lnTo>
                    <a:pt x="73285" y="1123"/>
                  </a:lnTo>
                  <a:lnTo>
                    <a:pt x="74036" y="1158"/>
                  </a:lnTo>
                  <a:lnTo>
                    <a:pt x="74847" y="1189"/>
                  </a:lnTo>
                  <a:lnTo>
                    <a:pt x="75748" y="1204"/>
                  </a:lnTo>
                  <a:lnTo>
                    <a:pt x="76709" y="1214"/>
                  </a:lnTo>
                  <a:lnTo>
                    <a:pt x="76709" y="1214"/>
                  </a:lnTo>
                  <a:lnTo>
                    <a:pt x="77009" y="1214"/>
                  </a:lnTo>
                  <a:lnTo>
                    <a:pt x="77009" y="1214"/>
                  </a:lnTo>
                  <a:lnTo>
                    <a:pt x="77700" y="1214"/>
                  </a:lnTo>
                  <a:lnTo>
                    <a:pt x="78331" y="1204"/>
                  </a:lnTo>
                  <a:lnTo>
                    <a:pt x="78962" y="1189"/>
                  </a:lnTo>
                  <a:lnTo>
                    <a:pt x="79532" y="1169"/>
                  </a:lnTo>
                  <a:lnTo>
                    <a:pt x="80073" y="1143"/>
                  </a:lnTo>
                  <a:lnTo>
                    <a:pt x="80583" y="1112"/>
                  </a:lnTo>
                  <a:lnTo>
                    <a:pt x="81064" y="1077"/>
                  </a:lnTo>
                  <a:lnTo>
                    <a:pt x="81484" y="1036"/>
                  </a:lnTo>
                  <a:lnTo>
                    <a:pt x="81484" y="1036"/>
                  </a:lnTo>
                  <a:lnTo>
                    <a:pt x="82265" y="1102"/>
                  </a:lnTo>
                  <a:lnTo>
                    <a:pt x="82986" y="1174"/>
                  </a:lnTo>
                  <a:lnTo>
                    <a:pt x="83737" y="1245"/>
                  </a:lnTo>
                  <a:lnTo>
                    <a:pt x="84428" y="1322"/>
                  </a:lnTo>
                  <a:lnTo>
                    <a:pt x="85779" y="1470"/>
                  </a:lnTo>
                  <a:lnTo>
                    <a:pt x="87071" y="1628"/>
                  </a:lnTo>
                  <a:lnTo>
                    <a:pt x="88302" y="1796"/>
                  </a:lnTo>
                  <a:lnTo>
                    <a:pt x="89444" y="1964"/>
                  </a:lnTo>
                  <a:lnTo>
                    <a:pt x="90555" y="2138"/>
                  </a:lnTo>
                  <a:lnTo>
                    <a:pt x="91576" y="2321"/>
                  </a:lnTo>
                  <a:lnTo>
                    <a:pt x="92537" y="2505"/>
                  </a:lnTo>
                  <a:lnTo>
                    <a:pt x="93438" y="2694"/>
                  </a:lnTo>
                  <a:lnTo>
                    <a:pt x="94309" y="2887"/>
                  </a:lnTo>
                  <a:lnTo>
                    <a:pt x="95090" y="3086"/>
                  </a:lnTo>
                  <a:lnTo>
                    <a:pt x="95841" y="3285"/>
                  </a:lnTo>
                  <a:lnTo>
                    <a:pt x="96532" y="3489"/>
                  </a:lnTo>
                  <a:lnTo>
                    <a:pt x="97193" y="3698"/>
                  </a:lnTo>
                  <a:lnTo>
                    <a:pt x="97793" y="3908"/>
                  </a:lnTo>
                  <a:lnTo>
                    <a:pt x="98364" y="4117"/>
                  </a:lnTo>
                  <a:lnTo>
                    <a:pt x="98875" y="4331"/>
                  </a:lnTo>
                  <a:lnTo>
                    <a:pt x="99355" y="4545"/>
                  </a:lnTo>
                  <a:lnTo>
                    <a:pt x="99776" y="4765"/>
                  </a:lnTo>
                  <a:lnTo>
                    <a:pt x="100196" y="4979"/>
                  </a:lnTo>
                  <a:lnTo>
                    <a:pt x="100557" y="5198"/>
                  </a:lnTo>
                  <a:lnTo>
                    <a:pt x="100887" y="5417"/>
                  </a:lnTo>
                  <a:lnTo>
                    <a:pt x="101187" y="5637"/>
                  </a:lnTo>
                  <a:lnTo>
                    <a:pt x="101488" y="5856"/>
                  </a:lnTo>
                  <a:lnTo>
                    <a:pt x="101728" y="6070"/>
                  </a:lnTo>
                  <a:lnTo>
                    <a:pt x="101968" y="6290"/>
                  </a:lnTo>
                  <a:lnTo>
                    <a:pt x="102178" y="6504"/>
                  </a:lnTo>
                  <a:lnTo>
                    <a:pt x="102509" y="6932"/>
                  </a:lnTo>
                  <a:lnTo>
                    <a:pt x="102809" y="7351"/>
                  </a:lnTo>
                  <a:lnTo>
                    <a:pt x="102809" y="7351"/>
                  </a:lnTo>
                  <a:lnTo>
                    <a:pt x="102989" y="7646"/>
                  </a:lnTo>
                  <a:lnTo>
                    <a:pt x="103079" y="7958"/>
                  </a:lnTo>
                  <a:lnTo>
                    <a:pt x="103139" y="8289"/>
                  </a:lnTo>
                  <a:lnTo>
                    <a:pt x="103139" y="8636"/>
                  </a:lnTo>
                  <a:lnTo>
                    <a:pt x="103049" y="8998"/>
                  </a:lnTo>
                  <a:lnTo>
                    <a:pt x="102989" y="9182"/>
                  </a:lnTo>
                  <a:lnTo>
                    <a:pt x="102899" y="9370"/>
                  </a:lnTo>
                  <a:lnTo>
                    <a:pt x="102779" y="9559"/>
                  </a:lnTo>
                  <a:lnTo>
                    <a:pt x="102659" y="9748"/>
                  </a:lnTo>
                  <a:lnTo>
                    <a:pt x="102509" y="9942"/>
                  </a:lnTo>
                  <a:lnTo>
                    <a:pt x="102329" y="10136"/>
                  </a:lnTo>
                  <a:lnTo>
                    <a:pt x="102148" y="10334"/>
                  </a:lnTo>
                  <a:lnTo>
                    <a:pt x="101908" y="10528"/>
                  </a:lnTo>
                  <a:lnTo>
                    <a:pt x="101668" y="10727"/>
                  </a:lnTo>
                  <a:lnTo>
                    <a:pt x="101397" y="10926"/>
                  </a:lnTo>
                  <a:lnTo>
                    <a:pt x="101097" y="11125"/>
                  </a:lnTo>
                  <a:lnTo>
                    <a:pt x="100797" y="11329"/>
                  </a:lnTo>
                  <a:lnTo>
                    <a:pt x="100436" y="11528"/>
                  </a:lnTo>
                  <a:lnTo>
                    <a:pt x="100046" y="11727"/>
                  </a:lnTo>
                  <a:lnTo>
                    <a:pt x="99655" y="11926"/>
                  </a:lnTo>
                  <a:lnTo>
                    <a:pt x="99205" y="12125"/>
                  </a:lnTo>
                  <a:lnTo>
                    <a:pt x="98754" y="12324"/>
                  </a:lnTo>
                  <a:lnTo>
                    <a:pt x="98244" y="12523"/>
                  </a:lnTo>
                  <a:lnTo>
                    <a:pt x="97703" y="12716"/>
                  </a:lnTo>
                  <a:lnTo>
                    <a:pt x="97163" y="12910"/>
                  </a:lnTo>
                  <a:lnTo>
                    <a:pt x="96562" y="13104"/>
                  </a:lnTo>
                  <a:lnTo>
                    <a:pt x="95931" y="13293"/>
                  </a:lnTo>
                  <a:lnTo>
                    <a:pt x="95270" y="13482"/>
                  </a:lnTo>
                  <a:lnTo>
                    <a:pt x="94550" y="13665"/>
                  </a:lnTo>
                  <a:lnTo>
                    <a:pt x="93829" y="13849"/>
                  </a:lnTo>
                  <a:lnTo>
                    <a:pt x="93048" y="14027"/>
                  </a:lnTo>
                  <a:lnTo>
                    <a:pt x="92237" y="14206"/>
                  </a:lnTo>
                  <a:lnTo>
                    <a:pt x="91366" y="14379"/>
                  </a:lnTo>
                  <a:lnTo>
                    <a:pt x="90495" y="14548"/>
                  </a:lnTo>
                  <a:lnTo>
                    <a:pt x="89564" y="14716"/>
                  </a:lnTo>
                  <a:lnTo>
                    <a:pt x="88573" y="14874"/>
                  </a:lnTo>
                  <a:lnTo>
                    <a:pt x="87582" y="15032"/>
                  </a:lnTo>
                  <a:lnTo>
                    <a:pt x="86530" y="15185"/>
                  </a:lnTo>
                  <a:lnTo>
                    <a:pt x="85419" y="15333"/>
                  </a:lnTo>
                  <a:lnTo>
                    <a:pt x="84278" y="15476"/>
                  </a:lnTo>
                  <a:lnTo>
                    <a:pt x="83076" y="15614"/>
                  </a:lnTo>
                  <a:lnTo>
                    <a:pt x="81845" y="15746"/>
                  </a:lnTo>
                  <a:lnTo>
                    <a:pt x="80583" y="15874"/>
                  </a:lnTo>
                  <a:lnTo>
                    <a:pt x="79262" y="15996"/>
                  </a:lnTo>
                  <a:lnTo>
                    <a:pt x="77880" y="16113"/>
                  </a:lnTo>
                  <a:lnTo>
                    <a:pt x="76469" y="16221"/>
                  </a:lnTo>
                  <a:lnTo>
                    <a:pt x="74997" y="16323"/>
                  </a:lnTo>
                  <a:lnTo>
                    <a:pt x="73465" y="16414"/>
                  </a:lnTo>
                  <a:lnTo>
                    <a:pt x="71903" y="16506"/>
                  </a:lnTo>
                  <a:lnTo>
                    <a:pt x="70282" y="16583"/>
                  </a:lnTo>
                  <a:lnTo>
                    <a:pt x="68600" y="16659"/>
                  </a:lnTo>
                  <a:lnTo>
                    <a:pt x="66888" y="16726"/>
                  </a:lnTo>
                  <a:lnTo>
                    <a:pt x="65116" y="16782"/>
                  </a:lnTo>
                  <a:lnTo>
                    <a:pt x="63283" y="16833"/>
                  </a:lnTo>
                  <a:lnTo>
                    <a:pt x="61391" y="16873"/>
                  </a:lnTo>
                  <a:lnTo>
                    <a:pt x="59439" y="16904"/>
                  </a:lnTo>
                  <a:lnTo>
                    <a:pt x="57457" y="16924"/>
                  </a:lnTo>
                  <a:lnTo>
                    <a:pt x="55384" y="16940"/>
                  </a:lnTo>
                  <a:lnTo>
                    <a:pt x="53282" y="16945"/>
                  </a:lnTo>
                  <a:lnTo>
                    <a:pt x="53282" y="16945"/>
                  </a:lnTo>
                  <a:lnTo>
                    <a:pt x="51420" y="16940"/>
                  </a:lnTo>
                  <a:lnTo>
                    <a:pt x="51420" y="16940"/>
                  </a:lnTo>
                  <a:lnTo>
                    <a:pt x="49738" y="16935"/>
                  </a:lnTo>
                  <a:lnTo>
                    <a:pt x="48116" y="16919"/>
                  </a:lnTo>
                  <a:lnTo>
                    <a:pt x="46524" y="16904"/>
                  </a:lnTo>
                  <a:lnTo>
                    <a:pt x="44962" y="16879"/>
                  </a:lnTo>
                  <a:lnTo>
                    <a:pt x="43431" y="16853"/>
                  </a:lnTo>
                  <a:lnTo>
                    <a:pt x="41959" y="16822"/>
                  </a:lnTo>
                  <a:lnTo>
                    <a:pt x="40517" y="16787"/>
                  </a:lnTo>
                  <a:lnTo>
                    <a:pt x="39076" y="16746"/>
                  </a:lnTo>
                  <a:lnTo>
                    <a:pt x="37694" y="16700"/>
                  </a:lnTo>
                  <a:lnTo>
                    <a:pt x="36342" y="16654"/>
                  </a:lnTo>
                  <a:lnTo>
                    <a:pt x="35021" y="16603"/>
                  </a:lnTo>
                  <a:lnTo>
                    <a:pt x="33729" y="16547"/>
                  </a:lnTo>
                  <a:lnTo>
                    <a:pt x="32468" y="16486"/>
                  </a:lnTo>
                  <a:lnTo>
                    <a:pt x="31236" y="16425"/>
                  </a:lnTo>
                  <a:lnTo>
                    <a:pt x="30065" y="16358"/>
                  </a:lnTo>
                  <a:lnTo>
                    <a:pt x="28894" y="16287"/>
                  </a:lnTo>
                  <a:lnTo>
                    <a:pt x="28894" y="16287"/>
                  </a:lnTo>
                  <a:lnTo>
                    <a:pt x="28834" y="16195"/>
                  </a:lnTo>
                  <a:lnTo>
                    <a:pt x="28744" y="16098"/>
                  </a:lnTo>
                  <a:lnTo>
                    <a:pt x="28593" y="16001"/>
                  </a:lnTo>
                  <a:lnTo>
                    <a:pt x="28413" y="15899"/>
                  </a:lnTo>
                  <a:lnTo>
                    <a:pt x="28203" y="15802"/>
                  </a:lnTo>
                  <a:lnTo>
                    <a:pt x="27903" y="15700"/>
                  </a:lnTo>
                  <a:lnTo>
                    <a:pt x="27572" y="15603"/>
                  </a:lnTo>
                  <a:lnTo>
                    <a:pt x="27362" y="15558"/>
                  </a:lnTo>
                  <a:lnTo>
                    <a:pt x="27152" y="15512"/>
                  </a:lnTo>
                  <a:lnTo>
                    <a:pt x="26911" y="15466"/>
                  </a:lnTo>
                  <a:lnTo>
                    <a:pt x="26641" y="15425"/>
                  </a:lnTo>
                  <a:lnTo>
                    <a:pt x="26371" y="15384"/>
                  </a:lnTo>
                  <a:lnTo>
                    <a:pt x="26070" y="15343"/>
                  </a:lnTo>
                  <a:lnTo>
                    <a:pt x="25770" y="15308"/>
                  </a:lnTo>
                  <a:lnTo>
                    <a:pt x="25410" y="15272"/>
                  </a:lnTo>
                  <a:lnTo>
                    <a:pt x="25049" y="15236"/>
                  </a:lnTo>
                  <a:lnTo>
                    <a:pt x="24659" y="15206"/>
                  </a:lnTo>
                  <a:lnTo>
                    <a:pt x="24268" y="15180"/>
                  </a:lnTo>
                  <a:lnTo>
                    <a:pt x="23818" y="15155"/>
                  </a:lnTo>
                  <a:lnTo>
                    <a:pt x="23367" y="15134"/>
                  </a:lnTo>
                  <a:lnTo>
                    <a:pt x="22857" y="15114"/>
                  </a:lnTo>
                  <a:lnTo>
                    <a:pt x="22346" y="15098"/>
                  </a:lnTo>
                  <a:lnTo>
                    <a:pt x="21806" y="15088"/>
                  </a:lnTo>
                  <a:lnTo>
                    <a:pt x="21235" y="15078"/>
                  </a:lnTo>
                  <a:lnTo>
                    <a:pt x="20604" y="15073"/>
                  </a:lnTo>
                  <a:lnTo>
                    <a:pt x="20604" y="15073"/>
                  </a:lnTo>
                  <a:lnTo>
                    <a:pt x="20304" y="15073"/>
                  </a:lnTo>
                  <a:lnTo>
                    <a:pt x="20304" y="15073"/>
                  </a:lnTo>
                  <a:lnTo>
                    <a:pt x="19793" y="15073"/>
                  </a:lnTo>
                  <a:lnTo>
                    <a:pt x="19313" y="15078"/>
                  </a:lnTo>
                  <a:lnTo>
                    <a:pt x="18862" y="15088"/>
                  </a:lnTo>
                  <a:lnTo>
                    <a:pt x="18412" y="15098"/>
                  </a:lnTo>
                  <a:lnTo>
                    <a:pt x="17991" y="15114"/>
                  </a:lnTo>
                  <a:lnTo>
                    <a:pt x="17571" y="15129"/>
                  </a:lnTo>
                  <a:lnTo>
                    <a:pt x="17180" y="15149"/>
                  </a:lnTo>
                  <a:lnTo>
                    <a:pt x="16820" y="15175"/>
                  </a:lnTo>
                  <a:lnTo>
                    <a:pt x="16820" y="15175"/>
                  </a:lnTo>
                  <a:lnTo>
                    <a:pt x="16129" y="15083"/>
                  </a:lnTo>
                  <a:lnTo>
                    <a:pt x="15468" y="14991"/>
                  </a:lnTo>
                  <a:lnTo>
                    <a:pt x="14838" y="14894"/>
                  </a:lnTo>
                  <a:lnTo>
                    <a:pt x="14237" y="14798"/>
                  </a:lnTo>
                  <a:lnTo>
                    <a:pt x="13035" y="14604"/>
                  </a:lnTo>
                  <a:lnTo>
                    <a:pt x="11894" y="14405"/>
                  </a:lnTo>
                  <a:lnTo>
                    <a:pt x="10843" y="14196"/>
                  </a:lnTo>
                  <a:lnTo>
                    <a:pt x="9852" y="13987"/>
                  </a:lnTo>
                  <a:lnTo>
                    <a:pt x="8921" y="13772"/>
                  </a:lnTo>
                  <a:lnTo>
                    <a:pt x="8050" y="13558"/>
                  </a:lnTo>
                  <a:lnTo>
                    <a:pt x="7209" y="13334"/>
                  </a:lnTo>
                  <a:lnTo>
                    <a:pt x="6458" y="13114"/>
                  </a:lnTo>
                  <a:lnTo>
                    <a:pt x="5737" y="12885"/>
                  </a:lnTo>
                  <a:lnTo>
                    <a:pt x="5076" y="12660"/>
                  </a:lnTo>
                  <a:lnTo>
                    <a:pt x="4476" y="12431"/>
                  </a:lnTo>
                  <a:lnTo>
                    <a:pt x="3935" y="12201"/>
                  </a:lnTo>
                  <a:lnTo>
                    <a:pt x="3424" y="11972"/>
                  </a:lnTo>
                  <a:lnTo>
                    <a:pt x="2944" y="11737"/>
                  </a:lnTo>
                  <a:lnTo>
                    <a:pt x="2944" y="11737"/>
                  </a:lnTo>
                  <a:lnTo>
                    <a:pt x="2974" y="11579"/>
                  </a:lnTo>
                  <a:lnTo>
                    <a:pt x="2944" y="11426"/>
                  </a:lnTo>
                  <a:lnTo>
                    <a:pt x="2914" y="11283"/>
                  </a:lnTo>
                  <a:lnTo>
                    <a:pt x="2824" y="11151"/>
                  </a:lnTo>
                  <a:lnTo>
                    <a:pt x="2824" y="11151"/>
                  </a:lnTo>
                  <a:lnTo>
                    <a:pt x="2703" y="10967"/>
                  </a:lnTo>
                  <a:lnTo>
                    <a:pt x="2553" y="10773"/>
                  </a:lnTo>
                  <a:lnTo>
                    <a:pt x="2343" y="10584"/>
                  </a:lnTo>
                  <a:lnTo>
                    <a:pt x="2073" y="10391"/>
                  </a:lnTo>
                  <a:lnTo>
                    <a:pt x="1772" y="10197"/>
                  </a:lnTo>
                  <a:lnTo>
                    <a:pt x="1592" y="10100"/>
                  </a:lnTo>
                  <a:lnTo>
                    <a:pt x="1382" y="10003"/>
                  </a:lnTo>
                  <a:lnTo>
                    <a:pt x="1172" y="9911"/>
                  </a:lnTo>
                  <a:lnTo>
                    <a:pt x="931" y="9814"/>
                  </a:lnTo>
                  <a:lnTo>
                    <a:pt x="661" y="9722"/>
                  </a:lnTo>
                  <a:lnTo>
                    <a:pt x="361" y="9631"/>
                  </a:lnTo>
                  <a:lnTo>
                    <a:pt x="361" y="9631"/>
                  </a:lnTo>
                  <a:lnTo>
                    <a:pt x="271" y="9427"/>
                  </a:lnTo>
                  <a:lnTo>
                    <a:pt x="181" y="9233"/>
                  </a:lnTo>
                  <a:lnTo>
                    <a:pt x="60" y="8850"/>
                  </a:lnTo>
                  <a:lnTo>
                    <a:pt x="0" y="8493"/>
                  </a:lnTo>
                  <a:lnTo>
                    <a:pt x="0" y="8162"/>
                  </a:lnTo>
                  <a:lnTo>
                    <a:pt x="0" y="8162"/>
                  </a:lnTo>
                  <a:lnTo>
                    <a:pt x="0" y="8019"/>
                  </a:lnTo>
                  <a:lnTo>
                    <a:pt x="60" y="7876"/>
                  </a:lnTo>
                  <a:lnTo>
                    <a:pt x="121" y="7733"/>
                  </a:lnTo>
                  <a:lnTo>
                    <a:pt x="181" y="7580"/>
                  </a:lnTo>
                  <a:lnTo>
                    <a:pt x="301" y="7427"/>
                  </a:lnTo>
                  <a:lnTo>
                    <a:pt x="421" y="7274"/>
                  </a:lnTo>
                  <a:lnTo>
                    <a:pt x="571" y="7111"/>
                  </a:lnTo>
                  <a:lnTo>
                    <a:pt x="721" y="6953"/>
                  </a:lnTo>
                  <a:lnTo>
                    <a:pt x="721" y="6953"/>
                  </a:lnTo>
                  <a:lnTo>
                    <a:pt x="1772" y="6861"/>
                  </a:lnTo>
                  <a:lnTo>
                    <a:pt x="2764" y="6759"/>
                  </a:lnTo>
                  <a:lnTo>
                    <a:pt x="3725" y="6652"/>
                  </a:lnTo>
                  <a:lnTo>
                    <a:pt x="4596" y="6540"/>
                  </a:lnTo>
                  <a:lnTo>
                    <a:pt x="5467" y="6422"/>
                  </a:lnTo>
                  <a:lnTo>
                    <a:pt x="6248" y="6300"/>
                  </a:lnTo>
                  <a:lnTo>
                    <a:pt x="6998" y="6172"/>
                  </a:lnTo>
                  <a:lnTo>
                    <a:pt x="7719" y="6045"/>
                  </a:lnTo>
                  <a:lnTo>
                    <a:pt x="8380" y="5907"/>
                  </a:lnTo>
                  <a:lnTo>
                    <a:pt x="9011" y="5769"/>
                  </a:lnTo>
                  <a:lnTo>
                    <a:pt x="9581" y="5627"/>
                  </a:lnTo>
                  <a:lnTo>
                    <a:pt x="10122" y="5479"/>
                  </a:lnTo>
                  <a:lnTo>
                    <a:pt x="10633" y="5331"/>
                  </a:lnTo>
                  <a:lnTo>
                    <a:pt x="11083" y="5183"/>
                  </a:lnTo>
                  <a:lnTo>
                    <a:pt x="11504" y="5030"/>
                  </a:lnTo>
                  <a:lnTo>
                    <a:pt x="11894" y="4877"/>
                  </a:lnTo>
                  <a:lnTo>
                    <a:pt x="12255" y="4719"/>
                  </a:lnTo>
                  <a:lnTo>
                    <a:pt x="12585" y="4566"/>
                  </a:lnTo>
                  <a:lnTo>
                    <a:pt x="12885" y="4407"/>
                  </a:lnTo>
                  <a:lnTo>
                    <a:pt x="13126" y="4249"/>
                  </a:lnTo>
                  <a:lnTo>
                    <a:pt x="13366" y="4096"/>
                  </a:lnTo>
                  <a:lnTo>
                    <a:pt x="13576" y="3938"/>
                  </a:lnTo>
                  <a:lnTo>
                    <a:pt x="13756" y="3785"/>
                  </a:lnTo>
                  <a:lnTo>
                    <a:pt x="13876" y="3632"/>
                  </a:lnTo>
                  <a:lnTo>
                    <a:pt x="14027" y="3479"/>
                  </a:lnTo>
                  <a:lnTo>
                    <a:pt x="14117" y="3331"/>
                  </a:lnTo>
                  <a:lnTo>
                    <a:pt x="14177" y="3183"/>
                  </a:lnTo>
                  <a:lnTo>
                    <a:pt x="14237" y="3041"/>
                  </a:lnTo>
                  <a:lnTo>
                    <a:pt x="14267" y="2903"/>
                  </a:lnTo>
                  <a:lnTo>
                    <a:pt x="14297" y="2765"/>
                  </a:lnTo>
                  <a:lnTo>
                    <a:pt x="14267" y="2500"/>
                  </a:lnTo>
                  <a:lnTo>
                    <a:pt x="14267" y="2500"/>
                  </a:lnTo>
                  <a:lnTo>
                    <a:pt x="15048" y="2367"/>
                  </a:lnTo>
                  <a:lnTo>
                    <a:pt x="15859" y="2235"/>
                  </a:lnTo>
                  <a:lnTo>
                    <a:pt x="16670" y="2107"/>
                  </a:lnTo>
                  <a:lnTo>
                    <a:pt x="17541" y="1980"/>
                  </a:lnTo>
                  <a:lnTo>
                    <a:pt x="18412" y="1857"/>
                  </a:lnTo>
                  <a:lnTo>
                    <a:pt x="19313" y="1735"/>
                  </a:lnTo>
                  <a:lnTo>
                    <a:pt x="20244" y="1617"/>
                  </a:lnTo>
                  <a:lnTo>
                    <a:pt x="21205" y="1505"/>
                  </a:lnTo>
                  <a:lnTo>
                    <a:pt x="22166" y="1393"/>
                  </a:lnTo>
                  <a:lnTo>
                    <a:pt x="23157" y="1286"/>
                  </a:lnTo>
                  <a:lnTo>
                    <a:pt x="24208" y="1179"/>
                  </a:lnTo>
                  <a:lnTo>
                    <a:pt x="25260" y="1082"/>
                  </a:lnTo>
                  <a:lnTo>
                    <a:pt x="26341" y="980"/>
                  </a:lnTo>
                  <a:lnTo>
                    <a:pt x="27422" y="888"/>
                  </a:lnTo>
                  <a:lnTo>
                    <a:pt x="28563" y="801"/>
                  </a:lnTo>
                  <a:lnTo>
                    <a:pt x="29735" y="715"/>
                  </a:lnTo>
                  <a:lnTo>
                    <a:pt x="30906" y="633"/>
                  </a:lnTo>
                  <a:lnTo>
                    <a:pt x="32107" y="556"/>
                  </a:lnTo>
                  <a:lnTo>
                    <a:pt x="33339" y="480"/>
                  </a:lnTo>
                  <a:lnTo>
                    <a:pt x="34630" y="414"/>
                  </a:lnTo>
                  <a:lnTo>
                    <a:pt x="35922" y="352"/>
                  </a:lnTo>
                  <a:lnTo>
                    <a:pt x="37213" y="291"/>
                  </a:lnTo>
                  <a:lnTo>
                    <a:pt x="38565" y="240"/>
                  </a:lnTo>
                  <a:lnTo>
                    <a:pt x="39947" y="189"/>
                  </a:lnTo>
                  <a:lnTo>
                    <a:pt x="41358" y="148"/>
                  </a:lnTo>
                  <a:lnTo>
                    <a:pt x="42800" y="108"/>
                  </a:lnTo>
                  <a:lnTo>
                    <a:pt x="44241" y="77"/>
                  </a:lnTo>
                  <a:lnTo>
                    <a:pt x="45743" y="52"/>
                  </a:lnTo>
                  <a:lnTo>
                    <a:pt x="47245" y="31"/>
                  </a:lnTo>
                  <a:lnTo>
                    <a:pt x="48807" y="16"/>
                  </a:lnTo>
                  <a:lnTo>
                    <a:pt x="50369" y="6"/>
                  </a:lnTo>
                  <a:lnTo>
                    <a:pt x="5199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79"/>
            <p:cNvSpPr/>
            <p:nvPr/>
          </p:nvSpPr>
          <p:spPr>
            <a:xfrm flipH="1">
              <a:off x="4042107" y="3081350"/>
              <a:ext cx="70681" cy="65950"/>
            </a:xfrm>
            <a:custGeom>
              <a:avLst/>
              <a:gdLst/>
              <a:ahLst/>
              <a:cxnLst/>
              <a:rect l="l" t="t" r="r" b="b"/>
              <a:pathLst>
                <a:path w="16670" h="2638" extrusionOk="0">
                  <a:moveTo>
                    <a:pt x="4566" y="1"/>
                  </a:moveTo>
                  <a:lnTo>
                    <a:pt x="4175" y="26"/>
                  </a:lnTo>
                  <a:lnTo>
                    <a:pt x="3815" y="57"/>
                  </a:lnTo>
                  <a:lnTo>
                    <a:pt x="3485" y="88"/>
                  </a:lnTo>
                  <a:lnTo>
                    <a:pt x="3154" y="123"/>
                  </a:lnTo>
                  <a:lnTo>
                    <a:pt x="2854" y="159"/>
                  </a:lnTo>
                  <a:lnTo>
                    <a:pt x="2553" y="200"/>
                  </a:lnTo>
                  <a:lnTo>
                    <a:pt x="2283" y="241"/>
                  </a:lnTo>
                  <a:lnTo>
                    <a:pt x="2043" y="287"/>
                  </a:lnTo>
                  <a:lnTo>
                    <a:pt x="1803" y="333"/>
                  </a:lnTo>
                  <a:lnTo>
                    <a:pt x="1592" y="378"/>
                  </a:lnTo>
                  <a:lnTo>
                    <a:pt x="1232" y="475"/>
                  </a:lnTo>
                  <a:lnTo>
                    <a:pt x="902" y="572"/>
                  </a:lnTo>
                  <a:lnTo>
                    <a:pt x="631" y="679"/>
                  </a:lnTo>
                  <a:lnTo>
                    <a:pt x="421" y="781"/>
                  </a:lnTo>
                  <a:lnTo>
                    <a:pt x="241" y="888"/>
                  </a:lnTo>
                  <a:lnTo>
                    <a:pt x="121" y="990"/>
                  </a:lnTo>
                  <a:lnTo>
                    <a:pt x="61" y="1093"/>
                  </a:lnTo>
                  <a:lnTo>
                    <a:pt x="1" y="1189"/>
                  </a:lnTo>
                  <a:lnTo>
                    <a:pt x="1" y="1286"/>
                  </a:lnTo>
                  <a:lnTo>
                    <a:pt x="1" y="1373"/>
                  </a:lnTo>
                  <a:lnTo>
                    <a:pt x="61" y="1450"/>
                  </a:lnTo>
                  <a:lnTo>
                    <a:pt x="121" y="1546"/>
                  </a:lnTo>
                  <a:lnTo>
                    <a:pt x="211" y="1643"/>
                  </a:lnTo>
                  <a:lnTo>
                    <a:pt x="331" y="1740"/>
                  </a:lnTo>
                  <a:lnTo>
                    <a:pt x="481" y="1842"/>
                  </a:lnTo>
                  <a:lnTo>
                    <a:pt x="691" y="1939"/>
                  </a:lnTo>
                  <a:lnTo>
                    <a:pt x="932" y="2036"/>
                  </a:lnTo>
                  <a:lnTo>
                    <a:pt x="1262" y="2128"/>
                  </a:lnTo>
                  <a:lnTo>
                    <a:pt x="1442" y="2174"/>
                  </a:lnTo>
                  <a:lnTo>
                    <a:pt x="1622" y="2220"/>
                  </a:lnTo>
                  <a:lnTo>
                    <a:pt x="1833" y="2261"/>
                  </a:lnTo>
                  <a:lnTo>
                    <a:pt x="2073" y="2301"/>
                  </a:lnTo>
                  <a:lnTo>
                    <a:pt x="2343" y="2342"/>
                  </a:lnTo>
                  <a:lnTo>
                    <a:pt x="2614" y="2378"/>
                  </a:lnTo>
                  <a:lnTo>
                    <a:pt x="2914" y="2414"/>
                  </a:lnTo>
                  <a:lnTo>
                    <a:pt x="3214" y="2444"/>
                  </a:lnTo>
                  <a:lnTo>
                    <a:pt x="3575" y="2480"/>
                  </a:lnTo>
                  <a:lnTo>
                    <a:pt x="3935" y="2505"/>
                  </a:lnTo>
                  <a:lnTo>
                    <a:pt x="4326" y="2531"/>
                  </a:lnTo>
                  <a:lnTo>
                    <a:pt x="4746" y="2556"/>
                  </a:lnTo>
                  <a:lnTo>
                    <a:pt x="5197" y="2577"/>
                  </a:lnTo>
                  <a:lnTo>
                    <a:pt x="5677" y="2597"/>
                  </a:lnTo>
                  <a:lnTo>
                    <a:pt x="6188" y="2613"/>
                  </a:lnTo>
                  <a:lnTo>
                    <a:pt x="6698" y="2623"/>
                  </a:lnTo>
                  <a:lnTo>
                    <a:pt x="7269" y="2633"/>
                  </a:lnTo>
                  <a:lnTo>
                    <a:pt x="7870" y="2638"/>
                  </a:lnTo>
                  <a:lnTo>
                    <a:pt x="8831" y="2638"/>
                  </a:lnTo>
                  <a:lnTo>
                    <a:pt x="9401" y="2628"/>
                  </a:lnTo>
                  <a:lnTo>
                    <a:pt x="9912" y="2618"/>
                  </a:lnTo>
                  <a:lnTo>
                    <a:pt x="10423" y="2602"/>
                  </a:lnTo>
                  <a:lnTo>
                    <a:pt x="10903" y="2582"/>
                  </a:lnTo>
                  <a:lnTo>
                    <a:pt x="11354" y="2556"/>
                  </a:lnTo>
                  <a:lnTo>
                    <a:pt x="11804" y="2531"/>
                  </a:lnTo>
                  <a:lnTo>
                    <a:pt x="12195" y="2495"/>
                  </a:lnTo>
                  <a:lnTo>
                    <a:pt x="12585" y="2465"/>
                  </a:lnTo>
                  <a:lnTo>
                    <a:pt x="12976" y="2424"/>
                  </a:lnTo>
                  <a:lnTo>
                    <a:pt x="13336" y="2388"/>
                  </a:lnTo>
                  <a:lnTo>
                    <a:pt x="13666" y="2342"/>
                  </a:lnTo>
                  <a:lnTo>
                    <a:pt x="13967" y="2296"/>
                  </a:lnTo>
                  <a:lnTo>
                    <a:pt x="14267" y="2250"/>
                  </a:lnTo>
                  <a:lnTo>
                    <a:pt x="14537" y="2204"/>
                  </a:lnTo>
                  <a:lnTo>
                    <a:pt x="14808" y="2153"/>
                  </a:lnTo>
                  <a:lnTo>
                    <a:pt x="15048" y="2102"/>
                  </a:lnTo>
                  <a:lnTo>
                    <a:pt x="15258" y="2046"/>
                  </a:lnTo>
                  <a:lnTo>
                    <a:pt x="15649" y="1939"/>
                  </a:lnTo>
                  <a:lnTo>
                    <a:pt x="15979" y="1832"/>
                  </a:lnTo>
                  <a:lnTo>
                    <a:pt x="16219" y="1720"/>
                  </a:lnTo>
                  <a:lnTo>
                    <a:pt x="16429" y="1613"/>
                  </a:lnTo>
                  <a:lnTo>
                    <a:pt x="16550" y="1511"/>
                  </a:lnTo>
                  <a:lnTo>
                    <a:pt x="16640" y="1409"/>
                  </a:lnTo>
                  <a:lnTo>
                    <a:pt x="16670" y="1317"/>
                  </a:lnTo>
                  <a:lnTo>
                    <a:pt x="16670" y="1225"/>
                  </a:lnTo>
                  <a:lnTo>
                    <a:pt x="16640" y="1113"/>
                  </a:lnTo>
                  <a:lnTo>
                    <a:pt x="14898" y="1001"/>
                  </a:lnTo>
                  <a:lnTo>
                    <a:pt x="13216" y="878"/>
                  </a:lnTo>
                  <a:lnTo>
                    <a:pt x="11594" y="746"/>
                  </a:lnTo>
                  <a:lnTo>
                    <a:pt x="10062" y="613"/>
                  </a:lnTo>
                  <a:lnTo>
                    <a:pt x="8590" y="465"/>
                  </a:lnTo>
                  <a:lnTo>
                    <a:pt x="7179" y="317"/>
                  </a:lnTo>
                  <a:lnTo>
                    <a:pt x="5827" y="159"/>
                  </a:lnTo>
                  <a:lnTo>
                    <a:pt x="4566" y="1"/>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79"/>
            <p:cNvSpPr/>
            <p:nvPr/>
          </p:nvSpPr>
          <p:spPr>
            <a:xfrm flipH="1">
              <a:off x="4042107" y="3081350"/>
              <a:ext cx="70681" cy="65950"/>
            </a:xfrm>
            <a:custGeom>
              <a:avLst/>
              <a:gdLst/>
              <a:ahLst/>
              <a:cxnLst/>
              <a:rect l="l" t="t" r="r" b="b"/>
              <a:pathLst>
                <a:path w="16670" h="2638" fill="none" extrusionOk="0">
                  <a:moveTo>
                    <a:pt x="4566" y="1"/>
                  </a:moveTo>
                  <a:lnTo>
                    <a:pt x="4566" y="1"/>
                  </a:lnTo>
                  <a:lnTo>
                    <a:pt x="5827" y="159"/>
                  </a:lnTo>
                  <a:lnTo>
                    <a:pt x="7179" y="317"/>
                  </a:lnTo>
                  <a:lnTo>
                    <a:pt x="8590" y="465"/>
                  </a:lnTo>
                  <a:lnTo>
                    <a:pt x="10062" y="613"/>
                  </a:lnTo>
                  <a:lnTo>
                    <a:pt x="11594" y="746"/>
                  </a:lnTo>
                  <a:lnTo>
                    <a:pt x="13216" y="878"/>
                  </a:lnTo>
                  <a:lnTo>
                    <a:pt x="14898" y="1001"/>
                  </a:lnTo>
                  <a:lnTo>
                    <a:pt x="16640" y="1113"/>
                  </a:lnTo>
                  <a:lnTo>
                    <a:pt x="16640" y="1113"/>
                  </a:lnTo>
                  <a:lnTo>
                    <a:pt x="16670" y="1225"/>
                  </a:lnTo>
                  <a:lnTo>
                    <a:pt x="16670" y="1317"/>
                  </a:lnTo>
                  <a:lnTo>
                    <a:pt x="16670" y="1317"/>
                  </a:lnTo>
                  <a:lnTo>
                    <a:pt x="16640" y="1409"/>
                  </a:lnTo>
                  <a:lnTo>
                    <a:pt x="16550" y="1511"/>
                  </a:lnTo>
                  <a:lnTo>
                    <a:pt x="16429" y="1613"/>
                  </a:lnTo>
                  <a:lnTo>
                    <a:pt x="16219" y="1720"/>
                  </a:lnTo>
                  <a:lnTo>
                    <a:pt x="15979" y="1832"/>
                  </a:lnTo>
                  <a:lnTo>
                    <a:pt x="15649" y="1939"/>
                  </a:lnTo>
                  <a:lnTo>
                    <a:pt x="15258" y="2046"/>
                  </a:lnTo>
                  <a:lnTo>
                    <a:pt x="15048" y="2102"/>
                  </a:lnTo>
                  <a:lnTo>
                    <a:pt x="14808" y="2153"/>
                  </a:lnTo>
                  <a:lnTo>
                    <a:pt x="14537" y="2204"/>
                  </a:lnTo>
                  <a:lnTo>
                    <a:pt x="14267" y="2250"/>
                  </a:lnTo>
                  <a:lnTo>
                    <a:pt x="13967" y="2296"/>
                  </a:lnTo>
                  <a:lnTo>
                    <a:pt x="13666" y="2342"/>
                  </a:lnTo>
                  <a:lnTo>
                    <a:pt x="13336" y="2388"/>
                  </a:lnTo>
                  <a:lnTo>
                    <a:pt x="12976" y="2424"/>
                  </a:lnTo>
                  <a:lnTo>
                    <a:pt x="12585" y="2465"/>
                  </a:lnTo>
                  <a:lnTo>
                    <a:pt x="12195" y="2495"/>
                  </a:lnTo>
                  <a:lnTo>
                    <a:pt x="11804" y="2531"/>
                  </a:lnTo>
                  <a:lnTo>
                    <a:pt x="11354" y="2556"/>
                  </a:lnTo>
                  <a:lnTo>
                    <a:pt x="10903" y="2582"/>
                  </a:lnTo>
                  <a:lnTo>
                    <a:pt x="10423" y="2602"/>
                  </a:lnTo>
                  <a:lnTo>
                    <a:pt x="9912" y="2618"/>
                  </a:lnTo>
                  <a:lnTo>
                    <a:pt x="9401" y="2628"/>
                  </a:lnTo>
                  <a:lnTo>
                    <a:pt x="8831" y="2638"/>
                  </a:lnTo>
                  <a:lnTo>
                    <a:pt x="8260" y="2638"/>
                  </a:lnTo>
                  <a:lnTo>
                    <a:pt x="8260" y="2638"/>
                  </a:lnTo>
                  <a:lnTo>
                    <a:pt x="7870" y="2638"/>
                  </a:lnTo>
                  <a:lnTo>
                    <a:pt x="7870" y="2638"/>
                  </a:lnTo>
                  <a:lnTo>
                    <a:pt x="7269" y="2633"/>
                  </a:lnTo>
                  <a:lnTo>
                    <a:pt x="6698" y="2623"/>
                  </a:lnTo>
                  <a:lnTo>
                    <a:pt x="6188" y="2613"/>
                  </a:lnTo>
                  <a:lnTo>
                    <a:pt x="5677" y="2597"/>
                  </a:lnTo>
                  <a:lnTo>
                    <a:pt x="5197" y="2577"/>
                  </a:lnTo>
                  <a:lnTo>
                    <a:pt x="4746" y="2556"/>
                  </a:lnTo>
                  <a:lnTo>
                    <a:pt x="4326" y="2531"/>
                  </a:lnTo>
                  <a:lnTo>
                    <a:pt x="3935" y="2505"/>
                  </a:lnTo>
                  <a:lnTo>
                    <a:pt x="3575" y="2480"/>
                  </a:lnTo>
                  <a:lnTo>
                    <a:pt x="3214" y="2444"/>
                  </a:lnTo>
                  <a:lnTo>
                    <a:pt x="2914" y="2414"/>
                  </a:lnTo>
                  <a:lnTo>
                    <a:pt x="2614" y="2378"/>
                  </a:lnTo>
                  <a:lnTo>
                    <a:pt x="2343" y="2342"/>
                  </a:lnTo>
                  <a:lnTo>
                    <a:pt x="2073" y="2301"/>
                  </a:lnTo>
                  <a:lnTo>
                    <a:pt x="1833" y="2261"/>
                  </a:lnTo>
                  <a:lnTo>
                    <a:pt x="1622" y="2220"/>
                  </a:lnTo>
                  <a:lnTo>
                    <a:pt x="1442" y="2174"/>
                  </a:lnTo>
                  <a:lnTo>
                    <a:pt x="1262" y="2128"/>
                  </a:lnTo>
                  <a:lnTo>
                    <a:pt x="932" y="2036"/>
                  </a:lnTo>
                  <a:lnTo>
                    <a:pt x="691" y="1939"/>
                  </a:lnTo>
                  <a:lnTo>
                    <a:pt x="481" y="1842"/>
                  </a:lnTo>
                  <a:lnTo>
                    <a:pt x="331" y="1740"/>
                  </a:lnTo>
                  <a:lnTo>
                    <a:pt x="211" y="1643"/>
                  </a:lnTo>
                  <a:lnTo>
                    <a:pt x="121" y="1546"/>
                  </a:lnTo>
                  <a:lnTo>
                    <a:pt x="61" y="1450"/>
                  </a:lnTo>
                  <a:lnTo>
                    <a:pt x="61" y="1450"/>
                  </a:lnTo>
                  <a:lnTo>
                    <a:pt x="1" y="1373"/>
                  </a:lnTo>
                  <a:lnTo>
                    <a:pt x="1" y="1286"/>
                  </a:lnTo>
                  <a:lnTo>
                    <a:pt x="1" y="1189"/>
                  </a:lnTo>
                  <a:lnTo>
                    <a:pt x="61" y="1093"/>
                  </a:lnTo>
                  <a:lnTo>
                    <a:pt x="121" y="990"/>
                  </a:lnTo>
                  <a:lnTo>
                    <a:pt x="241" y="888"/>
                  </a:lnTo>
                  <a:lnTo>
                    <a:pt x="421" y="781"/>
                  </a:lnTo>
                  <a:lnTo>
                    <a:pt x="631" y="679"/>
                  </a:lnTo>
                  <a:lnTo>
                    <a:pt x="902" y="572"/>
                  </a:lnTo>
                  <a:lnTo>
                    <a:pt x="1232" y="475"/>
                  </a:lnTo>
                  <a:lnTo>
                    <a:pt x="1592" y="378"/>
                  </a:lnTo>
                  <a:lnTo>
                    <a:pt x="1803" y="333"/>
                  </a:lnTo>
                  <a:lnTo>
                    <a:pt x="2043" y="287"/>
                  </a:lnTo>
                  <a:lnTo>
                    <a:pt x="2283" y="241"/>
                  </a:lnTo>
                  <a:lnTo>
                    <a:pt x="2553" y="200"/>
                  </a:lnTo>
                  <a:lnTo>
                    <a:pt x="2854" y="159"/>
                  </a:lnTo>
                  <a:lnTo>
                    <a:pt x="3154" y="123"/>
                  </a:lnTo>
                  <a:lnTo>
                    <a:pt x="3485" y="88"/>
                  </a:lnTo>
                  <a:lnTo>
                    <a:pt x="3815" y="57"/>
                  </a:lnTo>
                  <a:lnTo>
                    <a:pt x="4175" y="26"/>
                  </a:lnTo>
                  <a:lnTo>
                    <a:pt x="456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79"/>
            <p:cNvSpPr/>
            <p:nvPr/>
          </p:nvSpPr>
          <p:spPr>
            <a:xfrm flipH="1">
              <a:off x="4042234" y="3078800"/>
              <a:ext cx="51198" cy="30375"/>
            </a:xfrm>
            <a:custGeom>
              <a:avLst/>
              <a:gdLst/>
              <a:ahLst/>
              <a:cxnLst/>
              <a:rect l="l" t="t" r="r" b="b"/>
              <a:pathLst>
                <a:path w="12075" h="1215" extrusionOk="0">
                  <a:moveTo>
                    <a:pt x="2974" y="1"/>
                  </a:moveTo>
                  <a:lnTo>
                    <a:pt x="2494" y="6"/>
                  </a:lnTo>
                  <a:lnTo>
                    <a:pt x="2043" y="16"/>
                  </a:lnTo>
                  <a:lnTo>
                    <a:pt x="1593" y="26"/>
                  </a:lnTo>
                  <a:lnTo>
                    <a:pt x="1172" y="42"/>
                  </a:lnTo>
                  <a:lnTo>
                    <a:pt x="752" y="57"/>
                  </a:lnTo>
                  <a:lnTo>
                    <a:pt x="361" y="77"/>
                  </a:lnTo>
                  <a:lnTo>
                    <a:pt x="1" y="103"/>
                  </a:lnTo>
                  <a:lnTo>
                    <a:pt x="1262" y="261"/>
                  </a:lnTo>
                  <a:lnTo>
                    <a:pt x="2614" y="419"/>
                  </a:lnTo>
                  <a:lnTo>
                    <a:pt x="4025" y="567"/>
                  </a:lnTo>
                  <a:lnTo>
                    <a:pt x="5497" y="715"/>
                  </a:lnTo>
                  <a:lnTo>
                    <a:pt x="7029" y="848"/>
                  </a:lnTo>
                  <a:lnTo>
                    <a:pt x="8651" y="980"/>
                  </a:lnTo>
                  <a:lnTo>
                    <a:pt x="10333" y="1103"/>
                  </a:lnTo>
                  <a:lnTo>
                    <a:pt x="12075" y="1215"/>
                  </a:lnTo>
                  <a:lnTo>
                    <a:pt x="12075" y="1215"/>
                  </a:lnTo>
                  <a:lnTo>
                    <a:pt x="12015" y="1123"/>
                  </a:lnTo>
                  <a:lnTo>
                    <a:pt x="11925" y="1026"/>
                  </a:lnTo>
                  <a:lnTo>
                    <a:pt x="11774" y="929"/>
                  </a:lnTo>
                  <a:lnTo>
                    <a:pt x="11594" y="827"/>
                  </a:lnTo>
                  <a:lnTo>
                    <a:pt x="11384" y="730"/>
                  </a:lnTo>
                  <a:lnTo>
                    <a:pt x="11084" y="628"/>
                  </a:lnTo>
                  <a:lnTo>
                    <a:pt x="10753" y="531"/>
                  </a:lnTo>
                  <a:lnTo>
                    <a:pt x="10543" y="486"/>
                  </a:lnTo>
                  <a:lnTo>
                    <a:pt x="10333" y="440"/>
                  </a:lnTo>
                  <a:lnTo>
                    <a:pt x="10092" y="394"/>
                  </a:lnTo>
                  <a:lnTo>
                    <a:pt x="9822" y="353"/>
                  </a:lnTo>
                  <a:lnTo>
                    <a:pt x="9552" y="312"/>
                  </a:lnTo>
                  <a:lnTo>
                    <a:pt x="9251" y="271"/>
                  </a:lnTo>
                  <a:lnTo>
                    <a:pt x="8951" y="236"/>
                  </a:lnTo>
                  <a:lnTo>
                    <a:pt x="8591" y="200"/>
                  </a:lnTo>
                  <a:lnTo>
                    <a:pt x="8230" y="164"/>
                  </a:lnTo>
                  <a:lnTo>
                    <a:pt x="7840" y="134"/>
                  </a:lnTo>
                  <a:lnTo>
                    <a:pt x="7449" y="108"/>
                  </a:lnTo>
                  <a:lnTo>
                    <a:pt x="6999" y="83"/>
                  </a:lnTo>
                  <a:lnTo>
                    <a:pt x="6548" y="62"/>
                  </a:lnTo>
                  <a:lnTo>
                    <a:pt x="6038" y="42"/>
                  </a:lnTo>
                  <a:lnTo>
                    <a:pt x="5527" y="26"/>
                  </a:lnTo>
                  <a:lnTo>
                    <a:pt x="4987" y="16"/>
                  </a:lnTo>
                  <a:lnTo>
                    <a:pt x="4416" y="6"/>
                  </a:lnTo>
                  <a:lnTo>
                    <a:pt x="3785" y="1"/>
                  </a:lnTo>
                  <a:close/>
                </a:path>
              </a:pathLst>
            </a:custGeom>
            <a:solidFill>
              <a:srgbClr val="FF5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79"/>
            <p:cNvSpPr/>
            <p:nvPr/>
          </p:nvSpPr>
          <p:spPr>
            <a:xfrm flipH="1">
              <a:off x="4042234" y="3078800"/>
              <a:ext cx="51198" cy="30375"/>
            </a:xfrm>
            <a:custGeom>
              <a:avLst/>
              <a:gdLst/>
              <a:ahLst/>
              <a:cxnLst/>
              <a:rect l="l" t="t" r="r" b="b"/>
              <a:pathLst>
                <a:path w="12075" h="1215" fill="none" extrusionOk="0">
                  <a:moveTo>
                    <a:pt x="3485" y="1"/>
                  </a:moveTo>
                  <a:lnTo>
                    <a:pt x="3485" y="1"/>
                  </a:lnTo>
                  <a:lnTo>
                    <a:pt x="3785" y="1"/>
                  </a:lnTo>
                  <a:lnTo>
                    <a:pt x="3785" y="1"/>
                  </a:lnTo>
                  <a:lnTo>
                    <a:pt x="4416" y="6"/>
                  </a:lnTo>
                  <a:lnTo>
                    <a:pt x="4987" y="16"/>
                  </a:lnTo>
                  <a:lnTo>
                    <a:pt x="5527" y="26"/>
                  </a:lnTo>
                  <a:lnTo>
                    <a:pt x="6038" y="42"/>
                  </a:lnTo>
                  <a:lnTo>
                    <a:pt x="6548" y="62"/>
                  </a:lnTo>
                  <a:lnTo>
                    <a:pt x="6999" y="83"/>
                  </a:lnTo>
                  <a:lnTo>
                    <a:pt x="7449" y="108"/>
                  </a:lnTo>
                  <a:lnTo>
                    <a:pt x="7840" y="134"/>
                  </a:lnTo>
                  <a:lnTo>
                    <a:pt x="8230" y="164"/>
                  </a:lnTo>
                  <a:lnTo>
                    <a:pt x="8591" y="200"/>
                  </a:lnTo>
                  <a:lnTo>
                    <a:pt x="8951" y="236"/>
                  </a:lnTo>
                  <a:lnTo>
                    <a:pt x="9251" y="271"/>
                  </a:lnTo>
                  <a:lnTo>
                    <a:pt x="9552" y="312"/>
                  </a:lnTo>
                  <a:lnTo>
                    <a:pt x="9822" y="353"/>
                  </a:lnTo>
                  <a:lnTo>
                    <a:pt x="10092" y="394"/>
                  </a:lnTo>
                  <a:lnTo>
                    <a:pt x="10333" y="440"/>
                  </a:lnTo>
                  <a:lnTo>
                    <a:pt x="10543" y="486"/>
                  </a:lnTo>
                  <a:lnTo>
                    <a:pt x="10753" y="531"/>
                  </a:lnTo>
                  <a:lnTo>
                    <a:pt x="11084" y="628"/>
                  </a:lnTo>
                  <a:lnTo>
                    <a:pt x="11384" y="730"/>
                  </a:lnTo>
                  <a:lnTo>
                    <a:pt x="11594" y="827"/>
                  </a:lnTo>
                  <a:lnTo>
                    <a:pt x="11774" y="929"/>
                  </a:lnTo>
                  <a:lnTo>
                    <a:pt x="11925" y="1026"/>
                  </a:lnTo>
                  <a:lnTo>
                    <a:pt x="12015" y="1123"/>
                  </a:lnTo>
                  <a:lnTo>
                    <a:pt x="12075" y="1215"/>
                  </a:lnTo>
                  <a:lnTo>
                    <a:pt x="12075" y="1215"/>
                  </a:lnTo>
                  <a:lnTo>
                    <a:pt x="10333" y="1103"/>
                  </a:lnTo>
                  <a:lnTo>
                    <a:pt x="8651" y="980"/>
                  </a:lnTo>
                  <a:lnTo>
                    <a:pt x="7029" y="848"/>
                  </a:lnTo>
                  <a:lnTo>
                    <a:pt x="5497" y="715"/>
                  </a:lnTo>
                  <a:lnTo>
                    <a:pt x="4025" y="567"/>
                  </a:lnTo>
                  <a:lnTo>
                    <a:pt x="2614" y="419"/>
                  </a:lnTo>
                  <a:lnTo>
                    <a:pt x="1262" y="261"/>
                  </a:lnTo>
                  <a:lnTo>
                    <a:pt x="1" y="103"/>
                  </a:lnTo>
                  <a:lnTo>
                    <a:pt x="1" y="103"/>
                  </a:lnTo>
                  <a:lnTo>
                    <a:pt x="361" y="77"/>
                  </a:lnTo>
                  <a:lnTo>
                    <a:pt x="752" y="57"/>
                  </a:lnTo>
                  <a:lnTo>
                    <a:pt x="1172" y="42"/>
                  </a:lnTo>
                  <a:lnTo>
                    <a:pt x="1593" y="26"/>
                  </a:lnTo>
                  <a:lnTo>
                    <a:pt x="2043" y="16"/>
                  </a:lnTo>
                  <a:lnTo>
                    <a:pt x="2494" y="6"/>
                  </a:lnTo>
                  <a:lnTo>
                    <a:pt x="2974" y="1"/>
                  </a:lnTo>
                  <a:lnTo>
                    <a:pt x="348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79"/>
            <p:cNvSpPr/>
            <p:nvPr/>
          </p:nvSpPr>
          <p:spPr>
            <a:xfrm flipH="1">
              <a:off x="4070120" y="3104825"/>
              <a:ext cx="17706" cy="16100"/>
            </a:xfrm>
            <a:custGeom>
              <a:avLst/>
              <a:gdLst/>
              <a:ahLst/>
              <a:cxnLst/>
              <a:rect l="l" t="t" r="r" b="b"/>
              <a:pathLst>
                <a:path w="4176" h="644" extrusionOk="0">
                  <a:moveTo>
                    <a:pt x="481" y="0"/>
                  </a:moveTo>
                  <a:lnTo>
                    <a:pt x="271" y="62"/>
                  </a:lnTo>
                  <a:lnTo>
                    <a:pt x="120" y="128"/>
                  </a:lnTo>
                  <a:lnTo>
                    <a:pt x="30" y="189"/>
                  </a:lnTo>
                  <a:lnTo>
                    <a:pt x="0" y="250"/>
                  </a:lnTo>
                  <a:lnTo>
                    <a:pt x="30" y="307"/>
                  </a:lnTo>
                  <a:lnTo>
                    <a:pt x="90" y="358"/>
                  </a:lnTo>
                  <a:lnTo>
                    <a:pt x="181" y="409"/>
                  </a:lnTo>
                  <a:lnTo>
                    <a:pt x="331" y="460"/>
                  </a:lnTo>
                  <a:lnTo>
                    <a:pt x="511" y="511"/>
                  </a:lnTo>
                  <a:lnTo>
                    <a:pt x="751" y="556"/>
                  </a:lnTo>
                  <a:lnTo>
                    <a:pt x="1022" y="602"/>
                  </a:lnTo>
                  <a:lnTo>
                    <a:pt x="1322" y="643"/>
                  </a:lnTo>
                  <a:lnTo>
                    <a:pt x="1893" y="587"/>
                  </a:lnTo>
                  <a:lnTo>
                    <a:pt x="2013" y="567"/>
                  </a:lnTo>
                  <a:lnTo>
                    <a:pt x="2043" y="546"/>
                  </a:lnTo>
                  <a:lnTo>
                    <a:pt x="2013" y="526"/>
                  </a:lnTo>
                  <a:lnTo>
                    <a:pt x="1923" y="511"/>
                  </a:lnTo>
                  <a:lnTo>
                    <a:pt x="1802" y="480"/>
                  </a:lnTo>
                  <a:lnTo>
                    <a:pt x="1652" y="439"/>
                  </a:lnTo>
                  <a:lnTo>
                    <a:pt x="1502" y="388"/>
                  </a:lnTo>
                  <a:lnTo>
                    <a:pt x="1472" y="358"/>
                  </a:lnTo>
                  <a:lnTo>
                    <a:pt x="1472" y="322"/>
                  </a:lnTo>
                  <a:lnTo>
                    <a:pt x="1472" y="286"/>
                  </a:lnTo>
                  <a:lnTo>
                    <a:pt x="1532" y="245"/>
                  </a:lnTo>
                  <a:lnTo>
                    <a:pt x="1652" y="205"/>
                  </a:lnTo>
                  <a:lnTo>
                    <a:pt x="1802" y="159"/>
                  </a:lnTo>
                  <a:lnTo>
                    <a:pt x="1832" y="138"/>
                  </a:lnTo>
                  <a:lnTo>
                    <a:pt x="1832" y="123"/>
                  </a:lnTo>
                  <a:lnTo>
                    <a:pt x="1832" y="108"/>
                  </a:lnTo>
                  <a:lnTo>
                    <a:pt x="1772" y="92"/>
                  </a:lnTo>
                  <a:lnTo>
                    <a:pt x="1682" y="77"/>
                  </a:lnTo>
                  <a:lnTo>
                    <a:pt x="1592" y="72"/>
                  </a:lnTo>
                  <a:lnTo>
                    <a:pt x="481" y="0"/>
                  </a:lnTo>
                  <a:close/>
                  <a:moveTo>
                    <a:pt x="2613" y="0"/>
                  </a:moveTo>
                  <a:lnTo>
                    <a:pt x="2403" y="62"/>
                  </a:lnTo>
                  <a:lnTo>
                    <a:pt x="2253" y="128"/>
                  </a:lnTo>
                  <a:lnTo>
                    <a:pt x="2163" y="189"/>
                  </a:lnTo>
                  <a:lnTo>
                    <a:pt x="2133" y="250"/>
                  </a:lnTo>
                  <a:lnTo>
                    <a:pt x="2163" y="307"/>
                  </a:lnTo>
                  <a:lnTo>
                    <a:pt x="2223" y="358"/>
                  </a:lnTo>
                  <a:lnTo>
                    <a:pt x="2313" y="409"/>
                  </a:lnTo>
                  <a:lnTo>
                    <a:pt x="2463" y="460"/>
                  </a:lnTo>
                  <a:lnTo>
                    <a:pt x="2643" y="511"/>
                  </a:lnTo>
                  <a:lnTo>
                    <a:pt x="2884" y="556"/>
                  </a:lnTo>
                  <a:lnTo>
                    <a:pt x="3154" y="602"/>
                  </a:lnTo>
                  <a:lnTo>
                    <a:pt x="3454" y="643"/>
                  </a:lnTo>
                  <a:lnTo>
                    <a:pt x="4025" y="587"/>
                  </a:lnTo>
                  <a:lnTo>
                    <a:pt x="4145" y="567"/>
                  </a:lnTo>
                  <a:lnTo>
                    <a:pt x="4175" y="546"/>
                  </a:lnTo>
                  <a:lnTo>
                    <a:pt x="4145" y="526"/>
                  </a:lnTo>
                  <a:lnTo>
                    <a:pt x="4085" y="511"/>
                  </a:lnTo>
                  <a:lnTo>
                    <a:pt x="3935" y="480"/>
                  </a:lnTo>
                  <a:lnTo>
                    <a:pt x="3785" y="439"/>
                  </a:lnTo>
                  <a:lnTo>
                    <a:pt x="3665" y="388"/>
                  </a:lnTo>
                  <a:lnTo>
                    <a:pt x="3604" y="358"/>
                  </a:lnTo>
                  <a:lnTo>
                    <a:pt x="3604" y="322"/>
                  </a:lnTo>
                  <a:lnTo>
                    <a:pt x="3604" y="286"/>
                  </a:lnTo>
                  <a:lnTo>
                    <a:pt x="3665" y="245"/>
                  </a:lnTo>
                  <a:lnTo>
                    <a:pt x="3785" y="205"/>
                  </a:lnTo>
                  <a:lnTo>
                    <a:pt x="3935" y="159"/>
                  </a:lnTo>
                  <a:lnTo>
                    <a:pt x="3965" y="138"/>
                  </a:lnTo>
                  <a:lnTo>
                    <a:pt x="3995" y="123"/>
                  </a:lnTo>
                  <a:lnTo>
                    <a:pt x="3965" y="108"/>
                  </a:lnTo>
                  <a:lnTo>
                    <a:pt x="3905" y="92"/>
                  </a:lnTo>
                  <a:lnTo>
                    <a:pt x="3815" y="77"/>
                  </a:lnTo>
                  <a:lnTo>
                    <a:pt x="3725" y="72"/>
                  </a:lnTo>
                  <a:lnTo>
                    <a:pt x="26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79"/>
            <p:cNvSpPr/>
            <p:nvPr/>
          </p:nvSpPr>
          <p:spPr>
            <a:xfrm flipH="1">
              <a:off x="3804094" y="2663875"/>
              <a:ext cx="70681" cy="64025"/>
            </a:xfrm>
            <a:custGeom>
              <a:avLst/>
              <a:gdLst/>
              <a:ahLst/>
              <a:cxnLst/>
              <a:rect l="l" t="t" r="r" b="b"/>
              <a:pathLst>
                <a:path w="16670" h="2561" extrusionOk="0">
                  <a:moveTo>
                    <a:pt x="8410" y="0"/>
                  </a:moveTo>
                  <a:lnTo>
                    <a:pt x="7839" y="6"/>
                  </a:lnTo>
                  <a:lnTo>
                    <a:pt x="7299" y="11"/>
                  </a:lnTo>
                  <a:lnTo>
                    <a:pt x="6758" y="21"/>
                  </a:lnTo>
                  <a:lnTo>
                    <a:pt x="6248" y="41"/>
                  </a:lnTo>
                  <a:lnTo>
                    <a:pt x="5767" y="62"/>
                  </a:lnTo>
                  <a:lnTo>
                    <a:pt x="5316" y="82"/>
                  </a:lnTo>
                  <a:lnTo>
                    <a:pt x="4896" y="113"/>
                  </a:lnTo>
                  <a:lnTo>
                    <a:pt x="4476" y="143"/>
                  </a:lnTo>
                  <a:lnTo>
                    <a:pt x="4085" y="179"/>
                  </a:lnTo>
                  <a:lnTo>
                    <a:pt x="3695" y="215"/>
                  </a:lnTo>
                  <a:lnTo>
                    <a:pt x="3364" y="255"/>
                  </a:lnTo>
                  <a:lnTo>
                    <a:pt x="3004" y="296"/>
                  </a:lnTo>
                  <a:lnTo>
                    <a:pt x="2703" y="342"/>
                  </a:lnTo>
                  <a:lnTo>
                    <a:pt x="2403" y="388"/>
                  </a:lnTo>
                  <a:lnTo>
                    <a:pt x="2133" y="439"/>
                  </a:lnTo>
                  <a:lnTo>
                    <a:pt x="1893" y="485"/>
                  </a:lnTo>
                  <a:lnTo>
                    <a:pt x="1652" y="536"/>
                  </a:lnTo>
                  <a:lnTo>
                    <a:pt x="1412" y="592"/>
                  </a:lnTo>
                  <a:lnTo>
                    <a:pt x="1022" y="699"/>
                  </a:lnTo>
                  <a:lnTo>
                    <a:pt x="721" y="806"/>
                  </a:lnTo>
                  <a:lnTo>
                    <a:pt x="451" y="919"/>
                  </a:lnTo>
                  <a:lnTo>
                    <a:pt x="241" y="1026"/>
                  </a:lnTo>
                  <a:lnTo>
                    <a:pt x="120" y="1133"/>
                  </a:lnTo>
                  <a:lnTo>
                    <a:pt x="30" y="1230"/>
                  </a:lnTo>
                  <a:lnTo>
                    <a:pt x="0" y="1321"/>
                  </a:lnTo>
                  <a:lnTo>
                    <a:pt x="0" y="1429"/>
                  </a:lnTo>
                  <a:lnTo>
                    <a:pt x="60" y="1546"/>
                  </a:lnTo>
                  <a:lnTo>
                    <a:pt x="151" y="1679"/>
                  </a:lnTo>
                  <a:lnTo>
                    <a:pt x="241" y="1745"/>
                  </a:lnTo>
                  <a:lnTo>
                    <a:pt x="331" y="1811"/>
                  </a:lnTo>
                  <a:lnTo>
                    <a:pt x="2163" y="1883"/>
                  </a:lnTo>
                  <a:lnTo>
                    <a:pt x="3905" y="1959"/>
                  </a:lnTo>
                  <a:lnTo>
                    <a:pt x="5587" y="2046"/>
                  </a:lnTo>
                  <a:lnTo>
                    <a:pt x="7239" y="2138"/>
                  </a:lnTo>
                  <a:lnTo>
                    <a:pt x="8801" y="2235"/>
                  </a:lnTo>
                  <a:lnTo>
                    <a:pt x="10302" y="2337"/>
                  </a:lnTo>
                  <a:lnTo>
                    <a:pt x="11714" y="2444"/>
                  </a:lnTo>
                  <a:lnTo>
                    <a:pt x="13095" y="2561"/>
                  </a:lnTo>
                  <a:lnTo>
                    <a:pt x="13396" y="2530"/>
                  </a:lnTo>
                  <a:lnTo>
                    <a:pt x="13696" y="2495"/>
                  </a:lnTo>
                  <a:lnTo>
                    <a:pt x="14207" y="2423"/>
                  </a:lnTo>
                  <a:lnTo>
                    <a:pt x="14687" y="2347"/>
                  </a:lnTo>
                  <a:lnTo>
                    <a:pt x="15078" y="2260"/>
                  </a:lnTo>
                  <a:lnTo>
                    <a:pt x="15438" y="2173"/>
                  </a:lnTo>
                  <a:lnTo>
                    <a:pt x="15739" y="2081"/>
                  </a:lnTo>
                  <a:lnTo>
                    <a:pt x="15979" y="1990"/>
                  </a:lnTo>
                  <a:lnTo>
                    <a:pt x="16189" y="1893"/>
                  </a:lnTo>
                  <a:lnTo>
                    <a:pt x="16369" y="1796"/>
                  </a:lnTo>
                  <a:lnTo>
                    <a:pt x="16489" y="1699"/>
                  </a:lnTo>
                  <a:lnTo>
                    <a:pt x="16580" y="1607"/>
                  </a:lnTo>
                  <a:lnTo>
                    <a:pt x="16640" y="1515"/>
                  </a:lnTo>
                  <a:lnTo>
                    <a:pt x="16670" y="1424"/>
                  </a:lnTo>
                  <a:lnTo>
                    <a:pt x="16670" y="1342"/>
                  </a:lnTo>
                  <a:lnTo>
                    <a:pt x="16670" y="1260"/>
                  </a:lnTo>
                  <a:lnTo>
                    <a:pt x="16640" y="1189"/>
                  </a:lnTo>
                  <a:lnTo>
                    <a:pt x="16549" y="1092"/>
                  </a:lnTo>
                  <a:lnTo>
                    <a:pt x="16459" y="995"/>
                  </a:lnTo>
                  <a:lnTo>
                    <a:pt x="16339" y="898"/>
                  </a:lnTo>
                  <a:lnTo>
                    <a:pt x="16189" y="796"/>
                  </a:lnTo>
                  <a:lnTo>
                    <a:pt x="15979" y="699"/>
                  </a:lnTo>
                  <a:lnTo>
                    <a:pt x="15739" y="602"/>
                  </a:lnTo>
                  <a:lnTo>
                    <a:pt x="15408" y="510"/>
                  </a:lnTo>
                  <a:lnTo>
                    <a:pt x="15228" y="465"/>
                  </a:lnTo>
                  <a:lnTo>
                    <a:pt x="15048" y="424"/>
                  </a:lnTo>
                  <a:lnTo>
                    <a:pt x="14837" y="378"/>
                  </a:lnTo>
                  <a:lnTo>
                    <a:pt x="14597" y="337"/>
                  </a:lnTo>
                  <a:lnTo>
                    <a:pt x="14327" y="301"/>
                  </a:lnTo>
                  <a:lnTo>
                    <a:pt x="14057" y="261"/>
                  </a:lnTo>
                  <a:lnTo>
                    <a:pt x="13756" y="225"/>
                  </a:lnTo>
                  <a:lnTo>
                    <a:pt x="13456" y="194"/>
                  </a:lnTo>
                  <a:lnTo>
                    <a:pt x="13095" y="164"/>
                  </a:lnTo>
                  <a:lnTo>
                    <a:pt x="12735" y="133"/>
                  </a:lnTo>
                  <a:lnTo>
                    <a:pt x="12345" y="108"/>
                  </a:lnTo>
                  <a:lnTo>
                    <a:pt x="11924" y="82"/>
                  </a:lnTo>
                  <a:lnTo>
                    <a:pt x="11474" y="62"/>
                  </a:lnTo>
                  <a:lnTo>
                    <a:pt x="10993" y="41"/>
                  </a:lnTo>
                  <a:lnTo>
                    <a:pt x="10482" y="26"/>
                  </a:lnTo>
                  <a:lnTo>
                    <a:pt x="9972" y="16"/>
                  </a:lnTo>
                  <a:lnTo>
                    <a:pt x="9401" y="6"/>
                  </a:lnTo>
                  <a:lnTo>
                    <a:pt x="8801" y="0"/>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79"/>
            <p:cNvSpPr/>
            <p:nvPr/>
          </p:nvSpPr>
          <p:spPr>
            <a:xfrm flipH="1">
              <a:off x="3804094" y="2663875"/>
              <a:ext cx="70681" cy="64025"/>
            </a:xfrm>
            <a:custGeom>
              <a:avLst/>
              <a:gdLst/>
              <a:ahLst/>
              <a:cxnLst/>
              <a:rect l="l" t="t" r="r" b="b"/>
              <a:pathLst>
                <a:path w="16670" h="2561" fill="none" extrusionOk="0">
                  <a:moveTo>
                    <a:pt x="8410" y="0"/>
                  </a:moveTo>
                  <a:lnTo>
                    <a:pt x="8410" y="0"/>
                  </a:lnTo>
                  <a:lnTo>
                    <a:pt x="8801" y="0"/>
                  </a:lnTo>
                  <a:lnTo>
                    <a:pt x="8801" y="0"/>
                  </a:lnTo>
                  <a:lnTo>
                    <a:pt x="9401" y="6"/>
                  </a:lnTo>
                  <a:lnTo>
                    <a:pt x="9972" y="16"/>
                  </a:lnTo>
                  <a:lnTo>
                    <a:pt x="10482" y="26"/>
                  </a:lnTo>
                  <a:lnTo>
                    <a:pt x="10993" y="41"/>
                  </a:lnTo>
                  <a:lnTo>
                    <a:pt x="11474" y="62"/>
                  </a:lnTo>
                  <a:lnTo>
                    <a:pt x="11924" y="82"/>
                  </a:lnTo>
                  <a:lnTo>
                    <a:pt x="12345" y="108"/>
                  </a:lnTo>
                  <a:lnTo>
                    <a:pt x="12735" y="133"/>
                  </a:lnTo>
                  <a:lnTo>
                    <a:pt x="13095" y="164"/>
                  </a:lnTo>
                  <a:lnTo>
                    <a:pt x="13456" y="194"/>
                  </a:lnTo>
                  <a:lnTo>
                    <a:pt x="13756" y="225"/>
                  </a:lnTo>
                  <a:lnTo>
                    <a:pt x="14057" y="261"/>
                  </a:lnTo>
                  <a:lnTo>
                    <a:pt x="14327" y="301"/>
                  </a:lnTo>
                  <a:lnTo>
                    <a:pt x="14597" y="337"/>
                  </a:lnTo>
                  <a:lnTo>
                    <a:pt x="14837" y="378"/>
                  </a:lnTo>
                  <a:lnTo>
                    <a:pt x="15048" y="424"/>
                  </a:lnTo>
                  <a:lnTo>
                    <a:pt x="15228" y="465"/>
                  </a:lnTo>
                  <a:lnTo>
                    <a:pt x="15408" y="510"/>
                  </a:lnTo>
                  <a:lnTo>
                    <a:pt x="15739" y="602"/>
                  </a:lnTo>
                  <a:lnTo>
                    <a:pt x="15979" y="699"/>
                  </a:lnTo>
                  <a:lnTo>
                    <a:pt x="16189" y="796"/>
                  </a:lnTo>
                  <a:lnTo>
                    <a:pt x="16339" y="898"/>
                  </a:lnTo>
                  <a:lnTo>
                    <a:pt x="16459" y="995"/>
                  </a:lnTo>
                  <a:lnTo>
                    <a:pt x="16549" y="1092"/>
                  </a:lnTo>
                  <a:lnTo>
                    <a:pt x="16640" y="1189"/>
                  </a:lnTo>
                  <a:lnTo>
                    <a:pt x="16640" y="1189"/>
                  </a:lnTo>
                  <a:lnTo>
                    <a:pt x="16670" y="1260"/>
                  </a:lnTo>
                  <a:lnTo>
                    <a:pt x="16670" y="1342"/>
                  </a:lnTo>
                  <a:lnTo>
                    <a:pt x="16670" y="1424"/>
                  </a:lnTo>
                  <a:lnTo>
                    <a:pt x="16640" y="1515"/>
                  </a:lnTo>
                  <a:lnTo>
                    <a:pt x="16580" y="1607"/>
                  </a:lnTo>
                  <a:lnTo>
                    <a:pt x="16489" y="1699"/>
                  </a:lnTo>
                  <a:lnTo>
                    <a:pt x="16369" y="1796"/>
                  </a:lnTo>
                  <a:lnTo>
                    <a:pt x="16189" y="1893"/>
                  </a:lnTo>
                  <a:lnTo>
                    <a:pt x="15979" y="1990"/>
                  </a:lnTo>
                  <a:lnTo>
                    <a:pt x="15739" y="2081"/>
                  </a:lnTo>
                  <a:lnTo>
                    <a:pt x="15438" y="2173"/>
                  </a:lnTo>
                  <a:lnTo>
                    <a:pt x="15078" y="2260"/>
                  </a:lnTo>
                  <a:lnTo>
                    <a:pt x="14687" y="2347"/>
                  </a:lnTo>
                  <a:lnTo>
                    <a:pt x="14207" y="2423"/>
                  </a:lnTo>
                  <a:lnTo>
                    <a:pt x="13696" y="2495"/>
                  </a:lnTo>
                  <a:lnTo>
                    <a:pt x="13396" y="2530"/>
                  </a:lnTo>
                  <a:lnTo>
                    <a:pt x="13095" y="2561"/>
                  </a:lnTo>
                  <a:lnTo>
                    <a:pt x="13095" y="2561"/>
                  </a:lnTo>
                  <a:lnTo>
                    <a:pt x="11714" y="2444"/>
                  </a:lnTo>
                  <a:lnTo>
                    <a:pt x="10302" y="2337"/>
                  </a:lnTo>
                  <a:lnTo>
                    <a:pt x="8801" y="2235"/>
                  </a:lnTo>
                  <a:lnTo>
                    <a:pt x="7239" y="2138"/>
                  </a:lnTo>
                  <a:lnTo>
                    <a:pt x="5587" y="2046"/>
                  </a:lnTo>
                  <a:lnTo>
                    <a:pt x="3905" y="1959"/>
                  </a:lnTo>
                  <a:lnTo>
                    <a:pt x="2163" y="1883"/>
                  </a:lnTo>
                  <a:lnTo>
                    <a:pt x="331" y="1811"/>
                  </a:lnTo>
                  <a:lnTo>
                    <a:pt x="331" y="1811"/>
                  </a:lnTo>
                  <a:lnTo>
                    <a:pt x="241" y="1745"/>
                  </a:lnTo>
                  <a:lnTo>
                    <a:pt x="151" y="1679"/>
                  </a:lnTo>
                  <a:lnTo>
                    <a:pt x="60" y="1546"/>
                  </a:lnTo>
                  <a:lnTo>
                    <a:pt x="0" y="1429"/>
                  </a:lnTo>
                  <a:lnTo>
                    <a:pt x="0" y="1321"/>
                  </a:lnTo>
                  <a:lnTo>
                    <a:pt x="0" y="1321"/>
                  </a:lnTo>
                  <a:lnTo>
                    <a:pt x="30" y="1230"/>
                  </a:lnTo>
                  <a:lnTo>
                    <a:pt x="120" y="1133"/>
                  </a:lnTo>
                  <a:lnTo>
                    <a:pt x="241" y="1026"/>
                  </a:lnTo>
                  <a:lnTo>
                    <a:pt x="451" y="919"/>
                  </a:lnTo>
                  <a:lnTo>
                    <a:pt x="721" y="806"/>
                  </a:lnTo>
                  <a:lnTo>
                    <a:pt x="1022" y="699"/>
                  </a:lnTo>
                  <a:lnTo>
                    <a:pt x="1412" y="592"/>
                  </a:lnTo>
                  <a:lnTo>
                    <a:pt x="1652" y="536"/>
                  </a:lnTo>
                  <a:lnTo>
                    <a:pt x="1893" y="485"/>
                  </a:lnTo>
                  <a:lnTo>
                    <a:pt x="2133" y="439"/>
                  </a:lnTo>
                  <a:lnTo>
                    <a:pt x="2403" y="388"/>
                  </a:lnTo>
                  <a:lnTo>
                    <a:pt x="2703" y="342"/>
                  </a:lnTo>
                  <a:lnTo>
                    <a:pt x="3004" y="296"/>
                  </a:lnTo>
                  <a:lnTo>
                    <a:pt x="3364" y="255"/>
                  </a:lnTo>
                  <a:lnTo>
                    <a:pt x="3695" y="215"/>
                  </a:lnTo>
                  <a:lnTo>
                    <a:pt x="4085" y="179"/>
                  </a:lnTo>
                  <a:lnTo>
                    <a:pt x="4476" y="143"/>
                  </a:lnTo>
                  <a:lnTo>
                    <a:pt x="4896" y="113"/>
                  </a:lnTo>
                  <a:lnTo>
                    <a:pt x="5316" y="82"/>
                  </a:lnTo>
                  <a:lnTo>
                    <a:pt x="5767" y="62"/>
                  </a:lnTo>
                  <a:lnTo>
                    <a:pt x="6248" y="41"/>
                  </a:lnTo>
                  <a:lnTo>
                    <a:pt x="6758" y="21"/>
                  </a:lnTo>
                  <a:lnTo>
                    <a:pt x="7299" y="11"/>
                  </a:lnTo>
                  <a:lnTo>
                    <a:pt x="7839" y="6"/>
                  </a:lnTo>
                  <a:lnTo>
                    <a:pt x="841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79"/>
            <p:cNvSpPr/>
            <p:nvPr/>
          </p:nvSpPr>
          <p:spPr>
            <a:xfrm flipH="1">
              <a:off x="3819248" y="2709150"/>
              <a:ext cx="54128" cy="23225"/>
            </a:xfrm>
            <a:custGeom>
              <a:avLst/>
              <a:gdLst/>
              <a:ahLst/>
              <a:cxnLst/>
              <a:rect l="l" t="t" r="r" b="b"/>
              <a:pathLst>
                <a:path w="12766" h="929" extrusionOk="0">
                  <a:moveTo>
                    <a:pt x="1" y="0"/>
                  </a:moveTo>
                  <a:lnTo>
                    <a:pt x="151" y="82"/>
                  </a:lnTo>
                  <a:lnTo>
                    <a:pt x="301" y="163"/>
                  </a:lnTo>
                  <a:lnTo>
                    <a:pt x="511" y="245"/>
                  </a:lnTo>
                  <a:lnTo>
                    <a:pt x="782" y="327"/>
                  </a:lnTo>
                  <a:lnTo>
                    <a:pt x="1052" y="403"/>
                  </a:lnTo>
                  <a:lnTo>
                    <a:pt x="1382" y="480"/>
                  </a:lnTo>
                  <a:lnTo>
                    <a:pt x="1773" y="551"/>
                  </a:lnTo>
                  <a:lnTo>
                    <a:pt x="2223" y="622"/>
                  </a:lnTo>
                  <a:lnTo>
                    <a:pt x="2704" y="684"/>
                  </a:lnTo>
                  <a:lnTo>
                    <a:pt x="3275" y="740"/>
                  </a:lnTo>
                  <a:lnTo>
                    <a:pt x="3875" y="791"/>
                  </a:lnTo>
                  <a:lnTo>
                    <a:pt x="4566" y="837"/>
                  </a:lnTo>
                  <a:lnTo>
                    <a:pt x="5317" y="872"/>
                  </a:lnTo>
                  <a:lnTo>
                    <a:pt x="6128" y="903"/>
                  </a:lnTo>
                  <a:lnTo>
                    <a:pt x="7029" y="918"/>
                  </a:lnTo>
                  <a:lnTo>
                    <a:pt x="7990" y="928"/>
                  </a:lnTo>
                  <a:lnTo>
                    <a:pt x="8981" y="928"/>
                  </a:lnTo>
                  <a:lnTo>
                    <a:pt x="9612" y="918"/>
                  </a:lnTo>
                  <a:lnTo>
                    <a:pt x="10243" y="903"/>
                  </a:lnTo>
                  <a:lnTo>
                    <a:pt x="10813" y="883"/>
                  </a:lnTo>
                  <a:lnTo>
                    <a:pt x="11354" y="857"/>
                  </a:lnTo>
                  <a:lnTo>
                    <a:pt x="11864" y="826"/>
                  </a:lnTo>
                  <a:lnTo>
                    <a:pt x="12345" y="791"/>
                  </a:lnTo>
                  <a:lnTo>
                    <a:pt x="12765" y="750"/>
                  </a:lnTo>
                  <a:lnTo>
                    <a:pt x="11384" y="633"/>
                  </a:lnTo>
                  <a:lnTo>
                    <a:pt x="9972" y="526"/>
                  </a:lnTo>
                  <a:lnTo>
                    <a:pt x="8471" y="424"/>
                  </a:lnTo>
                  <a:lnTo>
                    <a:pt x="6909" y="327"/>
                  </a:lnTo>
                  <a:lnTo>
                    <a:pt x="5257" y="235"/>
                  </a:lnTo>
                  <a:lnTo>
                    <a:pt x="3575" y="148"/>
                  </a:lnTo>
                  <a:lnTo>
                    <a:pt x="1833" y="72"/>
                  </a:lnTo>
                  <a:lnTo>
                    <a:pt x="1" y="0"/>
                  </a:lnTo>
                  <a:close/>
                </a:path>
              </a:pathLst>
            </a:custGeom>
            <a:solidFill>
              <a:srgbClr val="FF6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79"/>
            <p:cNvSpPr/>
            <p:nvPr/>
          </p:nvSpPr>
          <p:spPr>
            <a:xfrm flipH="1">
              <a:off x="3819248" y="2709150"/>
              <a:ext cx="54128" cy="23225"/>
            </a:xfrm>
            <a:custGeom>
              <a:avLst/>
              <a:gdLst/>
              <a:ahLst/>
              <a:cxnLst/>
              <a:rect l="l" t="t" r="r" b="b"/>
              <a:pathLst>
                <a:path w="12766" h="929" fill="none" extrusionOk="0">
                  <a:moveTo>
                    <a:pt x="1" y="0"/>
                  </a:moveTo>
                  <a:lnTo>
                    <a:pt x="1" y="0"/>
                  </a:lnTo>
                  <a:lnTo>
                    <a:pt x="1833" y="72"/>
                  </a:lnTo>
                  <a:lnTo>
                    <a:pt x="3575" y="148"/>
                  </a:lnTo>
                  <a:lnTo>
                    <a:pt x="5257" y="235"/>
                  </a:lnTo>
                  <a:lnTo>
                    <a:pt x="6909" y="327"/>
                  </a:lnTo>
                  <a:lnTo>
                    <a:pt x="8471" y="424"/>
                  </a:lnTo>
                  <a:lnTo>
                    <a:pt x="9972" y="526"/>
                  </a:lnTo>
                  <a:lnTo>
                    <a:pt x="11384" y="633"/>
                  </a:lnTo>
                  <a:lnTo>
                    <a:pt x="12765" y="750"/>
                  </a:lnTo>
                  <a:lnTo>
                    <a:pt x="12765" y="750"/>
                  </a:lnTo>
                  <a:lnTo>
                    <a:pt x="12345" y="791"/>
                  </a:lnTo>
                  <a:lnTo>
                    <a:pt x="11864" y="826"/>
                  </a:lnTo>
                  <a:lnTo>
                    <a:pt x="11354" y="857"/>
                  </a:lnTo>
                  <a:lnTo>
                    <a:pt x="10813" y="883"/>
                  </a:lnTo>
                  <a:lnTo>
                    <a:pt x="10243" y="903"/>
                  </a:lnTo>
                  <a:lnTo>
                    <a:pt x="9612" y="918"/>
                  </a:lnTo>
                  <a:lnTo>
                    <a:pt x="8981" y="928"/>
                  </a:lnTo>
                  <a:lnTo>
                    <a:pt x="8290" y="928"/>
                  </a:lnTo>
                  <a:lnTo>
                    <a:pt x="8290" y="928"/>
                  </a:lnTo>
                  <a:lnTo>
                    <a:pt x="7990" y="928"/>
                  </a:lnTo>
                  <a:lnTo>
                    <a:pt x="7990" y="928"/>
                  </a:lnTo>
                  <a:lnTo>
                    <a:pt x="7029" y="918"/>
                  </a:lnTo>
                  <a:lnTo>
                    <a:pt x="6128" y="903"/>
                  </a:lnTo>
                  <a:lnTo>
                    <a:pt x="5317" y="872"/>
                  </a:lnTo>
                  <a:lnTo>
                    <a:pt x="4566" y="837"/>
                  </a:lnTo>
                  <a:lnTo>
                    <a:pt x="3875" y="791"/>
                  </a:lnTo>
                  <a:lnTo>
                    <a:pt x="3275" y="740"/>
                  </a:lnTo>
                  <a:lnTo>
                    <a:pt x="2704" y="684"/>
                  </a:lnTo>
                  <a:lnTo>
                    <a:pt x="2223" y="622"/>
                  </a:lnTo>
                  <a:lnTo>
                    <a:pt x="1773" y="551"/>
                  </a:lnTo>
                  <a:lnTo>
                    <a:pt x="1382" y="480"/>
                  </a:lnTo>
                  <a:lnTo>
                    <a:pt x="1052" y="403"/>
                  </a:lnTo>
                  <a:lnTo>
                    <a:pt x="782" y="327"/>
                  </a:lnTo>
                  <a:lnTo>
                    <a:pt x="511" y="245"/>
                  </a:lnTo>
                  <a:lnTo>
                    <a:pt x="301" y="163"/>
                  </a:lnTo>
                  <a:lnTo>
                    <a:pt x="151" y="82"/>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79"/>
            <p:cNvSpPr/>
            <p:nvPr/>
          </p:nvSpPr>
          <p:spPr>
            <a:xfrm flipH="1">
              <a:off x="3829055" y="2690275"/>
              <a:ext cx="17706" cy="16075"/>
            </a:xfrm>
            <a:custGeom>
              <a:avLst/>
              <a:gdLst/>
              <a:ahLst/>
              <a:cxnLst/>
              <a:rect l="l" t="t" r="r" b="b"/>
              <a:pathLst>
                <a:path w="4176" h="643" extrusionOk="0">
                  <a:moveTo>
                    <a:pt x="722" y="0"/>
                  </a:moveTo>
                  <a:lnTo>
                    <a:pt x="151" y="56"/>
                  </a:lnTo>
                  <a:lnTo>
                    <a:pt x="31" y="77"/>
                  </a:lnTo>
                  <a:lnTo>
                    <a:pt x="1" y="97"/>
                  </a:lnTo>
                  <a:lnTo>
                    <a:pt x="31" y="118"/>
                  </a:lnTo>
                  <a:lnTo>
                    <a:pt x="121" y="133"/>
                  </a:lnTo>
                  <a:lnTo>
                    <a:pt x="241" y="163"/>
                  </a:lnTo>
                  <a:lnTo>
                    <a:pt x="421" y="204"/>
                  </a:lnTo>
                  <a:lnTo>
                    <a:pt x="542" y="260"/>
                  </a:lnTo>
                  <a:lnTo>
                    <a:pt x="572" y="291"/>
                  </a:lnTo>
                  <a:lnTo>
                    <a:pt x="572" y="322"/>
                  </a:lnTo>
                  <a:lnTo>
                    <a:pt x="572" y="357"/>
                  </a:lnTo>
                  <a:lnTo>
                    <a:pt x="512" y="398"/>
                  </a:lnTo>
                  <a:lnTo>
                    <a:pt x="421" y="444"/>
                  </a:lnTo>
                  <a:lnTo>
                    <a:pt x="271" y="490"/>
                  </a:lnTo>
                  <a:lnTo>
                    <a:pt x="211" y="505"/>
                  </a:lnTo>
                  <a:lnTo>
                    <a:pt x="211" y="521"/>
                  </a:lnTo>
                  <a:lnTo>
                    <a:pt x="211" y="536"/>
                  </a:lnTo>
                  <a:lnTo>
                    <a:pt x="271" y="551"/>
                  </a:lnTo>
                  <a:lnTo>
                    <a:pt x="361" y="566"/>
                  </a:lnTo>
                  <a:lnTo>
                    <a:pt x="482" y="577"/>
                  </a:lnTo>
                  <a:lnTo>
                    <a:pt x="1563" y="643"/>
                  </a:lnTo>
                  <a:lnTo>
                    <a:pt x="1773" y="582"/>
                  </a:lnTo>
                  <a:lnTo>
                    <a:pt x="1923" y="521"/>
                  </a:lnTo>
                  <a:lnTo>
                    <a:pt x="2013" y="454"/>
                  </a:lnTo>
                  <a:lnTo>
                    <a:pt x="2043" y="393"/>
                  </a:lnTo>
                  <a:lnTo>
                    <a:pt x="2013" y="337"/>
                  </a:lnTo>
                  <a:lnTo>
                    <a:pt x="1953" y="286"/>
                  </a:lnTo>
                  <a:lnTo>
                    <a:pt x="1863" y="235"/>
                  </a:lnTo>
                  <a:lnTo>
                    <a:pt x="1713" y="184"/>
                  </a:lnTo>
                  <a:lnTo>
                    <a:pt x="1533" y="133"/>
                  </a:lnTo>
                  <a:lnTo>
                    <a:pt x="1292" y="87"/>
                  </a:lnTo>
                  <a:lnTo>
                    <a:pt x="1022" y="41"/>
                  </a:lnTo>
                  <a:lnTo>
                    <a:pt x="722" y="0"/>
                  </a:lnTo>
                  <a:close/>
                  <a:moveTo>
                    <a:pt x="2854" y="0"/>
                  </a:moveTo>
                  <a:lnTo>
                    <a:pt x="2284" y="56"/>
                  </a:lnTo>
                  <a:lnTo>
                    <a:pt x="2163" y="77"/>
                  </a:lnTo>
                  <a:lnTo>
                    <a:pt x="2133" y="97"/>
                  </a:lnTo>
                  <a:lnTo>
                    <a:pt x="2163" y="118"/>
                  </a:lnTo>
                  <a:lnTo>
                    <a:pt x="2254" y="133"/>
                  </a:lnTo>
                  <a:lnTo>
                    <a:pt x="2404" y="163"/>
                  </a:lnTo>
                  <a:lnTo>
                    <a:pt x="2554" y="204"/>
                  </a:lnTo>
                  <a:lnTo>
                    <a:pt x="2674" y="260"/>
                  </a:lnTo>
                  <a:lnTo>
                    <a:pt x="2704" y="291"/>
                  </a:lnTo>
                  <a:lnTo>
                    <a:pt x="2704" y="322"/>
                  </a:lnTo>
                  <a:lnTo>
                    <a:pt x="2704" y="357"/>
                  </a:lnTo>
                  <a:lnTo>
                    <a:pt x="2644" y="398"/>
                  </a:lnTo>
                  <a:lnTo>
                    <a:pt x="2554" y="444"/>
                  </a:lnTo>
                  <a:lnTo>
                    <a:pt x="2404" y="490"/>
                  </a:lnTo>
                  <a:lnTo>
                    <a:pt x="2344" y="505"/>
                  </a:lnTo>
                  <a:lnTo>
                    <a:pt x="2344" y="521"/>
                  </a:lnTo>
                  <a:lnTo>
                    <a:pt x="2344" y="536"/>
                  </a:lnTo>
                  <a:lnTo>
                    <a:pt x="2404" y="551"/>
                  </a:lnTo>
                  <a:lnTo>
                    <a:pt x="2494" y="566"/>
                  </a:lnTo>
                  <a:lnTo>
                    <a:pt x="2614" y="577"/>
                  </a:lnTo>
                  <a:lnTo>
                    <a:pt x="3725" y="643"/>
                  </a:lnTo>
                  <a:lnTo>
                    <a:pt x="3905" y="582"/>
                  </a:lnTo>
                  <a:lnTo>
                    <a:pt x="4056" y="521"/>
                  </a:lnTo>
                  <a:lnTo>
                    <a:pt x="4146" y="454"/>
                  </a:lnTo>
                  <a:lnTo>
                    <a:pt x="4176" y="393"/>
                  </a:lnTo>
                  <a:lnTo>
                    <a:pt x="4176" y="337"/>
                  </a:lnTo>
                  <a:lnTo>
                    <a:pt x="4086" y="286"/>
                  </a:lnTo>
                  <a:lnTo>
                    <a:pt x="3996" y="235"/>
                  </a:lnTo>
                  <a:lnTo>
                    <a:pt x="3845" y="184"/>
                  </a:lnTo>
                  <a:lnTo>
                    <a:pt x="3665" y="133"/>
                  </a:lnTo>
                  <a:lnTo>
                    <a:pt x="3425" y="87"/>
                  </a:lnTo>
                  <a:lnTo>
                    <a:pt x="3185" y="41"/>
                  </a:lnTo>
                  <a:lnTo>
                    <a:pt x="285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79"/>
            <p:cNvSpPr/>
            <p:nvPr/>
          </p:nvSpPr>
          <p:spPr>
            <a:xfrm flipH="1">
              <a:off x="4104252" y="2654050"/>
              <a:ext cx="241578" cy="234150"/>
            </a:xfrm>
            <a:custGeom>
              <a:avLst/>
              <a:gdLst/>
              <a:ahLst/>
              <a:cxnLst/>
              <a:rect l="l" t="t" r="r" b="b"/>
              <a:pathLst>
                <a:path w="56976" h="9366" extrusionOk="0">
                  <a:moveTo>
                    <a:pt x="28713" y="1"/>
                  </a:moveTo>
                  <a:lnTo>
                    <a:pt x="27752" y="6"/>
                  </a:lnTo>
                  <a:lnTo>
                    <a:pt x="26761" y="11"/>
                  </a:lnTo>
                  <a:lnTo>
                    <a:pt x="25830" y="21"/>
                  </a:lnTo>
                  <a:lnTo>
                    <a:pt x="24899" y="36"/>
                  </a:lnTo>
                  <a:lnTo>
                    <a:pt x="23998" y="52"/>
                  </a:lnTo>
                  <a:lnTo>
                    <a:pt x="23097" y="77"/>
                  </a:lnTo>
                  <a:lnTo>
                    <a:pt x="22226" y="103"/>
                  </a:lnTo>
                  <a:lnTo>
                    <a:pt x="21385" y="128"/>
                  </a:lnTo>
                  <a:lnTo>
                    <a:pt x="20544" y="164"/>
                  </a:lnTo>
                  <a:lnTo>
                    <a:pt x="19733" y="200"/>
                  </a:lnTo>
                  <a:lnTo>
                    <a:pt x="18952" y="240"/>
                  </a:lnTo>
                  <a:lnTo>
                    <a:pt x="18171" y="281"/>
                  </a:lnTo>
                  <a:lnTo>
                    <a:pt x="17420" y="327"/>
                  </a:lnTo>
                  <a:lnTo>
                    <a:pt x="16699" y="378"/>
                  </a:lnTo>
                  <a:lnTo>
                    <a:pt x="15979" y="429"/>
                  </a:lnTo>
                  <a:lnTo>
                    <a:pt x="15258" y="480"/>
                  </a:lnTo>
                  <a:lnTo>
                    <a:pt x="14597" y="541"/>
                  </a:lnTo>
                  <a:lnTo>
                    <a:pt x="13936" y="597"/>
                  </a:lnTo>
                  <a:lnTo>
                    <a:pt x="13275" y="664"/>
                  </a:lnTo>
                  <a:lnTo>
                    <a:pt x="12645" y="725"/>
                  </a:lnTo>
                  <a:lnTo>
                    <a:pt x="12044" y="796"/>
                  </a:lnTo>
                  <a:lnTo>
                    <a:pt x="11443" y="863"/>
                  </a:lnTo>
                  <a:lnTo>
                    <a:pt x="10873" y="934"/>
                  </a:lnTo>
                  <a:lnTo>
                    <a:pt x="10302" y="1011"/>
                  </a:lnTo>
                  <a:lnTo>
                    <a:pt x="9761" y="1087"/>
                  </a:lnTo>
                  <a:lnTo>
                    <a:pt x="9251" y="1164"/>
                  </a:lnTo>
                  <a:lnTo>
                    <a:pt x="8740" y="1240"/>
                  </a:lnTo>
                  <a:lnTo>
                    <a:pt x="8230" y="1322"/>
                  </a:lnTo>
                  <a:lnTo>
                    <a:pt x="7298" y="1490"/>
                  </a:lnTo>
                  <a:lnTo>
                    <a:pt x="6427" y="1658"/>
                  </a:lnTo>
                  <a:lnTo>
                    <a:pt x="5587" y="1837"/>
                  </a:lnTo>
                  <a:lnTo>
                    <a:pt x="4836" y="2015"/>
                  </a:lnTo>
                  <a:lnTo>
                    <a:pt x="4145" y="2199"/>
                  </a:lnTo>
                  <a:lnTo>
                    <a:pt x="3514" y="2388"/>
                  </a:lnTo>
                  <a:lnTo>
                    <a:pt x="2943" y="2571"/>
                  </a:lnTo>
                  <a:lnTo>
                    <a:pt x="2403" y="2760"/>
                  </a:lnTo>
                  <a:lnTo>
                    <a:pt x="1952" y="2949"/>
                  </a:lnTo>
                  <a:lnTo>
                    <a:pt x="1532" y="3138"/>
                  </a:lnTo>
                  <a:lnTo>
                    <a:pt x="1171" y="3321"/>
                  </a:lnTo>
                  <a:lnTo>
                    <a:pt x="871" y="3505"/>
                  </a:lnTo>
                  <a:lnTo>
                    <a:pt x="601" y="3683"/>
                  </a:lnTo>
                  <a:lnTo>
                    <a:pt x="391" y="3862"/>
                  </a:lnTo>
                  <a:lnTo>
                    <a:pt x="210" y="4030"/>
                  </a:lnTo>
                  <a:lnTo>
                    <a:pt x="90" y="4199"/>
                  </a:lnTo>
                  <a:lnTo>
                    <a:pt x="30" y="4357"/>
                  </a:lnTo>
                  <a:lnTo>
                    <a:pt x="0" y="4510"/>
                  </a:lnTo>
                  <a:lnTo>
                    <a:pt x="0" y="4795"/>
                  </a:lnTo>
                  <a:lnTo>
                    <a:pt x="30" y="4948"/>
                  </a:lnTo>
                  <a:lnTo>
                    <a:pt x="90" y="5106"/>
                  </a:lnTo>
                  <a:lnTo>
                    <a:pt x="180" y="5275"/>
                  </a:lnTo>
                  <a:lnTo>
                    <a:pt x="300" y="5443"/>
                  </a:lnTo>
                  <a:lnTo>
                    <a:pt x="421" y="5622"/>
                  </a:lnTo>
                  <a:lnTo>
                    <a:pt x="601" y="5800"/>
                  </a:lnTo>
                  <a:lnTo>
                    <a:pt x="811" y="5984"/>
                  </a:lnTo>
                  <a:lnTo>
                    <a:pt x="1081" y="6167"/>
                  </a:lnTo>
                  <a:lnTo>
                    <a:pt x="1382" y="6356"/>
                  </a:lnTo>
                  <a:lnTo>
                    <a:pt x="1742" y="6540"/>
                  </a:lnTo>
                  <a:lnTo>
                    <a:pt x="2133" y="6728"/>
                  </a:lnTo>
                  <a:lnTo>
                    <a:pt x="2583" y="6917"/>
                  </a:lnTo>
                  <a:lnTo>
                    <a:pt x="3124" y="7101"/>
                  </a:lnTo>
                  <a:lnTo>
                    <a:pt x="3694" y="7284"/>
                  </a:lnTo>
                  <a:lnTo>
                    <a:pt x="4265" y="7279"/>
                  </a:lnTo>
                  <a:lnTo>
                    <a:pt x="4445" y="7279"/>
                  </a:lnTo>
                  <a:lnTo>
                    <a:pt x="4836" y="7284"/>
                  </a:lnTo>
                  <a:lnTo>
                    <a:pt x="5196" y="7290"/>
                  </a:lnTo>
                  <a:lnTo>
                    <a:pt x="5526" y="7300"/>
                  </a:lnTo>
                  <a:lnTo>
                    <a:pt x="5857" y="7310"/>
                  </a:lnTo>
                  <a:lnTo>
                    <a:pt x="6157" y="7320"/>
                  </a:lnTo>
                  <a:lnTo>
                    <a:pt x="6427" y="7335"/>
                  </a:lnTo>
                  <a:lnTo>
                    <a:pt x="6698" y="7356"/>
                  </a:lnTo>
                  <a:lnTo>
                    <a:pt x="6938" y="7376"/>
                  </a:lnTo>
                  <a:lnTo>
                    <a:pt x="7389" y="7422"/>
                  </a:lnTo>
                  <a:lnTo>
                    <a:pt x="7749" y="7473"/>
                  </a:lnTo>
                  <a:lnTo>
                    <a:pt x="8079" y="7529"/>
                  </a:lnTo>
                  <a:lnTo>
                    <a:pt x="8320" y="7585"/>
                  </a:lnTo>
                  <a:lnTo>
                    <a:pt x="8530" y="7652"/>
                  </a:lnTo>
                  <a:lnTo>
                    <a:pt x="8710" y="7713"/>
                  </a:lnTo>
                  <a:lnTo>
                    <a:pt x="8830" y="7779"/>
                  </a:lnTo>
                  <a:lnTo>
                    <a:pt x="8920" y="7840"/>
                  </a:lnTo>
                  <a:lnTo>
                    <a:pt x="8980" y="7902"/>
                  </a:lnTo>
                  <a:lnTo>
                    <a:pt x="9010" y="7963"/>
                  </a:lnTo>
                  <a:lnTo>
                    <a:pt x="9040" y="8065"/>
                  </a:lnTo>
                  <a:lnTo>
                    <a:pt x="9010" y="8121"/>
                  </a:lnTo>
                  <a:lnTo>
                    <a:pt x="8950" y="8182"/>
                  </a:lnTo>
                  <a:lnTo>
                    <a:pt x="8860" y="8243"/>
                  </a:lnTo>
                  <a:lnTo>
                    <a:pt x="8740" y="8310"/>
                  </a:lnTo>
                  <a:lnTo>
                    <a:pt x="9551" y="8417"/>
                  </a:lnTo>
                  <a:lnTo>
                    <a:pt x="10422" y="8524"/>
                  </a:lnTo>
                  <a:lnTo>
                    <a:pt x="11323" y="8626"/>
                  </a:lnTo>
                  <a:lnTo>
                    <a:pt x="12314" y="8723"/>
                  </a:lnTo>
                  <a:lnTo>
                    <a:pt x="13335" y="8810"/>
                  </a:lnTo>
                  <a:lnTo>
                    <a:pt x="14387" y="8896"/>
                  </a:lnTo>
                  <a:lnTo>
                    <a:pt x="15528" y="8973"/>
                  </a:lnTo>
                  <a:lnTo>
                    <a:pt x="16729" y="9049"/>
                  </a:lnTo>
                  <a:lnTo>
                    <a:pt x="17961" y="9110"/>
                  </a:lnTo>
                  <a:lnTo>
                    <a:pt x="19252" y="9172"/>
                  </a:lnTo>
                  <a:lnTo>
                    <a:pt x="20634" y="9223"/>
                  </a:lnTo>
                  <a:lnTo>
                    <a:pt x="22046" y="9269"/>
                  </a:lnTo>
                  <a:lnTo>
                    <a:pt x="23547" y="9304"/>
                  </a:lnTo>
                  <a:lnTo>
                    <a:pt x="25109" y="9330"/>
                  </a:lnTo>
                  <a:lnTo>
                    <a:pt x="26731" y="9350"/>
                  </a:lnTo>
                  <a:lnTo>
                    <a:pt x="28413" y="9360"/>
                  </a:lnTo>
                  <a:lnTo>
                    <a:pt x="29434" y="9365"/>
                  </a:lnTo>
                  <a:lnTo>
                    <a:pt x="30515" y="9360"/>
                  </a:lnTo>
                  <a:lnTo>
                    <a:pt x="31536" y="9355"/>
                  </a:lnTo>
                  <a:lnTo>
                    <a:pt x="32558" y="9345"/>
                  </a:lnTo>
                  <a:lnTo>
                    <a:pt x="33549" y="9330"/>
                  </a:lnTo>
                  <a:lnTo>
                    <a:pt x="34480" y="9314"/>
                  </a:lnTo>
                  <a:lnTo>
                    <a:pt x="35441" y="9289"/>
                  </a:lnTo>
                  <a:lnTo>
                    <a:pt x="36342" y="9263"/>
                  </a:lnTo>
                  <a:lnTo>
                    <a:pt x="37213" y="9233"/>
                  </a:lnTo>
                  <a:lnTo>
                    <a:pt x="38084" y="9197"/>
                  </a:lnTo>
                  <a:lnTo>
                    <a:pt x="38925" y="9161"/>
                  </a:lnTo>
                  <a:lnTo>
                    <a:pt x="39736" y="9121"/>
                  </a:lnTo>
                  <a:lnTo>
                    <a:pt x="40517" y="9080"/>
                  </a:lnTo>
                  <a:lnTo>
                    <a:pt x="41268" y="9029"/>
                  </a:lnTo>
                  <a:lnTo>
                    <a:pt x="42019" y="8978"/>
                  </a:lnTo>
                  <a:lnTo>
                    <a:pt x="42739" y="8927"/>
                  </a:lnTo>
                  <a:lnTo>
                    <a:pt x="43430" y="8871"/>
                  </a:lnTo>
                  <a:lnTo>
                    <a:pt x="43761" y="8600"/>
                  </a:lnTo>
                  <a:lnTo>
                    <a:pt x="44151" y="8325"/>
                  </a:lnTo>
                  <a:lnTo>
                    <a:pt x="44602" y="8044"/>
                  </a:lnTo>
                  <a:lnTo>
                    <a:pt x="45142" y="7764"/>
                  </a:lnTo>
                  <a:lnTo>
                    <a:pt x="45713" y="7478"/>
                  </a:lnTo>
                  <a:lnTo>
                    <a:pt x="46374" y="7193"/>
                  </a:lnTo>
                  <a:lnTo>
                    <a:pt x="47094" y="6907"/>
                  </a:lnTo>
                  <a:lnTo>
                    <a:pt x="47905" y="6616"/>
                  </a:lnTo>
                  <a:lnTo>
                    <a:pt x="48776" y="6331"/>
                  </a:lnTo>
                  <a:lnTo>
                    <a:pt x="49707" y="6045"/>
                  </a:lnTo>
                  <a:lnTo>
                    <a:pt x="50218" y="5902"/>
                  </a:lnTo>
                  <a:lnTo>
                    <a:pt x="50729" y="5764"/>
                  </a:lnTo>
                  <a:lnTo>
                    <a:pt x="51269" y="5622"/>
                  </a:lnTo>
                  <a:lnTo>
                    <a:pt x="51810" y="5484"/>
                  </a:lnTo>
                  <a:lnTo>
                    <a:pt x="52381" y="5346"/>
                  </a:lnTo>
                  <a:lnTo>
                    <a:pt x="52981" y="5208"/>
                  </a:lnTo>
                  <a:lnTo>
                    <a:pt x="53612" y="5071"/>
                  </a:lnTo>
                  <a:lnTo>
                    <a:pt x="54243" y="4938"/>
                  </a:lnTo>
                  <a:lnTo>
                    <a:pt x="54873" y="4805"/>
                  </a:lnTo>
                  <a:lnTo>
                    <a:pt x="55564" y="4673"/>
                  </a:lnTo>
                  <a:lnTo>
                    <a:pt x="56255" y="4545"/>
                  </a:lnTo>
                  <a:lnTo>
                    <a:pt x="56976" y="4418"/>
                  </a:lnTo>
                  <a:lnTo>
                    <a:pt x="56916" y="4234"/>
                  </a:lnTo>
                  <a:lnTo>
                    <a:pt x="56826" y="4061"/>
                  </a:lnTo>
                  <a:lnTo>
                    <a:pt x="56645" y="3836"/>
                  </a:lnTo>
                  <a:lnTo>
                    <a:pt x="56465" y="3602"/>
                  </a:lnTo>
                  <a:lnTo>
                    <a:pt x="56225" y="3367"/>
                  </a:lnTo>
                  <a:lnTo>
                    <a:pt x="55955" y="3127"/>
                  </a:lnTo>
                  <a:lnTo>
                    <a:pt x="55594" y="2893"/>
                  </a:lnTo>
                  <a:lnTo>
                    <a:pt x="55414" y="2770"/>
                  </a:lnTo>
                  <a:lnTo>
                    <a:pt x="55174" y="2653"/>
                  </a:lnTo>
                  <a:lnTo>
                    <a:pt x="54964" y="2536"/>
                  </a:lnTo>
                  <a:lnTo>
                    <a:pt x="54693" y="2418"/>
                  </a:lnTo>
                  <a:lnTo>
                    <a:pt x="54423" y="2301"/>
                  </a:lnTo>
                  <a:lnTo>
                    <a:pt x="54123" y="2189"/>
                  </a:lnTo>
                  <a:lnTo>
                    <a:pt x="53402" y="2174"/>
                  </a:lnTo>
                  <a:lnTo>
                    <a:pt x="52771" y="2153"/>
                  </a:lnTo>
                  <a:lnTo>
                    <a:pt x="52230" y="2123"/>
                  </a:lnTo>
                  <a:lnTo>
                    <a:pt x="51750" y="2082"/>
                  </a:lnTo>
                  <a:lnTo>
                    <a:pt x="51329" y="2036"/>
                  </a:lnTo>
                  <a:lnTo>
                    <a:pt x="50969" y="1985"/>
                  </a:lnTo>
                  <a:lnTo>
                    <a:pt x="50699" y="1929"/>
                  </a:lnTo>
                  <a:lnTo>
                    <a:pt x="50428" y="1873"/>
                  </a:lnTo>
                  <a:lnTo>
                    <a:pt x="50248" y="1811"/>
                  </a:lnTo>
                  <a:lnTo>
                    <a:pt x="50098" y="1745"/>
                  </a:lnTo>
                  <a:lnTo>
                    <a:pt x="49978" y="1684"/>
                  </a:lnTo>
                  <a:lnTo>
                    <a:pt x="49888" y="1623"/>
                  </a:lnTo>
                  <a:lnTo>
                    <a:pt x="49828" y="1561"/>
                  </a:lnTo>
                  <a:lnTo>
                    <a:pt x="49798" y="1505"/>
                  </a:lnTo>
                  <a:lnTo>
                    <a:pt x="49768" y="1403"/>
                  </a:lnTo>
                  <a:lnTo>
                    <a:pt x="49798" y="1352"/>
                  </a:lnTo>
                  <a:lnTo>
                    <a:pt x="49828" y="1296"/>
                  </a:lnTo>
                  <a:lnTo>
                    <a:pt x="49918" y="1240"/>
                  </a:lnTo>
                  <a:lnTo>
                    <a:pt x="50038" y="1179"/>
                  </a:lnTo>
                  <a:lnTo>
                    <a:pt x="49257" y="1062"/>
                  </a:lnTo>
                  <a:lnTo>
                    <a:pt x="48446" y="944"/>
                  </a:lnTo>
                  <a:lnTo>
                    <a:pt x="47575" y="837"/>
                  </a:lnTo>
                  <a:lnTo>
                    <a:pt x="46674" y="730"/>
                  </a:lnTo>
                  <a:lnTo>
                    <a:pt x="45683" y="628"/>
                  </a:lnTo>
                  <a:lnTo>
                    <a:pt x="44602" y="536"/>
                  </a:lnTo>
                  <a:lnTo>
                    <a:pt x="43490" y="450"/>
                  </a:lnTo>
                  <a:lnTo>
                    <a:pt x="42289" y="368"/>
                  </a:lnTo>
                  <a:lnTo>
                    <a:pt x="41057" y="297"/>
                  </a:lnTo>
                  <a:lnTo>
                    <a:pt x="39706" y="230"/>
                  </a:lnTo>
                  <a:lnTo>
                    <a:pt x="38294" y="169"/>
                  </a:lnTo>
                  <a:lnTo>
                    <a:pt x="36823" y="123"/>
                  </a:lnTo>
                  <a:lnTo>
                    <a:pt x="35261" y="77"/>
                  </a:lnTo>
                  <a:lnTo>
                    <a:pt x="33609" y="47"/>
                  </a:lnTo>
                  <a:lnTo>
                    <a:pt x="31897" y="21"/>
                  </a:lnTo>
                  <a:lnTo>
                    <a:pt x="30065" y="6"/>
                  </a:lnTo>
                  <a:lnTo>
                    <a:pt x="28713" y="1"/>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79"/>
            <p:cNvSpPr/>
            <p:nvPr/>
          </p:nvSpPr>
          <p:spPr>
            <a:xfrm flipH="1">
              <a:off x="4104252" y="2654050"/>
              <a:ext cx="241578" cy="234150"/>
            </a:xfrm>
            <a:custGeom>
              <a:avLst/>
              <a:gdLst/>
              <a:ahLst/>
              <a:cxnLst/>
              <a:rect l="l" t="t" r="r" b="b"/>
              <a:pathLst>
                <a:path w="56976" h="9366" fill="none" extrusionOk="0">
                  <a:moveTo>
                    <a:pt x="28713" y="1"/>
                  </a:moveTo>
                  <a:lnTo>
                    <a:pt x="28713" y="1"/>
                  </a:lnTo>
                  <a:lnTo>
                    <a:pt x="30065" y="6"/>
                  </a:lnTo>
                  <a:lnTo>
                    <a:pt x="30065" y="6"/>
                  </a:lnTo>
                  <a:lnTo>
                    <a:pt x="31897" y="21"/>
                  </a:lnTo>
                  <a:lnTo>
                    <a:pt x="33609" y="47"/>
                  </a:lnTo>
                  <a:lnTo>
                    <a:pt x="35261" y="77"/>
                  </a:lnTo>
                  <a:lnTo>
                    <a:pt x="36823" y="123"/>
                  </a:lnTo>
                  <a:lnTo>
                    <a:pt x="38294" y="169"/>
                  </a:lnTo>
                  <a:lnTo>
                    <a:pt x="39706" y="230"/>
                  </a:lnTo>
                  <a:lnTo>
                    <a:pt x="41057" y="297"/>
                  </a:lnTo>
                  <a:lnTo>
                    <a:pt x="42289" y="368"/>
                  </a:lnTo>
                  <a:lnTo>
                    <a:pt x="43490" y="450"/>
                  </a:lnTo>
                  <a:lnTo>
                    <a:pt x="44602" y="536"/>
                  </a:lnTo>
                  <a:lnTo>
                    <a:pt x="45683" y="628"/>
                  </a:lnTo>
                  <a:lnTo>
                    <a:pt x="46674" y="730"/>
                  </a:lnTo>
                  <a:lnTo>
                    <a:pt x="47575" y="837"/>
                  </a:lnTo>
                  <a:lnTo>
                    <a:pt x="48446" y="944"/>
                  </a:lnTo>
                  <a:lnTo>
                    <a:pt x="49257" y="1062"/>
                  </a:lnTo>
                  <a:lnTo>
                    <a:pt x="50038" y="1179"/>
                  </a:lnTo>
                  <a:lnTo>
                    <a:pt x="50038" y="1179"/>
                  </a:lnTo>
                  <a:lnTo>
                    <a:pt x="49918" y="1240"/>
                  </a:lnTo>
                  <a:lnTo>
                    <a:pt x="49828" y="1296"/>
                  </a:lnTo>
                  <a:lnTo>
                    <a:pt x="49798" y="1352"/>
                  </a:lnTo>
                  <a:lnTo>
                    <a:pt x="49768" y="1403"/>
                  </a:lnTo>
                  <a:lnTo>
                    <a:pt x="49768" y="1403"/>
                  </a:lnTo>
                  <a:lnTo>
                    <a:pt x="49798" y="1505"/>
                  </a:lnTo>
                  <a:lnTo>
                    <a:pt x="49828" y="1561"/>
                  </a:lnTo>
                  <a:lnTo>
                    <a:pt x="49888" y="1623"/>
                  </a:lnTo>
                  <a:lnTo>
                    <a:pt x="49978" y="1684"/>
                  </a:lnTo>
                  <a:lnTo>
                    <a:pt x="50098" y="1745"/>
                  </a:lnTo>
                  <a:lnTo>
                    <a:pt x="50248" y="1811"/>
                  </a:lnTo>
                  <a:lnTo>
                    <a:pt x="50428" y="1873"/>
                  </a:lnTo>
                  <a:lnTo>
                    <a:pt x="50699" y="1929"/>
                  </a:lnTo>
                  <a:lnTo>
                    <a:pt x="50969" y="1985"/>
                  </a:lnTo>
                  <a:lnTo>
                    <a:pt x="51329" y="2036"/>
                  </a:lnTo>
                  <a:lnTo>
                    <a:pt x="51750" y="2082"/>
                  </a:lnTo>
                  <a:lnTo>
                    <a:pt x="52230" y="2123"/>
                  </a:lnTo>
                  <a:lnTo>
                    <a:pt x="52771" y="2153"/>
                  </a:lnTo>
                  <a:lnTo>
                    <a:pt x="53402" y="2174"/>
                  </a:lnTo>
                  <a:lnTo>
                    <a:pt x="54123" y="2189"/>
                  </a:lnTo>
                  <a:lnTo>
                    <a:pt x="54123" y="2189"/>
                  </a:lnTo>
                  <a:lnTo>
                    <a:pt x="54423" y="2301"/>
                  </a:lnTo>
                  <a:lnTo>
                    <a:pt x="54693" y="2418"/>
                  </a:lnTo>
                  <a:lnTo>
                    <a:pt x="54964" y="2536"/>
                  </a:lnTo>
                  <a:lnTo>
                    <a:pt x="55174" y="2653"/>
                  </a:lnTo>
                  <a:lnTo>
                    <a:pt x="55414" y="2770"/>
                  </a:lnTo>
                  <a:lnTo>
                    <a:pt x="55594" y="2893"/>
                  </a:lnTo>
                  <a:lnTo>
                    <a:pt x="55955" y="3127"/>
                  </a:lnTo>
                  <a:lnTo>
                    <a:pt x="56225" y="3367"/>
                  </a:lnTo>
                  <a:lnTo>
                    <a:pt x="56465" y="3602"/>
                  </a:lnTo>
                  <a:lnTo>
                    <a:pt x="56645" y="3836"/>
                  </a:lnTo>
                  <a:lnTo>
                    <a:pt x="56826" y="4061"/>
                  </a:lnTo>
                  <a:lnTo>
                    <a:pt x="56826" y="4061"/>
                  </a:lnTo>
                  <a:lnTo>
                    <a:pt x="56916" y="4234"/>
                  </a:lnTo>
                  <a:lnTo>
                    <a:pt x="56976" y="4418"/>
                  </a:lnTo>
                  <a:lnTo>
                    <a:pt x="56976" y="4418"/>
                  </a:lnTo>
                  <a:lnTo>
                    <a:pt x="56255" y="4545"/>
                  </a:lnTo>
                  <a:lnTo>
                    <a:pt x="55564" y="4673"/>
                  </a:lnTo>
                  <a:lnTo>
                    <a:pt x="54873" y="4805"/>
                  </a:lnTo>
                  <a:lnTo>
                    <a:pt x="54243" y="4938"/>
                  </a:lnTo>
                  <a:lnTo>
                    <a:pt x="53612" y="5071"/>
                  </a:lnTo>
                  <a:lnTo>
                    <a:pt x="52981" y="5208"/>
                  </a:lnTo>
                  <a:lnTo>
                    <a:pt x="52381" y="5346"/>
                  </a:lnTo>
                  <a:lnTo>
                    <a:pt x="51810" y="5484"/>
                  </a:lnTo>
                  <a:lnTo>
                    <a:pt x="51269" y="5622"/>
                  </a:lnTo>
                  <a:lnTo>
                    <a:pt x="50729" y="5764"/>
                  </a:lnTo>
                  <a:lnTo>
                    <a:pt x="50218" y="5902"/>
                  </a:lnTo>
                  <a:lnTo>
                    <a:pt x="49707" y="6045"/>
                  </a:lnTo>
                  <a:lnTo>
                    <a:pt x="48776" y="6331"/>
                  </a:lnTo>
                  <a:lnTo>
                    <a:pt x="47905" y="6616"/>
                  </a:lnTo>
                  <a:lnTo>
                    <a:pt x="47094" y="6907"/>
                  </a:lnTo>
                  <a:lnTo>
                    <a:pt x="46374" y="7193"/>
                  </a:lnTo>
                  <a:lnTo>
                    <a:pt x="45713" y="7478"/>
                  </a:lnTo>
                  <a:lnTo>
                    <a:pt x="45142" y="7764"/>
                  </a:lnTo>
                  <a:lnTo>
                    <a:pt x="44602" y="8044"/>
                  </a:lnTo>
                  <a:lnTo>
                    <a:pt x="44151" y="8325"/>
                  </a:lnTo>
                  <a:lnTo>
                    <a:pt x="43761" y="8600"/>
                  </a:lnTo>
                  <a:lnTo>
                    <a:pt x="43430" y="8871"/>
                  </a:lnTo>
                  <a:lnTo>
                    <a:pt x="43430" y="8871"/>
                  </a:lnTo>
                  <a:lnTo>
                    <a:pt x="42739" y="8927"/>
                  </a:lnTo>
                  <a:lnTo>
                    <a:pt x="42019" y="8978"/>
                  </a:lnTo>
                  <a:lnTo>
                    <a:pt x="41268" y="9029"/>
                  </a:lnTo>
                  <a:lnTo>
                    <a:pt x="40517" y="9080"/>
                  </a:lnTo>
                  <a:lnTo>
                    <a:pt x="39736" y="9121"/>
                  </a:lnTo>
                  <a:lnTo>
                    <a:pt x="38925" y="9161"/>
                  </a:lnTo>
                  <a:lnTo>
                    <a:pt x="38084" y="9197"/>
                  </a:lnTo>
                  <a:lnTo>
                    <a:pt x="37213" y="9233"/>
                  </a:lnTo>
                  <a:lnTo>
                    <a:pt x="36342" y="9263"/>
                  </a:lnTo>
                  <a:lnTo>
                    <a:pt x="35441" y="9289"/>
                  </a:lnTo>
                  <a:lnTo>
                    <a:pt x="34480" y="9314"/>
                  </a:lnTo>
                  <a:lnTo>
                    <a:pt x="33549" y="9330"/>
                  </a:lnTo>
                  <a:lnTo>
                    <a:pt x="32558" y="9345"/>
                  </a:lnTo>
                  <a:lnTo>
                    <a:pt x="31536" y="9355"/>
                  </a:lnTo>
                  <a:lnTo>
                    <a:pt x="30515" y="9360"/>
                  </a:lnTo>
                  <a:lnTo>
                    <a:pt x="29434" y="9365"/>
                  </a:lnTo>
                  <a:lnTo>
                    <a:pt x="29434" y="9365"/>
                  </a:lnTo>
                  <a:lnTo>
                    <a:pt x="28413" y="9360"/>
                  </a:lnTo>
                  <a:lnTo>
                    <a:pt x="28413" y="9360"/>
                  </a:lnTo>
                  <a:lnTo>
                    <a:pt x="26731" y="9350"/>
                  </a:lnTo>
                  <a:lnTo>
                    <a:pt x="25109" y="9330"/>
                  </a:lnTo>
                  <a:lnTo>
                    <a:pt x="23547" y="9304"/>
                  </a:lnTo>
                  <a:lnTo>
                    <a:pt x="22046" y="9269"/>
                  </a:lnTo>
                  <a:lnTo>
                    <a:pt x="20634" y="9223"/>
                  </a:lnTo>
                  <a:lnTo>
                    <a:pt x="19252" y="9172"/>
                  </a:lnTo>
                  <a:lnTo>
                    <a:pt x="17961" y="9110"/>
                  </a:lnTo>
                  <a:lnTo>
                    <a:pt x="16729" y="9049"/>
                  </a:lnTo>
                  <a:lnTo>
                    <a:pt x="15528" y="8973"/>
                  </a:lnTo>
                  <a:lnTo>
                    <a:pt x="14387" y="8896"/>
                  </a:lnTo>
                  <a:lnTo>
                    <a:pt x="13335" y="8810"/>
                  </a:lnTo>
                  <a:lnTo>
                    <a:pt x="12314" y="8723"/>
                  </a:lnTo>
                  <a:lnTo>
                    <a:pt x="11323" y="8626"/>
                  </a:lnTo>
                  <a:lnTo>
                    <a:pt x="10422" y="8524"/>
                  </a:lnTo>
                  <a:lnTo>
                    <a:pt x="9551" y="8417"/>
                  </a:lnTo>
                  <a:lnTo>
                    <a:pt x="8740" y="8310"/>
                  </a:lnTo>
                  <a:lnTo>
                    <a:pt x="8740" y="8310"/>
                  </a:lnTo>
                  <a:lnTo>
                    <a:pt x="8860" y="8243"/>
                  </a:lnTo>
                  <a:lnTo>
                    <a:pt x="8950" y="8182"/>
                  </a:lnTo>
                  <a:lnTo>
                    <a:pt x="9010" y="8121"/>
                  </a:lnTo>
                  <a:lnTo>
                    <a:pt x="9040" y="8065"/>
                  </a:lnTo>
                  <a:lnTo>
                    <a:pt x="9040" y="8065"/>
                  </a:lnTo>
                  <a:lnTo>
                    <a:pt x="9010" y="7963"/>
                  </a:lnTo>
                  <a:lnTo>
                    <a:pt x="8980" y="7902"/>
                  </a:lnTo>
                  <a:lnTo>
                    <a:pt x="8920" y="7840"/>
                  </a:lnTo>
                  <a:lnTo>
                    <a:pt x="8830" y="7779"/>
                  </a:lnTo>
                  <a:lnTo>
                    <a:pt x="8710" y="7713"/>
                  </a:lnTo>
                  <a:lnTo>
                    <a:pt x="8530" y="7652"/>
                  </a:lnTo>
                  <a:lnTo>
                    <a:pt x="8320" y="7585"/>
                  </a:lnTo>
                  <a:lnTo>
                    <a:pt x="8079" y="7529"/>
                  </a:lnTo>
                  <a:lnTo>
                    <a:pt x="7749" y="7473"/>
                  </a:lnTo>
                  <a:lnTo>
                    <a:pt x="7389" y="7422"/>
                  </a:lnTo>
                  <a:lnTo>
                    <a:pt x="6938" y="7376"/>
                  </a:lnTo>
                  <a:lnTo>
                    <a:pt x="6698" y="7356"/>
                  </a:lnTo>
                  <a:lnTo>
                    <a:pt x="6427" y="7335"/>
                  </a:lnTo>
                  <a:lnTo>
                    <a:pt x="6157" y="7320"/>
                  </a:lnTo>
                  <a:lnTo>
                    <a:pt x="5857" y="7310"/>
                  </a:lnTo>
                  <a:lnTo>
                    <a:pt x="5526" y="7300"/>
                  </a:lnTo>
                  <a:lnTo>
                    <a:pt x="5196" y="7290"/>
                  </a:lnTo>
                  <a:lnTo>
                    <a:pt x="4836" y="7284"/>
                  </a:lnTo>
                  <a:lnTo>
                    <a:pt x="4445" y="7279"/>
                  </a:lnTo>
                  <a:lnTo>
                    <a:pt x="4445" y="7279"/>
                  </a:lnTo>
                  <a:lnTo>
                    <a:pt x="4265" y="7279"/>
                  </a:lnTo>
                  <a:lnTo>
                    <a:pt x="4265" y="7279"/>
                  </a:lnTo>
                  <a:lnTo>
                    <a:pt x="3694" y="7284"/>
                  </a:lnTo>
                  <a:lnTo>
                    <a:pt x="3694" y="7284"/>
                  </a:lnTo>
                  <a:lnTo>
                    <a:pt x="3124" y="7101"/>
                  </a:lnTo>
                  <a:lnTo>
                    <a:pt x="2583" y="6917"/>
                  </a:lnTo>
                  <a:lnTo>
                    <a:pt x="2133" y="6728"/>
                  </a:lnTo>
                  <a:lnTo>
                    <a:pt x="1742" y="6540"/>
                  </a:lnTo>
                  <a:lnTo>
                    <a:pt x="1382" y="6356"/>
                  </a:lnTo>
                  <a:lnTo>
                    <a:pt x="1081" y="6167"/>
                  </a:lnTo>
                  <a:lnTo>
                    <a:pt x="811" y="5984"/>
                  </a:lnTo>
                  <a:lnTo>
                    <a:pt x="601" y="5800"/>
                  </a:lnTo>
                  <a:lnTo>
                    <a:pt x="421" y="5622"/>
                  </a:lnTo>
                  <a:lnTo>
                    <a:pt x="300" y="5443"/>
                  </a:lnTo>
                  <a:lnTo>
                    <a:pt x="180" y="5275"/>
                  </a:lnTo>
                  <a:lnTo>
                    <a:pt x="90" y="5106"/>
                  </a:lnTo>
                  <a:lnTo>
                    <a:pt x="30" y="4948"/>
                  </a:lnTo>
                  <a:lnTo>
                    <a:pt x="0" y="4795"/>
                  </a:lnTo>
                  <a:lnTo>
                    <a:pt x="0" y="4510"/>
                  </a:lnTo>
                  <a:lnTo>
                    <a:pt x="0" y="4510"/>
                  </a:lnTo>
                  <a:lnTo>
                    <a:pt x="30" y="4357"/>
                  </a:lnTo>
                  <a:lnTo>
                    <a:pt x="90" y="4199"/>
                  </a:lnTo>
                  <a:lnTo>
                    <a:pt x="210" y="4030"/>
                  </a:lnTo>
                  <a:lnTo>
                    <a:pt x="391" y="3862"/>
                  </a:lnTo>
                  <a:lnTo>
                    <a:pt x="601" y="3683"/>
                  </a:lnTo>
                  <a:lnTo>
                    <a:pt x="871" y="3505"/>
                  </a:lnTo>
                  <a:lnTo>
                    <a:pt x="1171" y="3321"/>
                  </a:lnTo>
                  <a:lnTo>
                    <a:pt x="1532" y="3138"/>
                  </a:lnTo>
                  <a:lnTo>
                    <a:pt x="1952" y="2949"/>
                  </a:lnTo>
                  <a:lnTo>
                    <a:pt x="2403" y="2760"/>
                  </a:lnTo>
                  <a:lnTo>
                    <a:pt x="2943" y="2571"/>
                  </a:lnTo>
                  <a:lnTo>
                    <a:pt x="3514" y="2388"/>
                  </a:lnTo>
                  <a:lnTo>
                    <a:pt x="4145" y="2199"/>
                  </a:lnTo>
                  <a:lnTo>
                    <a:pt x="4836" y="2015"/>
                  </a:lnTo>
                  <a:lnTo>
                    <a:pt x="5587" y="1837"/>
                  </a:lnTo>
                  <a:lnTo>
                    <a:pt x="6427" y="1658"/>
                  </a:lnTo>
                  <a:lnTo>
                    <a:pt x="7298" y="1490"/>
                  </a:lnTo>
                  <a:lnTo>
                    <a:pt x="8230" y="1322"/>
                  </a:lnTo>
                  <a:lnTo>
                    <a:pt x="8740" y="1240"/>
                  </a:lnTo>
                  <a:lnTo>
                    <a:pt x="9251" y="1164"/>
                  </a:lnTo>
                  <a:lnTo>
                    <a:pt x="9761" y="1087"/>
                  </a:lnTo>
                  <a:lnTo>
                    <a:pt x="10302" y="1011"/>
                  </a:lnTo>
                  <a:lnTo>
                    <a:pt x="10873" y="934"/>
                  </a:lnTo>
                  <a:lnTo>
                    <a:pt x="11443" y="863"/>
                  </a:lnTo>
                  <a:lnTo>
                    <a:pt x="12044" y="796"/>
                  </a:lnTo>
                  <a:lnTo>
                    <a:pt x="12645" y="725"/>
                  </a:lnTo>
                  <a:lnTo>
                    <a:pt x="13275" y="664"/>
                  </a:lnTo>
                  <a:lnTo>
                    <a:pt x="13936" y="597"/>
                  </a:lnTo>
                  <a:lnTo>
                    <a:pt x="14597" y="541"/>
                  </a:lnTo>
                  <a:lnTo>
                    <a:pt x="15258" y="480"/>
                  </a:lnTo>
                  <a:lnTo>
                    <a:pt x="15979" y="429"/>
                  </a:lnTo>
                  <a:lnTo>
                    <a:pt x="16699" y="378"/>
                  </a:lnTo>
                  <a:lnTo>
                    <a:pt x="17420" y="327"/>
                  </a:lnTo>
                  <a:lnTo>
                    <a:pt x="18171" y="281"/>
                  </a:lnTo>
                  <a:lnTo>
                    <a:pt x="18952" y="240"/>
                  </a:lnTo>
                  <a:lnTo>
                    <a:pt x="19733" y="200"/>
                  </a:lnTo>
                  <a:lnTo>
                    <a:pt x="20544" y="164"/>
                  </a:lnTo>
                  <a:lnTo>
                    <a:pt x="21385" y="128"/>
                  </a:lnTo>
                  <a:lnTo>
                    <a:pt x="22226" y="103"/>
                  </a:lnTo>
                  <a:lnTo>
                    <a:pt x="23097" y="77"/>
                  </a:lnTo>
                  <a:lnTo>
                    <a:pt x="23998" y="52"/>
                  </a:lnTo>
                  <a:lnTo>
                    <a:pt x="24899" y="36"/>
                  </a:lnTo>
                  <a:lnTo>
                    <a:pt x="25830" y="21"/>
                  </a:lnTo>
                  <a:lnTo>
                    <a:pt x="26761" y="11"/>
                  </a:lnTo>
                  <a:lnTo>
                    <a:pt x="27752" y="6"/>
                  </a:lnTo>
                  <a:lnTo>
                    <a:pt x="2871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79"/>
            <p:cNvSpPr/>
            <p:nvPr/>
          </p:nvSpPr>
          <p:spPr>
            <a:xfrm flipH="1">
              <a:off x="4104125" y="2764475"/>
              <a:ext cx="57562" cy="111350"/>
            </a:xfrm>
            <a:custGeom>
              <a:avLst/>
              <a:gdLst/>
              <a:ahLst/>
              <a:cxnLst/>
              <a:rect l="l" t="t" r="r" b="b"/>
              <a:pathLst>
                <a:path w="13576" h="4454" extrusionOk="0">
                  <a:moveTo>
                    <a:pt x="13546" y="1"/>
                  </a:moveTo>
                  <a:lnTo>
                    <a:pt x="12825" y="128"/>
                  </a:lnTo>
                  <a:lnTo>
                    <a:pt x="12134" y="256"/>
                  </a:lnTo>
                  <a:lnTo>
                    <a:pt x="11443" y="388"/>
                  </a:lnTo>
                  <a:lnTo>
                    <a:pt x="10813" y="521"/>
                  </a:lnTo>
                  <a:lnTo>
                    <a:pt x="10182" y="654"/>
                  </a:lnTo>
                  <a:lnTo>
                    <a:pt x="9551" y="791"/>
                  </a:lnTo>
                  <a:lnTo>
                    <a:pt x="8951" y="929"/>
                  </a:lnTo>
                  <a:lnTo>
                    <a:pt x="8380" y="1067"/>
                  </a:lnTo>
                  <a:lnTo>
                    <a:pt x="7839" y="1205"/>
                  </a:lnTo>
                  <a:lnTo>
                    <a:pt x="7299" y="1347"/>
                  </a:lnTo>
                  <a:lnTo>
                    <a:pt x="6788" y="1485"/>
                  </a:lnTo>
                  <a:lnTo>
                    <a:pt x="6277" y="1628"/>
                  </a:lnTo>
                  <a:lnTo>
                    <a:pt x="5346" y="1914"/>
                  </a:lnTo>
                  <a:lnTo>
                    <a:pt x="4475" y="2199"/>
                  </a:lnTo>
                  <a:lnTo>
                    <a:pt x="3664" y="2490"/>
                  </a:lnTo>
                  <a:lnTo>
                    <a:pt x="2944" y="2776"/>
                  </a:lnTo>
                  <a:lnTo>
                    <a:pt x="2283" y="3061"/>
                  </a:lnTo>
                  <a:lnTo>
                    <a:pt x="1712" y="3347"/>
                  </a:lnTo>
                  <a:lnTo>
                    <a:pt x="1172" y="3627"/>
                  </a:lnTo>
                  <a:lnTo>
                    <a:pt x="721" y="3908"/>
                  </a:lnTo>
                  <a:lnTo>
                    <a:pt x="331" y="4183"/>
                  </a:lnTo>
                  <a:lnTo>
                    <a:pt x="0" y="4454"/>
                  </a:lnTo>
                  <a:lnTo>
                    <a:pt x="1051" y="4362"/>
                  </a:lnTo>
                  <a:lnTo>
                    <a:pt x="2043" y="4260"/>
                  </a:lnTo>
                  <a:lnTo>
                    <a:pt x="3004" y="4153"/>
                  </a:lnTo>
                  <a:lnTo>
                    <a:pt x="3875" y="4041"/>
                  </a:lnTo>
                  <a:lnTo>
                    <a:pt x="4746" y="3923"/>
                  </a:lnTo>
                  <a:lnTo>
                    <a:pt x="5527" y="3801"/>
                  </a:lnTo>
                  <a:lnTo>
                    <a:pt x="6277" y="3673"/>
                  </a:lnTo>
                  <a:lnTo>
                    <a:pt x="6998" y="3546"/>
                  </a:lnTo>
                  <a:lnTo>
                    <a:pt x="7659" y="3408"/>
                  </a:lnTo>
                  <a:lnTo>
                    <a:pt x="8290" y="3270"/>
                  </a:lnTo>
                  <a:lnTo>
                    <a:pt x="8860" y="3128"/>
                  </a:lnTo>
                  <a:lnTo>
                    <a:pt x="9401" y="2980"/>
                  </a:lnTo>
                  <a:lnTo>
                    <a:pt x="9912" y="2832"/>
                  </a:lnTo>
                  <a:lnTo>
                    <a:pt x="10362" y="2684"/>
                  </a:lnTo>
                  <a:lnTo>
                    <a:pt x="10783" y="2531"/>
                  </a:lnTo>
                  <a:lnTo>
                    <a:pt x="11173" y="2378"/>
                  </a:lnTo>
                  <a:lnTo>
                    <a:pt x="11534" y="2220"/>
                  </a:lnTo>
                  <a:lnTo>
                    <a:pt x="11864" y="2067"/>
                  </a:lnTo>
                  <a:lnTo>
                    <a:pt x="12164" y="1908"/>
                  </a:lnTo>
                  <a:lnTo>
                    <a:pt x="12405" y="1750"/>
                  </a:lnTo>
                  <a:lnTo>
                    <a:pt x="12645" y="1597"/>
                  </a:lnTo>
                  <a:lnTo>
                    <a:pt x="12855" y="1439"/>
                  </a:lnTo>
                  <a:lnTo>
                    <a:pt x="13035" y="1286"/>
                  </a:lnTo>
                  <a:lnTo>
                    <a:pt x="13155" y="1133"/>
                  </a:lnTo>
                  <a:lnTo>
                    <a:pt x="13306" y="980"/>
                  </a:lnTo>
                  <a:lnTo>
                    <a:pt x="13396" y="832"/>
                  </a:lnTo>
                  <a:lnTo>
                    <a:pt x="13456" y="684"/>
                  </a:lnTo>
                  <a:lnTo>
                    <a:pt x="13516" y="542"/>
                  </a:lnTo>
                  <a:lnTo>
                    <a:pt x="13546" y="404"/>
                  </a:lnTo>
                  <a:lnTo>
                    <a:pt x="13576" y="266"/>
                  </a:lnTo>
                  <a:lnTo>
                    <a:pt x="13546" y="1"/>
                  </a:lnTo>
                  <a:close/>
                </a:path>
              </a:pathLst>
            </a:custGeom>
            <a:solidFill>
              <a:srgbClr val="FF6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79"/>
            <p:cNvSpPr/>
            <p:nvPr/>
          </p:nvSpPr>
          <p:spPr>
            <a:xfrm flipH="1">
              <a:off x="4104125" y="2764475"/>
              <a:ext cx="57562" cy="111350"/>
            </a:xfrm>
            <a:custGeom>
              <a:avLst/>
              <a:gdLst/>
              <a:ahLst/>
              <a:cxnLst/>
              <a:rect l="l" t="t" r="r" b="b"/>
              <a:pathLst>
                <a:path w="13576" h="4454" fill="none" extrusionOk="0">
                  <a:moveTo>
                    <a:pt x="13546" y="1"/>
                  </a:moveTo>
                  <a:lnTo>
                    <a:pt x="13546" y="1"/>
                  </a:lnTo>
                  <a:lnTo>
                    <a:pt x="13576" y="266"/>
                  </a:lnTo>
                  <a:lnTo>
                    <a:pt x="13546" y="404"/>
                  </a:lnTo>
                  <a:lnTo>
                    <a:pt x="13516" y="542"/>
                  </a:lnTo>
                  <a:lnTo>
                    <a:pt x="13456" y="684"/>
                  </a:lnTo>
                  <a:lnTo>
                    <a:pt x="13396" y="832"/>
                  </a:lnTo>
                  <a:lnTo>
                    <a:pt x="13306" y="980"/>
                  </a:lnTo>
                  <a:lnTo>
                    <a:pt x="13155" y="1133"/>
                  </a:lnTo>
                  <a:lnTo>
                    <a:pt x="13035" y="1286"/>
                  </a:lnTo>
                  <a:lnTo>
                    <a:pt x="12855" y="1439"/>
                  </a:lnTo>
                  <a:lnTo>
                    <a:pt x="12645" y="1597"/>
                  </a:lnTo>
                  <a:lnTo>
                    <a:pt x="12405" y="1750"/>
                  </a:lnTo>
                  <a:lnTo>
                    <a:pt x="12164" y="1908"/>
                  </a:lnTo>
                  <a:lnTo>
                    <a:pt x="11864" y="2067"/>
                  </a:lnTo>
                  <a:lnTo>
                    <a:pt x="11534" y="2220"/>
                  </a:lnTo>
                  <a:lnTo>
                    <a:pt x="11173" y="2378"/>
                  </a:lnTo>
                  <a:lnTo>
                    <a:pt x="10783" y="2531"/>
                  </a:lnTo>
                  <a:lnTo>
                    <a:pt x="10362" y="2684"/>
                  </a:lnTo>
                  <a:lnTo>
                    <a:pt x="9912" y="2832"/>
                  </a:lnTo>
                  <a:lnTo>
                    <a:pt x="9401" y="2980"/>
                  </a:lnTo>
                  <a:lnTo>
                    <a:pt x="8860" y="3128"/>
                  </a:lnTo>
                  <a:lnTo>
                    <a:pt x="8290" y="3270"/>
                  </a:lnTo>
                  <a:lnTo>
                    <a:pt x="7659" y="3408"/>
                  </a:lnTo>
                  <a:lnTo>
                    <a:pt x="6998" y="3546"/>
                  </a:lnTo>
                  <a:lnTo>
                    <a:pt x="6277" y="3673"/>
                  </a:lnTo>
                  <a:lnTo>
                    <a:pt x="5527" y="3801"/>
                  </a:lnTo>
                  <a:lnTo>
                    <a:pt x="4746" y="3923"/>
                  </a:lnTo>
                  <a:lnTo>
                    <a:pt x="3875" y="4041"/>
                  </a:lnTo>
                  <a:lnTo>
                    <a:pt x="3004" y="4153"/>
                  </a:lnTo>
                  <a:lnTo>
                    <a:pt x="2043" y="4260"/>
                  </a:lnTo>
                  <a:lnTo>
                    <a:pt x="1051" y="4362"/>
                  </a:lnTo>
                  <a:lnTo>
                    <a:pt x="0" y="4454"/>
                  </a:lnTo>
                  <a:lnTo>
                    <a:pt x="0" y="4454"/>
                  </a:lnTo>
                  <a:lnTo>
                    <a:pt x="331" y="4183"/>
                  </a:lnTo>
                  <a:lnTo>
                    <a:pt x="721" y="3908"/>
                  </a:lnTo>
                  <a:lnTo>
                    <a:pt x="1172" y="3627"/>
                  </a:lnTo>
                  <a:lnTo>
                    <a:pt x="1712" y="3347"/>
                  </a:lnTo>
                  <a:lnTo>
                    <a:pt x="2283" y="3061"/>
                  </a:lnTo>
                  <a:lnTo>
                    <a:pt x="2944" y="2776"/>
                  </a:lnTo>
                  <a:lnTo>
                    <a:pt x="3664" y="2490"/>
                  </a:lnTo>
                  <a:lnTo>
                    <a:pt x="4475" y="2199"/>
                  </a:lnTo>
                  <a:lnTo>
                    <a:pt x="5346" y="1914"/>
                  </a:lnTo>
                  <a:lnTo>
                    <a:pt x="6277" y="1628"/>
                  </a:lnTo>
                  <a:lnTo>
                    <a:pt x="6788" y="1485"/>
                  </a:lnTo>
                  <a:lnTo>
                    <a:pt x="7299" y="1347"/>
                  </a:lnTo>
                  <a:lnTo>
                    <a:pt x="7839" y="1205"/>
                  </a:lnTo>
                  <a:lnTo>
                    <a:pt x="8380" y="1067"/>
                  </a:lnTo>
                  <a:lnTo>
                    <a:pt x="8951" y="929"/>
                  </a:lnTo>
                  <a:lnTo>
                    <a:pt x="9551" y="791"/>
                  </a:lnTo>
                  <a:lnTo>
                    <a:pt x="10182" y="654"/>
                  </a:lnTo>
                  <a:lnTo>
                    <a:pt x="10813" y="521"/>
                  </a:lnTo>
                  <a:lnTo>
                    <a:pt x="11443" y="388"/>
                  </a:lnTo>
                  <a:lnTo>
                    <a:pt x="12134" y="256"/>
                  </a:lnTo>
                  <a:lnTo>
                    <a:pt x="12825" y="128"/>
                  </a:lnTo>
                  <a:lnTo>
                    <a:pt x="1354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79"/>
            <p:cNvSpPr/>
            <p:nvPr/>
          </p:nvSpPr>
          <p:spPr>
            <a:xfrm flipH="1">
              <a:off x="4308769" y="2836150"/>
              <a:ext cx="37829" cy="37775"/>
            </a:xfrm>
            <a:custGeom>
              <a:avLst/>
              <a:gdLst/>
              <a:ahLst/>
              <a:cxnLst/>
              <a:rect l="l" t="t" r="r" b="b"/>
              <a:pathLst>
                <a:path w="8922" h="1511" extrusionOk="0">
                  <a:moveTo>
                    <a:pt x="3875" y="0"/>
                  </a:moveTo>
                  <a:lnTo>
                    <a:pt x="3545" y="6"/>
                  </a:lnTo>
                  <a:lnTo>
                    <a:pt x="3245" y="16"/>
                  </a:lnTo>
                  <a:lnTo>
                    <a:pt x="2944" y="26"/>
                  </a:lnTo>
                  <a:lnTo>
                    <a:pt x="2674" y="41"/>
                  </a:lnTo>
                  <a:lnTo>
                    <a:pt x="2434" y="57"/>
                  </a:lnTo>
                  <a:lnTo>
                    <a:pt x="2193" y="77"/>
                  </a:lnTo>
                  <a:lnTo>
                    <a:pt x="1743" y="118"/>
                  </a:lnTo>
                  <a:lnTo>
                    <a:pt x="1382" y="169"/>
                  </a:lnTo>
                  <a:lnTo>
                    <a:pt x="1052" y="225"/>
                  </a:lnTo>
                  <a:lnTo>
                    <a:pt x="782" y="286"/>
                  </a:lnTo>
                  <a:lnTo>
                    <a:pt x="541" y="347"/>
                  </a:lnTo>
                  <a:lnTo>
                    <a:pt x="361" y="414"/>
                  </a:lnTo>
                  <a:lnTo>
                    <a:pt x="241" y="485"/>
                  </a:lnTo>
                  <a:lnTo>
                    <a:pt x="121" y="551"/>
                  </a:lnTo>
                  <a:lnTo>
                    <a:pt x="61" y="618"/>
                  </a:lnTo>
                  <a:lnTo>
                    <a:pt x="1" y="684"/>
                  </a:lnTo>
                  <a:lnTo>
                    <a:pt x="1" y="745"/>
                  </a:lnTo>
                  <a:lnTo>
                    <a:pt x="1" y="801"/>
                  </a:lnTo>
                  <a:lnTo>
                    <a:pt x="31" y="852"/>
                  </a:lnTo>
                  <a:lnTo>
                    <a:pt x="121" y="959"/>
                  </a:lnTo>
                  <a:lnTo>
                    <a:pt x="181" y="1015"/>
                  </a:lnTo>
                  <a:lnTo>
                    <a:pt x="271" y="1072"/>
                  </a:lnTo>
                  <a:lnTo>
                    <a:pt x="391" y="1123"/>
                  </a:lnTo>
                  <a:lnTo>
                    <a:pt x="511" y="1179"/>
                  </a:lnTo>
                  <a:lnTo>
                    <a:pt x="692" y="1230"/>
                  </a:lnTo>
                  <a:lnTo>
                    <a:pt x="902" y="1276"/>
                  </a:lnTo>
                  <a:lnTo>
                    <a:pt x="1142" y="1321"/>
                  </a:lnTo>
                  <a:lnTo>
                    <a:pt x="1443" y="1367"/>
                  </a:lnTo>
                  <a:lnTo>
                    <a:pt x="1773" y="1403"/>
                  </a:lnTo>
                  <a:lnTo>
                    <a:pt x="2163" y="1439"/>
                  </a:lnTo>
                  <a:lnTo>
                    <a:pt x="2614" y="1464"/>
                  </a:lnTo>
                  <a:lnTo>
                    <a:pt x="3124" y="1485"/>
                  </a:lnTo>
                  <a:lnTo>
                    <a:pt x="3695" y="1500"/>
                  </a:lnTo>
                  <a:lnTo>
                    <a:pt x="4356" y="1510"/>
                  </a:lnTo>
                  <a:lnTo>
                    <a:pt x="4566" y="1510"/>
                  </a:lnTo>
                  <a:lnTo>
                    <a:pt x="5017" y="1505"/>
                  </a:lnTo>
                  <a:lnTo>
                    <a:pt x="5437" y="1500"/>
                  </a:lnTo>
                  <a:lnTo>
                    <a:pt x="5858" y="1485"/>
                  </a:lnTo>
                  <a:lnTo>
                    <a:pt x="6218" y="1469"/>
                  </a:lnTo>
                  <a:lnTo>
                    <a:pt x="6578" y="1444"/>
                  </a:lnTo>
                  <a:lnTo>
                    <a:pt x="6909" y="1418"/>
                  </a:lnTo>
                  <a:lnTo>
                    <a:pt x="7209" y="1388"/>
                  </a:lnTo>
                  <a:lnTo>
                    <a:pt x="7479" y="1357"/>
                  </a:lnTo>
                  <a:lnTo>
                    <a:pt x="7720" y="1321"/>
                  </a:lnTo>
                  <a:lnTo>
                    <a:pt x="7960" y="1281"/>
                  </a:lnTo>
                  <a:lnTo>
                    <a:pt x="8170" y="1240"/>
                  </a:lnTo>
                  <a:lnTo>
                    <a:pt x="8350" y="1199"/>
                  </a:lnTo>
                  <a:lnTo>
                    <a:pt x="8531" y="1158"/>
                  </a:lnTo>
                  <a:lnTo>
                    <a:pt x="8681" y="1112"/>
                  </a:lnTo>
                  <a:lnTo>
                    <a:pt x="8921" y="1026"/>
                  </a:lnTo>
                  <a:lnTo>
                    <a:pt x="8140" y="908"/>
                  </a:lnTo>
                  <a:lnTo>
                    <a:pt x="7389" y="786"/>
                  </a:lnTo>
                  <a:lnTo>
                    <a:pt x="6699" y="663"/>
                  </a:lnTo>
                  <a:lnTo>
                    <a:pt x="6038" y="536"/>
                  </a:lnTo>
                  <a:lnTo>
                    <a:pt x="5437" y="408"/>
                  </a:lnTo>
                  <a:lnTo>
                    <a:pt x="4866" y="271"/>
                  </a:lnTo>
                  <a:lnTo>
                    <a:pt x="4356" y="138"/>
                  </a:lnTo>
                  <a:lnTo>
                    <a:pt x="3875"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79"/>
            <p:cNvSpPr/>
            <p:nvPr/>
          </p:nvSpPr>
          <p:spPr>
            <a:xfrm flipH="1">
              <a:off x="4308769" y="2836150"/>
              <a:ext cx="37829" cy="37775"/>
            </a:xfrm>
            <a:custGeom>
              <a:avLst/>
              <a:gdLst/>
              <a:ahLst/>
              <a:cxnLst/>
              <a:rect l="l" t="t" r="r" b="b"/>
              <a:pathLst>
                <a:path w="8922" h="1511" fill="none" extrusionOk="0">
                  <a:moveTo>
                    <a:pt x="3875" y="0"/>
                  </a:moveTo>
                  <a:lnTo>
                    <a:pt x="3875" y="0"/>
                  </a:lnTo>
                  <a:lnTo>
                    <a:pt x="4356" y="138"/>
                  </a:lnTo>
                  <a:lnTo>
                    <a:pt x="4866" y="271"/>
                  </a:lnTo>
                  <a:lnTo>
                    <a:pt x="5437" y="408"/>
                  </a:lnTo>
                  <a:lnTo>
                    <a:pt x="6038" y="536"/>
                  </a:lnTo>
                  <a:lnTo>
                    <a:pt x="6699" y="663"/>
                  </a:lnTo>
                  <a:lnTo>
                    <a:pt x="7389" y="786"/>
                  </a:lnTo>
                  <a:lnTo>
                    <a:pt x="8140" y="908"/>
                  </a:lnTo>
                  <a:lnTo>
                    <a:pt x="8921" y="1026"/>
                  </a:lnTo>
                  <a:lnTo>
                    <a:pt x="8921" y="1026"/>
                  </a:lnTo>
                  <a:lnTo>
                    <a:pt x="8681" y="1112"/>
                  </a:lnTo>
                  <a:lnTo>
                    <a:pt x="8531" y="1158"/>
                  </a:lnTo>
                  <a:lnTo>
                    <a:pt x="8350" y="1199"/>
                  </a:lnTo>
                  <a:lnTo>
                    <a:pt x="8170" y="1240"/>
                  </a:lnTo>
                  <a:lnTo>
                    <a:pt x="7960" y="1281"/>
                  </a:lnTo>
                  <a:lnTo>
                    <a:pt x="7720" y="1321"/>
                  </a:lnTo>
                  <a:lnTo>
                    <a:pt x="7479" y="1357"/>
                  </a:lnTo>
                  <a:lnTo>
                    <a:pt x="7209" y="1388"/>
                  </a:lnTo>
                  <a:lnTo>
                    <a:pt x="6909" y="1418"/>
                  </a:lnTo>
                  <a:lnTo>
                    <a:pt x="6578" y="1444"/>
                  </a:lnTo>
                  <a:lnTo>
                    <a:pt x="6218" y="1469"/>
                  </a:lnTo>
                  <a:lnTo>
                    <a:pt x="5858" y="1485"/>
                  </a:lnTo>
                  <a:lnTo>
                    <a:pt x="5437" y="1500"/>
                  </a:lnTo>
                  <a:lnTo>
                    <a:pt x="5017" y="1505"/>
                  </a:lnTo>
                  <a:lnTo>
                    <a:pt x="4566" y="1510"/>
                  </a:lnTo>
                  <a:lnTo>
                    <a:pt x="4566" y="1510"/>
                  </a:lnTo>
                  <a:lnTo>
                    <a:pt x="4356" y="1510"/>
                  </a:lnTo>
                  <a:lnTo>
                    <a:pt x="4356" y="1510"/>
                  </a:lnTo>
                  <a:lnTo>
                    <a:pt x="3695" y="1500"/>
                  </a:lnTo>
                  <a:lnTo>
                    <a:pt x="3124" y="1485"/>
                  </a:lnTo>
                  <a:lnTo>
                    <a:pt x="2614" y="1464"/>
                  </a:lnTo>
                  <a:lnTo>
                    <a:pt x="2163" y="1439"/>
                  </a:lnTo>
                  <a:lnTo>
                    <a:pt x="1773" y="1403"/>
                  </a:lnTo>
                  <a:lnTo>
                    <a:pt x="1443" y="1367"/>
                  </a:lnTo>
                  <a:lnTo>
                    <a:pt x="1142" y="1321"/>
                  </a:lnTo>
                  <a:lnTo>
                    <a:pt x="902" y="1276"/>
                  </a:lnTo>
                  <a:lnTo>
                    <a:pt x="692" y="1230"/>
                  </a:lnTo>
                  <a:lnTo>
                    <a:pt x="511" y="1179"/>
                  </a:lnTo>
                  <a:lnTo>
                    <a:pt x="391" y="1123"/>
                  </a:lnTo>
                  <a:lnTo>
                    <a:pt x="271" y="1072"/>
                  </a:lnTo>
                  <a:lnTo>
                    <a:pt x="181" y="1015"/>
                  </a:lnTo>
                  <a:lnTo>
                    <a:pt x="121" y="959"/>
                  </a:lnTo>
                  <a:lnTo>
                    <a:pt x="31" y="852"/>
                  </a:lnTo>
                  <a:lnTo>
                    <a:pt x="31" y="852"/>
                  </a:lnTo>
                  <a:lnTo>
                    <a:pt x="1" y="801"/>
                  </a:lnTo>
                  <a:lnTo>
                    <a:pt x="1" y="745"/>
                  </a:lnTo>
                  <a:lnTo>
                    <a:pt x="1" y="684"/>
                  </a:lnTo>
                  <a:lnTo>
                    <a:pt x="61" y="618"/>
                  </a:lnTo>
                  <a:lnTo>
                    <a:pt x="121" y="551"/>
                  </a:lnTo>
                  <a:lnTo>
                    <a:pt x="241" y="485"/>
                  </a:lnTo>
                  <a:lnTo>
                    <a:pt x="361" y="414"/>
                  </a:lnTo>
                  <a:lnTo>
                    <a:pt x="541" y="347"/>
                  </a:lnTo>
                  <a:lnTo>
                    <a:pt x="782" y="286"/>
                  </a:lnTo>
                  <a:lnTo>
                    <a:pt x="1052" y="225"/>
                  </a:lnTo>
                  <a:lnTo>
                    <a:pt x="1382" y="169"/>
                  </a:lnTo>
                  <a:lnTo>
                    <a:pt x="1743" y="118"/>
                  </a:lnTo>
                  <a:lnTo>
                    <a:pt x="2193" y="77"/>
                  </a:lnTo>
                  <a:lnTo>
                    <a:pt x="2434" y="57"/>
                  </a:lnTo>
                  <a:lnTo>
                    <a:pt x="2674" y="41"/>
                  </a:lnTo>
                  <a:lnTo>
                    <a:pt x="2944" y="26"/>
                  </a:lnTo>
                  <a:lnTo>
                    <a:pt x="3245" y="16"/>
                  </a:lnTo>
                  <a:lnTo>
                    <a:pt x="3545" y="6"/>
                  </a:lnTo>
                  <a:lnTo>
                    <a:pt x="387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79"/>
            <p:cNvSpPr/>
            <p:nvPr/>
          </p:nvSpPr>
          <p:spPr>
            <a:xfrm flipH="1">
              <a:off x="4307497" y="2836025"/>
              <a:ext cx="22671" cy="25775"/>
            </a:xfrm>
            <a:custGeom>
              <a:avLst/>
              <a:gdLst/>
              <a:ahLst/>
              <a:cxnLst/>
              <a:rect l="l" t="t" r="r" b="b"/>
              <a:pathLst>
                <a:path w="5347" h="1031" extrusionOk="0">
                  <a:moveTo>
                    <a:pt x="571" y="0"/>
                  </a:moveTo>
                  <a:lnTo>
                    <a:pt x="0" y="5"/>
                  </a:lnTo>
                  <a:lnTo>
                    <a:pt x="481" y="143"/>
                  </a:lnTo>
                  <a:lnTo>
                    <a:pt x="991" y="276"/>
                  </a:lnTo>
                  <a:lnTo>
                    <a:pt x="1562" y="413"/>
                  </a:lnTo>
                  <a:lnTo>
                    <a:pt x="2163" y="541"/>
                  </a:lnTo>
                  <a:lnTo>
                    <a:pt x="2824" y="668"/>
                  </a:lnTo>
                  <a:lnTo>
                    <a:pt x="3514" y="791"/>
                  </a:lnTo>
                  <a:lnTo>
                    <a:pt x="4265" y="913"/>
                  </a:lnTo>
                  <a:lnTo>
                    <a:pt x="5046" y="1031"/>
                  </a:lnTo>
                  <a:lnTo>
                    <a:pt x="5166" y="964"/>
                  </a:lnTo>
                  <a:lnTo>
                    <a:pt x="5256" y="903"/>
                  </a:lnTo>
                  <a:lnTo>
                    <a:pt x="5316" y="842"/>
                  </a:lnTo>
                  <a:lnTo>
                    <a:pt x="5346" y="786"/>
                  </a:lnTo>
                  <a:lnTo>
                    <a:pt x="5316" y="684"/>
                  </a:lnTo>
                  <a:lnTo>
                    <a:pt x="5286" y="623"/>
                  </a:lnTo>
                  <a:lnTo>
                    <a:pt x="5226" y="561"/>
                  </a:lnTo>
                  <a:lnTo>
                    <a:pt x="5136" y="500"/>
                  </a:lnTo>
                  <a:lnTo>
                    <a:pt x="5016" y="434"/>
                  </a:lnTo>
                  <a:lnTo>
                    <a:pt x="4836" y="373"/>
                  </a:lnTo>
                  <a:lnTo>
                    <a:pt x="4626" y="306"/>
                  </a:lnTo>
                  <a:lnTo>
                    <a:pt x="4385" y="250"/>
                  </a:lnTo>
                  <a:lnTo>
                    <a:pt x="4055" y="194"/>
                  </a:lnTo>
                  <a:lnTo>
                    <a:pt x="3695" y="143"/>
                  </a:lnTo>
                  <a:lnTo>
                    <a:pt x="3244" y="97"/>
                  </a:lnTo>
                  <a:lnTo>
                    <a:pt x="3004" y="77"/>
                  </a:lnTo>
                  <a:lnTo>
                    <a:pt x="2733" y="56"/>
                  </a:lnTo>
                  <a:lnTo>
                    <a:pt x="2463" y="41"/>
                  </a:lnTo>
                  <a:lnTo>
                    <a:pt x="2163" y="31"/>
                  </a:lnTo>
                  <a:lnTo>
                    <a:pt x="1832" y="21"/>
                  </a:lnTo>
                  <a:lnTo>
                    <a:pt x="1502" y="11"/>
                  </a:lnTo>
                  <a:lnTo>
                    <a:pt x="1142" y="5"/>
                  </a:lnTo>
                  <a:lnTo>
                    <a:pt x="751" y="0"/>
                  </a:lnTo>
                  <a:close/>
                </a:path>
              </a:pathLst>
            </a:custGeom>
            <a:solidFill>
              <a:srgbClr val="FF3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79"/>
            <p:cNvSpPr/>
            <p:nvPr/>
          </p:nvSpPr>
          <p:spPr>
            <a:xfrm flipH="1">
              <a:off x="4307497" y="2836025"/>
              <a:ext cx="22671" cy="25775"/>
            </a:xfrm>
            <a:custGeom>
              <a:avLst/>
              <a:gdLst/>
              <a:ahLst/>
              <a:cxnLst/>
              <a:rect l="l" t="t" r="r" b="b"/>
              <a:pathLst>
                <a:path w="5347" h="1031" fill="none" extrusionOk="0">
                  <a:moveTo>
                    <a:pt x="571" y="0"/>
                  </a:moveTo>
                  <a:lnTo>
                    <a:pt x="571" y="0"/>
                  </a:lnTo>
                  <a:lnTo>
                    <a:pt x="751" y="0"/>
                  </a:lnTo>
                  <a:lnTo>
                    <a:pt x="751" y="0"/>
                  </a:lnTo>
                  <a:lnTo>
                    <a:pt x="1142" y="5"/>
                  </a:lnTo>
                  <a:lnTo>
                    <a:pt x="1502" y="11"/>
                  </a:lnTo>
                  <a:lnTo>
                    <a:pt x="1832" y="21"/>
                  </a:lnTo>
                  <a:lnTo>
                    <a:pt x="2163" y="31"/>
                  </a:lnTo>
                  <a:lnTo>
                    <a:pt x="2463" y="41"/>
                  </a:lnTo>
                  <a:lnTo>
                    <a:pt x="2733" y="56"/>
                  </a:lnTo>
                  <a:lnTo>
                    <a:pt x="3004" y="77"/>
                  </a:lnTo>
                  <a:lnTo>
                    <a:pt x="3244" y="97"/>
                  </a:lnTo>
                  <a:lnTo>
                    <a:pt x="3695" y="143"/>
                  </a:lnTo>
                  <a:lnTo>
                    <a:pt x="4055" y="194"/>
                  </a:lnTo>
                  <a:lnTo>
                    <a:pt x="4385" y="250"/>
                  </a:lnTo>
                  <a:lnTo>
                    <a:pt x="4626" y="306"/>
                  </a:lnTo>
                  <a:lnTo>
                    <a:pt x="4836" y="373"/>
                  </a:lnTo>
                  <a:lnTo>
                    <a:pt x="5016" y="434"/>
                  </a:lnTo>
                  <a:lnTo>
                    <a:pt x="5136" y="500"/>
                  </a:lnTo>
                  <a:lnTo>
                    <a:pt x="5226" y="561"/>
                  </a:lnTo>
                  <a:lnTo>
                    <a:pt x="5286" y="623"/>
                  </a:lnTo>
                  <a:lnTo>
                    <a:pt x="5316" y="684"/>
                  </a:lnTo>
                  <a:lnTo>
                    <a:pt x="5346" y="786"/>
                  </a:lnTo>
                  <a:lnTo>
                    <a:pt x="5346" y="786"/>
                  </a:lnTo>
                  <a:lnTo>
                    <a:pt x="5316" y="842"/>
                  </a:lnTo>
                  <a:lnTo>
                    <a:pt x="5256" y="903"/>
                  </a:lnTo>
                  <a:lnTo>
                    <a:pt x="5166" y="964"/>
                  </a:lnTo>
                  <a:lnTo>
                    <a:pt x="5046" y="1031"/>
                  </a:lnTo>
                  <a:lnTo>
                    <a:pt x="5046" y="1031"/>
                  </a:lnTo>
                  <a:lnTo>
                    <a:pt x="4265" y="913"/>
                  </a:lnTo>
                  <a:lnTo>
                    <a:pt x="3514" y="791"/>
                  </a:lnTo>
                  <a:lnTo>
                    <a:pt x="2824" y="668"/>
                  </a:lnTo>
                  <a:lnTo>
                    <a:pt x="2163" y="541"/>
                  </a:lnTo>
                  <a:lnTo>
                    <a:pt x="1562" y="413"/>
                  </a:lnTo>
                  <a:lnTo>
                    <a:pt x="991" y="276"/>
                  </a:lnTo>
                  <a:lnTo>
                    <a:pt x="481" y="143"/>
                  </a:lnTo>
                  <a:lnTo>
                    <a:pt x="0" y="5"/>
                  </a:lnTo>
                  <a:lnTo>
                    <a:pt x="0" y="5"/>
                  </a:lnTo>
                  <a:lnTo>
                    <a:pt x="57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79"/>
            <p:cNvSpPr/>
            <p:nvPr/>
          </p:nvSpPr>
          <p:spPr>
            <a:xfrm flipH="1">
              <a:off x="4323032" y="2850425"/>
              <a:ext cx="9811" cy="8950"/>
            </a:xfrm>
            <a:custGeom>
              <a:avLst/>
              <a:gdLst/>
              <a:ahLst/>
              <a:cxnLst/>
              <a:rect l="l" t="t" r="r" b="b"/>
              <a:pathLst>
                <a:path w="2314" h="358" extrusionOk="0">
                  <a:moveTo>
                    <a:pt x="271" y="1"/>
                  </a:moveTo>
                  <a:lnTo>
                    <a:pt x="151" y="36"/>
                  </a:lnTo>
                  <a:lnTo>
                    <a:pt x="61" y="72"/>
                  </a:lnTo>
                  <a:lnTo>
                    <a:pt x="31" y="103"/>
                  </a:lnTo>
                  <a:lnTo>
                    <a:pt x="1" y="138"/>
                  </a:lnTo>
                  <a:lnTo>
                    <a:pt x="31" y="169"/>
                  </a:lnTo>
                  <a:lnTo>
                    <a:pt x="61" y="200"/>
                  </a:lnTo>
                  <a:lnTo>
                    <a:pt x="121" y="225"/>
                  </a:lnTo>
                  <a:lnTo>
                    <a:pt x="181" y="256"/>
                  </a:lnTo>
                  <a:lnTo>
                    <a:pt x="301" y="281"/>
                  </a:lnTo>
                  <a:lnTo>
                    <a:pt x="421" y="307"/>
                  </a:lnTo>
                  <a:lnTo>
                    <a:pt x="571" y="332"/>
                  </a:lnTo>
                  <a:lnTo>
                    <a:pt x="721" y="358"/>
                  </a:lnTo>
                  <a:lnTo>
                    <a:pt x="1052" y="322"/>
                  </a:lnTo>
                  <a:lnTo>
                    <a:pt x="1112" y="312"/>
                  </a:lnTo>
                  <a:lnTo>
                    <a:pt x="1142" y="302"/>
                  </a:lnTo>
                  <a:lnTo>
                    <a:pt x="1112" y="291"/>
                  </a:lnTo>
                  <a:lnTo>
                    <a:pt x="1082" y="281"/>
                  </a:lnTo>
                  <a:lnTo>
                    <a:pt x="992" y="266"/>
                  </a:lnTo>
                  <a:lnTo>
                    <a:pt x="902" y="240"/>
                  </a:lnTo>
                  <a:lnTo>
                    <a:pt x="842" y="215"/>
                  </a:lnTo>
                  <a:lnTo>
                    <a:pt x="812" y="179"/>
                  </a:lnTo>
                  <a:lnTo>
                    <a:pt x="812" y="159"/>
                  </a:lnTo>
                  <a:lnTo>
                    <a:pt x="872" y="133"/>
                  </a:lnTo>
                  <a:lnTo>
                    <a:pt x="902" y="113"/>
                  </a:lnTo>
                  <a:lnTo>
                    <a:pt x="992" y="87"/>
                  </a:lnTo>
                  <a:lnTo>
                    <a:pt x="1022" y="67"/>
                  </a:lnTo>
                  <a:lnTo>
                    <a:pt x="1022" y="57"/>
                  </a:lnTo>
                  <a:lnTo>
                    <a:pt x="992" y="52"/>
                  </a:lnTo>
                  <a:lnTo>
                    <a:pt x="872" y="36"/>
                  </a:lnTo>
                  <a:lnTo>
                    <a:pt x="271" y="1"/>
                  </a:lnTo>
                  <a:close/>
                  <a:moveTo>
                    <a:pt x="1442" y="1"/>
                  </a:moveTo>
                  <a:lnTo>
                    <a:pt x="1322" y="36"/>
                  </a:lnTo>
                  <a:lnTo>
                    <a:pt x="1262" y="72"/>
                  </a:lnTo>
                  <a:lnTo>
                    <a:pt x="1202" y="103"/>
                  </a:lnTo>
                  <a:lnTo>
                    <a:pt x="1172" y="138"/>
                  </a:lnTo>
                  <a:lnTo>
                    <a:pt x="1202" y="169"/>
                  </a:lnTo>
                  <a:lnTo>
                    <a:pt x="1232" y="200"/>
                  </a:lnTo>
                  <a:lnTo>
                    <a:pt x="1292" y="225"/>
                  </a:lnTo>
                  <a:lnTo>
                    <a:pt x="1382" y="256"/>
                  </a:lnTo>
                  <a:lnTo>
                    <a:pt x="1472" y="281"/>
                  </a:lnTo>
                  <a:lnTo>
                    <a:pt x="1592" y="307"/>
                  </a:lnTo>
                  <a:lnTo>
                    <a:pt x="1743" y="332"/>
                  </a:lnTo>
                  <a:lnTo>
                    <a:pt x="1923" y="358"/>
                  </a:lnTo>
                  <a:lnTo>
                    <a:pt x="2223" y="322"/>
                  </a:lnTo>
                  <a:lnTo>
                    <a:pt x="2283" y="312"/>
                  </a:lnTo>
                  <a:lnTo>
                    <a:pt x="2313" y="302"/>
                  </a:lnTo>
                  <a:lnTo>
                    <a:pt x="2283" y="291"/>
                  </a:lnTo>
                  <a:lnTo>
                    <a:pt x="2253" y="281"/>
                  </a:lnTo>
                  <a:lnTo>
                    <a:pt x="2163" y="266"/>
                  </a:lnTo>
                  <a:lnTo>
                    <a:pt x="2103" y="240"/>
                  </a:lnTo>
                  <a:lnTo>
                    <a:pt x="2013" y="215"/>
                  </a:lnTo>
                  <a:lnTo>
                    <a:pt x="1983" y="179"/>
                  </a:lnTo>
                  <a:lnTo>
                    <a:pt x="2013" y="159"/>
                  </a:lnTo>
                  <a:lnTo>
                    <a:pt x="2043" y="133"/>
                  </a:lnTo>
                  <a:lnTo>
                    <a:pt x="2103" y="113"/>
                  </a:lnTo>
                  <a:lnTo>
                    <a:pt x="2163" y="87"/>
                  </a:lnTo>
                  <a:lnTo>
                    <a:pt x="2193" y="67"/>
                  </a:lnTo>
                  <a:lnTo>
                    <a:pt x="2193" y="57"/>
                  </a:lnTo>
                  <a:lnTo>
                    <a:pt x="2163" y="52"/>
                  </a:lnTo>
                  <a:lnTo>
                    <a:pt x="2073" y="36"/>
                  </a:lnTo>
                  <a:lnTo>
                    <a:pt x="14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79"/>
            <p:cNvSpPr/>
            <p:nvPr/>
          </p:nvSpPr>
          <p:spPr>
            <a:xfrm flipH="1">
              <a:off x="4095717" y="2670875"/>
              <a:ext cx="37956" cy="37900"/>
            </a:xfrm>
            <a:custGeom>
              <a:avLst/>
              <a:gdLst/>
              <a:ahLst/>
              <a:cxnLst/>
              <a:rect l="l" t="t" r="r" b="b"/>
              <a:pathLst>
                <a:path w="8952" h="1516" extrusionOk="0">
                  <a:moveTo>
                    <a:pt x="4386" y="1"/>
                  </a:moveTo>
                  <a:lnTo>
                    <a:pt x="3905" y="6"/>
                  </a:lnTo>
                  <a:lnTo>
                    <a:pt x="3485" y="11"/>
                  </a:lnTo>
                  <a:lnTo>
                    <a:pt x="3064" y="26"/>
                  </a:lnTo>
                  <a:lnTo>
                    <a:pt x="2674" y="47"/>
                  </a:lnTo>
                  <a:lnTo>
                    <a:pt x="2314" y="72"/>
                  </a:lnTo>
                  <a:lnTo>
                    <a:pt x="1983" y="98"/>
                  </a:lnTo>
                  <a:lnTo>
                    <a:pt x="1683" y="128"/>
                  </a:lnTo>
                  <a:lnTo>
                    <a:pt x="1412" y="164"/>
                  </a:lnTo>
                  <a:lnTo>
                    <a:pt x="1142" y="200"/>
                  </a:lnTo>
                  <a:lnTo>
                    <a:pt x="932" y="241"/>
                  </a:lnTo>
                  <a:lnTo>
                    <a:pt x="722" y="281"/>
                  </a:lnTo>
                  <a:lnTo>
                    <a:pt x="511" y="327"/>
                  </a:lnTo>
                  <a:lnTo>
                    <a:pt x="361" y="373"/>
                  </a:lnTo>
                  <a:lnTo>
                    <a:pt x="211" y="419"/>
                  </a:lnTo>
                  <a:lnTo>
                    <a:pt x="91" y="460"/>
                  </a:lnTo>
                  <a:lnTo>
                    <a:pt x="1" y="506"/>
                  </a:lnTo>
                  <a:lnTo>
                    <a:pt x="632" y="623"/>
                  </a:lnTo>
                  <a:lnTo>
                    <a:pt x="1262" y="741"/>
                  </a:lnTo>
                  <a:lnTo>
                    <a:pt x="1833" y="863"/>
                  </a:lnTo>
                  <a:lnTo>
                    <a:pt x="2344" y="990"/>
                  </a:lnTo>
                  <a:lnTo>
                    <a:pt x="2824" y="1118"/>
                  </a:lnTo>
                  <a:lnTo>
                    <a:pt x="3275" y="1246"/>
                  </a:lnTo>
                  <a:lnTo>
                    <a:pt x="3695" y="1378"/>
                  </a:lnTo>
                  <a:lnTo>
                    <a:pt x="4086" y="1516"/>
                  </a:lnTo>
                  <a:lnTo>
                    <a:pt x="4866" y="1516"/>
                  </a:lnTo>
                  <a:lnTo>
                    <a:pt x="5227" y="1511"/>
                  </a:lnTo>
                  <a:lnTo>
                    <a:pt x="5557" y="1501"/>
                  </a:lnTo>
                  <a:lnTo>
                    <a:pt x="5858" y="1490"/>
                  </a:lnTo>
                  <a:lnTo>
                    <a:pt x="6158" y="1475"/>
                  </a:lnTo>
                  <a:lnTo>
                    <a:pt x="6428" y="1460"/>
                  </a:lnTo>
                  <a:lnTo>
                    <a:pt x="6699" y="1439"/>
                  </a:lnTo>
                  <a:lnTo>
                    <a:pt x="6939" y="1419"/>
                  </a:lnTo>
                  <a:lnTo>
                    <a:pt x="7149" y="1399"/>
                  </a:lnTo>
                  <a:lnTo>
                    <a:pt x="7359" y="1373"/>
                  </a:lnTo>
                  <a:lnTo>
                    <a:pt x="7750" y="1317"/>
                  </a:lnTo>
                  <a:lnTo>
                    <a:pt x="8050" y="1256"/>
                  </a:lnTo>
                  <a:lnTo>
                    <a:pt x="8320" y="1189"/>
                  </a:lnTo>
                  <a:lnTo>
                    <a:pt x="8531" y="1118"/>
                  </a:lnTo>
                  <a:lnTo>
                    <a:pt x="8681" y="1052"/>
                  </a:lnTo>
                  <a:lnTo>
                    <a:pt x="8801" y="980"/>
                  </a:lnTo>
                  <a:lnTo>
                    <a:pt x="8891" y="909"/>
                  </a:lnTo>
                  <a:lnTo>
                    <a:pt x="8921" y="837"/>
                  </a:lnTo>
                  <a:lnTo>
                    <a:pt x="8951" y="771"/>
                  </a:lnTo>
                  <a:lnTo>
                    <a:pt x="8951" y="715"/>
                  </a:lnTo>
                  <a:lnTo>
                    <a:pt x="8921" y="659"/>
                  </a:lnTo>
                  <a:lnTo>
                    <a:pt x="8831" y="552"/>
                  </a:lnTo>
                  <a:lnTo>
                    <a:pt x="8771" y="496"/>
                  </a:lnTo>
                  <a:lnTo>
                    <a:pt x="8681" y="440"/>
                  </a:lnTo>
                  <a:lnTo>
                    <a:pt x="8561" y="389"/>
                  </a:lnTo>
                  <a:lnTo>
                    <a:pt x="8441" y="333"/>
                  </a:lnTo>
                  <a:lnTo>
                    <a:pt x="8260" y="281"/>
                  </a:lnTo>
                  <a:lnTo>
                    <a:pt x="8050" y="236"/>
                  </a:lnTo>
                  <a:lnTo>
                    <a:pt x="7810" y="190"/>
                  </a:lnTo>
                  <a:lnTo>
                    <a:pt x="7510" y="144"/>
                  </a:lnTo>
                  <a:lnTo>
                    <a:pt x="7179" y="108"/>
                  </a:lnTo>
                  <a:lnTo>
                    <a:pt x="6789" y="72"/>
                  </a:lnTo>
                  <a:lnTo>
                    <a:pt x="6338" y="47"/>
                  </a:lnTo>
                  <a:lnTo>
                    <a:pt x="5828" y="26"/>
                  </a:lnTo>
                  <a:lnTo>
                    <a:pt x="5227" y="11"/>
                  </a:lnTo>
                  <a:lnTo>
                    <a:pt x="4596" y="1"/>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79"/>
            <p:cNvSpPr/>
            <p:nvPr/>
          </p:nvSpPr>
          <p:spPr>
            <a:xfrm flipH="1">
              <a:off x="4095717" y="2670875"/>
              <a:ext cx="37956" cy="37900"/>
            </a:xfrm>
            <a:custGeom>
              <a:avLst/>
              <a:gdLst/>
              <a:ahLst/>
              <a:cxnLst/>
              <a:rect l="l" t="t" r="r" b="b"/>
              <a:pathLst>
                <a:path w="8952" h="1516" fill="none" extrusionOk="0">
                  <a:moveTo>
                    <a:pt x="4386" y="1"/>
                  </a:moveTo>
                  <a:lnTo>
                    <a:pt x="4386" y="1"/>
                  </a:lnTo>
                  <a:lnTo>
                    <a:pt x="4596" y="1"/>
                  </a:lnTo>
                  <a:lnTo>
                    <a:pt x="4596" y="1"/>
                  </a:lnTo>
                  <a:lnTo>
                    <a:pt x="5227" y="11"/>
                  </a:lnTo>
                  <a:lnTo>
                    <a:pt x="5828" y="26"/>
                  </a:lnTo>
                  <a:lnTo>
                    <a:pt x="6338" y="47"/>
                  </a:lnTo>
                  <a:lnTo>
                    <a:pt x="6789" y="72"/>
                  </a:lnTo>
                  <a:lnTo>
                    <a:pt x="7179" y="108"/>
                  </a:lnTo>
                  <a:lnTo>
                    <a:pt x="7510" y="144"/>
                  </a:lnTo>
                  <a:lnTo>
                    <a:pt x="7810" y="190"/>
                  </a:lnTo>
                  <a:lnTo>
                    <a:pt x="8050" y="236"/>
                  </a:lnTo>
                  <a:lnTo>
                    <a:pt x="8260" y="281"/>
                  </a:lnTo>
                  <a:lnTo>
                    <a:pt x="8441" y="333"/>
                  </a:lnTo>
                  <a:lnTo>
                    <a:pt x="8561" y="389"/>
                  </a:lnTo>
                  <a:lnTo>
                    <a:pt x="8681" y="440"/>
                  </a:lnTo>
                  <a:lnTo>
                    <a:pt x="8771" y="496"/>
                  </a:lnTo>
                  <a:lnTo>
                    <a:pt x="8831" y="552"/>
                  </a:lnTo>
                  <a:lnTo>
                    <a:pt x="8921" y="659"/>
                  </a:lnTo>
                  <a:lnTo>
                    <a:pt x="8921" y="659"/>
                  </a:lnTo>
                  <a:lnTo>
                    <a:pt x="8951" y="715"/>
                  </a:lnTo>
                  <a:lnTo>
                    <a:pt x="8951" y="771"/>
                  </a:lnTo>
                  <a:lnTo>
                    <a:pt x="8921" y="837"/>
                  </a:lnTo>
                  <a:lnTo>
                    <a:pt x="8891" y="909"/>
                  </a:lnTo>
                  <a:lnTo>
                    <a:pt x="8801" y="980"/>
                  </a:lnTo>
                  <a:lnTo>
                    <a:pt x="8681" y="1052"/>
                  </a:lnTo>
                  <a:lnTo>
                    <a:pt x="8531" y="1118"/>
                  </a:lnTo>
                  <a:lnTo>
                    <a:pt x="8320" y="1189"/>
                  </a:lnTo>
                  <a:lnTo>
                    <a:pt x="8050" y="1256"/>
                  </a:lnTo>
                  <a:lnTo>
                    <a:pt x="7750" y="1317"/>
                  </a:lnTo>
                  <a:lnTo>
                    <a:pt x="7359" y="1373"/>
                  </a:lnTo>
                  <a:lnTo>
                    <a:pt x="7149" y="1399"/>
                  </a:lnTo>
                  <a:lnTo>
                    <a:pt x="6939" y="1419"/>
                  </a:lnTo>
                  <a:lnTo>
                    <a:pt x="6699" y="1439"/>
                  </a:lnTo>
                  <a:lnTo>
                    <a:pt x="6428" y="1460"/>
                  </a:lnTo>
                  <a:lnTo>
                    <a:pt x="6158" y="1475"/>
                  </a:lnTo>
                  <a:lnTo>
                    <a:pt x="5858" y="1490"/>
                  </a:lnTo>
                  <a:lnTo>
                    <a:pt x="5557" y="1501"/>
                  </a:lnTo>
                  <a:lnTo>
                    <a:pt x="5227" y="1511"/>
                  </a:lnTo>
                  <a:lnTo>
                    <a:pt x="4866" y="1516"/>
                  </a:lnTo>
                  <a:lnTo>
                    <a:pt x="4506" y="1516"/>
                  </a:lnTo>
                  <a:lnTo>
                    <a:pt x="4506" y="1516"/>
                  </a:lnTo>
                  <a:lnTo>
                    <a:pt x="4326" y="1516"/>
                  </a:lnTo>
                  <a:lnTo>
                    <a:pt x="4326" y="1516"/>
                  </a:lnTo>
                  <a:lnTo>
                    <a:pt x="4086" y="1516"/>
                  </a:lnTo>
                  <a:lnTo>
                    <a:pt x="4086" y="1516"/>
                  </a:lnTo>
                  <a:lnTo>
                    <a:pt x="3695" y="1378"/>
                  </a:lnTo>
                  <a:lnTo>
                    <a:pt x="3275" y="1246"/>
                  </a:lnTo>
                  <a:lnTo>
                    <a:pt x="2824" y="1118"/>
                  </a:lnTo>
                  <a:lnTo>
                    <a:pt x="2344" y="990"/>
                  </a:lnTo>
                  <a:lnTo>
                    <a:pt x="1833" y="863"/>
                  </a:lnTo>
                  <a:lnTo>
                    <a:pt x="1262" y="741"/>
                  </a:lnTo>
                  <a:lnTo>
                    <a:pt x="632" y="623"/>
                  </a:lnTo>
                  <a:lnTo>
                    <a:pt x="1" y="506"/>
                  </a:lnTo>
                  <a:lnTo>
                    <a:pt x="1" y="506"/>
                  </a:lnTo>
                  <a:lnTo>
                    <a:pt x="91" y="460"/>
                  </a:lnTo>
                  <a:lnTo>
                    <a:pt x="211" y="419"/>
                  </a:lnTo>
                  <a:lnTo>
                    <a:pt x="361" y="373"/>
                  </a:lnTo>
                  <a:lnTo>
                    <a:pt x="511" y="327"/>
                  </a:lnTo>
                  <a:lnTo>
                    <a:pt x="722" y="281"/>
                  </a:lnTo>
                  <a:lnTo>
                    <a:pt x="932" y="241"/>
                  </a:lnTo>
                  <a:lnTo>
                    <a:pt x="1142" y="200"/>
                  </a:lnTo>
                  <a:lnTo>
                    <a:pt x="1412" y="164"/>
                  </a:lnTo>
                  <a:lnTo>
                    <a:pt x="1683" y="128"/>
                  </a:lnTo>
                  <a:lnTo>
                    <a:pt x="1983" y="98"/>
                  </a:lnTo>
                  <a:lnTo>
                    <a:pt x="2314" y="72"/>
                  </a:lnTo>
                  <a:lnTo>
                    <a:pt x="2674" y="47"/>
                  </a:lnTo>
                  <a:lnTo>
                    <a:pt x="3064" y="26"/>
                  </a:lnTo>
                  <a:lnTo>
                    <a:pt x="3485" y="11"/>
                  </a:lnTo>
                  <a:lnTo>
                    <a:pt x="3905" y="6"/>
                  </a:lnTo>
                  <a:lnTo>
                    <a:pt x="438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79"/>
            <p:cNvSpPr/>
            <p:nvPr/>
          </p:nvSpPr>
          <p:spPr>
            <a:xfrm flipH="1">
              <a:off x="4116349" y="2683500"/>
              <a:ext cx="18469" cy="25275"/>
            </a:xfrm>
            <a:custGeom>
              <a:avLst/>
              <a:gdLst/>
              <a:ahLst/>
              <a:cxnLst/>
              <a:rect l="l" t="t" r="r" b="b"/>
              <a:pathLst>
                <a:path w="4356" h="1011" extrusionOk="0">
                  <a:moveTo>
                    <a:pt x="271" y="1"/>
                  </a:moveTo>
                  <a:lnTo>
                    <a:pt x="151" y="62"/>
                  </a:lnTo>
                  <a:lnTo>
                    <a:pt x="61" y="118"/>
                  </a:lnTo>
                  <a:lnTo>
                    <a:pt x="31" y="174"/>
                  </a:lnTo>
                  <a:lnTo>
                    <a:pt x="1" y="225"/>
                  </a:lnTo>
                  <a:lnTo>
                    <a:pt x="31" y="327"/>
                  </a:lnTo>
                  <a:lnTo>
                    <a:pt x="61" y="383"/>
                  </a:lnTo>
                  <a:lnTo>
                    <a:pt x="121" y="445"/>
                  </a:lnTo>
                  <a:lnTo>
                    <a:pt x="211" y="506"/>
                  </a:lnTo>
                  <a:lnTo>
                    <a:pt x="331" y="567"/>
                  </a:lnTo>
                  <a:lnTo>
                    <a:pt x="481" y="633"/>
                  </a:lnTo>
                  <a:lnTo>
                    <a:pt x="661" y="695"/>
                  </a:lnTo>
                  <a:lnTo>
                    <a:pt x="932" y="751"/>
                  </a:lnTo>
                  <a:lnTo>
                    <a:pt x="1202" y="807"/>
                  </a:lnTo>
                  <a:lnTo>
                    <a:pt x="1562" y="858"/>
                  </a:lnTo>
                  <a:lnTo>
                    <a:pt x="1983" y="904"/>
                  </a:lnTo>
                  <a:lnTo>
                    <a:pt x="2463" y="945"/>
                  </a:lnTo>
                  <a:lnTo>
                    <a:pt x="3004" y="975"/>
                  </a:lnTo>
                  <a:lnTo>
                    <a:pt x="3635" y="996"/>
                  </a:lnTo>
                  <a:lnTo>
                    <a:pt x="4356" y="1011"/>
                  </a:lnTo>
                  <a:lnTo>
                    <a:pt x="3965" y="873"/>
                  </a:lnTo>
                  <a:lnTo>
                    <a:pt x="3545" y="741"/>
                  </a:lnTo>
                  <a:lnTo>
                    <a:pt x="3094" y="613"/>
                  </a:lnTo>
                  <a:lnTo>
                    <a:pt x="2614" y="485"/>
                  </a:lnTo>
                  <a:lnTo>
                    <a:pt x="2103" y="358"/>
                  </a:lnTo>
                  <a:lnTo>
                    <a:pt x="1532" y="236"/>
                  </a:lnTo>
                  <a:lnTo>
                    <a:pt x="902" y="118"/>
                  </a:lnTo>
                  <a:lnTo>
                    <a:pt x="271" y="1"/>
                  </a:lnTo>
                  <a:close/>
                </a:path>
              </a:pathLst>
            </a:custGeom>
            <a:solidFill>
              <a:srgbClr val="FF6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79"/>
            <p:cNvSpPr/>
            <p:nvPr/>
          </p:nvSpPr>
          <p:spPr>
            <a:xfrm flipH="1">
              <a:off x="4116349" y="2683500"/>
              <a:ext cx="18469" cy="25275"/>
            </a:xfrm>
            <a:custGeom>
              <a:avLst/>
              <a:gdLst/>
              <a:ahLst/>
              <a:cxnLst/>
              <a:rect l="l" t="t" r="r" b="b"/>
              <a:pathLst>
                <a:path w="4356" h="1011" fill="none" extrusionOk="0">
                  <a:moveTo>
                    <a:pt x="271" y="1"/>
                  </a:moveTo>
                  <a:lnTo>
                    <a:pt x="271" y="1"/>
                  </a:lnTo>
                  <a:lnTo>
                    <a:pt x="902" y="118"/>
                  </a:lnTo>
                  <a:lnTo>
                    <a:pt x="1532" y="236"/>
                  </a:lnTo>
                  <a:lnTo>
                    <a:pt x="2103" y="358"/>
                  </a:lnTo>
                  <a:lnTo>
                    <a:pt x="2614" y="485"/>
                  </a:lnTo>
                  <a:lnTo>
                    <a:pt x="3094" y="613"/>
                  </a:lnTo>
                  <a:lnTo>
                    <a:pt x="3545" y="741"/>
                  </a:lnTo>
                  <a:lnTo>
                    <a:pt x="3965" y="873"/>
                  </a:lnTo>
                  <a:lnTo>
                    <a:pt x="4356" y="1011"/>
                  </a:lnTo>
                  <a:lnTo>
                    <a:pt x="4356" y="1011"/>
                  </a:lnTo>
                  <a:lnTo>
                    <a:pt x="3635" y="996"/>
                  </a:lnTo>
                  <a:lnTo>
                    <a:pt x="3004" y="975"/>
                  </a:lnTo>
                  <a:lnTo>
                    <a:pt x="2463" y="945"/>
                  </a:lnTo>
                  <a:lnTo>
                    <a:pt x="1983" y="904"/>
                  </a:lnTo>
                  <a:lnTo>
                    <a:pt x="1562" y="858"/>
                  </a:lnTo>
                  <a:lnTo>
                    <a:pt x="1202" y="807"/>
                  </a:lnTo>
                  <a:lnTo>
                    <a:pt x="932" y="751"/>
                  </a:lnTo>
                  <a:lnTo>
                    <a:pt x="661" y="695"/>
                  </a:lnTo>
                  <a:lnTo>
                    <a:pt x="481" y="633"/>
                  </a:lnTo>
                  <a:lnTo>
                    <a:pt x="331" y="567"/>
                  </a:lnTo>
                  <a:lnTo>
                    <a:pt x="211" y="506"/>
                  </a:lnTo>
                  <a:lnTo>
                    <a:pt x="121" y="445"/>
                  </a:lnTo>
                  <a:lnTo>
                    <a:pt x="61" y="383"/>
                  </a:lnTo>
                  <a:lnTo>
                    <a:pt x="31" y="327"/>
                  </a:lnTo>
                  <a:lnTo>
                    <a:pt x="1" y="225"/>
                  </a:lnTo>
                  <a:lnTo>
                    <a:pt x="1" y="225"/>
                  </a:lnTo>
                  <a:lnTo>
                    <a:pt x="31" y="174"/>
                  </a:lnTo>
                  <a:lnTo>
                    <a:pt x="61" y="118"/>
                  </a:lnTo>
                  <a:lnTo>
                    <a:pt x="151" y="62"/>
                  </a:lnTo>
                  <a:lnTo>
                    <a:pt x="27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79"/>
            <p:cNvSpPr/>
            <p:nvPr/>
          </p:nvSpPr>
          <p:spPr>
            <a:xfrm flipH="1">
              <a:off x="4109472" y="2685425"/>
              <a:ext cx="9811" cy="8950"/>
            </a:xfrm>
            <a:custGeom>
              <a:avLst/>
              <a:gdLst/>
              <a:ahLst/>
              <a:cxnLst/>
              <a:rect l="l" t="t" r="r" b="b"/>
              <a:pathLst>
                <a:path w="2314" h="358" extrusionOk="0">
                  <a:moveTo>
                    <a:pt x="391" y="0"/>
                  </a:moveTo>
                  <a:lnTo>
                    <a:pt x="61" y="36"/>
                  </a:lnTo>
                  <a:lnTo>
                    <a:pt x="31" y="46"/>
                  </a:lnTo>
                  <a:lnTo>
                    <a:pt x="1" y="57"/>
                  </a:lnTo>
                  <a:lnTo>
                    <a:pt x="1" y="67"/>
                  </a:lnTo>
                  <a:lnTo>
                    <a:pt x="61" y="77"/>
                  </a:lnTo>
                  <a:lnTo>
                    <a:pt x="121" y="92"/>
                  </a:lnTo>
                  <a:lnTo>
                    <a:pt x="211" y="118"/>
                  </a:lnTo>
                  <a:lnTo>
                    <a:pt x="301" y="143"/>
                  </a:lnTo>
                  <a:lnTo>
                    <a:pt x="301" y="179"/>
                  </a:lnTo>
                  <a:lnTo>
                    <a:pt x="301" y="199"/>
                  </a:lnTo>
                  <a:lnTo>
                    <a:pt x="271" y="225"/>
                  </a:lnTo>
                  <a:lnTo>
                    <a:pt x="211" y="245"/>
                  </a:lnTo>
                  <a:lnTo>
                    <a:pt x="151" y="271"/>
                  </a:lnTo>
                  <a:lnTo>
                    <a:pt x="91" y="291"/>
                  </a:lnTo>
                  <a:lnTo>
                    <a:pt x="121" y="301"/>
                  </a:lnTo>
                  <a:lnTo>
                    <a:pt x="151" y="306"/>
                  </a:lnTo>
                  <a:lnTo>
                    <a:pt x="241" y="322"/>
                  </a:lnTo>
                  <a:lnTo>
                    <a:pt x="872" y="357"/>
                  </a:lnTo>
                  <a:lnTo>
                    <a:pt x="992" y="322"/>
                  </a:lnTo>
                  <a:lnTo>
                    <a:pt x="1052" y="291"/>
                  </a:lnTo>
                  <a:lnTo>
                    <a:pt x="1112" y="255"/>
                  </a:lnTo>
                  <a:lnTo>
                    <a:pt x="1112" y="220"/>
                  </a:lnTo>
                  <a:lnTo>
                    <a:pt x="1112" y="189"/>
                  </a:lnTo>
                  <a:lnTo>
                    <a:pt x="1082" y="159"/>
                  </a:lnTo>
                  <a:lnTo>
                    <a:pt x="1022" y="133"/>
                  </a:lnTo>
                  <a:lnTo>
                    <a:pt x="932" y="102"/>
                  </a:lnTo>
                  <a:lnTo>
                    <a:pt x="842" y="77"/>
                  </a:lnTo>
                  <a:lnTo>
                    <a:pt x="722" y="51"/>
                  </a:lnTo>
                  <a:lnTo>
                    <a:pt x="571" y="26"/>
                  </a:lnTo>
                  <a:lnTo>
                    <a:pt x="391" y="0"/>
                  </a:lnTo>
                  <a:close/>
                  <a:moveTo>
                    <a:pt x="1563" y="0"/>
                  </a:moveTo>
                  <a:lnTo>
                    <a:pt x="1262" y="36"/>
                  </a:lnTo>
                  <a:lnTo>
                    <a:pt x="1202" y="46"/>
                  </a:lnTo>
                  <a:lnTo>
                    <a:pt x="1172" y="57"/>
                  </a:lnTo>
                  <a:lnTo>
                    <a:pt x="1202" y="67"/>
                  </a:lnTo>
                  <a:lnTo>
                    <a:pt x="1232" y="77"/>
                  </a:lnTo>
                  <a:lnTo>
                    <a:pt x="1322" y="92"/>
                  </a:lnTo>
                  <a:lnTo>
                    <a:pt x="1412" y="118"/>
                  </a:lnTo>
                  <a:lnTo>
                    <a:pt x="1472" y="143"/>
                  </a:lnTo>
                  <a:lnTo>
                    <a:pt x="1502" y="179"/>
                  </a:lnTo>
                  <a:lnTo>
                    <a:pt x="1472" y="199"/>
                  </a:lnTo>
                  <a:lnTo>
                    <a:pt x="1442" y="225"/>
                  </a:lnTo>
                  <a:lnTo>
                    <a:pt x="1412" y="245"/>
                  </a:lnTo>
                  <a:lnTo>
                    <a:pt x="1322" y="271"/>
                  </a:lnTo>
                  <a:lnTo>
                    <a:pt x="1292" y="291"/>
                  </a:lnTo>
                  <a:lnTo>
                    <a:pt x="1292" y="301"/>
                  </a:lnTo>
                  <a:lnTo>
                    <a:pt x="1322" y="306"/>
                  </a:lnTo>
                  <a:lnTo>
                    <a:pt x="1442" y="322"/>
                  </a:lnTo>
                  <a:lnTo>
                    <a:pt x="2043" y="357"/>
                  </a:lnTo>
                  <a:lnTo>
                    <a:pt x="2163" y="322"/>
                  </a:lnTo>
                  <a:lnTo>
                    <a:pt x="2253" y="291"/>
                  </a:lnTo>
                  <a:lnTo>
                    <a:pt x="2283" y="255"/>
                  </a:lnTo>
                  <a:lnTo>
                    <a:pt x="2313" y="220"/>
                  </a:lnTo>
                  <a:lnTo>
                    <a:pt x="2283" y="189"/>
                  </a:lnTo>
                  <a:lnTo>
                    <a:pt x="2253" y="159"/>
                  </a:lnTo>
                  <a:lnTo>
                    <a:pt x="2193" y="133"/>
                  </a:lnTo>
                  <a:lnTo>
                    <a:pt x="2133" y="102"/>
                  </a:lnTo>
                  <a:lnTo>
                    <a:pt x="2013" y="77"/>
                  </a:lnTo>
                  <a:lnTo>
                    <a:pt x="1893" y="51"/>
                  </a:lnTo>
                  <a:lnTo>
                    <a:pt x="1743" y="26"/>
                  </a:lnTo>
                  <a:lnTo>
                    <a:pt x="15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79"/>
            <p:cNvSpPr/>
            <p:nvPr/>
          </p:nvSpPr>
          <p:spPr>
            <a:xfrm flipH="1">
              <a:off x="4152262" y="2908200"/>
              <a:ext cx="172814" cy="167450"/>
            </a:xfrm>
            <a:custGeom>
              <a:avLst/>
              <a:gdLst/>
              <a:ahLst/>
              <a:cxnLst/>
              <a:rect l="l" t="t" r="r" b="b"/>
              <a:pathLst>
                <a:path w="40758" h="6698" extrusionOk="0">
                  <a:moveTo>
                    <a:pt x="19854" y="0"/>
                  </a:moveTo>
                  <a:lnTo>
                    <a:pt x="19163" y="5"/>
                  </a:lnTo>
                  <a:lnTo>
                    <a:pt x="17811" y="21"/>
                  </a:lnTo>
                  <a:lnTo>
                    <a:pt x="16520" y="51"/>
                  </a:lnTo>
                  <a:lnTo>
                    <a:pt x="15288" y="92"/>
                  </a:lnTo>
                  <a:lnTo>
                    <a:pt x="14117" y="138"/>
                  </a:lnTo>
                  <a:lnTo>
                    <a:pt x="13006" y="199"/>
                  </a:lnTo>
                  <a:lnTo>
                    <a:pt x="11955" y="266"/>
                  </a:lnTo>
                  <a:lnTo>
                    <a:pt x="10933" y="342"/>
                  </a:lnTo>
                  <a:lnTo>
                    <a:pt x="9972" y="424"/>
                  </a:lnTo>
                  <a:lnTo>
                    <a:pt x="9041" y="515"/>
                  </a:lnTo>
                  <a:lnTo>
                    <a:pt x="8200" y="612"/>
                  </a:lnTo>
                  <a:lnTo>
                    <a:pt x="7389" y="719"/>
                  </a:lnTo>
                  <a:lnTo>
                    <a:pt x="6608" y="827"/>
                  </a:lnTo>
                  <a:lnTo>
                    <a:pt x="5888" y="944"/>
                  </a:lnTo>
                  <a:lnTo>
                    <a:pt x="5227" y="1061"/>
                  </a:lnTo>
                  <a:lnTo>
                    <a:pt x="4596" y="1184"/>
                  </a:lnTo>
                  <a:lnTo>
                    <a:pt x="4025" y="1311"/>
                  </a:lnTo>
                  <a:lnTo>
                    <a:pt x="3485" y="1439"/>
                  </a:lnTo>
                  <a:lnTo>
                    <a:pt x="2974" y="1571"/>
                  </a:lnTo>
                  <a:lnTo>
                    <a:pt x="2524" y="1704"/>
                  </a:lnTo>
                  <a:lnTo>
                    <a:pt x="2103" y="1837"/>
                  </a:lnTo>
                  <a:lnTo>
                    <a:pt x="1743" y="1974"/>
                  </a:lnTo>
                  <a:lnTo>
                    <a:pt x="1412" y="2107"/>
                  </a:lnTo>
                  <a:lnTo>
                    <a:pt x="1112" y="2239"/>
                  </a:lnTo>
                  <a:lnTo>
                    <a:pt x="842" y="2372"/>
                  </a:lnTo>
                  <a:lnTo>
                    <a:pt x="631" y="2505"/>
                  </a:lnTo>
                  <a:lnTo>
                    <a:pt x="421" y="2632"/>
                  </a:lnTo>
                  <a:lnTo>
                    <a:pt x="271" y="2760"/>
                  </a:lnTo>
                  <a:lnTo>
                    <a:pt x="151" y="2882"/>
                  </a:lnTo>
                  <a:lnTo>
                    <a:pt x="91" y="2999"/>
                  </a:lnTo>
                  <a:lnTo>
                    <a:pt x="31" y="3117"/>
                  </a:lnTo>
                  <a:lnTo>
                    <a:pt x="1" y="3224"/>
                  </a:lnTo>
                  <a:lnTo>
                    <a:pt x="1" y="3459"/>
                  </a:lnTo>
                  <a:lnTo>
                    <a:pt x="61" y="3586"/>
                  </a:lnTo>
                  <a:lnTo>
                    <a:pt x="91" y="3719"/>
                  </a:lnTo>
                  <a:lnTo>
                    <a:pt x="181" y="3861"/>
                  </a:lnTo>
                  <a:lnTo>
                    <a:pt x="301" y="4004"/>
                  </a:lnTo>
                  <a:lnTo>
                    <a:pt x="451" y="4152"/>
                  </a:lnTo>
                  <a:lnTo>
                    <a:pt x="631" y="4300"/>
                  </a:lnTo>
                  <a:lnTo>
                    <a:pt x="842" y="4453"/>
                  </a:lnTo>
                  <a:lnTo>
                    <a:pt x="1112" y="4606"/>
                  </a:lnTo>
                  <a:lnTo>
                    <a:pt x="1412" y="4759"/>
                  </a:lnTo>
                  <a:lnTo>
                    <a:pt x="1773" y="4912"/>
                  </a:lnTo>
                  <a:lnTo>
                    <a:pt x="2193" y="5065"/>
                  </a:lnTo>
                  <a:lnTo>
                    <a:pt x="2674" y="5218"/>
                  </a:lnTo>
                  <a:lnTo>
                    <a:pt x="3214" y="5366"/>
                  </a:lnTo>
                  <a:lnTo>
                    <a:pt x="3815" y="5509"/>
                  </a:lnTo>
                  <a:lnTo>
                    <a:pt x="4356" y="5504"/>
                  </a:lnTo>
                  <a:lnTo>
                    <a:pt x="4476" y="5504"/>
                  </a:lnTo>
                  <a:lnTo>
                    <a:pt x="5016" y="5509"/>
                  </a:lnTo>
                  <a:lnTo>
                    <a:pt x="5497" y="5524"/>
                  </a:lnTo>
                  <a:lnTo>
                    <a:pt x="5918" y="5545"/>
                  </a:lnTo>
                  <a:lnTo>
                    <a:pt x="6278" y="5570"/>
                  </a:lnTo>
                  <a:lnTo>
                    <a:pt x="6578" y="5606"/>
                  </a:lnTo>
                  <a:lnTo>
                    <a:pt x="6849" y="5642"/>
                  </a:lnTo>
                  <a:lnTo>
                    <a:pt x="7089" y="5682"/>
                  </a:lnTo>
                  <a:lnTo>
                    <a:pt x="7269" y="5723"/>
                  </a:lnTo>
                  <a:lnTo>
                    <a:pt x="7419" y="5769"/>
                  </a:lnTo>
                  <a:lnTo>
                    <a:pt x="7539" y="5815"/>
                  </a:lnTo>
                  <a:lnTo>
                    <a:pt x="7630" y="5861"/>
                  </a:lnTo>
                  <a:lnTo>
                    <a:pt x="7690" y="5907"/>
                  </a:lnTo>
                  <a:lnTo>
                    <a:pt x="7750" y="5994"/>
                  </a:lnTo>
                  <a:lnTo>
                    <a:pt x="7780" y="6065"/>
                  </a:lnTo>
                  <a:lnTo>
                    <a:pt x="7750" y="6126"/>
                  </a:lnTo>
                  <a:lnTo>
                    <a:pt x="8290" y="6187"/>
                  </a:lnTo>
                  <a:lnTo>
                    <a:pt x="8891" y="6243"/>
                  </a:lnTo>
                  <a:lnTo>
                    <a:pt x="9522" y="6300"/>
                  </a:lnTo>
                  <a:lnTo>
                    <a:pt x="10152" y="6351"/>
                  </a:lnTo>
                  <a:lnTo>
                    <a:pt x="10843" y="6397"/>
                  </a:lnTo>
                  <a:lnTo>
                    <a:pt x="11564" y="6442"/>
                  </a:lnTo>
                  <a:lnTo>
                    <a:pt x="12285" y="6488"/>
                  </a:lnTo>
                  <a:lnTo>
                    <a:pt x="13036" y="6524"/>
                  </a:lnTo>
                  <a:lnTo>
                    <a:pt x="13847" y="6560"/>
                  </a:lnTo>
                  <a:lnTo>
                    <a:pt x="14688" y="6590"/>
                  </a:lnTo>
                  <a:lnTo>
                    <a:pt x="15529" y="6621"/>
                  </a:lnTo>
                  <a:lnTo>
                    <a:pt x="16430" y="6641"/>
                  </a:lnTo>
                  <a:lnTo>
                    <a:pt x="17361" y="6662"/>
                  </a:lnTo>
                  <a:lnTo>
                    <a:pt x="18292" y="6677"/>
                  </a:lnTo>
                  <a:lnTo>
                    <a:pt x="19313" y="6687"/>
                  </a:lnTo>
                  <a:lnTo>
                    <a:pt x="20334" y="6692"/>
                  </a:lnTo>
                  <a:lnTo>
                    <a:pt x="21055" y="6697"/>
                  </a:lnTo>
                  <a:lnTo>
                    <a:pt x="22497" y="6692"/>
                  </a:lnTo>
                  <a:lnTo>
                    <a:pt x="23848" y="6677"/>
                  </a:lnTo>
                  <a:lnTo>
                    <a:pt x="25140" y="6646"/>
                  </a:lnTo>
                  <a:lnTo>
                    <a:pt x="26341" y="6611"/>
                  </a:lnTo>
                  <a:lnTo>
                    <a:pt x="27512" y="6565"/>
                  </a:lnTo>
                  <a:lnTo>
                    <a:pt x="28624" y="6514"/>
                  </a:lnTo>
                  <a:lnTo>
                    <a:pt x="29645" y="6448"/>
                  </a:lnTo>
                  <a:lnTo>
                    <a:pt x="30636" y="6381"/>
                  </a:lnTo>
                  <a:lnTo>
                    <a:pt x="31567" y="6300"/>
                  </a:lnTo>
                  <a:lnTo>
                    <a:pt x="32438" y="6213"/>
                  </a:lnTo>
                  <a:lnTo>
                    <a:pt x="33249" y="6121"/>
                  </a:lnTo>
                  <a:lnTo>
                    <a:pt x="34030" y="6024"/>
                  </a:lnTo>
                  <a:lnTo>
                    <a:pt x="34751" y="5922"/>
                  </a:lnTo>
                  <a:lnTo>
                    <a:pt x="35412" y="5815"/>
                  </a:lnTo>
                  <a:lnTo>
                    <a:pt x="36042" y="5698"/>
                  </a:lnTo>
                  <a:lnTo>
                    <a:pt x="36613" y="5580"/>
                  </a:lnTo>
                  <a:lnTo>
                    <a:pt x="37154" y="5463"/>
                  </a:lnTo>
                  <a:lnTo>
                    <a:pt x="37634" y="5336"/>
                  </a:lnTo>
                  <a:lnTo>
                    <a:pt x="38085" y="5208"/>
                  </a:lnTo>
                  <a:lnTo>
                    <a:pt x="38475" y="5075"/>
                  </a:lnTo>
                  <a:lnTo>
                    <a:pt x="38836" y="4943"/>
                  </a:lnTo>
                  <a:lnTo>
                    <a:pt x="39166" y="4810"/>
                  </a:lnTo>
                  <a:lnTo>
                    <a:pt x="39466" y="4678"/>
                  </a:lnTo>
                  <a:lnTo>
                    <a:pt x="39737" y="4540"/>
                  </a:lnTo>
                  <a:lnTo>
                    <a:pt x="39947" y="4407"/>
                  </a:lnTo>
                  <a:lnTo>
                    <a:pt x="40157" y="4270"/>
                  </a:lnTo>
                  <a:lnTo>
                    <a:pt x="40337" y="4137"/>
                  </a:lnTo>
                  <a:lnTo>
                    <a:pt x="40457" y="4004"/>
                  </a:lnTo>
                  <a:lnTo>
                    <a:pt x="40578" y="3872"/>
                  </a:lnTo>
                  <a:lnTo>
                    <a:pt x="40668" y="3739"/>
                  </a:lnTo>
                  <a:lnTo>
                    <a:pt x="40728" y="3617"/>
                  </a:lnTo>
                  <a:lnTo>
                    <a:pt x="40758" y="3489"/>
                  </a:lnTo>
                  <a:lnTo>
                    <a:pt x="40277" y="3219"/>
                  </a:lnTo>
                  <a:lnTo>
                    <a:pt x="39827" y="2948"/>
                  </a:lnTo>
                  <a:lnTo>
                    <a:pt x="39436" y="2678"/>
                  </a:lnTo>
                  <a:lnTo>
                    <a:pt x="39106" y="2413"/>
                  </a:lnTo>
                  <a:lnTo>
                    <a:pt x="38806" y="2148"/>
                  </a:lnTo>
                  <a:lnTo>
                    <a:pt x="38565" y="1888"/>
                  </a:lnTo>
                  <a:lnTo>
                    <a:pt x="38355" y="1632"/>
                  </a:lnTo>
                  <a:lnTo>
                    <a:pt x="38175" y="1383"/>
                  </a:lnTo>
                  <a:lnTo>
                    <a:pt x="37935" y="1301"/>
                  </a:lnTo>
                  <a:lnTo>
                    <a:pt x="37634" y="1224"/>
                  </a:lnTo>
                  <a:lnTo>
                    <a:pt x="37334" y="1148"/>
                  </a:lnTo>
                  <a:lnTo>
                    <a:pt x="37003" y="1077"/>
                  </a:lnTo>
                  <a:lnTo>
                    <a:pt x="36643" y="1000"/>
                  </a:lnTo>
                  <a:lnTo>
                    <a:pt x="36283" y="929"/>
                  </a:lnTo>
                  <a:lnTo>
                    <a:pt x="35892" y="857"/>
                  </a:lnTo>
                  <a:lnTo>
                    <a:pt x="35472" y="791"/>
                  </a:lnTo>
                  <a:lnTo>
                    <a:pt x="35171" y="811"/>
                  </a:lnTo>
                  <a:lnTo>
                    <a:pt x="34841" y="821"/>
                  </a:lnTo>
                  <a:lnTo>
                    <a:pt x="34450" y="832"/>
                  </a:lnTo>
                  <a:lnTo>
                    <a:pt x="34030" y="837"/>
                  </a:lnTo>
                  <a:lnTo>
                    <a:pt x="33910" y="837"/>
                  </a:lnTo>
                  <a:lnTo>
                    <a:pt x="33399" y="827"/>
                  </a:lnTo>
                  <a:lnTo>
                    <a:pt x="32919" y="816"/>
                  </a:lnTo>
                  <a:lnTo>
                    <a:pt x="32528" y="796"/>
                  </a:lnTo>
                  <a:lnTo>
                    <a:pt x="32168" y="770"/>
                  </a:lnTo>
                  <a:lnTo>
                    <a:pt x="31837" y="740"/>
                  </a:lnTo>
                  <a:lnTo>
                    <a:pt x="31567" y="704"/>
                  </a:lnTo>
                  <a:lnTo>
                    <a:pt x="31357" y="663"/>
                  </a:lnTo>
                  <a:lnTo>
                    <a:pt x="31177" y="623"/>
                  </a:lnTo>
                  <a:lnTo>
                    <a:pt x="31027" y="582"/>
                  </a:lnTo>
                  <a:lnTo>
                    <a:pt x="30906" y="536"/>
                  </a:lnTo>
                  <a:lnTo>
                    <a:pt x="30786" y="490"/>
                  </a:lnTo>
                  <a:lnTo>
                    <a:pt x="30726" y="444"/>
                  </a:lnTo>
                  <a:lnTo>
                    <a:pt x="30666" y="357"/>
                  </a:lnTo>
                  <a:lnTo>
                    <a:pt x="30636" y="286"/>
                  </a:lnTo>
                  <a:lnTo>
                    <a:pt x="29705" y="230"/>
                  </a:lnTo>
                  <a:lnTo>
                    <a:pt x="28714" y="174"/>
                  </a:lnTo>
                  <a:lnTo>
                    <a:pt x="27693" y="128"/>
                  </a:lnTo>
                  <a:lnTo>
                    <a:pt x="26581" y="92"/>
                  </a:lnTo>
                  <a:lnTo>
                    <a:pt x="25410" y="56"/>
                  </a:lnTo>
                  <a:lnTo>
                    <a:pt x="24179" y="31"/>
                  </a:lnTo>
                  <a:lnTo>
                    <a:pt x="22887" y="10"/>
                  </a:lnTo>
                  <a:lnTo>
                    <a:pt x="21506"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79"/>
            <p:cNvSpPr/>
            <p:nvPr/>
          </p:nvSpPr>
          <p:spPr>
            <a:xfrm flipH="1">
              <a:off x="4152262" y="2908200"/>
              <a:ext cx="172814" cy="167450"/>
            </a:xfrm>
            <a:custGeom>
              <a:avLst/>
              <a:gdLst/>
              <a:ahLst/>
              <a:cxnLst/>
              <a:rect l="l" t="t" r="r" b="b"/>
              <a:pathLst>
                <a:path w="40758" h="6698" fill="none" extrusionOk="0">
                  <a:moveTo>
                    <a:pt x="20544" y="0"/>
                  </a:moveTo>
                  <a:lnTo>
                    <a:pt x="20544" y="0"/>
                  </a:lnTo>
                  <a:lnTo>
                    <a:pt x="21506" y="0"/>
                  </a:lnTo>
                  <a:lnTo>
                    <a:pt x="21506" y="0"/>
                  </a:lnTo>
                  <a:lnTo>
                    <a:pt x="22887" y="10"/>
                  </a:lnTo>
                  <a:lnTo>
                    <a:pt x="24179" y="31"/>
                  </a:lnTo>
                  <a:lnTo>
                    <a:pt x="25410" y="56"/>
                  </a:lnTo>
                  <a:lnTo>
                    <a:pt x="26581" y="92"/>
                  </a:lnTo>
                  <a:lnTo>
                    <a:pt x="27693" y="128"/>
                  </a:lnTo>
                  <a:lnTo>
                    <a:pt x="28714" y="174"/>
                  </a:lnTo>
                  <a:lnTo>
                    <a:pt x="29705" y="230"/>
                  </a:lnTo>
                  <a:lnTo>
                    <a:pt x="30636" y="286"/>
                  </a:lnTo>
                  <a:lnTo>
                    <a:pt x="30636" y="286"/>
                  </a:lnTo>
                  <a:lnTo>
                    <a:pt x="30666" y="357"/>
                  </a:lnTo>
                  <a:lnTo>
                    <a:pt x="30726" y="444"/>
                  </a:lnTo>
                  <a:lnTo>
                    <a:pt x="30786" y="490"/>
                  </a:lnTo>
                  <a:lnTo>
                    <a:pt x="30906" y="536"/>
                  </a:lnTo>
                  <a:lnTo>
                    <a:pt x="31027" y="582"/>
                  </a:lnTo>
                  <a:lnTo>
                    <a:pt x="31177" y="623"/>
                  </a:lnTo>
                  <a:lnTo>
                    <a:pt x="31357" y="663"/>
                  </a:lnTo>
                  <a:lnTo>
                    <a:pt x="31567" y="704"/>
                  </a:lnTo>
                  <a:lnTo>
                    <a:pt x="31837" y="740"/>
                  </a:lnTo>
                  <a:lnTo>
                    <a:pt x="32168" y="770"/>
                  </a:lnTo>
                  <a:lnTo>
                    <a:pt x="32528" y="796"/>
                  </a:lnTo>
                  <a:lnTo>
                    <a:pt x="32919" y="816"/>
                  </a:lnTo>
                  <a:lnTo>
                    <a:pt x="33399" y="827"/>
                  </a:lnTo>
                  <a:lnTo>
                    <a:pt x="33910" y="837"/>
                  </a:lnTo>
                  <a:lnTo>
                    <a:pt x="33910" y="837"/>
                  </a:lnTo>
                  <a:lnTo>
                    <a:pt x="34030" y="837"/>
                  </a:lnTo>
                  <a:lnTo>
                    <a:pt x="34030" y="837"/>
                  </a:lnTo>
                  <a:lnTo>
                    <a:pt x="34450" y="832"/>
                  </a:lnTo>
                  <a:lnTo>
                    <a:pt x="34841" y="821"/>
                  </a:lnTo>
                  <a:lnTo>
                    <a:pt x="35171" y="811"/>
                  </a:lnTo>
                  <a:lnTo>
                    <a:pt x="35472" y="791"/>
                  </a:lnTo>
                  <a:lnTo>
                    <a:pt x="35472" y="791"/>
                  </a:lnTo>
                  <a:lnTo>
                    <a:pt x="35892" y="857"/>
                  </a:lnTo>
                  <a:lnTo>
                    <a:pt x="36283" y="929"/>
                  </a:lnTo>
                  <a:lnTo>
                    <a:pt x="36643" y="1000"/>
                  </a:lnTo>
                  <a:lnTo>
                    <a:pt x="37003" y="1077"/>
                  </a:lnTo>
                  <a:lnTo>
                    <a:pt x="37334" y="1148"/>
                  </a:lnTo>
                  <a:lnTo>
                    <a:pt x="37634" y="1224"/>
                  </a:lnTo>
                  <a:lnTo>
                    <a:pt x="37935" y="1301"/>
                  </a:lnTo>
                  <a:lnTo>
                    <a:pt x="38175" y="1383"/>
                  </a:lnTo>
                  <a:lnTo>
                    <a:pt x="38175" y="1383"/>
                  </a:lnTo>
                  <a:lnTo>
                    <a:pt x="38355" y="1632"/>
                  </a:lnTo>
                  <a:lnTo>
                    <a:pt x="38565" y="1888"/>
                  </a:lnTo>
                  <a:lnTo>
                    <a:pt x="38806" y="2148"/>
                  </a:lnTo>
                  <a:lnTo>
                    <a:pt x="39106" y="2413"/>
                  </a:lnTo>
                  <a:lnTo>
                    <a:pt x="39436" y="2678"/>
                  </a:lnTo>
                  <a:lnTo>
                    <a:pt x="39827" y="2948"/>
                  </a:lnTo>
                  <a:lnTo>
                    <a:pt x="40277" y="3219"/>
                  </a:lnTo>
                  <a:lnTo>
                    <a:pt x="40758" y="3489"/>
                  </a:lnTo>
                  <a:lnTo>
                    <a:pt x="40758" y="3489"/>
                  </a:lnTo>
                  <a:lnTo>
                    <a:pt x="40728" y="3617"/>
                  </a:lnTo>
                  <a:lnTo>
                    <a:pt x="40668" y="3739"/>
                  </a:lnTo>
                  <a:lnTo>
                    <a:pt x="40578" y="3872"/>
                  </a:lnTo>
                  <a:lnTo>
                    <a:pt x="40457" y="4004"/>
                  </a:lnTo>
                  <a:lnTo>
                    <a:pt x="40337" y="4137"/>
                  </a:lnTo>
                  <a:lnTo>
                    <a:pt x="40157" y="4270"/>
                  </a:lnTo>
                  <a:lnTo>
                    <a:pt x="39947" y="4407"/>
                  </a:lnTo>
                  <a:lnTo>
                    <a:pt x="39737" y="4540"/>
                  </a:lnTo>
                  <a:lnTo>
                    <a:pt x="39466" y="4678"/>
                  </a:lnTo>
                  <a:lnTo>
                    <a:pt x="39166" y="4810"/>
                  </a:lnTo>
                  <a:lnTo>
                    <a:pt x="38836" y="4943"/>
                  </a:lnTo>
                  <a:lnTo>
                    <a:pt x="38475" y="5075"/>
                  </a:lnTo>
                  <a:lnTo>
                    <a:pt x="38085" y="5208"/>
                  </a:lnTo>
                  <a:lnTo>
                    <a:pt x="37634" y="5336"/>
                  </a:lnTo>
                  <a:lnTo>
                    <a:pt x="37154" y="5463"/>
                  </a:lnTo>
                  <a:lnTo>
                    <a:pt x="36613" y="5580"/>
                  </a:lnTo>
                  <a:lnTo>
                    <a:pt x="36042" y="5698"/>
                  </a:lnTo>
                  <a:lnTo>
                    <a:pt x="35412" y="5815"/>
                  </a:lnTo>
                  <a:lnTo>
                    <a:pt x="34751" y="5922"/>
                  </a:lnTo>
                  <a:lnTo>
                    <a:pt x="34030" y="6024"/>
                  </a:lnTo>
                  <a:lnTo>
                    <a:pt x="33249" y="6121"/>
                  </a:lnTo>
                  <a:lnTo>
                    <a:pt x="32438" y="6213"/>
                  </a:lnTo>
                  <a:lnTo>
                    <a:pt x="31567" y="6300"/>
                  </a:lnTo>
                  <a:lnTo>
                    <a:pt x="30636" y="6381"/>
                  </a:lnTo>
                  <a:lnTo>
                    <a:pt x="29645" y="6448"/>
                  </a:lnTo>
                  <a:lnTo>
                    <a:pt x="28624" y="6514"/>
                  </a:lnTo>
                  <a:lnTo>
                    <a:pt x="27512" y="6565"/>
                  </a:lnTo>
                  <a:lnTo>
                    <a:pt x="26341" y="6611"/>
                  </a:lnTo>
                  <a:lnTo>
                    <a:pt x="25140" y="6646"/>
                  </a:lnTo>
                  <a:lnTo>
                    <a:pt x="23848" y="6677"/>
                  </a:lnTo>
                  <a:lnTo>
                    <a:pt x="22497" y="6692"/>
                  </a:lnTo>
                  <a:lnTo>
                    <a:pt x="21055" y="6697"/>
                  </a:lnTo>
                  <a:lnTo>
                    <a:pt x="21055" y="6697"/>
                  </a:lnTo>
                  <a:lnTo>
                    <a:pt x="20334" y="6692"/>
                  </a:lnTo>
                  <a:lnTo>
                    <a:pt x="20334" y="6692"/>
                  </a:lnTo>
                  <a:lnTo>
                    <a:pt x="19313" y="6687"/>
                  </a:lnTo>
                  <a:lnTo>
                    <a:pt x="18292" y="6677"/>
                  </a:lnTo>
                  <a:lnTo>
                    <a:pt x="17361" y="6662"/>
                  </a:lnTo>
                  <a:lnTo>
                    <a:pt x="16430" y="6641"/>
                  </a:lnTo>
                  <a:lnTo>
                    <a:pt x="15529" y="6621"/>
                  </a:lnTo>
                  <a:lnTo>
                    <a:pt x="14688" y="6590"/>
                  </a:lnTo>
                  <a:lnTo>
                    <a:pt x="13847" y="6560"/>
                  </a:lnTo>
                  <a:lnTo>
                    <a:pt x="13036" y="6524"/>
                  </a:lnTo>
                  <a:lnTo>
                    <a:pt x="12285" y="6488"/>
                  </a:lnTo>
                  <a:lnTo>
                    <a:pt x="11564" y="6442"/>
                  </a:lnTo>
                  <a:lnTo>
                    <a:pt x="10843" y="6397"/>
                  </a:lnTo>
                  <a:lnTo>
                    <a:pt x="10152" y="6351"/>
                  </a:lnTo>
                  <a:lnTo>
                    <a:pt x="9522" y="6300"/>
                  </a:lnTo>
                  <a:lnTo>
                    <a:pt x="8891" y="6243"/>
                  </a:lnTo>
                  <a:lnTo>
                    <a:pt x="8290" y="6187"/>
                  </a:lnTo>
                  <a:lnTo>
                    <a:pt x="7750" y="6126"/>
                  </a:lnTo>
                  <a:lnTo>
                    <a:pt x="7750" y="6126"/>
                  </a:lnTo>
                  <a:lnTo>
                    <a:pt x="7780" y="6065"/>
                  </a:lnTo>
                  <a:lnTo>
                    <a:pt x="7780" y="6065"/>
                  </a:lnTo>
                  <a:lnTo>
                    <a:pt x="7750" y="5994"/>
                  </a:lnTo>
                  <a:lnTo>
                    <a:pt x="7690" y="5907"/>
                  </a:lnTo>
                  <a:lnTo>
                    <a:pt x="7630" y="5861"/>
                  </a:lnTo>
                  <a:lnTo>
                    <a:pt x="7539" y="5815"/>
                  </a:lnTo>
                  <a:lnTo>
                    <a:pt x="7419" y="5769"/>
                  </a:lnTo>
                  <a:lnTo>
                    <a:pt x="7269" y="5723"/>
                  </a:lnTo>
                  <a:lnTo>
                    <a:pt x="7089" y="5682"/>
                  </a:lnTo>
                  <a:lnTo>
                    <a:pt x="6849" y="5642"/>
                  </a:lnTo>
                  <a:lnTo>
                    <a:pt x="6578" y="5606"/>
                  </a:lnTo>
                  <a:lnTo>
                    <a:pt x="6278" y="5570"/>
                  </a:lnTo>
                  <a:lnTo>
                    <a:pt x="5918" y="5545"/>
                  </a:lnTo>
                  <a:lnTo>
                    <a:pt x="5497" y="5524"/>
                  </a:lnTo>
                  <a:lnTo>
                    <a:pt x="5016" y="5509"/>
                  </a:lnTo>
                  <a:lnTo>
                    <a:pt x="4476" y="5504"/>
                  </a:lnTo>
                  <a:lnTo>
                    <a:pt x="4476" y="5504"/>
                  </a:lnTo>
                  <a:lnTo>
                    <a:pt x="4356" y="5504"/>
                  </a:lnTo>
                  <a:lnTo>
                    <a:pt x="4356" y="5504"/>
                  </a:lnTo>
                  <a:lnTo>
                    <a:pt x="3815" y="5509"/>
                  </a:lnTo>
                  <a:lnTo>
                    <a:pt x="3815" y="5509"/>
                  </a:lnTo>
                  <a:lnTo>
                    <a:pt x="3214" y="5366"/>
                  </a:lnTo>
                  <a:lnTo>
                    <a:pt x="2674" y="5218"/>
                  </a:lnTo>
                  <a:lnTo>
                    <a:pt x="2193" y="5065"/>
                  </a:lnTo>
                  <a:lnTo>
                    <a:pt x="1773" y="4912"/>
                  </a:lnTo>
                  <a:lnTo>
                    <a:pt x="1412" y="4759"/>
                  </a:lnTo>
                  <a:lnTo>
                    <a:pt x="1112" y="4606"/>
                  </a:lnTo>
                  <a:lnTo>
                    <a:pt x="842" y="4453"/>
                  </a:lnTo>
                  <a:lnTo>
                    <a:pt x="631" y="4300"/>
                  </a:lnTo>
                  <a:lnTo>
                    <a:pt x="451" y="4152"/>
                  </a:lnTo>
                  <a:lnTo>
                    <a:pt x="301" y="4004"/>
                  </a:lnTo>
                  <a:lnTo>
                    <a:pt x="181" y="3861"/>
                  </a:lnTo>
                  <a:lnTo>
                    <a:pt x="91" y="3719"/>
                  </a:lnTo>
                  <a:lnTo>
                    <a:pt x="61" y="3586"/>
                  </a:lnTo>
                  <a:lnTo>
                    <a:pt x="1" y="3459"/>
                  </a:lnTo>
                  <a:lnTo>
                    <a:pt x="1" y="3224"/>
                  </a:lnTo>
                  <a:lnTo>
                    <a:pt x="1" y="3224"/>
                  </a:lnTo>
                  <a:lnTo>
                    <a:pt x="31" y="3117"/>
                  </a:lnTo>
                  <a:lnTo>
                    <a:pt x="91" y="2999"/>
                  </a:lnTo>
                  <a:lnTo>
                    <a:pt x="151" y="2882"/>
                  </a:lnTo>
                  <a:lnTo>
                    <a:pt x="271" y="2760"/>
                  </a:lnTo>
                  <a:lnTo>
                    <a:pt x="421" y="2632"/>
                  </a:lnTo>
                  <a:lnTo>
                    <a:pt x="631" y="2505"/>
                  </a:lnTo>
                  <a:lnTo>
                    <a:pt x="842" y="2372"/>
                  </a:lnTo>
                  <a:lnTo>
                    <a:pt x="1112" y="2239"/>
                  </a:lnTo>
                  <a:lnTo>
                    <a:pt x="1412" y="2107"/>
                  </a:lnTo>
                  <a:lnTo>
                    <a:pt x="1743" y="1974"/>
                  </a:lnTo>
                  <a:lnTo>
                    <a:pt x="2103" y="1837"/>
                  </a:lnTo>
                  <a:lnTo>
                    <a:pt x="2524" y="1704"/>
                  </a:lnTo>
                  <a:lnTo>
                    <a:pt x="2974" y="1571"/>
                  </a:lnTo>
                  <a:lnTo>
                    <a:pt x="3485" y="1439"/>
                  </a:lnTo>
                  <a:lnTo>
                    <a:pt x="4025" y="1311"/>
                  </a:lnTo>
                  <a:lnTo>
                    <a:pt x="4596" y="1184"/>
                  </a:lnTo>
                  <a:lnTo>
                    <a:pt x="5227" y="1061"/>
                  </a:lnTo>
                  <a:lnTo>
                    <a:pt x="5888" y="944"/>
                  </a:lnTo>
                  <a:lnTo>
                    <a:pt x="6608" y="827"/>
                  </a:lnTo>
                  <a:lnTo>
                    <a:pt x="7389" y="719"/>
                  </a:lnTo>
                  <a:lnTo>
                    <a:pt x="8200" y="612"/>
                  </a:lnTo>
                  <a:lnTo>
                    <a:pt x="9041" y="515"/>
                  </a:lnTo>
                  <a:lnTo>
                    <a:pt x="9972" y="424"/>
                  </a:lnTo>
                  <a:lnTo>
                    <a:pt x="10933" y="342"/>
                  </a:lnTo>
                  <a:lnTo>
                    <a:pt x="11955" y="266"/>
                  </a:lnTo>
                  <a:lnTo>
                    <a:pt x="13006" y="199"/>
                  </a:lnTo>
                  <a:lnTo>
                    <a:pt x="14117" y="138"/>
                  </a:lnTo>
                  <a:lnTo>
                    <a:pt x="15288" y="92"/>
                  </a:lnTo>
                  <a:lnTo>
                    <a:pt x="16520" y="51"/>
                  </a:lnTo>
                  <a:lnTo>
                    <a:pt x="17811" y="21"/>
                  </a:lnTo>
                  <a:lnTo>
                    <a:pt x="19163" y="5"/>
                  </a:lnTo>
                  <a:lnTo>
                    <a:pt x="19854" y="0"/>
                  </a:lnTo>
                  <a:lnTo>
                    <a:pt x="2054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79"/>
            <p:cNvSpPr/>
            <p:nvPr/>
          </p:nvSpPr>
          <p:spPr>
            <a:xfrm flipH="1">
              <a:off x="4152135" y="2942750"/>
              <a:ext cx="11083" cy="52700"/>
            </a:xfrm>
            <a:custGeom>
              <a:avLst/>
              <a:gdLst/>
              <a:ahLst/>
              <a:cxnLst/>
              <a:rect l="l" t="t" r="r" b="b"/>
              <a:pathLst>
                <a:path w="2614" h="2108" extrusionOk="0">
                  <a:moveTo>
                    <a:pt x="1" y="1"/>
                  </a:moveTo>
                  <a:lnTo>
                    <a:pt x="181" y="250"/>
                  </a:lnTo>
                  <a:lnTo>
                    <a:pt x="391" y="506"/>
                  </a:lnTo>
                  <a:lnTo>
                    <a:pt x="632" y="766"/>
                  </a:lnTo>
                  <a:lnTo>
                    <a:pt x="932" y="1031"/>
                  </a:lnTo>
                  <a:lnTo>
                    <a:pt x="1262" y="1296"/>
                  </a:lnTo>
                  <a:lnTo>
                    <a:pt x="1653" y="1566"/>
                  </a:lnTo>
                  <a:lnTo>
                    <a:pt x="2103" y="1837"/>
                  </a:lnTo>
                  <a:lnTo>
                    <a:pt x="2584" y="2107"/>
                  </a:lnTo>
                  <a:lnTo>
                    <a:pt x="2614" y="1949"/>
                  </a:lnTo>
                  <a:lnTo>
                    <a:pt x="2584" y="1796"/>
                  </a:lnTo>
                  <a:lnTo>
                    <a:pt x="2554" y="1653"/>
                  </a:lnTo>
                  <a:lnTo>
                    <a:pt x="2464" y="1521"/>
                  </a:lnTo>
                  <a:lnTo>
                    <a:pt x="2343" y="1337"/>
                  </a:lnTo>
                  <a:lnTo>
                    <a:pt x="2193" y="1143"/>
                  </a:lnTo>
                  <a:lnTo>
                    <a:pt x="1983" y="954"/>
                  </a:lnTo>
                  <a:lnTo>
                    <a:pt x="1713" y="761"/>
                  </a:lnTo>
                  <a:lnTo>
                    <a:pt x="1412" y="567"/>
                  </a:lnTo>
                  <a:lnTo>
                    <a:pt x="1232" y="470"/>
                  </a:lnTo>
                  <a:lnTo>
                    <a:pt x="1022" y="373"/>
                  </a:lnTo>
                  <a:lnTo>
                    <a:pt x="812" y="281"/>
                  </a:lnTo>
                  <a:lnTo>
                    <a:pt x="571" y="184"/>
                  </a:lnTo>
                  <a:lnTo>
                    <a:pt x="301" y="92"/>
                  </a:lnTo>
                  <a:lnTo>
                    <a:pt x="1" y="1"/>
                  </a:lnTo>
                  <a:close/>
                </a:path>
              </a:pathLst>
            </a:custGeom>
            <a:solidFill>
              <a:srgbClr val="FF5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79"/>
            <p:cNvSpPr/>
            <p:nvPr/>
          </p:nvSpPr>
          <p:spPr>
            <a:xfrm flipH="1">
              <a:off x="4152135" y="2942750"/>
              <a:ext cx="11083" cy="52700"/>
            </a:xfrm>
            <a:custGeom>
              <a:avLst/>
              <a:gdLst/>
              <a:ahLst/>
              <a:cxnLst/>
              <a:rect l="l" t="t" r="r" b="b"/>
              <a:pathLst>
                <a:path w="2614" h="2108" fill="none" extrusionOk="0">
                  <a:moveTo>
                    <a:pt x="1" y="1"/>
                  </a:moveTo>
                  <a:lnTo>
                    <a:pt x="1" y="1"/>
                  </a:lnTo>
                  <a:lnTo>
                    <a:pt x="301" y="92"/>
                  </a:lnTo>
                  <a:lnTo>
                    <a:pt x="571" y="184"/>
                  </a:lnTo>
                  <a:lnTo>
                    <a:pt x="812" y="281"/>
                  </a:lnTo>
                  <a:lnTo>
                    <a:pt x="1022" y="373"/>
                  </a:lnTo>
                  <a:lnTo>
                    <a:pt x="1232" y="470"/>
                  </a:lnTo>
                  <a:lnTo>
                    <a:pt x="1412" y="567"/>
                  </a:lnTo>
                  <a:lnTo>
                    <a:pt x="1713" y="761"/>
                  </a:lnTo>
                  <a:lnTo>
                    <a:pt x="1983" y="954"/>
                  </a:lnTo>
                  <a:lnTo>
                    <a:pt x="2193" y="1143"/>
                  </a:lnTo>
                  <a:lnTo>
                    <a:pt x="2343" y="1337"/>
                  </a:lnTo>
                  <a:lnTo>
                    <a:pt x="2464" y="1521"/>
                  </a:lnTo>
                  <a:lnTo>
                    <a:pt x="2464" y="1521"/>
                  </a:lnTo>
                  <a:lnTo>
                    <a:pt x="2554" y="1653"/>
                  </a:lnTo>
                  <a:lnTo>
                    <a:pt x="2584" y="1796"/>
                  </a:lnTo>
                  <a:lnTo>
                    <a:pt x="2614" y="1949"/>
                  </a:lnTo>
                  <a:lnTo>
                    <a:pt x="2584" y="2107"/>
                  </a:lnTo>
                  <a:lnTo>
                    <a:pt x="2584" y="2107"/>
                  </a:lnTo>
                  <a:lnTo>
                    <a:pt x="2103" y="1837"/>
                  </a:lnTo>
                  <a:lnTo>
                    <a:pt x="1653" y="1566"/>
                  </a:lnTo>
                  <a:lnTo>
                    <a:pt x="1262" y="1296"/>
                  </a:lnTo>
                  <a:lnTo>
                    <a:pt x="932" y="1031"/>
                  </a:lnTo>
                  <a:lnTo>
                    <a:pt x="632" y="766"/>
                  </a:lnTo>
                  <a:lnTo>
                    <a:pt x="391" y="506"/>
                  </a:lnTo>
                  <a:lnTo>
                    <a:pt x="181" y="250"/>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79"/>
            <p:cNvSpPr/>
            <p:nvPr/>
          </p:nvSpPr>
          <p:spPr>
            <a:xfrm flipH="1">
              <a:off x="4292216" y="3045900"/>
              <a:ext cx="27891" cy="26950"/>
            </a:xfrm>
            <a:custGeom>
              <a:avLst/>
              <a:gdLst/>
              <a:ahLst/>
              <a:cxnLst/>
              <a:rect l="l" t="t" r="r" b="b"/>
              <a:pathLst>
                <a:path w="6578" h="1078" extrusionOk="0">
                  <a:moveTo>
                    <a:pt x="2643" y="1"/>
                  </a:moveTo>
                  <a:lnTo>
                    <a:pt x="2223" y="11"/>
                  </a:lnTo>
                  <a:lnTo>
                    <a:pt x="1832" y="32"/>
                  </a:lnTo>
                  <a:lnTo>
                    <a:pt x="1502" y="57"/>
                  </a:lnTo>
                  <a:lnTo>
                    <a:pt x="1201" y="93"/>
                  </a:lnTo>
                  <a:lnTo>
                    <a:pt x="931" y="129"/>
                  </a:lnTo>
                  <a:lnTo>
                    <a:pt x="721" y="164"/>
                  </a:lnTo>
                  <a:lnTo>
                    <a:pt x="541" y="210"/>
                  </a:lnTo>
                  <a:lnTo>
                    <a:pt x="391" y="256"/>
                  </a:lnTo>
                  <a:lnTo>
                    <a:pt x="270" y="302"/>
                  </a:lnTo>
                  <a:lnTo>
                    <a:pt x="150" y="348"/>
                  </a:lnTo>
                  <a:lnTo>
                    <a:pt x="90" y="399"/>
                  </a:lnTo>
                  <a:lnTo>
                    <a:pt x="30" y="445"/>
                  </a:lnTo>
                  <a:lnTo>
                    <a:pt x="0" y="531"/>
                  </a:lnTo>
                  <a:lnTo>
                    <a:pt x="30" y="608"/>
                  </a:lnTo>
                  <a:lnTo>
                    <a:pt x="90" y="684"/>
                  </a:lnTo>
                  <a:lnTo>
                    <a:pt x="210" y="766"/>
                  </a:lnTo>
                  <a:lnTo>
                    <a:pt x="270" y="802"/>
                  </a:lnTo>
                  <a:lnTo>
                    <a:pt x="391" y="843"/>
                  </a:lnTo>
                  <a:lnTo>
                    <a:pt x="511" y="878"/>
                  </a:lnTo>
                  <a:lnTo>
                    <a:pt x="661" y="914"/>
                  </a:lnTo>
                  <a:lnTo>
                    <a:pt x="841" y="945"/>
                  </a:lnTo>
                  <a:lnTo>
                    <a:pt x="1051" y="975"/>
                  </a:lnTo>
                  <a:lnTo>
                    <a:pt x="1292" y="1001"/>
                  </a:lnTo>
                  <a:lnTo>
                    <a:pt x="1562" y="1026"/>
                  </a:lnTo>
                  <a:lnTo>
                    <a:pt x="1892" y="1047"/>
                  </a:lnTo>
                  <a:lnTo>
                    <a:pt x="2253" y="1062"/>
                  </a:lnTo>
                  <a:lnTo>
                    <a:pt x="2673" y="1072"/>
                  </a:lnTo>
                  <a:lnTo>
                    <a:pt x="3124" y="1077"/>
                  </a:lnTo>
                  <a:lnTo>
                    <a:pt x="3664" y="1077"/>
                  </a:lnTo>
                  <a:lnTo>
                    <a:pt x="4055" y="1067"/>
                  </a:lnTo>
                  <a:lnTo>
                    <a:pt x="4385" y="1052"/>
                  </a:lnTo>
                  <a:lnTo>
                    <a:pt x="4685" y="1031"/>
                  </a:lnTo>
                  <a:lnTo>
                    <a:pt x="4986" y="1011"/>
                  </a:lnTo>
                  <a:lnTo>
                    <a:pt x="5226" y="980"/>
                  </a:lnTo>
                  <a:lnTo>
                    <a:pt x="5466" y="955"/>
                  </a:lnTo>
                  <a:lnTo>
                    <a:pt x="5677" y="919"/>
                  </a:lnTo>
                  <a:lnTo>
                    <a:pt x="5857" y="883"/>
                  </a:lnTo>
                  <a:lnTo>
                    <a:pt x="6037" y="848"/>
                  </a:lnTo>
                  <a:lnTo>
                    <a:pt x="6157" y="807"/>
                  </a:lnTo>
                  <a:lnTo>
                    <a:pt x="6277" y="771"/>
                  </a:lnTo>
                  <a:lnTo>
                    <a:pt x="6397" y="730"/>
                  </a:lnTo>
                  <a:lnTo>
                    <a:pt x="6458" y="695"/>
                  </a:lnTo>
                  <a:lnTo>
                    <a:pt x="6578" y="618"/>
                  </a:lnTo>
                  <a:lnTo>
                    <a:pt x="5977" y="552"/>
                  </a:lnTo>
                  <a:lnTo>
                    <a:pt x="5406" y="480"/>
                  </a:lnTo>
                  <a:lnTo>
                    <a:pt x="4896" y="404"/>
                  </a:lnTo>
                  <a:lnTo>
                    <a:pt x="4385" y="327"/>
                  </a:lnTo>
                  <a:lnTo>
                    <a:pt x="3905" y="251"/>
                  </a:lnTo>
                  <a:lnTo>
                    <a:pt x="3454" y="169"/>
                  </a:lnTo>
                  <a:lnTo>
                    <a:pt x="3034" y="88"/>
                  </a:lnTo>
                  <a:lnTo>
                    <a:pt x="2643" y="1"/>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79"/>
            <p:cNvSpPr/>
            <p:nvPr/>
          </p:nvSpPr>
          <p:spPr>
            <a:xfrm flipH="1">
              <a:off x="4292216" y="3045900"/>
              <a:ext cx="27891" cy="26950"/>
            </a:xfrm>
            <a:custGeom>
              <a:avLst/>
              <a:gdLst/>
              <a:ahLst/>
              <a:cxnLst/>
              <a:rect l="l" t="t" r="r" b="b"/>
              <a:pathLst>
                <a:path w="6578" h="1078" fill="none" extrusionOk="0">
                  <a:moveTo>
                    <a:pt x="2643" y="1"/>
                  </a:moveTo>
                  <a:lnTo>
                    <a:pt x="2643" y="1"/>
                  </a:lnTo>
                  <a:lnTo>
                    <a:pt x="3034" y="88"/>
                  </a:lnTo>
                  <a:lnTo>
                    <a:pt x="3454" y="169"/>
                  </a:lnTo>
                  <a:lnTo>
                    <a:pt x="3905" y="251"/>
                  </a:lnTo>
                  <a:lnTo>
                    <a:pt x="4385" y="327"/>
                  </a:lnTo>
                  <a:lnTo>
                    <a:pt x="4896" y="404"/>
                  </a:lnTo>
                  <a:lnTo>
                    <a:pt x="5406" y="480"/>
                  </a:lnTo>
                  <a:lnTo>
                    <a:pt x="5977" y="552"/>
                  </a:lnTo>
                  <a:lnTo>
                    <a:pt x="6578" y="618"/>
                  </a:lnTo>
                  <a:lnTo>
                    <a:pt x="6578" y="618"/>
                  </a:lnTo>
                  <a:lnTo>
                    <a:pt x="6458" y="695"/>
                  </a:lnTo>
                  <a:lnTo>
                    <a:pt x="6397" y="730"/>
                  </a:lnTo>
                  <a:lnTo>
                    <a:pt x="6277" y="771"/>
                  </a:lnTo>
                  <a:lnTo>
                    <a:pt x="6157" y="807"/>
                  </a:lnTo>
                  <a:lnTo>
                    <a:pt x="6037" y="848"/>
                  </a:lnTo>
                  <a:lnTo>
                    <a:pt x="5857" y="883"/>
                  </a:lnTo>
                  <a:lnTo>
                    <a:pt x="5677" y="919"/>
                  </a:lnTo>
                  <a:lnTo>
                    <a:pt x="5466" y="955"/>
                  </a:lnTo>
                  <a:lnTo>
                    <a:pt x="5226" y="980"/>
                  </a:lnTo>
                  <a:lnTo>
                    <a:pt x="4986" y="1011"/>
                  </a:lnTo>
                  <a:lnTo>
                    <a:pt x="4685" y="1031"/>
                  </a:lnTo>
                  <a:lnTo>
                    <a:pt x="4385" y="1052"/>
                  </a:lnTo>
                  <a:lnTo>
                    <a:pt x="4055" y="1067"/>
                  </a:lnTo>
                  <a:lnTo>
                    <a:pt x="3664" y="1077"/>
                  </a:lnTo>
                  <a:lnTo>
                    <a:pt x="3274" y="1077"/>
                  </a:lnTo>
                  <a:lnTo>
                    <a:pt x="3274" y="1077"/>
                  </a:lnTo>
                  <a:lnTo>
                    <a:pt x="3124" y="1077"/>
                  </a:lnTo>
                  <a:lnTo>
                    <a:pt x="3124" y="1077"/>
                  </a:lnTo>
                  <a:lnTo>
                    <a:pt x="2673" y="1072"/>
                  </a:lnTo>
                  <a:lnTo>
                    <a:pt x="2253" y="1062"/>
                  </a:lnTo>
                  <a:lnTo>
                    <a:pt x="1892" y="1047"/>
                  </a:lnTo>
                  <a:lnTo>
                    <a:pt x="1562" y="1026"/>
                  </a:lnTo>
                  <a:lnTo>
                    <a:pt x="1292" y="1001"/>
                  </a:lnTo>
                  <a:lnTo>
                    <a:pt x="1051" y="975"/>
                  </a:lnTo>
                  <a:lnTo>
                    <a:pt x="841" y="945"/>
                  </a:lnTo>
                  <a:lnTo>
                    <a:pt x="661" y="914"/>
                  </a:lnTo>
                  <a:lnTo>
                    <a:pt x="511" y="878"/>
                  </a:lnTo>
                  <a:lnTo>
                    <a:pt x="391" y="843"/>
                  </a:lnTo>
                  <a:lnTo>
                    <a:pt x="270" y="802"/>
                  </a:lnTo>
                  <a:lnTo>
                    <a:pt x="210" y="766"/>
                  </a:lnTo>
                  <a:lnTo>
                    <a:pt x="90" y="684"/>
                  </a:lnTo>
                  <a:lnTo>
                    <a:pt x="30" y="608"/>
                  </a:lnTo>
                  <a:lnTo>
                    <a:pt x="30" y="608"/>
                  </a:lnTo>
                  <a:lnTo>
                    <a:pt x="0" y="531"/>
                  </a:lnTo>
                  <a:lnTo>
                    <a:pt x="30" y="445"/>
                  </a:lnTo>
                  <a:lnTo>
                    <a:pt x="90" y="399"/>
                  </a:lnTo>
                  <a:lnTo>
                    <a:pt x="150" y="348"/>
                  </a:lnTo>
                  <a:lnTo>
                    <a:pt x="270" y="302"/>
                  </a:lnTo>
                  <a:lnTo>
                    <a:pt x="391" y="256"/>
                  </a:lnTo>
                  <a:lnTo>
                    <a:pt x="541" y="210"/>
                  </a:lnTo>
                  <a:lnTo>
                    <a:pt x="721" y="164"/>
                  </a:lnTo>
                  <a:lnTo>
                    <a:pt x="931" y="129"/>
                  </a:lnTo>
                  <a:lnTo>
                    <a:pt x="1201" y="93"/>
                  </a:lnTo>
                  <a:lnTo>
                    <a:pt x="1502" y="57"/>
                  </a:lnTo>
                  <a:lnTo>
                    <a:pt x="1832" y="32"/>
                  </a:lnTo>
                  <a:lnTo>
                    <a:pt x="2223" y="11"/>
                  </a:lnTo>
                  <a:lnTo>
                    <a:pt x="26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79"/>
            <p:cNvSpPr/>
            <p:nvPr/>
          </p:nvSpPr>
          <p:spPr>
            <a:xfrm flipH="1">
              <a:off x="4292089" y="3045775"/>
              <a:ext cx="16812" cy="15600"/>
            </a:xfrm>
            <a:custGeom>
              <a:avLst/>
              <a:gdLst/>
              <a:ahLst/>
              <a:cxnLst/>
              <a:rect l="l" t="t" r="r" b="b"/>
              <a:pathLst>
                <a:path w="3965" h="624" extrusionOk="0">
                  <a:moveTo>
                    <a:pt x="541" y="1"/>
                  </a:moveTo>
                  <a:lnTo>
                    <a:pt x="0" y="6"/>
                  </a:lnTo>
                  <a:lnTo>
                    <a:pt x="391" y="93"/>
                  </a:lnTo>
                  <a:lnTo>
                    <a:pt x="811" y="174"/>
                  </a:lnTo>
                  <a:lnTo>
                    <a:pt x="1262" y="256"/>
                  </a:lnTo>
                  <a:lnTo>
                    <a:pt x="1742" y="332"/>
                  </a:lnTo>
                  <a:lnTo>
                    <a:pt x="2253" y="409"/>
                  </a:lnTo>
                  <a:lnTo>
                    <a:pt x="2763" y="485"/>
                  </a:lnTo>
                  <a:lnTo>
                    <a:pt x="3334" y="557"/>
                  </a:lnTo>
                  <a:lnTo>
                    <a:pt x="3935" y="623"/>
                  </a:lnTo>
                  <a:lnTo>
                    <a:pt x="3965" y="562"/>
                  </a:lnTo>
                  <a:lnTo>
                    <a:pt x="3935" y="491"/>
                  </a:lnTo>
                  <a:lnTo>
                    <a:pt x="3875" y="404"/>
                  </a:lnTo>
                  <a:lnTo>
                    <a:pt x="3815" y="358"/>
                  </a:lnTo>
                  <a:lnTo>
                    <a:pt x="3724" y="312"/>
                  </a:lnTo>
                  <a:lnTo>
                    <a:pt x="3604" y="266"/>
                  </a:lnTo>
                  <a:lnTo>
                    <a:pt x="3454" y="220"/>
                  </a:lnTo>
                  <a:lnTo>
                    <a:pt x="3274" y="179"/>
                  </a:lnTo>
                  <a:lnTo>
                    <a:pt x="3034" y="139"/>
                  </a:lnTo>
                  <a:lnTo>
                    <a:pt x="2763" y="103"/>
                  </a:lnTo>
                  <a:lnTo>
                    <a:pt x="2463" y="67"/>
                  </a:lnTo>
                  <a:lnTo>
                    <a:pt x="2103" y="42"/>
                  </a:lnTo>
                  <a:lnTo>
                    <a:pt x="1682" y="21"/>
                  </a:lnTo>
                  <a:lnTo>
                    <a:pt x="1201" y="6"/>
                  </a:lnTo>
                  <a:lnTo>
                    <a:pt x="661" y="1"/>
                  </a:lnTo>
                  <a:close/>
                </a:path>
              </a:pathLst>
            </a:custGeom>
            <a:solidFill>
              <a:srgbClr val="FF5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79"/>
            <p:cNvSpPr/>
            <p:nvPr/>
          </p:nvSpPr>
          <p:spPr>
            <a:xfrm flipH="1">
              <a:off x="4292089" y="3045775"/>
              <a:ext cx="16812" cy="15600"/>
            </a:xfrm>
            <a:custGeom>
              <a:avLst/>
              <a:gdLst/>
              <a:ahLst/>
              <a:cxnLst/>
              <a:rect l="l" t="t" r="r" b="b"/>
              <a:pathLst>
                <a:path w="3965" h="624" fill="none" extrusionOk="0">
                  <a:moveTo>
                    <a:pt x="541" y="1"/>
                  </a:moveTo>
                  <a:lnTo>
                    <a:pt x="541" y="1"/>
                  </a:lnTo>
                  <a:lnTo>
                    <a:pt x="661" y="1"/>
                  </a:lnTo>
                  <a:lnTo>
                    <a:pt x="661" y="1"/>
                  </a:lnTo>
                  <a:lnTo>
                    <a:pt x="1201" y="6"/>
                  </a:lnTo>
                  <a:lnTo>
                    <a:pt x="1682" y="21"/>
                  </a:lnTo>
                  <a:lnTo>
                    <a:pt x="2103" y="42"/>
                  </a:lnTo>
                  <a:lnTo>
                    <a:pt x="2463" y="67"/>
                  </a:lnTo>
                  <a:lnTo>
                    <a:pt x="2763" y="103"/>
                  </a:lnTo>
                  <a:lnTo>
                    <a:pt x="3034" y="139"/>
                  </a:lnTo>
                  <a:lnTo>
                    <a:pt x="3274" y="179"/>
                  </a:lnTo>
                  <a:lnTo>
                    <a:pt x="3454" y="220"/>
                  </a:lnTo>
                  <a:lnTo>
                    <a:pt x="3604" y="266"/>
                  </a:lnTo>
                  <a:lnTo>
                    <a:pt x="3724" y="312"/>
                  </a:lnTo>
                  <a:lnTo>
                    <a:pt x="3815" y="358"/>
                  </a:lnTo>
                  <a:lnTo>
                    <a:pt x="3875" y="404"/>
                  </a:lnTo>
                  <a:lnTo>
                    <a:pt x="3935" y="491"/>
                  </a:lnTo>
                  <a:lnTo>
                    <a:pt x="3965" y="562"/>
                  </a:lnTo>
                  <a:lnTo>
                    <a:pt x="3965" y="562"/>
                  </a:lnTo>
                  <a:lnTo>
                    <a:pt x="3935" y="623"/>
                  </a:lnTo>
                  <a:lnTo>
                    <a:pt x="3935" y="623"/>
                  </a:lnTo>
                  <a:lnTo>
                    <a:pt x="3334" y="557"/>
                  </a:lnTo>
                  <a:lnTo>
                    <a:pt x="2763" y="485"/>
                  </a:lnTo>
                  <a:lnTo>
                    <a:pt x="2253" y="409"/>
                  </a:lnTo>
                  <a:lnTo>
                    <a:pt x="1742" y="332"/>
                  </a:lnTo>
                  <a:lnTo>
                    <a:pt x="1262" y="256"/>
                  </a:lnTo>
                  <a:lnTo>
                    <a:pt x="811" y="174"/>
                  </a:lnTo>
                  <a:lnTo>
                    <a:pt x="391" y="93"/>
                  </a:lnTo>
                  <a:lnTo>
                    <a:pt x="0" y="6"/>
                  </a:lnTo>
                  <a:lnTo>
                    <a:pt x="0" y="6"/>
                  </a:lnTo>
                  <a:lnTo>
                    <a:pt x="54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79"/>
            <p:cNvSpPr/>
            <p:nvPr/>
          </p:nvSpPr>
          <p:spPr>
            <a:xfrm flipH="1">
              <a:off x="4303168" y="3056125"/>
              <a:ext cx="7009" cy="6400"/>
            </a:xfrm>
            <a:custGeom>
              <a:avLst/>
              <a:gdLst/>
              <a:ahLst/>
              <a:cxnLst/>
              <a:rect l="l" t="t" r="r" b="b"/>
              <a:pathLst>
                <a:path w="1653" h="256" extrusionOk="0">
                  <a:moveTo>
                    <a:pt x="181" y="0"/>
                  </a:moveTo>
                  <a:lnTo>
                    <a:pt x="91" y="20"/>
                  </a:lnTo>
                  <a:lnTo>
                    <a:pt x="31" y="46"/>
                  </a:lnTo>
                  <a:lnTo>
                    <a:pt x="1" y="71"/>
                  </a:lnTo>
                  <a:lnTo>
                    <a:pt x="1" y="97"/>
                  </a:lnTo>
                  <a:lnTo>
                    <a:pt x="31" y="138"/>
                  </a:lnTo>
                  <a:lnTo>
                    <a:pt x="121" y="179"/>
                  </a:lnTo>
                  <a:lnTo>
                    <a:pt x="271" y="219"/>
                  </a:lnTo>
                  <a:lnTo>
                    <a:pt x="511" y="255"/>
                  </a:lnTo>
                  <a:lnTo>
                    <a:pt x="752" y="230"/>
                  </a:lnTo>
                  <a:lnTo>
                    <a:pt x="782" y="224"/>
                  </a:lnTo>
                  <a:lnTo>
                    <a:pt x="782" y="214"/>
                  </a:lnTo>
                  <a:lnTo>
                    <a:pt x="782" y="204"/>
                  </a:lnTo>
                  <a:lnTo>
                    <a:pt x="752" y="199"/>
                  </a:lnTo>
                  <a:lnTo>
                    <a:pt x="692" y="189"/>
                  </a:lnTo>
                  <a:lnTo>
                    <a:pt x="631" y="173"/>
                  </a:lnTo>
                  <a:lnTo>
                    <a:pt x="601" y="148"/>
                  </a:lnTo>
                  <a:lnTo>
                    <a:pt x="571" y="128"/>
                  </a:lnTo>
                  <a:lnTo>
                    <a:pt x="601" y="97"/>
                  </a:lnTo>
                  <a:lnTo>
                    <a:pt x="692" y="61"/>
                  </a:lnTo>
                  <a:lnTo>
                    <a:pt x="722" y="46"/>
                  </a:lnTo>
                  <a:lnTo>
                    <a:pt x="692" y="36"/>
                  </a:lnTo>
                  <a:lnTo>
                    <a:pt x="601" y="26"/>
                  </a:lnTo>
                  <a:lnTo>
                    <a:pt x="181" y="0"/>
                  </a:lnTo>
                  <a:close/>
                  <a:moveTo>
                    <a:pt x="1022" y="0"/>
                  </a:moveTo>
                  <a:lnTo>
                    <a:pt x="932" y="20"/>
                  </a:lnTo>
                  <a:lnTo>
                    <a:pt x="872" y="46"/>
                  </a:lnTo>
                  <a:lnTo>
                    <a:pt x="842" y="71"/>
                  </a:lnTo>
                  <a:lnTo>
                    <a:pt x="842" y="97"/>
                  </a:lnTo>
                  <a:lnTo>
                    <a:pt x="872" y="138"/>
                  </a:lnTo>
                  <a:lnTo>
                    <a:pt x="962" y="179"/>
                  </a:lnTo>
                  <a:lnTo>
                    <a:pt x="1142" y="219"/>
                  </a:lnTo>
                  <a:lnTo>
                    <a:pt x="1352" y="255"/>
                  </a:lnTo>
                  <a:lnTo>
                    <a:pt x="1593" y="230"/>
                  </a:lnTo>
                  <a:lnTo>
                    <a:pt x="1623" y="224"/>
                  </a:lnTo>
                  <a:lnTo>
                    <a:pt x="1653" y="214"/>
                  </a:lnTo>
                  <a:lnTo>
                    <a:pt x="1623" y="204"/>
                  </a:lnTo>
                  <a:lnTo>
                    <a:pt x="1593" y="199"/>
                  </a:lnTo>
                  <a:lnTo>
                    <a:pt x="1533" y="189"/>
                  </a:lnTo>
                  <a:lnTo>
                    <a:pt x="1472" y="173"/>
                  </a:lnTo>
                  <a:lnTo>
                    <a:pt x="1442" y="148"/>
                  </a:lnTo>
                  <a:lnTo>
                    <a:pt x="1412" y="128"/>
                  </a:lnTo>
                  <a:lnTo>
                    <a:pt x="1442" y="97"/>
                  </a:lnTo>
                  <a:lnTo>
                    <a:pt x="1533" y="61"/>
                  </a:lnTo>
                  <a:lnTo>
                    <a:pt x="1563" y="46"/>
                  </a:lnTo>
                  <a:lnTo>
                    <a:pt x="1533" y="36"/>
                  </a:lnTo>
                  <a:lnTo>
                    <a:pt x="1472" y="26"/>
                  </a:lnTo>
                  <a:lnTo>
                    <a:pt x="10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79"/>
            <p:cNvSpPr/>
            <p:nvPr/>
          </p:nvSpPr>
          <p:spPr>
            <a:xfrm flipH="1">
              <a:off x="4167161" y="2901950"/>
              <a:ext cx="28018" cy="26025"/>
            </a:xfrm>
            <a:custGeom>
              <a:avLst/>
              <a:gdLst/>
              <a:ahLst/>
              <a:cxnLst/>
              <a:rect l="l" t="t" r="r" b="b"/>
              <a:pathLst>
                <a:path w="6608" h="1041" extrusionOk="0">
                  <a:moveTo>
                    <a:pt x="3334" y="0"/>
                  </a:moveTo>
                  <a:lnTo>
                    <a:pt x="2883" y="5"/>
                  </a:lnTo>
                  <a:lnTo>
                    <a:pt x="2463" y="16"/>
                  </a:lnTo>
                  <a:lnTo>
                    <a:pt x="2103" y="36"/>
                  </a:lnTo>
                  <a:lnTo>
                    <a:pt x="1772" y="56"/>
                  </a:lnTo>
                  <a:lnTo>
                    <a:pt x="1472" y="87"/>
                  </a:lnTo>
                  <a:lnTo>
                    <a:pt x="1201" y="118"/>
                  </a:lnTo>
                  <a:lnTo>
                    <a:pt x="961" y="153"/>
                  </a:lnTo>
                  <a:lnTo>
                    <a:pt x="751" y="194"/>
                  </a:lnTo>
                  <a:lnTo>
                    <a:pt x="571" y="235"/>
                  </a:lnTo>
                  <a:lnTo>
                    <a:pt x="421" y="276"/>
                  </a:lnTo>
                  <a:lnTo>
                    <a:pt x="270" y="322"/>
                  </a:lnTo>
                  <a:lnTo>
                    <a:pt x="180" y="362"/>
                  </a:lnTo>
                  <a:lnTo>
                    <a:pt x="90" y="408"/>
                  </a:lnTo>
                  <a:lnTo>
                    <a:pt x="30" y="449"/>
                  </a:lnTo>
                  <a:lnTo>
                    <a:pt x="0" y="485"/>
                  </a:lnTo>
                  <a:lnTo>
                    <a:pt x="0" y="526"/>
                  </a:lnTo>
                  <a:lnTo>
                    <a:pt x="0" y="536"/>
                  </a:lnTo>
                  <a:lnTo>
                    <a:pt x="721" y="587"/>
                  </a:lnTo>
                  <a:lnTo>
                    <a:pt x="1412" y="643"/>
                  </a:lnTo>
                  <a:lnTo>
                    <a:pt x="2072" y="699"/>
                  </a:lnTo>
                  <a:lnTo>
                    <a:pt x="2703" y="765"/>
                  </a:lnTo>
                  <a:lnTo>
                    <a:pt x="3274" y="827"/>
                  </a:lnTo>
                  <a:lnTo>
                    <a:pt x="3845" y="898"/>
                  </a:lnTo>
                  <a:lnTo>
                    <a:pt x="4355" y="969"/>
                  </a:lnTo>
                  <a:lnTo>
                    <a:pt x="4836" y="1041"/>
                  </a:lnTo>
                  <a:lnTo>
                    <a:pt x="5136" y="1020"/>
                  </a:lnTo>
                  <a:lnTo>
                    <a:pt x="5376" y="990"/>
                  </a:lnTo>
                  <a:lnTo>
                    <a:pt x="5617" y="959"/>
                  </a:lnTo>
                  <a:lnTo>
                    <a:pt x="5797" y="929"/>
                  </a:lnTo>
                  <a:lnTo>
                    <a:pt x="5977" y="893"/>
                  </a:lnTo>
                  <a:lnTo>
                    <a:pt x="6127" y="852"/>
                  </a:lnTo>
                  <a:lnTo>
                    <a:pt x="6247" y="811"/>
                  </a:lnTo>
                  <a:lnTo>
                    <a:pt x="6337" y="776"/>
                  </a:lnTo>
                  <a:lnTo>
                    <a:pt x="6428" y="730"/>
                  </a:lnTo>
                  <a:lnTo>
                    <a:pt x="6488" y="689"/>
                  </a:lnTo>
                  <a:lnTo>
                    <a:pt x="6578" y="612"/>
                  </a:lnTo>
                  <a:lnTo>
                    <a:pt x="6608" y="536"/>
                  </a:lnTo>
                  <a:lnTo>
                    <a:pt x="6578" y="470"/>
                  </a:lnTo>
                  <a:lnTo>
                    <a:pt x="6518" y="393"/>
                  </a:lnTo>
                  <a:lnTo>
                    <a:pt x="6397" y="317"/>
                  </a:lnTo>
                  <a:lnTo>
                    <a:pt x="6307" y="276"/>
                  </a:lnTo>
                  <a:lnTo>
                    <a:pt x="6217" y="240"/>
                  </a:lnTo>
                  <a:lnTo>
                    <a:pt x="6097" y="204"/>
                  </a:lnTo>
                  <a:lnTo>
                    <a:pt x="5947" y="169"/>
                  </a:lnTo>
                  <a:lnTo>
                    <a:pt x="5767" y="133"/>
                  </a:lnTo>
                  <a:lnTo>
                    <a:pt x="5557" y="107"/>
                  </a:lnTo>
                  <a:lnTo>
                    <a:pt x="5316" y="77"/>
                  </a:lnTo>
                  <a:lnTo>
                    <a:pt x="5046" y="56"/>
                  </a:lnTo>
                  <a:lnTo>
                    <a:pt x="4716" y="36"/>
                  </a:lnTo>
                  <a:lnTo>
                    <a:pt x="4355" y="21"/>
                  </a:lnTo>
                  <a:lnTo>
                    <a:pt x="3935" y="5"/>
                  </a:lnTo>
                  <a:lnTo>
                    <a:pt x="3484" y="0"/>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79"/>
            <p:cNvSpPr/>
            <p:nvPr/>
          </p:nvSpPr>
          <p:spPr>
            <a:xfrm flipH="1">
              <a:off x="4167161" y="2901950"/>
              <a:ext cx="28018" cy="26025"/>
            </a:xfrm>
            <a:custGeom>
              <a:avLst/>
              <a:gdLst/>
              <a:ahLst/>
              <a:cxnLst/>
              <a:rect l="l" t="t" r="r" b="b"/>
              <a:pathLst>
                <a:path w="6608" h="1041" fill="none" extrusionOk="0">
                  <a:moveTo>
                    <a:pt x="3334" y="0"/>
                  </a:moveTo>
                  <a:lnTo>
                    <a:pt x="3334" y="0"/>
                  </a:lnTo>
                  <a:lnTo>
                    <a:pt x="3484" y="0"/>
                  </a:lnTo>
                  <a:lnTo>
                    <a:pt x="3484" y="0"/>
                  </a:lnTo>
                  <a:lnTo>
                    <a:pt x="3935" y="5"/>
                  </a:lnTo>
                  <a:lnTo>
                    <a:pt x="4355" y="21"/>
                  </a:lnTo>
                  <a:lnTo>
                    <a:pt x="4716" y="36"/>
                  </a:lnTo>
                  <a:lnTo>
                    <a:pt x="5046" y="56"/>
                  </a:lnTo>
                  <a:lnTo>
                    <a:pt x="5316" y="77"/>
                  </a:lnTo>
                  <a:lnTo>
                    <a:pt x="5557" y="107"/>
                  </a:lnTo>
                  <a:lnTo>
                    <a:pt x="5767" y="133"/>
                  </a:lnTo>
                  <a:lnTo>
                    <a:pt x="5947" y="169"/>
                  </a:lnTo>
                  <a:lnTo>
                    <a:pt x="6097" y="204"/>
                  </a:lnTo>
                  <a:lnTo>
                    <a:pt x="6217" y="240"/>
                  </a:lnTo>
                  <a:lnTo>
                    <a:pt x="6307" y="276"/>
                  </a:lnTo>
                  <a:lnTo>
                    <a:pt x="6397" y="317"/>
                  </a:lnTo>
                  <a:lnTo>
                    <a:pt x="6518" y="393"/>
                  </a:lnTo>
                  <a:lnTo>
                    <a:pt x="6578" y="470"/>
                  </a:lnTo>
                  <a:lnTo>
                    <a:pt x="6578" y="470"/>
                  </a:lnTo>
                  <a:lnTo>
                    <a:pt x="6608" y="536"/>
                  </a:lnTo>
                  <a:lnTo>
                    <a:pt x="6578" y="612"/>
                  </a:lnTo>
                  <a:lnTo>
                    <a:pt x="6488" y="689"/>
                  </a:lnTo>
                  <a:lnTo>
                    <a:pt x="6428" y="730"/>
                  </a:lnTo>
                  <a:lnTo>
                    <a:pt x="6337" y="776"/>
                  </a:lnTo>
                  <a:lnTo>
                    <a:pt x="6247" y="811"/>
                  </a:lnTo>
                  <a:lnTo>
                    <a:pt x="6127" y="852"/>
                  </a:lnTo>
                  <a:lnTo>
                    <a:pt x="5977" y="893"/>
                  </a:lnTo>
                  <a:lnTo>
                    <a:pt x="5797" y="929"/>
                  </a:lnTo>
                  <a:lnTo>
                    <a:pt x="5617" y="959"/>
                  </a:lnTo>
                  <a:lnTo>
                    <a:pt x="5376" y="990"/>
                  </a:lnTo>
                  <a:lnTo>
                    <a:pt x="5136" y="1020"/>
                  </a:lnTo>
                  <a:lnTo>
                    <a:pt x="4836" y="1041"/>
                  </a:lnTo>
                  <a:lnTo>
                    <a:pt x="4836" y="1041"/>
                  </a:lnTo>
                  <a:lnTo>
                    <a:pt x="4355" y="969"/>
                  </a:lnTo>
                  <a:lnTo>
                    <a:pt x="3845" y="898"/>
                  </a:lnTo>
                  <a:lnTo>
                    <a:pt x="3274" y="827"/>
                  </a:lnTo>
                  <a:lnTo>
                    <a:pt x="2703" y="765"/>
                  </a:lnTo>
                  <a:lnTo>
                    <a:pt x="2072" y="699"/>
                  </a:lnTo>
                  <a:lnTo>
                    <a:pt x="1412" y="643"/>
                  </a:lnTo>
                  <a:lnTo>
                    <a:pt x="721" y="587"/>
                  </a:lnTo>
                  <a:lnTo>
                    <a:pt x="0" y="536"/>
                  </a:lnTo>
                  <a:lnTo>
                    <a:pt x="0" y="536"/>
                  </a:lnTo>
                  <a:lnTo>
                    <a:pt x="0" y="526"/>
                  </a:lnTo>
                  <a:lnTo>
                    <a:pt x="0" y="526"/>
                  </a:lnTo>
                  <a:lnTo>
                    <a:pt x="0" y="485"/>
                  </a:lnTo>
                  <a:lnTo>
                    <a:pt x="30" y="449"/>
                  </a:lnTo>
                  <a:lnTo>
                    <a:pt x="90" y="408"/>
                  </a:lnTo>
                  <a:lnTo>
                    <a:pt x="180" y="362"/>
                  </a:lnTo>
                  <a:lnTo>
                    <a:pt x="270" y="322"/>
                  </a:lnTo>
                  <a:lnTo>
                    <a:pt x="421" y="276"/>
                  </a:lnTo>
                  <a:lnTo>
                    <a:pt x="571" y="235"/>
                  </a:lnTo>
                  <a:lnTo>
                    <a:pt x="751" y="194"/>
                  </a:lnTo>
                  <a:lnTo>
                    <a:pt x="961" y="153"/>
                  </a:lnTo>
                  <a:lnTo>
                    <a:pt x="1201" y="118"/>
                  </a:lnTo>
                  <a:lnTo>
                    <a:pt x="1472" y="87"/>
                  </a:lnTo>
                  <a:lnTo>
                    <a:pt x="1772" y="56"/>
                  </a:lnTo>
                  <a:lnTo>
                    <a:pt x="2103" y="36"/>
                  </a:lnTo>
                  <a:lnTo>
                    <a:pt x="2463" y="16"/>
                  </a:lnTo>
                  <a:lnTo>
                    <a:pt x="2883" y="5"/>
                  </a:lnTo>
                  <a:lnTo>
                    <a:pt x="333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79"/>
            <p:cNvSpPr/>
            <p:nvPr/>
          </p:nvSpPr>
          <p:spPr>
            <a:xfrm flipH="1">
              <a:off x="4174675" y="2915325"/>
              <a:ext cx="20505" cy="13800"/>
            </a:xfrm>
            <a:custGeom>
              <a:avLst/>
              <a:gdLst/>
              <a:ahLst/>
              <a:cxnLst/>
              <a:rect l="l" t="t" r="r" b="b"/>
              <a:pathLst>
                <a:path w="4836" h="552" extrusionOk="0">
                  <a:moveTo>
                    <a:pt x="0" y="1"/>
                  </a:moveTo>
                  <a:lnTo>
                    <a:pt x="30" y="72"/>
                  </a:lnTo>
                  <a:lnTo>
                    <a:pt x="90" y="159"/>
                  </a:lnTo>
                  <a:lnTo>
                    <a:pt x="150" y="205"/>
                  </a:lnTo>
                  <a:lnTo>
                    <a:pt x="270" y="251"/>
                  </a:lnTo>
                  <a:lnTo>
                    <a:pt x="391" y="297"/>
                  </a:lnTo>
                  <a:lnTo>
                    <a:pt x="541" y="338"/>
                  </a:lnTo>
                  <a:lnTo>
                    <a:pt x="721" y="378"/>
                  </a:lnTo>
                  <a:lnTo>
                    <a:pt x="931" y="419"/>
                  </a:lnTo>
                  <a:lnTo>
                    <a:pt x="1201" y="455"/>
                  </a:lnTo>
                  <a:lnTo>
                    <a:pt x="1532" y="485"/>
                  </a:lnTo>
                  <a:lnTo>
                    <a:pt x="1892" y="511"/>
                  </a:lnTo>
                  <a:lnTo>
                    <a:pt x="2283" y="531"/>
                  </a:lnTo>
                  <a:lnTo>
                    <a:pt x="2763" y="542"/>
                  </a:lnTo>
                  <a:lnTo>
                    <a:pt x="3274" y="552"/>
                  </a:lnTo>
                  <a:lnTo>
                    <a:pt x="3394" y="552"/>
                  </a:lnTo>
                  <a:lnTo>
                    <a:pt x="3814" y="547"/>
                  </a:lnTo>
                  <a:lnTo>
                    <a:pt x="4205" y="536"/>
                  </a:lnTo>
                  <a:lnTo>
                    <a:pt x="4535" y="526"/>
                  </a:lnTo>
                  <a:lnTo>
                    <a:pt x="4836" y="506"/>
                  </a:lnTo>
                  <a:lnTo>
                    <a:pt x="4355" y="434"/>
                  </a:lnTo>
                  <a:lnTo>
                    <a:pt x="3845" y="363"/>
                  </a:lnTo>
                  <a:lnTo>
                    <a:pt x="3274" y="292"/>
                  </a:lnTo>
                  <a:lnTo>
                    <a:pt x="2703" y="230"/>
                  </a:lnTo>
                  <a:lnTo>
                    <a:pt x="2072" y="164"/>
                  </a:lnTo>
                  <a:lnTo>
                    <a:pt x="1412" y="108"/>
                  </a:lnTo>
                  <a:lnTo>
                    <a:pt x="721" y="52"/>
                  </a:lnTo>
                  <a:lnTo>
                    <a:pt x="0" y="1"/>
                  </a:lnTo>
                  <a:close/>
                </a:path>
              </a:pathLst>
            </a:custGeom>
            <a:solidFill>
              <a:srgbClr val="FF3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79"/>
            <p:cNvSpPr/>
            <p:nvPr/>
          </p:nvSpPr>
          <p:spPr>
            <a:xfrm flipH="1">
              <a:off x="4174675" y="2915325"/>
              <a:ext cx="20505" cy="13800"/>
            </a:xfrm>
            <a:custGeom>
              <a:avLst/>
              <a:gdLst/>
              <a:ahLst/>
              <a:cxnLst/>
              <a:rect l="l" t="t" r="r" b="b"/>
              <a:pathLst>
                <a:path w="4836" h="552" fill="none" extrusionOk="0">
                  <a:moveTo>
                    <a:pt x="0" y="1"/>
                  </a:moveTo>
                  <a:lnTo>
                    <a:pt x="0" y="1"/>
                  </a:lnTo>
                  <a:lnTo>
                    <a:pt x="721" y="52"/>
                  </a:lnTo>
                  <a:lnTo>
                    <a:pt x="1412" y="108"/>
                  </a:lnTo>
                  <a:lnTo>
                    <a:pt x="2072" y="164"/>
                  </a:lnTo>
                  <a:lnTo>
                    <a:pt x="2703" y="230"/>
                  </a:lnTo>
                  <a:lnTo>
                    <a:pt x="3274" y="292"/>
                  </a:lnTo>
                  <a:lnTo>
                    <a:pt x="3845" y="363"/>
                  </a:lnTo>
                  <a:lnTo>
                    <a:pt x="4355" y="434"/>
                  </a:lnTo>
                  <a:lnTo>
                    <a:pt x="4836" y="506"/>
                  </a:lnTo>
                  <a:lnTo>
                    <a:pt x="4836" y="506"/>
                  </a:lnTo>
                  <a:lnTo>
                    <a:pt x="4535" y="526"/>
                  </a:lnTo>
                  <a:lnTo>
                    <a:pt x="4205" y="536"/>
                  </a:lnTo>
                  <a:lnTo>
                    <a:pt x="3814" y="547"/>
                  </a:lnTo>
                  <a:lnTo>
                    <a:pt x="3394" y="552"/>
                  </a:lnTo>
                  <a:lnTo>
                    <a:pt x="3394" y="552"/>
                  </a:lnTo>
                  <a:lnTo>
                    <a:pt x="3274" y="552"/>
                  </a:lnTo>
                  <a:lnTo>
                    <a:pt x="3274" y="552"/>
                  </a:lnTo>
                  <a:lnTo>
                    <a:pt x="2763" y="542"/>
                  </a:lnTo>
                  <a:lnTo>
                    <a:pt x="2283" y="531"/>
                  </a:lnTo>
                  <a:lnTo>
                    <a:pt x="1892" y="511"/>
                  </a:lnTo>
                  <a:lnTo>
                    <a:pt x="1532" y="485"/>
                  </a:lnTo>
                  <a:lnTo>
                    <a:pt x="1201" y="455"/>
                  </a:lnTo>
                  <a:lnTo>
                    <a:pt x="931" y="419"/>
                  </a:lnTo>
                  <a:lnTo>
                    <a:pt x="721" y="378"/>
                  </a:lnTo>
                  <a:lnTo>
                    <a:pt x="541" y="338"/>
                  </a:lnTo>
                  <a:lnTo>
                    <a:pt x="391" y="297"/>
                  </a:lnTo>
                  <a:lnTo>
                    <a:pt x="270" y="251"/>
                  </a:lnTo>
                  <a:lnTo>
                    <a:pt x="150" y="205"/>
                  </a:lnTo>
                  <a:lnTo>
                    <a:pt x="90" y="159"/>
                  </a:lnTo>
                  <a:lnTo>
                    <a:pt x="30" y="72"/>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79"/>
            <p:cNvSpPr/>
            <p:nvPr/>
          </p:nvSpPr>
          <p:spPr>
            <a:xfrm flipH="1">
              <a:off x="4177096" y="2912400"/>
              <a:ext cx="7004" cy="6400"/>
            </a:xfrm>
            <a:custGeom>
              <a:avLst/>
              <a:gdLst/>
              <a:ahLst/>
              <a:cxnLst/>
              <a:rect l="l" t="t" r="r" b="b"/>
              <a:pathLst>
                <a:path w="1652" h="256" extrusionOk="0">
                  <a:moveTo>
                    <a:pt x="300" y="1"/>
                  </a:moveTo>
                  <a:lnTo>
                    <a:pt x="60" y="26"/>
                  </a:lnTo>
                  <a:lnTo>
                    <a:pt x="0" y="31"/>
                  </a:lnTo>
                  <a:lnTo>
                    <a:pt x="0" y="36"/>
                  </a:lnTo>
                  <a:lnTo>
                    <a:pt x="0" y="47"/>
                  </a:lnTo>
                  <a:lnTo>
                    <a:pt x="30" y="52"/>
                  </a:lnTo>
                  <a:lnTo>
                    <a:pt x="90" y="67"/>
                  </a:lnTo>
                  <a:lnTo>
                    <a:pt x="150" y="82"/>
                  </a:lnTo>
                  <a:lnTo>
                    <a:pt x="210" y="103"/>
                  </a:lnTo>
                  <a:lnTo>
                    <a:pt x="240" y="128"/>
                  </a:lnTo>
                  <a:lnTo>
                    <a:pt x="210" y="159"/>
                  </a:lnTo>
                  <a:lnTo>
                    <a:pt x="90" y="194"/>
                  </a:lnTo>
                  <a:lnTo>
                    <a:pt x="90" y="205"/>
                  </a:lnTo>
                  <a:lnTo>
                    <a:pt x="120" y="220"/>
                  </a:lnTo>
                  <a:lnTo>
                    <a:pt x="180" y="230"/>
                  </a:lnTo>
                  <a:lnTo>
                    <a:pt x="631" y="256"/>
                  </a:lnTo>
                  <a:lnTo>
                    <a:pt x="691" y="230"/>
                  </a:lnTo>
                  <a:lnTo>
                    <a:pt x="751" y="205"/>
                  </a:lnTo>
                  <a:lnTo>
                    <a:pt x="811" y="179"/>
                  </a:lnTo>
                  <a:lnTo>
                    <a:pt x="811" y="154"/>
                  </a:lnTo>
                  <a:lnTo>
                    <a:pt x="781" y="113"/>
                  </a:lnTo>
                  <a:lnTo>
                    <a:pt x="661" y="72"/>
                  </a:lnTo>
                  <a:lnTo>
                    <a:pt x="511" y="36"/>
                  </a:lnTo>
                  <a:lnTo>
                    <a:pt x="300" y="1"/>
                  </a:lnTo>
                  <a:close/>
                  <a:moveTo>
                    <a:pt x="1141" y="1"/>
                  </a:moveTo>
                  <a:lnTo>
                    <a:pt x="901" y="26"/>
                  </a:lnTo>
                  <a:lnTo>
                    <a:pt x="871" y="31"/>
                  </a:lnTo>
                  <a:lnTo>
                    <a:pt x="841" y="36"/>
                  </a:lnTo>
                  <a:lnTo>
                    <a:pt x="871" y="47"/>
                  </a:lnTo>
                  <a:lnTo>
                    <a:pt x="871" y="52"/>
                  </a:lnTo>
                  <a:lnTo>
                    <a:pt x="931" y="67"/>
                  </a:lnTo>
                  <a:lnTo>
                    <a:pt x="991" y="82"/>
                  </a:lnTo>
                  <a:lnTo>
                    <a:pt x="1051" y="103"/>
                  </a:lnTo>
                  <a:lnTo>
                    <a:pt x="1081" y="128"/>
                  </a:lnTo>
                  <a:lnTo>
                    <a:pt x="1051" y="159"/>
                  </a:lnTo>
                  <a:lnTo>
                    <a:pt x="931" y="194"/>
                  </a:lnTo>
                  <a:lnTo>
                    <a:pt x="931" y="205"/>
                  </a:lnTo>
                  <a:lnTo>
                    <a:pt x="961" y="220"/>
                  </a:lnTo>
                  <a:lnTo>
                    <a:pt x="1021" y="230"/>
                  </a:lnTo>
                  <a:lnTo>
                    <a:pt x="1472" y="256"/>
                  </a:lnTo>
                  <a:lnTo>
                    <a:pt x="1562" y="230"/>
                  </a:lnTo>
                  <a:lnTo>
                    <a:pt x="1592" y="205"/>
                  </a:lnTo>
                  <a:lnTo>
                    <a:pt x="1652" y="179"/>
                  </a:lnTo>
                  <a:lnTo>
                    <a:pt x="1652" y="154"/>
                  </a:lnTo>
                  <a:lnTo>
                    <a:pt x="1622" y="113"/>
                  </a:lnTo>
                  <a:lnTo>
                    <a:pt x="1532" y="72"/>
                  </a:lnTo>
                  <a:lnTo>
                    <a:pt x="1352" y="36"/>
                  </a:lnTo>
                  <a:lnTo>
                    <a:pt x="11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7" name="Google Shape;1717;p79"/>
          <p:cNvSpPr txBox="1">
            <a:spLocks noGrp="1"/>
          </p:cNvSpPr>
          <p:nvPr>
            <p:ph type="title"/>
          </p:nvPr>
        </p:nvSpPr>
        <p:spPr>
          <a:xfrm>
            <a:off x="457200" y="1540025"/>
            <a:ext cx="18885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1718" name="Google Shape;1718;p79"/>
          <p:cNvSpPr txBox="1">
            <a:spLocks noGrp="1"/>
          </p:cNvSpPr>
          <p:nvPr>
            <p:ph type="subTitle" idx="1"/>
          </p:nvPr>
        </p:nvSpPr>
        <p:spPr>
          <a:xfrm>
            <a:off x="457200" y="2009350"/>
            <a:ext cx="2001000" cy="837300"/>
          </a:xfrm>
          <a:prstGeom prst="rect">
            <a:avLst/>
          </a:prstGeom>
        </p:spPr>
        <p:txBody>
          <a:bodyPr spcFirstLastPara="1" wrap="square" lIns="0" tIns="0" rIns="0" bIns="0" anchor="t" anchorCtr="0">
            <a:noAutofit/>
          </a:bodyPr>
          <a:lstStyle>
            <a:lvl1pPr lvl="0" rtl="0">
              <a:spcBef>
                <a:spcPts val="0"/>
              </a:spcBef>
              <a:spcAft>
                <a:spcPts val="0"/>
              </a:spcAft>
              <a:buSzPts val="1400"/>
              <a:buNone/>
              <a:defRPr sz="1400"/>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719" name="Google Shape;1719;p79"/>
          <p:cNvSpPr txBox="1">
            <a:spLocks noGrp="1"/>
          </p:cNvSpPr>
          <p:nvPr>
            <p:ph type="title" idx="2"/>
          </p:nvPr>
        </p:nvSpPr>
        <p:spPr>
          <a:xfrm>
            <a:off x="3668025" y="1353175"/>
            <a:ext cx="2449200" cy="20664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720" name="Google Shape;1720;p79"/>
          <p:cNvSpPr txBox="1">
            <a:spLocks noGrp="1"/>
          </p:cNvSpPr>
          <p:nvPr>
            <p:ph type="title" idx="3"/>
          </p:nvPr>
        </p:nvSpPr>
        <p:spPr>
          <a:xfrm>
            <a:off x="3668025" y="3664850"/>
            <a:ext cx="24492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721" name="Google Shape;1721;p79"/>
          <p:cNvSpPr txBox="1">
            <a:spLocks noGrp="1"/>
          </p:cNvSpPr>
          <p:nvPr>
            <p:ph type="title" idx="4"/>
          </p:nvPr>
        </p:nvSpPr>
        <p:spPr>
          <a:xfrm>
            <a:off x="7007575" y="608525"/>
            <a:ext cx="1367700" cy="11778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722" name="Google Shape;1722;p79"/>
          <p:cNvSpPr txBox="1">
            <a:spLocks noGrp="1"/>
          </p:cNvSpPr>
          <p:nvPr>
            <p:ph type="title" idx="5"/>
          </p:nvPr>
        </p:nvSpPr>
        <p:spPr>
          <a:xfrm>
            <a:off x="7007575" y="1879325"/>
            <a:ext cx="1443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723" name="Google Shape;1723;p79"/>
          <p:cNvSpPr txBox="1">
            <a:spLocks noGrp="1"/>
          </p:cNvSpPr>
          <p:nvPr>
            <p:ph type="title" idx="6"/>
          </p:nvPr>
        </p:nvSpPr>
        <p:spPr>
          <a:xfrm>
            <a:off x="7236175" y="2938575"/>
            <a:ext cx="1139100" cy="7410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724" name="Google Shape;1724;p79"/>
          <p:cNvSpPr txBox="1">
            <a:spLocks noGrp="1"/>
          </p:cNvSpPr>
          <p:nvPr>
            <p:ph type="title" idx="7"/>
          </p:nvPr>
        </p:nvSpPr>
        <p:spPr>
          <a:xfrm>
            <a:off x="7236175" y="3772325"/>
            <a:ext cx="9711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725" name="Google Shape;1725;p79"/>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79"/>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79"/>
          <p:cNvSpPr txBox="1">
            <a:spLocks noGrp="1"/>
          </p:cNvSpPr>
          <p:nvPr>
            <p:ph type="subTitle" idx="8"/>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728" name="Google Shape;1728;p79"/>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Orange - Quote Left">
  <p:cSld name="CUSTOM_1_1_1_1_1">
    <p:spTree>
      <p:nvGrpSpPr>
        <p:cNvPr id="1" name="Shape 1729"/>
        <p:cNvGrpSpPr/>
        <p:nvPr/>
      </p:nvGrpSpPr>
      <p:grpSpPr>
        <a:xfrm>
          <a:off x="0" y="0"/>
          <a:ext cx="0" cy="0"/>
          <a:chOff x="0" y="0"/>
          <a:chExt cx="0" cy="0"/>
        </a:xfrm>
      </p:grpSpPr>
      <p:grpSp>
        <p:nvGrpSpPr>
          <p:cNvPr id="1730" name="Google Shape;1730;p80"/>
          <p:cNvGrpSpPr/>
          <p:nvPr/>
        </p:nvGrpSpPr>
        <p:grpSpPr>
          <a:xfrm>
            <a:off x="752486" y="581418"/>
            <a:ext cx="2987999" cy="4317471"/>
            <a:chOff x="4140326" y="4545775"/>
            <a:chExt cx="283478" cy="409600"/>
          </a:xfrm>
        </p:grpSpPr>
        <p:sp>
          <p:nvSpPr>
            <p:cNvPr id="1731" name="Google Shape;1731;p80"/>
            <p:cNvSpPr/>
            <p:nvPr/>
          </p:nvSpPr>
          <p:spPr>
            <a:xfrm flipH="1">
              <a:off x="4142997" y="4556850"/>
              <a:ext cx="258648" cy="398525"/>
            </a:xfrm>
            <a:custGeom>
              <a:avLst/>
              <a:gdLst/>
              <a:ahLst/>
              <a:cxnLst/>
              <a:rect l="l" t="t" r="r" b="b"/>
              <a:pathLst>
                <a:path w="61002" h="15941" extrusionOk="0">
                  <a:moveTo>
                    <a:pt x="27543" y="1"/>
                  </a:moveTo>
                  <a:lnTo>
                    <a:pt x="26251" y="6"/>
                  </a:lnTo>
                  <a:lnTo>
                    <a:pt x="24960" y="21"/>
                  </a:lnTo>
                  <a:lnTo>
                    <a:pt x="23668" y="42"/>
                  </a:lnTo>
                  <a:lnTo>
                    <a:pt x="22377" y="72"/>
                  </a:lnTo>
                  <a:lnTo>
                    <a:pt x="21115" y="113"/>
                  </a:lnTo>
                  <a:lnTo>
                    <a:pt x="19854" y="159"/>
                  </a:lnTo>
                  <a:lnTo>
                    <a:pt x="18622" y="220"/>
                  </a:lnTo>
                  <a:lnTo>
                    <a:pt x="17391" y="287"/>
                  </a:lnTo>
                  <a:lnTo>
                    <a:pt x="16189" y="368"/>
                  </a:lnTo>
                  <a:lnTo>
                    <a:pt x="14988" y="455"/>
                  </a:lnTo>
                  <a:lnTo>
                    <a:pt x="13817" y="557"/>
                  </a:lnTo>
                  <a:lnTo>
                    <a:pt x="12675" y="664"/>
                  </a:lnTo>
                  <a:lnTo>
                    <a:pt x="11564" y="786"/>
                  </a:lnTo>
                  <a:lnTo>
                    <a:pt x="10453" y="919"/>
                  </a:lnTo>
                  <a:lnTo>
                    <a:pt x="9402" y="1062"/>
                  </a:lnTo>
                  <a:lnTo>
                    <a:pt x="8891" y="1138"/>
                  </a:lnTo>
                  <a:lnTo>
                    <a:pt x="8350" y="1215"/>
                  </a:lnTo>
                  <a:lnTo>
                    <a:pt x="7960" y="1281"/>
                  </a:lnTo>
                  <a:lnTo>
                    <a:pt x="7570" y="1353"/>
                  </a:lnTo>
                  <a:lnTo>
                    <a:pt x="7209" y="1424"/>
                  </a:lnTo>
                  <a:lnTo>
                    <a:pt x="6819" y="1500"/>
                  </a:lnTo>
                  <a:lnTo>
                    <a:pt x="6458" y="1577"/>
                  </a:lnTo>
                  <a:lnTo>
                    <a:pt x="6098" y="1664"/>
                  </a:lnTo>
                  <a:lnTo>
                    <a:pt x="5377" y="1842"/>
                  </a:lnTo>
                  <a:lnTo>
                    <a:pt x="4716" y="2031"/>
                  </a:lnTo>
                  <a:lnTo>
                    <a:pt x="4055" y="2235"/>
                  </a:lnTo>
                  <a:lnTo>
                    <a:pt x="3455" y="2449"/>
                  </a:lnTo>
                  <a:lnTo>
                    <a:pt x="2884" y="2674"/>
                  </a:lnTo>
                  <a:lnTo>
                    <a:pt x="2344" y="2908"/>
                  </a:lnTo>
                  <a:lnTo>
                    <a:pt x="1863" y="3153"/>
                  </a:lnTo>
                  <a:lnTo>
                    <a:pt x="1442" y="3408"/>
                  </a:lnTo>
                  <a:lnTo>
                    <a:pt x="1052" y="3663"/>
                  </a:lnTo>
                  <a:lnTo>
                    <a:pt x="692" y="3928"/>
                  </a:lnTo>
                  <a:lnTo>
                    <a:pt x="391" y="4199"/>
                  </a:lnTo>
                  <a:lnTo>
                    <a:pt x="181" y="4469"/>
                  </a:lnTo>
                  <a:lnTo>
                    <a:pt x="1" y="4750"/>
                  </a:lnTo>
                  <a:lnTo>
                    <a:pt x="1" y="6066"/>
                  </a:lnTo>
                  <a:lnTo>
                    <a:pt x="1" y="10345"/>
                  </a:lnTo>
                  <a:lnTo>
                    <a:pt x="1" y="11686"/>
                  </a:lnTo>
                  <a:lnTo>
                    <a:pt x="151" y="11906"/>
                  </a:lnTo>
                  <a:lnTo>
                    <a:pt x="361" y="12125"/>
                  </a:lnTo>
                  <a:lnTo>
                    <a:pt x="632" y="12339"/>
                  </a:lnTo>
                  <a:lnTo>
                    <a:pt x="932" y="12548"/>
                  </a:lnTo>
                  <a:lnTo>
                    <a:pt x="1292" y="12758"/>
                  </a:lnTo>
                  <a:lnTo>
                    <a:pt x="1713" y="12962"/>
                  </a:lnTo>
                  <a:lnTo>
                    <a:pt x="2193" y="13161"/>
                  </a:lnTo>
                  <a:lnTo>
                    <a:pt x="2704" y="13349"/>
                  </a:lnTo>
                  <a:lnTo>
                    <a:pt x="3335" y="13359"/>
                  </a:lnTo>
                  <a:lnTo>
                    <a:pt x="3905" y="13370"/>
                  </a:lnTo>
                  <a:lnTo>
                    <a:pt x="4476" y="13385"/>
                  </a:lnTo>
                  <a:lnTo>
                    <a:pt x="4987" y="13405"/>
                  </a:lnTo>
                  <a:lnTo>
                    <a:pt x="5467" y="13426"/>
                  </a:lnTo>
                  <a:lnTo>
                    <a:pt x="5918" y="13456"/>
                  </a:lnTo>
                  <a:lnTo>
                    <a:pt x="6338" y="13487"/>
                  </a:lnTo>
                  <a:lnTo>
                    <a:pt x="6729" y="13518"/>
                  </a:lnTo>
                  <a:lnTo>
                    <a:pt x="7089" y="13553"/>
                  </a:lnTo>
                  <a:lnTo>
                    <a:pt x="7419" y="13594"/>
                  </a:lnTo>
                  <a:lnTo>
                    <a:pt x="7750" y="13635"/>
                  </a:lnTo>
                  <a:lnTo>
                    <a:pt x="8020" y="13681"/>
                  </a:lnTo>
                  <a:lnTo>
                    <a:pt x="8290" y="13722"/>
                  </a:lnTo>
                  <a:lnTo>
                    <a:pt x="8531" y="13773"/>
                  </a:lnTo>
                  <a:lnTo>
                    <a:pt x="8741" y="13819"/>
                  </a:lnTo>
                  <a:lnTo>
                    <a:pt x="8951" y="13870"/>
                  </a:lnTo>
                  <a:lnTo>
                    <a:pt x="9131" y="13921"/>
                  </a:lnTo>
                  <a:lnTo>
                    <a:pt x="9282" y="13972"/>
                  </a:lnTo>
                  <a:lnTo>
                    <a:pt x="9552" y="14079"/>
                  </a:lnTo>
                  <a:lnTo>
                    <a:pt x="9762" y="14186"/>
                  </a:lnTo>
                  <a:lnTo>
                    <a:pt x="9882" y="14288"/>
                  </a:lnTo>
                  <a:lnTo>
                    <a:pt x="10002" y="14390"/>
                  </a:lnTo>
                  <a:lnTo>
                    <a:pt x="10062" y="14487"/>
                  </a:lnTo>
                  <a:lnTo>
                    <a:pt x="10062" y="14573"/>
                  </a:lnTo>
                  <a:lnTo>
                    <a:pt x="10092" y="14655"/>
                  </a:lnTo>
                  <a:lnTo>
                    <a:pt x="10062" y="14716"/>
                  </a:lnTo>
                  <a:lnTo>
                    <a:pt x="10032" y="14783"/>
                  </a:lnTo>
                  <a:lnTo>
                    <a:pt x="10633" y="14849"/>
                  </a:lnTo>
                  <a:lnTo>
                    <a:pt x="11264" y="14910"/>
                  </a:lnTo>
                  <a:lnTo>
                    <a:pt x="12645" y="15038"/>
                  </a:lnTo>
                  <a:lnTo>
                    <a:pt x="14057" y="15155"/>
                  </a:lnTo>
                  <a:lnTo>
                    <a:pt x="15439" y="15267"/>
                  </a:lnTo>
                  <a:lnTo>
                    <a:pt x="16820" y="15369"/>
                  </a:lnTo>
                  <a:lnTo>
                    <a:pt x="18172" y="15461"/>
                  </a:lnTo>
                  <a:lnTo>
                    <a:pt x="19523" y="15548"/>
                  </a:lnTo>
                  <a:lnTo>
                    <a:pt x="20875" y="15619"/>
                  </a:lnTo>
                  <a:lnTo>
                    <a:pt x="22196" y="15690"/>
                  </a:lnTo>
                  <a:lnTo>
                    <a:pt x="23518" y="15747"/>
                  </a:lnTo>
                  <a:lnTo>
                    <a:pt x="24839" y="15803"/>
                  </a:lnTo>
                  <a:lnTo>
                    <a:pt x="26131" y="15844"/>
                  </a:lnTo>
                  <a:lnTo>
                    <a:pt x="27392" y="15879"/>
                  </a:lnTo>
                  <a:lnTo>
                    <a:pt x="28654" y="15905"/>
                  </a:lnTo>
                  <a:lnTo>
                    <a:pt x="29915" y="15925"/>
                  </a:lnTo>
                  <a:lnTo>
                    <a:pt x="31147" y="15935"/>
                  </a:lnTo>
                  <a:lnTo>
                    <a:pt x="32378" y="15940"/>
                  </a:lnTo>
                  <a:lnTo>
                    <a:pt x="33189" y="15940"/>
                  </a:lnTo>
                  <a:lnTo>
                    <a:pt x="34000" y="15935"/>
                  </a:lnTo>
                  <a:lnTo>
                    <a:pt x="34781" y="15925"/>
                  </a:lnTo>
                  <a:lnTo>
                    <a:pt x="35562" y="15915"/>
                  </a:lnTo>
                  <a:lnTo>
                    <a:pt x="36343" y="15900"/>
                  </a:lnTo>
                  <a:lnTo>
                    <a:pt x="37124" y="15879"/>
                  </a:lnTo>
                  <a:lnTo>
                    <a:pt x="37905" y="15859"/>
                  </a:lnTo>
                  <a:lnTo>
                    <a:pt x="38655" y="15833"/>
                  </a:lnTo>
                  <a:lnTo>
                    <a:pt x="39406" y="15808"/>
                  </a:lnTo>
                  <a:lnTo>
                    <a:pt x="40127" y="15772"/>
                  </a:lnTo>
                  <a:lnTo>
                    <a:pt x="40878" y="15741"/>
                  </a:lnTo>
                  <a:lnTo>
                    <a:pt x="41599" y="15701"/>
                  </a:lnTo>
                  <a:lnTo>
                    <a:pt x="42320" y="15660"/>
                  </a:lnTo>
                  <a:lnTo>
                    <a:pt x="43010" y="15619"/>
                  </a:lnTo>
                  <a:lnTo>
                    <a:pt x="43701" y="15568"/>
                  </a:lnTo>
                  <a:lnTo>
                    <a:pt x="44392" y="15522"/>
                  </a:lnTo>
                  <a:lnTo>
                    <a:pt x="45083" y="15466"/>
                  </a:lnTo>
                  <a:lnTo>
                    <a:pt x="45744" y="15410"/>
                  </a:lnTo>
                  <a:lnTo>
                    <a:pt x="46404" y="15354"/>
                  </a:lnTo>
                  <a:lnTo>
                    <a:pt x="47065" y="15288"/>
                  </a:lnTo>
                  <a:lnTo>
                    <a:pt x="47696" y="15226"/>
                  </a:lnTo>
                  <a:lnTo>
                    <a:pt x="48327" y="15155"/>
                  </a:lnTo>
                  <a:lnTo>
                    <a:pt x="48957" y="15084"/>
                  </a:lnTo>
                  <a:lnTo>
                    <a:pt x="49558" y="15012"/>
                  </a:lnTo>
                  <a:lnTo>
                    <a:pt x="50189" y="14936"/>
                  </a:lnTo>
                  <a:lnTo>
                    <a:pt x="50759" y="14854"/>
                  </a:lnTo>
                  <a:lnTo>
                    <a:pt x="51360" y="14772"/>
                  </a:lnTo>
                  <a:lnTo>
                    <a:pt x="51931" y="14691"/>
                  </a:lnTo>
                  <a:lnTo>
                    <a:pt x="52471" y="14604"/>
                  </a:lnTo>
                  <a:lnTo>
                    <a:pt x="53042" y="14512"/>
                  </a:lnTo>
                  <a:lnTo>
                    <a:pt x="53583" y="14420"/>
                  </a:lnTo>
                  <a:lnTo>
                    <a:pt x="54093" y="14324"/>
                  </a:lnTo>
                  <a:lnTo>
                    <a:pt x="54484" y="14247"/>
                  </a:lnTo>
                  <a:lnTo>
                    <a:pt x="54844" y="14170"/>
                  </a:lnTo>
                  <a:lnTo>
                    <a:pt x="55205" y="14084"/>
                  </a:lnTo>
                  <a:lnTo>
                    <a:pt x="55565" y="13997"/>
                  </a:lnTo>
                  <a:lnTo>
                    <a:pt x="55895" y="13900"/>
                  </a:lnTo>
                  <a:lnTo>
                    <a:pt x="56226" y="13803"/>
                  </a:lnTo>
                  <a:lnTo>
                    <a:pt x="56556" y="13701"/>
                  </a:lnTo>
                  <a:lnTo>
                    <a:pt x="56886" y="13594"/>
                  </a:lnTo>
                  <a:lnTo>
                    <a:pt x="57187" y="13482"/>
                  </a:lnTo>
                  <a:lnTo>
                    <a:pt x="57487" y="13365"/>
                  </a:lnTo>
                  <a:lnTo>
                    <a:pt x="58058" y="13125"/>
                  </a:lnTo>
                  <a:lnTo>
                    <a:pt x="58598" y="12870"/>
                  </a:lnTo>
                  <a:lnTo>
                    <a:pt x="59079" y="12599"/>
                  </a:lnTo>
                  <a:lnTo>
                    <a:pt x="59500" y="12324"/>
                  </a:lnTo>
                  <a:lnTo>
                    <a:pt x="59890" y="12033"/>
                  </a:lnTo>
                  <a:lnTo>
                    <a:pt x="60220" y="11737"/>
                  </a:lnTo>
                  <a:lnTo>
                    <a:pt x="60491" y="11437"/>
                  </a:lnTo>
                  <a:lnTo>
                    <a:pt x="60701" y="11131"/>
                  </a:lnTo>
                  <a:lnTo>
                    <a:pt x="60851" y="10819"/>
                  </a:lnTo>
                  <a:lnTo>
                    <a:pt x="60971" y="10508"/>
                  </a:lnTo>
                  <a:lnTo>
                    <a:pt x="61001" y="10197"/>
                  </a:lnTo>
                  <a:lnTo>
                    <a:pt x="61001" y="5561"/>
                  </a:lnTo>
                  <a:lnTo>
                    <a:pt x="60971" y="5321"/>
                  </a:lnTo>
                  <a:lnTo>
                    <a:pt x="60911" y="5081"/>
                  </a:lnTo>
                  <a:lnTo>
                    <a:pt x="60821" y="4841"/>
                  </a:lnTo>
                  <a:lnTo>
                    <a:pt x="60671" y="4602"/>
                  </a:lnTo>
                  <a:lnTo>
                    <a:pt x="60491" y="4362"/>
                  </a:lnTo>
                  <a:lnTo>
                    <a:pt x="60280" y="4127"/>
                  </a:lnTo>
                  <a:lnTo>
                    <a:pt x="60010" y="3893"/>
                  </a:lnTo>
                  <a:lnTo>
                    <a:pt x="59680" y="3668"/>
                  </a:lnTo>
                  <a:lnTo>
                    <a:pt x="59319" y="3444"/>
                  </a:lnTo>
                  <a:lnTo>
                    <a:pt x="58899" y="3224"/>
                  </a:lnTo>
                  <a:lnTo>
                    <a:pt x="58448" y="3015"/>
                  </a:lnTo>
                  <a:lnTo>
                    <a:pt x="57938" y="2806"/>
                  </a:lnTo>
                  <a:lnTo>
                    <a:pt x="57367" y="2607"/>
                  </a:lnTo>
                  <a:lnTo>
                    <a:pt x="56766" y="2419"/>
                  </a:lnTo>
                  <a:lnTo>
                    <a:pt x="56436" y="2327"/>
                  </a:lnTo>
                  <a:lnTo>
                    <a:pt x="56076" y="2235"/>
                  </a:lnTo>
                  <a:lnTo>
                    <a:pt x="55715" y="2148"/>
                  </a:lnTo>
                  <a:lnTo>
                    <a:pt x="55355" y="2062"/>
                  </a:lnTo>
                  <a:lnTo>
                    <a:pt x="54814" y="2072"/>
                  </a:lnTo>
                  <a:lnTo>
                    <a:pt x="53943" y="2072"/>
                  </a:lnTo>
                  <a:lnTo>
                    <a:pt x="53342" y="2067"/>
                  </a:lnTo>
                  <a:lnTo>
                    <a:pt x="52772" y="2062"/>
                  </a:lnTo>
                  <a:lnTo>
                    <a:pt x="52231" y="2046"/>
                  </a:lnTo>
                  <a:lnTo>
                    <a:pt x="51721" y="2031"/>
                  </a:lnTo>
                  <a:lnTo>
                    <a:pt x="51240" y="2011"/>
                  </a:lnTo>
                  <a:lnTo>
                    <a:pt x="50789" y="1985"/>
                  </a:lnTo>
                  <a:lnTo>
                    <a:pt x="50369" y="1960"/>
                  </a:lnTo>
                  <a:lnTo>
                    <a:pt x="49979" y="1929"/>
                  </a:lnTo>
                  <a:lnTo>
                    <a:pt x="49618" y="1898"/>
                  </a:lnTo>
                  <a:lnTo>
                    <a:pt x="49258" y="1863"/>
                  </a:lnTo>
                  <a:lnTo>
                    <a:pt x="48927" y="1827"/>
                  </a:lnTo>
                  <a:lnTo>
                    <a:pt x="48657" y="1786"/>
                  </a:lnTo>
                  <a:lnTo>
                    <a:pt x="48387" y="1745"/>
                  </a:lnTo>
                  <a:lnTo>
                    <a:pt x="48116" y="1699"/>
                  </a:lnTo>
                  <a:lnTo>
                    <a:pt x="47876" y="1659"/>
                  </a:lnTo>
                  <a:lnTo>
                    <a:pt x="47666" y="1613"/>
                  </a:lnTo>
                  <a:lnTo>
                    <a:pt x="47486" y="1562"/>
                  </a:lnTo>
                  <a:lnTo>
                    <a:pt x="47305" y="1516"/>
                  </a:lnTo>
                  <a:lnTo>
                    <a:pt x="47035" y="1414"/>
                  </a:lnTo>
                  <a:lnTo>
                    <a:pt x="46795" y="1317"/>
                  </a:lnTo>
                  <a:lnTo>
                    <a:pt x="46615" y="1215"/>
                  </a:lnTo>
                  <a:lnTo>
                    <a:pt x="46494" y="1118"/>
                  </a:lnTo>
                  <a:lnTo>
                    <a:pt x="46404" y="1021"/>
                  </a:lnTo>
                  <a:lnTo>
                    <a:pt x="46344" y="929"/>
                  </a:lnTo>
                  <a:lnTo>
                    <a:pt x="46314" y="848"/>
                  </a:lnTo>
                  <a:lnTo>
                    <a:pt x="45263" y="751"/>
                  </a:lnTo>
                  <a:lnTo>
                    <a:pt x="44152" y="659"/>
                  </a:lnTo>
                  <a:lnTo>
                    <a:pt x="43041" y="572"/>
                  </a:lnTo>
                  <a:lnTo>
                    <a:pt x="41929" y="491"/>
                  </a:lnTo>
                  <a:lnTo>
                    <a:pt x="40788" y="419"/>
                  </a:lnTo>
                  <a:lnTo>
                    <a:pt x="39617" y="348"/>
                  </a:lnTo>
                  <a:lnTo>
                    <a:pt x="38445" y="287"/>
                  </a:lnTo>
                  <a:lnTo>
                    <a:pt x="37244" y="225"/>
                  </a:lnTo>
                  <a:lnTo>
                    <a:pt x="36072" y="174"/>
                  </a:lnTo>
                  <a:lnTo>
                    <a:pt x="34871" y="128"/>
                  </a:lnTo>
                  <a:lnTo>
                    <a:pt x="33640" y="93"/>
                  </a:lnTo>
                  <a:lnTo>
                    <a:pt x="32438" y="62"/>
                  </a:lnTo>
                  <a:lnTo>
                    <a:pt x="31207" y="37"/>
                  </a:lnTo>
                  <a:lnTo>
                    <a:pt x="29975" y="16"/>
                  </a:lnTo>
                  <a:lnTo>
                    <a:pt x="28774" y="6"/>
                  </a:lnTo>
                  <a:lnTo>
                    <a:pt x="27543" y="1"/>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80"/>
            <p:cNvSpPr/>
            <p:nvPr/>
          </p:nvSpPr>
          <p:spPr>
            <a:xfrm flipH="1">
              <a:off x="4142997" y="4556850"/>
              <a:ext cx="258648" cy="398525"/>
            </a:xfrm>
            <a:custGeom>
              <a:avLst/>
              <a:gdLst/>
              <a:ahLst/>
              <a:cxnLst/>
              <a:rect l="l" t="t" r="r" b="b"/>
              <a:pathLst>
                <a:path w="61002" h="15941" fill="none" extrusionOk="0">
                  <a:moveTo>
                    <a:pt x="27543" y="1"/>
                  </a:moveTo>
                  <a:lnTo>
                    <a:pt x="27543" y="1"/>
                  </a:lnTo>
                  <a:lnTo>
                    <a:pt x="28774" y="6"/>
                  </a:lnTo>
                  <a:lnTo>
                    <a:pt x="29975" y="16"/>
                  </a:lnTo>
                  <a:lnTo>
                    <a:pt x="31207" y="37"/>
                  </a:lnTo>
                  <a:lnTo>
                    <a:pt x="32438" y="62"/>
                  </a:lnTo>
                  <a:lnTo>
                    <a:pt x="33640" y="93"/>
                  </a:lnTo>
                  <a:lnTo>
                    <a:pt x="34871" y="128"/>
                  </a:lnTo>
                  <a:lnTo>
                    <a:pt x="36072" y="174"/>
                  </a:lnTo>
                  <a:lnTo>
                    <a:pt x="37244" y="225"/>
                  </a:lnTo>
                  <a:lnTo>
                    <a:pt x="38445" y="287"/>
                  </a:lnTo>
                  <a:lnTo>
                    <a:pt x="39617" y="348"/>
                  </a:lnTo>
                  <a:lnTo>
                    <a:pt x="40788" y="419"/>
                  </a:lnTo>
                  <a:lnTo>
                    <a:pt x="41929" y="491"/>
                  </a:lnTo>
                  <a:lnTo>
                    <a:pt x="43041" y="572"/>
                  </a:lnTo>
                  <a:lnTo>
                    <a:pt x="44152" y="659"/>
                  </a:lnTo>
                  <a:lnTo>
                    <a:pt x="45263" y="751"/>
                  </a:lnTo>
                  <a:lnTo>
                    <a:pt x="46314" y="848"/>
                  </a:lnTo>
                  <a:lnTo>
                    <a:pt x="46314" y="848"/>
                  </a:lnTo>
                  <a:lnTo>
                    <a:pt x="46344" y="929"/>
                  </a:lnTo>
                  <a:lnTo>
                    <a:pt x="46404" y="1021"/>
                  </a:lnTo>
                  <a:lnTo>
                    <a:pt x="46494" y="1118"/>
                  </a:lnTo>
                  <a:lnTo>
                    <a:pt x="46615" y="1215"/>
                  </a:lnTo>
                  <a:lnTo>
                    <a:pt x="46795" y="1317"/>
                  </a:lnTo>
                  <a:lnTo>
                    <a:pt x="47035" y="1414"/>
                  </a:lnTo>
                  <a:lnTo>
                    <a:pt x="47305" y="1516"/>
                  </a:lnTo>
                  <a:lnTo>
                    <a:pt x="47486" y="1562"/>
                  </a:lnTo>
                  <a:lnTo>
                    <a:pt x="47666" y="1613"/>
                  </a:lnTo>
                  <a:lnTo>
                    <a:pt x="47876" y="1659"/>
                  </a:lnTo>
                  <a:lnTo>
                    <a:pt x="48116" y="1699"/>
                  </a:lnTo>
                  <a:lnTo>
                    <a:pt x="48387" y="1745"/>
                  </a:lnTo>
                  <a:lnTo>
                    <a:pt x="48657" y="1786"/>
                  </a:lnTo>
                  <a:lnTo>
                    <a:pt x="48927" y="1827"/>
                  </a:lnTo>
                  <a:lnTo>
                    <a:pt x="49258" y="1863"/>
                  </a:lnTo>
                  <a:lnTo>
                    <a:pt x="49618" y="1898"/>
                  </a:lnTo>
                  <a:lnTo>
                    <a:pt x="49979" y="1929"/>
                  </a:lnTo>
                  <a:lnTo>
                    <a:pt x="50369" y="1960"/>
                  </a:lnTo>
                  <a:lnTo>
                    <a:pt x="50789" y="1985"/>
                  </a:lnTo>
                  <a:lnTo>
                    <a:pt x="51240" y="2011"/>
                  </a:lnTo>
                  <a:lnTo>
                    <a:pt x="51721" y="2031"/>
                  </a:lnTo>
                  <a:lnTo>
                    <a:pt x="52231" y="2046"/>
                  </a:lnTo>
                  <a:lnTo>
                    <a:pt x="52772" y="2062"/>
                  </a:lnTo>
                  <a:lnTo>
                    <a:pt x="53342" y="2067"/>
                  </a:lnTo>
                  <a:lnTo>
                    <a:pt x="53943" y="2072"/>
                  </a:lnTo>
                  <a:lnTo>
                    <a:pt x="53943" y="2072"/>
                  </a:lnTo>
                  <a:lnTo>
                    <a:pt x="54243" y="2072"/>
                  </a:lnTo>
                  <a:lnTo>
                    <a:pt x="54243" y="2072"/>
                  </a:lnTo>
                  <a:lnTo>
                    <a:pt x="54814" y="2072"/>
                  </a:lnTo>
                  <a:lnTo>
                    <a:pt x="55355" y="2062"/>
                  </a:lnTo>
                  <a:lnTo>
                    <a:pt x="55355" y="2062"/>
                  </a:lnTo>
                  <a:lnTo>
                    <a:pt x="55715" y="2148"/>
                  </a:lnTo>
                  <a:lnTo>
                    <a:pt x="56076" y="2235"/>
                  </a:lnTo>
                  <a:lnTo>
                    <a:pt x="56436" y="2327"/>
                  </a:lnTo>
                  <a:lnTo>
                    <a:pt x="56766" y="2419"/>
                  </a:lnTo>
                  <a:lnTo>
                    <a:pt x="57367" y="2607"/>
                  </a:lnTo>
                  <a:lnTo>
                    <a:pt x="57938" y="2806"/>
                  </a:lnTo>
                  <a:lnTo>
                    <a:pt x="58448" y="3015"/>
                  </a:lnTo>
                  <a:lnTo>
                    <a:pt x="58899" y="3224"/>
                  </a:lnTo>
                  <a:lnTo>
                    <a:pt x="59319" y="3444"/>
                  </a:lnTo>
                  <a:lnTo>
                    <a:pt x="59680" y="3668"/>
                  </a:lnTo>
                  <a:lnTo>
                    <a:pt x="60010" y="3893"/>
                  </a:lnTo>
                  <a:lnTo>
                    <a:pt x="60280" y="4127"/>
                  </a:lnTo>
                  <a:lnTo>
                    <a:pt x="60491" y="4362"/>
                  </a:lnTo>
                  <a:lnTo>
                    <a:pt x="60671" y="4602"/>
                  </a:lnTo>
                  <a:lnTo>
                    <a:pt x="60821" y="4841"/>
                  </a:lnTo>
                  <a:lnTo>
                    <a:pt x="60911" y="5081"/>
                  </a:lnTo>
                  <a:lnTo>
                    <a:pt x="60971" y="5321"/>
                  </a:lnTo>
                  <a:lnTo>
                    <a:pt x="61001" y="5561"/>
                  </a:lnTo>
                  <a:lnTo>
                    <a:pt x="61001" y="10197"/>
                  </a:lnTo>
                  <a:lnTo>
                    <a:pt x="61001" y="10197"/>
                  </a:lnTo>
                  <a:lnTo>
                    <a:pt x="60971" y="10508"/>
                  </a:lnTo>
                  <a:lnTo>
                    <a:pt x="60851" y="10819"/>
                  </a:lnTo>
                  <a:lnTo>
                    <a:pt x="60701" y="11131"/>
                  </a:lnTo>
                  <a:lnTo>
                    <a:pt x="60491" y="11437"/>
                  </a:lnTo>
                  <a:lnTo>
                    <a:pt x="60220" y="11737"/>
                  </a:lnTo>
                  <a:lnTo>
                    <a:pt x="59890" y="12033"/>
                  </a:lnTo>
                  <a:lnTo>
                    <a:pt x="59500" y="12324"/>
                  </a:lnTo>
                  <a:lnTo>
                    <a:pt x="59079" y="12599"/>
                  </a:lnTo>
                  <a:lnTo>
                    <a:pt x="58598" y="12870"/>
                  </a:lnTo>
                  <a:lnTo>
                    <a:pt x="58058" y="13125"/>
                  </a:lnTo>
                  <a:lnTo>
                    <a:pt x="57487" y="13365"/>
                  </a:lnTo>
                  <a:lnTo>
                    <a:pt x="57187" y="13482"/>
                  </a:lnTo>
                  <a:lnTo>
                    <a:pt x="56886" y="13594"/>
                  </a:lnTo>
                  <a:lnTo>
                    <a:pt x="56556" y="13701"/>
                  </a:lnTo>
                  <a:lnTo>
                    <a:pt x="56226" y="13803"/>
                  </a:lnTo>
                  <a:lnTo>
                    <a:pt x="55895" y="13900"/>
                  </a:lnTo>
                  <a:lnTo>
                    <a:pt x="55565" y="13997"/>
                  </a:lnTo>
                  <a:lnTo>
                    <a:pt x="55205" y="14084"/>
                  </a:lnTo>
                  <a:lnTo>
                    <a:pt x="54844" y="14170"/>
                  </a:lnTo>
                  <a:lnTo>
                    <a:pt x="54484" y="14247"/>
                  </a:lnTo>
                  <a:lnTo>
                    <a:pt x="54093" y="14324"/>
                  </a:lnTo>
                  <a:lnTo>
                    <a:pt x="54093" y="14324"/>
                  </a:lnTo>
                  <a:lnTo>
                    <a:pt x="53583" y="14420"/>
                  </a:lnTo>
                  <a:lnTo>
                    <a:pt x="53042" y="14512"/>
                  </a:lnTo>
                  <a:lnTo>
                    <a:pt x="52471" y="14604"/>
                  </a:lnTo>
                  <a:lnTo>
                    <a:pt x="51931" y="14691"/>
                  </a:lnTo>
                  <a:lnTo>
                    <a:pt x="51360" y="14772"/>
                  </a:lnTo>
                  <a:lnTo>
                    <a:pt x="50759" y="14854"/>
                  </a:lnTo>
                  <a:lnTo>
                    <a:pt x="50189" y="14936"/>
                  </a:lnTo>
                  <a:lnTo>
                    <a:pt x="49558" y="15012"/>
                  </a:lnTo>
                  <a:lnTo>
                    <a:pt x="48957" y="15084"/>
                  </a:lnTo>
                  <a:lnTo>
                    <a:pt x="48327" y="15155"/>
                  </a:lnTo>
                  <a:lnTo>
                    <a:pt x="47696" y="15226"/>
                  </a:lnTo>
                  <a:lnTo>
                    <a:pt x="47065" y="15288"/>
                  </a:lnTo>
                  <a:lnTo>
                    <a:pt x="46404" y="15354"/>
                  </a:lnTo>
                  <a:lnTo>
                    <a:pt x="45744" y="15410"/>
                  </a:lnTo>
                  <a:lnTo>
                    <a:pt x="45083" y="15466"/>
                  </a:lnTo>
                  <a:lnTo>
                    <a:pt x="44392" y="15522"/>
                  </a:lnTo>
                  <a:lnTo>
                    <a:pt x="43701" y="15568"/>
                  </a:lnTo>
                  <a:lnTo>
                    <a:pt x="43010" y="15619"/>
                  </a:lnTo>
                  <a:lnTo>
                    <a:pt x="42320" y="15660"/>
                  </a:lnTo>
                  <a:lnTo>
                    <a:pt x="41599" y="15701"/>
                  </a:lnTo>
                  <a:lnTo>
                    <a:pt x="40878" y="15741"/>
                  </a:lnTo>
                  <a:lnTo>
                    <a:pt x="40127" y="15772"/>
                  </a:lnTo>
                  <a:lnTo>
                    <a:pt x="39406" y="15808"/>
                  </a:lnTo>
                  <a:lnTo>
                    <a:pt x="38655" y="15833"/>
                  </a:lnTo>
                  <a:lnTo>
                    <a:pt x="37905" y="15859"/>
                  </a:lnTo>
                  <a:lnTo>
                    <a:pt x="37124" y="15879"/>
                  </a:lnTo>
                  <a:lnTo>
                    <a:pt x="36343" y="15900"/>
                  </a:lnTo>
                  <a:lnTo>
                    <a:pt x="35562" y="15915"/>
                  </a:lnTo>
                  <a:lnTo>
                    <a:pt x="34781" y="15925"/>
                  </a:lnTo>
                  <a:lnTo>
                    <a:pt x="34000" y="15935"/>
                  </a:lnTo>
                  <a:lnTo>
                    <a:pt x="33189" y="15940"/>
                  </a:lnTo>
                  <a:lnTo>
                    <a:pt x="32378" y="15940"/>
                  </a:lnTo>
                  <a:lnTo>
                    <a:pt x="32378" y="15940"/>
                  </a:lnTo>
                  <a:lnTo>
                    <a:pt x="31147" y="15935"/>
                  </a:lnTo>
                  <a:lnTo>
                    <a:pt x="29915" y="15925"/>
                  </a:lnTo>
                  <a:lnTo>
                    <a:pt x="28654" y="15905"/>
                  </a:lnTo>
                  <a:lnTo>
                    <a:pt x="27392" y="15879"/>
                  </a:lnTo>
                  <a:lnTo>
                    <a:pt x="26131" y="15844"/>
                  </a:lnTo>
                  <a:lnTo>
                    <a:pt x="24839" y="15803"/>
                  </a:lnTo>
                  <a:lnTo>
                    <a:pt x="23518" y="15747"/>
                  </a:lnTo>
                  <a:lnTo>
                    <a:pt x="22196" y="15690"/>
                  </a:lnTo>
                  <a:lnTo>
                    <a:pt x="20875" y="15619"/>
                  </a:lnTo>
                  <a:lnTo>
                    <a:pt x="19523" y="15548"/>
                  </a:lnTo>
                  <a:lnTo>
                    <a:pt x="18172" y="15461"/>
                  </a:lnTo>
                  <a:lnTo>
                    <a:pt x="16820" y="15369"/>
                  </a:lnTo>
                  <a:lnTo>
                    <a:pt x="15439" y="15267"/>
                  </a:lnTo>
                  <a:lnTo>
                    <a:pt x="14057" y="15155"/>
                  </a:lnTo>
                  <a:lnTo>
                    <a:pt x="12645" y="15038"/>
                  </a:lnTo>
                  <a:lnTo>
                    <a:pt x="11264" y="14910"/>
                  </a:lnTo>
                  <a:lnTo>
                    <a:pt x="11264" y="14910"/>
                  </a:lnTo>
                  <a:lnTo>
                    <a:pt x="10633" y="14849"/>
                  </a:lnTo>
                  <a:lnTo>
                    <a:pt x="10032" y="14783"/>
                  </a:lnTo>
                  <a:lnTo>
                    <a:pt x="10032" y="14783"/>
                  </a:lnTo>
                  <a:lnTo>
                    <a:pt x="10062" y="14716"/>
                  </a:lnTo>
                  <a:lnTo>
                    <a:pt x="10092" y="14655"/>
                  </a:lnTo>
                  <a:lnTo>
                    <a:pt x="10092" y="14655"/>
                  </a:lnTo>
                  <a:lnTo>
                    <a:pt x="10062" y="14573"/>
                  </a:lnTo>
                  <a:lnTo>
                    <a:pt x="10062" y="14487"/>
                  </a:lnTo>
                  <a:lnTo>
                    <a:pt x="10002" y="14390"/>
                  </a:lnTo>
                  <a:lnTo>
                    <a:pt x="9882" y="14288"/>
                  </a:lnTo>
                  <a:lnTo>
                    <a:pt x="9762" y="14186"/>
                  </a:lnTo>
                  <a:lnTo>
                    <a:pt x="9552" y="14079"/>
                  </a:lnTo>
                  <a:lnTo>
                    <a:pt x="9282" y="13972"/>
                  </a:lnTo>
                  <a:lnTo>
                    <a:pt x="9131" y="13921"/>
                  </a:lnTo>
                  <a:lnTo>
                    <a:pt x="8951" y="13870"/>
                  </a:lnTo>
                  <a:lnTo>
                    <a:pt x="8741" y="13819"/>
                  </a:lnTo>
                  <a:lnTo>
                    <a:pt x="8531" y="13773"/>
                  </a:lnTo>
                  <a:lnTo>
                    <a:pt x="8290" y="13722"/>
                  </a:lnTo>
                  <a:lnTo>
                    <a:pt x="8020" y="13681"/>
                  </a:lnTo>
                  <a:lnTo>
                    <a:pt x="7750" y="13635"/>
                  </a:lnTo>
                  <a:lnTo>
                    <a:pt x="7419" y="13594"/>
                  </a:lnTo>
                  <a:lnTo>
                    <a:pt x="7089" y="13553"/>
                  </a:lnTo>
                  <a:lnTo>
                    <a:pt x="6729" y="13518"/>
                  </a:lnTo>
                  <a:lnTo>
                    <a:pt x="6338" y="13487"/>
                  </a:lnTo>
                  <a:lnTo>
                    <a:pt x="5918" y="13456"/>
                  </a:lnTo>
                  <a:lnTo>
                    <a:pt x="5467" y="13426"/>
                  </a:lnTo>
                  <a:lnTo>
                    <a:pt x="4987" y="13405"/>
                  </a:lnTo>
                  <a:lnTo>
                    <a:pt x="4476" y="13385"/>
                  </a:lnTo>
                  <a:lnTo>
                    <a:pt x="3905" y="13370"/>
                  </a:lnTo>
                  <a:lnTo>
                    <a:pt x="3335" y="13359"/>
                  </a:lnTo>
                  <a:lnTo>
                    <a:pt x="2704" y="13349"/>
                  </a:lnTo>
                  <a:lnTo>
                    <a:pt x="2704" y="13349"/>
                  </a:lnTo>
                  <a:lnTo>
                    <a:pt x="2193" y="13161"/>
                  </a:lnTo>
                  <a:lnTo>
                    <a:pt x="1713" y="12962"/>
                  </a:lnTo>
                  <a:lnTo>
                    <a:pt x="1292" y="12758"/>
                  </a:lnTo>
                  <a:lnTo>
                    <a:pt x="932" y="12548"/>
                  </a:lnTo>
                  <a:lnTo>
                    <a:pt x="632" y="12339"/>
                  </a:lnTo>
                  <a:lnTo>
                    <a:pt x="361" y="12125"/>
                  </a:lnTo>
                  <a:lnTo>
                    <a:pt x="151" y="11906"/>
                  </a:lnTo>
                  <a:lnTo>
                    <a:pt x="1" y="11686"/>
                  </a:lnTo>
                  <a:lnTo>
                    <a:pt x="1" y="10345"/>
                  </a:lnTo>
                  <a:lnTo>
                    <a:pt x="1" y="6066"/>
                  </a:lnTo>
                  <a:lnTo>
                    <a:pt x="1" y="4750"/>
                  </a:lnTo>
                  <a:lnTo>
                    <a:pt x="1" y="4750"/>
                  </a:lnTo>
                  <a:lnTo>
                    <a:pt x="181" y="4469"/>
                  </a:lnTo>
                  <a:lnTo>
                    <a:pt x="391" y="4199"/>
                  </a:lnTo>
                  <a:lnTo>
                    <a:pt x="692" y="3928"/>
                  </a:lnTo>
                  <a:lnTo>
                    <a:pt x="1052" y="3663"/>
                  </a:lnTo>
                  <a:lnTo>
                    <a:pt x="1442" y="3408"/>
                  </a:lnTo>
                  <a:lnTo>
                    <a:pt x="1863" y="3153"/>
                  </a:lnTo>
                  <a:lnTo>
                    <a:pt x="2344" y="2908"/>
                  </a:lnTo>
                  <a:lnTo>
                    <a:pt x="2884" y="2674"/>
                  </a:lnTo>
                  <a:lnTo>
                    <a:pt x="3455" y="2449"/>
                  </a:lnTo>
                  <a:lnTo>
                    <a:pt x="4055" y="2235"/>
                  </a:lnTo>
                  <a:lnTo>
                    <a:pt x="4716" y="2031"/>
                  </a:lnTo>
                  <a:lnTo>
                    <a:pt x="5377" y="1842"/>
                  </a:lnTo>
                  <a:lnTo>
                    <a:pt x="6098" y="1664"/>
                  </a:lnTo>
                  <a:lnTo>
                    <a:pt x="6458" y="1577"/>
                  </a:lnTo>
                  <a:lnTo>
                    <a:pt x="6819" y="1500"/>
                  </a:lnTo>
                  <a:lnTo>
                    <a:pt x="7209" y="1424"/>
                  </a:lnTo>
                  <a:lnTo>
                    <a:pt x="7570" y="1353"/>
                  </a:lnTo>
                  <a:lnTo>
                    <a:pt x="7960" y="1281"/>
                  </a:lnTo>
                  <a:lnTo>
                    <a:pt x="8350" y="1215"/>
                  </a:lnTo>
                  <a:lnTo>
                    <a:pt x="8350" y="1215"/>
                  </a:lnTo>
                  <a:lnTo>
                    <a:pt x="8891" y="1138"/>
                  </a:lnTo>
                  <a:lnTo>
                    <a:pt x="9402" y="1062"/>
                  </a:lnTo>
                  <a:lnTo>
                    <a:pt x="10453" y="919"/>
                  </a:lnTo>
                  <a:lnTo>
                    <a:pt x="11564" y="786"/>
                  </a:lnTo>
                  <a:lnTo>
                    <a:pt x="12675" y="664"/>
                  </a:lnTo>
                  <a:lnTo>
                    <a:pt x="13817" y="557"/>
                  </a:lnTo>
                  <a:lnTo>
                    <a:pt x="14988" y="455"/>
                  </a:lnTo>
                  <a:lnTo>
                    <a:pt x="16189" y="368"/>
                  </a:lnTo>
                  <a:lnTo>
                    <a:pt x="17391" y="287"/>
                  </a:lnTo>
                  <a:lnTo>
                    <a:pt x="18622" y="220"/>
                  </a:lnTo>
                  <a:lnTo>
                    <a:pt x="19854" y="159"/>
                  </a:lnTo>
                  <a:lnTo>
                    <a:pt x="21115" y="113"/>
                  </a:lnTo>
                  <a:lnTo>
                    <a:pt x="22377" y="72"/>
                  </a:lnTo>
                  <a:lnTo>
                    <a:pt x="23668" y="42"/>
                  </a:lnTo>
                  <a:lnTo>
                    <a:pt x="24960" y="21"/>
                  </a:lnTo>
                  <a:lnTo>
                    <a:pt x="26251" y="6"/>
                  </a:lnTo>
                  <a:lnTo>
                    <a:pt x="275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80"/>
            <p:cNvSpPr/>
            <p:nvPr/>
          </p:nvSpPr>
          <p:spPr>
            <a:xfrm flipH="1">
              <a:off x="4359106" y="4890575"/>
              <a:ext cx="64698" cy="62875"/>
            </a:xfrm>
            <a:custGeom>
              <a:avLst/>
              <a:gdLst/>
              <a:ahLst/>
              <a:cxnLst/>
              <a:rect l="l" t="t" r="r" b="b"/>
              <a:pathLst>
                <a:path w="15259" h="2515" extrusionOk="0">
                  <a:moveTo>
                    <a:pt x="7389" y="0"/>
                  </a:moveTo>
                  <a:lnTo>
                    <a:pt x="6759" y="5"/>
                  </a:lnTo>
                  <a:lnTo>
                    <a:pt x="6188" y="10"/>
                  </a:lnTo>
                  <a:lnTo>
                    <a:pt x="5647" y="26"/>
                  </a:lnTo>
                  <a:lnTo>
                    <a:pt x="5107" y="41"/>
                  </a:lnTo>
                  <a:lnTo>
                    <a:pt x="4626" y="67"/>
                  </a:lnTo>
                  <a:lnTo>
                    <a:pt x="4176" y="92"/>
                  </a:lnTo>
                  <a:lnTo>
                    <a:pt x="3725" y="123"/>
                  </a:lnTo>
                  <a:lnTo>
                    <a:pt x="3335" y="158"/>
                  </a:lnTo>
                  <a:lnTo>
                    <a:pt x="2974" y="199"/>
                  </a:lnTo>
                  <a:lnTo>
                    <a:pt x="2614" y="240"/>
                  </a:lnTo>
                  <a:lnTo>
                    <a:pt x="2313" y="286"/>
                  </a:lnTo>
                  <a:lnTo>
                    <a:pt x="2013" y="332"/>
                  </a:lnTo>
                  <a:lnTo>
                    <a:pt x="1743" y="383"/>
                  </a:lnTo>
                  <a:lnTo>
                    <a:pt x="1503" y="434"/>
                  </a:lnTo>
                  <a:lnTo>
                    <a:pt x="1262" y="485"/>
                  </a:lnTo>
                  <a:lnTo>
                    <a:pt x="1052" y="541"/>
                  </a:lnTo>
                  <a:lnTo>
                    <a:pt x="872" y="597"/>
                  </a:lnTo>
                  <a:lnTo>
                    <a:pt x="722" y="658"/>
                  </a:lnTo>
                  <a:lnTo>
                    <a:pt x="571" y="714"/>
                  </a:lnTo>
                  <a:lnTo>
                    <a:pt x="451" y="776"/>
                  </a:lnTo>
                  <a:lnTo>
                    <a:pt x="241" y="893"/>
                  </a:lnTo>
                  <a:lnTo>
                    <a:pt x="121" y="1010"/>
                  </a:lnTo>
                  <a:lnTo>
                    <a:pt x="31" y="1128"/>
                  </a:lnTo>
                  <a:lnTo>
                    <a:pt x="1" y="1235"/>
                  </a:lnTo>
                  <a:lnTo>
                    <a:pt x="1" y="1337"/>
                  </a:lnTo>
                  <a:lnTo>
                    <a:pt x="31" y="1423"/>
                  </a:lnTo>
                  <a:lnTo>
                    <a:pt x="91" y="1515"/>
                  </a:lnTo>
                  <a:lnTo>
                    <a:pt x="181" y="1602"/>
                  </a:lnTo>
                  <a:lnTo>
                    <a:pt x="301" y="1694"/>
                  </a:lnTo>
                  <a:lnTo>
                    <a:pt x="451" y="1786"/>
                  </a:lnTo>
                  <a:lnTo>
                    <a:pt x="631" y="1872"/>
                  </a:lnTo>
                  <a:lnTo>
                    <a:pt x="872" y="1964"/>
                  </a:lnTo>
                  <a:lnTo>
                    <a:pt x="1142" y="2051"/>
                  </a:lnTo>
                  <a:lnTo>
                    <a:pt x="1503" y="2127"/>
                  </a:lnTo>
                  <a:lnTo>
                    <a:pt x="1683" y="2168"/>
                  </a:lnTo>
                  <a:lnTo>
                    <a:pt x="1893" y="2204"/>
                  </a:lnTo>
                  <a:lnTo>
                    <a:pt x="2133" y="2245"/>
                  </a:lnTo>
                  <a:lnTo>
                    <a:pt x="2404" y="2275"/>
                  </a:lnTo>
                  <a:lnTo>
                    <a:pt x="2674" y="2311"/>
                  </a:lnTo>
                  <a:lnTo>
                    <a:pt x="2944" y="2341"/>
                  </a:lnTo>
                  <a:lnTo>
                    <a:pt x="3275" y="2367"/>
                  </a:lnTo>
                  <a:lnTo>
                    <a:pt x="3605" y="2398"/>
                  </a:lnTo>
                  <a:lnTo>
                    <a:pt x="3965" y="2418"/>
                  </a:lnTo>
                  <a:lnTo>
                    <a:pt x="4356" y="2444"/>
                  </a:lnTo>
                  <a:lnTo>
                    <a:pt x="4776" y="2459"/>
                  </a:lnTo>
                  <a:lnTo>
                    <a:pt x="5197" y="2479"/>
                  </a:lnTo>
                  <a:lnTo>
                    <a:pt x="5677" y="2489"/>
                  </a:lnTo>
                  <a:lnTo>
                    <a:pt x="6158" y="2505"/>
                  </a:lnTo>
                  <a:lnTo>
                    <a:pt x="6668" y="2510"/>
                  </a:lnTo>
                  <a:lnTo>
                    <a:pt x="7209" y="2515"/>
                  </a:lnTo>
                  <a:lnTo>
                    <a:pt x="8050" y="2515"/>
                  </a:lnTo>
                  <a:lnTo>
                    <a:pt x="8531" y="2510"/>
                  </a:lnTo>
                  <a:lnTo>
                    <a:pt x="8951" y="2500"/>
                  </a:lnTo>
                  <a:lnTo>
                    <a:pt x="9402" y="2489"/>
                  </a:lnTo>
                  <a:lnTo>
                    <a:pt x="9792" y="2474"/>
                  </a:lnTo>
                  <a:lnTo>
                    <a:pt x="10183" y="2454"/>
                  </a:lnTo>
                  <a:lnTo>
                    <a:pt x="10573" y="2433"/>
                  </a:lnTo>
                  <a:lnTo>
                    <a:pt x="10903" y="2408"/>
                  </a:lnTo>
                  <a:lnTo>
                    <a:pt x="11264" y="2382"/>
                  </a:lnTo>
                  <a:lnTo>
                    <a:pt x="11594" y="2352"/>
                  </a:lnTo>
                  <a:lnTo>
                    <a:pt x="11895" y="2321"/>
                  </a:lnTo>
                  <a:lnTo>
                    <a:pt x="12195" y="2290"/>
                  </a:lnTo>
                  <a:lnTo>
                    <a:pt x="12735" y="2219"/>
                  </a:lnTo>
                  <a:lnTo>
                    <a:pt x="13216" y="2137"/>
                  </a:lnTo>
                  <a:lnTo>
                    <a:pt x="13637" y="2056"/>
                  </a:lnTo>
                  <a:lnTo>
                    <a:pt x="14027" y="1969"/>
                  </a:lnTo>
                  <a:lnTo>
                    <a:pt x="14357" y="1877"/>
                  </a:lnTo>
                  <a:lnTo>
                    <a:pt x="14628" y="1786"/>
                  </a:lnTo>
                  <a:lnTo>
                    <a:pt x="14838" y="1694"/>
                  </a:lnTo>
                  <a:lnTo>
                    <a:pt x="15018" y="1607"/>
                  </a:lnTo>
                  <a:lnTo>
                    <a:pt x="15168" y="1515"/>
                  </a:lnTo>
                  <a:lnTo>
                    <a:pt x="15258" y="1434"/>
                  </a:lnTo>
                  <a:lnTo>
                    <a:pt x="14658" y="1362"/>
                  </a:lnTo>
                  <a:lnTo>
                    <a:pt x="14057" y="1291"/>
                  </a:lnTo>
                  <a:lnTo>
                    <a:pt x="13516" y="1214"/>
                  </a:lnTo>
                  <a:lnTo>
                    <a:pt x="12976" y="1138"/>
                  </a:lnTo>
                  <a:lnTo>
                    <a:pt x="12435" y="1056"/>
                  </a:lnTo>
                  <a:lnTo>
                    <a:pt x="11955" y="975"/>
                  </a:lnTo>
                  <a:lnTo>
                    <a:pt x="11474" y="888"/>
                  </a:lnTo>
                  <a:lnTo>
                    <a:pt x="10993" y="796"/>
                  </a:lnTo>
                  <a:lnTo>
                    <a:pt x="10543" y="709"/>
                  </a:lnTo>
                  <a:lnTo>
                    <a:pt x="10122" y="612"/>
                  </a:lnTo>
                  <a:lnTo>
                    <a:pt x="9702" y="515"/>
                  </a:lnTo>
                  <a:lnTo>
                    <a:pt x="9312" y="419"/>
                  </a:lnTo>
                  <a:lnTo>
                    <a:pt x="8951" y="317"/>
                  </a:lnTo>
                  <a:lnTo>
                    <a:pt x="8591" y="215"/>
                  </a:lnTo>
                  <a:lnTo>
                    <a:pt x="8260" y="107"/>
                  </a:lnTo>
                  <a:lnTo>
                    <a:pt x="7930" y="0"/>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80"/>
            <p:cNvSpPr/>
            <p:nvPr/>
          </p:nvSpPr>
          <p:spPr>
            <a:xfrm flipH="1">
              <a:off x="4359106" y="4890575"/>
              <a:ext cx="64698" cy="62875"/>
            </a:xfrm>
            <a:custGeom>
              <a:avLst/>
              <a:gdLst/>
              <a:ahLst/>
              <a:cxnLst/>
              <a:rect l="l" t="t" r="r" b="b"/>
              <a:pathLst>
                <a:path w="15259" h="2515" fill="none" extrusionOk="0">
                  <a:moveTo>
                    <a:pt x="7389" y="0"/>
                  </a:moveTo>
                  <a:lnTo>
                    <a:pt x="7389" y="0"/>
                  </a:lnTo>
                  <a:lnTo>
                    <a:pt x="7660" y="0"/>
                  </a:lnTo>
                  <a:lnTo>
                    <a:pt x="7660" y="0"/>
                  </a:lnTo>
                  <a:lnTo>
                    <a:pt x="7930" y="0"/>
                  </a:lnTo>
                  <a:lnTo>
                    <a:pt x="7930" y="0"/>
                  </a:lnTo>
                  <a:lnTo>
                    <a:pt x="8260" y="107"/>
                  </a:lnTo>
                  <a:lnTo>
                    <a:pt x="8591" y="215"/>
                  </a:lnTo>
                  <a:lnTo>
                    <a:pt x="8951" y="317"/>
                  </a:lnTo>
                  <a:lnTo>
                    <a:pt x="9312" y="419"/>
                  </a:lnTo>
                  <a:lnTo>
                    <a:pt x="9702" y="515"/>
                  </a:lnTo>
                  <a:lnTo>
                    <a:pt x="10122" y="612"/>
                  </a:lnTo>
                  <a:lnTo>
                    <a:pt x="10543" y="709"/>
                  </a:lnTo>
                  <a:lnTo>
                    <a:pt x="10993" y="796"/>
                  </a:lnTo>
                  <a:lnTo>
                    <a:pt x="11474" y="888"/>
                  </a:lnTo>
                  <a:lnTo>
                    <a:pt x="11955" y="975"/>
                  </a:lnTo>
                  <a:lnTo>
                    <a:pt x="12435" y="1056"/>
                  </a:lnTo>
                  <a:lnTo>
                    <a:pt x="12976" y="1138"/>
                  </a:lnTo>
                  <a:lnTo>
                    <a:pt x="13516" y="1214"/>
                  </a:lnTo>
                  <a:lnTo>
                    <a:pt x="14057" y="1291"/>
                  </a:lnTo>
                  <a:lnTo>
                    <a:pt x="14658" y="1362"/>
                  </a:lnTo>
                  <a:lnTo>
                    <a:pt x="15258" y="1434"/>
                  </a:lnTo>
                  <a:lnTo>
                    <a:pt x="15258" y="1434"/>
                  </a:lnTo>
                  <a:lnTo>
                    <a:pt x="15168" y="1515"/>
                  </a:lnTo>
                  <a:lnTo>
                    <a:pt x="15018" y="1607"/>
                  </a:lnTo>
                  <a:lnTo>
                    <a:pt x="14838" y="1694"/>
                  </a:lnTo>
                  <a:lnTo>
                    <a:pt x="14628" y="1786"/>
                  </a:lnTo>
                  <a:lnTo>
                    <a:pt x="14357" y="1877"/>
                  </a:lnTo>
                  <a:lnTo>
                    <a:pt x="14027" y="1969"/>
                  </a:lnTo>
                  <a:lnTo>
                    <a:pt x="13637" y="2056"/>
                  </a:lnTo>
                  <a:lnTo>
                    <a:pt x="13216" y="2137"/>
                  </a:lnTo>
                  <a:lnTo>
                    <a:pt x="12735" y="2219"/>
                  </a:lnTo>
                  <a:lnTo>
                    <a:pt x="12195" y="2290"/>
                  </a:lnTo>
                  <a:lnTo>
                    <a:pt x="11895" y="2321"/>
                  </a:lnTo>
                  <a:lnTo>
                    <a:pt x="11594" y="2352"/>
                  </a:lnTo>
                  <a:lnTo>
                    <a:pt x="11264" y="2382"/>
                  </a:lnTo>
                  <a:lnTo>
                    <a:pt x="10903" y="2408"/>
                  </a:lnTo>
                  <a:lnTo>
                    <a:pt x="10573" y="2433"/>
                  </a:lnTo>
                  <a:lnTo>
                    <a:pt x="10183" y="2454"/>
                  </a:lnTo>
                  <a:lnTo>
                    <a:pt x="9792" y="2474"/>
                  </a:lnTo>
                  <a:lnTo>
                    <a:pt x="9402" y="2489"/>
                  </a:lnTo>
                  <a:lnTo>
                    <a:pt x="8951" y="2500"/>
                  </a:lnTo>
                  <a:lnTo>
                    <a:pt x="8531" y="2510"/>
                  </a:lnTo>
                  <a:lnTo>
                    <a:pt x="8050" y="2515"/>
                  </a:lnTo>
                  <a:lnTo>
                    <a:pt x="7600" y="2515"/>
                  </a:lnTo>
                  <a:lnTo>
                    <a:pt x="7600" y="2515"/>
                  </a:lnTo>
                  <a:lnTo>
                    <a:pt x="7209" y="2515"/>
                  </a:lnTo>
                  <a:lnTo>
                    <a:pt x="7209" y="2515"/>
                  </a:lnTo>
                  <a:lnTo>
                    <a:pt x="6668" y="2510"/>
                  </a:lnTo>
                  <a:lnTo>
                    <a:pt x="6158" y="2505"/>
                  </a:lnTo>
                  <a:lnTo>
                    <a:pt x="5677" y="2489"/>
                  </a:lnTo>
                  <a:lnTo>
                    <a:pt x="5197" y="2479"/>
                  </a:lnTo>
                  <a:lnTo>
                    <a:pt x="4776" y="2459"/>
                  </a:lnTo>
                  <a:lnTo>
                    <a:pt x="4356" y="2444"/>
                  </a:lnTo>
                  <a:lnTo>
                    <a:pt x="3965" y="2418"/>
                  </a:lnTo>
                  <a:lnTo>
                    <a:pt x="3605" y="2398"/>
                  </a:lnTo>
                  <a:lnTo>
                    <a:pt x="3275" y="2367"/>
                  </a:lnTo>
                  <a:lnTo>
                    <a:pt x="2944" y="2341"/>
                  </a:lnTo>
                  <a:lnTo>
                    <a:pt x="2674" y="2311"/>
                  </a:lnTo>
                  <a:lnTo>
                    <a:pt x="2404" y="2275"/>
                  </a:lnTo>
                  <a:lnTo>
                    <a:pt x="2133" y="2245"/>
                  </a:lnTo>
                  <a:lnTo>
                    <a:pt x="1893" y="2204"/>
                  </a:lnTo>
                  <a:lnTo>
                    <a:pt x="1683" y="2168"/>
                  </a:lnTo>
                  <a:lnTo>
                    <a:pt x="1503" y="2127"/>
                  </a:lnTo>
                  <a:lnTo>
                    <a:pt x="1142" y="2051"/>
                  </a:lnTo>
                  <a:lnTo>
                    <a:pt x="872" y="1964"/>
                  </a:lnTo>
                  <a:lnTo>
                    <a:pt x="631" y="1872"/>
                  </a:lnTo>
                  <a:lnTo>
                    <a:pt x="451" y="1786"/>
                  </a:lnTo>
                  <a:lnTo>
                    <a:pt x="301" y="1694"/>
                  </a:lnTo>
                  <a:lnTo>
                    <a:pt x="181" y="1602"/>
                  </a:lnTo>
                  <a:lnTo>
                    <a:pt x="91" y="1515"/>
                  </a:lnTo>
                  <a:lnTo>
                    <a:pt x="31" y="1423"/>
                  </a:lnTo>
                  <a:lnTo>
                    <a:pt x="31" y="1423"/>
                  </a:lnTo>
                  <a:lnTo>
                    <a:pt x="1" y="1337"/>
                  </a:lnTo>
                  <a:lnTo>
                    <a:pt x="1" y="1235"/>
                  </a:lnTo>
                  <a:lnTo>
                    <a:pt x="31" y="1128"/>
                  </a:lnTo>
                  <a:lnTo>
                    <a:pt x="121" y="1010"/>
                  </a:lnTo>
                  <a:lnTo>
                    <a:pt x="241" y="893"/>
                  </a:lnTo>
                  <a:lnTo>
                    <a:pt x="451" y="776"/>
                  </a:lnTo>
                  <a:lnTo>
                    <a:pt x="571" y="714"/>
                  </a:lnTo>
                  <a:lnTo>
                    <a:pt x="722" y="658"/>
                  </a:lnTo>
                  <a:lnTo>
                    <a:pt x="872" y="597"/>
                  </a:lnTo>
                  <a:lnTo>
                    <a:pt x="1052" y="541"/>
                  </a:lnTo>
                  <a:lnTo>
                    <a:pt x="1262" y="485"/>
                  </a:lnTo>
                  <a:lnTo>
                    <a:pt x="1503" y="434"/>
                  </a:lnTo>
                  <a:lnTo>
                    <a:pt x="1743" y="383"/>
                  </a:lnTo>
                  <a:lnTo>
                    <a:pt x="2013" y="332"/>
                  </a:lnTo>
                  <a:lnTo>
                    <a:pt x="2313" y="286"/>
                  </a:lnTo>
                  <a:lnTo>
                    <a:pt x="2614" y="240"/>
                  </a:lnTo>
                  <a:lnTo>
                    <a:pt x="2974" y="199"/>
                  </a:lnTo>
                  <a:lnTo>
                    <a:pt x="3335" y="158"/>
                  </a:lnTo>
                  <a:lnTo>
                    <a:pt x="3725" y="123"/>
                  </a:lnTo>
                  <a:lnTo>
                    <a:pt x="4176" y="92"/>
                  </a:lnTo>
                  <a:lnTo>
                    <a:pt x="4626" y="67"/>
                  </a:lnTo>
                  <a:lnTo>
                    <a:pt x="5107" y="41"/>
                  </a:lnTo>
                  <a:lnTo>
                    <a:pt x="5647" y="26"/>
                  </a:lnTo>
                  <a:lnTo>
                    <a:pt x="6188" y="10"/>
                  </a:lnTo>
                  <a:lnTo>
                    <a:pt x="6759" y="5"/>
                  </a:lnTo>
                  <a:lnTo>
                    <a:pt x="738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80"/>
            <p:cNvSpPr/>
            <p:nvPr/>
          </p:nvSpPr>
          <p:spPr>
            <a:xfrm flipH="1">
              <a:off x="4358851" y="4890575"/>
              <a:ext cx="31334" cy="35850"/>
            </a:xfrm>
            <a:custGeom>
              <a:avLst/>
              <a:gdLst/>
              <a:ahLst/>
              <a:cxnLst/>
              <a:rect l="l" t="t" r="r" b="b"/>
              <a:pathLst>
                <a:path w="7390" h="1434" extrusionOk="0">
                  <a:moveTo>
                    <a:pt x="1" y="0"/>
                  </a:moveTo>
                  <a:lnTo>
                    <a:pt x="331" y="107"/>
                  </a:lnTo>
                  <a:lnTo>
                    <a:pt x="662" y="215"/>
                  </a:lnTo>
                  <a:lnTo>
                    <a:pt x="1022" y="317"/>
                  </a:lnTo>
                  <a:lnTo>
                    <a:pt x="1383" y="419"/>
                  </a:lnTo>
                  <a:lnTo>
                    <a:pt x="1773" y="515"/>
                  </a:lnTo>
                  <a:lnTo>
                    <a:pt x="2193" y="612"/>
                  </a:lnTo>
                  <a:lnTo>
                    <a:pt x="2614" y="709"/>
                  </a:lnTo>
                  <a:lnTo>
                    <a:pt x="3064" y="796"/>
                  </a:lnTo>
                  <a:lnTo>
                    <a:pt x="3545" y="888"/>
                  </a:lnTo>
                  <a:lnTo>
                    <a:pt x="4026" y="975"/>
                  </a:lnTo>
                  <a:lnTo>
                    <a:pt x="4506" y="1056"/>
                  </a:lnTo>
                  <a:lnTo>
                    <a:pt x="5047" y="1138"/>
                  </a:lnTo>
                  <a:lnTo>
                    <a:pt x="5587" y="1214"/>
                  </a:lnTo>
                  <a:lnTo>
                    <a:pt x="6128" y="1291"/>
                  </a:lnTo>
                  <a:lnTo>
                    <a:pt x="6729" y="1362"/>
                  </a:lnTo>
                  <a:lnTo>
                    <a:pt x="7329" y="1434"/>
                  </a:lnTo>
                  <a:lnTo>
                    <a:pt x="7359" y="1367"/>
                  </a:lnTo>
                  <a:lnTo>
                    <a:pt x="7389" y="1306"/>
                  </a:lnTo>
                  <a:lnTo>
                    <a:pt x="7359" y="1224"/>
                  </a:lnTo>
                  <a:lnTo>
                    <a:pt x="7359" y="1138"/>
                  </a:lnTo>
                  <a:lnTo>
                    <a:pt x="7299" y="1041"/>
                  </a:lnTo>
                  <a:lnTo>
                    <a:pt x="7179" y="939"/>
                  </a:lnTo>
                  <a:lnTo>
                    <a:pt x="7059" y="837"/>
                  </a:lnTo>
                  <a:lnTo>
                    <a:pt x="6849" y="730"/>
                  </a:lnTo>
                  <a:lnTo>
                    <a:pt x="6579" y="623"/>
                  </a:lnTo>
                  <a:lnTo>
                    <a:pt x="6428" y="572"/>
                  </a:lnTo>
                  <a:lnTo>
                    <a:pt x="6248" y="521"/>
                  </a:lnTo>
                  <a:lnTo>
                    <a:pt x="6038" y="470"/>
                  </a:lnTo>
                  <a:lnTo>
                    <a:pt x="5828" y="424"/>
                  </a:lnTo>
                  <a:lnTo>
                    <a:pt x="5587" y="373"/>
                  </a:lnTo>
                  <a:lnTo>
                    <a:pt x="5317" y="332"/>
                  </a:lnTo>
                  <a:lnTo>
                    <a:pt x="5047" y="286"/>
                  </a:lnTo>
                  <a:lnTo>
                    <a:pt x="4716" y="245"/>
                  </a:lnTo>
                  <a:lnTo>
                    <a:pt x="4386" y="204"/>
                  </a:lnTo>
                  <a:lnTo>
                    <a:pt x="4026" y="169"/>
                  </a:lnTo>
                  <a:lnTo>
                    <a:pt x="3635" y="138"/>
                  </a:lnTo>
                  <a:lnTo>
                    <a:pt x="3215" y="107"/>
                  </a:lnTo>
                  <a:lnTo>
                    <a:pt x="2764" y="77"/>
                  </a:lnTo>
                  <a:lnTo>
                    <a:pt x="2284" y="56"/>
                  </a:lnTo>
                  <a:lnTo>
                    <a:pt x="1773" y="36"/>
                  </a:lnTo>
                  <a:lnTo>
                    <a:pt x="1202" y="21"/>
                  </a:lnTo>
                  <a:lnTo>
                    <a:pt x="632" y="10"/>
                  </a:lnTo>
                  <a:lnTo>
                    <a:pt x="1" y="0"/>
                  </a:lnTo>
                  <a:close/>
                </a:path>
              </a:pathLst>
            </a:custGeom>
            <a:solidFill>
              <a:srgbClr val="FF3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80"/>
            <p:cNvSpPr/>
            <p:nvPr/>
          </p:nvSpPr>
          <p:spPr>
            <a:xfrm flipH="1">
              <a:off x="4358851" y="4890575"/>
              <a:ext cx="31334" cy="35850"/>
            </a:xfrm>
            <a:custGeom>
              <a:avLst/>
              <a:gdLst/>
              <a:ahLst/>
              <a:cxnLst/>
              <a:rect l="l" t="t" r="r" b="b"/>
              <a:pathLst>
                <a:path w="7390" h="1434" fill="none" extrusionOk="0">
                  <a:moveTo>
                    <a:pt x="1" y="0"/>
                  </a:moveTo>
                  <a:lnTo>
                    <a:pt x="1" y="0"/>
                  </a:lnTo>
                  <a:lnTo>
                    <a:pt x="632" y="10"/>
                  </a:lnTo>
                  <a:lnTo>
                    <a:pt x="1202" y="21"/>
                  </a:lnTo>
                  <a:lnTo>
                    <a:pt x="1773" y="36"/>
                  </a:lnTo>
                  <a:lnTo>
                    <a:pt x="2284" y="56"/>
                  </a:lnTo>
                  <a:lnTo>
                    <a:pt x="2764" y="77"/>
                  </a:lnTo>
                  <a:lnTo>
                    <a:pt x="3215" y="107"/>
                  </a:lnTo>
                  <a:lnTo>
                    <a:pt x="3635" y="138"/>
                  </a:lnTo>
                  <a:lnTo>
                    <a:pt x="4026" y="169"/>
                  </a:lnTo>
                  <a:lnTo>
                    <a:pt x="4386" y="204"/>
                  </a:lnTo>
                  <a:lnTo>
                    <a:pt x="4716" y="245"/>
                  </a:lnTo>
                  <a:lnTo>
                    <a:pt x="5047" y="286"/>
                  </a:lnTo>
                  <a:lnTo>
                    <a:pt x="5317" y="332"/>
                  </a:lnTo>
                  <a:lnTo>
                    <a:pt x="5587" y="373"/>
                  </a:lnTo>
                  <a:lnTo>
                    <a:pt x="5828" y="424"/>
                  </a:lnTo>
                  <a:lnTo>
                    <a:pt x="6038" y="470"/>
                  </a:lnTo>
                  <a:lnTo>
                    <a:pt x="6248" y="521"/>
                  </a:lnTo>
                  <a:lnTo>
                    <a:pt x="6428" y="572"/>
                  </a:lnTo>
                  <a:lnTo>
                    <a:pt x="6579" y="623"/>
                  </a:lnTo>
                  <a:lnTo>
                    <a:pt x="6849" y="730"/>
                  </a:lnTo>
                  <a:lnTo>
                    <a:pt x="7059" y="837"/>
                  </a:lnTo>
                  <a:lnTo>
                    <a:pt x="7179" y="939"/>
                  </a:lnTo>
                  <a:lnTo>
                    <a:pt x="7299" y="1041"/>
                  </a:lnTo>
                  <a:lnTo>
                    <a:pt x="7359" y="1138"/>
                  </a:lnTo>
                  <a:lnTo>
                    <a:pt x="7359" y="1224"/>
                  </a:lnTo>
                  <a:lnTo>
                    <a:pt x="7389" y="1306"/>
                  </a:lnTo>
                  <a:lnTo>
                    <a:pt x="7389" y="1306"/>
                  </a:lnTo>
                  <a:lnTo>
                    <a:pt x="7359" y="1367"/>
                  </a:lnTo>
                  <a:lnTo>
                    <a:pt x="7329" y="1434"/>
                  </a:lnTo>
                  <a:lnTo>
                    <a:pt x="7329" y="1434"/>
                  </a:lnTo>
                  <a:lnTo>
                    <a:pt x="6729" y="1362"/>
                  </a:lnTo>
                  <a:lnTo>
                    <a:pt x="6128" y="1291"/>
                  </a:lnTo>
                  <a:lnTo>
                    <a:pt x="5587" y="1214"/>
                  </a:lnTo>
                  <a:lnTo>
                    <a:pt x="5047" y="1138"/>
                  </a:lnTo>
                  <a:lnTo>
                    <a:pt x="4506" y="1056"/>
                  </a:lnTo>
                  <a:lnTo>
                    <a:pt x="4026" y="975"/>
                  </a:lnTo>
                  <a:lnTo>
                    <a:pt x="3545" y="888"/>
                  </a:lnTo>
                  <a:lnTo>
                    <a:pt x="3064" y="796"/>
                  </a:lnTo>
                  <a:lnTo>
                    <a:pt x="2614" y="709"/>
                  </a:lnTo>
                  <a:lnTo>
                    <a:pt x="2193" y="612"/>
                  </a:lnTo>
                  <a:lnTo>
                    <a:pt x="1773" y="515"/>
                  </a:lnTo>
                  <a:lnTo>
                    <a:pt x="1383" y="419"/>
                  </a:lnTo>
                  <a:lnTo>
                    <a:pt x="1022" y="317"/>
                  </a:lnTo>
                  <a:lnTo>
                    <a:pt x="662" y="215"/>
                  </a:lnTo>
                  <a:lnTo>
                    <a:pt x="331" y="107"/>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80"/>
            <p:cNvSpPr/>
            <p:nvPr/>
          </p:nvSpPr>
          <p:spPr>
            <a:xfrm flipH="1">
              <a:off x="4384703" y="4914425"/>
              <a:ext cx="16176" cy="14800"/>
            </a:xfrm>
            <a:custGeom>
              <a:avLst/>
              <a:gdLst/>
              <a:ahLst/>
              <a:cxnLst/>
              <a:rect l="l" t="t" r="r" b="b"/>
              <a:pathLst>
                <a:path w="3815" h="592" extrusionOk="0">
                  <a:moveTo>
                    <a:pt x="420" y="0"/>
                  </a:moveTo>
                  <a:lnTo>
                    <a:pt x="240" y="61"/>
                  </a:lnTo>
                  <a:lnTo>
                    <a:pt x="90" y="117"/>
                  </a:lnTo>
                  <a:lnTo>
                    <a:pt x="30" y="174"/>
                  </a:lnTo>
                  <a:lnTo>
                    <a:pt x="0" y="235"/>
                  </a:lnTo>
                  <a:lnTo>
                    <a:pt x="0" y="281"/>
                  </a:lnTo>
                  <a:lnTo>
                    <a:pt x="60" y="332"/>
                  </a:lnTo>
                  <a:lnTo>
                    <a:pt x="150" y="378"/>
                  </a:lnTo>
                  <a:lnTo>
                    <a:pt x="300" y="423"/>
                  </a:lnTo>
                  <a:lnTo>
                    <a:pt x="481" y="469"/>
                  </a:lnTo>
                  <a:lnTo>
                    <a:pt x="691" y="515"/>
                  </a:lnTo>
                  <a:lnTo>
                    <a:pt x="931" y="556"/>
                  </a:lnTo>
                  <a:lnTo>
                    <a:pt x="1201" y="592"/>
                  </a:lnTo>
                  <a:lnTo>
                    <a:pt x="1742" y="541"/>
                  </a:lnTo>
                  <a:lnTo>
                    <a:pt x="1832" y="525"/>
                  </a:lnTo>
                  <a:lnTo>
                    <a:pt x="1862" y="505"/>
                  </a:lnTo>
                  <a:lnTo>
                    <a:pt x="1832" y="485"/>
                  </a:lnTo>
                  <a:lnTo>
                    <a:pt x="1772" y="469"/>
                  </a:lnTo>
                  <a:lnTo>
                    <a:pt x="1622" y="444"/>
                  </a:lnTo>
                  <a:lnTo>
                    <a:pt x="1502" y="403"/>
                  </a:lnTo>
                  <a:lnTo>
                    <a:pt x="1382" y="357"/>
                  </a:lnTo>
                  <a:lnTo>
                    <a:pt x="1352" y="327"/>
                  </a:lnTo>
                  <a:lnTo>
                    <a:pt x="1352" y="301"/>
                  </a:lnTo>
                  <a:lnTo>
                    <a:pt x="1352" y="265"/>
                  </a:lnTo>
                  <a:lnTo>
                    <a:pt x="1412" y="230"/>
                  </a:lnTo>
                  <a:lnTo>
                    <a:pt x="1502" y="189"/>
                  </a:lnTo>
                  <a:lnTo>
                    <a:pt x="1622" y="143"/>
                  </a:lnTo>
                  <a:lnTo>
                    <a:pt x="1682" y="133"/>
                  </a:lnTo>
                  <a:lnTo>
                    <a:pt x="1682" y="117"/>
                  </a:lnTo>
                  <a:lnTo>
                    <a:pt x="1682" y="102"/>
                  </a:lnTo>
                  <a:lnTo>
                    <a:pt x="1622" y="87"/>
                  </a:lnTo>
                  <a:lnTo>
                    <a:pt x="1532" y="77"/>
                  </a:lnTo>
                  <a:lnTo>
                    <a:pt x="1442" y="66"/>
                  </a:lnTo>
                  <a:lnTo>
                    <a:pt x="420" y="0"/>
                  </a:lnTo>
                  <a:close/>
                  <a:moveTo>
                    <a:pt x="2373" y="0"/>
                  </a:moveTo>
                  <a:lnTo>
                    <a:pt x="2193" y="61"/>
                  </a:lnTo>
                  <a:lnTo>
                    <a:pt x="2072" y="117"/>
                  </a:lnTo>
                  <a:lnTo>
                    <a:pt x="1982" y="174"/>
                  </a:lnTo>
                  <a:lnTo>
                    <a:pt x="1952" y="235"/>
                  </a:lnTo>
                  <a:lnTo>
                    <a:pt x="1982" y="281"/>
                  </a:lnTo>
                  <a:lnTo>
                    <a:pt x="2042" y="332"/>
                  </a:lnTo>
                  <a:lnTo>
                    <a:pt x="2132" y="378"/>
                  </a:lnTo>
                  <a:lnTo>
                    <a:pt x="2253" y="423"/>
                  </a:lnTo>
                  <a:lnTo>
                    <a:pt x="2433" y="469"/>
                  </a:lnTo>
                  <a:lnTo>
                    <a:pt x="2643" y="515"/>
                  </a:lnTo>
                  <a:lnTo>
                    <a:pt x="2883" y="556"/>
                  </a:lnTo>
                  <a:lnTo>
                    <a:pt x="3154" y="592"/>
                  </a:lnTo>
                  <a:lnTo>
                    <a:pt x="3694" y="541"/>
                  </a:lnTo>
                  <a:lnTo>
                    <a:pt x="3784" y="525"/>
                  </a:lnTo>
                  <a:lnTo>
                    <a:pt x="3814" y="505"/>
                  </a:lnTo>
                  <a:lnTo>
                    <a:pt x="3784" y="485"/>
                  </a:lnTo>
                  <a:lnTo>
                    <a:pt x="3724" y="469"/>
                  </a:lnTo>
                  <a:lnTo>
                    <a:pt x="3604" y="444"/>
                  </a:lnTo>
                  <a:lnTo>
                    <a:pt x="3454" y="403"/>
                  </a:lnTo>
                  <a:lnTo>
                    <a:pt x="3334" y="357"/>
                  </a:lnTo>
                  <a:lnTo>
                    <a:pt x="3304" y="327"/>
                  </a:lnTo>
                  <a:lnTo>
                    <a:pt x="3304" y="301"/>
                  </a:lnTo>
                  <a:lnTo>
                    <a:pt x="3304" y="265"/>
                  </a:lnTo>
                  <a:lnTo>
                    <a:pt x="3364" y="230"/>
                  </a:lnTo>
                  <a:lnTo>
                    <a:pt x="3454" y="189"/>
                  </a:lnTo>
                  <a:lnTo>
                    <a:pt x="3604" y="143"/>
                  </a:lnTo>
                  <a:lnTo>
                    <a:pt x="3634" y="133"/>
                  </a:lnTo>
                  <a:lnTo>
                    <a:pt x="3634" y="117"/>
                  </a:lnTo>
                  <a:lnTo>
                    <a:pt x="3634" y="102"/>
                  </a:lnTo>
                  <a:lnTo>
                    <a:pt x="3574" y="87"/>
                  </a:lnTo>
                  <a:lnTo>
                    <a:pt x="3514" y="77"/>
                  </a:lnTo>
                  <a:lnTo>
                    <a:pt x="3394" y="66"/>
                  </a:lnTo>
                  <a:lnTo>
                    <a:pt x="237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80"/>
            <p:cNvSpPr/>
            <p:nvPr/>
          </p:nvSpPr>
          <p:spPr>
            <a:xfrm flipH="1">
              <a:off x="4140326" y="4545775"/>
              <a:ext cx="64948" cy="62625"/>
            </a:xfrm>
            <a:custGeom>
              <a:avLst/>
              <a:gdLst/>
              <a:ahLst/>
              <a:cxnLst/>
              <a:rect l="l" t="t" r="r" b="b"/>
              <a:pathLst>
                <a:path w="15318" h="2505" extrusionOk="0">
                  <a:moveTo>
                    <a:pt x="7209" y="0"/>
                  </a:moveTo>
                  <a:lnTo>
                    <a:pt x="6698" y="10"/>
                  </a:lnTo>
                  <a:lnTo>
                    <a:pt x="6217" y="21"/>
                  </a:lnTo>
                  <a:lnTo>
                    <a:pt x="5767" y="36"/>
                  </a:lnTo>
                  <a:lnTo>
                    <a:pt x="5316" y="51"/>
                  </a:lnTo>
                  <a:lnTo>
                    <a:pt x="4896" y="77"/>
                  </a:lnTo>
                  <a:lnTo>
                    <a:pt x="4505" y="102"/>
                  </a:lnTo>
                  <a:lnTo>
                    <a:pt x="4115" y="128"/>
                  </a:lnTo>
                  <a:lnTo>
                    <a:pt x="3755" y="158"/>
                  </a:lnTo>
                  <a:lnTo>
                    <a:pt x="3394" y="194"/>
                  </a:lnTo>
                  <a:lnTo>
                    <a:pt x="3094" y="230"/>
                  </a:lnTo>
                  <a:lnTo>
                    <a:pt x="2763" y="270"/>
                  </a:lnTo>
                  <a:lnTo>
                    <a:pt x="2493" y="311"/>
                  </a:lnTo>
                  <a:lnTo>
                    <a:pt x="2223" y="357"/>
                  </a:lnTo>
                  <a:lnTo>
                    <a:pt x="1953" y="398"/>
                  </a:lnTo>
                  <a:lnTo>
                    <a:pt x="1742" y="444"/>
                  </a:lnTo>
                  <a:lnTo>
                    <a:pt x="1322" y="541"/>
                  </a:lnTo>
                  <a:lnTo>
                    <a:pt x="961" y="643"/>
                  </a:lnTo>
                  <a:lnTo>
                    <a:pt x="661" y="740"/>
                  </a:lnTo>
                  <a:lnTo>
                    <a:pt x="421" y="842"/>
                  </a:lnTo>
                  <a:lnTo>
                    <a:pt x="241" y="944"/>
                  </a:lnTo>
                  <a:lnTo>
                    <a:pt x="120" y="1036"/>
                  </a:lnTo>
                  <a:lnTo>
                    <a:pt x="30" y="1127"/>
                  </a:lnTo>
                  <a:lnTo>
                    <a:pt x="0" y="1214"/>
                  </a:lnTo>
                  <a:lnTo>
                    <a:pt x="0" y="1291"/>
                  </a:lnTo>
                  <a:lnTo>
                    <a:pt x="871" y="1372"/>
                  </a:lnTo>
                  <a:lnTo>
                    <a:pt x="1742" y="1459"/>
                  </a:lnTo>
                  <a:lnTo>
                    <a:pt x="2583" y="1551"/>
                  </a:lnTo>
                  <a:lnTo>
                    <a:pt x="3394" y="1643"/>
                  </a:lnTo>
                  <a:lnTo>
                    <a:pt x="4205" y="1739"/>
                  </a:lnTo>
                  <a:lnTo>
                    <a:pt x="4986" y="1836"/>
                  </a:lnTo>
                  <a:lnTo>
                    <a:pt x="5767" y="1938"/>
                  </a:lnTo>
                  <a:lnTo>
                    <a:pt x="6488" y="2045"/>
                  </a:lnTo>
                  <a:lnTo>
                    <a:pt x="7179" y="2153"/>
                  </a:lnTo>
                  <a:lnTo>
                    <a:pt x="7839" y="2265"/>
                  </a:lnTo>
                  <a:lnTo>
                    <a:pt x="8470" y="2382"/>
                  </a:lnTo>
                  <a:lnTo>
                    <a:pt x="9041" y="2505"/>
                  </a:lnTo>
                  <a:lnTo>
                    <a:pt x="9581" y="2494"/>
                  </a:lnTo>
                  <a:lnTo>
                    <a:pt x="10062" y="2479"/>
                  </a:lnTo>
                  <a:lnTo>
                    <a:pt x="10542" y="2459"/>
                  </a:lnTo>
                  <a:lnTo>
                    <a:pt x="10963" y="2433"/>
                  </a:lnTo>
                  <a:lnTo>
                    <a:pt x="11383" y="2408"/>
                  </a:lnTo>
                  <a:lnTo>
                    <a:pt x="11774" y="2377"/>
                  </a:lnTo>
                  <a:lnTo>
                    <a:pt x="12134" y="2341"/>
                  </a:lnTo>
                  <a:lnTo>
                    <a:pt x="12495" y="2301"/>
                  </a:lnTo>
                  <a:lnTo>
                    <a:pt x="12795" y="2260"/>
                  </a:lnTo>
                  <a:lnTo>
                    <a:pt x="13095" y="2219"/>
                  </a:lnTo>
                  <a:lnTo>
                    <a:pt x="13366" y="2173"/>
                  </a:lnTo>
                  <a:lnTo>
                    <a:pt x="13606" y="2127"/>
                  </a:lnTo>
                  <a:lnTo>
                    <a:pt x="13846" y="2076"/>
                  </a:lnTo>
                  <a:lnTo>
                    <a:pt x="14057" y="2025"/>
                  </a:lnTo>
                  <a:lnTo>
                    <a:pt x="14237" y="1974"/>
                  </a:lnTo>
                  <a:lnTo>
                    <a:pt x="14417" y="1923"/>
                  </a:lnTo>
                  <a:lnTo>
                    <a:pt x="14717" y="1811"/>
                  </a:lnTo>
                  <a:lnTo>
                    <a:pt x="14928" y="1699"/>
                  </a:lnTo>
                  <a:lnTo>
                    <a:pt x="15108" y="1586"/>
                  </a:lnTo>
                  <a:lnTo>
                    <a:pt x="15228" y="1479"/>
                  </a:lnTo>
                  <a:lnTo>
                    <a:pt x="15288" y="1372"/>
                  </a:lnTo>
                  <a:lnTo>
                    <a:pt x="15318" y="1270"/>
                  </a:lnTo>
                  <a:lnTo>
                    <a:pt x="15318" y="1178"/>
                  </a:lnTo>
                  <a:lnTo>
                    <a:pt x="15288" y="1092"/>
                  </a:lnTo>
                  <a:lnTo>
                    <a:pt x="15198" y="1005"/>
                  </a:lnTo>
                  <a:lnTo>
                    <a:pt x="15138" y="913"/>
                  </a:lnTo>
                  <a:lnTo>
                    <a:pt x="15018" y="821"/>
                  </a:lnTo>
                  <a:lnTo>
                    <a:pt x="14867" y="730"/>
                  </a:lnTo>
                  <a:lnTo>
                    <a:pt x="14687" y="643"/>
                  </a:lnTo>
                  <a:lnTo>
                    <a:pt x="14447" y="551"/>
                  </a:lnTo>
                  <a:lnTo>
                    <a:pt x="14177" y="469"/>
                  </a:lnTo>
                  <a:lnTo>
                    <a:pt x="13816" y="388"/>
                  </a:lnTo>
                  <a:lnTo>
                    <a:pt x="13636" y="347"/>
                  </a:lnTo>
                  <a:lnTo>
                    <a:pt x="13396" y="311"/>
                  </a:lnTo>
                  <a:lnTo>
                    <a:pt x="13186" y="276"/>
                  </a:lnTo>
                  <a:lnTo>
                    <a:pt x="12915" y="240"/>
                  </a:lnTo>
                  <a:lnTo>
                    <a:pt x="12645" y="209"/>
                  </a:lnTo>
                  <a:lnTo>
                    <a:pt x="12345" y="179"/>
                  </a:lnTo>
                  <a:lnTo>
                    <a:pt x="12044" y="148"/>
                  </a:lnTo>
                  <a:lnTo>
                    <a:pt x="11714" y="123"/>
                  </a:lnTo>
                  <a:lnTo>
                    <a:pt x="11353" y="97"/>
                  </a:lnTo>
                  <a:lnTo>
                    <a:pt x="10963" y="77"/>
                  </a:lnTo>
                  <a:lnTo>
                    <a:pt x="10542" y="56"/>
                  </a:lnTo>
                  <a:lnTo>
                    <a:pt x="10092" y="41"/>
                  </a:lnTo>
                  <a:lnTo>
                    <a:pt x="9641" y="26"/>
                  </a:lnTo>
                  <a:lnTo>
                    <a:pt x="9161" y="15"/>
                  </a:lnTo>
                  <a:lnTo>
                    <a:pt x="8620" y="5"/>
                  </a:lnTo>
                  <a:lnTo>
                    <a:pt x="8080" y="0"/>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80"/>
            <p:cNvSpPr/>
            <p:nvPr/>
          </p:nvSpPr>
          <p:spPr>
            <a:xfrm flipH="1">
              <a:off x="4140326" y="4545775"/>
              <a:ext cx="64948" cy="62625"/>
            </a:xfrm>
            <a:custGeom>
              <a:avLst/>
              <a:gdLst/>
              <a:ahLst/>
              <a:cxnLst/>
              <a:rect l="l" t="t" r="r" b="b"/>
              <a:pathLst>
                <a:path w="15318" h="2505" fill="none" extrusionOk="0">
                  <a:moveTo>
                    <a:pt x="7719" y="0"/>
                  </a:moveTo>
                  <a:lnTo>
                    <a:pt x="7719" y="0"/>
                  </a:lnTo>
                  <a:lnTo>
                    <a:pt x="8080" y="0"/>
                  </a:lnTo>
                  <a:lnTo>
                    <a:pt x="8080" y="0"/>
                  </a:lnTo>
                  <a:lnTo>
                    <a:pt x="8620" y="5"/>
                  </a:lnTo>
                  <a:lnTo>
                    <a:pt x="9161" y="15"/>
                  </a:lnTo>
                  <a:lnTo>
                    <a:pt x="9641" y="26"/>
                  </a:lnTo>
                  <a:lnTo>
                    <a:pt x="10092" y="41"/>
                  </a:lnTo>
                  <a:lnTo>
                    <a:pt x="10542" y="56"/>
                  </a:lnTo>
                  <a:lnTo>
                    <a:pt x="10963" y="77"/>
                  </a:lnTo>
                  <a:lnTo>
                    <a:pt x="11353" y="97"/>
                  </a:lnTo>
                  <a:lnTo>
                    <a:pt x="11714" y="123"/>
                  </a:lnTo>
                  <a:lnTo>
                    <a:pt x="12044" y="148"/>
                  </a:lnTo>
                  <a:lnTo>
                    <a:pt x="12345" y="179"/>
                  </a:lnTo>
                  <a:lnTo>
                    <a:pt x="12645" y="209"/>
                  </a:lnTo>
                  <a:lnTo>
                    <a:pt x="12915" y="240"/>
                  </a:lnTo>
                  <a:lnTo>
                    <a:pt x="13186" y="276"/>
                  </a:lnTo>
                  <a:lnTo>
                    <a:pt x="13396" y="311"/>
                  </a:lnTo>
                  <a:lnTo>
                    <a:pt x="13636" y="347"/>
                  </a:lnTo>
                  <a:lnTo>
                    <a:pt x="13816" y="388"/>
                  </a:lnTo>
                  <a:lnTo>
                    <a:pt x="14177" y="469"/>
                  </a:lnTo>
                  <a:lnTo>
                    <a:pt x="14447" y="551"/>
                  </a:lnTo>
                  <a:lnTo>
                    <a:pt x="14687" y="643"/>
                  </a:lnTo>
                  <a:lnTo>
                    <a:pt x="14867" y="730"/>
                  </a:lnTo>
                  <a:lnTo>
                    <a:pt x="15018" y="821"/>
                  </a:lnTo>
                  <a:lnTo>
                    <a:pt x="15138" y="913"/>
                  </a:lnTo>
                  <a:lnTo>
                    <a:pt x="15198" y="1005"/>
                  </a:lnTo>
                  <a:lnTo>
                    <a:pt x="15288" y="1092"/>
                  </a:lnTo>
                  <a:lnTo>
                    <a:pt x="15288" y="1092"/>
                  </a:lnTo>
                  <a:lnTo>
                    <a:pt x="15318" y="1178"/>
                  </a:lnTo>
                  <a:lnTo>
                    <a:pt x="15318" y="1270"/>
                  </a:lnTo>
                  <a:lnTo>
                    <a:pt x="15288" y="1372"/>
                  </a:lnTo>
                  <a:lnTo>
                    <a:pt x="15228" y="1479"/>
                  </a:lnTo>
                  <a:lnTo>
                    <a:pt x="15108" y="1586"/>
                  </a:lnTo>
                  <a:lnTo>
                    <a:pt x="14928" y="1699"/>
                  </a:lnTo>
                  <a:lnTo>
                    <a:pt x="14717" y="1811"/>
                  </a:lnTo>
                  <a:lnTo>
                    <a:pt x="14417" y="1923"/>
                  </a:lnTo>
                  <a:lnTo>
                    <a:pt x="14237" y="1974"/>
                  </a:lnTo>
                  <a:lnTo>
                    <a:pt x="14057" y="2025"/>
                  </a:lnTo>
                  <a:lnTo>
                    <a:pt x="13846" y="2076"/>
                  </a:lnTo>
                  <a:lnTo>
                    <a:pt x="13606" y="2127"/>
                  </a:lnTo>
                  <a:lnTo>
                    <a:pt x="13366" y="2173"/>
                  </a:lnTo>
                  <a:lnTo>
                    <a:pt x="13095" y="2219"/>
                  </a:lnTo>
                  <a:lnTo>
                    <a:pt x="12795" y="2260"/>
                  </a:lnTo>
                  <a:lnTo>
                    <a:pt x="12495" y="2301"/>
                  </a:lnTo>
                  <a:lnTo>
                    <a:pt x="12134" y="2341"/>
                  </a:lnTo>
                  <a:lnTo>
                    <a:pt x="11774" y="2377"/>
                  </a:lnTo>
                  <a:lnTo>
                    <a:pt x="11383" y="2408"/>
                  </a:lnTo>
                  <a:lnTo>
                    <a:pt x="10963" y="2433"/>
                  </a:lnTo>
                  <a:lnTo>
                    <a:pt x="10542" y="2459"/>
                  </a:lnTo>
                  <a:lnTo>
                    <a:pt x="10062" y="2479"/>
                  </a:lnTo>
                  <a:lnTo>
                    <a:pt x="9581" y="2494"/>
                  </a:lnTo>
                  <a:lnTo>
                    <a:pt x="9041" y="2505"/>
                  </a:lnTo>
                  <a:lnTo>
                    <a:pt x="9041" y="2505"/>
                  </a:lnTo>
                  <a:lnTo>
                    <a:pt x="8470" y="2382"/>
                  </a:lnTo>
                  <a:lnTo>
                    <a:pt x="7839" y="2265"/>
                  </a:lnTo>
                  <a:lnTo>
                    <a:pt x="7179" y="2153"/>
                  </a:lnTo>
                  <a:lnTo>
                    <a:pt x="6488" y="2045"/>
                  </a:lnTo>
                  <a:lnTo>
                    <a:pt x="6488" y="2045"/>
                  </a:lnTo>
                  <a:lnTo>
                    <a:pt x="5767" y="1938"/>
                  </a:lnTo>
                  <a:lnTo>
                    <a:pt x="4986" y="1836"/>
                  </a:lnTo>
                  <a:lnTo>
                    <a:pt x="4205" y="1739"/>
                  </a:lnTo>
                  <a:lnTo>
                    <a:pt x="3394" y="1643"/>
                  </a:lnTo>
                  <a:lnTo>
                    <a:pt x="2583" y="1551"/>
                  </a:lnTo>
                  <a:lnTo>
                    <a:pt x="1742" y="1459"/>
                  </a:lnTo>
                  <a:lnTo>
                    <a:pt x="871" y="1372"/>
                  </a:lnTo>
                  <a:lnTo>
                    <a:pt x="0" y="1291"/>
                  </a:lnTo>
                  <a:lnTo>
                    <a:pt x="0" y="1291"/>
                  </a:lnTo>
                  <a:lnTo>
                    <a:pt x="0" y="1214"/>
                  </a:lnTo>
                  <a:lnTo>
                    <a:pt x="0" y="1214"/>
                  </a:lnTo>
                  <a:lnTo>
                    <a:pt x="30" y="1127"/>
                  </a:lnTo>
                  <a:lnTo>
                    <a:pt x="120" y="1036"/>
                  </a:lnTo>
                  <a:lnTo>
                    <a:pt x="241" y="944"/>
                  </a:lnTo>
                  <a:lnTo>
                    <a:pt x="421" y="842"/>
                  </a:lnTo>
                  <a:lnTo>
                    <a:pt x="661" y="740"/>
                  </a:lnTo>
                  <a:lnTo>
                    <a:pt x="961" y="643"/>
                  </a:lnTo>
                  <a:lnTo>
                    <a:pt x="1322" y="541"/>
                  </a:lnTo>
                  <a:lnTo>
                    <a:pt x="1742" y="444"/>
                  </a:lnTo>
                  <a:lnTo>
                    <a:pt x="1953" y="398"/>
                  </a:lnTo>
                  <a:lnTo>
                    <a:pt x="2223" y="357"/>
                  </a:lnTo>
                  <a:lnTo>
                    <a:pt x="2493" y="311"/>
                  </a:lnTo>
                  <a:lnTo>
                    <a:pt x="2763" y="270"/>
                  </a:lnTo>
                  <a:lnTo>
                    <a:pt x="3094" y="230"/>
                  </a:lnTo>
                  <a:lnTo>
                    <a:pt x="3394" y="194"/>
                  </a:lnTo>
                  <a:lnTo>
                    <a:pt x="3755" y="158"/>
                  </a:lnTo>
                  <a:lnTo>
                    <a:pt x="4115" y="128"/>
                  </a:lnTo>
                  <a:lnTo>
                    <a:pt x="4505" y="102"/>
                  </a:lnTo>
                  <a:lnTo>
                    <a:pt x="4896" y="77"/>
                  </a:lnTo>
                  <a:lnTo>
                    <a:pt x="5316" y="51"/>
                  </a:lnTo>
                  <a:lnTo>
                    <a:pt x="5767" y="36"/>
                  </a:lnTo>
                  <a:lnTo>
                    <a:pt x="6217" y="21"/>
                  </a:lnTo>
                  <a:lnTo>
                    <a:pt x="6698" y="10"/>
                  </a:lnTo>
                  <a:lnTo>
                    <a:pt x="7209" y="0"/>
                  </a:lnTo>
                  <a:lnTo>
                    <a:pt x="771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80"/>
            <p:cNvSpPr/>
            <p:nvPr/>
          </p:nvSpPr>
          <p:spPr>
            <a:xfrm flipH="1">
              <a:off x="4166941" y="4578025"/>
              <a:ext cx="38334" cy="30625"/>
            </a:xfrm>
            <a:custGeom>
              <a:avLst/>
              <a:gdLst/>
              <a:ahLst/>
              <a:cxnLst/>
              <a:rect l="l" t="t" r="r" b="b"/>
              <a:pathLst>
                <a:path w="9041" h="1225" extrusionOk="0">
                  <a:moveTo>
                    <a:pt x="0" y="1"/>
                  </a:moveTo>
                  <a:lnTo>
                    <a:pt x="30" y="82"/>
                  </a:lnTo>
                  <a:lnTo>
                    <a:pt x="90" y="174"/>
                  </a:lnTo>
                  <a:lnTo>
                    <a:pt x="180" y="271"/>
                  </a:lnTo>
                  <a:lnTo>
                    <a:pt x="301" y="368"/>
                  </a:lnTo>
                  <a:lnTo>
                    <a:pt x="481" y="470"/>
                  </a:lnTo>
                  <a:lnTo>
                    <a:pt x="721" y="567"/>
                  </a:lnTo>
                  <a:lnTo>
                    <a:pt x="991" y="669"/>
                  </a:lnTo>
                  <a:lnTo>
                    <a:pt x="1172" y="715"/>
                  </a:lnTo>
                  <a:lnTo>
                    <a:pt x="1352" y="766"/>
                  </a:lnTo>
                  <a:lnTo>
                    <a:pt x="1562" y="812"/>
                  </a:lnTo>
                  <a:lnTo>
                    <a:pt x="1802" y="852"/>
                  </a:lnTo>
                  <a:lnTo>
                    <a:pt x="2073" y="898"/>
                  </a:lnTo>
                  <a:lnTo>
                    <a:pt x="2343" y="939"/>
                  </a:lnTo>
                  <a:lnTo>
                    <a:pt x="2613" y="980"/>
                  </a:lnTo>
                  <a:lnTo>
                    <a:pt x="2944" y="1016"/>
                  </a:lnTo>
                  <a:lnTo>
                    <a:pt x="3304" y="1051"/>
                  </a:lnTo>
                  <a:lnTo>
                    <a:pt x="3665" y="1082"/>
                  </a:lnTo>
                  <a:lnTo>
                    <a:pt x="4055" y="1113"/>
                  </a:lnTo>
                  <a:lnTo>
                    <a:pt x="4475" y="1138"/>
                  </a:lnTo>
                  <a:lnTo>
                    <a:pt x="4926" y="1164"/>
                  </a:lnTo>
                  <a:lnTo>
                    <a:pt x="5407" y="1184"/>
                  </a:lnTo>
                  <a:lnTo>
                    <a:pt x="5917" y="1199"/>
                  </a:lnTo>
                  <a:lnTo>
                    <a:pt x="6458" y="1215"/>
                  </a:lnTo>
                  <a:lnTo>
                    <a:pt x="7028" y="1220"/>
                  </a:lnTo>
                  <a:lnTo>
                    <a:pt x="7629" y="1225"/>
                  </a:lnTo>
                  <a:lnTo>
                    <a:pt x="8500" y="1225"/>
                  </a:lnTo>
                  <a:lnTo>
                    <a:pt x="9041" y="1215"/>
                  </a:lnTo>
                  <a:lnTo>
                    <a:pt x="8470" y="1092"/>
                  </a:lnTo>
                  <a:lnTo>
                    <a:pt x="7839" y="975"/>
                  </a:lnTo>
                  <a:lnTo>
                    <a:pt x="7179" y="863"/>
                  </a:lnTo>
                  <a:lnTo>
                    <a:pt x="6488" y="755"/>
                  </a:lnTo>
                  <a:lnTo>
                    <a:pt x="5767" y="648"/>
                  </a:lnTo>
                  <a:lnTo>
                    <a:pt x="4986" y="546"/>
                  </a:lnTo>
                  <a:lnTo>
                    <a:pt x="4205" y="449"/>
                  </a:lnTo>
                  <a:lnTo>
                    <a:pt x="3394" y="353"/>
                  </a:lnTo>
                  <a:lnTo>
                    <a:pt x="2583" y="261"/>
                  </a:lnTo>
                  <a:lnTo>
                    <a:pt x="1742" y="169"/>
                  </a:lnTo>
                  <a:lnTo>
                    <a:pt x="871" y="82"/>
                  </a:lnTo>
                  <a:lnTo>
                    <a:pt x="0" y="1"/>
                  </a:lnTo>
                  <a:close/>
                </a:path>
              </a:pathLst>
            </a:custGeom>
            <a:solidFill>
              <a:srgbClr val="FF5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80"/>
            <p:cNvSpPr/>
            <p:nvPr/>
          </p:nvSpPr>
          <p:spPr>
            <a:xfrm flipH="1">
              <a:off x="4166941" y="4578025"/>
              <a:ext cx="38334" cy="30625"/>
            </a:xfrm>
            <a:custGeom>
              <a:avLst/>
              <a:gdLst/>
              <a:ahLst/>
              <a:cxnLst/>
              <a:rect l="l" t="t" r="r" b="b"/>
              <a:pathLst>
                <a:path w="9041" h="1225" fill="none" extrusionOk="0">
                  <a:moveTo>
                    <a:pt x="0" y="1"/>
                  </a:moveTo>
                  <a:lnTo>
                    <a:pt x="0" y="1"/>
                  </a:lnTo>
                  <a:lnTo>
                    <a:pt x="871" y="82"/>
                  </a:lnTo>
                  <a:lnTo>
                    <a:pt x="1742" y="169"/>
                  </a:lnTo>
                  <a:lnTo>
                    <a:pt x="2583" y="261"/>
                  </a:lnTo>
                  <a:lnTo>
                    <a:pt x="3394" y="353"/>
                  </a:lnTo>
                  <a:lnTo>
                    <a:pt x="4205" y="449"/>
                  </a:lnTo>
                  <a:lnTo>
                    <a:pt x="4986" y="546"/>
                  </a:lnTo>
                  <a:lnTo>
                    <a:pt x="5767" y="648"/>
                  </a:lnTo>
                  <a:lnTo>
                    <a:pt x="6488" y="755"/>
                  </a:lnTo>
                  <a:lnTo>
                    <a:pt x="6488" y="755"/>
                  </a:lnTo>
                  <a:lnTo>
                    <a:pt x="7179" y="863"/>
                  </a:lnTo>
                  <a:lnTo>
                    <a:pt x="7839" y="975"/>
                  </a:lnTo>
                  <a:lnTo>
                    <a:pt x="8470" y="1092"/>
                  </a:lnTo>
                  <a:lnTo>
                    <a:pt x="9041" y="1215"/>
                  </a:lnTo>
                  <a:lnTo>
                    <a:pt x="9041" y="1215"/>
                  </a:lnTo>
                  <a:lnTo>
                    <a:pt x="8500" y="1225"/>
                  </a:lnTo>
                  <a:lnTo>
                    <a:pt x="7929" y="1225"/>
                  </a:lnTo>
                  <a:lnTo>
                    <a:pt x="7929" y="1225"/>
                  </a:lnTo>
                  <a:lnTo>
                    <a:pt x="7629" y="1225"/>
                  </a:lnTo>
                  <a:lnTo>
                    <a:pt x="7629" y="1225"/>
                  </a:lnTo>
                  <a:lnTo>
                    <a:pt x="7028" y="1220"/>
                  </a:lnTo>
                  <a:lnTo>
                    <a:pt x="6458" y="1215"/>
                  </a:lnTo>
                  <a:lnTo>
                    <a:pt x="5917" y="1199"/>
                  </a:lnTo>
                  <a:lnTo>
                    <a:pt x="5407" y="1184"/>
                  </a:lnTo>
                  <a:lnTo>
                    <a:pt x="4926" y="1164"/>
                  </a:lnTo>
                  <a:lnTo>
                    <a:pt x="4475" y="1138"/>
                  </a:lnTo>
                  <a:lnTo>
                    <a:pt x="4055" y="1113"/>
                  </a:lnTo>
                  <a:lnTo>
                    <a:pt x="3665" y="1082"/>
                  </a:lnTo>
                  <a:lnTo>
                    <a:pt x="3304" y="1051"/>
                  </a:lnTo>
                  <a:lnTo>
                    <a:pt x="2944" y="1016"/>
                  </a:lnTo>
                  <a:lnTo>
                    <a:pt x="2613" y="980"/>
                  </a:lnTo>
                  <a:lnTo>
                    <a:pt x="2343" y="939"/>
                  </a:lnTo>
                  <a:lnTo>
                    <a:pt x="2073" y="898"/>
                  </a:lnTo>
                  <a:lnTo>
                    <a:pt x="1802" y="852"/>
                  </a:lnTo>
                  <a:lnTo>
                    <a:pt x="1562" y="812"/>
                  </a:lnTo>
                  <a:lnTo>
                    <a:pt x="1352" y="766"/>
                  </a:lnTo>
                  <a:lnTo>
                    <a:pt x="1172" y="715"/>
                  </a:lnTo>
                  <a:lnTo>
                    <a:pt x="991" y="669"/>
                  </a:lnTo>
                  <a:lnTo>
                    <a:pt x="721" y="567"/>
                  </a:lnTo>
                  <a:lnTo>
                    <a:pt x="481" y="470"/>
                  </a:lnTo>
                  <a:lnTo>
                    <a:pt x="301" y="368"/>
                  </a:lnTo>
                  <a:lnTo>
                    <a:pt x="180" y="271"/>
                  </a:lnTo>
                  <a:lnTo>
                    <a:pt x="90" y="174"/>
                  </a:lnTo>
                  <a:lnTo>
                    <a:pt x="30" y="82"/>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80"/>
            <p:cNvSpPr/>
            <p:nvPr/>
          </p:nvSpPr>
          <p:spPr>
            <a:xfrm flipH="1">
              <a:off x="4163248" y="4570000"/>
              <a:ext cx="16303" cy="14800"/>
            </a:xfrm>
            <a:custGeom>
              <a:avLst/>
              <a:gdLst/>
              <a:ahLst/>
              <a:cxnLst/>
              <a:rect l="l" t="t" r="r" b="b"/>
              <a:pathLst>
                <a:path w="3845" h="592" extrusionOk="0">
                  <a:moveTo>
                    <a:pt x="661" y="0"/>
                  </a:moveTo>
                  <a:lnTo>
                    <a:pt x="150" y="51"/>
                  </a:lnTo>
                  <a:lnTo>
                    <a:pt x="30" y="72"/>
                  </a:lnTo>
                  <a:lnTo>
                    <a:pt x="0" y="87"/>
                  </a:lnTo>
                  <a:lnTo>
                    <a:pt x="30" y="107"/>
                  </a:lnTo>
                  <a:lnTo>
                    <a:pt x="120" y="123"/>
                  </a:lnTo>
                  <a:lnTo>
                    <a:pt x="241" y="148"/>
                  </a:lnTo>
                  <a:lnTo>
                    <a:pt x="391" y="189"/>
                  </a:lnTo>
                  <a:lnTo>
                    <a:pt x="481" y="235"/>
                  </a:lnTo>
                  <a:lnTo>
                    <a:pt x="541" y="265"/>
                  </a:lnTo>
                  <a:lnTo>
                    <a:pt x="541" y="296"/>
                  </a:lnTo>
                  <a:lnTo>
                    <a:pt x="511" y="327"/>
                  </a:lnTo>
                  <a:lnTo>
                    <a:pt x="481" y="367"/>
                  </a:lnTo>
                  <a:lnTo>
                    <a:pt x="391" y="403"/>
                  </a:lnTo>
                  <a:lnTo>
                    <a:pt x="241" y="449"/>
                  </a:lnTo>
                  <a:lnTo>
                    <a:pt x="211" y="464"/>
                  </a:lnTo>
                  <a:lnTo>
                    <a:pt x="181" y="480"/>
                  </a:lnTo>
                  <a:lnTo>
                    <a:pt x="211" y="495"/>
                  </a:lnTo>
                  <a:lnTo>
                    <a:pt x="241" y="505"/>
                  </a:lnTo>
                  <a:lnTo>
                    <a:pt x="331" y="521"/>
                  </a:lnTo>
                  <a:lnTo>
                    <a:pt x="421" y="526"/>
                  </a:lnTo>
                  <a:lnTo>
                    <a:pt x="1442" y="592"/>
                  </a:lnTo>
                  <a:lnTo>
                    <a:pt x="1652" y="536"/>
                  </a:lnTo>
                  <a:lnTo>
                    <a:pt x="1772" y="475"/>
                  </a:lnTo>
                  <a:lnTo>
                    <a:pt x="1862" y="418"/>
                  </a:lnTo>
                  <a:lnTo>
                    <a:pt x="1892" y="357"/>
                  </a:lnTo>
                  <a:lnTo>
                    <a:pt x="1862" y="311"/>
                  </a:lnTo>
                  <a:lnTo>
                    <a:pt x="1802" y="260"/>
                  </a:lnTo>
                  <a:lnTo>
                    <a:pt x="1712" y="214"/>
                  </a:lnTo>
                  <a:lnTo>
                    <a:pt x="1592" y="169"/>
                  </a:lnTo>
                  <a:lnTo>
                    <a:pt x="1412" y="123"/>
                  </a:lnTo>
                  <a:lnTo>
                    <a:pt x="1202" y="82"/>
                  </a:lnTo>
                  <a:lnTo>
                    <a:pt x="961" y="41"/>
                  </a:lnTo>
                  <a:lnTo>
                    <a:pt x="661" y="0"/>
                  </a:lnTo>
                  <a:close/>
                  <a:moveTo>
                    <a:pt x="2643" y="0"/>
                  </a:moveTo>
                  <a:lnTo>
                    <a:pt x="2103" y="51"/>
                  </a:lnTo>
                  <a:lnTo>
                    <a:pt x="2013" y="72"/>
                  </a:lnTo>
                  <a:lnTo>
                    <a:pt x="1983" y="87"/>
                  </a:lnTo>
                  <a:lnTo>
                    <a:pt x="2013" y="107"/>
                  </a:lnTo>
                  <a:lnTo>
                    <a:pt x="2073" y="123"/>
                  </a:lnTo>
                  <a:lnTo>
                    <a:pt x="2193" y="148"/>
                  </a:lnTo>
                  <a:lnTo>
                    <a:pt x="2343" y="189"/>
                  </a:lnTo>
                  <a:lnTo>
                    <a:pt x="2463" y="235"/>
                  </a:lnTo>
                  <a:lnTo>
                    <a:pt x="2493" y="265"/>
                  </a:lnTo>
                  <a:lnTo>
                    <a:pt x="2493" y="296"/>
                  </a:lnTo>
                  <a:lnTo>
                    <a:pt x="2493" y="327"/>
                  </a:lnTo>
                  <a:lnTo>
                    <a:pt x="2433" y="367"/>
                  </a:lnTo>
                  <a:lnTo>
                    <a:pt x="2343" y="403"/>
                  </a:lnTo>
                  <a:lnTo>
                    <a:pt x="2193" y="449"/>
                  </a:lnTo>
                  <a:lnTo>
                    <a:pt x="2163" y="464"/>
                  </a:lnTo>
                  <a:lnTo>
                    <a:pt x="2163" y="480"/>
                  </a:lnTo>
                  <a:lnTo>
                    <a:pt x="2163" y="495"/>
                  </a:lnTo>
                  <a:lnTo>
                    <a:pt x="2223" y="505"/>
                  </a:lnTo>
                  <a:lnTo>
                    <a:pt x="2283" y="521"/>
                  </a:lnTo>
                  <a:lnTo>
                    <a:pt x="2403" y="526"/>
                  </a:lnTo>
                  <a:lnTo>
                    <a:pt x="3424" y="592"/>
                  </a:lnTo>
                  <a:lnTo>
                    <a:pt x="3604" y="536"/>
                  </a:lnTo>
                  <a:lnTo>
                    <a:pt x="3725" y="475"/>
                  </a:lnTo>
                  <a:lnTo>
                    <a:pt x="3815" y="418"/>
                  </a:lnTo>
                  <a:lnTo>
                    <a:pt x="3845" y="357"/>
                  </a:lnTo>
                  <a:lnTo>
                    <a:pt x="3815" y="311"/>
                  </a:lnTo>
                  <a:lnTo>
                    <a:pt x="3755" y="260"/>
                  </a:lnTo>
                  <a:lnTo>
                    <a:pt x="3665" y="214"/>
                  </a:lnTo>
                  <a:lnTo>
                    <a:pt x="3544" y="169"/>
                  </a:lnTo>
                  <a:lnTo>
                    <a:pt x="3364" y="123"/>
                  </a:lnTo>
                  <a:lnTo>
                    <a:pt x="3154" y="82"/>
                  </a:lnTo>
                  <a:lnTo>
                    <a:pt x="2914" y="41"/>
                  </a:lnTo>
                  <a:lnTo>
                    <a:pt x="264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43" name="Google Shape;1743;p80"/>
          <p:cNvSpPr txBox="1">
            <a:spLocks noGrp="1"/>
          </p:cNvSpPr>
          <p:nvPr>
            <p:ph type="title"/>
          </p:nvPr>
        </p:nvSpPr>
        <p:spPr>
          <a:xfrm>
            <a:off x="1240425" y="1538275"/>
            <a:ext cx="2012100" cy="20664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744" name="Google Shape;1744;p80"/>
          <p:cNvSpPr txBox="1">
            <a:spLocks noGrp="1"/>
          </p:cNvSpPr>
          <p:nvPr>
            <p:ph type="title" idx="2"/>
          </p:nvPr>
        </p:nvSpPr>
        <p:spPr>
          <a:xfrm>
            <a:off x="1240425" y="3849950"/>
            <a:ext cx="20121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745" name="Google Shape;1745;p80"/>
          <p:cNvSpPr txBox="1">
            <a:spLocks noGrp="1"/>
          </p:cNvSpPr>
          <p:nvPr>
            <p:ph type="title" idx="3"/>
          </p:nvPr>
        </p:nvSpPr>
        <p:spPr>
          <a:xfrm>
            <a:off x="4114800" y="697125"/>
            <a:ext cx="4572000" cy="9681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746" name="Google Shape;1746;p80"/>
          <p:cNvSpPr txBox="1">
            <a:spLocks noGrp="1"/>
          </p:cNvSpPr>
          <p:nvPr>
            <p:ph type="subTitle" idx="1"/>
          </p:nvPr>
        </p:nvSpPr>
        <p:spPr>
          <a:xfrm>
            <a:off x="411480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747" name="Google Shape;1747;p80"/>
          <p:cNvSpPr txBox="1">
            <a:spLocks noGrp="1"/>
          </p:cNvSpPr>
          <p:nvPr>
            <p:ph type="subTitle" idx="4"/>
          </p:nvPr>
        </p:nvSpPr>
        <p:spPr>
          <a:xfrm>
            <a:off x="6586050" y="2309150"/>
            <a:ext cx="2100900" cy="22845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1748" name="Google Shape;1748;p80"/>
          <p:cNvSpPr txBox="1">
            <a:spLocks noGrp="1"/>
          </p:cNvSpPr>
          <p:nvPr>
            <p:ph type="subTitle" idx="5"/>
          </p:nvPr>
        </p:nvSpPr>
        <p:spPr>
          <a:xfrm>
            <a:off x="411480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1pPr>
            <a:lvl2pPr lvl="1"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2pPr>
            <a:lvl3pPr lvl="2"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3pPr>
            <a:lvl4pPr lvl="3"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4pPr>
            <a:lvl5pPr lvl="4"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5pPr>
            <a:lvl6pPr lvl="5"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6pPr>
            <a:lvl7pPr lvl="6"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7pPr>
            <a:lvl8pPr lvl="7"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8pPr>
            <a:lvl9pPr lvl="8" rtl="0">
              <a:spcBef>
                <a:spcPts val="1600"/>
              </a:spcBef>
              <a:spcAft>
                <a:spcPts val="1600"/>
              </a:spcAft>
              <a:buClr>
                <a:srgbClr val="FF7200"/>
              </a:buClr>
              <a:buSzPts val="900"/>
              <a:buFont typeface="Lato Black"/>
              <a:buNone/>
              <a:defRPr>
                <a:solidFill>
                  <a:srgbClr val="FF7200"/>
                </a:solidFill>
                <a:latin typeface="Lato Black"/>
                <a:ea typeface="Lato Black"/>
                <a:cs typeface="Lato Black"/>
                <a:sym typeface="Lato Black"/>
              </a:defRPr>
            </a:lvl9pPr>
          </a:lstStyle>
          <a:p>
            <a:endParaRPr/>
          </a:p>
        </p:txBody>
      </p:sp>
      <p:sp>
        <p:nvSpPr>
          <p:cNvPr id="1749" name="Google Shape;1749;p80"/>
          <p:cNvSpPr txBox="1">
            <a:spLocks noGrp="1"/>
          </p:cNvSpPr>
          <p:nvPr>
            <p:ph type="subTitle" idx="6"/>
          </p:nvPr>
        </p:nvSpPr>
        <p:spPr>
          <a:xfrm>
            <a:off x="6586050" y="2057400"/>
            <a:ext cx="2100900" cy="155100"/>
          </a:xfrm>
          <a:prstGeom prst="rect">
            <a:avLst/>
          </a:prstGeom>
        </p:spPr>
        <p:txBody>
          <a:bodyPr spcFirstLastPara="1" wrap="square" lIns="0" tIns="0" rIns="0" bIns="0" anchor="t" anchorCtr="0">
            <a:noAutofit/>
          </a:bodyPr>
          <a:lstStyle>
            <a:lvl1pPr lvl="0" rtl="0">
              <a:spcBef>
                <a:spcPts val="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1pPr>
            <a:lvl2pPr lvl="1"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2pPr>
            <a:lvl3pPr lvl="2"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3pPr>
            <a:lvl4pPr lvl="3"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4pPr>
            <a:lvl5pPr lvl="4"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5pPr>
            <a:lvl6pPr lvl="5"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6pPr>
            <a:lvl7pPr lvl="6"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7pPr>
            <a:lvl8pPr lvl="7" rtl="0">
              <a:spcBef>
                <a:spcPts val="1600"/>
              </a:spcBef>
              <a:spcAft>
                <a:spcPts val="0"/>
              </a:spcAft>
              <a:buClr>
                <a:srgbClr val="FF7200"/>
              </a:buClr>
              <a:buSzPts val="900"/>
              <a:buFont typeface="Lato Black"/>
              <a:buNone/>
              <a:defRPr>
                <a:solidFill>
                  <a:srgbClr val="FF7200"/>
                </a:solidFill>
                <a:latin typeface="Lato Black"/>
                <a:ea typeface="Lato Black"/>
                <a:cs typeface="Lato Black"/>
                <a:sym typeface="Lato Black"/>
              </a:defRPr>
            </a:lvl8pPr>
            <a:lvl9pPr lvl="8" rtl="0">
              <a:spcBef>
                <a:spcPts val="1600"/>
              </a:spcBef>
              <a:spcAft>
                <a:spcPts val="1600"/>
              </a:spcAft>
              <a:buClr>
                <a:srgbClr val="FF7200"/>
              </a:buClr>
              <a:buSzPts val="900"/>
              <a:buFont typeface="Lato Black"/>
              <a:buNone/>
              <a:defRPr>
                <a:solidFill>
                  <a:srgbClr val="FF7200"/>
                </a:solidFill>
                <a:latin typeface="Lato Black"/>
                <a:ea typeface="Lato Black"/>
                <a:cs typeface="Lato Black"/>
                <a:sym typeface="Lato Black"/>
              </a:defRPr>
            </a:lvl9pPr>
          </a:lstStyle>
          <a:p>
            <a:endParaRPr/>
          </a:p>
        </p:txBody>
      </p:sp>
      <p:sp>
        <p:nvSpPr>
          <p:cNvPr id="1750" name="Google Shape;1750;p80"/>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80"/>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80"/>
          <p:cNvSpPr txBox="1">
            <a:spLocks noGrp="1"/>
          </p:cNvSpPr>
          <p:nvPr>
            <p:ph type="subTitle" idx="7"/>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753" name="Google Shape;1753;p80"/>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Orange - Power Quote">
  <p:cSld name="CUSTOM_4_1_1_1">
    <p:spTree>
      <p:nvGrpSpPr>
        <p:cNvPr id="1" name="Shape 1754"/>
        <p:cNvGrpSpPr/>
        <p:nvPr/>
      </p:nvGrpSpPr>
      <p:grpSpPr>
        <a:xfrm>
          <a:off x="0" y="0"/>
          <a:ext cx="0" cy="0"/>
          <a:chOff x="0" y="0"/>
          <a:chExt cx="0" cy="0"/>
        </a:xfrm>
      </p:grpSpPr>
      <p:grpSp>
        <p:nvGrpSpPr>
          <p:cNvPr id="1755" name="Google Shape;1755;p81"/>
          <p:cNvGrpSpPr/>
          <p:nvPr/>
        </p:nvGrpSpPr>
        <p:grpSpPr>
          <a:xfrm>
            <a:off x="455297" y="891500"/>
            <a:ext cx="8233498" cy="3274226"/>
            <a:chOff x="455297" y="891500"/>
            <a:chExt cx="8233498" cy="3274226"/>
          </a:xfrm>
        </p:grpSpPr>
        <p:sp>
          <p:nvSpPr>
            <p:cNvPr id="1756" name="Google Shape;1756;p81"/>
            <p:cNvSpPr/>
            <p:nvPr/>
          </p:nvSpPr>
          <p:spPr>
            <a:xfrm flipH="1">
              <a:off x="455297" y="1505292"/>
              <a:ext cx="8233498" cy="2021238"/>
            </a:xfrm>
            <a:custGeom>
              <a:avLst/>
              <a:gdLst/>
              <a:ahLst/>
              <a:cxnLst/>
              <a:rect l="l" t="t" r="r" b="b"/>
              <a:pathLst>
                <a:path w="145218" h="6046" extrusionOk="0">
                  <a:moveTo>
                    <a:pt x="17030" y="1"/>
                  </a:moveTo>
                  <a:lnTo>
                    <a:pt x="16009" y="6"/>
                  </a:lnTo>
                  <a:lnTo>
                    <a:pt x="14988" y="16"/>
                  </a:lnTo>
                  <a:lnTo>
                    <a:pt x="13966" y="37"/>
                  </a:lnTo>
                  <a:lnTo>
                    <a:pt x="12975" y="67"/>
                  </a:lnTo>
                  <a:lnTo>
                    <a:pt x="12014" y="103"/>
                  </a:lnTo>
                  <a:lnTo>
                    <a:pt x="11053" y="154"/>
                  </a:lnTo>
                  <a:lnTo>
                    <a:pt x="10122" y="205"/>
                  </a:lnTo>
                  <a:lnTo>
                    <a:pt x="9221" y="271"/>
                  </a:lnTo>
                  <a:lnTo>
                    <a:pt x="8380" y="343"/>
                  </a:lnTo>
                  <a:lnTo>
                    <a:pt x="7539" y="429"/>
                  </a:lnTo>
                  <a:lnTo>
                    <a:pt x="7149" y="475"/>
                  </a:lnTo>
                  <a:lnTo>
                    <a:pt x="6758" y="521"/>
                  </a:lnTo>
                  <a:lnTo>
                    <a:pt x="6398" y="572"/>
                  </a:lnTo>
                  <a:lnTo>
                    <a:pt x="6037" y="623"/>
                  </a:lnTo>
                  <a:lnTo>
                    <a:pt x="5677" y="679"/>
                  </a:lnTo>
                  <a:lnTo>
                    <a:pt x="5347" y="740"/>
                  </a:lnTo>
                  <a:lnTo>
                    <a:pt x="5016" y="797"/>
                  </a:lnTo>
                  <a:lnTo>
                    <a:pt x="4686" y="863"/>
                  </a:lnTo>
                  <a:lnTo>
                    <a:pt x="4415" y="929"/>
                  </a:lnTo>
                  <a:lnTo>
                    <a:pt x="4115" y="995"/>
                  </a:lnTo>
                  <a:lnTo>
                    <a:pt x="3845" y="1067"/>
                  </a:lnTo>
                  <a:lnTo>
                    <a:pt x="3604" y="1143"/>
                  </a:lnTo>
                  <a:lnTo>
                    <a:pt x="3094" y="1307"/>
                  </a:lnTo>
                  <a:lnTo>
                    <a:pt x="2613" y="1465"/>
                  </a:lnTo>
                  <a:lnTo>
                    <a:pt x="2163" y="1628"/>
                  </a:lnTo>
                  <a:lnTo>
                    <a:pt x="1772" y="1786"/>
                  </a:lnTo>
                  <a:lnTo>
                    <a:pt x="1442" y="1944"/>
                  </a:lnTo>
                  <a:lnTo>
                    <a:pt x="1112" y="2102"/>
                  </a:lnTo>
                  <a:lnTo>
                    <a:pt x="841" y="2255"/>
                  </a:lnTo>
                  <a:lnTo>
                    <a:pt x="601" y="2408"/>
                  </a:lnTo>
                  <a:lnTo>
                    <a:pt x="421" y="2556"/>
                  </a:lnTo>
                  <a:lnTo>
                    <a:pt x="271" y="2704"/>
                  </a:lnTo>
                  <a:lnTo>
                    <a:pt x="151" y="2852"/>
                  </a:lnTo>
                  <a:lnTo>
                    <a:pt x="60" y="2995"/>
                  </a:lnTo>
                  <a:lnTo>
                    <a:pt x="30" y="3138"/>
                  </a:lnTo>
                  <a:lnTo>
                    <a:pt x="0" y="3281"/>
                  </a:lnTo>
                  <a:lnTo>
                    <a:pt x="30" y="3418"/>
                  </a:lnTo>
                  <a:lnTo>
                    <a:pt x="90" y="3551"/>
                  </a:lnTo>
                  <a:lnTo>
                    <a:pt x="211" y="3689"/>
                  </a:lnTo>
                  <a:lnTo>
                    <a:pt x="331" y="3816"/>
                  </a:lnTo>
                  <a:lnTo>
                    <a:pt x="511" y="3949"/>
                  </a:lnTo>
                  <a:lnTo>
                    <a:pt x="721" y="4071"/>
                  </a:lnTo>
                  <a:lnTo>
                    <a:pt x="961" y="4199"/>
                  </a:lnTo>
                  <a:lnTo>
                    <a:pt x="1202" y="4321"/>
                  </a:lnTo>
                  <a:lnTo>
                    <a:pt x="1532" y="4438"/>
                  </a:lnTo>
                  <a:lnTo>
                    <a:pt x="1862" y="4556"/>
                  </a:lnTo>
                  <a:lnTo>
                    <a:pt x="2223" y="4668"/>
                  </a:lnTo>
                  <a:lnTo>
                    <a:pt x="2613" y="4780"/>
                  </a:lnTo>
                  <a:lnTo>
                    <a:pt x="3034" y="4887"/>
                  </a:lnTo>
                  <a:lnTo>
                    <a:pt x="3514" y="4989"/>
                  </a:lnTo>
                  <a:lnTo>
                    <a:pt x="3995" y="5091"/>
                  </a:lnTo>
                  <a:lnTo>
                    <a:pt x="4506" y="5193"/>
                  </a:lnTo>
                  <a:lnTo>
                    <a:pt x="5046" y="5290"/>
                  </a:lnTo>
                  <a:lnTo>
                    <a:pt x="5617" y="5382"/>
                  </a:lnTo>
                  <a:lnTo>
                    <a:pt x="5947" y="5428"/>
                  </a:lnTo>
                  <a:lnTo>
                    <a:pt x="6308" y="5474"/>
                  </a:lnTo>
                  <a:lnTo>
                    <a:pt x="6668" y="5520"/>
                  </a:lnTo>
                  <a:lnTo>
                    <a:pt x="7089" y="5566"/>
                  </a:lnTo>
                  <a:lnTo>
                    <a:pt x="7509" y="5606"/>
                  </a:lnTo>
                  <a:lnTo>
                    <a:pt x="7960" y="5647"/>
                  </a:lnTo>
                  <a:lnTo>
                    <a:pt x="8921" y="5729"/>
                  </a:lnTo>
                  <a:lnTo>
                    <a:pt x="9972" y="5805"/>
                  </a:lnTo>
                  <a:lnTo>
                    <a:pt x="11113" y="5867"/>
                  </a:lnTo>
                  <a:lnTo>
                    <a:pt x="12285" y="5928"/>
                  </a:lnTo>
                  <a:lnTo>
                    <a:pt x="13546" y="5974"/>
                  </a:lnTo>
                  <a:lnTo>
                    <a:pt x="13726" y="5918"/>
                  </a:lnTo>
                  <a:lnTo>
                    <a:pt x="13966" y="5867"/>
                  </a:lnTo>
                  <a:lnTo>
                    <a:pt x="14207" y="5816"/>
                  </a:lnTo>
                  <a:lnTo>
                    <a:pt x="14477" y="5765"/>
                  </a:lnTo>
                  <a:lnTo>
                    <a:pt x="14777" y="5719"/>
                  </a:lnTo>
                  <a:lnTo>
                    <a:pt x="15108" y="5678"/>
                  </a:lnTo>
                  <a:lnTo>
                    <a:pt x="15438" y="5637"/>
                  </a:lnTo>
                  <a:lnTo>
                    <a:pt x="15799" y="5596"/>
                  </a:lnTo>
                  <a:lnTo>
                    <a:pt x="16219" y="5566"/>
                  </a:lnTo>
                  <a:lnTo>
                    <a:pt x="16640" y="5535"/>
                  </a:lnTo>
                  <a:lnTo>
                    <a:pt x="17090" y="5504"/>
                  </a:lnTo>
                  <a:lnTo>
                    <a:pt x="17571" y="5484"/>
                  </a:lnTo>
                  <a:lnTo>
                    <a:pt x="18081" y="5469"/>
                  </a:lnTo>
                  <a:lnTo>
                    <a:pt x="18622" y="5453"/>
                  </a:lnTo>
                  <a:lnTo>
                    <a:pt x="19223" y="5443"/>
                  </a:lnTo>
                  <a:lnTo>
                    <a:pt x="20094" y="5443"/>
                  </a:lnTo>
                  <a:lnTo>
                    <a:pt x="20784" y="5448"/>
                  </a:lnTo>
                  <a:lnTo>
                    <a:pt x="21445" y="5459"/>
                  </a:lnTo>
                  <a:lnTo>
                    <a:pt x="22046" y="5474"/>
                  </a:lnTo>
                  <a:lnTo>
                    <a:pt x="22616" y="5499"/>
                  </a:lnTo>
                  <a:lnTo>
                    <a:pt x="23157" y="5525"/>
                  </a:lnTo>
                  <a:lnTo>
                    <a:pt x="23638" y="5555"/>
                  </a:lnTo>
                  <a:lnTo>
                    <a:pt x="24088" y="5586"/>
                  </a:lnTo>
                  <a:lnTo>
                    <a:pt x="24509" y="5627"/>
                  </a:lnTo>
                  <a:lnTo>
                    <a:pt x="24899" y="5668"/>
                  </a:lnTo>
                  <a:lnTo>
                    <a:pt x="25259" y="5708"/>
                  </a:lnTo>
                  <a:lnTo>
                    <a:pt x="25590" y="5759"/>
                  </a:lnTo>
                  <a:lnTo>
                    <a:pt x="25890" y="5805"/>
                  </a:lnTo>
                  <a:lnTo>
                    <a:pt x="26161" y="5856"/>
                  </a:lnTo>
                  <a:lnTo>
                    <a:pt x="26401" y="5912"/>
                  </a:lnTo>
                  <a:lnTo>
                    <a:pt x="26611" y="5963"/>
                  </a:lnTo>
                  <a:lnTo>
                    <a:pt x="26821" y="6020"/>
                  </a:lnTo>
                  <a:lnTo>
                    <a:pt x="125906" y="6020"/>
                  </a:lnTo>
                  <a:lnTo>
                    <a:pt x="127017" y="6040"/>
                  </a:lnTo>
                  <a:lnTo>
                    <a:pt x="128128" y="6045"/>
                  </a:lnTo>
                  <a:lnTo>
                    <a:pt x="128969" y="6040"/>
                  </a:lnTo>
                  <a:lnTo>
                    <a:pt x="129840" y="6030"/>
                  </a:lnTo>
                  <a:lnTo>
                    <a:pt x="130681" y="6014"/>
                  </a:lnTo>
                  <a:lnTo>
                    <a:pt x="131492" y="5994"/>
                  </a:lnTo>
                  <a:lnTo>
                    <a:pt x="132303" y="5963"/>
                  </a:lnTo>
                  <a:lnTo>
                    <a:pt x="133114" y="5928"/>
                  </a:lnTo>
                  <a:lnTo>
                    <a:pt x="133895" y="5887"/>
                  </a:lnTo>
                  <a:lnTo>
                    <a:pt x="134646" y="5841"/>
                  </a:lnTo>
                  <a:lnTo>
                    <a:pt x="135397" y="5785"/>
                  </a:lnTo>
                  <a:lnTo>
                    <a:pt x="136087" y="5724"/>
                  </a:lnTo>
                  <a:lnTo>
                    <a:pt x="136778" y="5663"/>
                  </a:lnTo>
                  <a:lnTo>
                    <a:pt x="137409" y="5591"/>
                  </a:lnTo>
                  <a:lnTo>
                    <a:pt x="138040" y="5515"/>
                  </a:lnTo>
                  <a:lnTo>
                    <a:pt x="138610" y="5433"/>
                  </a:lnTo>
                  <a:lnTo>
                    <a:pt x="139151" y="5346"/>
                  </a:lnTo>
                  <a:lnTo>
                    <a:pt x="139662" y="5254"/>
                  </a:lnTo>
                  <a:lnTo>
                    <a:pt x="140202" y="5142"/>
                  </a:lnTo>
                  <a:lnTo>
                    <a:pt x="140713" y="5025"/>
                  </a:lnTo>
                  <a:lnTo>
                    <a:pt x="141223" y="4908"/>
                  </a:lnTo>
                  <a:lnTo>
                    <a:pt x="141674" y="4780"/>
                  </a:lnTo>
                  <a:lnTo>
                    <a:pt x="142124" y="4658"/>
                  </a:lnTo>
                  <a:lnTo>
                    <a:pt x="142545" y="4525"/>
                  </a:lnTo>
                  <a:lnTo>
                    <a:pt x="142935" y="4392"/>
                  </a:lnTo>
                  <a:lnTo>
                    <a:pt x="143296" y="4255"/>
                  </a:lnTo>
                  <a:lnTo>
                    <a:pt x="143656" y="4117"/>
                  </a:lnTo>
                  <a:lnTo>
                    <a:pt x="143957" y="3974"/>
                  </a:lnTo>
                  <a:lnTo>
                    <a:pt x="144227" y="3831"/>
                  </a:lnTo>
                  <a:lnTo>
                    <a:pt x="144467" y="3683"/>
                  </a:lnTo>
                  <a:lnTo>
                    <a:pt x="144677" y="3541"/>
                  </a:lnTo>
                  <a:lnTo>
                    <a:pt x="144858" y="3393"/>
                  </a:lnTo>
                  <a:lnTo>
                    <a:pt x="145008" y="3240"/>
                  </a:lnTo>
                  <a:lnTo>
                    <a:pt x="145128" y="3092"/>
                  </a:lnTo>
                  <a:lnTo>
                    <a:pt x="145188" y="2944"/>
                  </a:lnTo>
                  <a:lnTo>
                    <a:pt x="145218" y="2796"/>
                  </a:lnTo>
                  <a:lnTo>
                    <a:pt x="145218" y="2643"/>
                  </a:lnTo>
                  <a:lnTo>
                    <a:pt x="145158" y="2495"/>
                  </a:lnTo>
                  <a:lnTo>
                    <a:pt x="145068" y="2347"/>
                  </a:lnTo>
                  <a:lnTo>
                    <a:pt x="144918" y="2199"/>
                  </a:lnTo>
                  <a:lnTo>
                    <a:pt x="144768" y="2056"/>
                  </a:lnTo>
                  <a:lnTo>
                    <a:pt x="144527" y="1914"/>
                  </a:lnTo>
                  <a:lnTo>
                    <a:pt x="144257" y="1771"/>
                  </a:lnTo>
                  <a:lnTo>
                    <a:pt x="143957" y="1628"/>
                  </a:lnTo>
                  <a:lnTo>
                    <a:pt x="143596" y="1490"/>
                  </a:lnTo>
                  <a:lnTo>
                    <a:pt x="143176" y="1358"/>
                  </a:lnTo>
                  <a:lnTo>
                    <a:pt x="142695" y="1225"/>
                  </a:lnTo>
                  <a:lnTo>
                    <a:pt x="142185" y="1097"/>
                  </a:lnTo>
                  <a:lnTo>
                    <a:pt x="141614" y="975"/>
                  </a:lnTo>
                  <a:lnTo>
                    <a:pt x="141013" y="853"/>
                  </a:lnTo>
                  <a:lnTo>
                    <a:pt x="140653" y="797"/>
                  </a:lnTo>
                  <a:lnTo>
                    <a:pt x="140292" y="740"/>
                  </a:lnTo>
                  <a:lnTo>
                    <a:pt x="139932" y="684"/>
                  </a:lnTo>
                  <a:lnTo>
                    <a:pt x="139511" y="628"/>
                  </a:lnTo>
                  <a:lnTo>
                    <a:pt x="139061" y="577"/>
                  </a:lnTo>
                  <a:lnTo>
                    <a:pt x="138580" y="531"/>
                  </a:lnTo>
                  <a:lnTo>
                    <a:pt x="138100" y="480"/>
                  </a:lnTo>
                  <a:lnTo>
                    <a:pt x="137589" y="434"/>
                  </a:lnTo>
                  <a:lnTo>
                    <a:pt x="137049" y="388"/>
                  </a:lnTo>
                  <a:lnTo>
                    <a:pt x="136508" y="348"/>
                  </a:lnTo>
                  <a:lnTo>
                    <a:pt x="135937" y="307"/>
                  </a:lnTo>
                  <a:lnTo>
                    <a:pt x="135337" y="266"/>
                  </a:lnTo>
                  <a:lnTo>
                    <a:pt x="134105" y="200"/>
                  </a:lnTo>
                  <a:lnTo>
                    <a:pt x="132844" y="139"/>
                  </a:lnTo>
                  <a:lnTo>
                    <a:pt x="132633" y="195"/>
                  </a:lnTo>
                  <a:lnTo>
                    <a:pt x="132393" y="246"/>
                  </a:lnTo>
                  <a:lnTo>
                    <a:pt x="132153" y="297"/>
                  </a:lnTo>
                  <a:lnTo>
                    <a:pt x="131883" y="348"/>
                  </a:lnTo>
                  <a:lnTo>
                    <a:pt x="131582" y="394"/>
                  </a:lnTo>
                  <a:lnTo>
                    <a:pt x="131282" y="439"/>
                  </a:lnTo>
                  <a:lnTo>
                    <a:pt x="130922" y="480"/>
                  </a:lnTo>
                  <a:lnTo>
                    <a:pt x="130561" y="521"/>
                  </a:lnTo>
                  <a:lnTo>
                    <a:pt x="130141" y="557"/>
                  </a:lnTo>
                  <a:lnTo>
                    <a:pt x="129720" y="587"/>
                  </a:lnTo>
                  <a:lnTo>
                    <a:pt x="129270" y="613"/>
                  </a:lnTo>
                  <a:lnTo>
                    <a:pt x="128789" y="638"/>
                  </a:lnTo>
                  <a:lnTo>
                    <a:pt x="128248" y="654"/>
                  </a:lnTo>
                  <a:lnTo>
                    <a:pt x="127708" y="669"/>
                  </a:lnTo>
                  <a:lnTo>
                    <a:pt x="127137" y="674"/>
                  </a:lnTo>
                  <a:lnTo>
                    <a:pt x="126506" y="679"/>
                  </a:lnTo>
                  <a:lnTo>
                    <a:pt x="126236" y="679"/>
                  </a:lnTo>
                  <a:lnTo>
                    <a:pt x="125485" y="669"/>
                  </a:lnTo>
                  <a:lnTo>
                    <a:pt x="124764" y="659"/>
                  </a:lnTo>
                  <a:lnTo>
                    <a:pt x="124134" y="638"/>
                  </a:lnTo>
                  <a:lnTo>
                    <a:pt x="123533" y="618"/>
                  </a:lnTo>
                  <a:lnTo>
                    <a:pt x="122962" y="587"/>
                  </a:lnTo>
                  <a:lnTo>
                    <a:pt x="122452" y="552"/>
                  </a:lnTo>
                  <a:lnTo>
                    <a:pt x="121971" y="511"/>
                  </a:lnTo>
                  <a:lnTo>
                    <a:pt x="121551" y="470"/>
                  </a:lnTo>
                  <a:lnTo>
                    <a:pt x="121160" y="424"/>
                  </a:lnTo>
                  <a:lnTo>
                    <a:pt x="120800" y="373"/>
                  </a:lnTo>
                  <a:lnTo>
                    <a:pt x="120469" y="317"/>
                  </a:lnTo>
                  <a:lnTo>
                    <a:pt x="120169" y="266"/>
                  </a:lnTo>
                  <a:lnTo>
                    <a:pt x="119899" y="205"/>
                  </a:lnTo>
                  <a:lnTo>
                    <a:pt x="119689" y="149"/>
                  </a:lnTo>
                  <a:lnTo>
                    <a:pt x="119478" y="88"/>
                  </a:lnTo>
                  <a:lnTo>
                    <a:pt x="119298" y="21"/>
                  </a:lnTo>
                  <a:lnTo>
                    <a:pt x="19433" y="21"/>
                  </a:lnTo>
                  <a:lnTo>
                    <a:pt x="18231" y="6"/>
                  </a:lnTo>
                  <a:lnTo>
                    <a:pt x="17030" y="1"/>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81"/>
            <p:cNvSpPr/>
            <p:nvPr/>
          </p:nvSpPr>
          <p:spPr>
            <a:xfrm flipH="1">
              <a:off x="455297" y="1505292"/>
              <a:ext cx="8233498" cy="2021238"/>
            </a:xfrm>
            <a:custGeom>
              <a:avLst/>
              <a:gdLst/>
              <a:ahLst/>
              <a:cxnLst/>
              <a:rect l="l" t="t" r="r" b="b"/>
              <a:pathLst>
                <a:path w="145218" h="6046" fill="none" extrusionOk="0">
                  <a:moveTo>
                    <a:pt x="17030" y="1"/>
                  </a:moveTo>
                  <a:lnTo>
                    <a:pt x="17030" y="1"/>
                  </a:lnTo>
                  <a:lnTo>
                    <a:pt x="18231" y="6"/>
                  </a:lnTo>
                  <a:lnTo>
                    <a:pt x="19433" y="21"/>
                  </a:lnTo>
                  <a:lnTo>
                    <a:pt x="119298" y="21"/>
                  </a:lnTo>
                  <a:lnTo>
                    <a:pt x="119298" y="21"/>
                  </a:lnTo>
                  <a:lnTo>
                    <a:pt x="119478" y="88"/>
                  </a:lnTo>
                  <a:lnTo>
                    <a:pt x="119689" y="149"/>
                  </a:lnTo>
                  <a:lnTo>
                    <a:pt x="119899" y="205"/>
                  </a:lnTo>
                  <a:lnTo>
                    <a:pt x="120169" y="266"/>
                  </a:lnTo>
                  <a:lnTo>
                    <a:pt x="120469" y="317"/>
                  </a:lnTo>
                  <a:lnTo>
                    <a:pt x="120800" y="373"/>
                  </a:lnTo>
                  <a:lnTo>
                    <a:pt x="121160" y="424"/>
                  </a:lnTo>
                  <a:lnTo>
                    <a:pt x="121551" y="470"/>
                  </a:lnTo>
                  <a:lnTo>
                    <a:pt x="121971" y="511"/>
                  </a:lnTo>
                  <a:lnTo>
                    <a:pt x="122452" y="552"/>
                  </a:lnTo>
                  <a:lnTo>
                    <a:pt x="122962" y="587"/>
                  </a:lnTo>
                  <a:lnTo>
                    <a:pt x="123533" y="618"/>
                  </a:lnTo>
                  <a:lnTo>
                    <a:pt x="124134" y="638"/>
                  </a:lnTo>
                  <a:lnTo>
                    <a:pt x="124764" y="659"/>
                  </a:lnTo>
                  <a:lnTo>
                    <a:pt x="125485" y="669"/>
                  </a:lnTo>
                  <a:lnTo>
                    <a:pt x="126236" y="679"/>
                  </a:lnTo>
                  <a:lnTo>
                    <a:pt x="126236" y="679"/>
                  </a:lnTo>
                  <a:lnTo>
                    <a:pt x="126506" y="679"/>
                  </a:lnTo>
                  <a:lnTo>
                    <a:pt x="126506" y="679"/>
                  </a:lnTo>
                  <a:lnTo>
                    <a:pt x="127137" y="674"/>
                  </a:lnTo>
                  <a:lnTo>
                    <a:pt x="127708" y="669"/>
                  </a:lnTo>
                  <a:lnTo>
                    <a:pt x="128248" y="654"/>
                  </a:lnTo>
                  <a:lnTo>
                    <a:pt x="128789" y="638"/>
                  </a:lnTo>
                  <a:lnTo>
                    <a:pt x="129270" y="613"/>
                  </a:lnTo>
                  <a:lnTo>
                    <a:pt x="129720" y="587"/>
                  </a:lnTo>
                  <a:lnTo>
                    <a:pt x="130141" y="557"/>
                  </a:lnTo>
                  <a:lnTo>
                    <a:pt x="130561" y="521"/>
                  </a:lnTo>
                  <a:lnTo>
                    <a:pt x="130922" y="480"/>
                  </a:lnTo>
                  <a:lnTo>
                    <a:pt x="131282" y="439"/>
                  </a:lnTo>
                  <a:lnTo>
                    <a:pt x="131582" y="394"/>
                  </a:lnTo>
                  <a:lnTo>
                    <a:pt x="131883" y="348"/>
                  </a:lnTo>
                  <a:lnTo>
                    <a:pt x="132153" y="297"/>
                  </a:lnTo>
                  <a:lnTo>
                    <a:pt x="132393" y="246"/>
                  </a:lnTo>
                  <a:lnTo>
                    <a:pt x="132633" y="195"/>
                  </a:lnTo>
                  <a:lnTo>
                    <a:pt x="132844" y="139"/>
                  </a:lnTo>
                  <a:lnTo>
                    <a:pt x="132844" y="139"/>
                  </a:lnTo>
                  <a:lnTo>
                    <a:pt x="134105" y="200"/>
                  </a:lnTo>
                  <a:lnTo>
                    <a:pt x="135337" y="266"/>
                  </a:lnTo>
                  <a:lnTo>
                    <a:pt x="135937" y="307"/>
                  </a:lnTo>
                  <a:lnTo>
                    <a:pt x="136508" y="348"/>
                  </a:lnTo>
                  <a:lnTo>
                    <a:pt x="137049" y="388"/>
                  </a:lnTo>
                  <a:lnTo>
                    <a:pt x="137589" y="434"/>
                  </a:lnTo>
                  <a:lnTo>
                    <a:pt x="138100" y="480"/>
                  </a:lnTo>
                  <a:lnTo>
                    <a:pt x="138580" y="531"/>
                  </a:lnTo>
                  <a:lnTo>
                    <a:pt x="139061" y="577"/>
                  </a:lnTo>
                  <a:lnTo>
                    <a:pt x="139511" y="628"/>
                  </a:lnTo>
                  <a:lnTo>
                    <a:pt x="139932" y="684"/>
                  </a:lnTo>
                  <a:lnTo>
                    <a:pt x="140292" y="740"/>
                  </a:lnTo>
                  <a:lnTo>
                    <a:pt x="140653" y="797"/>
                  </a:lnTo>
                  <a:lnTo>
                    <a:pt x="141013" y="853"/>
                  </a:lnTo>
                  <a:lnTo>
                    <a:pt x="141013" y="853"/>
                  </a:lnTo>
                  <a:lnTo>
                    <a:pt x="141614" y="975"/>
                  </a:lnTo>
                  <a:lnTo>
                    <a:pt x="142185" y="1097"/>
                  </a:lnTo>
                  <a:lnTo>
                    <a:pt x="142695" y="1225"/>
                  </a:lnTo>
                  <a:lnTo>
                    <a:pt x="143176" y="1358"/>
                  </a:lnTo>
                  <a:lnTo>
                    <a:pt x="143596" y="1490"/>
                  </a:lnTo>
                  <a:lnTo>
                    <a:pt x="143957" y="1628"/>
                  </a:lnTo>
                  <a:lnTo>
                    <a:pt x="144257" y="1771"/>
                  </a:lnTo>
                  <a:lnTo>
                    <a:pt x="144527" y="1914"/>
                  </a:lnTo>
                  <a:lnTo>
                    <a:pt x="144768" y="2056"/>
                  </a:lnTo>
                  <a:lnTo>
                    <a:pt x="144918" y="2199"/>
                  </a:lnTo>
                  <a:lnTo>
                    <a:pt x="145068" y="2347"/>
                  </a:lnTo>
                  <a:lnTo>
                    <a:pt x="145158" y="2495"/>
                  </a:lnTo>
                  <a:lnTo>
                    <a:pt x="145218" y="2643"/>
                  </a:lnTo>
                  <a:lnTo>
                    <a:pt x="145218" y="2796"/>
                  </a:lnTo>
                  <a:lnTo>
                    <a:pt x="145188" y="2944"/>
                  </a:lnTo>
                  <a:lnTo>
                    <a:pt x="145128" y="3092"/>
                  </a:lnTo>
                  <a:lnTo>
                    <a:pt x="145008" y="3240"/>
                  </a:lnTo>
                  <a:lnTo>
                    <a:pt x="144858" y="3393"/>
                  </a:lnTo>
                  <a:lnTo>
                    <a:pt x="144677" y="3541"/>
                  </a:lnTo>
                  <a:lnTo>
                    <a:pt x="144467" y="3683"/>
                  </a:lnTo>
                  <a:lnTo>
                    <a:pt x="144227" y="3831"/>
                  </a:lnTo>
                  <a:lnTo>
                    <a:pt x="143957" y="3974"/>
                  </a:lnTo>
                  <a:lnTo>
                    <a:pt x="143656" y="4117"/>
                  </a:lnTo>
                  <a:lnTo>
                    <a:pt x="143296" y="4255"/>
                  </a:lnTo>
                  <a:lnTo>
                    <a:pt x="142935" y="4392"/>
                  </a:lnTo>
                  <a:lnTo>
                    <a:pt x="142545" y="4525"/>
                  </a:lnTo>
                  <a:lnTo>
                    <a:pt x="142124" y="4658"/>
                  </a:lnTo>
                  <a:lnTo>
                    <a:pt x="141674" y="4780"/>
                  </a:lnTo>
                  <a:lnTo>
                    <a:pt x="141223" y="4908"/>
                  </a:lnTo>
                  <a:lnTo>
                    <a:pt x="140713" y="5025"/>
                  </a:lnTo>
                  <a:lnTo>
                    <a:pt x="140202" y="5142"/>
                  </a:lnTo>
                  <a:lnTo>
                    <a:pt x="139662" y="5254"/>
                  </a:lnTo>
                  <a:lnTo>
                    <a:pt x="139662" y="5254"/>
                  </a:lnTo>
                  <a:lnTo>
                    <a:pt x="139151" y="5346"/>
                  </a:lnTo>
                  <a:lnTo>
                    <a:pt x="138610" y="5433"/>
                  </a:lnTo>
                  <a:lnTo>
                    <a:pt x="138040" y="5515"/>
                  </a:lnTo>
                  <a:lnTo>
                    <a:pt x="137409" y="5591"/>
                  </a:lnTo>
                  <a:lnTo>
                    <a:pt x="136778" y="5663"/>
                  </a:lnTo>
                  <a:lnTo>
                    <a:pt x="136087" y="5724"/>
                  </a:lnTo>
                  <a:lnTo>
                    <a:pt x="135397" y="5785"/>
                  </a:lnTo>
                  <a:lnTo>
                    <a:pt x="134646" y="5841"/>
                  </a:lnTo>
                  <a:lnTo>
                    <a:pt x="133895" y="5887"/>
                  </a:lnTo>
                  <a:lnTo>
                    <a:pt x="133114" y="5928"/>
                  </a:lnTo>
                  <a:lnTo>
                    <a:pt x="132303" y="5963"/>
                  </a:lnTo>
                  <a:lnTo>
                    <a:pt x="131492" y="5994"/>
                  </a:lnTo>
                  <a:lnTo>
                    <a:pt x="130681" y="6014"/>
                  </a:lnTo>
                  <a:lnTo>
                    <a:pt x="129840" y="6030"/>
                  </a:lnTo>
                  <a:lnTo>
                    <a:pt x="128969" y="6040"/>
                  </a:lnTo>
                  <a:lnTo>
                    <a:pt x="128128" y="6045"/>
                  </a:lnTo>
                  <a:lnTo>
                    <a:pt x="128128" y="6045"/>
                  </a:lnTo>
                  <a:lnTo>
                    <a:pt x="127017" y="6040"/>
                  </a:lnTo>
                  <a:lnTo>
                    <a:pt x="125906" y="6020"/>
                  </a:lnTo>
                  <a:lnTo>
                    <a:pt x="26821" y="6020"/>
                  </a:lnTo>
                  <a:lnTo>
                    <a:pt x="26821" y="6020"/>
                  </a:lnTo>
                  <a:lnTo>
                    <a:pt x="26611" y="5963"/>
                  </a:lnTo>
                  <a:lnTo>
                    <a:pt x="26401" y="5912"/>
                  </a:lnTo>
                  <a:lnTo>
                    <a:pt x="26161" y="5856"/>
                  </a:lnTo>
                  <a:lnTo>
                    <a:pt x="25890" y="5805"/>
                  </a:lnTo>
                  <a:lnTo>
                    <a:pt x="25590" y="5759"/>
                  </a:lnTo>
                  <a:lnTo>
                    <a:pt x="25259" y="5708"/>
                  </a:lnTo>
                  <a:lnTo>
                    <a:pt x="24899" y="5668"/>
                  </a:lnTo>
                  <a:lnTo>
                    <a:pt x="24509" y="5627"/>
                  </a:lnTo>
                  <a:lnTo>
                    <a:pt x="24088" y="5586"/>
                  </a:lnTo>
                  <a:lnTo>
                    <a:pt x="23638" y="5555"/>
                  </a:lnTo>
                  <a:lnTo>
                    <a:pt x="23157" y="5525"/>
                  </a:lnTo>
                  <a:lnTo>
                    <a:pt x="22616" y="5499"/>
                  </a:lnTo>
                  <a:lnTo>
                    <a:pt x="22046" y="5474"/>
                  </a:lnTo>
                  <a:lnTo>
                    <a:pt x="21445" y="5459"/>
                  </a:lnTo>
                  <a:lnTo>
                    <a:pt x="20784" y="5448"/>
                  </a:lnTo>
                  <a:lnTo>
                    <a:pt x="20094" y="5443"/>
                  </a:lnTo>
                  <a:lnTo>
                    <a:pt x="20094" y="5443"/>
                  </a:lnTo>
                  <a:lnTo>
                    <a:pt x="19823" y="5443"/>
                  </a:lnTo>
                  <a:lnTo>
                    <a:pt x="19823" y="5443"/>
                  </a:lnTo>
                  <a:lnTo>
                    <a:pt x="19223" y="5443"/>
                  </a:lnTo>
                  <a:lnTo>
                    <a:pt x="18622" y="5453"/>
                  </a:lnTo>
                  <a:lnTo>
                    <a:pt x="18081" y="5469"/>
                  </a:lnTo>
                  <a:lnTo>
                    <a:pt x="17571" y="5484"/>
                  </a:lnTo>
                  <a:lnTo>
                    <a:pt x="17090" y="5504"/>
                  </a:lnTo>
                  <a:lnTo>
                    <a:pt x="16640" y="5535"/>
                  </a:lnTo>
                  <a:lnTo>
                    <a:pt x="16219" y="5566"/>
                  </a:lnTo>
                  <a:lnTo>
                    <a:pt x="15799" y="5596"/>
                  </a:lnTo>
                  <a:lnTo>
                    <a:pt x="15438" y="5637"/>
                  </a:lnTo>
                  <a:lnTo>
                    <a:pt x="15108" y="5678"/>
                  </a:lnTo>
                  <a:lnTo>
                    <a:pt x="14777" y="5719"/>
                  </a:lnTo>
                  <a:lnTo>
                    <a:pt x="14477" y="5765"/>
                  </a:lnTo>
                  <a:lnTo>
                    <a:pt x="14207" y="5816"/>
                  </a:lnTo>
                  <a:lnTo>
                    <a:pt x="13966" y="5867"/>
                  </a:lnTo>
                  <a:lnTo>
                    <a:pt x="13726" y="5918"/>
                  </a:lnTo>
                  <a:lnTo>
                    <a:pt x="13546" y="5974"/>
                  </a:lnTo>
                  <a:lnTo>
                    <a:pt x="13546" y="5974"/>
                  </a:lnTo>
                  <a:lnTo>
                    <a:pt x="12285" y="5928"/>
                  </a:lnTo>
                  <a:lnTo>
                    <a:pt x="11113" y="5867"/>
                  </a:lnTo>
                  <a:lnTo>
                    <a:pt x="9972" y="5805"/>
                  </a:lnTo>
                  <a:lnTo>
                    <a:pt x="8921" y="5729"/>
                  </a:lnTo>
                  <a:lnTo>
                    <a:pt x="7960" y="5647"/>
                  </a:lnTo>
                  <a:lnTo>
                    <a:pt x="7509" y="5606"/>
                  </a:lnTo>
                  <a:lnTo>
                    <a:pt x="7089" y="5566"/>
                  </a:lnTo>
                  <a:lnTo>
                    <a:pt x="6668" y="5520"/>
                  </a:lnTo>
                  <a:lnTo>
                    <a:pt x="6308" y="5474"/>
                  </a:lnTo>
                  <a:lnTo>
                    <a:pt x="5947" y="5428"/>
                  </a:lnTo>
                  <a:lnTo>
                    <a:pt x="5617" y="5382"/>
                  </a:lnTo>
                  <a:lnTo>
                    <a:pt x="5617" y="5382"/>
                  </a:lnTo>
                  <a:lnTo>
                    <a:pt x="5046" y="5290"/>
                  </a:lnTo>
                  <a:lnTo>
                    <a:pt x="4506" y="5193"/>
                  </a:lnTo>
                  <a:lnTo>
                    <a:pt x="3995" y="5091"/>
                  </a:lnTo>
                  <a:lnTo>
                    <a:pt x="3514" y="4989"/>
                  </a:lnTo>
                  <a:lnTo>
                    <a:pt x="3034" y="4887"/>
                  </a:lnTo>
                  <a:lnTo>
                    <a:pt x="2613" y="4780"/>
                  </a:lnTo>
                  <a:lnTo>
                    <a:pt x="2223" y="4668"/>
                  </a:lnTo>
                  <a:lnTo>
                    <a:pt x="1862" y="4556"/>
                  </a:lnTo>
                  <a:lnTo>
                    <a:pt x="1532" y="4438"/>
                  </a:lnTo>
                  <a:lnTo>
                    <a:pt x="1202" y="4321"/>
                  </a:lnTo>
                  <a:lnTo>
                    <a:pt x="961" y="4199"/>
                  </a:lnTo>
                  <a:lnTo>
                    <a:pt x="721" y="4071"/>
                  </a:lnTo>
                  <a:lnTo>
                    <a:pt x="511" y="3949"/>
                  </a:lnTo>
                  <a:lnTo>
                    <a:pt x="331" y="3816"/>
                  </a:lnTo>
                  <a:lnTo>
                    <a:pt x="211" y="3689"/>
                  </a:lnTo>
                  <a:lnTo>
                    <a:pt x="90" y="3551"/>
                  </a:lnTo>
                  <a:lnTo>
                    <a:pt x="30" y="3418"/>
                  </a:lnTo>
                  <a:lnTo>
                    <a:pt x="0" y="3281"/>
                  </a:lnTo>
                  <a:lnTo>
                    <a:pt x="30" y="3138"/>
                  </a:lnTo>
                  <a:lnTo>
                    <a:pt x="60" y="2995"/>
                  </a:lnTo>
                  <a:lnTo>
                    <a:pt x="151" y="2852"/>
                  </a:lnTo>
                  <a:lnTo>
                    <a:pt x="271" y="2704"/>
                  </a:lnTo>
                  <a:lnTo>
                    <a:pt x="421" y="2556"/>
                  </a:lnTo>
                  <a:lnTo>
                    <a:pt x="601" y="2408"/>
                  </a:lnTo>
                  <a:lnTo>
                    <a:pt x="841" y="2255"/>
                  </a:lnTo>
                  <a:lnTo>
                    <a:pt x="1112" y="2102"/>
                  </a:lnTo>
                  <a:lnTo>
                    <a:pt x="1442" y="1944"/>
                  </a:lnTo>
                  <a:lnTo>
                    <a:pt x="1772" y="1786"/>
                  </a:lnTo>
                  <a:lnTo>
                    <a:pt x="2163" y="1628"/>
                  </a:lnTo>
                  <a:lnTo>
                    <a:pt x="2613" y="1465"/>
                  </a:lnTo>
                  <a:lnTo>
                    <a:pt x="3094" y="1307"/>
                  </a:lnTo>
                  <a:lnTo>
                    <a:pt x="3604" y="1143"/>
                  </a:lnTo>
                  <a:lnTo>
                    <a:pt x="3604" y="1143"/>
                  </a:lnTo>
                  <a:lnTo>
                    <a:pt x="3845" y="1067"/>
                  </a:lnTo>
                  <a:lnTo>
                    <a:pt x="4115" y="995"/>
                  </a:lnTo>
                  <a:lnTo>
                    <a:pt x="4415" y="929"/>
                  </a:lnTo>
                  <a:lnTo>
                    <a:pt x="4686" y="863"/>
                  </a:lnTo>
                  <a:lnTo>
                    <a:pt x="5016" y="797"/>
                  </a:lnTo>
                  <a:lnTo>
                    <a:pt x="5347" y="740"/>
                  </a:lnTo>
                  <a:lnTo>
                    <a:pt x="5677" y="679"/>
                  </a:lnTo>
                  <a:lnTo>
                    <a:pt x="6037" y="623"/>
                  </a:lnTo>
                  <a:lnTo>
                    <a:pt x="6398" y="572"/>
                  </a:lnTo>
                  <a:lnTo>
                    <a:pt x="6758" y="521"/>
                  </a:lnTo>
                  <a:lnTo>
                    <a:pt x="7149" y="475"/>
                  </a:lnTo>
                  <a:lnTo>
                    <a:pt x="7539" y="429"/>
                  </a:lnTo>
                  <a:lnTo>
                    <a:pt x="8380" y="343"/>
                  </a:lnTo>
                  <a:lnTo>
                    <a:pt x="9221" y="271"/>
                  </a:lnTo>
                  <a:lnTo>
                    <a:pt x="10122" y="205"/>
                  </a:lnTo>
                  <a:lnTo>
                    <a:pt x="11053" y="154"/>
                  </a:lnTo>
                  <a:lnTo>
                    <a:pt x="12014" y="103"/>
                  </a:lnTo>
                  <a:lnTo>
                    <a:pt x="12975" y="67"/>
                  </a:lnTo>
                  <a:lnTo>
                    <a:pt x="13966" y="37"/>
                  </a:lnTo>
                  <a:lnTo>
                    <a:pt x="14988" y="16"/>
                  </a:lnTo>
                  <a:lnTo>
                    <a:pt x="16009" y="6"/>
                  </a:lnTo>
                  <a:lnTo>
                    <a:pt x="1703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81"/>
            <p:cNvSpPr/>
            <p:nvPr/>
          </p:nvSpPr>
          <p:spPr>
            <a:xfrm flipH="1">
              <a:off x="7116954" y="3502121"/>
              <a:ext cx="866848" cy="663605"/>
            </a:xfrm>
            <a:custGeom>
              <a:avLst/>
              <a:gdLst/>
              <a:ahLst/>
              <a:cxnLst/>
              <a:rect l="l" t="t" r="r" b="b"/>
              <a:pathLst>
                <a:path w="15289" h="1985" extrusionOk="0">
                  <a:moveTo>
                    <a:pt x="1112" y="1"/>
                  </a:moveTo>
                  <a:lnTo>
                    <a:pt x="902" y="57"/>
                  </a:lnTo>
                  <a:lnTo>
                    <a:pt x="752" y="113"/>
                  </a:lnTo>
                  <a:lnTo>
                    <a:pt x="601" y="174"/>
                  </a:lnTo>
                  <a:lnTo>
                    <a:pt x="451" y="235"/>
                  </a:lnTo>
                  <a:lnTo>
                    <a:pt x="241" y="353"/>
                  </a:lnTo>
                  <a:lnTo>
                    <a:pt x="121" y="475"/>
                  </a:lnTo>
                  <a:lnTo>
                    <a:pt x="31" y="592"/>
                  </a:lnTo>
                  <a:lnTo>
                    <a:pt x="1" y="699"/>
                  </a:lnTo>
                  <a:lnTo>
                    <a:pt x="1" y="801"/>
                  </a:lnTo>
                  <a:lnTo>
                    <a:pt x="31" y="893"/>
                  </a:lnTo>
                  <a:lnTo>
                    <a:pt x="91" y="980"/>
                  </a:lnTo>
                  <a:lnTo>
                    <a:pt x="181" y="1072"/>
                  </a:lnTo>
                  <a:lnTo>
                    <a:pt x="301" y="1164"/>
                  </a:lnTo>
                  <a:lnTo>
                    <a:pt x="421" y="1255"/>
                  </a:lnTo>
                  <a:lnTo>
                    <a:pt x="631" y="1342"/>
                  </a:lnTo>
                  <a:lnTo>
                    <a:pt x="842" y="1434"/>
                  </a:lnTo>
                  <a:lnTo>
                    <a:pt x="1142" y="1516"/>
                  </a:lnTo>
                  <a:lnTo>
                    <a:pt x="1472" y="1597"/>
                  </a:lnTo>
                  <a:lnTo>
                    <a:pt x="1683" y="1638"/>
                  </a:lnTo>
                  <a:lnTo>
                    <a:pt x="1893" y="1674"/>
                  </a:lnTo>
                  <a:lnTo>
                    <a:pt x="2133" y="1709"/>
                  </a:lnTo>
                  <a:lnTo>
                    <a:pt x="2373" y="1745"/>
                  </a:lnTo>
                  <a:lnTo>
                    <a:pt x="2644" y="1781"/>
                  </a:lnTo>
                  <a:lnTo>
                    <a:pt x="2944" y="1811"/>
                  </a:lnTo>
                  <a:lnTo>
                    <a:pt x="3274" y="1837"/>
                  </a:lnTo>
                  <a:lnTo>
                    <a:pt x="3605" y="1862"/>
                  </a:lnTo>
                  <a:lnTo>
                    <a:pt x="3965" y="1888"/>
                  </a:lnTo>
                  <a:lnTo>
                    <a:pt x="4356" y="1908"/>
                  </a:lnTo>
                  <a:lnTo>
                    <a:pt x="4776" y="1929"/>
                  </a:lnTo>
                  <a:lnTo>
                    <a:pt x="5197" y="1949"/>
                  </a:lnTo>
                  <a:lnTo>
                    <a:pt x="5647" y="1959"/>
                  </a:lnTo>
                  <a:lnTo>
                    <a:pt x="6158" y="1970"/>
                  </a:lnTo>
                  <a:lnTo>
                    <a:pt x="6668" y="1980"/>
                  </a:lnTo>
                  <a:lnTo>
                    <a:pt x="7209" y="1985"/>
                  </a:lnTo>
                  <a:lnTo>
                    <a:pt x="8110" y="1985"/>
                  </a:lnTo>
                  <a:lnTo>
                    <a:pt x="8621" y="1975"/>
                  </a:lnTo>
                  <a:lnTo>
                    <a:pt x="9101" y="1964"/>
                  </a:lnTo>
                  <a:lnTo>
                    <a:pt x="9552" y="1949"/>
                  </a:lnTo>
                  <a:lnTo>
                    <a:pt x="10002" y="1934"/>
                  </a:lnTo>
                  <a:lnTo>
                    <a:pt x="10423" y="1908"/>
                  </a:lnTo>
                  <a:lnTo>
                    <a:pt x="10813" y="1883"/>
                  </a:lnTo>
                  <a:lnTo>
                    <a:pt x="11204" y="1857"/>
                  </a:lnTo>
                  <a:lnTo>
                    <a:pt x="11564" y="1827"/>
                  </a:lnTo>
                  <a:lnTo>
                    <a:pt x="11894" y="1791"/>
                  </a:lnTo>
                  <a:lnTo>
                    <a:pt x="12225" y="1755"/>
                  </a:lnTo>
                  <a:lnTo>
                    <a:pt x="12525" y="1715"/>
                  </a:lnTo>
                  <a:lnTo>
                    <a:pt x="12825" y="1674"/>
                  </a:lnTo>
                  <a:lnTo>
                    <a:pt x="13096" y="1633"/>
                  </a:lnTo>
                  <a:lnTo>
                    <a:pt x="13336" y="1587"/>
                  </a:lnTo>
                  <a:lnTo>
                    <a:pt x="13576" y="1541"/>
                  </a:lnTo>
                  <a:lnTo>
                    <a:pt x="13997" y="1444"/>
                  </a:lnTo>
                  <a:lnTo>
                    <a:pt x="14357" y="1347"/>
                  </a:lnTo>
                  <a:lnTo>
                    <a:pt x="14658" y="1245"/>
                  </a:lnTo>
                  <a:lnTo>
                    <a:pt x="14898" y="1143"/>
                  </a:lnTo>
                  <a:lnTo>
                    <a:pt x="15078" y="1046"/>
                  </a:lnTo>
                  <a:lnTo>
                    <a:pt x="15198" y="949"/>
                  </a:lnTo>
                  <a:lnTo>
                    <a:pt x="15258" y="858"/>
                  </a:lnTo>
                  <a:lnTo>
                    <a:pt x="15288" y="776"/>
                  </a:lnTo>
                  <a:lnTo>
                    <a:pt x="15288" y="699"/>
                  </a:lnTo>
                  <a:lnTo>
                    <a:pt x="15288" y="618"/>
                  </a:lnTo>
                  <a:lnTo>
                    <a:pt x="15228" y="531"/>
                  </a:lnTo>
                  <a:lnTo>
                    <a:pt x="15138" y="439"/>
                  </a:lnTo>
                  <a:lnTo>
                    <a:pt x="15018" y="342"/>
                  </a:lnTo>
                  <a:lnTo>
                    <a:pt x="14868" y="246"/>
                  </a:lnTo>
                  <a:lnTo>
                    <a:pt x="14658" y="144"/>
                  </a:lnTo>
                  <a:lnTo>
                    <a:pt x="14387" y="47"/>
                  </a:lnTo>
                  <a:lnTo>
                    <a:pt x="7509" y="47"/>
                  </a:lnTo>
                  <a:lnTo>
                    <a:pt x="6428" y="67"/>
                  </a:lnTo>
                  <a:lnTo>
                    <a:pt x="4236" y="67"/>
                  </a:lnTo>
                  <a:lnTo>
                    <a:pt x="3184" y="52"/>
                  </a:lnTo>
                  <a:lnTo>
                    <a:pt x="2133" y="31"/>
                  </a:lnTo>
                  <a:lnTo>
                    <a:pt x="1112" y="1"/>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81"/>
            <p:cNvSpPr/>
            <p:nvPr/>
          </p:nvSpPr>
          <p:spPr>
            <a:xfrm flipH="1">
              <a:off x="7116954" y="3502121"/>
              <a:ext cx="866848" cy="663605"/>
            </a:xfrm>
            <a:custGeom>
              <a:avLst/>
              <a:gdLst/>
              <a:ahLst/>
              <a:cxnLst/>
              <a:rect l="l" t="t" r="r" b="b"/>
              <a:pathLst>
                <a:path w="15289" h="1985" fill="none" extrusionOk="0">
                  <a:moveTo>
                    <a:pt x="1112" y="1"/>
                  </a:moveTo>
                  <a:lnTo>
                    <a:pt x="1112" y="1"/>
                  </a:lnTo>
                  <a:lnTo>
                    <a:pt x="2133" y="31"/>
                  </a:lnTo>
                  <a:lnTo>
                    <a:pt x="3184" y="52"/>
                  </a:lnTo>
                  <a:lnTo>
                    <a:pt x="4236" y="67"/>
                  </a:lnTo>
                  <a:lnTo>
                    <a:pt x="5317" y="67"/>
                  </a:lnTo>
                  <a:lnTo>
                    <a:pt x="5317" y="67"/>
                  </a:lnTo>
                  <a:lnTo>
                    <a:pt x="6428" y="67"/>
                  </a:lnTo>
                  <a:lnTo>
                    <a:pt x="7509" y="47"/>
                  </a:lnTo>
                  <a:lnTo>
                    <a:pt x="14387" y="47"/>
                  </a:lnTo>
                  <a:lnTo>
                    <a:pt x="14387" y="47"/>
                  </a:lnTo>
                  <a:lnTo>
                    <a:pt x="14658" y="144"/>
                  </a:lnTo>
                  <a:lnTo>
                    <a:pt x="14868" y="246"/>
                  </a:lnTo>
                  <a:lnTo>
                    <a:pt x="15018" y="342"/>
                  </a:lnTo>
                  <a:lnTo>
                    <a:pt x="15138" y="439"/>
                  </a:lnTo>
                  <a:lnTo>
                    <a:pt x="15228" y="531"/>
                  </a:lnTo>
                  <a:lnTo>
                    <a:pt x="15288" y="618"/>
                  </a:lnTo>
                  <a:lnTo>
                    <a:pt x="15288" y="699"/>
                  </a:lnTo>
                  <a:lnTo>
                    <a:pt x="15288" y="776"/>
                  </a:lnTo>
                  <a:lnTo>
                    <a:pt x="15288" y="776"/>
                  </a:lnTo>
                  <a:lnTo>
                    <a:pt x="15258" y="858"/>
                  </a:lnTo>
                  <a:lnTo>
                    <a:pt x="15198" y="949"/>
                  </a:lnTo>
                  <a:lnTo>
                    <a:pt x="15078" y="1046"/>
                  </a:lnTo>
                  <a:lnTo>
                    <a:pt x="14898" y="1143"/>
                  </a:lnTo>
                  <a:lnTo>
                    <a:pt x="14658" y="1245"/>
                  </a:lnTo>
                  <a:lnTo>
                    <a:pt x="14357" y="1347"/>
                  </a:lnTo>
                  <a:lnTo>
                    <a:pt x="13997" y="1444"/>
                  </a:lnTo>
                  <a:lnTo>
                    <a:pt x="13576" y="1541"/>
                  </a:lnTo>
                  <a:lnTo>
                    <a:pt x="13336" y="1587"/>
                  </a:lnTo>
                  <a:lnTo>
                    <a:pt x="13096" y="1633"/>
                  </a:lnTo>
                  <a:lnTo>
                    <a:pt x="12825" y="1674"/>
                  </a:lnTo>
                  <a:lnTo>
                    <a:pt x="12525" y="1715"/>
                  </a:lnTo>
                  <a:lnTo>
                    <a:pt x="12225" y="1755"/>
                  </a:lnTo>
                  <a:lnTo>
                    <a:pt x="11894" y="1791"/>
                  </a:lnTo>
                  <a:lnTo>
                    <a:pt x="11564" y="1827"/>
                  </a:lnTo>
                  <a:lnTo>
                    <a:pt x="11204" y="1857"/>
                  </a:lnTo>
                  <a:lnTo>
                    <a:pt x="10813" y="1883"/>
                  </a:lnTo>
                  <a:lnTo>
                    <a:pt x="10423" y="1908"/>
                  </a:lnTo>
                  <a:lnTo>
                    <a:pt x="10002" y="1934"/>
                  </a:lnTo>
                  <a:lnTo>
                    <a:pt x="9552" y="1949"/>
                  </a:lnTo>
                  <a:lnTo>
                    <a:pt x="9101" y="1964"/>
                  </a:lnTo>
                  <a:lnTo>
                    <a:pt x="8621" y="1975"/>
                  </a:lnTo>
                  <a:lnTo>
                    <a:pt x="8110" y="1985"/>
                  </a:lnTo>
                  <a:lnTo>
                    <a:pt x="7569" y="1985"/>
                  </a:lnTo>
                  <a:lnTo>
                    <a:pt x="7569" y="1985"/>
                  </a:lnTo>
                  <a:lnTo>
                    <a:pt x="7209" y="1985"/>
                  </a:lnTo>
                  <a:lnTo>
                    <a:pt x="7209" y="1985"/>
                  </a:lnTo>
                  <a:lnTo>
                    <a:pt x="6668" y="1980"/>
                  </a:lnTo>
                  <a:lnTo>
                    <a:pt x="6158" y="1970"/>
                  </a:lnTo>
                  <a:lnTo>
                    <a:pt x="5647" y="1959"/>
                  </a:lnTo>
                  <a:lnTo>
                    <a:pt x="5197" y="1949"/>
                  </a:lnTo>
                  <a:lnTo>
                    <a:pt x="4776" y="1929"/>
                  </a:lnTo>
                  <a:lnTo>
                    <a:pt x="4356" y="1908"/>
                  </a:lnTo>
                  <a:lnTo>
                    <a:pt x="3965" y="1888"/>
                  </a:lnTo>
                  <a:lnTo>
                    <a:pt x="3605" y="1862"/>
                  </a:lnTo>
                  <a:lnTo>
                    <a:pt x="3274" y="1837"/>
                  </a:lnTo>
                  <a:lnTo>
                    <a:pt x="2944" y="1811"/>
                  </a:lnTo>
                  <a:lnTo>
                    <a:pt x="2644" y="1781"/>
                  </a:lnTo>
                  <a:lnTo>
                    <a:pt x="2373" y="1745"/>
                  </a:lnTo>
                  <a:lnTo>
                    <a:pt x="2133" y="1709"/>
                  </a:lnTo>
                  <a:lnTo>
                    <a:pt x="1893" y="1674"/>
                  </a:lnTo>
                  <a:lnTo>
                    <a:pt x="1683" y="1638"/>
                  </a:lnTo>
                  <a:lnTo>
                    <a:pt x="1472" y="1597"/>
                  </a:lnTo>
                  <a:lnTo>
                    <a:pt x="1142" y="1516"/>
                  </a:lnTo>
                  <a:lnTo>
                    <a:pt x="842" y="1434"/>
                  </a:lnTo>
                  <a:lnTo>
                    <a:pt x="631" y="1342"/>
                  </a:lnTo>
                  <a:lnTo>
                    <a:pt x="421" y="1255"/>
                  </a:lnTo>
                  <a:lnTo>
                    <a:pt x="301" y="1164"/>
                  </a:lnTo>
                  <a:lnTo>
                    <a:pt x="181" y="1072"/>
                  </a:lnTo>
                  <a:lnTo>
                    <a:pt x="91" y="980"/>
                  </a:lnTo>
                  <a:lnTo>
                    <a:pt x="31" y="893"/>
                  </a:lnTo>
                  <a:lnTo>
                    <a:pt x="31" y="893"/>
                  </a:lnTo>
                  <a:lnTo>
                    <a:pt x="1" y="801"/>
                  </a:lnTo>
                  <a:lnTo>
                    <a:pt x="1" y="699"/>
                  </a:lnTo>
                  <a:lnTo>
                    <a:pt x="31" y="592"/>
                  </a:lnTo>
                  <a:lnTo>
                    <a:pt x="121" y="475"/>
                  </a:lnTo>
                  <a:lnTo>
                    <a:pt x="241" y="353"/>
                  </a:lnTo>
                  <a:lnTo>
                    <a:pt x="451" y="235"/>
                  </a:lnTo>
                  <a:lnTo>
                    <a:pt x="601" y="174"/>
                  </a:lnTo>
                  <a:lnTo>
                    <a:pt x="752" y="113"/>
                  </a:lnTo>
                  <a:lnTo>
                    <a:pt x="902" y="57"/>
                  </a:lnTo>
                  <a:lnTo>
                    <a:pt x="111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81"/>
            <p:cNvSpPr/>
            <p:nvPr/>
          </p:nvSpPr>
          <p:spPr>
            <a:xfrm flipH="1">
              <a:off x="7168037" y="3324937"/>
              <a:ext cx="752773" cy="199583"/>
            </a:xfrm>
            <a:custGeom>
              <a:avLst/>
              <a:gdLst/>
              <a:ahLst/>
              <a:cxnLst/>
              <a:rect l="l" t="t" r="r" b="b"/>
              <a:pathLst>
                <a:path w="13277" h="597" extrusionOk="0">
                  <a:moveTo>
                    <a:pt x="5678" y="0"/>
                  </a:moveTo>
                  <a:lnTo>
                    <a:pt x="5077" y="10"/>
                  </a:lnTo>
                  <a:lnTo>
                    <a:pt x="4536" y="26"/>
                  </a:lnTo>
                  <a:lnTo>
                    <a:pt x="4026" y="41"/>
                  </a:lnTo>
                  <a:lnTo>
                    <a:pt x="3545" y="61"/>
                  </a:lnTo>
                  <a:lnTo>
                    <a:pt x="3095" y="92"/>
                  </a:lnTo>
                  <a:lnTo>
                    <a:pt x="2674" y="123"/>
                  </a:lnTo>
                  <a:lnTo>
                    <a:pt x="2254" y="153"/>
                  </a:lnTo>
                  <a:lnTo>
                    <a:pt x="1893" y="194"/>
                  </a:lnTo>
                  <a:lnTo>
                    <a:pt x="1563" y="235"/>
                  </a:lnTo>
                  <a:lnTo>
                    <a:pt x="1232" y="276"/>
                  </a:lnTo>
                  <a:lnTo>
                    <a:pt x="932" y="322"/>
                  </a:lnTo>
                  <a:lnTo>
                    <a:pt x="662" y="373"/>
                  </a:lnTo>
                  <a:lnTo>
                    <a:pt x="421" y="424"/>
                  </a:lnTo>
                  <a:lnTo>
                    <a:pt x="181" y="475"/>
                  </a:lnTo>
                  <a:lnTo>
                    <a:pt x="1" y="531"/>
                  </a:lnTo>
                  <a:lnTo>
                    <a:pt x="1022" y="561"/>
                  </a:lnTo>
                  <a:lnTo>
                    <a:pt x="2073" y="582"/>
                  </a:lnTo>
                  <a:lnTo>
                    <a:pt x="3125" y="597"/>
                  </a:lnTo>
                  <a:lnTo>
                    <a:pt x="5317" y="597"/>
                  </a:lnTo>
                  <a:lnTo>
                    <a:pt x="6398" y="577"/>
                  </a:lnTo>
                  <a:lnTo>
                    <a:pt x="13276" y="577"/>
                  </a:lnTo>
                  <a:lnTo>
                    <a:pt x="13066" y="520"/>
                  </a:lnTo>
                  <a:lnTo>
                    <a:pt x="12856" y="469"/>
                  </a:lnTo>
                  <a:lnTo>
                    <a:pt x="12616" y="413"/>
                  </a:lnTo>
                  <a:lnTo>
                    <a:pt x="12345" y="362"/>
                  </a:lnTo>
                  <a:lnTo>
                    <a:pt x="12045" y="316"/>
                  </a:lnTo>
                  <a:lnTo>
                    <a:pt x="11714" y="265"/>
                  </a:lnTo>
                  <a:lnTo>
                    <a:pt x="11354" y="225"/>
                  </a:lnTo>
                  <a:lnTo>
                    <a:pt x="10964" y="184"/>
                  </a:lnTo>
                  <a:lnTo>
                    <a:pt x="10543" y="143"/>
                  </a:lnTo>
                  <a:lnTo>
                    <a:pt x="10093" y="112"/>
                  </a:lnTo>
                  <a:lnTo>
                    <a:pt x="9612" y="82"/>
                  </a:lnTo>
                  <a:lnTo>
                    <a:pt x="9071" y="56"/>
                  </a:lnTo>
                  <a:lnTo>
                    <a:pt x="8501" y="31"/>
                  </a:lnTo>
                  <a:lnTo>
                    <a:pt x="7900" y="16"/>
                  </a:lnTo>
                  <a:lnTo>
                    <a:pt x="7239" y="5"/>
                  </a:lnTo>
                  <a:lnTo>
                    <a:pt x="6549" y="0"/>
                  </a:lnTo>
                  <a:close/>
                </a:path>
              </a:pathLst>
            </a:custGeom>
            <a:solidFill>
              <a:srgbClr val="FF3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81"/>
            <p:cNvSpPr/>
            <p:nvPr/>
          </p:nvSpPr>
          <p:spPr>
            <a:xfrm flipH="1">
              <a:off x="7168037" y="3324937"/>
              <a:ext cx="752773" cy="199583"/>
            </a:xfrm>
            <a:custGeom>
              <a:avLst/>
              <a:gdLst/>
              <a:ahLst/>
              <a:cxnLst/>
              <a:rect l="l" t="t" r="r" b="b"/>
              <a:pathLst>
                <a:path w="13277" h="597" fill="none" extrusionOk="0">
                  <a:moveTo>
                    <a:pt x="6278" y="0"/>
                  </a:moveTo>
                  <a:lnTo>
                    <a:pt x="6278" y="0"/>
                  </a:lnTo>
                  <a:lnTo>
                    <a:pt x="6549" y="0"/>
                  </a:lnTo>
                  <a:lnTo>
                    <a:pt x="6549" y="0"/>
                  </a:lnTo>
                  <a:lnTo>
                    <a:pt x="7239" y="5"/>
                  </a:lnTo>
                  <a:lnTo>
                    <a:pt x="7900" y="16"/>
                  </a:lnTo>
                  <a:lnTo>
                    <a:pt x="8501" y="31"/>
                  </a:lnTo>
                  <a:lnTo>
                    <a:pt x="9071" y="56"/>
                  </a:lnTo>
                  <a:lnTo>
                    <a:pt x="9612" y="82"/>
                  </a:lnTo>
                  <a:lnTo>
                    <a:pt x="10093" y="112"/>
                  </a:lnTo>
                  <a:lnTo>
                    <a:pt x="10543" y="143"/>
                  </a:lnTo>
                  <a:lnTo>
                    <a:pt x="10964" y="184"/>
                  </a:lnTo>
                  <a:lnTo>
                    <a:pt x="11354" y="225"/>
                  </a:lnTo>
                  <a:lnTo>
                    <a:pt x="11714" y="265"/>
                  </a:lnTo>
                  <a:lnTo>
                    <a:pt x="12045" y="316"/>
                  </a:lnTo>
                  <a:lnTo>
                    <a:pt x="12345" y="362"/>
                  </a:lnTo>
                  <a:lnTo>
                    <a:pt x="12616" y="413"/>
                  </a:lnTo>
                  <a:lnTo>
                    <a:pt x="12856" y="469"/>
                  </a:lnTo>
                  <a:lnTo>
                    <a:pt x="13066" y="520"/>
                  </a:lnTo>
                  <a:lnTo>
                    <a:pt x="13276" y="577"/>
                  </a:lnTo>
                  <a:lnTo>
                    <a:pt x="6398" y="577"/>
                  </a:lnTo>
                  <a:lnTo>
                    <a:pt x="6398" y="577"/>
                  </a:lnTo>
                  <a:lnTo>
                    <a:pt x="5317" y="597"/>
                  </a:lnTo>
                  <a:lnTo>
                    <a:pt x="4206" y="597"/>
                  </a:lnTo>
                  <a:lnTo>
                    <a:pt x="4206" y="597"/>
                  </a:lnTo>
                  <a:lnTo>
                    <a:pt x="3125" y="597"/>
                  </a:lnTo>
                  <a:lnTo>
                    <a:pt x="2073" y="582"/>
                  </a:lnTo>
                  <a:lnTo>
                    <a:pt x="1022" y="561"/>
                  </a:lnTo>
                  <a:lnTo>
                    <a:pt x="1" y="531"/>
                  </a:lnTo>
                  <a:lnTo>
                    <a:pt x="1" y="531"/>
                  </a:lnTo>
                  <a:lnTo>
                    <a:pt x="181" y="475"/>
                  </a:lnTo>
                  <a:lnTo>
                    <a:pt x="421" y="424"/>
                  </a:lnTo>
                  <a:lnTo>
                    <a:pt x="662" y="373"/>
                  </a:lnTo>
                  <a:lnTo>
                    <a:pt x="932" y="322"/>
                  </a:lnTo>
                  <a:lnTo>
                    <a:pt x="1232" y="276"/>
                  </a:lnTo>
                  <a:lnTo>
                    <a:pt x="1563" y="235"/>
                  </a:lnTo>
                  <a:lnTo>
                    <a:pt x="1893" y="194"/>
                  </a:lnTo>
                  <a:lnTo>
                    <a:pt x="2254" y="153"/>
                  </a:lnTo>
                  <a:lnTo>
                    <a:pt x="2674" y="123"/>
                  </a:lnTo>
                  <a:lnTo>
                    <a:pt x="3095" y="92"/>
                  </a:lnTo>
                  <a:lnTo>
                    <a:pt x="3545" y="61"/>
                  </a:lnTo>
                  <a:lnTo>
                    <a:pt x="4026" y="41"/>
                  </a:lnTo>
                  <a:lnTo>
                    <a:pt x="4536" y="26"/>
                  </a:lnTo>
                  <a:lnTo>
                    <a:pt x="5077" y="10"/>
                  </a:lnTo>
                  <a:lnTo>
                    <a:pt x="5678" y="0"/>
                  </a:lnTo>
                  <a:lnTo>
                    <a:pt x="627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81"/>
            <p:cNvSpPr/>
            <p:nvPr/>
          </p:nvSpPr>
          <p:spPr>
            <a:xfrm flipH="1">
              <a:off x="1097138" y="891500"/>
              <a:ext cx="868492" cy="660262"/>
            </a:xfrm>
            <a:custGeom>
              <a:avLst/>
              <a:gdLst/>
              <a:ahLst/>
              <a:cxnLst/>
              <a:rect l="l" t="t" r="r" b="b"/>
              <a:pathLst>
                <a:path w="15318" h="1975" extrusionOk="0">
                  <a:moveTo>
                    <a:pt x="7209" y="1"/>
                  </a:moveTo>
                  <a:lnTo>
                    <a:pt x="6698" y="6"/>
                  </a:lnTo>
                  <a:lnTo>
                    <a:pt x="6217" y="16"/>
                  </a:lnTo>
                  <a:lnTo>
                    <a:pt x="5767" y="31"/>
                  </a:lnTo>
                  <a:lnTo>
                    <a:pt x="5316" y="52"/>
                  </a:lnTo>
                  <a:lnTo>
                    <a:pt x="4896" y="72"/>
                  </a:lnTo>
                  <a:lnTo>
                    <a:pt x="4505" y="97"/>
                  </a:lnTo>
                  <a:lnTo>
                    <a:pt x="4115" y="128"/>
                  </a:lnTo>
                  <a:lnTo>
                    <a:pt x="3755" y="159"/>
                  </a:lnTo>
                  <a:lnTo>
                    <a:pt x="3424" y="194"/>
                  </a:lnTo>
                  <a:lnTo>
                    <a:pt x="3094" y="230"/>
                  </a:lnTo>
                  <a:lnTo>
                    <a:pt x="2793" y="271"/>
                  </a:lnTo>
                  <a:lnTo>
                    <a:pt x="2493" y="312"/>
                  </a:lnTo>
                  <a:lnTo>
                    <a:pt x="2223" y="353"/>
                  </a:lnTo>
                  <a:lnTo>
                    <a:pt x="1983" y="398"/>
                  </a:lnTo>
                  <a:lnTo>
                    <a:pt x="1742" y="444"/>
                  </a:lnTo>
                  <a:lnTo>
                    <a:pt x="1322" y="541"/>
                  </a:lnTo>
                  <a:lnTo>
                    <a:pt x="961" y="638"/>
                  </a:lnTo>
                  <a:lnTo>
                    <a:pt x="661" y="740"/>
                  </a:lnTo>
                  <a:lnTo>
                    <a:pt x="421" y="842"/>
                  </a:lnTo>
                  <a:lnTo>
                    <a:pt x="241" y="939"/>
                  </a:lnTo>
                  <a:lnTo>
                    <a:pt x="120" y="1036"/>
                  </a:lnTo>
                  <a:lnTo>
                    <a:pt x="30" y="1128"/>
                  </a:lnTo>
                  <a:lnTo>
                    <a:pt x="0" y="1209"/>
                  </a:lnTo>
                  <a:lnTo>
                    <a:pt x="30" y="1347"/>
                  </a:lnTo>
                  <a:lnTo>
                    <a:pt x="60" y="1429"/>
                  </a:lnTo>
                  <a:lnTo>
                    <a:pt x="120" y="1510"/>
                  </a:lnTo>
                  <a:lnTo>
                    <a:pt x="210" y="1597"/>
                  </a:lnTo>
                  <a:lnTo>
                    <a:pt x="361" y="1684"/>
                  </a:lnTo>
                  <a:lnTo>
                    <a:pt x="511" y="1771"/>
                  </a:lnTo>
                  <a:lnTo>
                    <a:pt x="721" y="1857"/>
                  </a:lnTo>
                  <a:lnTo>
                    <a:pt x="5587" y="1857"/>
                  </a:lnTo>
                  <a:lnTo>
                    <a:pt x="6758" y="1847"/>
                  </a:lnTo>
                  <a:lnTo>
                    <a:pt x="7899" y="1842"/>
                  </a:lnTo>
                  <a:lnTo>
                    <a:pt x="8710" y="1842"/>
                  </a:lnTo>
                  <a:lnTo>
                    <a:pt x="9521" y="1852"/>
                  </a:lnTo>
                  <a:lnTo>
                    <a:pt x="10332" y="1862"/>
                  </a:lnTo>
                  <a:lnTo>
                    <a:pt x="11143" y="1878"/>
                  </a:lnTo>
                  <a:lnTo>
                    <a:pt x="11924" y="1893"/>
                  </a:lnTo>
                  <a:lnTo>
                    <a:pt x="12735" y="1918"/>
                  </a:lnTo>
                  <a:lnTo>
                    <a:pt x="13486" y="1944"/>
                  </a:lnTo>
                  <a:lnTo>
                    <a:pt x="14267" y="1975"/>
                  </a:lnTo>
                  <a:lnTo>
                    <a:pt x="14447" y="1918"/>
                  </a:lnTo>
                  <a:lnTo>
                    <a:pt x="14597" y="1857"/>
                  </a:lnTo>
                  <a:lnTo>
                    <a:pt x="14747" y="1801"/>
                  </a:lnTo>
                  <a:lnTo>
                    <a:pt x="14867" y="1740"/>
                  </a:lnTo>
                  <a:lnTo>
                    <a:pt x="15078" y="1623"/>
                  </a:lnTo>
                  <a:lnTo>
                    <a:pt x="15198" y="1505"/>
                  </a:lnTo>
                  <a:lnTo>
                    <a:pt x="15288" y="1388"/>
                  </a:lnTo>
                  <a:lnTo>
                    <a:pt x="15318" y="1281"/>
                  </a:lnTo>
                  <a:lnTo>
                    <a:pt x="15318" y="1179"/>
                  </a:lnTo>
                  <a:lnTo>
                    <a:pt x="15288" y="1087"/>
                  </a:lnTo>
                  <a:lnTo>
                    <a:pt x="15228" y="1000"/>
                  </a:lnTo>
                  <a:lnTo>
                    <a:pt x="15138" y="914"/>
                  </a:lnTo>
                  <a:lnTo>
                    <a:pt x="15018" y="822"/>
                  </a:lnTo>
                  <a:lnTo>
                    <a:pt x="14867" y="730"/>
                  </a:lnTo>
                  <a:lnTo>
                    <a:pt x="14687" y="638"/>
                  </a:lnTo>
                  <a:lnTo>
                    <a:pt x="14447" y="551"/>
                  </a:lnTo>
                  <a:lnTo>
                    <a:pt x="14177" y="465"/>
                  </a:lnTo>
                  <a:lnTo>
                    <a:pt x="13816" y="383"/>
                  </a:lnTo>
                  <a:lnTo>
                    <a:pt x="13636" y="347"/>
                  </a:lnTo>
                  <a:lnTo>
                    <a:pt x="13426" y="307"/>
                  </a:lnTo>
                  <a:lnTo>
                    <a:pt x="13185" y="271"/>
                  </a:lnTo>
                  <a:lnTo>
                    <a:pt x="12915" y="240"/>
                  </a:lnTo>
                  <a:lnTo>
                    <a:pt x="12645" y="205"/>
                  </a:lnTo>
                  <a:lnTo>
                    <a:pt x="12375" y="174"/>
                  </a:lnTo>
                  <a:lnTo>
                    <a:pt x="12044" y="143"/>
                  </a:lnTo>
                  <a:lnTo>
                    <a:pt x="11714" y="118"/>
                  </a:lnTo>
                  <a:lnTo>
                    <a:pt x="11353" y="97"/>
                  </a:lnTo>
                  <a:lnTo>
                    <a:pt x="10963" y="72"/>
                  </a:lnTo>
                  <a:lnTo>
                    <a:pt x="10542" y="52"/>
                  </a:lnTo>
                  <a:lnTo>
                    <a:pt x="10122" y="36"/>
                  </a:lnTo>
                  <a:lnTo>
                    <a:pt x="9641" y="21"/>
                  </a:lnTo>
                  <a:lnTo>
                    <a:pt x="9161" y="11"/>
                  </a:lnTo>
                  <a:lnTo>
                    <a:pt x="8650" y="6"/>
                  </a:lnTo>
                  <a:lnTo>
                    <a:pt x="8110" y="1"/>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81"/>
            <p:cNvSpPr/>
            <p:nvPr/>
          </p:nvSpPr>
          <p:spPr>
            <a:xfrm flipH="1">
              <a:off x="1097138" y="891500"/>
              <a:ext cx="868492" cy="660262"/>
            </a:xfrm>
            <a:custGeom>
              <a:avLst/>
              <a:gdLst/>
              <a:ahLst/>
              <a:cxnLst/>
              <a:rect l="l" t="t" r="r" b="b"/>
              <a:pathLst>
                <a:path w="15318" h="1975" fill="none" extrusionOk="0">
                  <a:moveTo>
                    <a:pt x="7749" y="1"/>
                  </a:moveTo>
                  <a:lnTo>
                    <a:pt x="7749" y="1"/>
                  </a:lnTo>
                  <a:lnTo>
                    <a:pt x="8110" y="1"/>
                  </a:lnTo>
                  <a:lnTo>
                    <a:pt x="8110" y="1"/>
                  </a:lnTo>
                  <a:lnTo>
                    <a:pt x="8650" y="6"/>
                  </a:lnTo>
                  <a:lnTo>
                    <a:pt x="9161" y="11"/>
                  </a:lnTo>
                  <a:lnTo>
                    <a:pt x="9641" y="21"/>
                  </a:lnTo>
                  <a:lnTo>
                    <a:pt x="10122" y="36"/>
                  </a:lnTo>
                  <a:lnTo>
                    <a:pt x="10542" y="52"/>
                  </a:lnTo>
                  <a:lnTo>
                    <a:pt x="10963" y="72"/>
                  </a:lnTo>
                  <a:lnTo>
                    <a:pt x="11353" y="97"/>
                  </a:lnTo>
                  <a:lnTo>
                    <a:pt x="11714" y="118"/>
                  </a:lnTo>
                  <a:lnTo>
                    <a:pt x="12044" y="143"/>
                  </a:lnTo>
                  <a:lnTo>
                    <a:pt x="12375" y="174"/>
                  </a:lnTo>
                  <a:lnTo>
                    <a:pt x="12645" y="205"/>
                  </a:lnTo>
                  <a:lnTo>
                    <a:pt x="12915" y="240"/>
                  </a:lnTo>
                  <a:lnTo>
                    <a:pt x="13185" y="271"/>
                  </a:lnTo>
                  <a:lnTo>
                    <a:pt x="13426" y="307"/>
                  </a:lnTo>
                  <a:lnTo>
                    <a:pt x="13636" y="347"/>
                  </a:lnTo>
                  <a:lnTo>
                    <a:pt x="13816" y="383"/>
                  </a:lnTo>
                  <a:lnTo>
                    <a:pt x="14177" y="465"/>
                  </a:lnTo>
                  <a:lnTo>
                    <a:pt x="14447" y="551"/>
                  </a:lnTo>
                  <a:lnTo>
                    <a:pt x="14687" y="638"/>
                  </a:lnTo>
                  <a:lnTo>
                    <a:pt x="14867" y="730"/>
                  </a:lnTo>
                  <a:lnTo>
                    <a:pt x="15018" y="822"/>
                  </a:lnTo>
                  <a:lnTo>
                    <a:pt x="15138" y="914"/>
                  </a:lnTo>
                  <a:lnTo>
                    <a:pt x="15228" y="1000"/>
                  </a:lnTo>
                  <a:lnTo>
                    <a:pt x="15288" y="1087"/>
                  </a:lnTo>
                  <a:lnTo>
                    <a:pt x="15288" y="1087"/>
                  </a:lnTo>
                  <a:lnTo>
                    <a:pt x="15318" y="1179"/>
                  </a:lnTo>
                  <a:lnTo>
                    <a:pt x="15318" y="1281"/>
                  </a:lnTo>
                  <a:lnTo>
                    <a:pt x="15288" y="1388"/>
                  </a:lnTo>
                  <a:lnTo>
                    <a:pt x="15198" y="1505"/>
                  </a:lnTo>
                  <a:lnTo>
                    <a:pt x="15078" y="1623"/>
                  </a:lnTo>
                  <a:lnTo>
                    <a:pt x="14867" y="1740"/>
                  </a:lnTo>
                  <a:lnTo>
                    <a:pt x="14747" y="1801"/>
                  </a:lnTo>
                  <a:lnTo>
                    <a:pt x="14597" y="1857"/>
                  </a:lnTo>
                  <a:lnTo>
                    <a:pt x="14447" y="1918"/>
                  </a:lnTo>
                  <a:lnTo>
                    <a:pt x="14267" y="1975"/>
                  </a:lnTo>
                  <a:lnTo>
                    <a:pt x="14267" y="1975"/>
                  </a:lnTo>
                  <a:lnTo>
                    <a:pt x="13486" y="1944"/>
                  </a:lnTo>
                  <a:lnTo>
                    <a:pt x="12735" y="1918"/>
                  </a:lnTo>
                  <a:lnTo>
                    <a:pt x="11924" y="1893"/>
                  </a:lnTo>
                  <a:lnTo>
                    <a:pt x="11143" y="1878"/>
                  </a:lnTo>
                  <a:lnTo>
                    <a:pt x="10332" y="1862"/>
                  </a:lnTo>
                  <a:lnTo>
                    <a:pt x="9521" y="1852"/>
                  </a:lnTo>
                  <a:lnTo>
                    <a:pt x="8710" y="1842"/>
                  </a:lnTo>
                  <a:lnTo>
                    <a:pt x="7899" y="1842"/>
                  </a:lnTo>
                  <a:lnTo>
                    <a:pt x="7899" y="1842"/>
                  </a:lnTo>
                  <a:lnTo>
                    <a:pt x="6758" y="1847"/>
                  </a:lnTo>
                  <a:lnTo>
                    <a:pt x="5587" y="1857"/>
                  </a:lnTo>
                  <a:lnTo>
                    <a:pt x="721" y="1857"/>
                  </a:lnTo>
                  <a:lnTo>
                    <a:pt x="721" y="1857"/>
                  </a:lnTo>
                  <a:lnTo>
                    <a:pt x="511" y="1771"/>
                  </a:lnTo>
                  <a:lnTo>
                    <a:pt x="361" y="1684"/>
                  </a:lnTo>
                  <a:lnTo>
                    <a:pt x="210" y="1597"/>
                  </a:lnTo>
                  <a:lnTo>
                    <a:pt x="120" y="1510"/>
                  </a:lnTo>
                  <a:lnTo>
                    <a:pt x="60" y="1429"/>
                  </a:lnTo>
                  <a:lnTo>
                    <a:pt x="30" y="1347"/>
                  </a:lnTo>
                  <a:lnTo>
                    <a:pt x="0" y="1209"/>
                  </a:lnTo>
                  <a:lnTo>
                    <a:pt x="0" y="1209"/>
                  </a:lnTo>
                  <a:lnTo>
                    <a:pt x="30" y="1128"/>
                  </a:lnTo>
                  <a:lnTo>
                    <a:pt x="120" y="1036"/>
                  </a:lnTo>
                  <a:lnTo>
                    <a:pt x="241" y="939"/>
                  </a:lnTo>
                  <a:lnTo>
                    <a:pt x="421" y="842"/>
                  </a:lnTo>
                  <a:lnTo>
                    <a:pt x="661" y="740"/>
                  </a:lnTo>
                  <a:lnTo>
                    <a:pt x="961" y="638"/>
                  </a:lnTo>
                  <a:lnTo>
                    <a:pt x="1322" y="541"/>
                  </a:lnTo>
                  <a:lnTo>
                    <a:pt x="1742" y="444"/>
                  </a:lnTo>
                  <a:lnTo>
                    <a:pt x="1983" y="398"/>
                  </a:lnTo>
                  <a:lnTo>
                    <a:pt x="2223" y="353"/>
                  </a:lnTo>
                  <a:lnTo>
                    <a:pt x="2493" y="312"/>
                  </a:lnTo>
                  <a:lnTo>
                    <a:pt x="2793" y="271"/>
                  </a:lnTo>
                  <a:lnTo>
                    <a:pt x="3094" y="230"/>
                  </a:lnTo>
                  <a:lnTo>
                    <a:pt x="3424" y="194"/>
                  </a:lnTo>
                  <a:lnTo>
                    <a:pt x="3755" y="159"/>
                  </a:lnTo>
                  <a:lnTo>
                    <a:pt x="4115" y="128"/>
                  </a:lnTo>
                  <a:lnTo>
                    <a:pt x="4505" y="97"/>
                  </a:lnTo>
                  <a:lnTo>
                    <a:pt x="4896" y="72"/>
                  </a:lnTo>
                  <a:lnTo>
                    <a:pt x="5316" y="52"/>
                  </a:lnTo>
                  <a:lnTo>
                    <a:pt x="5767" y="31"/>
                  </a:lnTo>
                  <a:lnTo>
                    <a:pt x="6217" y="16"/>
                  </a:lnTo>
                  <a:lnTo>
                    <a:pt x="6698" y="6"/>
                  </a:lnTo>
                  <a:lnTo>
                    <a:pt x="7209" y="1"/>
                  </a:lnTo>
                  <a:lnTo>
                    <a:pt x="774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81"/>
            <p:cNvSpPr/>
            <p:nvPr/>
          </p:nvSpPr>
          <p:spPr>
            <a:xfrm flipH="1">
              <a:off x="1156727" y="1506963"/>
              <a:ext cx="768024" cy="225659"/>
            </a:xfrm>
            <a:custGeom>
              <a:avLst/>
              <a:gdLst/>
              <a:ahLst/>
              <a:cxnLst/>
              <a:rect l="l" t="t" r="r" b="b"/>
              <a:pathLst>
                <a:path w="13546" h="675" extrusionOk="0">
                  <a:moveTo>
                    <a:pt x="7178" y="1"/>
                  </a:moveTo>
                  <a:lnTo>
                    <a:pt x="6037" y="6"/>
                  </a:lnTo>
                  <a:lnTo>
                    <a:pt x="4866" y="16"/>
                  </a:lnTo>
                  <a:lnTo>
                    <a:pt x="0" y="16"/>
                  </a:lnTo>
                  <a:lnTo>
                    <a:pt x="180" y="83"/>
                  </a:lnTo>
                  <a:lnTo>
                    <a:pt x="391" y="144"/>
                  </a:lnTo>
                  <a:lnTo>
                    <a:pt x="601" y="200"/>
                  </a:lnTo>
                  <a:lnTo>
                    <a:pt x="871" y="261"/>
                  </a:lnTo>
                  <a:lnTo>
                    <a:pt x="1171" y="312"/>
                  </a:lnTo>
                  <a:lnTo>
                    <a:pt x="1502" y="368"/>
                  </a:lnTo>
                  <a:lnTo>
                    <a:pt x="1862" y="419"/>
                  </a:lnTo>
                  <a:lnTo>
                    <a:pt x="2253" y="465"/>
                  </a:lnTo>
                  <a:lnTo>
                    <a:pt x="2673" y="506"/>
                  </a:lnTo>
                  <a:lnTo>
                    <a:pt x="3154" y="547"/>
                  </a:lnTo>
                  <a:lnTo>
                    <a:pt x="3664" y="582"/>
                  </a:lnTo>
                  <a:lnTo>
                    <a:pt x="4235" y="613"/>
                  </a:lnTo>
                  <a:lnTo>
                    <a:pt x="4836" y="633"/>
                  </a:lnTo>
                  <a:lnTo>
                    <a:pt x="5466" y="654"/>
                  </a:lnTo>
                  <a:lnTo>
                    <a:pt x="6187" y="664"/>
                  </a:lnTo>
                  <a:lnTo>
                    <a:pt x="6938" y="674"/>
                  </a:lnTo>
                  <a:lnTo>
                    <a:pt x="7208" y="674"/>
                  </a:lnTo>
                  <a:lnTo>
                    <a:pt x="7839" y="669"/>
                  </a:lnTo>
                  <a:lnTo>
                    <a:pt x="8410" y="664"/>
                  </a:lnTo>
                  <a:lnTo>
                    <a:pt x="8950" y="649"/>
                  </a:lnTo>
                  <a:lnTo>
                    <a:pt x="9491" y="633"/>
                  </a:lnTo>
                  <a:lnTo>
                    <a:pt x="9972" y="608"/>
                  </a:lnTo>
                  <a:lnTo>
                    <a:pt x="10422" y="582"/>
                  </a:lnTo>
                  <a:lnTo>
                    <a:pt x="10843" y="552"/>
                  </a:lnTo>
                  <a:lnTo>
                    <a:pt x="11263" y="516"/>
                  </a:lnTo>
                  <a:lnTo>
                    <a:pt x="11624" y="475"/>
                  </a:lnTo>
                  <a:lnTo>
                    <a:pt x="11984" y="434"/>
                  </a:lnTo>
                  <a:lnTo>
                    <a:pt x="12284" y="389"/>
                  </a:lnTo>
                  <a:lnTo>
                    <a:pt x="12585" y="343"/>
                  </a:lnTo>
                  <a:lnTo>
                    <a:pt x="12855" y="292"/>
                  </a:lnTo>
                  <a:lnTo>
                    <a:pt x="13095" y="241"/>
                  </a:lnTo>
                  <a:lnTo>
                    <a:pt x="13335" y="190"/>
                  </a:lnTo>
                  <a:lnTo>
                    <a:pt x="13546" y="134"/>
                  </a:lnTo>
                  <a:lnTo>
                    <a:pt x="12765" y="103"/>
                  </a:lnTo>
                  <a:lnTo>
                    <a:pt x="12014" y="77"/>
                  </a:lnTo>
                  <a:lnTo>
                    <a:pt x="11203" y="52"/>
                  </a:lnTo>
                  <a:lnTo>
                    <a:pt x="10422" y="37"/>
                  </a:lnTo>
                  <a:lnTo>
                    <a:pt x="9611" y="21"/>
                  </a:lnTo>
                  <a:lnTo>
                    <a:pt x="8800" y="11"/>
                  </a:lnTo>
                  <a:lnTo>
                    <a:pt x="7989" y="1"/>
                  </a:lnTo>
                  <a:close/>
                </a:path>
              </a:pathLst>
            </a:custGeom>
            <a:solidFill>
              <a:srgbClr val="FF5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81"/>
            <p:cNvSpPr/>
            <p:nvPr/>
          </p:nvSpPr>
          <p:spPr>
            <a:xfrm flipH="1">
              <a:off x="1156727" y="1506963"/>
              <a:ext cx="768024" cy="225659"/>
            </a:xfrm>
            <a:custGeom>
              <a:avLst/>
              <a:gdLst/>
              <a:ahLst/>
              <a:cxnLst/>
              <a:rect l="l" t="t" r="r" b="b"/>
              <a:pathLst>
                <a:path w="13546" h="675" fill="none" extrusionOk="0">
                  <a:moveTo>
                    <a:pt x="7178" y="1"/>
                  </a:moveTo>
                  <a:lnTo>
                    <a:pt x="7178" y="1"/>
                  </a:lnTo>
                  <a:lnTo>
                    <a:pt x="7989" y="1"/>
                  </a:lnTo>
                  <a:lnTo>
                    <a:pt x="8800" y="11"/>
                  </a:lnTo>
                  <a:lnTo>
                    <a:pt x="9611" y="21"/>
                  </a:lnTo>
                  <a:lnTo>
                    <a:pt x="10422" y="37"/>
                  </a:lnTo>
                  <a:lnTo>
                    <a:pt x="11203" y="52"/>
                  </a:lnTo>
                  <a:lnTo>
                    <a:pt x="12014" y="77"/>
                  </a:lnTo>
                  <a:lnTo>
                    <a:pt x="12765" y="103"/>
                  </a:lnTo>
                  <a:lnTo>
                    <a:pt x="13546" y="134"/>
                  </a:lnTo>
                  <a:lnTo>
                    <a:pt x="13546" y="134"/>
                  </a:lnTo>
                  <a:lnTo>
                    <a:pt x="13335" y="190"/>
                  </a:lnTo>
                  <a:lnTo>
                    <a:pt x="13095" y="241"/>
                  </a:lnTo>
                  <a:lnTo>
                    <a:pt x="12855" y="292"/>
                  </a:lnTo>
                  <a:lnTo>
                    <a:pt x="12585" y="343"/>
                  </a:lnTo>
                  <a:lnTo>
                    <a:pt x="12284" y="389"/>
                  </a:lnTo>
                  <a:lnTo>
                    <a:pt x="11984" y="434"/>
                  </a:lnTo>
                  <a:lnTo>
                    <a:pt x="11624" y="475"/>
                  </a:lnTo>
                  <a:lnTo>
                    <a:pt x="11263" y="516"/>
                  </a:lnTo>
                  <a:lnTo>
                    <a:pt x="10843" y="552"/>
                  </a:lnTo>
                  <a:lnTo>
                    <a:pt x="10422" y="582"/>
                  </a:lnTo>
                  <a:lnTo>
                    <a:pt x="9972" y="608"/>
                  </a:lnTo>
                  <a:lnTo>
                    <a:pt x="9491" y="633"/>
                  </a:lnTo>
                  <a:lnTo>
                    <a:pt x="8950" y="649"/>
                  </a:lnTo>
                  <a:lnTo>
                    <a:pt x="8410" y="664"/>
                  </a:lnTo>
                  <a:lnTo>
                    <a:pt x="7839" y="669"/>
                  </a:lnTo>
                  <a:lnTo>
                    <a:pt x="7208" y="674"/>
                  </a:lnTo>
                  <a:lnTo>
                    <a:pt x="7208" y="674"/>
                  </a:lnTo>
                  <a:lnTo>
                    <a:pt x="6938" y="674"/>
                  </a:lnTo>
                  <a:lnTo>
                    <a:pt x="6938" y="674"/>
                  </a:lnTo>
                  <a:lnTo>
                    <a:pt x="6187" y="664"/>
                  </a:lnTo>
                  <a:lnTo>
                    <a:pt x="5466" y="654"/>
                  </a:lnTo>
                  <a:lnTo>
                    <a:pt x="4836" y="633"/>
                  </a:lnTo>
                  <a:lnTo>
                    <a:pt x="4235" y="613"/>
                  </a:lnTo>
                  <a:lnTo>
                    <a:pt x="3664" y="582"/>
                  </a:lnTo>
                  <a:lnTo>
                    <a:pt x="3154" y="547"/>
                  </a:lnTo>
                  <a:lnTo>
                    <a:pt x="2673" y="506"/>
                  </a:lnTo>
                  <a:lnTo>
                    <a:pt x="2253" y="465"/>
                  </a:lnTo>
                  <a:lnTo>
                    <a:pt x="1862" y="419"/>
                  </a:lnTo>
                  <a:lnTo>
                    <a:pt x="1502" y="368"/>
                  </a:lnTo>
                  <a:lnTo>
                    <a:pt x="1171" y="312"/>
                  </a:lnTo>
                  <a:lnTo>
                    <a:pt x="871" y="261"/>
                  </a:lnTo>
                  <a:lnTo>
                    <a:pt x="601" y="200"/>
                  </a:lnTo>
                  <a:lnTo>
                    <a:pt x="391" y="144"/>
                  </a:lnTo>
                  <a:lnTo>
                    <a:pt x="180" y="83"/>
                  </a:lnTo>
                  <a:lnTo>
                    <a:pt x="0" y="16"/>
                  </a:lnTo>
                  <a:lnTo>
                    <a:pt x="4866" y="16"/>
                  </a:lnTo>
                  <a:lnTo>
                    <a:pt x="4866" y="16"/>
                  </a:lnTo>
                  <a:lnTo>
                    <a:pt x="6037" y="6"/>
                  </a:lnTo>
                  <a:lnTo>
                    <a:pt x="717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66" name="Google Shape;1766;p81"/>
          <p:cNvSpPr/>
          <p:nvPr/>
        </p:nvSpPr>
        <p:spPr>
          <a:xfrm flipH="1">
            <a:off x="457296" y="1527878"/>
            <a:ext cx="8229504" cy="2019861"/>
          </a:xfrm>
          <a:custGeom>
            <a:avLst/>
            <a:gdLst/>
            <a:ahLst/>
            <a:cxnLst/>
            <a:rect l="l" t="t" r="r" b="b"/>
            <a:pathLst>
              <a:path w="145218" h="6045" fill="none" extrusionOk="0">
                <a:moveTo>
                  <a:pt x="17030" y="1"/>
                </a:moveTo>
                <a:lnTo>
                  <a:pt x="17030" y="1"/>
                </a:lnTo>
                <a:lnTo>
                  <a:pt x="18231" y="6"/>
                </a:lnTo>
                <a:lnTo>
                  <a:pt x="19433" y="26"/>
                </a:lnTo>
                <a:lnTo>
                  <a:pt x="119298" y="26"/>
                </a:lnTo>
                <a:lnTo>
                  <a:pt x="119298" y="26"/>
                </a:lnTo>
                <a:lnTo>
                  <a:pt x="119478" y="87"/>
                </a:lnTo>
                <a:lnTo>
                  <a:pt x="119689" y="149"/>
                </a:lnTo>
                <a:lnTo>
                  <a:pt x="119899" y="205"/>
                </a:lnTo>
                <a:lnTo>
                  <a:pt x="120169" y="266"/>
                </a:lnTo>
                <a:lnTo>
                  <a:pt x="120469" y="322"/>
                </a:lnTo>
                <a:lnTo>
                  <a:pt x="120800" y="373"/>
                </a:lnTo>
                <a:lnTo>
                  <a:pt x="121160" y="424"/>
                </a:lnTo>
                <a:lnTo>
                  <a:pt x="121551" y="470"/>
                </a:lnTo>
                <a:lnTo>
                  <a:pt x="121971" y="511"/>
                </a:lnTo>
                <a:lnTo>
                  <a:pt x="122452" y="552"/>
                </a:lnTo>
                <a:lnTo>
                  <a:pt x="122962" y="587"/>
                </a:lnTo>
                <a:lnTo>
                  <a:pt x="123533" y="618"/>
                </a:lnTo>
                <a:lnTo>
                  <a:pt x="124134" y="638"/>
                </a:lnTo>
                <a:lnTo>
                  <a:pt x="124764" y="659"/>
                </a:lnTo>
                <a:lnTo>
                  <a:pt x="125485" y="674"/>
                </a:lnTo>
                <a:lnTo>
                  <a:pt x="126236" y="679"/>
                </a:lnTo>
                <a:lnTo>
                  <a:pt x="126236" y="679"/>
                </a:lnTo>
                <a:lnTo>
                  <a:pt x="126506" y="679"/>
                </a:lnTo>
                <a:lnTo>
                  <a:pt x="126506" y="679"/>
                </a:lnTo>
                <a:lnTo>
                  <a:pt x="127137" y="674"/>
                </a:lnTo>
                <a:lnTo>
                  <a:pt x="127708" y="669"/>
                </a:lnTo>
                <a:lnTo>
                  <a:pt x="128248" y="654"/>
                </a:lnTo>
                <a:lnTo>
                  <a:pt x="128789" y="638"/>
                </a:lnTo>
                <a:lnTo>
                  <a:pt x="129270" y="613"/>
                </a:lnTo>
                <a:lnTo>
                  <a:pt x="129720" y="587"/>
                </a:lnTo>
                <a:lnTo>
                  <a:pt x="130141" y="557"/>
                </a:lnTo>
                <a:lnTo>
                  <a:pt x="130561" y="521"/>
                </a:lnTo>
                <a:lnTo>
                  <a:pt x="130922" y="480"/>
                </a:lnTo>
                <a:lnTo>
                  <a:pt x="131282" y="439"/>
                </a:lnTo>
                <a:lnTo>
                  <a:pt x="131582" y="393"/>
                </a:lnTo>
                <a:lnTo>
                  <a:pt x="131883" y="348"/>
                </a:lnTo>
                <a:lnTo>
                  <a:pt x="132153" y="297"/>
                </a:lnTo>
                <a:lnTo>
                  <a:pt x="132393" y="246"/>
                </a:lnTo>
                <a:lnTo>
                  <a:pt x="132633" y="194"/>
                </a:lnTo>
                <a:lnTo>
                  <a:pt x="132844" y="138"/>
                </a:lnTo>
                <a:lnTo>
                  <a:pt x="132844" y="138"/>
                </a:lnTo>
                <a:lnTo>
                  <a:pt x="134105" y="200"/>
                </a:lnTo>
                <a:lnTo>
                  <a:pt x="135337" y="266"/>
                </a:lnTo>
                <a:lnTo>
                  <a:pt x="135937" y="307"/>
                </a:lnTo>
                <a:lnTo>
                  <a:pt x="136508" y="348"/>
                </a:lnTo>
                <a:lnTo>
                  <a:pt x="137049" y="388"/>
                </a:lnTo>
                <a:lnTo>
                  <a:pt x="137589" y="434"/>
                </a:lnTo>
                <a:lnTo>
                  <a:pt x="138100" y="480"/>
                </a:lnTo>
                <a:lnTo>
                  <a:pt x="138580" y="531"/>
                </a:lnTo>
                <a:lnTo>
                  <a:pt x="139061" y="577"/>
                </a:lnTo>
                <a:lnTo>
                  <a:pt x="139511" y="633"/>
                </a:lnTo>
                <a:lnTo>
                  <a:pt x="139932" y="684"/>
                </a:lnTo>
                <a:lnTo>
                  <a:pt x="140292" y="740"/>
                </a:lnTo>
                <a:lnTo>
                  <a:pt x="140653" y="796"/>
                </a:lnTo>
                <a:lnTo>
                  <a:pt x="141013" y="852"/>
                </a:lnTo>
                <a:lnTo>
                  <a:pt x="141013" y="852"/>
                </a:lnTo>
                <a:lnTo>
                  <a:pt x="141614" y="975"/>
                </a:lnTo>
                <a:lnTo>
                  <a:pt x="142185" y="1097"/>
                </a:lnTo>
                <a:lnTo>
                  <a:pt x="142695" y="1225"/>
                </a:lnTo>
                <a:lnTo>
                  <a:pt x="143176" y="1357"/>
                </a:lnTo>
                <a:lnTo>
                  <a:pt x="143596" y="1490"/>
                </a:lnTo>
                <a:lnTo>
                  <a:pt x="143957" y="1628"/>
                </a:lnTo>
                <a:lnTo>
                  <a:pt x="144257" y="1771"/>
                </a:lnTo>
                <a:lnTo>
                  <a:pt x="144527" y="1913"/>
                </a:lnTo>
                <a:lnTo>
                  <a:pt x="144768" y="2056"/>
                </a:lnTo>
                <a:lnTo>
                  <a:pt x="144918" y="2199"/>
                </a:lnTo>
                <a:lnTo>
                  <a:pt x="145068" y="2347"/>
                </a:lnTo>
                <a:lnTo>
                  <a:pt x="145158" y="2495"/>
                </a:lnTo>
                <a:lnTo>
                  <a:pt x="145218" y="2643"/>
                </a:lnTo>
                <a:lnTo>
                  <a:pt x="145218" y="2796"/>
                </a:lnTo>
                <a:lnTo>
                  <a:pt x="145188" y="2944"/>
                </a:lnTo>
                <a:lnTo>
                  <a:pt x="145128" y="3092"/>
                </a:lnTo>
                <a:lnTo>
                  <a:pt x="145008" y="3245"/>
                </a:lnTo>
                <a:lnTo>
                  <a:pt x="144858" y="3393"/>
                </a:lnTo>
                <a:lnTo>
                  <a:pt x="144677" y="3541"/>
                </a:lnTo>
                <a:lnTo>
                  <a:pt x="144467" y="3683"/>
                </a:lnTo>
                <a:lnTo>
                  <a:pt x="144227" y="3831"/>
                </a:lnTo>
                <a:lnTo>
                  <a:pt x="143957" y="3974"/>
                </a:lnTo>
                <a:lnTo>
                  <a:pt x="143656" y="4117"/>
                </a:lnTo>
                <a:lnTo>
                  <a:pt x="143296" y="4255"/>
                </a:lnTo>
                <a:lnTo>
                  <a:pt x="142935" y="4392"/>
                </a:lnTo>
                <a:lnTo>
                  <a:pt x="142545" y="4525"/>
                </a:lnTo>
                <a:lnTo>
                  <a:pt x="142124" y="4658"/>
                </a:lnTo>
                <a:lnTo>
                  <a:pt x="141674" y="4785"/>
                </a:lnTo>
                <a:lnTo>
                  <a:pt x="141223" y="4908"/>
                </a:lnTo>
                <a:lnTo>
                  <a:pt x="140713" y="5025"/>
                </a:lnTo>
                <a:lnTo>
                  <a:pt x="140202" y="5142"/>
                </a:lnTo>
                <a:lnTo>
                  <a:pt x="139662" y="5254"/>
                </a:lnTo>
                <a:lnTo>
                  <a:pt x="139662" y="5254"/>
                </a:lnTo>
                <a:lnTo>
                  <a:pt x="139151" y="5346"/>
                </a:lnTo>
                <a:lnTo>
                  <a:pt x="138610" y="5433"/>
                </a:lnTo>
                <a:lnTo>
                  <a:pt x="138040" y="5514"/>
                </a:lnTo>
                <a:lnTo>
                  <a:pt x="137409" y="5591"/>
                </a:lnTo>
                <a:lnTo>
                  <a:pt x="136778" y="5662"/>
                </a:lnTo>
                <a:lnTo>
                  <a:pt x="136087" y="5724"/>
                </a:lnTo>
                <a:lnTo>
                  <a:pt x="135397" y="5785"/>
                </a:lnTo>
                <a:lnTo>
                  <a:pt x="134646" y="5841"/>
                </a:lnTo>
                <a:lnTo>
                  <a:pt x="133895" y="5887"/>
                </a:lnTo>
                <a:lnTo>
                  <a:pt x="133114" y="5928"/>
                </a:lnTo>
                <a:lnTo>
                  <a:pt x="132303" y="5963"/>
                </a:lnTo>
                <a:lnTo>
                  <a:pt x="131492" y="5994"/>
                </a:lnTo>
                <a:lnTo>
                  <a:pt x="130681" y="6014"/>
                </a:lnTo>
                <a:lnTo>
                  <a:pt x="129840" y="6030"/>
                </a:lnTo>
                <a:lnTo>
                  <a:pt x="128969" y="6040"/>
                </a:lnTo>
                <a:lnTo>
                  <a:pt x="128128" y="6045"/>
                </a:lnTo>
                <a:lnTo>
                  <a:pt x="128128" y="6045"/>
                </a:lnTo>
                <a:lnTo>
                  <a:pt x="127017" y="6040"/>
                </a:lnTo>
                <a:lnTo>
                  <a:pt x="125906" y="6025"/>
                </a:lnTo>
                <a:lnTo>
                  <a:pt x="26821" y="6025"/>
                </a:lnTo>
                <a:lnTo>
                  <a:pt x="26821" y="6025"/>
                </a:lnTo>
                <a:lnTo>
                  <a:pt x="26611" y="5968"/>
                </a:lnTo>
                <a:lnTo>
                  <a:pt x="26401" y="5912"/>
                </a:lnTo>
                <a:lnTo>
                  <a:pt x="26161" y="5856"/>
                </a:lnTo>
                <a:lnTo>
                  <a:pt x="25890" y="5805"/>
                </a:lnTo>
                <a:lnTo>
                  <a:pt x="25590" y="5759"/>
                </a:lnTo>
                <a:lnTo>
                  <a:pt x="25259" y="5708"/>
                </a:lnTo>
                <a:lnTo>
                  <a:pt x="24899" y="5668"/>
                </a:lnTo>
                <a:lnTo>
                  <a:pt x="24509" y="5627"/>
                </a:lnTo>
                <a:lnTo>
                  <a:pt x="24088" y="5586"/>
                </a:lnTo>
                <a:lnTo>
                  <a:pt x="23638" y="5555"/>
                </a:lnTo>
                <a:lnTo>
                  <a:pt x="23157" y="5525"/>
                </a:lnTo>
                <a:lnTo>
                  <a:pt x="22616" y="5499"/>
                </a:lnTo>
                <a:lnTo>
                  <a:pt x="22046" y="5479"/>
                </a:lnTo>
                <a:lnTo>
                  <a:pt x="21445" y="5458"/>
                </a:lnTo>
                <a:lnTo>
                  <a:pt x="20784" y="5448"/>
                </a:lnTo>
                <a:lnTo>
                  <a:pt x="20094" y="5443"/>
                </a:lnTo>
                <a:lnTo>
                  <a:pt x="20094" y="5443"/>
                </a:lnTo>
                <a:lnTo>
                  <a:pt x="19823" y="5443"/>
                </a:lnTo>
                <a:lnTo>
                  <a:pt x="19823" y="5443"/>
                </a:lnTo>
                <a:lnTo>
                  <a:pt x="19223" y="5443"/>
                </a:lnTo>
                <a:lnTo>
                  <a:pt x="18622" y="5453"/>
                </a:lnTo>
                <a:lnTo>
                  <a:pt x="18081" y="5469"/>
                </a:lnTo>
                <a:lnTo>
                  <a:pt x="17571" y="5484"/>
                </a:lnTo>
                <a:lnTo>
                  <a:pt x="17090" y="5504"/>
                </a:lnTo>
                <a:lnTo>
                  <a:pt x="16640" y="5535"/>
                </a:lnTo>
                <a:lnTo>
                  <a:pt x="16219" y="5565"/>
                </a:lnTo>
                <a:lnTo>
                  <a:pt x="15799" y="5596"/>
                </a:lnTo>
                <a:lnTo>
                  <a:pt x="15438" y="5637"/>
                </a:lnTo>
                <a:lnTo>
                  <a:pt x="15108" y="5678"/>
                </a:lnTo>
                <a:lnTo>
                  <a:pt x="14777" y="5719"/>
                </a:lnTo>
                <a:lnTo>
                  <a:pt x="14477" y="5764"/>
                </a:lnTo>
                <a:lnTo>
                  <a:pt x="14207" y="5815"/>
                </a:lnTo>
                <a:lnTo>
                  <a:pt x="13966" y="5866"/>
                </a:lnTo>
                <a:lnTo>
                  <a:pt x="13726" y="5917"/>
                </a:lnTo>
                <a:lnTo>
                  <a:pt x="13546" y="5974"/>
                </a:lnTo>
                <a:lnTo>
                  <a:pt x="13546" y="5974"/>
                </a:lnTo>
                <a:lnTo>
                  <a:pt x="12285" y="5928"/>
                </a:lnTo>
                <a:lnTo>
                  <a:pt x="11113" y="5872"/>
                </a:lnTo>
                <a:lnTo>
                  <a:pt x="9972" y="5805"/>
                </a:lnTo>
                <a:lnTo>
                  <a:pt x="8921" y="5729"/>
                </a:lnTo>
                <a:lnTo>
                  <a:pt x="7960" y="5652"/>
                </a:lnTo>
                <a:lnTo>
                  <a:pt x="7509" y="5606"/>
                </a:lnTo>
                <a:lnTo>
                  <a:pt x="7089" y="5565"/>
                </a:lnTo>
                <a:lnTo>
                  <a:pt x="6668" y="5520"/>
                </a:lnTo>
                <a:lnTo>
                  <a:pt x="6308" y="5474"/>
                </a:lnTo>
                <a:lnTo>
                  <a:pt x="5947" y="5428"/>
                </a:lnTo>
                <a:lnTo>
                  <a:pt x="5617" y="5382"/>
                </a:lnTo>
                <a:lnTo>
                  <a:pt x="5617" y="5382"/>
                </a:lnTo>
                <a:lnTo>
                  <a:pt x="5046" y="5290"/>
                </a:lnTo>
                <a:lnTo>
                  <a:pt x="4506" y="5193"/>
                </a:lnTo>
                <a:lnTo>
                  <a:pt x="3995" y="5091"/>
                </a:lnTo>
                <a:lnTo>
                  <a:pt x="3514" y="4989"/>
                </a:lnTo>
                <a:lnTo>
                  <a:pt x="3034" y="4887"/>
                </a:lnTo>
                <a:lnTo>
                  <a:pt x="2613" y="4780"/>
                </a:lnTo>
                <a:lnTo>
                  <a:pt x="2223" y="4668"/>
                </a:lnTo>
                <a:lnTo>
                  <a:pt x="1862" y="4556"/>
                </a:lnTo>
                <a:lnTo>
                  <a:pt x="1532" y="4438"/>
                </a:lnTo>
                <a:lnTo>
                  <a:pt x="1202" y="4321"/>
                </a:lnTo>
                <a:lnTo>
                  <a:pt x="961" y="4199"/>
                </a:lnTo>
                <a:lnTo>
                  <a:pt x="721" y="4076"/>
                </a:lnTo>
                <a:lnTo>
                  <a:pt x="511" y="3949"/>
                </a:lnTo>
                <a:lnTo>
                  <a:pt x="331" y="3816"/>
                </a:lnTo>
                <a:lnTo>
                  <a:pt x="211" y="3688"/>
                </a:lnTo>
                <a:lnTo>
                  <a:pt x="90" y="3556"/>
                </a:lnTo>
                <a:lnTo>
                  <a:pt x="30" y="3418"/>
                </a:lnTo>
                <a:lnTo>
                  <a:pt x="0" y="3280"/>
                </a:lnTo>
                <a:lnTo>
                  <a:pt x="30" y="3138"/>
                </a:lnTo>
                <a:lnTo>
                  <a:pt x="60" y="2995"/>
                </a:lnTo>
                <a:lnTo>
                  <a:pt x="151" y="2852"/>
                </a:lnTo>
                <a:lnTo>
                  <a:pt x="271" y="2704"/>
                </a:lnTo>
                <a:lnTo>
                  <a:pt x="421" y="2556"/>
                </a:lnTo>
                <a:lnTo>
                  <a:pt x="601" y="2408"/>
                </a:lnTo>
                <a:lnTo>
                  <a:pt x="841" y="2255"/>
                </a:lnTo>
                <a:lnTo>
                  <a:pt x="1112" y="2102"/>
                </a:lnTo>
                <a:lnTo>
                  <a:pt x="1442" y="1944"/>
                </a:lnTo>
                <a:lnTo>
                  <a:pt x="1772" y="1786"/>
                </a:lnTo>
                <a:lnTo>
                  <a:pt x="2163" y="1628"/>
                </a:lnTo>
                <a:lnTo>
                  <a:pt x="2613" y="1470"/>
                </a:lnTo>
                <a:lnTo>
                  <a:pt x="3094" y="1306"/>
                </a:lnTo>
                <a:lnTo>
                  <a:pt x="3604" y="1143"/>
                </a:lnTo>
                <a:lnTo>
                  <a:pt x="3604" y="1143"/>
                </a:lnTo>
                <a:lnTo>
                  <a:pt x="3845" y="1067"/>
                </a:lnTo>
                <a:lnTo>
                  <a:pt x="4115" y="995"/>
                </a:lnTo>
                <a:lnTo>
                  <a:pt x="4415" y="929"/>
                </a:lnTo>
                <a:lnTo>
                  <a:pt x="4686" y="863"/>
                </a:lnTo>
                <a:lnTo>
                  <a:pt x="5016" y="801"/>
                </a:lnTo>
                <a:lnTo>
                  <a:pt x="5347" y="740"/>
                </a:lnTo>
                <a:lnTo>
                  <a:pt x="5677" y="679"/>
                </a:lnTo>
                <a:lnTo>
                  <a:pt x="6037" y="623"/>
                </a:lnTo>
                <a:lnTo>
                  <a:pt x="6398" y="572"/>
                </a:lnTo>
                <a:lnTo>
                  <a:pt x="6758" y="521"/>
                </a:lnTo>
                <a:lnTo>
                  <a:pt x="7149" y="475"/>
                </a:lnTo>
                <a:lnTo>
                  <a:pt x="7539" y="429"/>
                </a:lnTo>
                <a:lnTo>
                  <a:pt x="8380" y="348"/>
                </a:lnTo>
                <a:lnTo>
                  <a:pt x="9221" y="271"/>
                </a:lnTo>
                <a:lnTo>
                  <a:pt x="10122" y="205"/>
                </a:lnTo>
                <a:lnTo>
                  <a:pt x="11053" y="154"/>
                </a:lnTo>
                <a:lnTo>
                  <a:pt x="12014" y="108"/>
                </a:lnTo>
                <a:lnTo>
                  <a:pt x="12975" y="67"/>
                </a:lnTo>
                <a:lnTo>
                  <a:pt x="13966" y="41"/>
                </a:lnTo>
                <a:lnTo>
                  <a:pt x="14988" y="21"/>
                </a:lnTo>
                <a:lnTo>
                  <a:pt x="16009" y="6"/>
                </a:lnTo>
                <a:lnTo>
                  <a:pt x="1703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81"/>
          <p:cNvSpPr/>
          <p:nvPr/>
        </p:nvSpPr>
        <p:spPr>
          <a:xfrm flipH="1">
            <a:off x="7115738" y="3523687"/>
            <a:ext cx="868128" cy="663263"/>
          </a:xfrm>
          <a:custGeom>
            <a:avLst/>
            <a:gdLst/>
            <a:ahLst/>
            <a:cxnLst/>
            <a:rect l="l" t="t" r="r" b="b"/>
            <a:pathLst>
              <a:path w="15319" h="1985" fill="none" extrusionOk="0">
                <a:moveTo>
                  <a:pt x="1142" y="1"/>
                </a:moveTo>
                <a:lnTo>
                  <a:pt x="1142" y="1"/>
                </a:lnTo>
                <a:lnTo>
                  <a:pt x="2163" y="31"/>
                </a:lnTo>
                <a:lnTo>
                  <a:pt x="3214" y="52"/>
                </a:lnTo>
                <a:lnTo>
                  <a:pt x="4266" y="67"/>
                </a:lnTo>
                <a:lnTo>
                  <a:pt x="5347" y="72"/>
                </a:lnTo>
                <a:lnTo>
                  <a:pt x="5347" y="72"/>
                </a:lnTo>
                <a:lnTo>
                  <a:pt x="6458" y="67"/>
                </a:lnTo>
                <a:lnTo>
                  <a:pt x="7539" y="52"/>
                </a:lnTo>
                <a:lnTo>
                  <a:pt x="14417" y="52"/>
                </a:lnTo>
                <a:lnTo>
                  <a:pt x="14417" y="52"/>
                </a:lnTo>
                <a:lnTo>
                  <a:pt x="14688" y="148"/>
                </a:lnTo>
                <a:lnTo>
                  <a:pt x="14898" y="245"/>
                </a:lnTo>
                <a:lnTo>
                  <a:pt x="15048" y="342"/>
                </a:lnTo>
                <a:lnTo>
                  <a:pt x="15168" y="439"/>
                </a:lnTo>
                <a:lnTo>
                  <a:pt x="15258" y="531"/>
                </a:lnTo>
                <a:lnTo>
                  <a:pt x="15318" y="618"/>
                </a:lnTo>
                <a:lnTo>
                  <a:pt x="15318" y="699"/>
                </a:lnTo>
                <a:lnTo>
                  <a:pt x="15318" y="776"/>
                </a:lnTo>
                <a:lnTo>
                  <a:pt x="15318" y="776"/>
                </a:lnTo>
                <a:lnTo>
                  <a:pt x="15288" y="857"/>
                </a:lnTo>
                <a:lnTo>
                  <a:pt x="15228" y="949"/>
                </a:lnTo>
                <a:lnTo>
                  <a:pt x="15108" y="1046"/>
                </a:lnTo>
                <a:lnTo>
                  <a:pt x="14928" y="1143"/>
                </a:lnTo>
                <a:lnTo>
                  <a:pt x="14688" y="1245"/>
                </a:lnTo>
                <a:lnTo>
                  <a:pt x="14387" y="1347"/>
                </a:lnTo>
                <a:lnTo>
                  <a:pt x="14027" y="1444"/>
                </a:lnTo>
                <a:lnTo>
                  <a:pt x="13606" y="1541"/>
                </a:lnTo>
                <a:lnTo>
                  <a:pt x="13366" y="1587"/>
                </a:lnTo>
                <a:lnTo>
                  <a:pt x="13126" y="1633"/>
                </a:lnTo>
                <a:lnTo>
                  <a:pt x="12855" y="1674"/>
                </a:lnTo>
                <a:lnTo>
                  <a:pt x="12555" y="1714"/>
                </a:lnTo>
                <a:lnTo>
                  <a:pt x="12255" y="1755"/>
                </a:lnTo>
                <a:lnTo>
                  <a:pt x="11924" y="1791"/>
                </a:lnTo>
                <a:lnTo>
                  <a:pt x="11594" y="1827"/>
                </a:lnTo>
                <a:lnTo>
                  <a:pt x="11234" y="1857"/>
                </a:lnTo>
                <a:lnTo>
                  <a:pt x="10843" y="1883"/>
                </a:lnTo>
                <a:lnTo>
                  <a:pt x="10453" y="1908"/>
                </a:lnTo>
                <a:lnTo>
                  <a:pt x="10032" y="1934"/>
                </a:lnTo>
                <a:lnTo>
                  <a:pt x="9582" y="1949"/>
                </a:lnTo>
                <a:lnTo>
                  <a:pt x="9131" y="1964"/>
                </a:lnTo>
                <a:lnTo>
                  <a:pt x="8651" y="1974"/>
                </a:lnTo>
                <a:lnTo>
                  <a:pt x="8140" y="1985"/>
                </a:lnTo>
                <a:lnTo>
                  <a:pt x="7599" y="1985"/>
                </a:lnTo>
                <a:lnTo>
                  <a:pt x="7599" y="1985"/>
                </a:lnTo>
                <a:lnTo>
                  <a:pt x="7239" y="1985"/>
                </a:lnTo>
                <a:lnTo>
                  <a:pt x="7239" y="1985"/>
                </a:lnTo>
                <a:lnTo>
                  <a:pt x="6698" y="1980"/>
                </a:lnTo>
                <a:lnTo>
                  <a:pt x="6188" y="1974"/>
                </a:lnTo>
                <a:lnTo>
                  <a:pt x="5677" y="1959"/>
                </a:lnTo>
                <a:lnTo>
                  <a:pt x="5227" y="1949"/>
                </a:lnTo>
                <a:lnTo>
                  <a:pt x="4806" y="1929"/>
                </a:lnTo>
                <a:lnTo>
                  <a:pt x="4386" y="1913"/>
                </a:lnTo>
                <a:lnTo>
                  <a:pt x="3995" y="1888"/>
                </a:lnTo>
                <a:lnTo>
                  <a:pt x="3635" y="1867"/>
                </a:lnTo>
                <a:lnTo>
                  <a:pt x="3304" y="1837"/>
                </a:lnTo>
                <a:lnTo>
                  <a:pt x="2974" y="1811"/>
                </a:lnTo>
                <a:lnTo>
                  <a:pt x="2674" y="1781"/>
                </a:lnTo>
                <a:lnTo>
                  <a:pt x="2403" y="1745"/>
                </a:lnTo>
                <a:lnTo>
                  <a:pt x="2163" y="1714"/>
                </a:lnTo>
                <a:lnTo>
                  <a:pt x="1923" y="1674"/>
                </a:lnTo>
                <a:lnTo>
                  <a:pt x="1713" y="1638"/>
                </a:lnTo>
                <a:lnTo>
                  <a:pt x="1502" y="1597"/>
                </a:lnTo>
                <a:lnTo>
                  <a:pt x="1172" y="1521"/>
                </a:lnTo>
                <a:lnTo>
                  <a:pt x="872" y="1434"/>
                </a:lnTo>
                <a:lnTo>
                  <a:pt x="661" y="1342"/>
                </a:lnTo>
                <a:lnTo>
                  <a:pt x="451" y="1255"/>
                </a:lnTo>
                <a:lnTo>
                  <a:pt x="331" y="1163"/>
                </a:lnTo>
                <a:lnTo>
                  <a:pt x="211" y="1072"/>
                </a:lnTo>
                <a:lnTo>
                  <a:pt x="121" y="980"/>
                </a:lnTo>
                <a:lnTo>
                  <a:pt x="61" y="893"/>
                </a:lnTo>
                <a:lnTo>
                  <a:pt x="61" y="893"/>
                </a:lnTo>
                <a:lnTo>
                  <a:pt x="31" y="801"/>
                </a:lnTo>
                <a:lnTo>
                  <a:pt x="1" y="699"/>
                </a:lnTo>
                <a:lnTo>
                  <a:pt x="61" y="592"/>
                </a:lnTo>
                <a:lnTo>
                  <a:pt x="151" y="475"/>
                </a:lnTo>
                <a:lnTo>
                  <a:pt x="271" y="358"/>
                </a:lnTo>
                <a:lnTo>
                  <a:pt x="481" y="235"/>
                </a:lnTo>
                <a:lnTo>
                  <a:pt x="631" y="174"/>
                </a:lnTo>
                <a:lnTo>
                  <a:pt x="782" y="118"/>
                </a:lnTo>
                <a:lnTo>
                  <a:pt x="932" y="57"/>
                </a:lnTo>
                <a:lnTo>
                  <a:pt x="114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81"/>
          <p:cNvSpPr/>
          <p:nvPr/>
        </p:nvSpPr>
        <p:spPr>
          <a:xfrm flipH="1">
            <a:off x="7166797" y="3346593"/>
            <a:ext cx="752408" cy="201151"/>
          </a:xfrm>
          <a:custGeom>
            <a:avLst/>
            <a:gdLst/>
            <a:ahLst/>
            <a:cxnLst/>
            <a:rect l="l" t="t" r="r" b="b"/>
            <a:pathLst>
              <a:path w="13277" h="602" fill="none" extrusionOk="0">
                <a:moveTo>
                  <a:pt x="6278" y="0"/>
                </a:moveTo>
                <a:lnTo>
                  <a:pt x="6278" y="0"/>
                </a:lnTo>
                <a:lnTo>
                  <a:pt x="6549" y="0"/>
                </a:lnTo>
                <a:lnTo>
                  <a:pt x="6549" y="0"/>
                </a:lnTo>
                <a:lnTo>
                  <a:pt x="7239" y="5"/>
                </a:lnTo>
                <a:lnTo>
                  <a:pt x="7900" y="15"/>
                </a:lnTo>
                <a:lnTo>
                  <a:pt x="8501" y="36"/>
                </a:lnTo>
                <a:lnTo>
                  <a:pt x="9071" y="56"/>
                </a:lnTo>
                <a:lnTo>
                  <a:pt x="9612" y="82"/>
                </a:lnTo>
                <a:lnTo>
                  <a:pt x="10093" y="112"/>
                </a:lnTo>
                <a:lnTo>
                  <a:pt x="10543" y="143"/>
                </a:lnTo>
                <a:lnTo>
                  <a:pt x="10964" y="184"/>
                </a:lnTo>
                <a:lnTo>
                  <a:pt x="11354" y="225"/>
                </a:lnTo>
                <a:lnTo>
                  <a:pt x="11714" y="265"/>
                </a:lnTo>
                <a:lnTo>
                  <a:pt x="12045" y="316"/>
                </a:lnTo>
                <a:lnTo>
                  <a:pt x="12345" y="362"/>
                </a:lnTo>
                <a:lnTo>
                  <a:pt x="12616" y="413"/>
                </a:lnTo>
                <a:lnTo>
                  <a:pt x="12856" y="469"/>
                </a:lnTo>
                <a:lnTo>
                  <a:pt x="13066" y="525"/>
                </a:lnTo>
                <a:lnTo>
                  <a:pt x="13276" y="582"/>
                </a:lnTo>
                <a:lnTo>
                  <a:pt x="6398" y="582"/>
                </a:lnTo>
                <a:lnTo>
                  <a:pt x="6398" y="582"/>
                </a:lnTo>
                <a:lnTo>
                  <a:pt x="5317" y="597"/>
                </a:lnTo>
                <a:lnTo>
                  <a:pt x="4206" y="602"/>
                </a:lnTo>
                <a:lnTo>
                  <a:pt x="4206" y="602"/>
                </a:lnTo>
                <a:lnTo>
                  <a:pt x="3125" y="597"/>
                </a:lnTo>
                <a:lnTo>
                  <a:pt x="2073" y="582"/>
                </a:lnTo>
                <a:lnTo>
                  <a:pt x="1022" y="561"/>
                </a:lnTo>
                <a:lnTo>
                  <a:pt x="1" y="531"/>
                </a:lnTo>
                <a:lnTo>
                  <a:pt x="1" y="531"/>
                </a:lnTo>
                <a:lnTo>
                  <a:pt x="181" y="474"/>
                </a:lnTo>
                <a:lnTo>
                  <a:pt x="421" y="423"/>
                </a:lnTo>
                <a:lnTo>
                  <a:pt x="662" y="372"/>
                </a:lnTo>
                <a:lnTo>
                  <a:pt x="932" y="321"/>
                </a:lnTo>
                <a:lnTo>
                  <a:pt x="1232" y="276"/>
                </a:lnTo>
                <a:lnTo>
                  <a:pt x="1563" y="235"/>
                </a:lnTo>
                <a:lnTo>
                  <a:pt x="1893" y="194"/>
                </a:lnTo>
                <a:lnTo>
                  <a:pt x="2254" y="153"/>
                </a:lnTo>
                <a:lnTo>
                  <a:pt x="2674" y="122"/>
                </a:lnTo>
                <a:lnTo>
                  <a:pt x="3095" y="92"/>
                </a:lnTo>
                <a:lnTo>
                  <a:pt x="3545" y="61"/>
                </a:lnTo>
                <a:lnTo>
                  <a:pt x="4026" y="41"/>
                </a:lnTo>
                <a:lnTo>
                  <a:pt x="4536" y="26"/>
                </a:lnTo>
                <a:lnTo>
                  <a:pt x="5077" y="10"/>
                </a:lnTo>
                <a:lnTo>
                  <a:pt x="5678" y="0"/>
                </a:lnTo>
                <a:lnTo>
                  <a:pt x="627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81"/>
          <p:cNvSpPr/>
          <p:nvPr/>
        </p:nvSpPr>
        <p:spPr>
          <a:xfrm flipH="1">
            <a:off x="1158530" y="1529549"/>
            <a:ext cx="767652" cy="225543"/>
          </a:xfrm>
          <a:custGeom>
            <a:avLst/>
            <a:gdLst/>
            <a:ahLst/>
            <a:cxnLst/>
            <a:rect l="l" t="t" r="r" b="b"/>
            <a:pathLst>
              <a:path w="13546" h="675" fill="none" extrusionOk="0">
                <a:moveTo>
                  <a:pt x="7178" y="1"/>
                </a:moveTo>
                <a:lnTo>
                  <a:pt x="7178" y="1"/>
                </a:lnTo>
                <a:lnTo>
                  <a:pt x="7989" y="1"/>
                </a:lnTo>
                <a:lnTo>
                  <a:pt x="8800" y="11"/>
                </a:lnTo>
                <a:lnTo>
                  <a:pt x="9611" y="21"/>
                </a:lnTo>
                <a:lnTo>
                  <a:pt x="10422" y="36"/>
                </a:lnTo>
                <a:lnTo>
                  <a:pt x="11203" y="52"/>
                </a:lnTo>
                <a:lnTo>
                  <a:pt x="12014" y="77"/>
                </a:lnTo>
                <a:lnTo>
                  <a:pt x="12765" y="103"/>
                </a:lnTo>
                <a:lnTo>
                  <a:pt x="13546" y="133"/>
                </a:lnTo>
                <a:lnTo>
                  <a:pt x="13546" y="133"/>
                </a:lnTo>
                <a:lnTo>
                  <a:pt x="13335" y="189"/>
                </a:lnTo>
                <a:lnTo>
                  <a:pt x="13095" y="241"/>
                </a:lnTo>
                <a:lnTo>
                  <a:pt x="12855" y="292"/>
                </a:lnTo>
                <a:lnTo>
                  <a:pt x="12585" y="343"/>
                </a:lnTo>
                <a:lnTo>
                  <a:pt x="12284" y="388"/>
                </a:lnTo>
                <a:lnTo>
                  <a:pt x="11984" y="434"/>
                </a:lnTo>
                <a:lnTo>
                  <a:pt x="11624" y="475"/>
                </a:lnTo>
                <a:lnTo>
                  <a:pt x="11263" y="516"/>
                </a:lnTo>
                <a:lnTo>
                  <a:pt x="10843" y="552"/>
                </a:lnTo>
                <a:lnTo>
                  <a:pt x="10422" y="582"/>
                </a:lnTo>
                <a:lnTo>
                  <a:pt x="9972" y="608"/>
                </a:lnTo>
                <a:lnTo>
                  <a:pt x="9491" y="633"/>
                </a:lnTo>
                <a:lnTo>
                  <a:pt x="8950" y="649"/>
                </a:lnTo>
                <a:lnTo>
                  <a:pt x="8410" y="664"/>
                </a:lnTo>
                <a:lnTo>
                  <a:pt x="7839" y="669"/>
                </a:lnTo>
                <a:lnTo>
                  <a:pt x="7208" y="674"/>
                </a:lnTo>
                <a:lnTo>
                  <a:pt x="7208" y="674"/>
                </a:lnTo>
                <a:lnTo>
                  <a:pt x="6938" y="674"/>
                </a:lnTo>
                <a:lnTo>
                  <a:pt x="6938" y="674"/>
                </a:lnTo>
                <a:lnTo>
                  <a:pt x="6187" y="669"/>
                </a:lnTo>
                <a:lnTo>
                  <a:pt x="5466" y="654"/>
                </a:lnTo>
                <a:lnTo>
                  <a:pt x="4836" y="633"/>
                </a:lnTo>
                <a:lnTo>
                  <a:pt x="4235" y="613"/>
                </a:lnTo>
                <a:lnTo>
                  <a:pt x="3664" y="582"/>
                </a:lnTo>
                <a:lnTo>
                  <a:pt x="3154" y="547"/>
                </a:lnTo>
                <a:lnTo>
                  <a:pt x="2673" y="506"/>
                </a:lnTo>
                <a:lnTo>
                  <a:pt x="2253" y="465"/>
                </a:lnTo>
                <a:lnTo>
                  <a:pt x="1862" y="419"/>
                </a:lnTo>
                <a:lnTo>
                  <a:pt x="1502" y="368"/>
                </a:lnTo>
                <a:lnTo>
                  <a:pt x="1171" y="317"/>
                </a:lnTo>
                <a:lnTo>
                  <a:pt x="871" y="261"/>
                </a:lnTo>
                <a:lnTo>
                  <a:pt x="601" y="200"/>
                </a:lnTo>
                <a:lnTo>
                  <a:pt x="391" y="144"/>
                </a:lnTo>
                <a:lnTo>
                  <a:pt x="180" y="82"/>
                </a:lnTo>
                <a:lnTo>
                  <a:pt x="0" y="21"/>
                </a:lnTo>
                <a:lnTo>
                  <a:pt x="4866" y="21"/>
                </a:lnTo>
                <a:lnTo>
                  <a:pt x="4866" y="21"/>
                </a:lnTo>
                <a:lnTo>
                  <a:pt x="6037" y="6"/>
                </a:lnTo>
                <a:lnTo>
                  <a:pt x="717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81"/>
          <p:cNvSpPr txBox="1">
            <a:spLocks noGrp="1"/>
          </p:cNvSpPr>
          <p:nvPr>
            <p:ph type="title"/>
          </p:nvPr>
        </p:nvSpPr>
        <p:spPr>
          <a:xfrm>
            <a:off x="1312875" y="1905000"/>
            <a:ext cx="6397800" cy="8289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1771" name="Google Shape;1771;p81"/>
          <p:cNvSpPr txBox="1">
            <a:spLocks noGrp="1"/>
          </p:cNvSpPr>
          <p:nvPr>
            <p:ph type="title" idx="2"/>
          </p:nvPr>
        </p:nvSpPr>
        <p:spPr>
          <a:xfrm>
            <a:off x="1312875" y="2902850"/>
            <a:ext cx="6429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1772" name="Google Shape;1772;p81"/>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81"/>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81"/>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1775" name="Google Shape;1775;p81"/>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Orange - Section Cover">
  <p:cSld name="CUSTOM_2_1_1_1">
    <p:bg>
      <p:bgPr>
        <a:solidFill>
          <a:schemeClr val="accent4"/>
        </a:solidFill>
        <a:effectLst/>
      </p:bgPr>
    </p:bg>
    <p:spTree>
      <p:nvGrpSpPr>
        <p:cNvPr id="1" name="Shape 1776"/>
        <p:cNvGrpSpPr/>
        <p:nvPr/>
      </p:nvGrpSpPr>
      <p:grpSpPr>
        <a:xfrm>
          <a:off x="0" y="0"/>
          <a:ext cx="0" cy="0"/>
          <a:chOff x="0" y="0"/>
          <a:chExt cx="0" cy="0"/>
        </a:xfrm>
      </p:grpSpPr>
      <p:grpSp>
        <p:nvGrpSpPr>
          <p:cNvPr id="1777" name="Google Shape;1777;p82"/>
          <p:cNvGrpSpPr/>
          <p:nvPr/>
        </p:nvGrpSpPr>
        <p:grpSpPr>
          <a:xfrm>
            <a:off x="-3487" y="11419"/>
            <a:ext cx="9143986" cy="5120662"/>
            <a:chOff x="1224029" y="3814100"/>
            <a:chExt cx="921615" cy="519000"/>
          </a:xfrm>
        </p:grpSpPr>
        <p:sp>
          <p:nvSpPr>
            <p:cNvPr id="1778" name="Google Shape;1778;p82"/>
            <p:cNvSpPr/>
            <p:nvPr/>
          </p:nvSpPr>
          <p:spPr>
            <a:xfrm flipH="1">
              <a:off x="1224029" y="3814100"/>
              <a:ext cx="921615" cy="519000"/>
            </a:xfrm>
            <a:custGeom>
              <a:avLst/>
              <a:gdLst/>
              <a:ahLst/>
              <a:cxnLst/>
              <a:rect l="l" t="t" r="r" b="b"/>
              <a:pathLst>
                <a:path w="217362" h="20760" extrusionOk="0">
                  <a:moveTo>
                    <a:pt x="1" y="0"/>
                  </a:moveTo>
                  <a:lnTo>
                    <a:pt x="1" y="15664"/>
                  </a:lnTo>
                  <a:lnTo>
                    <a:pt x="63524" y="15664"/>
                  </a:lnTo>
                  <a:lnTo>
                    <a:pt x="64305" y="15654"/>
                  </a:lnTo>
                  <a:lnTo>
                    <a:pt x="65116" y="15644"/>
                  </a:lnTo>
                  <a:lnTo>
                    <a:pt x="65897" y="15639"/>
                  </a:lnTo>
                  <a:lnTo>
                    <a:pt x="66678" y="15639"/>
                  </a:lnTo>
                  <a:lnTo>
                    <a:pt x="67489" y="15644"/>
                  </a:lnTo>
                  <a:lnTo>
                    <a:pt x="68269" y="15649"/>
                  </a:lnTo>
                  <a:lnTo>
                    <a:pt x="69050" y="15659"/>
                  </a:lnTo>
                  <a:lnTo>
                    <a:pt x="69831" y="15675"/>
                  </a:lnTo>
                  <a:lnTo>
                    <a:pt x="70582" y="15690"/>
                  </a:lnTo>
                  <a:lnTo>
                    <a:pt x="71363" y="15710"/>
                  </a:lnTo>
                  <a:lnTo>
                    <a:pt x="72114" y="15736"/>
                  </a:lnTo>
                  <a:lnTo>
                    <a:pt x="72865" y="15766"/>
                  </a:lnTo>
                  <a:lnTo>
                    <a:pt x="73586" y="15802"/>
                  </a:lnTo>
                  <a:lnTo>
                    <a:pt x="74336" y="15838"/>
                  </a:lnTo>
                  <a:lnTo>
                    <a:pt x="75057" y="15879"/>
                  </a:lnTo>
                  <a:lnTo>
                    <a:pt x="75748" y="15925"/>
                  </a:lnTo>
                  <a:lnTo>
                    <a:pt x="76439" y="15976"/>
                  </a:lnTo>
                  <a:lnTo>
                    <a:pt x="77130" y="16027"/>
                  </a:lnTo>
                  <a:lnTo>
                    <a:pt x="77790" y="16083"/>
                  </a:lnTo>
                  <a:lnTo>
                    <a:pt x="78421" y="16144"/>
                  </a:lnTo>
                  <a:lnTo>
                    <a:pt x="79082" y="16210"/>
                  </a:lnTo>
                  <a:lnTo>
                    <a:pt x="79683" y="16282"/>
                  </a:lnTo>
                  <a:lnTo>
                    <a:pt x="80283" y="16353"/>
                  </a:lnTo>
                  <a:lnTo>
                    <a:pt x="80854" y="16435"/>
                  </a:lnTo>
                  <a:lnTo>
                    <a:pt x="81425" y="16516"/>
                  </a:lnTo>
                  <a:lnTo>
                    <a:pt x="81935" y="16603"/>
                  </a:lnTo>
                  <a:lnTo>
                    <a:pt x="82446" y="16690"/>
                  </a:lnTo>
                  <a:lnTo>
                    <a:pt x="82956" y="16787"/>
                  </a:lnTo>
                  <a:lnTo>
                    <a:pt x="83407" y="16889"/>
                  </a:lnTo>
                  <a:lnTo>
                    <a:pt x="83857" y="16991"/>
                  </a:lnTo>
                  <a:lnTo>
                    <a:pt x="84278" y="17098"/>
                  </a:lnTo>
                  <a:lnTo>
                    <a:pt x="84668" y="17210"/>
                  </a:lnTo>
                  <a:lnTo>
                    <a:pt x="85419" y="17455"/>
                  </a:lnTo>
                  <a:lnTo>
                    <a:pt x="86110" y="17695"/>
                  </a:lnTo>
                  <a:lnTo>
                    <a:pt x="86741" y="17929"/>
                  </a:lnTo>
                  <a:lnTo>
                    <a:pt x="87281" y="18164"/>
                  </a:lnTo>
                  <a:lnTo>
                    <a:pt x="87792" y="18398"/>
                  </a:lnTo>
                  <a:lnTo>
                    <a:pt x="88213" y="18628"/>
                  </a:lnTo>
                  <a:lnTo>
                    <a:pt x="88573" y="18857"/>
                  </a:lnTo>
                  <a:lnTo>
                    <a:pt x="88873" y="19082"/>
                  </a:lnTo>
                  <a:lnTo>
                    <a:pt x="89114" y="19301"/>
                  </a:lnTo>
                  <a:lnTo>
                    <a:pt x="89264" y="19521"/>
                  </a:lnTo>
                  <a:lnTo>
                    <a:pt x="89384" y="19735"/>
                  </a:lnTo>
                  <a:lnTo>
                    <a:pt x="89444" y="19949"/>
                  </a:lnTo>
                  <a:lnTo>
                    <a:pt x="89414" y="20158"/>
                  </a:lnTo>
                  <a:lnTo>
                    <a:pt x="89354" y="20362"/>
                  </a:lnTo>
                  <a:lnTo>
                    <a:pt x="89234" y="20561"/>
                  </a:lnTo>
                  <a:lnTo>
                    <a:pt x="89053" y="20760"/>
                  </a:lnTo>
                  <a:lnTo>
                    <a:pt x="217362" y="20760"/>
                  </a:lnTo>
                  <a:lnTo>
                    <a:pt x="217362" y="0"/>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82"/>
            <p:cNvSpPr/>
            <p:nvPr/>
          </p:nvSpPr>
          <p:spPr>
            <a:xfrm flipH="1">
              <a:off x="1224029" y="3814100"/>
              <a:ext cx="921615" cy="519000"/>
            </a:xfrm>
            <a:custGeom>
              <a:avLst/>
              <a:gdLst/>
              <a:ahLst/>
              <a:cxnLst/>
              <a:rect l="l" t="t" r="r" b="b"/>
              <a:pathLst>
                <a:path w="217362" h="20760" fill="none" extrusionOk="0">
                  <a:moveTo>
                    <a:pt x="84668" y="17210"/>
                  </a:moveTo>
                  <a:lnTo>
                    <a:pt x="84668" y="17210"/>
                  </a:lnTo>
                  <a:lnTo>
                    <a:pt x="84278" y="17098"/>
                  </a:lnTo>
                  <a:lnTo>
                    <a:pt x="83857" y="16991"/>
                  </a:lnTo>
                  <a:lnTo>
                    <a:pt x="83407" y="16889"/>
                  </a:lnTo>
                  <a:lnTo>
                    <a:pt x="82956" y="16787"/>
                  </a:lnTo>
                  <a:lnTo>
                    <a:pt x="82446" y="16690"/>
                  </a:lnTo>
                  <a:lnTo>
                    <a:pt x="81935" y="16603"/>
                  </a:lnTo>
                  <a:lnTo>
                    <a:pt x="81425" y="16516"/>
                  </a:lnTo>
                  <a:lnTo>
                    <a:pt x="80854" y="16435"/>
                  </a:lnTo>
                  <a:lnTo>
                    <a:pt x="80283" y="16353"/>
                  </a:lnTo>
                  <a:lnTo>
                    <a:pt x="79683" y="16282"/>
                  </a:lnTo>
                  <a:lnTo>
                    <a:pt x="79082" y="16210"/>
                  </a:lnTo>
                  <a:lnTo>
                    <a:pt x="78421" y="16144"/>
                  </a:lnTo>
                  <a:lnTo>
                    <a:pt x="77790" y="16083"/>
                  </a:lnTo>
                  <a:lnTo>
                    <a:pt x="77130" y="16027"/>
                  </a:lnTo>
                  <a:lnTo>
                    <a:pt x="76439" y="15976"/>
                  </a:lnTo>
                  <a:lnTo>
                    <a:pt x="75748" y="15925"/>
                  </a:lnTo>
                  <a:lnTo>
                    <a:pt x="75057" y="15879"/>
                  </a:lnTo>
                  <a:lnTo>
                    <a:pt x="74336" y="15838"/>
                  </a:lnTo>
                  <a:lnTo>
                    <a:pt x="73586" y="15802"/>
                  </a:lnTo>
                  <a:lnTo>
                    <a:pt x="72865" y="15766"/>
                  </a:lnTo>
                  <a:lnTo>
                    <a:pt x="72114" y="15736"/>
                  </a:lnTo>
                  <a:lnTo>
                    <a:pt x="71363" y="15710"/>
                  </a:lnTo>
                  <a:lnTo>
                    <a:pt x="70582" y="15690"/>
                  </a:lnTo>
                  <a:lnTo>
                    <a:pt x="69831" y="15675"/>
                  </a:lnTo>
                  <a:lnTo>
                    <a:pt x="69050" y="15659"/>
                  </a:lnTo>
                  <a:lnTo>
                    <a:pt x="68269" y="15649"/>
                  </a:lnTo>
                  <a:lnTo>
                    <a:pt x="67489" y="15644"/>
                  </a:lnTo>
                  <a:lnTo>
                    <a:pt x="66678" y="15639"/>
                  </a:lnTo>
                  <a:lnTo>
                    <a:pt x="65897" y="15639"/>
                  </a:lnTo>
                  <a:lnTo>
                    <a:pt x="65116" y="15644"/>
                  </a:lnTo>
                  <a:lnTo>
                    <a:pt x="64305" y="15654"/>
                  </a:lnTo>
                  <a:lnTo>
                    <a:pt x="63524" y="15664"/>
                  </a:lnTo>
                  <a:lnTo>
                    <a:pt x="1" y="15664"/>
                  </a:lnTo>
                  <a:lnTo>
                    <a:pt x="1" y="0"/>
                  </a:lnTo>
                  <a:lnTo>
                    <a:pt x="217362" y="0"/>
                  </a:lnTo>
                  <a:lnTo>
                    <a:pt x="217362" y="20760"/>
                  </a:lnTo>
                  <a:lnTo>
                    <a:pt x="89053" y="20760"/>
                  </a:lnTo>
                  <a:lnTo>
                    <a:pt x="89053" y="20760"/>
                  </a:lnTo>
                  <a:lnTo>
                    <a:pt x="89234" y="20561"/>
                  </a:lnTo>
                  <a:lnTo>
                    <a:pt x="89354" y="20362"/>
                  </a:lnTo>
                  <a:lnTo>
                    <a:pt x="89414" y="20158"/>
                  </a:lnTo>
                  <a:lnTo>
                    <a:pt x="89444" y="19949"/>
                  </a:lnTo>
                  <a:lnTo>
                    <a:pt x="89384" y="19735"/>
                  </a:lnTo>
                  <a:lnTo>
                    <a:pt x="89264" y="19521"/>
                  </a:lnTo>
                  <a:lnTo>
                    <a:pt x="89114" y="19301"/>
                  </a:lnTo>
                  <a:lnTo>
                    <a:pt x="88873" y="19082"/>
                  </a:lnTo>
                  <a:lnTo>
                    <a:pt x="88573" y="18857"/>
                  </a:lnTo>
                  <a:lnTo>
                    <a:pt x="88213" y="18628"/>
                  </a:lnTo>
                  <a:lnTo>
                    <a:pt x="87792" y="18398"/>
                  </a:lnTo>
                  <a:lnTo>
                    <a:pt x="87281" y="18164"/>
                  </a:lnTo>
                  <a:lnTo>
                    <a:pt x="86741" y="17929"/>
                  </a:lnTo>
                  <a:lnTo>
                    <a:pt x="86110" y="17695"/>
                  </a:lnTo>
                  <a:lnTo>
                    <a:pt x="85419" y="17455"/>
                  </a:lnTo>
                  <a:lnTo>
                    <a:pt x="84668" y="1721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82"/>
            <p:cNvSpPr/>
            <p:nvPr/>
          </p:nvSpPr>
          <p:spPr>
            <a:xfrm flipH="1">
              <a:off x="1766402" y="4205050"/>
              <a:ext cx="379243" cy="128050"/>
            </a:xfrm>
            <a:custGeom>
              <a:avLst/>
              <a:gdLst/>
              <a:ahLst/>
              <a:cxnLst/>
              <a:rect l="l" t="t" r="r" b="b"/>
              <a:pathLst>
                <a:path w="89444" h="5122" extrusionOk="0">
                  <a:moveTo>
                    <a:pt x="65897" y="1"/>
                  </a:moveTo>
                  <a:lnTo>
                    <a:pt x="65116" y="6"/>
                  </a:lnTo>
                  <a:lnTo>
                    <a:pt x="64305" y="16"/>
                  </a:lnTo>
                  <a:lnTo>
                    <a:pt x="63524" y="26"/>
                  </a:lnTo>
                  <a:lnTo>
                    <a:pt x="1" y="26"/>
                  </a:lnTo>
                  <a:lnTo>
                    <a:pt x="1" y="5122"/>
                  </a:lnTo>
                  <a:lnTo>
                    <a:pt x="89053" y="5122"/>
                  </a:lnTo>
                  <a:lnTo>
                    <a:pt x="89234" y="4923"/>
                  </a:lnTo>
                  <a:lnTo>
                    <a:pt x="89354" y="4724"/>
                  </a:lnTo>
                  <a:lnTo>
                    <a:pt x="89414" y="4520"/>
                  </a:lnTo>
                  <a:lnTo>
                    <a:pt x="89444" y="4311"/>
                  </a:lnTo>
                  <a:lnTo>
                    <a:pt x="89384" y="4097"/>
                  </a:lnTo>
                  <a:lnTo>
                    <a:pt x="89264" y="3883"/>
                  </a:lnTo>
                  <a:lnTo>
                    <a:pt x="89114" y="3663"/>
                  </a:lnTo>
                  <a:lnTo>
                    <a:pt x="88873" y="3444"/>
                  </a:lnTo>
                  <a:lnTo>
                    <a:pt x="88573" y="3219"/>
                  </a:lnTo>
                  <a:lnTo>
                    <a:pt x="88213" y="2990"/>
                  </a:lnTo>
                  <a:lnTo>
                    <a:pt x="87792" y="2760"/>
                  </a:lnTo>
                  <a:lnTo>
                    <a:pt x="87281" y="2526"/>
                  </a:lnTo>
                  <a:lnTo>
                    <a:pt x="86741" y="2291"/>
                  </a:lnTo>
                  <a:lnTo>
                    <a:pt x="86110" y="2057"/>
                  </a:lnTo>
                  <a:lnTo>
                    <a:pt x="85419" y="1817"/>
                  </a:lnTo>
                  <a:lnTo>
                    <a:pt x="84668" y="1572"/>
                  </a:lnTo>
                  <a:lnTo>
                    <a:pt x="84278" y="1460"/>
                  </a:lnTo>
                  <a:lnTo>
                    <a:pt x="83857" y="1353"/>
                  </a:lnTo>
                  <a:lnTo>
                    <a:pt x="83407" y="1251"/>
                  </a:lnTo>
                  <a:lnTo>
                    <a:pt x="82956" y="1149"/>
                  </a:lnTo>
                  <a:lnTo>
                    <a:pt x="82446" y="1052"/>
                  </a:lnTo>
                  <a:lnTo>
                    <a:pt x="81935" y="965"/>
                  </a:lnTo>
                  <a:lnTo>
                    <a:pt x="81425" y="878"/>
                  </a:lnTo>
                  <a:lnTo>
                    <a:pt x="80854" y="797"/>
                  </a:lnTo>
                  <a:lnTo>
                    <a:pt x="80283" y="715"/>
                  </a:lnTo>
                  <a:lnTo>
                    <a:pt x="79683" y="644"/>
                  </a:lnTo>
                  <a:lnTo>
                    <a:pt x="79082" y="572"/>
                  </a:lnTo>
                  <a:lnTo>
                    <a:pt x="78421" y="506"/>
                  </a:lnTo>
                  <a:lnTo>
                    <a:pt x="77790" y="445"/>
                  </a:lnTo>
                  <a:lnTo>
                    <a:pt x="77130" y="389"/>
                  </a:lnTo>
                  <a:lnTo>
                    <a:pt x="76439" y="338"/>
                  </a:lnTo>
                  <a:lnTo>
                    <a:pt x="75748" y="287"/>
                  </a:lnTo>
                  <a:lnTo>
                    <a:pt x="75057" y="241"/>
                  </a:lnTo>
                  <a:lnTo>
                    <a:pt x="74336" y="200"/>
                  </a:lnTo>
                  <a:lnTo>
                    <a:pt x="73586" y="164"/>
                  </a:lnTo>
                  <a:lnTo>
                    <a:pt x="72865" y="128"/>
                  </a:lnTo>
                  <a:lnTo>
                    <a:pt x="72114" y="98"/>
                  </a:lnTo>
                  <a:lnTo>
                    <a:pt x="71363" y="72"/>
                  </a:lnTo>
                  <a:lnTo>
                    <a:pt x="70582" y="52"/>
                  </a:lnTo>
                  <a:lnTo>
                    <a:pt x="69831" y="37"/>
                  </a:lnTo>
                  <a:lnTo>
                    <a:pt x="69050" y="21"/>
                  </a:lnTo>
                  <a:lnTo>
                    <a:pt x="68269" y="11"/>
                  </a:lnTo>
                  <a:lnTo>
                    <a:pt x="67489" y="6"/>
                  </a:lnTo>
                  <a:lnTo>
                    <a:pt x="66678" y="1"/>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82"/>
            <p:cNvSpPr/>
            <p:nvPr/>
          </p:nvSpPr>
          <p:spPr>
            <a:xfrm flipH="1">
              <a:off x="1766402" y="4205050"/>
              <a:ext cx="379243" cy="128050"/>
            </a:xfrm>
            <a:custGeom>
              <a:avLst/>
              <a:gdLst/>
              <a:ahLst/>
              <a:cxnLst/>
              <a:rect l="l" t="t" r="r" b="b"/>
              <a:pathLst>
                <a:path w="89444" h="5122" fill="none" extrusionOk="0">
                  <a:moveTo>
                    <a:pt x="1" y="26"/>
                  </a:moveTo>
                  <a:lnTo>
                    <a:pt x="63524" y="26"/>
                  </a:lnTo>
                  <a:lnTo>
                    <a:pt x="63524" y="26"/>
                  </a:lnTo>
                  <a:lnTo>
                    <a:pt x="64305" y="16"/>
                  </a:lnTo>
                  <a:lnTo>
                    <a:pt x="65116" y="6"/>
                  </a:lnTo>
                  <a:lnTo>
                    <a:pt x="65897" y="1"/>
                  </a:lnTo>
                  <a:lnTo>
                    <a:pt x="66678" y="1"/>
                  </a:lnTo>
                  <a:lnTo>
                    <a:pt x="67489" y="6"/>
                  </a:lnTo>
                  <a:lnTo>
                    <a:pt x="68269" y="11"/>
                  </a:lnTo>
                  <a:lnTo>
                    <a:pt x="69050" y="21"/>
                  </a:lnTo>
                  <a:lnTo>
                    <a:pt x="69831" y="37"/>
                  </a:lnTo>
                  <a:lnTo>
                    <a:pt x="70582" y="52"/>
                  </a:lnTo>
                  <a:lnTo>
                    <a:pt x="71363" y="72"/>
                  </a:lnTo>
                  <a:lnTo>
                    <a:pt x="72114" y="98"/>
                  </a:lnTo>
                  <a:lnTo>
                    <a:pt x="72865" y="128"/>
                  </a:lnTo>
                  <a:lnTo>
                    <a:pt x="73586" y="164"/>
                  </a:lnTo>
                  <a:lnTo>
                    <a:pt x="74336" y="200"/>
                  </a:lnTo>
                  <a:lnTo>
                    <a:pt x="75057" y="241"/>
                  </a:lnTo>
                  <a:lnTo>
                    <a:pt x="75748" y="287"/>
                  </a:lnTo>
                  <a:lnTo>
                    <a:pt x="76439" y="338"/>
                  </a:lnTo>
                  <a:lnTo>
                    <a:pt x="77130" y="389"/>
                  </a:lnTo>
                  <a:lnTo>
                    <a:pt x="77790" y="445"/>
                  </a:lnTo>
                  <a:lnTo>
                    <a:pt x="78421" y="506"/>
                  </a:lnTo>
                  <a:lnTo>
                    <a:pt x="79082" y="572"/>
                  </a:lnTo>
                  <a:lnTo>
                    <a:pt x="79683" y="644"/>
                  </a:lnTo>
                  <a:lnTo>
                    <a:pt x="80283" y="715"/>
                  </a:lnTo>
                  <a:lnTo>
                    <a:pt x="80854" y="797"/>
                  </a:lnTo>
                  <a:lnTo>
                    <a:pt x="81425" y="878"/>
                  </a:lnTo>
                  <a:lnTo>
                    <a:pt x="81935" y="965"/>
                  </a:lnTo>
                  <a:lnTo>
                    <a:pt x="82446" y="1052"/>
                  </a:lnTo>
                  <a:lnTo>
                    <a:pt x="82956" y="1149"/>
                  </a:lnTo>
                  <a:lnTo>
                    <a:pt x="83407" y="1251"/>
                  </a:lnTo>
                  <a:lnTo>
                    <a:pt x="83857" y="1353"/>
                  </a:lnTo>
                  <a:lnTo>
                    <a:pt x="84278" y="1460"/>
                  </a:lnTo>
                  <a:lnTo>
                    <a:pt x="84668" y="1572"/>
                  </a:lnTo>
                  <a:lnTo>
                    <a:pt x="84668" y="1572"/>
                  </a:lnTo>
                  <a:lnTo>
                    <a:pt x="85419" y="1817"/>
                  </a:lnTo>
                  <a:lnTo>
                    <a:pt x="86110" y="2057"/>
                  </a:lnTo>
                  <a:lnTo>
                    <a:pt x="86741" y="2291"/>
                  </a:lnTo>
                  <a:lnTo>
                    <a:pt x="87281" y="2526"/>
                  </a:lnTo>
                  <a:lnTo>
                    <a:pt x="87792" y="2760"/>
                  </a:lnTo>
                  <a:lnTo>
                    <a:pt x="88213" y="2990"/>
                  </a:lnTo>
                  <a:lnTo>
                    <a:pt x="88573" y="3219"/>
                  </a:lnTo>
                  <a:lnTo>
                    <a:pt x="88873" y="3444"/>
                  </a:lnTo>
                  <a:lnTo>
                    <a:pt x="89114" y="3663"/>
                  </a:lnTo>
                  <a:lnTo>
                    <a:pt x="89264" y="3883"/>
                  </a:lnTo>
                  <a:lnTo>
                    <a:pt x="89384" y="4097"/>
                  </a:lnTo>
                  <a:lnTo>
                    <a:pt x="89444" y="4311"/>
                  </a:lnTo>
                  <a:lnTo>
                    <a:pt x="89414" y="4520"/>
                  </a:lnTo>
                  <a:lnTo>
                    <a:pt x="89354" y="4724"/>
                  </a:lnTo>
                  <a:lnTo>
                    <a:pt x="89234" y="4923"/>
                  </a:lnTo>
                  <a:lnTo>
                    <a:pt x="89053" y="5122"/>
                  </a:lnTo>
                  <a:lnTo>
                    <a:pt x="1" y="5122"/>
                  </a:lnTo>
                  <a:lnTo>
                    <a:pt x="1" y="2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82"/>
            <p:cNvSpPr/>
            <p:nvPr/>
          </p:nvSpPr>
          <p:spPr>
            <a:xfrm flipH="1">
              <a:off x="1766402" y="4205050"/>
              <a:ext cx="379243" cy="128050"/>
            </a:xfrm>
            <a:custGeom>
              <a:avLst/>
              <a:gdLst/>
              <a:ahLst/>
              <a:cxnLst/>
              <a:rect l="l" t="t" r="r" b="b"/>
              <a:pathLst>
                <a:path w="89444" h="5122" extrusionOk="0">
                  <a:moveTo>
                    <a:pt x="66497" y="1"/>
                  </a:moveTo>
                  <a:lnTo>
                    <a:pt x="65056" y="6"/>
                  </a:lnTo>
                  <a:lnTo>
                    <a:pt x="63644" y="26"/>
                  </a:lnTo>
                  <a:lnTo>
                    <a:pt x="1" y="26"/>
                  </a:lnTo>
                  <a:lnTo>
                    <a:pt x="1" y="5122"/>
                  </a:lnTo>
                  <a:lnTo>
                    <a:pt x="89053" y="5122"/>
                  </a:lnTo>
                  <a:lnTo>
                    <a:pt x="89234" y="4943"/>
                  </a:lnTo>
                  <a:lnTo>
                    <a:pt x="89354" y="4760"/>
                  </a:lnTo>
                  <a:lnTo>
                    <a:pt x="89414" y="4576"/>
                  </a:lnTo>
                  <a:lnTo>
                    <a:pt x="89444" y="4388"/>
                  </a:lnTo>
                  <a:lnTo>
                    <a:pt x="89414" y="4224"/>
                  </a:lnTo>
                  <a:lnTo>
                    <a:pt x="89384" y="4061"/>
                  </a:lnTo>
                  <a:lnTo>
                    <a:pt x="89294" y="3893"/>
                  </a:lnTo>
                  <a:lnTo>
                    <a:pt x="89144" y="3724"/>
                  </a:lnTo>
                  <a:lnTo>
                    <a:pt x="88993" y="3556"/>
                  </a:lnTo>
                  <a:lnTo>
                    <a:pt x="88783" y="3383"/>
                  </a:lnTo>
                  <a:lnTo>
                    <a:pt x="88543" y="3209"/>
                  </a:lnTo>
                  <a:lnTo>
                    <a:pt x="88273" y="3036"/>
                  </a:lnTo>
                  <a:lnTo>
                    <a:pt x="87972" y="2857"/>
                  </a:lnTo>
                  <a:lnTo>
                    <a:pt x="87612" y="2679"/>
                  </a:lnTo>
                  <a:lnTo>
                    <a:pt x="87221" y="2495"/>
                  </a:lnTo>
                  <a:lnTo>
                    <a:pt x="86801" y="2317"/>
                  </a:lnTo>
                  <a:lnTo>
                    <a:pt x="86320" y="2133"/>
                  </a:lnTo>
                  <a:lnTo>
                    <a:pt x="85810" y="1944"/>
                  </a:lnTo>
                  <a:lnTo>
                    <a:pt x="85239" y="1761"/>
                  </a:lnTo>
                  <a:lnTo>
                    <a:pt x="84668" y="1572"/>
                  </a:lnTo>
                  <a:lnTo>
                    <a:pt x="84578" y="1552"/>
                  </a:lnTo>
                  <a:lnTo>
                    <a:pt x="84248" y="1450"/>
                  </a:lnTo>
                  <a:lnTo>
                    <a:pt x="83888" y="1358"/>
                  </a:lnTo>
                  <a:lnTo>
                    <a:pt x="83497" y="1266"/>
                  </a:lnTo>
                  <a:lnTo>
                    <a:pt x="83077" y="1179"/>
                  </a:lnTo>
                  <a:lnTo>
                    <a:pt x="82656" y="1092"/>
                  </a:lnTo>
                  <a:lnTo>
                    <a:pt x="82236" y="1011"/>
                  </a:lnTo>
                  <a:lnTo>
                    <a:pt x="81755" y="934"/>
                  </a:lnTo>
                  <a:lnTo>
                    <a:pt x="81305" y="858"/>
                  </a:lnTo>
                  <a:lnTo>
                    <a:pt x="80794" y="786"/>
                  </a:lnTo>
                  <a:lnTo>
                    <a:pt x="80313" y="720"/>
                  </a:lnTo>
                  <a:lnTo>
                    <a:pt x="79773" y="654"/>
                  </a:lnTo>
                  <a:lnTo>
                    <a:pt x="79232" y="593"/>
                  </a:lnTo>
                  <a:lnTo>
                    <a:pt x="78692" y="531"/>
                  </a:lnTo>
                  <a:lnTo>
                    <a:pt x="78151" y="480"/>
                  </a:lnTo>
                  <a:lnTo>
                    <a:pt x="77550" y="424"/>
                  </a:lnTo>
                  <a:lnTo>
                    <a:pt x="76980" y="378"/>
                  </a:lnTo>
                  <a:lnTo>
                    <a:pt x="76379" y="332"/>
                  </a:lnTo>
                  <a:lnTo>
                    <a:pt x="75778" y="287"/>
                  </a:lnTo>
                  <a:lnTo>
                    <a:pt x="75147" y="246"/>
                  </a:lnTo>
                  <a:lnTo>
                    <a:pt x="74517" y="210"/>
                  </a:lnTo>
                  <a:lnTo>
                    <a:pt x="73886" y="179"/>
                  </a:lnTo>
                  <a:lnTo>
                    <a:pt x="73255" y="149"/>
                  </a:lnTo>
                  <a:lnTo>
                    <a:pt x="72594" y="118"/>
                  </a:lnTo>
                  <a:lnTo>
                    <a:pt x="71934" y="93"/>
                  </a:lnTo>
                  <a:lnTo>
                    <a:pt x="71273" y="72"/>
                  </a:lnTo>
                  <a:lnTo>
                    <a:pt x="70612" y="52"/>
                  </a:lnTo>
                  <a:lnTo>
                    <a:pt x="69261" y="26"/>
                  </a:lnTo>
                  <a:lnTo>
                    <a:pt x="67879" y="6"/>
                  </a:lnTo>
                  <a:lnTo>
                    <a:pt x="66497" y="1"/>
                  </a:lnTo>
                  <a:close/>
                </a:path>
              </a:pathLst>
            </a:custGeom>
            <a:solidFill>
              <a:srgbClr val="FF6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82"/>
            <p:cNvSpPr/>
            <p:nvPr/>
          </p:nvSpPr>
          <p:spPr>
            <a:xfrm flipH="1">
              <a:off x="1766402" y="4205050"/>
              <a:ext cx="379243" cy="128050"/>
            </a:xfrm>
            <a:custGeom>
              <a:avLst/>
              <a:gdLst/>
              <a:ahLst/>
              <a:cxnLst/>
              <a:rect l="l" t="t" r="r" b="b"/>
              <a:pathLst>
                <a:path w="89444" h="5122" fill="none" extrusionOk="0">
                  <a:moveTo>
                    <a:pt x="66497" y="1"/>
                  </a:moveTo>
                  <a:lnTo>
                    <a:pt x="66497" y="1"/>
                  </a:lnTo>
                  <a:lnTo>
                    <a:pt x="66497" y="1"/>
                  </a:lnTo>
                  <a:lnTo>
                    <a:pt x="66497" y="1"/>
                  </a:lnTo>
                  <a:lnTo>
                    <a:pt x="67879" y="6"/>
                  </a:lnTo>
                  <a:lnTo>
                    <a:pt x="69261" y="26"/>
                  </a:lnTo>
                  <a:lnTo>
                    <a:pt x="70612" y="52"/>
                  </a:lnTo>
                  <a:lnTo>
                    <a:pt x="71273" y="72"/>
                  </a:lnTo>
                  <a:lnTo>
                    <a:pt x="71934" y="93"/>
                  </a:lnTo>
                  <a:lnTo>
                    <a:pt x="72594" y="118"/>
                  </a:lnTo>
                  <a:lnTo>
                    <a:pt x="73255" y="149"/>
                  </a:lnTo>
                  <a:lnTo>
                    <a:pt x="73886" y="179"/>
                  </a:lnTo>
                  <a:lnTo>
                    <a:pt x="74517" y="210"/>
                  </a:lnTo>
                  <a:lnTo>
                    <a:pt x="75147" y="246"/>
                  </a:lnTo>
                  <a:lnTo>
                    <a:pt x="75778" y="287"/>
                  </a:lnTo>
                  <a:lnTo>
                    <a:pt x="76379" y="332"/>
                  </a:lnTo>
                  <a:lnTo>
                    <a:pt x="76980" y="378"/>
                  </a:lnTo>
                  <a:lnTo>
                    <a:pt x="77550" y="424"/>
                  </a:lnTo>
                  <a:lnTo>
                    <a:pt x="78151" y="480"/>
                  </a:lnTo>
                  <a:lnTo>
                    <a:pt x="78692" y="531"/>
                  </a:lnTo>
                  <a:lnTo>
                    <a:pt x="79232" y="593"/>
                  </a:lnTo>
                  <a:lnTo>
                    <a:pt x="79773" y="654"/>
                  </a:lnTo>
                  <a:lnTo>
                    <a:pt x="80313" y="720"/>
                  </a:lnTo>
                  <a:lnTo>
                    <a:pt x="80794" y="786"/>
                  </a:lnTo>
                  <a:lnTo>
                    <a:pt x="81305" y="858"/>
                  </a:lnTo>
                  <a:lnTo>
                    <a:pt x="81755" y="934"/>
                  </a:lnTo>
                  <a:lnTo>
                    <a:pt x="82236" y="1011"/>
                  </a:lnTo>
                  <a:lnTo>
                    <a:pt x="82656" y="1092"/>
                  </a:lnTo>
                  <a:lnTo>
                    <a:pt x="83077" y="1179"/>
                  </a:lnTo>
                  <a:lnTo>
                    <a:pt x="83497" y="1266"/>
                  </a:lnTo>
                  <a:lnTo>
                    <a:pt x="83888" y="1358"/>
                  </a:lnTo>
                  <a:lnTo>
                    <a:pt x="84248" y="1450"/>
                  </a:lnTo>
                  <a:lnTo>
                    <a:pt x="84578" y="1552"/>
                  </a:lnTo>
                  <a:lnTo>
                    <a:pt x="84578" y="1552"/>
                  </a:lnTo>
                  <a:lnTo>
                    <a:pt x="84668" y="1572"/>
                  </a:lnTo>
                  <a:lnTo>
                    <a:pt x="84668" y="1572"/>
                  </a:lnTo>
                  <a:lnTo>
                    <a:pt x="84668" y="1572"/>
                  </a:lnTo>
                  <a:lnTo>
                    <a:pt x="85239" y="1761"/>
                  </a:lnTo>
                  <a:lnTo>
                    <a:pt x="85810" y="1944"/>
                  </a:lnTo>
                  <a:lnTo>
                    <a:pt x="86320" y="2133"/>
                  </a:lnTo>
                  <a:lnTo>
                    <a:pt x="86801" y="2317"/>
                  </a:lnTo>
                  <a:lnTo>
                    <a:pt x="87221" y="2495"/>
                  </a:lnTo>
                  <a:lnTo>
                    <a:pt x="87612" y="2679"/>
                  </a:lnTo>
                  <a:lnTo>
                    <a:pt x="87972" y="2857"/>
                  </a:lnTo>
                  <a:lnTo>
                    <a:pt x="88273" y="3036"/>
                  </a:lnTo>
                  <a:lnTo>
                    <a:pt x="88543" y="3209"/>
                  </a:lnTo>
                  <a:lnTo>
                    <a:pt x="88783" y="3383"/>
                  </a:lnTo>
                  <a:lnTo>
                    <a:pt x="88993" y="3556"/>
                  </a:lnTo>
                  <a:lnTo>
                    <a:pt x="89144" y="3724"/>
                  </a:lnTo>
                  <a:lnTo>
                    <a:pt x="89294" y="3893"/>
                  </a:lnTo>
                  <a:lnTo>
                    <a:pt x="89384" y="4061"/>
                  </a:lnTo>
                  <a:lnTo>
                    <a:pt x="89414" y="4224"/>
                  </a:lnTo>
                  <a:lnTo>
                    <a:pt x="89444" y="4388"/>
                  </a:lnTo>
                  <a:lnTo>
                    <a:pt x="89444" y="4388"/>
                  </a:lnTo>
                  <a:lnTo>
                    <a:pt x="89414" y="4576"/>
                  </a:lnTo>
                  <a:lnTo>
                    <a:pt x="89354" y="4760"/>
                  </a:lnTo>
                  <a:lnTo>
                    <a:pt x="89234" y="4943"/>
                  </a:lnTo>
                  <a:lnTo>
                    <a:pt x="89053" y="5122"/>
                  </a:lnTo>
                  <a:lnTo>
                    <a:pt x="1" y="5122"/>
                  </a:lnTo>
                  <a:lnTo>
                    <a:pt x="1" y="26"/>
                  </a:lnTo>
                  <a:lnTo>
                    <a:pt x="63524" y="26"/>
                  </a:lnTo>
                  <a:lnTo>
                    <a:pt x="63524" y="26"/>
                  </a:lnTo>
                  <a:lnTo>
                    <a:pt x="63644" y="26"/>
                  </a:lnTo>
                  <a:lnTo>
                    <a:pt x="63644" y="26"/>
                  </a:lnTo>
                  <a:lnTo>
                    <a:pt x="65056" y="6"/>
                  </a:lnTo>
                  <a:lnTo>
                    <a:pt x="6649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82"/>
            <p:cNvSpPr/>
            <p:nvPr/>
          </p:nvSpPr>
          <p:spPr>
            <a:xfrm flipH="1">
              <a:off x="1246187" y="4000775"/>
              <a:ext cx="611268" cy="204300"/>
            </a:xfrm>
            <a:custGeom>
              <a:avLst/>
              <a:gdLst/>
              <a:ahLst/>
              <a:cxnLst/>
              <a:rect l="l" t="t" r="r" b="b"/>
              <a:pathLst>
                <a:path w="144167" h="8172" extrusionOk="0">
                  <a:moveTo>
                    <a:pt x="25920" y="1"/>
                  </a:moveTo>
                  <a:lnTo>
                    <a:pt x="24178" y="6"/>
                  </a:lnTo>
                  <a:lnTo>
                    <a:pt x="22466" y="21"/>
                  </a:lnTo>
                  <a:lnTo>
                    <a:pt x="20754" y="52"/>
                  </a:lnTo>
                  <a:lnTo>
                    <a:pt x="19072" y="93"/>
                  </a:lnTo>
                  <a:lnTo>
                    <a:pt x="19162" y="256"/>
                  </a:lnTo>
                  <a:lnTo>
                    <a:pt x="19252" y="424"/>
                  </a:lnTo>
                  <a:lnTo>
                    <a:pt x="19312" y="603"/>
                  </a:lnTo>
                  <a:lnTo>
                    <a:pt x="19373" y="781"/>
                  </a:lnTo>
                  <a:lnTo>
                    <a:pt x="19373" y="1046"/>
                  </a:lnTo>
                  <a:lnTo>
                    <a:pt x="19312" y="1301"/>
                  </a:lnTo>
                  <a:lnTo>
                    <a:pt x="19192" y="1546"/>
                  </a:lnTo>
                  <a:lnTo>
                    <a:pt x="19012" y="1781"/>
                  </a:lnTo>
                  <a:lnTo>
                    <a:pt x="18772" y="2000"/>
                  </a:lnTo>
                  <a:lnTo>
                    <a:pt x="18471" y="2214"/>
                  </a:lnTo>
                  <a:lnTo>
                    <a:pt x="18141" y="2413"/>
                  </a:lnTo>
                  <a:lnTo>
                    <a:pt x="17751" y="2607"/>
                  </a:lnTo>
                  <a:lnTo>
                    <a:pt x="17300" y="2791"/>
                  </a:lnTo>
                  <a:lnTo>
                    <a:pt x="16820" y="2964"/>
                  </a:lnTo>
                  <a:lnTo>
                    <a:pt x="16309" y="3127"/>
                  </a:lnTo>
                  <a:lnTo>
                    <a:pt x="15738" y="3280"/>
                  </a:lnTo>
                  <a:lnTo>
                    <a:pt x="15138" y="3428"/>
                  </a:lnTo>
                  <a:lnTo>
                    <a:pt x="14507" y="3561"/>
                  </a:lnTo>
                  <a:lnTo>
                    <a:pt x="13846" y="3694"/>
                  </a:lnTo>
                  <a:lnTo>
                    <a:pt x="13155" y="3811"/>
                  </a:lnTo>
                  <a:lnTo>
                    <a:pt x="12404" y="3923"/>
                  </a:lnTo>
                  <a:lnTo>
                    <a:pt x="11684" y="4030"/>
                  </a:lnTo>
                  <a:lnTo>
                    <a:pt x="10903" y="4127"/>
                  </a:lnTo>
                  <a:lnTo>
                    <a:pt x="10122" y="4219"/>
                  </a:lnTo>
                  <a:lnTo>
                    <a:pt x="9311" y="4301"/>
                  </a:lnTo>
                  <a:lnTo>
                    <a:pt x="8470" y="4377"/>
                  </a:lnTo>
                  <a:lnTo>
                    <a:pt x="7659" y="4448"/>
                  </a:lnTo>
                  <a:lnTo>
                    <a:pt x="6818" y="4510"/>
                  </a:lnTo>
                  <a:lnTo>
                    <a:pt x="5947" y="4571"/>
                  </a:lnTo>
                  <a:lnTo>
                    <a:pt x="5106" y="4622"/>
                  </a:lnTo>
                  <a:lnTo>
                    <a:pt x="4235" y="4668"/>
                  </a:lnTo>
                  <a:lnTo>
                    <a:pt x="3394" y="4709"/>
                  </a:lnTo>
                  <a:lnTo>
                    <a:pt x="2523" y="4744"/>
                  </a:lnTo>
                  <a:lnTo>
                    <a:pt x="1682" y="4770"/>
                  </a:lnTo>
                  <a:lnTo>
                    <a:pt x="811" y="4795"/>
                  </a:lnTo>
                  <a:lnTo>
                    <a:pt x="0" y="4821"/>
                  </a:lnTo>
                  <a:lnTo>
                    <a:pt x="300" y="5035"/>
                  </a:lnTo>
                  <a:lnTo>
                    <a:pt x="661" y="5249"/>
                  </a:lnTo>
                  <a:lnTo>
                    <a:pt x="1081" y="5469"/>
                  </a:lnTo>
                  <a:lnTo>
                    <a:pt x="1562" y="5693"/>
                  </a:lnTo>
                  <a:lnTo>
                    <a:pt x="2103" y="5917"/>
                  </a:lnTo>
                  <a:lnTo>
                    <a:pt x="2703" y="6142"/>
                  </a:lnTo>
                  <a:lnTo>
                    <a:pt x="3364" y="6371"/>
                  </a:lnTo>
                  <a:lnTo>
                    <a:pt x="4085" y="6601"/>
                  </a:lnTo>
                  <a:lnTo>
                    <a:pt x="4415" y="6703"/>
                  </a:lnTo>
                  <a:lnTo>
                    <a:pt x="4806" y="6800"/>
                  </a:lnTo>
                  <a:lnTo>
                    <a:pt x="5166" y="6892"/>
                  </a:lnTo>
                  <a:lnTo>
                    <a:pt x="5587" y="6978"/>
                  </a:lnTo>
                  <a:lnTo>
                    <a:pt x="6007" y="7065"/>
                  </a:lnTo>
                  <a:lnTo>
                    <a:pt x="6428" y="7147"/>
                  </a:lnTo>
                  <a:lnTo>
                    <a:pt x="6908" y="7228"/>
                  </a:lnTo>
                  <a:lnTo>
                    <a:pt x="7359" y="7305"/>
                  </a:lnTo>
                  <a:lnTo>
                    <a:pt x="7869" y="7376"/>
                  </a:lnTo>
                  <a:lnTo>
                    <a:pt x="8380" y="7443"/>
                  </a:lnTo>
                  <a:lnTo>
                    <a:pt x="8890" y="7509"/>
                  </a:lnTo>
                  <a:lnTo>
                    <a:pt x="9431" y="7575"/>
                  </a:lnTo>
                  <a:lnTo>
                    <a:pt x="9972" y="7631"/>
                  </a:lnTo>
                  <a:lnTo>
                    <a:pt x="10542" y="7687"/>
                  </a:lnTo>
                  <a:lnTo>
                    <a:pt x="11113" y="7743"/>
                  </a:lnTo>
                  <a:lnTo>
                    <a:pt x="11714" y="7794"/>
                  </a:lnTo>
                  <a:lnTo>
                    <a:pt x="12314" y="7840"/>
                  </a:lnTo>
                  <a:lnTo>
                    <a:pt x="12915" y="7881"/>
                  </a:lnTo>
                  <a:lnTo>
                    <a:pt x="13546" y="7922"/>
                  </a:lnTo>
                  <a:lnTo>
                    <a:pt x="14177" y="7963"/>
                  </a:lnTo>
                  <a:lnTo>
                    <a:pt x="14807" y="7993"/>
                  </a:lnTo>
                  <a:lnTo>
                    <a:pt x="15468" y="8024"/>
                  </a:lnTo>
                  <a:lnTo>
                    <a:pt x="16099" y="8055"/>
                  </a:lnTo>
                  <a:lnTo>
                    <a:pt x="16790" y="8080"/>
                  </a:lnTo>
                  <a:lnTo>
                    <a:pt x="17450" y="8101"/>
                  </a:lnTo>
                  <a:lnTo>
                    <a:pt x="18111" y="8121"/>
                  </a:lnTo>
                  <a:lnTo>
                    <a:pt x="19493" y="8152"/>
                  </a:lnTo>
                  <a:lnTo>
                    <a:pt x="20874" y="8167"/>
                  </a:lnTo>
                  <a:lnTo>
                    <a:pt x="22256" y="8172"/>
                  </a:lnTo>
                  <a:lnTo>
                    <a:pt x="23007" y="8172"/>
                  </a:lnTo>
                  <a:lnTo>
                    <a:pt x="23728" y="8167"/>
                  </a:lnTo>
                  <a:lnTo>
                    <a:pt x="24478" y="8157"/>
                  </a:lnTo>
                  <a:lnTo>
                    <a:pt x="25229" y="8146"/>
                  </a:lnTo>
                  <a:lnTo>
                    <a:pt x="116114" y="8146"/>
                  </a:lnTo>
                  <a:lnTo>
                    <a:pt x="117526" y="8167"/>
                  </a:lnTo>
                  <a:lnTo>
                    <a:pt x="118937" y="8172"/>
                  </a:lnTo>
                  <a:lnTo>
                    <a:pt x="120469" y="8162"/>
                  </a:lnTo>
                  <a:lnTo>
                    <a:pt x="121941" y="8146"/>
                  </a:lnTo>
                  <a:lnTo>
                    <a:pt x="123443" y="8116"/>
                  </a:lnTo>
                  <a:lnTo>
                    <a:pt x="124914" y="8075"/>
                  </a:lnTo>
                  <a:lnTo>
                    <a:pt x="126356" y="8029"/>
                  </a:lnTo>
                  <a:lnTo>
                    <a:pt x="127738" y="7968"/>
                  </a:lnTo>
                  <a:lnTo>
                    <a:pt x="129119" y="7902"/>
                  </a:lnTo>
                  <a:lnTo>
                    <a:pt x="130441" y="7825"/>
                  </a:lnTo>
                  <a:lnTo>
                    <a:pt x="131702" y="7738"/>
                  </a:lnTo>
                  <a:lnTo>
                    <a:pt x="132904" y="7652"/>
                  </a:lnTo>
                  <a:lnTo>
                    <a:pt x="134045" y="7550"/>
                  </a:lnTo>
                  <a:lnTo>
                    <a:pt x="135126" y="7448"/>
                  </a:lnTo>
                  <a:lnTo>
                    <a:pt x="136117" y="7341"/>
                  </a:lnTo>
                  <a:lnTo>
                    <a:pt x="136568" y="7284"/>
                  </a:lnTo>
                  <a:lnTo>
                    <a:pt x="137018" y="7228"/>
                  </a:lnTo>
                  <a:lnTo>
                    <a:pt x="137439" y="7167"/>
                  </a:lnTo>
                  <a:lnTo>
                    <a:pt x="137829" y="7111"/>
                  </a:lnTo>
                  <a:lnTo>
                    <a:pt x="138220" y="7050"/>
                  </a:lnTo>
                  <a:lnTo>
                    <a:pt x="138550" y="6989"/>
                  </a:lnTo>
                  <a:lnTo>
                    <a:pt x="138971" y="6907"/>
                  </a:lnTo>
                  <a:lnTo>
                    <a:pt x="139391" y="6825"/>
                  </a:lnTo>
                  <a:lnTo>
                    <a:pt x="139782" y="6744"/>
                  </a:lnTo>
                  <a:lnTo>
                    <a:pt x="140142" y="6657"/>
                  </a:lnTo>
                  <a:lnTo>
                    <a:pt x="140502" y="6575"/>
                  </a:lnTo>
                  <a:lnTo>
                    <a:pt x="140833" y="6489"/>
                  </a:lnTo>
                  <a:lnTo>
                    <a:pt x="141433" y="6310"/>
                  </a:lnTo>
                  <a:lnTo>
                    <a:pt x="142004" y="6132"/>
                  </a:lnTo>
                  <a:lnTo>
                    <a:pt x="142485" y="5948"/>
                  </a:lnTo>
                  <a:lnTo>
                    <a:pt x="142905" y="5759"/>
                  </a:lnTo>
                  <a:lnTo>
                    <a:pt x="143266" y="5566"/>
                  </a:lnTo>
                  <a:lnTo>
                    <a:pt x="143566" y="5372"/>
                  </a:lnTo>
                  <a:lnTo>
                    <a:pt x="143806" y="5178"/>
                  </a:lnTo>
                  <a:lnTo>
                    <a:pt x="143986" y="4979"/>
                  </a:lnTo>
                  <a:lnTo>
                    <a:pt x="144107" y="4780"/>
                  </a:lnTo>
                  <a:lnTo>
                    <a:pt x="144167" y="4581"/>
                  </a:lnTo>
                  <a:lnTo>
                    <a:pt x="144167" y="4377"/>
                  </a:lnTo>
                  <a:lnTo>
                    <a:pt x="144137" y="4178"/>
                  </a:lnTo>
                  <a:lnTo>
                    <a:pt x="144046" y="3974"/>
                  </a:lnTo>
                  <a:lnTo>
                    <a:pt x="143896" y="3775"/>
                  </a:lnTo>
                  <a:lnTo>
                    <a:pt x="143716" y="3571"/>
                  </a:lnTo>
                  <a:lnTo>
                    <a:pt x="143476" y="3372"/>
                  </a:lnTo>
                  <a:lnTo>
                    <a:pt x="143206" y="3178"/>
                  </a:lnTo>
                  <a:lnTo>
                    <a:pt x="142875" y="2979"/>
                  </a:lnTo>
                  <a:lnTo>
                    <a:pt x="142485" y="2786"/>
                  </a:lnTo>
                  <a:lnTo>
                    <a:pt x="142094" y="2597"/>
                  </a:lnTo>
                  <a:lnTo>
                    <a:pt x="141644" y="2408"/>
                  </a:lnTo>
                  <a:lnTo>
                    <a:pt x="141133" y="2225"/>
                  </a:lnTo>
                  <a:lnTo>
                    <a:pt x="140623" y="2046"/>
                  </a:lnTo>
                  <a:lnTo>
                    <a:pt x="140052" y="1873"/>
                  </a:lnTo>
                  <a:lnTo>
                    <a:pt x="139451" y="1699"/>
                  </a:lnTo>
                  <a:lnTo>
                    <a:pt x="138820" y="1536"/>
                  </a:lnTo>
                  <a:lnTo>
                    <a:pt x="138190" y="1373"/>
                  </a:lnTo>
                  <a:lnTo>
                    <a:pt x="137499" y="1220"/>
                  </a:lnTo>
                  <a:lnTo>
                    <a:pt x="136778" y="1072"/>
                  </a:lnTo>
                  <a:lnTo>
                    <a:pt x="136388" y="1000"/>
                  </a:lnTo>
                  <a:lnTo>
                    <a:pt x="135997" y="929"/>
                  </a:lnTo>
                  <a:lnTo>
                    <a:pt x="135577" y="863"/>
                  </a:lnTo>
                  <a:lnTo>
                    <a:pt x="135126" y="801"/>
                  </a:lnTo>
                  <a:lnTo>
                    <a:pt x="134676" y="740"/>
                  </a:lnTo>
                  <a:lnTo>
                    <a:pt x="134225" y="679"/>
                  </a:lnTo>
                  <a:lnTo>
                    <a:pt x="133715" y="628"/>
                  </a:lnTo>
                  <a:lnTo>
                    <a:pt x="133234" y="572"/>
                  </a:lnTo>
                  <a:lnTo>
                    <a:pt x="132723" y="521"/>
                  </a:lnTo>
                  <a:lnTo>
                    <a:pt x="132183" y="475"/>
                  </a:lnTo>
                  <a:lnTo>
                    <a:pt x="131642" y="429"/>
                  </a:lnTo>
                  <a:lnTo>
                    <a:pt x="131102" y="388"/>
                  </a:lnTo>
                  <a:lnTo>
                    <a:pt x="129960" y="312"/>
                  </a:lnTo>
                  <a:lnTo>
                    <a:pt x="128759" y="240"/>
                  </a:lnTo>
                  <a:lnTo>
                    <a:pt x="127557" y="184"/>
                  </a:lnTo>
                  <a:lnTo>
                    <a:pt x="126296" y="133"/>
                  </a:lnTo>
                  <a:lnTo>
                    <a:pt x="125035" y="87"/>
                  </a:lnTo>
                  <a:lnTo>
                    <a:pt x="123713" y="57"/>
                  </a:lnTo>
                  <a:lnTo>
                    <a:pt x="122422" y="31"/>
                  </a:lnTo>
                  <a:lnTo>
                    <a:pt x="121100" y="11"/>
                  </a:lnTo>
                  <a:lnTo>
                    <a:pt x="119748" y="1"/>
                  </a:lnTo>
                  <a:close/>
                </a:path>
              </a:pathLst>
            </a:custGeom>
            <a:solidFill>
              <a:srgbClr val="FF7C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82"/>
            <p:cNvSpPr/>
            <p:nvPr/>
          </p:nvSpPr>
          <p:spPr>
            <a:xfrm flipH="1">
              <a:off x="1246187" y="4000775"/>
              <a:ext cx="611268" cy="204300"/>
            </a:xfrm>
            <a:custGeom>
              <a:avLst/>
              <a:gdLst/>
              <a:ahLst/>
              <a:cxnLst/>
              <a:rect l="l" t="t" r="r" b="b"/>
              <a:pathLst>
                <a:path w="144167" h="8172" fill="none" extrusionOk="0">
                  <a:moveTo>
                    <a:pt x="25920" y="1"/>
                  </a:moveTo>
                  <a:lnTo>
                    <a:pt x="118427" y="1"/>
                  </a:lnTo>
                  <a:lnTo>
                    <a:pt x="118427" y="1"/>
                  </a:lnTo>
                  <a:lnTo>
                    <a:pt x="119748" y="1"/>
                  </a:lnTo>
                  <a:lnTo>
                    <a:pt x="121100" y="11"/>
                  </a:lnTo>
                  <a:lnTo>
                    <a:pt x="122422" y="31"/>
                  </a:lnTo>
                  <a:lnTo>
                    <a:pt x="123713" y="57"/>
                  </a:lnTo>
                  <a:lnTo>
                    <a:pt x="125035" y="87"/>
                  </a:lnTo>
                  <a:lnTo>
                    <a:pt x="126296" y="133"/>
                  </a:lnTo>
                  <a:lnTo>
                    <a:pt x="127557" y="184"/>
                  </a:lnTo>
                  <a:lnTo>
                    <a:pt x="128759" y="240"/>
                  </a:lnTo>
                  <a:lnTo>
                    <a:pt x="129960" y="312"/>
                  </a:lnTo>
                  <a:lnTo>
                    <a:pt x="131102" y="388"/>
                  </a:lnTo>
                  <a:lnTo>
                    <a:pt x="131642" y="429"/>
                  </a:lnTo>
                  <a:lnTo>
                    <a:pt x="132183" y="475"/>
                  </a:lnTo>
                  <a:lnTo>
                    <a:pt x="132723" y="521"/>
                  </a:lnTo>
                  <a:lnTo>
                    <a:pt x="133234" y="572"/>
                  </a:lnTo>
                  <a:lnTo>
                    <a:pt x="133715" y="628"/>
                  </a:lnTo>
                  <a:lnTo>
                    <a:pt x="134225" y="679"/>
                  </a:lnTo>
                  <a:lnTo>
                    <a:pt x="134676" y="740"/>
                  </a:lnTo>
                  <a:lnTo>
                    <a:pt x="135126" y="801"/>
                  </a:lnTo>
                  <a:lnTo>
                    <a:pt x="135577" y="863"/>
                  </a:lnTo>
                  <a:lnTo>
                    <a:pt x="135997" y="929"/>
                  </a:lnTo>
                  <a:lnTo>
                    <a:pt x="136388" y="1000"/>
                  </a:lnTo>
                  <a:lnTo>
                    <a:pt x="136778" y="1072"/>
                  </a:lnTo>
                  <a:lnTo>
                    <a:pt x="136778" y="1072"/>
                  </a:lnTo>
                  <a:lnTo>
                    <a:pt x="137499" y="1220"/>
                  </a:lnTo>
                  <a:lnTo>
                    <a:pt x="138190" y="1373"/>
                  </a:lnTo>
                  <a:lnTo>
                    <a:pt x="138820" y="1536"/>
                  </a:lnTo>
                  <a:lnTo>
                    <a:pt x="139451" y="1699"/>
                  </a:lnTo>
                  <a:lnTo>
                    <a:pt x="140052" y="1873"/>
                  </a:lnTo>
                  <a:lnTo>
                    <a:pt x="140623" y="2046"/>
                  </a:lnTo>
                  <a:lnTo>
                    <a:pt x="141133" y="2225"/>
                  </a:lnTo>
                  <a:lnTo>
                    <a:pt x="141644" y="2408"/>
                  </a:lnTo>
                  <a:lnTo>
                    <a:pt x="142094" y="2597"/>
                  </a:lnTo>
                  <a:lnTo>
                    <a:pt x="142485" y="2786"/>
                  </a:lnTo>
                  <a:lnTo>
                    <a:pt x="142875" y="2979"/>
                  </a:lnTo>
                  <a:lnTo>
                    <a:pt x="143206" y="3178"/>
                  </a:lnTo>
                  <a:lnTo>
                    <a:pt x="143476" y="3372"/>
                  </a:lnTo>
                  <a:lnTo>
                    <a:pt x="143716" y="3571"/>
                  </a:lnTo>
                  <a:lnTo>
                    <a:pt x="143896" y="3775"/>
                  </a:lnTo>
                  <a:lnTo>
                    <a:pt x="144046" y="3974"/>
                  </a:lnTo>
                  <a:lnTo>
                    <a:pt x="144137" y="4178"/>
                  </a:lnTo>
                  <a:lnTo>
                    <a:pt x="144167" y="4377"/>
                  </a:lnTo>
                  <a:lnTo>
                    <a:pt x="144167" y="4581"/>
                  </a:lnTo>
                  <a:lnTo>
                    <a:pt x="144107" y="4780"/>
                  </a:lnTo>
                  <a:lnTo>
                    <a:pt x="143986" y="4979"/>
                  </a:lnTo>
                  <a:lnTo>
                    <a:pt x="143806" y="5178"/>
                  </a:lnTo>
                  <a:lnTo>
                    <a:pt x="143566" y="5372"/>
                  </a:lnTo>
                  <a:lnTo>
                    <a:pt x="143266" y="5566"/>
                  </a:lnTo>
                  <a:lnTo>
                    <a:pt x="142905" y="5759"/>
                  </a:lnTo>
                  <a:lnTo>
                    <a:pt x="142485" y="5948"/>
                  </a:lnTo>
                  <a:lnTo>
                    <a:pt x="142004" y="6132"/>
                  </a:lnTo>
                  <a:lnTo>
                    <a:pt x="141433" y="6310"/>
                  </a:lnTo>
                  <a:lnTo>
                    <a:pt x="140833" y="6489"/>
                  </a:lnTo>
                  <a:lnTo>
                    <a:pt x="140502" y="6575"/>
                  </a:lnTo>
                  <a:lnTo>
                    <a:pt x="140142" y="6657"/>
                  </a:lnTo>
                  <a:lnTo>
                    <a:pt x="139782" y="6744"/>
                  </a:lnTo>
                  <a:lnTo>
                    <a:pt x="139391" y="6825"/>
                  </a:lnTo>
                  <a:lnTo>
                    <a:pt x="138971" y="6907"/>
                  </a:lnTo>
                  <a:lnTo>
                    <a:pt x="138550" y="6989"/>
                  </a:lnTo>
                  <a:lnTo>
                    <a:pt x="138550" y="6989"/>
                  </a:lnTo>
                  <a:lnTo>
                    <a:pt x="138220" y="7050"/>
                  </a:lnTo>
                  <a:lnTo>
                    <a:pt x="137829" y="7111"/>
                  </a:lnTo>
                  <a:lnTo>
                    <a:pt x="137439" y="7167"/>
                  </a:lnTo>
                  <a:lnTo>
                    <a:pt x="137018" y="7228"/>
                  </a:lnTo>
                  <a:lnTo>
                    <a:pt x="136568" y="7284"/>
                  </a:lnTo>
                  <a:lnTo>
                    <a:pt x="136117" y="7341"/>
                  </a:lnTo>
                  <a:lnTo>
                    <a:pt x="135126" y="7448"/>
                  </a:lnTo>
                  <a:lnTo>
                    <a:pt x="134045" y="7550"/>
                  </a:lnTo>
                  <a:lnTo>
                    <a:pt x="132904" y="7652"/>
                  </a:lnTo>
                  <a:lnTo>
                    <a:pt x="131702" y="7738"/>
                  </a:lnTo>
                  <a:lnTo>
                    <a:pt x="130441" y="7825"/>
                  </a:lnTo>
                  <a:lnTo>
                    <a:pt x="129119" y="7902"/>
                  </a:lnTo>
                  <a:lnTo>
                    <a:pt x="127738" y="7968"/>
                  </a:lnTo>
                  <a:lnTo>
                    <a:pt x="126356" y="8029"/>
                  </a:lnTo>
                  <a:lnTo>
                    <a:pt x="124914" y="8075"/>
                  </a:lnTo>
                  <a:lnTo>
                    <a:pt x="123443" y="8116"/>
                  </a:lnTo>
                  <a:lnTo>
                    <a:pt x="121941" y="8146"/>
                  </a:lnTo>
                  <a:lnTo>
                    <a:pt x="120469" y="8162"/>
                  </a:lnTo>
                  <a:lnTo>
                    <a:pt x="118937" y="8172"/>
                  </a:lnTo>
                  <a:lnTo>
                    <a:pt x="118937" y="8172"/>
                  </a:lnTo>
                  <a:lnTo>
                    <a:pt x="117526" y="8167"/>
                  </a:lnTo>
                  <a:lnTo>
                    <a:pt x="116114" y="8146"/>
                  </a:lnTo>
                  <a:lnTo>
                    <a:pt x="25229" y="8146"/>
                  </a:lnTo>
                  <a:lnTo>
                    <a:pt x="25229" y="8146"/>
                  </a:lnTo>
                  <a:lnTo>
                    <a:pt x="24478" y="8157"/>
                  </a:lnTo>
                  <a:lnTo>
                    <a:pt x="23728" y="8167"/>
                  </a:lnTo>
                  <a:lnTo>
                    <a:pt x="23007" y="8172"/>
                  </a:lnTo>
                  <a:lnTo>
                    <a:pt x="22256" y="8172"/>
                  </a:lnTo>
                  <a:lnTo>
                    <a:pt x="22256" y="8172"/>
                  </a:lnTo>
                  <a:lnTo>
                    <a:pt x="20874" y="8167"/>
                  </a:lnTo>
                  <a:lnTo>
                    <a:pt x="19493" y="8152"/>
                  </a:lnTo>
                  <a:lnTo>
                    <a:pt x="18111" y="8121"/>
                  </a:lnTo>
                  <a:lnTo>
                    <a:pt x="17450" y="8101"/>
                  </a:lnTo>
                  <a:lnTo>
                    <a:pt x="16790" y="8080"/>
                  </a:lnTo>
                  <a:lnTo>
                    <a:pt x="16099" y="8055"/>
                  </a:lnTo>
                  <a:lnTo>
                    <a:pt x="15468" y="8024"/>
                  </a:lnTo>
                  <a:lnTo>
                    <a:pt x="14807" y="7993"/>
                  </a:lnTo>
                  <a:lnTo>
                    <a:pt x="14177" y="7963"/>
                  </a:lnTo>
                  <a:lnTo>
                    <a:pt x="13546" y="7922"/>
                  </a:lnTo>
                  <a:lnTo>
                    <a:pt x="12915" y="7881"/>
                  </a:lnTo>
                  <a:lnTo>
                    <a:pt x="12314" y="7840"/>
                  </a:lnTo>
                  <a:lnTo>
                    <a:pt x="11714" y="7794"/>
                  </a:lnTo>
                  <a:lnTo>
                    <a:pt x="11113" y="7743"/>
                  </a:lnTo>
                  <a:lnTo>
                    <a:pt x="10542" y="7687"/>
                  </a:lnTo>
                  <a:lnTo>
                    <a:pt x="9972" y="7631"/>
                  </a:lnTo>
                  <a:lnTo>
                    <a:pt x="9431" y="7575"/>
                  </a:lnTo>
                  <a:lnTo>
                    <a:pt x="8890" y="7509"/>
                  </a:lnTo>
                  <a:lnTo>
                    <a:pt x="8380" y="7443"/>
                  </a:lnTo>
                  <a:lnTo>
                    <a:pt x="7869" y="7376"/>
                  </a:lnTo>
                  <a:lnTo>
                    <a:pt x="7359" y="7305"/>
                  </a:lnTo>
                  <a:lnTo>
                    <a:pt x="6908" y="7228"/>
                  </a:lnTo>
                  <a:lnTo>
                    <a:pt x="6428" y="7147"/>
                  </a:lnTo>
                  <a:lnTo>
                    <a:pt x="6007" y="7065"/>
                  </a:lnTo>
                  <a:lnTo>
                    <a:pt x="5587" y="6978"/>
                  </a:lnTo>
                  <a:lnTo>
                    <a:pt x="5166" y="6892"/>
                  </a:lnTo>
                  <a:lnTo>
                    <a:pt x="4806" y="6800"/>
                  </a:lnTo>
                  <a:lnTo>
                    <a:pt x="4415" y="6703"/>
                  </a:lnTo>
                  <a:lnTo>
                    <a:pt x="4085" y="6601"/>
                  </a:lnTo>
                  <a:lnTo>
                    <a:pt x="4085" y="6601"/>
                  </a:lnTo>
                  <a:lnTo>
                    <a:pt x="3364" y="6371"/>
                  </a:lnTo>
                  <a:lnTo>
                    <a:pt x="2703" y="6142"/>
                  </a:lnTo>
                  <a:lnTo>
                    <a:pt x="2103" y="5917"/>
                  </a:lnTo>
                  <a:lnTo>
                    <a:pt x="1562" y="5693"/>
                  </a:lnTo>
                  <a:lnTo>
                    <a:pt x="1081" y="5469"/>
                  </a:lnTo>
                  <a:lnTo>
                    <a:pt x="661" y="5249"/>
                  </a:lnTo>
                  <a:lnTo>
                    <a:pt x="300" y="5035"/>
                  </a:lnTo>
                  <a:lnTo>
                    <a:pt x="0" y="4821"/>
                  </a:lnTo>
                  <a:lnTo>
                    <a:pt x="0" y="4821"/>
                  </a:lnTo>
                  <a:lnTo>
                    <a:pt x="811" y="4795"/>
                  </a:lnTo>
                  <a:lnTo>
                    <a:pt x="1682" y="4770"/>
                  </a:lnTo>
                  <a:lnTo>
                    <a:pt x="2523" y="4744"/>
                  </a:lnTo>
                  <a:lnTo>
                    <a:pt x="3394" y="4709"/>
                  </a:lnTo>
                  <a:lnTo>
                    <a:pt x="4235" y="4668"/>
                  </a:lnTo>
                  <a:lnTo>
                    <a:pt x="5106" y="4622"/>
                  </a:lnTo>
                  <a:lnTo>
                    <a:pt x="5947" y="4571"/>
                  </a:lnTo>
                  <a:lnTo>
                    <a:pt x="6818" y="4510"/>
                  </a:lnTo>
                  <a:lnTo>
                    <a:pt x="7659" y="4448"/>
                  </a:lnTo>
                  <a:lnTo>
                    <a:pt x="8470" y="4377"/>
                  </a:lnTo>
                  <a:lnTo>
                    <a:pt x="9311" y="4301"/>
                  </a:lnTo>
                  <a:lnTo>
                    <a:pt x="10122" y="4219"/>
                  </a:lnTo>
                  <a:lnTo>
                    <a:pt x="10903" y="4127"/>
                  </a:lnTo>
                  <a:lnTo>
                    <a:pt x="11684" y="4030"/>
                  </a:lnTo>
                  <a:lnTo>
                    <a:pt x="12404" y="3923"/>
                  </a:lnTo>
                  <a:lnTo>
                    <a:pt x="13155" y="3811"/>
                  </a:lnTo>
                  <a:lnTo>
                    <a:pt x="13846" y="3694"/>
                  </a:lnTo>
                  <a:lnTo>
                    <a:pt x="14507" y="3561"/>
                  </a:lnTo>
                  <a:lnTo>
                    <a:pt x="15138" y="3428"/>
                  </a:lnTo>
                  <a:lnTo>
                    <a:pt x="15738" y="3280"/>
                  </a:lnTo>
                  <a:lnTo>
                    <a:pt x="16309" y="3127"/>
                  </a:lnTo>
                  <a:lnTo>
                    <a:pt x="16820" y="2964"/>
                  </a:lnTo>
                  <a:lnTo>
                    <a:pt x="17300" y="2791"/>
                  </a:lnTo>
                  <a:lnTo>
                    <a:pt x="17751" y="2607"/>
                  </a:lnTo>
                  <a:lnTo>
                    <a:pt x="18141" y="2413"/>
                  </a:lnTo>
                  <a:lnTo>
                    <a:pt x="18471" y="2214"/>
                  </a:lnTo>
                  <a:lnTo>
                    <a:pt x="18772" y="2000"/>
                  </a:lnTo>
                  <a:lnTo>
                    <a:pt x="19012" y="1781"/>
                  </a:lnTo>
                  <a:lnTo>
                    <a:pt x="19192" y="1546"/>
                  </a:lnTo>
                  <a:lnTo>
                    <a:pt x="19312" y="1301"/>
                  </a:lnTo>
                  <a:lnTo>
                    <a:pt x="19373" y="1046"/>
                  </a:lnTo>
                  <a:lnTo>
                    <a:pt x="19373" y="781"/>
                  </a:lnTo>
                  <a:lnTo>
                    <a:pt x="19373" y="781"/>
                  </a:lnTo>
                  <a:lnTo>
                    <a:pt x="19312" y="603"/>
                  </a:lnTo>
                  <a:lnTo>
                    <a:pt x="19252" y="424"/>
                  </a:lnTo>
                  <a:lnTo>
                    <a:pt x="19162" y="256"/>
                  </a:lnTo>
                  <a:lnTo>
                    <a:pt x="19072" y="93"/>
                  </a:lnTo>
                  <a:lnTo>
                    <a:pt x="19072" y="93"/>
                  </a:lnTo>
                  <a:lnTo>
                    <a:pt x="20754" y="52"/>
                  </a:lnTo>
                  <a:lnTo>
                    <a:pt x="22466" y="21"/>
                  </a:lnTo>
                  <a:lnTo>
                    <a:pt x="24178" y="6"/>
                  </a:lnTo>
                  <a:lnTo>
                    <a:pt x="2592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82"/>
            <p:cNvSpPr/>
            <p:nvPr/>
          </p:nvSpPr>
          <p:spPr>
            <a:xfrm flipH="1">
              <a:off x="1776586" y="3918925"/>
              <a:ext cx="195231" cy="203400"/>
            </a:xfrm>
            <a:custGeom>
              <a:avLst/>
              <a:gdLst/>
              <a:ahLst/>
              <a:cxnLst/>
              <a:rect l="l" t="t" r="r" b="b"/>
              <a:pathLst>
                <a:path w="46045" h="8136" extrusionOk="0">
                  <a:moveTo>
                    <a:pt x="22317" y="0"/>
                  </a:moveTo>
                  <a:lnTo>
                    <a:pt x="21536" y="5"/>
                  </a:lnTo>
                  <a:lnTo>
                    <a:pt x="20725" y="15"/>
                  </a:lnTo>
                  <a:lnTo>
                    <a:pt x="19884" y="31"/>
                  </a:lnTo>
                  <a:lnTo>
                    <a:pt x="19013" y="56"/>
                  </a:lnTo>
                  <a:lnTo>
                    <a:pt x="18142" y="87"/>
                  </a:lnTo>
                  <a:lnTo>
                    <a:pt x="17211" y="128"/>
                  </a:lnTo>
                  <a:lnTo>
                    <a:pt x="16280" y="173"/>
                  </a:lnTo>
                  <a:lnTo>
                    <a:pt x="15349" y="230"/>
                  </a:lnTo>
                  <a:lnTo>
                    <a:pt x="14418" y="291"/>
                  </a:lnTo>
                  <a:lnTo>
                    <a:pt x="13457" y="362"/>
                  </a:lnTo>
                  <a:lnTo>
                    <a:pt x="12495" y="439"/>
                  </a:lnTo>
                  <a:lnTo>
                    <a:pt x="11564" y="525"/>
                  </a:lnTo>
                  <a:lnTo>
                    <a:pt x="10633" y="617"/>
                  </a:lnTo>
                  <a:lnTo>
                    <a:pt x="9702" y="724"/>
                  </a:lnTo>
                  <a:lnTo>
                    <a:pt x="8801" y="837"/>
                  </a:lnTo>
                  <a:lnTo>
                    <a:pt x="7930" y="954"/>
                  </a:lnTo>
                  <a:lnTo>
                    <a:pt x="7059" y="1087"/>
                  </a:lnTo>
                  <a:lnTo>
                    <a:pt x="6218" y="1229"/>
                  </a:lnTo>
                  <a:lnTo>
                    <a:pt x="5437" y="1377"/>
                  </a:lnTo>
                  <a:lnTo>
                    <a:pt x="4686" y="1535"/>
                  </a:lnTo>
                  <a:lnTo>
                    <a:pt x="3966" y="1709"/>
                  </a:lnTo>
                  <a:lnTo>
                    <a:pt x="3605" y="1796"/>
                  </a:lnTo>
                  <a:lnTo>
                    <a:pt x="3275" y="1887"/>
                  </a:lnTo>
                  <a:lnTo>
                    <a:pt x="2974" y="1984"/>
                  </a:lnTo>
                  <a:lnTo>
                    <a:pt x="2674" y="2076"/>
                  </a:lnTo>
                  <a:lnTo>
                    <a:pt x="2374" y="2178"/>
                  </a:lnTo>
                  <a:lnTo>
                    <a:pt x="2103" y="2280"/>
                  </a:lnTo>
                  <a:lnTo>
                    <a:pt x="1833" y="2382"/>
                  </a:lnTo>
                  <a:lnTo>
                    <a:pt x="1593" y="2489"/>
                  </a:lnTo>
                  <a:lnTo>
                    <a:pt x="1353" y="2601"/>
                  </a:lnTo>
                  <a:lnTo>
                    <a:pt x="1142" y="2714"/>
                  </a:lnTo>
                  <a:lnTo>
                    <a:pt x="962" y="2831"/>
                  </a:lnTo>
                  <a:lnTo>
                    <a:pt x="782" y="2948"/>
                  </a:lnTo>
                  <a:lnTo>
                    <a:pt x="602" y="3071"/>
                  </a:lnTo>
                  <a:lnTo>
                    <a:pt x="452" y="3193"/>
                  </a:lnTo>
                  <a:lnTo>
                    <a:pt x="331" y="3321"/>
                  </a:lnTo>
                  <a:lnTo>
                    <a:pt x="211" y="3453"/>
                  </a:lnTo>
                  <a:lnTo>
                    <a:pt x="121" y="3586"/>
                  </a:lnTo>
                  <a:lnTo>
                    <a:pt x="61" y="3718"/>
                  </a:lnTo>
                  <a:lnTo>
                    <a:pt x="31" y="3861"/>
                  </a:lnTo>
                  <a:lnTo>
                    <a:pt x="1" y="3999"/>
                  </a:lnTo>
                  <a:lnTo>
                    <a:pt x="1" y="4147"/>
                  </a:lnTo>
                  <a:lnTo>
                    <a:pt x="1" y="4295"/>
                  </a:lnTo>
                  <a:lnTo>
                    <a:pt x="91" y="4586"/>
                  </a:lnTo>
                  <a:lnTo>
                    <a:pt x="241" y="4861"/>
                  </a:lnTo>
                  <a:lnTo>
                    <a:pt x="452" y="5121"/>
                  </a:lnTo>
                  <a:lnTo>
                    <a:pt x="692" y="5366"/>
                  </a:lnTo>
                  <a:lnTo>
                    <a:pt x="1022" y="5601"/>
                  </a:lnTo>
                  <a:lnTo>
                    <a:pt x="1353" y="5815"/>
                  </a:lnTo>
                  <a:lnTo>
                    <a:pt x="1773" y="6019"/>
                  </a:lnTo>
                  <a:lnTo>
                    <a:pt x="2224" y="6213"/>
                  </a:lnTo>
                  <a:lnTo>
                    <a:pt x="2704" y="6391"/>
                  </a:lnTo>
                  <a:lnTo>
                    <a:pt x="3245" y="6560"/>
                  </a:lnTo>
                  <a:lnTo>
                    <a:pt x="3815" y="6718"/>
                  </a:lnTo>
                  <a:lnTo>
                    <a:pt x="4416" y="6860"/>
                  </a:lnTo>
                  <a:lnTo>
                    <a:pt x="5047" y="6998"/>
                  </a:lnTo>
                  <a:lnTo>
                    <a:pt x="5708" y="7121"/>
                  </a:lnTo>
                  <a:lnTo>
                    <a:pt x="6398" y="7233"/>
                  </a:lnTo>
                  <a:lnTo>
                    <a:pt x="7119" y="7340"/>
                  </a:lnTo>
                  <a:lnTo>
                    <a:pt x="7840" y="7437"/>
                  </a:lnTo>
                  <a:lnTo>
                    <a:pt x="8621" y="7524"/>
                  </a:lnTo>
                  <a:lnTo>
                    <a:pt x="9372" y="7605"/>
                  </a:lnTo>
                  <a:lnTo>
                    <a:pt x="10183" y="7677"/>
                  </a:lnTo>
                  <a:lnTo>
                    <a:pt x="10994" y="7738"/>
                  </a:lnTo>
                  <a:lnTo>
                    <a:pt x="11805" y="7799"/>
                  </a:lnTo>
                  <a:lnTo>
                    <a:pt x="12646" y="7850"/>
                  </a:lnTo>
                  <a:lnTo>
                    <a:pt x="13457" y="7896"/>
                  </a:lnTo>
                  <a:lnTo>
                    <a:pt x="14298" y="7937"/>
                  </a:lnTo>
                  <a:lnTo>
                    <a:pt x="15138" y="7972"/>
                  </a:lnTo>
                  <a:lnTo>
                    <a:pt x="15979" y="8008"/>
                  </a:lnTo>
                  <a:lnTo>
                    <a:pt x="16820" y="8034"/>
                  </a:lnTo>
                  <a:lnTo>
                    <a:pt x="17661" y="8059"/>
                  </a:lnTo>
                  <a:lnTo>
                    <a:pt x="18472" y="8080"/>
                  </a:lnTo>
                  <a:lnTo>
                    <a:pt x="20094" y="8110"/>
                  </a:lnTo>
                  <a:lnTo>
                    <a:pt x="20755" y="8120"/>
                  </a:lnTo>
                  <a:lnTo>
                    <a:pt x="21476" y="8131"/>
                  </a:lnTo>
                  <a:lnTo>
                    <a:pt x="22197" y="8136"/>
                  </a:lnTo>
                  <a:lnTo>
                    <a:pt x="23939" y="8136"/>
                  </a:lnTo>
                  <a:lnTo>
                    <a:pt x="24900" y="8125"/>
                  </a:lnTo>
                  <a:lnTo>
                    <a:pt x="25921" y="8115"/>
                  </a:lnTo>
                  <a:lnTo>
                    <a:pt x="26972" y="8095"/>
                  </a:lnTo>
                  <a:lnTo>
                    <a:pt x="26792" y="7942"/>
                  </a:lnTo>
                  <a:lnTo>
                    <a:pt x="26642" y="7799"/>
                  </a:lnTo>
                  <a:lnTo>
                    <a:pt x="26492" y="7651"/>
                  </a:lnTo>
                  <a:lnTo>
                    <a:pt x="26401" y="7508"/>
                  </a:lnTo>
                  <a:lnTo>
                    <a:pt x="26341" y="7365"/>
                  </a:lnTo>
                  <a:lnTo>
                    <a:pt x="26281" y="7223"/>
                  </a:lnTo>
                  <a:lnTo>
                    <a:pt x="26281" y="7085"/>
                  </a:lnTo>
                  <a:lnTo>
                    <a:pt x="26281" y="6942"/>
                  </a:lnTo>
                  <a:lnTo>
                    <a:pt x="26311" y="6809"/>
                  </a:lnTo>
                  <a:lnTo>
                    <a:pt x="26371" y="6672"/>
                  </a:lnTo>
                  <a:lnTo>
                    <a:pt x="26462" y="6539"/>
                  </a:lnTo>
                  <a:lnTo>
                    <a:pt x="26582" y="6406"/>
                  </a:lnTo>
                  <a:lnTo>
                    <a:pt x="26702" y="6274"/>
                  </a:lnTo>
                  <a:lnTo>
                    <a:pt x="26882" y="6146"/>
                  </a:lnTo>
                  <a:lnTo>
                    <a:pt x="27062" y="6019"/>
                  </a:lnTo>
                  <a:lnTo>
                    <a:pt x="27272" y="5896"/>
                  </a:lnTo>
                  <a:lnTo>
                    <a:pt x="27513" y="5774"/>
                  </a:lnTo>
                  <a:lnTo>
                    <a:pt x="27783" y="5652"/>
                  </a:lnTo>
                  <a:lnTo>
                    <a:pt x="28053" y="5534"/>
                  </a:lnTo>
                  <a:lnTo>
                    <a:pt x="28354" y="5417"/>
                  </a:lnTo>
                  <a:lnTo>
                    <a:pt x="28684" y="5300"/>
                  </a:lnTo>
                  <a:lnTo>
                    <a:pt x="29045" y="5187"/>
                  </a:lnTo>
                  <a:lnTo>
                    <a:pt x="29405" y="5075"/>
                  </a:lnTo>
                  <a:lnTo>
                    <a:pt x="29795" y="4968"/>
                  </a:lnTo>
                  <a:lnTo>
                    <a:pt x="30216" y="4861"/>
                  </a:lnTo>
                  <a:lnTo>
                    <a:pt x="30666" y="4754"/>
                  </a:lnTo>
                  <a:lnTo>
                    <a:pt x="31147" y="4652"/>
                  </a:lnTo>
                  <a:lnTo>
                    <a:pt x="31628" y="4550"/>
                  </a:lnTo>
                  <a:lnTo>
                    <a:pt x="32138" y="4453"/>
                  </a:lnTo>
                  <a:lnTo>
                    <a:pt x="32649" y="4356"/>
                  </a:lnTo>
                  <a:lnTo>
                    <a:pt x="33189" y="4264"/>
                  </a:lnTo>
                  <a:lnTo>
                    <a:pt x="33760" y="4172"/>
                  </a:lnTo>
                  <a:lnTo>
                    <a:pt x="34271" y="4106"/>
                  </a:lnTo>
                  <a:lnTo>
                    <a:pt x="34781" y="4035"/>
                  </a:lnTo>
                  <a:lnTo>
                    <a:pt x="35382" y="3968"/>
                  </a:lnTo>
                  <a:lnTo>
                    <a:pt x="35983" y="3907"/>
                  </a:lnTo>
                  <a:lnTo>
                    <a:pt x="36643" y="3846"/>
                  </a:lnTo>
                  <a:lnTo>
                    <a:pt x="37364" y="3790"/>
                  </a:lnTo>
                  <a:lnTo>
                    <a:pt x="38085" y="3734"/>
                  </a:lnTo>
                  <a:lnTo>
                    <a:pt x="38866" y="3678"/>
                  </a:lnTo>
                  <a:lnTo>
                    <a:pt x="39677" y="3632"/>
                  </a:lnTo>
                  <a:lnTo>
                    <a:pt x="40518" y="3581"/>
                  </a:lnTo>
                  <a:lnTo>
                    <a:pt x="41389" y="3540"/>
                  </a:lnTo>
                  <a:lnTo>
                    <a:pt x="42260" y="3499"/>
                  </a:lnTo>
                  <a:lnTo>
                    <a:pt x="43191" y="3458"/>
                  </a:lnTo>
                  <a:lnTo>
                    <a:pt x="44122" y="3423"/>
                  </a:lnTo>
                  <a:lnTo>
                    <a:pt x="45083" y="3392"/>
                  </a:lnTo>
                  <a:lnTo>
                    <a:pt x="46044" y="3367"/>
                  </a:lnTo>
                  <a:lnTo>
                    <a:pt x="45924" y="3224"/>
                  </a:lnTo>
                  <a:lnTo>
                    <a:pt x="45804" y="3091"/>
                  </a:lnTo>
                  <a:lnTo>
                    <a:pt x="45654" y="2958"/>
                  </a:lnTo>
                  <a:lnTo>
                    <a:pt x="45504" y="2826"/>
                  </a:lnTo>
                  <a:lnTo>
                    <a:pt x="45323" y="2703"/>
                  </a:lnTo>
                  <a:lnTo>
                    <a:pt x="45113" y="2581"/>
                  </a:lnTo>
                  <a:lnTo>
                    <a:pt x="44903" y="2464"/>
                  </a:lnTo>
                  <a:lnTo>
                    <a:pt x="44693" y="2351"/>
                  </a:lnTo>
                  <a:lnTo>
                    <a:pt x="44452" y="2239"/>
                  </a:lnTo>
                  <a:lnTo>
                    <a:pt x="44212" y="2132"/>
                  </a:lnTo>
                  <a:lnTo>
                    <a:pt x="43942" y="2030"/>
                  </a:lnTo>
                  <a:lnTo>
                    <a:pt x="43671" y="1928"/>
                  </a:lnTo>
                  <a:lnTo>
                    <a:pt x="43401" y="1831"/>
                  </a:lnTo>
                  <a:lnTo>
                    <a:pt x="43101" y="1739"/>
                  </a:lnTo>
                  <a:lnTo>
                    <a:pt x="42770" y="1648"/>
                  </a:lnTo>
                  <a:lnTo>
                    <a:pt x="42470" y="1561"/>
                  </a:lnTo>
                  <a:lnTo>
                    <a:pt x="42140" y="1474"/>
                  </a:lnTo>
                  <a:lnTo>
                    <a:pt x="41809" y="1393"/>
                  </a:lnTo>
                  <a:lnTo>
                    <a:pt x="41088" y="1240"/>
                  </a:lnTo>
                  <a:lnTo>
                    <a:pt x="40338" y="1102"/>
                  </a:lnTo>
                  <a:lnTo>
                    <a:pt x="39557" y="969"/>
                  </a:lnTo>
                  <a:lnTo>
                    <a:pt x="38776" y="847"/>
                  </a:lnTo>
                  <a:lnTo>
                    <a:pt x="37935" y="740"/>
                  </a:lnTo>
                  <a:lnTo>
                    <a:pt x="37094" y="638"/>
                  </a:lnTo>
                  <a:lnTo>
                    <a:pt x="36223" y="546"/>
                  </a:lnTo>
                  <a:lnTo>
                    <a:pt x="35352" y="464"/>
                  </a:lnTo>
                  <a:lnTo>
                    <a:pt x="34451" y="388"/>
                  </a:lnTo>
                  <a:lnTo>
                    <a:pt x="33550" y="321"/>
                  </a:lnTo>
                  <a:lnTo>
                    <a:pt x="32649" y="265"/>
                  </a:lnTo>
                  <a:lnTo>
                    <a:pt x="31748" y="214"/>
                  </a:lnTo>
                  <a:lnTo>
                    <a:pt x="30847" y="168"/>
                  </a:lnTo>
                  <a:lnTo>
                    <a:pt x="29946" y="133"/>
                  </a:lnTo>
                  <a:lnTo>
                    <a:pt x="29075" y="97"/>
                  </a:lnTo>
                  <a:lnTo>
                    <a:pt x="28204" y="71"/>
                  </a:lnTo>
                  <a:lnTo>
                    <a:pt x="27333" y="51"/>
                  </a:lnTo>
                  <a:lnTo>
                    <a:pt x="26492" y="31"/>
                  </a:lnTo>
                  <a:lnTo>
                    <a:pt x="25681" y="20"/>
                  </a:lnTo>
                  <a:lnTo>
                    <a:pt x="24900" y="10"/>
                  </a:lnTo>
                  <a:lnTo>
                    <a:pt x="24149" y="5"/>
                  </a:lnTo>
                  <a:lnTo>
                    <a:pt x="22737" y="0"/>
                  </a:lnTo>
                  <a:close/>
                </a:path>
              </a:pathLst>
            </a:custGeom>
            <a:solidFill>
              <a:srgbClr val="FF5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82"/>
            <p:cNvSpPr/>
            <p:nvPr/>
          </p:nvSpPr>
          <p:spPr>
            <a:xfrm flipH="1">
              <a:off x="1776586" y="3918925"/>
              <a:ext cx="195231" cy="203400"/>
            </a:xfrm>
            <a:custGeom>
              <a:avLst/>
              <a:gdLst/>
              <a:ahLst/>
              <a:cxnLst/>
              <a:rect l="l" t="t" r="r" b="b"/>
              <a:pathLst>
                <a:path w="46045" h="8136" fill="none" extrusionOk="0">
                  <a:moveTo>
                    <a:pt x="22737" y="0"/>
                  </a:moveTo>
                  <a:lnTo>
                    <a:pt x="22737" y="0"/>
                  </a:lnTo>
                  <a:lnTo>
                    <a:pt x="24149" y="5"/>
                  </a:lnTo>
                  <a:lnTo>
                    <a:pt x="24900" y="10"/>
                  </a:lnTo>
                  <a:lnTo>
                    <a:pt x="25681" y="20"/>
                  </a:lnTo>
                  <a:lnTo>
                    <a:pt x="26492" y="31"/>
                  </a:lnTo>
                  <a:lnTo>
                    <a:pt x="27333" y="51"/>
                  </a:lnTo>
                  <a:lnTo>
                    <a:pt x="28204" y="71"/>
                  </a:lnTo>
                  <a:lnTo>
                    <a:pt x="29075" y="97"/>
                  </a:lnTo>
                  <a:lnTo>
                    <a:pt x="29946" y="133"/>
                  </a:lnTo>
                  <a:lnTo>
                    <a:pt x="30847" y="168"/>
                  </a:lnTo>
                  <a:lnTo>
                    <a:pt x="31748" y="214"/>
                  </a:lnTo>
                  <a:lnTo>
                    <a:pt x="32649" y="265"/>
                  </a:lnTo>
                  <a:lnTo>
                    <a:pt x="33550" y="321"/>
                  </a:lnTo>
                  <a:lnTo>
                    <a:pt x="34451" y="388"/>
                  </a:lnTo>
                  <a:lnTo>
                    <a:pt x="35352" y="464"/>
                  </a:lnTo>
                  <a:lnTo>
                    <a:pt x="36223" y="546"/>
                  </a:lnTo>
                  <a:lnTo>
                    <a:pt x="37094" y="638"/>
                  </a:lnTo>
                  <a:lnTo>
                    <a:pt x="37935" y="740"/>
                  </a:lnTo>
                  <a:lnTo>
                    <a:pt x="38776" y="847"/>
                  </a:lnTo>
                  <a:lnTo>
                    <a:pt x="39557" y="969"/>
                  </a:lnTo>
                  <a:lnTo>
                    <a:pt x="40338" y="1102"/>
                  </a:lnTo>
                  <a:lnTo>
                    <a:pt x="41088" y="1240"/>
                  </a:lnTo>
                  <a:lnTo>
                    <a:pt x="41809" y="1393"/>
                  </a:lnTo>
                  <a:lnTo>
                    <a:pt x="42140" y="1474"/>
                  </a:lnTo>
                  <a:lnTo>
                    <a:pt x="42470" y="1561"/>
                  </a:lnTo>
                  <a:lnTo>
                    <a:pt x="42770" y="1648"/>
                  </a:lnTo>
                  <a:lnTo>
                    <a:pt x="43101" y="1739"/>
                  </a:lnTo>
                  <a:lnTo>
                    <a:pt x="43401" y="1831"/>
                  </a:lnTo>
                  <a:lnTo>
                    <a:pt x="43671" y="1928"/>
                  </a:lnTo>
                  <a:lnTo>
                    <a:pt x="43942" y="2030"/>
                  </a:lnTo>
                  <a:lnTo>
                    <a:pt x="44212" y="2132"/>
                  </a:lnTo>
                  <a:lnTo>
                    <a:pt x="44452" y="2239"/>
                  </a:lnTo>
                  <a:lnTo>
                    <a:pt x="44693" y="2351"/>
                  </a:lnTo>
                  <a:lnTo>
                    <a:pt x="44903" y="2464"/>
                  </a:lnTo>
                  <a:lnTo>
                    <a:pt x="45113" y="2581"/>
                  </a:lnTo>
                  <a:lnTo>
                    <a:pt x="45323" y="2703"/>
                  </a:lnTo>
                  <a:lnTo>
                    <a:pt x="45504" y="2826"/>
                  </a:lnTo>
                  <a:lnTo>
                    <a:pt x="45654" y="2958"/>
                  </a:lnTo>
                  <a:lnTo>
                    <a:pt x="45804" y="3091"/>
                  </a:lnTo>
                  <a:lnTo>
                    <a:pt x="45924" y="3224"/>
                  </a:lnTo>
                  <a:lnTo>
                    <a:pt x="46044" y="3367"/>
                  </a:lnTo>
                  <a:lnTo>
                    <a:pt x="46044" y="3367"/>
                  </a:lnTo>
                  <a:lnTo>
                    <a:pt x="45083" y="3392"/>
                  </a:lnTo>
                  <a:lnTo>
                    <a:pt x="44122" y="3423"/>
                  </a:lnTo>
                  <a:lnTo>
                    <a:pt x="43191" y="3458"/>
                  </a:lnTo>
                  <a:lnTo>
                    <a:pt x="42260" y="3499"/>
                  </a:lnTo>
                  <a:lnTo>
                    <a:pt x="41389" y="3540"/>
                  </a:lnTo>
                  <a:lnTo>
                    <a:pt x="40518" y="3581"/>
                  </a:lnTo>
                  <a:lnTo>
                    <a:pt x="39677" y="3632"/>
                  </a:lnTo>
                  <a:lnTo>
                    <a:pt x="38866" y="3678"/>
                  </a:lnTo>
                  <a:lnTo>
                    <a:pt x="38085" y="3734"/>
                  </a:lnTo>
                  <a:lnTo>
                    <a:pt x="37364" y="3790"/>
                  </a:lnTo>
                  <a:lnTo>
                    <a:pt x="36643" y="3846"/>
                  </a:lnTo>
                  <a:lnTo>
                    <a:pt x="35983" y="3907"/>
                  </a:lnTo>
                  <a:lnTo>
                    <a:pt x="35382" y="3968"/>
                  </a:lnTo>
                  <a:lnTo>
                    <a:pt x="34781" y="4035"/>
                  </a:lnTo>
                  <a:lnTo>
                    <a:pt x="34271" y="4106"/>
                  </a:lnTo>
                  <a:lnTo>
                    <a:pt x="33760" y="4172"/>
                  </a:lnTo>
                  <a:lnTo>
                    <a:pt x="33760" y="4172"/>
                  </a:lnTo>
                  <a:lnTo>
                    <a:pt x="33189" y="4264"/>
                  </a:lnTo>
                  <a:lnTo>
                    <a:pt x="32649" y="4356"/>
                  </a:lnTo>
                  <a:lnTo>
                    <a:pt x="32138" y="4453"/>
                  </a:lnTo>
                  <a:lnTo>
                    <a:pt x="31628" y="4550"/>
                  </a:lnTo>
                  <a:lnTo>
                    <a:pt x="31147" y="4652"/>
                  </a:lnTo>
                  <a:lnTo>
                    <a:pt x="30666" y="4754"/>
                  </a:lnTo>
                  <a:lnTo>
                    <a:pt x="30216" y="4861"/>
                  </a:lnTo>
                  <a:lnTo>
                    <a:pt x="29795" y="4968"/>
                  </a:lnTo>
                  <a:lnTo>
                    <a:pt x="29405" y="5075"/>
                  </a:lnTo>
                  <a:lnTo>
                    <a:pt x="29045" y="5187"/>
                  </a:lnTo>
                  <a:lnTo>
                    <a:pt x="28684" y="5300"/>
                  </a:lnTo>
                  <a:lnTo>
                    <a:pt x="28354" y="5417"/>
                  </a:lnTo>
                  <a:lnTo>
                    <a:pt x="28053" y="5534"/>
                  </a:lnTo>
                  <a:lnTo>
                    <a:pt x="27783" y="5652"/>
                  </a:lnTo>
                  <a:lnTo>
                    <a:pt x="27513" y="5774"/>
                  </a:lnTo>
                  <a:lnTo>
                    <a:pt x="27272" y="5896"/>
                  </a:lnTo>
                  <a:lnTo>
                    <a:pt x="27062" y="6019"/>
                  </a:lnTo>
                  <a:lnTo>
                    <a:pt x="26882" y="6146"/>
                  </a:lnTo>
                  <a:lnTo>
                    <a:pt x="26702" y="6274"/>
                  </a:lnTo>
                  <a:lnTo>
                    <a:pt x="26582" y="6406"/>
                  </a:lnTo>
                  <a:lnTo>
                    <a:pt x="26462" y="6539"/>
                  </a:lnTo>
                  <a:lnTo>
                    <a:pt x="26371" y="6672"/>
                  </a:lnTo>
                  <a:lnTo>
                    <a:pt x="26311" y="6809"/>
                  </a:lnTo>
                  <a:lnTo>
                    <a:pt x="26281" y="6942"/>
                  </a:lnTo>
                  <a:lnTo>
                    <a:pt x="26281" y="7085"/>
                  </a:lnTo>
                  <a:lnTo>
                    <a:pt x="26281" y="7223"/>
                  </a:lnTo>
                  <a:lnTo>
                    <a:pt x="26341" y="7365"/>
                  </a:lnTo>
                  <a:lnTo>
                    <a:pt x="26401" y="7508"/>
                  </a:lnTo>
                  <a:lnTo>
                    <a:pt x="26492" y="7651"/>
                  </a:lnTo>
                  <a:lnTo>
                    <a:pt x="26642" y="7799"/>
                  </a:lnTo>
                  <a:lnTo>
                    <a:pt x="26792" y="7942"/>
                  </a:lnTo>
                  <a:lnTo>
                    <a:pt x="26972" y="8095"/>
                  </a:lnTo>
                  <a:lnTo>
                    <a:pt x="26972" y="8095"/>
                  </a:lnTo>
                  <a:lnTo>
                    <a:pt x="25921" y="8115"/>
                  </a:lnTo>
                  <a:lnTo>
                    <a:pt x="24900" y="8125"/>
                  </a:lnTo>
                  <a:lnTo>
                    <a:pt x="23939" y="8136"/>
                  </a:lnTo>
                  <a:lnTo>
                    <a:pt x="22978" y="8136"/>
                  </a:lnTo>
                  <a:lnTo>
                    <a:pt x="22978" y="8136"/>
                  </a:lnTo>
                  <a:lnTo>
                    <a:pt x="22197" y="8136"/>
                  </a:lnTo>
                  <a:lnTo>
                    <a:pt x="21476" y="8131"/>
                  </a:lnTo>
                  <a:lnTo>
                    <a:pt x="20755" y="8120"/>
                  </a:lnTo>
                  <a:lnTo>
                    <a:pt x="20094" y="8110"/>
                  </a:lnTo>
                  <a:lnTo>
                    <a:pt x="20094" y="8110"/>
                  </a:lnTo>
                  <a:lnTo>
                    <a:pt x="18472" y="8080"/>
                  </a:lnTo>
                  <a:lnTo>
                    <a:pt x="17661" y="8059"/>
                  </a:lnTo>
                  <a:lnTo>
                    <a:pt x="16820" y="8034"/>
                  </a:lnTo>
                  <a:lnTo>
                    <a:pt x="15979" y="8008"/>
                  </a:lnTo>
                  <a:lnTo>
                    <a:pt x="15138" y="7972"/>
                  </a:lnTo>
                  <a:lnTo>
                    <a:pt x="14298" y="7937"/>
                  </a:lnTo>
                  <a:lnTo>
                    <a:pt x="13457" y="7896"/>
                  </a:lnTo>
                  <a:lnTo>
                    <a:pt x="12646" y="7850"/>
                  </a:lnTo>
                  <a:lnTo>
                    <a:pt x="11805" y="7799"/>
                  </a:lnTo>
                  <a:lnTo>
                    <a:pt x="10994" y="7738"/>
                  </a:lnTo>
                  <a:lnTo>
                    <a:pt x="10183" y="7677"/>
                  </a:lnTo>
                  <a:lnTo>
                    <a:pt x="9372" y="7605"/>
                  </a:lnTo>
                  <a:lnTo>
                    <a:pt x="8621" y="7524"/>
                  </a:lnTo>
                  <a:lnTo>
                    <a:pt x="7840" y="7437"/>
                  </a:lnTo>
                  <a:lnTo>
                    <a:pt x="7119" y="7340"/>
                  </a:lnTo>
                  <a:lnTo>
                    <a:pt x="6398" y="7233"/>
                  </a:lnTo>
                  <a:lnTo>
                    <a:pt x="5708" y="7121"/>
                  </a:lnTo>
                  <a:lnTo>
                    <a:pt x="5047" y="6998"/>
                  </a:lnTo>
                  <a:lnTo>
                    <a:pt x="4416" y="6860"/>
                  </a:lnTo>
                  <a:lnTo>
                    <a:pt x="3815" y="6718"/>
                  </a:lnTo>
                  <a:lnTo>
                    <a:pt x="3245" y="6560"/>
                  </a:lnTo>
                  <a:lnTo>
                    <a:pt x="2704" y="6391"/>
                  </a:lnTo>
                  <a:lnTo>
                    <a:pt x="2224" y="6213"/>
                  </a:lnTo>
                  <a:lnTo>
                    <a:pt x="1773" y="6019"/>
                  </a:lnTo>
                  <a:lnTo>
                    <a:pt x="1353" y="5815"/>
                  </a:lnTo>
                  <a:lnTo>
                    <a:pt x="1022" y="5601"/>
                  </a:lnTo>
                  <a:lnTo>
                    <a:pt x="692" y="5366"/>
                  </a:lnTo>
                  <a:lnTo>
                    <a:pt x="452" y="5121"/>
                  </a:lnTo>
                  <a:lnTo>
                    <a:pt x="241" y="4861"/>
                  </a:lnTo>
                  <a:lnTo>
                    <a:pt x="91" y="4586"/>
                  </a:lnTo>
                  <a:lnTo>
                    <a:pt x="1" y="4295"/>
                  </a:lnTo>
                  <a:lnTo>
                    <a:pt x="1" y="4295"/>
                  </a:lnTo>
                  <a:lnTo>
                    <a:pt x="1" y="4147"/>
                  </a:lnTo>
                  <a:lnTo>
                    <a:pt x="1" y="3999"/>
                  </a:lnTo>
                  <a:lnTo>
                    <a:pt x="31" y="3861"/>
                  </a:lnTo>
                  <a:lnTo>
                    <a:pt x="61" y="3718"/>
                  </a:lnTo>
                  <a:lnTo>
                    <a:pt x="121" y="3586"/>
                  </a:lnTo>
                  <a:lnTo>
                    <a:pt x="211" y="3453"/>
                  </a:lnTo>
                  <a:lnTo>
                    <a:pt x="331" y="3321"/>
                  </a:lnTo>
                  <a:lnTo>
                    <a:pt x="452" y="3193"/>
                  </a:lnTo>
                  <a:lnTo>
                    <a:pt x="602" y="3071"/>
                  </a:lnTo>
                  <a:lnTo>
                    <a:pt x="782" y="2948"/>
                  </a:lnTo>
                  <a:lnTo>
                    <a:pt x="962" y="2831"/>
                  </a:lnTo>
                  <a:lnTo>
                    <a:pt x="1142" y="2714"/>
                  </a:lnTo>
                  <a:lnTo>
                    <a:pt x="1353" y="2601"/>
                  </a:lnTo>
                  <a:lnTo>
                    <a:pt x="1593" y="2489"/>
                  </a:lnTo>
                  <a:lnTo>
                    <a:pt x="1833" y="2382"/>
                  </a:lnTo>
                  <a:lnTo>
                    <a:pt x="2103" y="2280"/>
                  </a:lnTo>
                  <a:lnTo>
                    <a:pt x="2374" y="2178"/>
                  </a:lnTo>
                  <a:lnTo>
                    <a:pt x="2674" y="2076"/>
                  </a:lnTo>
                  <a:lnTo>
                    <a:pt x="2974" y="1984"/>
                  </a:lnTo>
                  <a:lnTo>
                    <a:pt x="3275" y="1887"/>
                  </a:lnTo>
                  <a:lnTo>
                    <a:pt x="3605" y="1796"/>
                  </a:lnTo>
                  <a:lnTo>
                    <a:pt x="3966" y="1709"/>
                  </a:lnTo>
                  <a:lnTo>
                    <a:pt x="4686" y="1535"/>
                  </a:lnTo>
                  <a:lnTo>
                    <a:pt x="5437" y="1377"/>
                  </a:lnTo>
                  <a:lnTo>
                    <a:pt x="6218" y="1229"/>
                  </a:lnTo>
                  <a:lnTo>
                    <a:pt x="7059" y="1087"/>
                  </a:lnTo>
                  <a:lnTo>
                    <a:pt x="7930" y="954"/>
                  </a:lnTo>
                  <a:lnTo>
                    <a:pt x="8801" y="837"/>
                  </a:lnTo>
                  <a:lnTo>
                    <a:pt x="9702" y="724"/>
                  </a:lnTo>
                  <a:lnTo>
                    <a:pt x="10633" y="617"/>
                  </a:lnTo>
                  <a:lnTo>
                    <a:pt x="11564" y="525"/>
                  </a:lnTo>
                  <a:lnTo>
                    <a:pt x="12495" y="439"/>
                  </a:lnTo>
                  <a:lnTo>
                    <a:pt x="13457" y="362"/>
                  </a:lnTo>
                  <a:lnTo>
                    <a:pt x="14418" y="291"/>
                  </a:lnTo>
                  <a:lnTo>
                    <a:pt x="15349" y="230"/>
                  </a:lnTo>
                  <a:lnTo>
                    <a:pt x="16280" y="173"/>
                  </a:lnTo>
                  <a:lnTo>
                    <a:pt x="17211" y="128"/>
                  </a:lnTo>
                  <a:lnTo>
                    <a:pt x="18142" y="87"/>
                  </a:lnTo>
                  <a:lnTo>
                    <a:pt x="19013" y="56"/>
                  </a:lnTo>
                  <a:lnTo>
                    <a:pt x="19884" y="31"/>
                  </a:lnTo>
                  <a:lnTo>
                    <a:pt x="20725" y="15"/>
                  </a:lnTo>
                  <a:lnTo>
                    <a:pt x="21536" y="5"/>
                  </a:lnTo>
                  <a:lnTo>
                    <a:pt x="22317" y="0"/>
                  </a:lnTo>
                  <a:lnTo>
                    <a:pt x="22317" y="0"/>
                  </a:lnTo>
                  <a:lnTo>
                    <a:pt x="2273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82"/>
            <p:cNvSpPr/>
            <p:nvPr/>
          </p:nvSpPr>
          <p:spPr>
            <a:xfrm flipH="1">
              <a:off x="1775314" y="4003075"/>
              <a:ext cx="85071" cy="118225"/>
            </a:xfrm>
            <a:custGeom>
              <a:avLst/>
              <a:gdLst/>
              <a:ahLst/>
              <a:cxnLst/>
              <a:rect l="l" t="t" r="r" b="b"/>
              <a:pathLst>
                <a:path w="20064" h="4729" extrusionOk="0">
                  <a:moveTo>
                    <a:pt x="19763" y="1"/>
                  </a:moveTo>
                  <a:lnTo>
                    <a:pt x="18802" y="26"/>
                  </a:lnTo>
                  <a:lnTo>
                    <a:pt x="17841" y="57"/>
                  </a:lnTo>
                  <a:lnTo>
                    <a:pt x="16910" y="92"/>
                  </a:lnTo>
                  <a:lnTo>
                    <a:pt x="15979" y="133"/>
                  </a:lnTo>
                  <a:lnTo>
                    <a:pt x="15108" y="174"/>
                  </a:lnTo>
                  <a:lnTo>
                    <a:pt x="14237" y="215"/>
                  </a:lnTo>
                  <a:lnTo>
                    <a:pt x="13396" y="266"/>
                  </a:lnTo>
                  <a:lnTo>
                    <a:pt x="12585" y="312"/>
                  </a:lnTo>
                  <a:lnTo>
                    <a:pt x="11804" y="368"/>
                  </a:lnTo>
                  <a:lnTo>
                    <a:pt x="11083" y="424"/>
                  </a:lnTo>
                  <a:lnTo>
                    <a:pt x="10362" y="480"/>
                  </a:lnTo>
                  <a:lnTo>
                    <a:pt x="9702" y="541"/>
                  </a:lnTo>
                  <a:lnTo>
                    <a:pt x="9101" y="602"/>
                  </a:lnTo>
                  <a:lnTo>
                    <a:pt x="8500" y="669"/>
                  </a:lnTo>
                  <a:lnTo>
                    <a:pt x="7990" y="740"/>
                  </a:lnTo>
                  <a:lnTo>
                    <a:pt x="7479" y="806"/>
                  </a:lnTo>
                  <a:lnTo>
                    <a:pt x="6908" y="898"/>
                  </a:lnTo>
                  <a:lnTo>
                    <a:pt x="6368" y="990"/>
                  </a:lnTo>
                  <a:lnTo>
                    <a:pt x="5857" y="1087"/>
                  </a:lnTo>
                  <a:lnTo>
                    <a:pt x="5347" y="1184"/>
                  </a:lnTo>
                  <a:lnTo>
                    <a:pt x="4866" y="1286"/>
                  </a:lnTo>
                  <a:lnTo>
                    <a:pt x="4385" y="1388"/>
                  </a:lnTo>
                  <a:lnTo>
                    <a:pt x="3935" y="1495"/>
                  </a:lnTo>
                  <a:lnTo>
                    <a:pt x="3514" y="1602"/>
                  </a:lnTo>
                  <a:lnTo>
                    <a:pt x="3124" y="1709"/>
                  </a:lnTo>
                  <a:lnTo>
                    <a:pt x="2764" y="1821"/>
                  </a:lnTo>
                  <a:lnTo>
                    <a:pt x="2403" y="1934"/>
                  </a:lnTo>
                  <a:lnTo>
                    <a:pt x="2073" y="2051"/>
                  </a:lnTo>
                  <a:lnTo>
                    <a:pt x="1772" y="2168"/>
                  </a:lnTo>
                  <a:lnTo>
                    <a:pt x="1502" y="2286"/>
                  </a:lnTo>
                  <a:lnTo>
                    <a:pt x="1232" y="2408"/>
                  </a:lnTo>
                  <a:lnTo>
                    <a:pt x="991" y="2530"/>
                  </a:lnTo>
                  <a:lnTo>
                    <a:pt x="781" y="2653"/>
                  </a:lnTo>
                  <a:lnTo>
                    <a:pt x="601" y="2780"/>
                  </a:lnTo>
                  <a:lnTo>
                    <a:pt x="421" y="2908"/>
                  </a:lnTo>
                  <a:lnTo>
                    <a:pt x="301" y="3040"/>
                  </a:lnTo>
                  <a:lnTo>
                    <a:pt x="181" y="3173"/>
                  </a:lnTo>
                  <a:lnTo>
                    <a:pt x="90" y="3306"/>
                  </a:lnTo>
                  <a:lnTo>
                    <a:pt x="30" y="3443"/>
                  </a:lnTo>
                  <a:lnTo>
                    <a:pt x="0" y="3576"/>
                  </a:lnTo>
                  <a:lnTo>
                    <a:pt x="0" y="3719"/>
                  </a:lnTo>
                  <a:lnTo>
                    <a:pt x="0" y="3857"/>
                  </a:lnTo>
                  <a:lnTo>
                    <a:pt x="60" y="3999"/>
                  </a:lnTo>
                  <a:lnTo>
                    <a:pt x="120" y="4142"/>
                  </a:lnTo>
                  <a:lnTo>
                    <a:pt x="211" y="4285"/>
                  </a:lnTo>
                  <a:lnTo>
                    <a:pt x="361" y="4433"/>
                  </a:lnTo>
                  <a:lnTo>
                    <a:pt x="511" y="4576"/>
                  </a:lnTo>
                  <a:lnTo>
                    <a:pt x="691" y="4729"/>
                  </a:lnTo>
                  <a:lnTo>
                    <a:pt x="1502" y="4703"/>
                  </a:lnTo>
                  <a:lnTo>
                    <a:pt x="2373" y="4678"/>
                  </a:lnTo>
                  <a:lnTo>
                    <a:pt x="3214" y="4652"/>
                  </a:lnTo>
                  <a:lnTo>
                    <a:pt x="4085" y="4617"/>
                  </a:lnTo>
                  <a:lnTo>
                    <a:pt x="4926" y="4576"/>
                  </a:lnTo>
                  <a:lnTo>
                    <a:pt x="5797" y="4530"/>
                  </a:lnTo>
                  <a:lnTo>
                    <a:pt x="6638" y="4479"/>
                  </a:lnTo>
                  <a:lnTo>
                    <a:pt x="7509" y="4418"/>
                  </a:lnTo>
                  <a:lnTo>
                    <a:pt x="8350" y="4356"/>
                  </a:lnTo>
                  <a:lnTo>
                    <a:pt x="9161" y="4285"/>
                  </a:lnTo>
                  <a:lnTo>
                    <a:pt x="10002" y="4209"/>
                  </a:lnTo>
                  <a:lnTo>
                    <a:pt x="10813" y="4127"/>
                  </a:lnTo>
                  <a:lnTo>
                    <a:pt x="11594" y="4035"/>
                  </a:lnTo>
                  <a:lnTo>
                    <a:pt x="12375" y="3938"/>
                  </a:lnTo>
                  <a:lnTo>
                    <a:pt x="13095" y="3831"/>
                  </a:lnTo>
                  <a:lnTo>
                    <a:pt x="13846" y="3719"/>
                  </a:lnTo>
                  <a:lnTo>
                    <a:pt x="14537" y="3602"/>
                  </a:lnTo>
                  <a:lnTo>
                    <a:pt x="15198" y="3469"/>
                  </a:lnTo>
                  <a:lnTo>
                    <a:pt x="15829" y="3336"/>
                  </a:lnTo>
                  <a:lnTo>
                    <a:pt x="16429" y="3188"/>
                  </a:lnTo>
                  <a:lnTo>
                    <a:pt x="17000" y="3035"/>
                  </a:lnTo>
                  <a:lnTo>
                    <a:pt x="17511" y="2872"/>
                  </a:lnTo>
                  <a:lnTo>
                    <a:pt x="17991" y="2699"/>
                  </a:lnTo>
                  <a:lnTo>
                    <a:pt x="18442" y="2515"/>
                  </a:lnTo>
                  <a:lnTo>
                    <a:pt x="18832" y="2321"/>
                  </a:lnTo>
                  <a:lnTo>
                    <a:pt x="19162" y="2122"/>
                  </a:lnTo>
                  <a:lnTo>
                    <a:pt x="19463" y="1908"/>
                  </a:lnTo>
                  <a:lnTo>
                    <a:pt x="19703" y="1689"/>
                  </a:lnTo>
                  <a:lnTo>
                    <a:pt x="19883" y="1454"/>
                  </a:lnTo>
                  <a:lnTo>
                    <a:pt x="20003" y="1209"/>
                  </a:lnTo>
                  <a:lnTo>
                    <a:pt x="20064" y="954"/>
                  </a:lnTo>
                  <a:lnTo>
                    <a:pt x="20064" y="689"/>
                  </a:lnTo>
                  <a:lnTo>
                    <a:pt x="20003" y="511"/>
                  </a:lnTo>
                  <a:lnTo>
                    <a:pt x="19943" y="332"/>
                  </a:lnTo>
                  <a:lnTo>
                    <a:pt x="19853" y="164"/>
                  </a:lnTo>
                  <a:lnTo>
                    <a:pt x="19763" y="1"/>
                  </a:lnTo>
                  <a:close/>
                </a:path>
              </a:pathLst>
            </a:custGeom>
            <a:solidFill>
              <a:srgbClr val="FF37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82"/>
            <p:cNvSpPr/>
            <p:nvPr/>
          </p:nvSpPr>
          <p:spPr>
            <a:xfrm flipH="1">
              <a:off x="1775314" y="4003075"/>
              <a:ext cx="85071" cy="118225"/>
            </a:xfrm>
            <a:custGeom>
              <a:avLst/>
              <a:gdLst/>
              <a:ahLst/>
              <a:cxnLst/>
              <a:rect l="l" t="t" r="r" b="b"/>
              <a:pathLst>
                <a:path w="20064" h="4729" fill="none" extrusionOk="0">
                  <a:moveTo>
                    <a:pt x="19763" y="1"/>
                  </a:moveTo>
                  <a:lnTo>
                    <a:pt x="19763" y="1"/>
                  </a:lnTo>
                  <a:lnTo>
                    <a:pt x="19853" y="164"/>
                  </a:lnTo>
                  <a:lnTo>
                    <a:pt x="19943" y="332"/>
                  </a:lnTo>
                  <a:lnTo>
                    <a:pt x="20003" y="511"/>
                  </a:lnTo>
                  <a:lnTo>
                    <a:pt x="20064" y="689"/>
                  </a:lnTo>
                  <a:lnTo>
                    <a:pt x="20064" y="689"/>
                  </a:lnTo>
                  <a:lnTo>
                    <a:pt x="20064" y="954"/>
                  </a:lnTo>
                  <a:lnTo>
                    <a:pt x="20003" y="1209"/>
                  </a:lnTo>
                  <a:lnTo>
                    <a:pt x="19883" y="1454"/>
                  </a:lnTo>
                  <a:lnTo>
                    <a:pt x="19703" y="1689"/>
                  </a:lnTo>
                  <a:lnTo>
                    <a:pt x="19463" y="1908"/>
                  </a:lnTo>
                  <a:lnTo>
                    <a:pt x="19162" y="2122"/>
                  </a:lnTo>
                  <a:lnTo>
                    <a:pt x="18832" y="2321"/>
                  </a:lnTo>
                  <a:lnTo>
                    <a:pt x="18442" y="2515"/>
                  </a:lnTo>
                  <a:lnTo>
                    <a:pt x="17991" y="2699"/>
                  </a:lnTo>
                  <a:lnTo>
                    <a:pt x="17511" y="2872"/>
                  </a:lnTo>
                  <a:lnTo>
                    <a:pt x="17000" y="3035"/>
                  </a:lnTo>
                  <a:lnTo>
                    <a:pt x="16429" y="3188"/>
                  </a:lnTo>
                  <a:lnTo>
                    <a:pt x="15829" y="3336"/>
                  </a:lnTo>
                  <a:lnTo>
                    <a:pt x="15198" y="3469"/>
                  </a:lnTo>
                  <a:lnTo>
                    <a:pt x="14537" y="3602"/>
                  </a:lnTo>
                  <a:lnTo>
                    <a:pt x="13846" y="3719"/>
                  </a:lnTo>
                  <a:lnTo>
                    <a:pt x="13095" y="3831"/>
                  </a:lnTo>
                  <a:lnTo>
                    <a:pt x="12375" y="3938"/>
                  </a:lnTo>
                  <a:lnTo>
                    <a:pt x="11594" y="4035"/>
                  </a:lnTo>
                  <a:lnTo>
                    <a:pt x="10813" y="4127"/>
                  </a:lnTo>
                  <a:lnTo>
                    <a:pt x="10002" y="4209"/>
                  </a:lnTo>
                  <a:lnTo>
                    <a:pt x="9161" y="4285"/>
                  </a:lnTo>
                  <a:lnTo>
                    <a:pt x="8350" y="4356"/>
                  </a:lnTo>
                  <a:lnTo>
                    <a:pt x="7509" y="4418"/>
                  </a:lnTo>
                  <a:lnTo>
                    <a:pt x="6638" y="4479"/>
                  </a:lnTo>
                  <a:lnTo>
                    <a:pt x="5797" y="4530"/>
                  </a:lnTo>
                  <a:lnTo>
                    <a:pt x="4926" y="4576"/>
                  </a:lnTo>
                  <a:lnTo>
                    <a:pt x="4085" y="4617"/>
                  </a:lnTo>
                  <a:lnTo>
                    <a:pt x="3214" y="4652"/>
                  </a:lnTo>
                  <a:lnTo>
                    <a:pt x="2373" y="4678"/>
                  </a:lnTo>
                  <a:lnTo>
                    <a:pt x="1502" y="4703"/>
                  </a:lnTo>
                  <a:lnTo>
                    <a:pt x="691" y="4729"/>
                  </a:lnTo>
                  <a:lnTo>
                    <a:pt x="691" y="4729"/>
                  </a:lnTo>
                  <a:lnTo>
                    <a:pt x="511" y="4576"/>
                  </a:lnTo>
                  <a:lnTo>
                    <a:pt x="361" y="4433"/>
                  </a:lnTo>
                  <a:lnTo>
                    <a:pt x="211" y="4285"/>
                  </a:lnTo>
                  <a:lnTo>
                    <a:pt x="120" y="4142"/>
                  </a:lnTo>
                  <a:lnTo>
                    <a:pt x="60" y="3999"/>
                  </a:lnTo>
                  <a:lnTo>
                    <a:pt x="0" y="3857"/>
                  </a:lnTo>
                  <a:lnTo>
                    <a:pt x="0" y="3719"/>
                  </a:lnTo>
                  <a:lnTo>
                    <a:pt x="0" y="3576"/>
                  </a:lnTo>
                  <a:lnTo>
                    <a:pt x="30" y="3443"/>
                  </a:lnTo>
                  <a:lnTo>
                    <a:pt x="90" y="3306"/>
                  </a:lnTo>
                  <a:lnTo>
                    <a:pt x="181" y="3173"/>
                  </a:lnTo>
                  <a:lnTo>
                    <a:pt x="301" y="3040"/>
                  </a:lnTo>
                  <a:lnTo>
                    <a:pt x="421" y="2908"/>
                  </a:lnTo>
                  <a:lnTo>
                    <a:pt x="601" y="2780"/>
                  </a:lnTo>
                  <a:lnTo>
                    <a:pt x="781" y="2653"/>
                  </a:lnTo>
                  <a:lnTo>
                    <a:pt x="991" y="2530"/>
                  </a:lnTo>
                  <a:lnTo>
                    <a:pt x="1232" y="2408"/>
                  </a:lnTo>
                  <a:lnTo>
                    <a:pt x="1502" y="2286"/>
                  </a:lnTo>
                  <a:lnTo>
                    <a:pt x="1772" y="2168"/>
                  </a:lnTo>
                  <a:lnTo>
                    <a:pt x="2073" y="2051"/>
                  </a:lnTo>
                  <a:lnTo>
                    <a:pt x="2403" y="1934"/>
                  </a:lnTo>
                  <a:lnTo>
                    <a:pt x="2764" y="1821"/>
                  </a:lnTo>
                  <a:lnTo>
                    <a:pt x="3124" y="1709"/>
                  </a:lnTo>
                  <a:lnTo>
                    <a:pt x="3514" y="1602"/>
                  </a:lnTo>
                  <a:lnTo>
                    <a:pt x="3935" y="1495"/>
                  </a:lnTo>
                  <a:lnTo>
                    <a:pt x="4385" y="1388"/>
                  </a:lnTo>
                  <a:lnTo>
                    <a:pt x="4866" y="1286"/>
                  </a:lnTo>
                  <a:lnTo>
                    <a:pt x="5347" y="1184"/>
                  </a:lnTo>
                  <a:lnTo>
                    <a:pt x="5857" y="1087"/>
                  </a:lnTo>
                  <a:lnTo>
                    <a:pt x="6368" y="990"/>
                  </a:lnTo>
                  <a:lnTo>
                    <a:pt x="6908" y="898"/>
                  </a:lnTo>
                  <a:lnTo>
                    <a:pt x="7479" y="806"/>
                  </a:lnTo>
                  <a:lnTo>
                    <a:pt x="7479" y="806"/>
                  </a:lnTo>
                  <a:lnTo>
                    <a:pt x="7990" y="740"/>
                  </a:lnTo>
                  <a:lnTo>
                    <a:pt x="8500" y="669"/>
                  </a:lnTo>
                  <a:lnTo>
                    <a:pt x="9101" y="602"/>
                  </a:lnTo>
                  <a:lnTo>
                    <a:pt x="9702" y="541"/>
                  </a:lnTo>
                  <a:lnTo>
                    <a:pt x="10362" y="480"/>
                  </a:lnTo>
                  <a:lnTo>
                    <a:pt x="11083" y="424"/>
                  </a:lnTo>
                  <a:lnTo>
                    <a:pt x="11804" y="368"/>
                  </a:lnTo>
                  <a:lnTo>
                    <a:pt x="12585" y="312"/>
                  </a:lnTo>
                  <a:lnTo>
                    <a:pt x="13396" y="266"/>
                  </a:lnTo>
                  <a:lnTo>
                    <a:pt x="14237" y="215"/>
                  </a:lnTo>
                  <a:lnTo>
                    <a:pt x="15108" y="174"/>
                  </a:lnTo>
                  <a:lnTo>
                    <a:pt x="15979" y="133"/>
                  </a:lnTo>
                  <a:lnTo>
                    <a:pt x="16910" y="92"/>
                  </a:lnTo>
                  <a:lnTo>
                    <a:pt x="17841" y="57"/>
                  </a:lnTo>
                  <a:lnTo>
                    <a:pt x="18802" y="26"/>
                  </a:lnTo>
                  <a:lnTo>
                    <a:pt x="1976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0" name="Google Shape;1790;p82"/>
          <p:cNvSpPr txBox="1">
            <a:spLocks noGrp="1"/>
          </p:cNvSpPr>
          <p:nvPr>
            <p:ph type="title"/>
          </p:nvPr>
        </p:nvSpPr>
        <p:spPr>
          <a:xfrm>
            <a:off x="457200" y="1265875"/>
            <a:ext cx="51138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400"/>
              <a:buNone/>
              <a:defRPr>
                <a:solidFill>
                  <a:schemeClr val="lt1"/>
                </a:solidFill>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1791" name="Google Shape;1791;p82"/>
          <p:cNvSpPr txBox="1">
            <a:spLocks noGrp="1"/>
          </p:cNvSpPr>
          <p:nvPr>
            <p:ph type="title" idx="2"/>
          </p:nvPr>
        </p:nvSpPr>
        <p:spPr>
          <a:xfrm>
            <a:off x="457200" y="914400"/>
            <a:ext cx="8229600" cy="2631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200"/>
              <a:buNone/>
              <a:defRPr sz="1200">
                <a:solidFill>
                  <a:schemeClr val="lt1"/>
                </a:solidFill>
              </a:defRPr>
            </a:lvl1pPr>
            <a:lvl2pPr lvl="1" rtl="0">
              <a:spcBef>
                <a:spcPts val="0"/>
              </a:spcBef>
              <a:spcAft>
                <a:spcPts val="0"/>
              </a:spcAft>
              <a:buSzPts val="1200"/>
              <a:buNone/>
              <a:defRPr sz="1200">
                <a:latin typeface="Lato"/>
                <a:ea typeface="Lato"/>
                <a:cs typeface="Lato"/>
                <a:sym typeface="Lato"/>
              </a:defRPr>
            </a:lvl2pPr>
            <a:lvl3pPr lvl="2" rtl="0">
              <a:spcBef>
                <a:spcPts val="0"/>
              </a:spcBef>
              <a:spcAft>
                <a:spcPts val="0"/>
              </a:spcAft>
              <a:buSzPts val="1200"/>
              <a:buNone/>
              <a:defRPr sz="1200">
                <a:latin typeface="Lato"/>
                <a:ea typeface="Lato"/>
                <a:cs typeface="Lato"/>
                <a:sym typeface="Lato"/>
              </a:defRPr>
            </a:lvl3pPr>
            <a:lvl4pPr lvl="3" rtl="0">
              <a:spcBef>
                <a:spcPts val="0"/>
              </a:spcBef>
              <a:spcAft>
                <a:spcPts val="0"/>
              </a:spcAft>
              <a:buSzPts val="1200"/>
              <a:buNone/>
              <a:defRPr sz="1200">
                <a:latin typeface="Lato"/>
                <a:ea typeface="Lato"/>
                <a:cs typeface="Lato"/>
                <a:sym typeface="Lato"/>
              </a:defRPr>
            </a:lvl4pPr>
            <a:lvl5pPr lvl="4" rtl="0">
              <a:spcBef>
                <a:spcPts val="0"/>
              </a:spcBef>
              <a:spcAft>
                <a:spcPts val="0"/>
              </a:spcAft>
              <a:buSzPts val="1200"/>
              <a:buNone/>
              <a:defRPr sz="1200">
                <a:latin typeface="Lato"/>
                <a:ea typeface="Lato"/>
                <a:cs typeface="Lato"/>
                <a:sym typeface="Lato"/>
              </a:defRPr>
            </a:lvl5pPr>
            <a:lvl6pPr lvl="5" rtl="0">
              <a:spcBef>
                <a:spcPts val="0"/>
              </a:spcBef>
              <a:spcAft>
                <a:spcPts val="0"/>
              </a:spcAft>
              <a:buSzPts val="1200"/>
              <a:buNone/>
              <a:defRPr sz="1200">
                <a:latin typeface="Lato"/>
                <a:ea typeface="Lato"/>
                <a:cs typeface="Lato"/>
                <a:sym typeface="Lato"/>
              </a:defRPr>
            </a:lvl6pPr>
            <a:lvl7pPr lvl="6" rtl="0">
              <a:spcBef>
                <a:spcPts val="0"/>
              </a:spcBef>
              <a:spcAft>
                <a:spcPts val="0"/>
              </a:spcAft>
              <a:buSzPts val="1200"/>
              <a:buNone/>
              <a:defRPr sz="1200">
                <a:latin typeface="Lato"/>
                <a:ea typeface="Lato"/>
                <a:cs typeface="Lato"/>
                <a:sym typeface="Lato"/>
              </a:defRPr>
            </a:lvl7pPr>
            <a:lvl8pPr lvl="7" rtl="0">
              <a:spcBef>
                <a:spcPts val="0"/>
              </a:spcBef>
              <a:spcAft>
                <a:spcPts val="0"/>
              </a:spcAft>
              <a:buSzPts val="1200"/>
              <a:buNone/>
              <a:defRPr sz="1200">
                <a:latin typeface="Lato"/>
                <a:ea typeface="Lato"/>
                <a:cs typeface="Lato"/>
                <a:sym typeface="Lato"/>
              </a:defRPr>
            </a:lvl8pPr>
            <a:lvl9pPr lvl="8" rtl="0">
              <a:spcBef>
                <a:spcPts val="0"/>
              </a:spcBef>
              <a:spcAft>
                <a:spcPts val="0"/>
              </a:spcAft>
              <a:buSzPts val="1200"/>
              <a:buNone/>
              <a:defRPr sz="1200">
                <a:latin typeface="Lato"/>
                <a:ea typeface="Lato"/>
                <a:cs typeface="Lato"/>
                <a:sym typeface="Lato"/>
              </a:defRPr>
            </a:lvl9pPr>
          </a:lstStyle>
          <a:p>
            <a:endParaRPr/>
          </a:p>
        </p:txBody>
      </p:sp>
      <p:sp>
        <p:nvSpPr>
          <p:cNvPr id="1792" name="Google Shape;1792;p82"/>
          <p:cNvSpPr txBox="1">
            <a:spLocks noGrp="1"/>
          </p:cNvSpPr>
          <p:nvPr>
            <p:ph type="title" idx="3"/>
          </p:nvPr>
        </p:nvSpPr>
        <p:spPr>
          <a:xfrm>
            <a:off x="1585550" y="2689825"/>
            <a:ext cx="3443700" cy="339300"/>
          </a:xfrm>
          <a:prstGeom prst="rect">
            <a:avLst/>
          </a:prstGeom>
        </p:spPr>
        <p:txBody>
          <a:bodyPr spcFirstLastPara="1" wrap="square" lIns="0" tIns="0" rIns="0" bIns="0" anchor="ctr" anchorCtr="0">
            <a:noAutofit/>
          </a:bodyPr>
          <a:lstStyle>
            <a:lvl1pPr lvl="0" rtl="0">
              <a:lnSpc>
                <a:spcPct val="150000"/>
              </a:lnSpc>
              <a:spcBef>
                <a:spcPts val="0"/>
              </a:spcBef>
              <a:spcAft>
                <a:spcPts val="0"/>
              </a:spcAft>
              <a:buClr>
                <a:schemeClr val="lt1"/>
              </a:buClr>
              <a:buSzPts val="1400"/>
              <a:buFont typeface="Lato"/>
              <a:buNone/>
              <a:defRPr sz="1400">
                <a:solidFill>
                  <a:schemeClr val="lt1"/>
                </a:solidFill>
                <a:latin typeface="Lato"/>
                <a:ea typeface="Lato"/>
                <a:cs typeface="Lato"/>
                <a:sym typeface="Lato"/>
              </a:defRPr>
            </a:lvl1pPr>
            <a:lvl2pPr lvl="1" rtl="0">
              <a:spcBef>
                <a:spcPts val="0"/>
              </a:spcBef>
              <a:spcAft>
                <a:spcPts val="0"/>
              </a:spcAft>
              <a:buSzPts val="1400"/>
              <a:buFont typeface="Lato"/>
              <a:buNone/>
              <a:defRPr sz="1400">
                <a:latin typeface="Lato"/>
                <a:ea typeface="Lato"/>
                <a:cs typeface="Lato"/>
                <a:sym typeface="Lato"/>
              </a:defRPr>
            </a:lvl2pPr>
            <a:lvl3pPr lvl="2" rtl="0">
              <a:spcBef>
                <a:spcPts val="0"/>
              </a:spcBef>
              <a:spcAft>
                <a:spcPts val="0"/>
              </a:spcAft>
              <a:buSzPts val="1400"/>
              <a:buFont typeface="Lato"/>
              <a:buNone/>
              <a:defRPr sz="1400">
                <a:latin typeface="Lato"/>
                <a:ea typeface="Lato"/>
                <a:cs typeface="Lato"/>
                <a:sym typeface="Lato"/>
              </a:defRPr>
            </a:lvl3pPr>
            <a:lvl4pPr lvl="3" rtl="0">
              <a:spcBef>
                <a:spcPts val="0"/>
              </a:spcBef>
              <a:spcAft>
                <a:spcPts val="0"/>
              </a:spcAft>
              <a:buSzPts val="1400"/>
              <a:buFont typeface="Lato"/>
              <a:buNone/>
              <a:defRPr sz="1400">
                <a:latin typeface="Lato"/>
                <a:ea typeface="Lato"/>
                <a:cs typeface="Lato"/>
                <a:sym typeface="Lato"/>
              </a:defRPr>
            </a:lvl4pPr>
            <a:lvl5pPr lvl="4" rtl="0">
              <a:spcBef>
                <a:spcPts val="0"/>
              </a:spcBef>
              <a:spcAft>
                <a:spcPts val="0"/>
              </a:spcAft>
              <a:buSzPts val="1400"/>
              <a:buFont typeface="Lato"/>
              <a:buNone/>
              <a:defRPr sz="1400">
                <a:latin typeface="Lato"/>
                <a:ea typeface="Lato"/>
                <a:cs typeface="Lato"/>
                <a:sym typeface="Lato"/>
              </a:defRPr>
            </a:lvl5pPr>
            <a:lvl6pPr lvl="5" rtl="0">
              <a:spcBef>
                <a:spcPts val="0"/>
              </a:spcBef>
              <a:spcAft>
                <a:spcPts val="0"/>
              </a:spcAft>
              <a:buSzPts val="1400"/>
              <a:buFont typeface="Lato"/>
              <a:buNone/>
              <a:defRPr sz="1400">
                <a:latin typeface="Lato"/>
                <a:ea typeface="Lato"/>
                <a:cs typeface="Lato"/>
                <a:sym typeface="Lato"/>
              </a:defRPr>
            </a:lvl6pPr>
            <a:lvl7pPr lvl="6" rtl="0">
              <a:spcBef>
                <a:spcPts val="0"/>
              </a:spcBef>
              <a:spcAft>
                <a:spcPts val="0"/>
              </a:spcAft>
              <a:buSzPts val="1400"/>
              <a:buFont typeface="Lato"/>
              <a:buNone/>
              <a:defRPr sz="1400">
                <a:latin typeface="Lato"/>
                <a:ea typeface="Lato"/>
                <a:cs typeface="Lato"/>
                <a:sym typeface="Lato"/>
              </a:defRPr>
            </a:lvl7pPr>
            <a:lvl8pPr lvl="7" rtl="0">
              <a:spcBef>
                <a:spcPts val="0"/>
              </a:spcBef>
              <a:spcAft>
                <a:spcPts val="0"/>
              </a:spcAft>
              <a:buSzPts val="1400"/>
              <a:buFont typeface="Lato"/>
              <a:buNone/>
              <a:defRPr sz="1400">
                <a:latin typeface="Lato"/>
                <a:ea typeface="Lato"/>
                <a:cs typeface="Lato"/>
                <a:sym typeface="Lato"/>
              </a:defRPr>
            </a:lvl8pPr>
            <a:lvl9pPr lvl="8" rtl="0">
              <a:spcBef>
                <a:spcPts val="0"/>
              </a:spcBef>
              <a:spcAft>
                <a:spcPts val="0"/>
              </a:spcAft>
              <a:buSzPts val="1400"/>
              <a:buFont typeface="Lato"/>
              <a:buNone/>
              <a:defRPr sz="1400">
                <a:latin typeface="Lato"/>
                <a:ea typeface="Lato"/>
                <a:cs typeface="Lato"/>
                <a:sym typeface="Lato"/>
              </a:defRPr>
            </a:lvl9pPr>
          </a:lstStyle>
          <a:p>
            <a:endParaRPr/>
          </a:p>
        </p:txBody>
      </p:sp>
      <p:sp>
        <p:nvSpPr>
          <p:cNvPr id="1793" name="Google Shape;1793;p82"/>
          <p:cNvSpPr txBox="1">
            <a:spLocks noGrp="1"/>
          </p:cNvSpPr>
          <p:nvPr>
            <p:ph type="title" idx="4"/>
          </p:nvPr>
        </p:nvSpPr>
        <p:spPr>
          <a:xfrm>
            <a:off x="457200" y="2689825"/>
            <a:ext cx="954600" cy="339300"/>
          </a:xfrm>
          <a:prstGeom prst="rect">
            <a:avLst/>
          </a:prstGeom>
        </p:spPr>
        <p:txBody>
          <a:bodyPr spcFirstLastPara="1" wrap="square" lIns="0" tIns="0" rIns="0" bIns="0" anchor="ctr" anchorCtr="0">
            <a:noAutofit/>
          </a:bodyPr>
          <a:lstStyle>
            <a:lvl1pPr lvl="0" algn="r" rtl="0">
              <a:lnSpc>
                <a:spcPct val="150000"/>
              </a:lnSpc>
              <a:spcBef>
                <a:spcPts val="0"/>
              </a:spcBef>
              <a:spcAft>
                <a:spcPts val="0"/>
              </a:spcAft>
              <a:buClr>
                <a:schemeClr val="lt1"/>
              </a:buClr>
              <a:buSzPts val="1400"/>
              <a:buNone/>
              <a:defRPr sz="1400">
                <a:solidFill>
                  <a:schemeClr val="lt1"/>
                </a:solidFill>
              </a:defRPr>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1794" name="Google Shape;1794;p82"/>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z - Contents">
  <p:cSld name="CUSTOM">
    <p:spTree>
      <p:nvGrpSpPr>
        <p:cNvPr id="1" name="Shape 1795"/>
        <p:cNvGrpSpPr/>
        <p:nvPr/>
      </p:nvGrpSpPr>
      <p:grpSpPr>
        <a:xfrm>
          <a:off x="0" y="0"/>
          <a:ext cx="0" cy="0"/>
          <a:chOff x="0" y="0"/>
          <a:chExt cx="0" cy="0"/>
        </a:xfrm>
      </p:grpSpPr>
      <p:grpSp>
        <p:nvGrpSpPr>
          <p:cNvPr id="1796" name="Google Shape;1796;p83"/>
          <p:cNvGrpSpPr/>
          <p:nvPr/>
        </p:nvGrpSpPr>
        <p:grpSpPr>
          <a:xfrm>
            <a:off x="938670" y="741615"/>
            <a:ext cx="357889" cy="5143500"/>
            <a:chOff x="759270" y="1652075"/>
            <a:chExt cx="40755" cy="585700"/>
          </a:xfrm>
        </p:grpSpPr>
        <p:sp>
          <p:nvSpPr>
            <p:cNvPr id="1797" name="Google Shape;1797;p83"/>
            <p:cNvSpPr/>
            <p:nvPr/>
          </p:nvSpPr>
          <p:spPr>
            <a:xfrm flipH="1">
              <a:off x="759906" y="1832500"/>
              <a:ext cx="39610" cy="107650"/>
            </a:xfrm>
            <a:custGeom>
              <a:avLst/>
              <a:gdLst/>
              <a:ahLst/>
              <a:cxnLst/>
              <a:rect l="l" t="t" r="r" b="b"/>
              <a:pathLst>
                <a:path w="9342" h="4306" extrusionOk="0">
                  <a:moveTo>
                    <a:pt x="0" y="1"/>
                  </a:moveTo>
                  <a:lnTo>
                    <a:pt x="0" y="62"/>
                  </a:lnTo>
                  <a:lnTo>
                    <a:pt x="30" y="128"/>
                  </a:lnTo>
                  <a:lnTo>
                    <a:pt x="30" y="3857"/>
                  </a:lnTo>
                  <a:lnTo>
                    <a:pt x="30" y="3913"/>
                  </a:lnTo>
                  <a:lnTo>
                    <a:pt x="30" y="3969"/>
                  </a:lnTo>
                  <a:lnTo>
                    <a:pt x="30" y="4030"/>
                  </a:lnTo>
                  <a:lnTo>
                    <a:pt x="60" y="4086"/>
                  </a:lnTo>
                  <a:lnTo>
                    <a:pt x="181" y="4199"/>
                  </a:lnTo>
                  <a:lnTo>
                    <a:pt x="361" y="4301"/>
                  </a:lnTo>
                  <a:lnTo>
                    <a:pt x="361" y="4015"/>
                  </a:lnTo>
                  <a:lnTo>
                    <a:pt x="331" y="3913"/>
                  </a:lnTo>
                  <a:lnTo>
                    <a:pt x="391" y="3806"/>
                  </a:lnTo>
                  <a:lnTo>
                    <a:pt x="481" y="3709"/>
                  </a:lnTo>
                  <a:lnTo>
                    <a:pt x="571" y="3658"/>
                  </a:lnTo>
                  <a:lnTo>
                    <a:pt x="661" y="3612"/>
                  </a:lnTo>
                  <a:lnTo>
                    <a:pt x="751" y="3566"/>
                  </a:lnTo>
                  <a:lnTo>
                    <a:pt x="901" y="3525"/>
                  </a:lnTo>
                  <a:lnTo>
                    <a:pt x="1052" y="3485"/>
                  </a:lnTo>
                  <a:lnTo>
                    <a:pt x="1202" y="3444"/>
                  </a:lnTo>
                  <a:lnTo>
                    <a:pt x="1382" y="3408"/>
                  </a:lnTo>
                  <a:lnTo>
                    <a:pt x="1592" y="3377"/>
                  </a:lnTo>
                  <a:lnTo>
                    <a:pt x="1802" y="3347"/>
                  </a:lnTo>
                  <a:lnTo>
                    <a:pt x="2043" y="3321"/>
                  </a:lnTo>
                  <a:lnTo>
                    <a:pt x="2433" y="3280"/>
                  </a:lnTo>
                  <a:lnTo>
                    <a:pt x="2824" y="3250"/>
                  </a:lnTo>
                  <a:lnTo>
                    <a:pt x="3184" y="3224"/>
                  </a:lnTo>
                  <a:lnTo>
                    <a:pt x="3575" y="3199"/>
                  </a:lnTo>
                  <a:lnTo>
                    <a:pt x="3935" y="3184"/>
                  </a:lnTo>
                  <a:lnTo>
                    <a:pt x="4295" y="3173"/>
                  </a:lnTo>
                  <a:lnTo>
                    <a:pt x="4656" y="3163"/>
                  </a:lnTo>
                  <a:lnTo>
                    <a:pt x="5016" y="3163"/>
                  </a:lnTo>
                  <a:lnTo>
                    <a:pt x="5467" y="3168"/>
                  </a:lnTo>
                  <a:lnTo>
                    <a:pt x="5887" y="3178"/>
                  </a:lnTo>
                  <a:lnTo>
                    <a:pt x="6308" y="3199"/>
                  </a:lnTo>
                  <a:lnTo>
                    <a:pt x="6698" y="3224"/>
                  </a:lnTo>
                  <a:lnTo>
                    <a:pt x="7059" y="3260"/>
                  </a:lnTo>
                  <a:lnTo>
                    <a:pt x="7419" y="3301"/>
                  </a:lnTo>
                  <a:lnTo>
                    <a:pt x="7749" y="3352"/>
                  </a:lnTo>
                  <a:lnTo>
                    <a:pt x="8050" y="3408"/>
                  </a:lnTo>
                  <a:lnTo>
                    <a:pt x="8260" y="3459"/>
                  </a:lnTo>
                  <a:lnTo>
                    <a:pt x="8440" y="3520"/>
                  </a:lnTo>
                  <a:lnTo>
                    <a:pt x="8620" y="3592"/>
                  </a:lnTo>
                  <a:lnTo>
                    <a:pt x="8740" y="3673"/>
                  </a:lnTo>
                  <a:lnTo>
                    <a:pt x="8861" y="3760"/>
                  </a:lnTo>
                  <a:lnTo>
                    <a:pt x="8951" y="3847"/>
                  </a:lnTo>
                  <a:lnTo>
                    <a:pt x="8981" y="3944"/>
                  </a:lnTo>
                  <a:lnTo>
                    <a:pt x="9011" y="4040"/>
                  </a:lnTo>
                  <a:lnTo>
                    <a:pt x="9011" y="4306"/>
                  </a:lnTo>
                  <a:lnTo>
                    <a:pt x="9161" y="4214"/>
                  </a:lnTo>
                  <a:lnTo>
                    <a:pt x="9281" y="4122"/>
                  </a:lnTo>
                  <a:lnTo>
                    <a:pt x="9311" y="4030"/>
                  </a:lnTo>
                  <a:lnTo>
                    <a:pt x="9341" y="3933"/>
                  </a:lnTo>
                  <a:lnTo>
                    <a:pt x="9341" y="149"/>
                  </a:lnTo>
                  <a:lnTo>
                    <a:pt x="9341" y="62"/>
                  </a:lnTo>
                  <a:lnTo>
                    <a:pt x="9281" y="138"/>
                  </a:lnTo>
                  <a:lnTo>
                    <a:pt x="9221" y="210"/>
                  </a:lnTo>
                  <a:lnTo>
                    <a:pt x="9131" y="281"/>
                  </a:lnTo>
                  <a:lnTo>
                    <a:pt x="8981" y="353"/>
                  </a:lnTo>
                  <a:lnTo>
                    <a:pt x="8831" y="414"/>
                  </a:lnTo>
                  <a:lnTo>
                    <a:pt x="8650" y="475"/>
                  </a:lnTo>
                  <a:lnTo>
                    <a:pt x="8410" y="526"/>
                  </a:lnTo>
                  <a:lnTo>
                    <a:pt x="8140" y="572"/>
                  </a:lnTo>
                  <a:lnTo>
                    <a:pt x="7749" y="628"/>
                  </a:lnTo>
                  <a:lnTo>
                    <a:pt x="7299" y="674"/>
                  </a:lnTo>
                  <a:lnTo>
                    <a:pt x="6848" y="715"/>
                  </a:lnTo>
                  <a:lnTo>
                    <a:pt x="6368" y="751"/>
                  </a:lnTo>
                  <a:lnTo>
                    <a:pt x="5857" y="781"/>
                  </a:lnTo>
                  <a:lnTo>
                    <a:pt x="5347" y="802"/>
                  </a:lnTo>
                  <a:lnTo>
                    <a:pt x="4836" y="812"/>
                  </a:lnTo>
                  <a:lnTo>
                    <a:pt x="4295" y="817"/>
                  </a:lnTo>
                  <a:lnTo>
                    <a:pt x="3905" y="817"/>
                  </a:lnTo>
                  <a:lnTo>
                    <a:pt x="3514" y="807"/>
                  </a:lnTo>
                  <a:lnTo>
                    <a:pt x="3154" y="791"/>
                  </a:lnTo>
                  <a:lnTo>
                    <a:pt x="2764" y="776"/>
                  </a:lnTo>
                  <a:lnTo>
                    <a:pt x="2403" y="751"/>
                  </a:lnTo>
                  <a:lnTo>
                    <a:pt x="2043" y="715"/>
                  </a:lnTo>
                  <a:lnTo>
                    <a:pt x="1712" y="679"/>
                  </a:lnTo>
                  <a:lnTo>
                    <a:pt x="1382" y="633"/>
                  </a:lnTo>
                  <a:lnTo>
                    <a:pt x="1112" y="582"/>
                  </a:lnTo>
                  <a:lnTo>
                    <a:pt x="871" y="521"/>
                  </a:lnTo>
                  <a:lnTo>
                    <a:pt x="631" y="450"/>
                  </a:lnTo>
                  <a:lnTo>
                    <a:pt x="451" y="368"/>
                  </a:lnTo>
                  <a:lnTo>
                    <a:pt x="271" y="281"/>
                  </a:lnTo>
                  <a:lnTo>
                    <a:pt x="151" y="189"/>
                  </a:lnTo>
                  <a:lnTo>
                    <a:pt x="60" y="98"/>
                  </a:lnTo>
                  <a:lnTo>
                    <a:pt x="0" y="1"/>
                  </a:lnTo>
                  <a:close/>
                </a:path>
              </a:pathLst>
            </a:custGeom>
            <a:solidFill>
              <a:srgbClr val="00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83"/>
            <p:cNvSpPr/>
            <p:nvPr/>
          </p:nvSpPr>
          <p:spPr>
            <a:xfrm flipH="1">
              <a:off x="759906" y="1832500"/>
              <a:ext cx="39610" cy="107650"/>
            </a:xfrm>
            <a:custGeom>
              <a:avLst/>
              <a:gdLst/>
              <a:ahLst/>
              <a:cxnLst/>
              <a:rect l="l" t="t" r="r" b="b"/>
              <a:pathLst>
                <a:path w="9342" h="4306" fill="none" extrusionOk="0">
                  <a:moveTo>
                    <a:pt x="0" y="1"/>
                  </a:moveTo>
                  <a:lnTo>
                    <a:pt x="0" y="1"/>
                  </a:lnTo>
                  <a:lnTo>
                    <a:pt x="60" y="98"/>
                  </a:lnTo>
                  <a:lnTo>
                    <a:pt x="151" y="189"/>
                  </a:lnTo>
                  <a:lnTo>
                    <a:pt x="271" y="281"/>
                  </a:lnTo>
                  <a:lnTo>
                    <a:pt x="451" y="368"/>
                  </a:lnTo>
                  <a:lnTo>
                    <a:pt x="631" y="450"/>
                  </a:lnTo>
                  <a:lnTo>
                    <a:pt x="871" y="521"/>
                  </a:lnTo>
                  <a:lnTo>
                    <a:pt x="1112" y="582"/>
                  </a:lnTo>
                  <a:lnTo>
                    <a:pt x="1382" y="633"/>
                  </a:lnTo>
                  <a:lnTo>
                    <a:pt x="1382" y="633"/>
                  </a:lnTo>
                  <a:lnTo>
                    <a:pt x="1712" y="679"/>
                  </a:lnTo>
                  <a:lnTo>
                    <a:pt x="2043" y="715"/>
                  </a:lnTo>
                  <a:lnTo>
                    <a:pt x="2403" y="751"/>
                  </a:lnTo>
                  <a:lnTo>
                    <a:pt x="2764" y="776"/>
                  </a:lnTo>
                  <a:lnTo>
                    <a:pt x="3154" y="791"/>
                  </a:lnTo>
                  <a:lnTo>
                    <a:pt x="3514" y="807"/>
                  </a:lnTo>
                  <a:lnTo>
                    <a:pt x="3905" y="817"/>
                  </a:lnTo>
                  <a:lnTo>
                    <a:pt x="4295" y="817"/>
                  </a:lnTo>
                  <a:lnTo>
                    <a:pt x="4295" y="817"/>
                  </a:lnTo>
                  <a:lnTo>
                    <a:pt x="4836" y="812"/>
                  </a:lnTo>
                  <a:lnTo>
                    <a:pt x="5347" y="802"/>
                  </a:lnTo>
                  <a:lnTo>
                    <a:pt x="5857" y="781"/>
                  </a:lnTo>
                  <a:lnTo>
                    <a:pt x="6368" y="751"/>
                  </a:lnTo>
                  <a:lnTo>
                    <a:pt x="6848" y="715"/>
                  </a:lnTo>
                  <a:lnTo>
                    <a:pt x="7299" y="674"/>
                  </a:lnTo>
                  <a:lnTo>
                    <a:pt x="7749" y="628"/>
                  </a:lnTo>
                  <a:lnTo>
                    <a:pt x="8140" y="572"/>
                  </a:lnTo>
                  <a:lnTo>
                    <a:pt x="8140" y="572"/>
                  </a:lnTo>
                  <a:lnTo>
                    <a:pt x="8410" y="526"/>
                  </a:lnTo>
                  <a:lnTo>
                    <a:pt x="8650" y="475"/>
                  </a:lnTo>
                  <a:lnTo>
                    <a:pt x="8831" y="414"/>
                  </a:lnTo>
                  <a:lnTo>
                    <a:pt x="8981" y="353"/>
                  </a:lnTo>
                  <a:lnTo>
                    <a:pt x="9131" y="281"/>
                  </a:lnTo>
                  <a:lnTo>
                    <a:pt x="9221" y="210"/>
                  </a:lnTo>
                  <a:lnTo>
                    <a:pt x="9281" y="138"/>
                  </a:lnTo>
                  <a:lnTo>
                    <a:pt x="9341" y="62"/>
                  </a:lnTo>
                  <a:lnTo>
                    <a:pt x="9341" y="62"/>
                  </a:lnTo>
                  <a:lnTo>
                    <a:pt x="9341" y="149"/>
                  </a:lnTo>
                  <a:lnTo>
                    <a:pt x="9341" y="3933"/>
                  </a:lnTo>
                  <a:lnTo>
                    <a:pt x="9341" y="3933"/>
                  </a:lnTo>
                  <a:lnTo>
                    <a:pt x="9311" y="4030"/>
                  </a:lnTo>
                  <a:lnTo>
                    <a:pt x="9281" y="4122"/>
                  </a:lnTo>
                  <a:lnTo>
                    <a:pt x="9161" y="4214"/>
                  </a:lnTo>
                  <a:lnTo>
                    <a:pt x="9011" y="4306"/>
                  </a:lnTo>
                  <a:lnTo>
                    <a:pt x="9011" y="4040"/>
                  </a:lnTo>
                  <a:lnTo>
                    <a:pt x="9011" y="4040"/>
                  </a:lnTo>
                  <a:lnTo>
                    <a:pt x="8981" y="3944"/>
                  </a:lnTo>
                  <a:lnTo>
                    <a:pt x="8951" y="3847"/>
                  </a:lnTo>
                  <a:lnTo>
                    <a:pt x="8861" y="3760"/>
                  </a:lnTo>
                  <a:lnTo>
                    <a:pt x="8740" y="3673"/>
                  </a:lnTo>
                  <a:lnTo>
                    <a:pt x="8620" y="3592"/>
                  </a:lnTo>
                  <a:lnTo>
                    <a:pt x="8440" y="3520"/>
                  </a:lnTo>
                  <a:lnTo>
                    <a:pt x="8260" y="3459"/>
                  </a:lnTo>
                  <a:lnTo>
                    <a:pt x="8050" y="3408"/>
                  </a:lnTo>
                  <a:lnTo>
                    <a:pt x="8050" y="3408"/>
                  </a:lnTo>
                  <a:lnTo>
                    <a:pt x="7749" y="3352"/>
                  </a:lnTo>
                  <a:lnTo>
                    <a:pt x="7419" y="3301"/>
                  </a:lnTo>
                  <a:lnTo>
                    <a:pt x="7059" y="3260"/>
                  </a:lnTo>
                  <a:lnTo>
                    <a:pt x="6698" y="3224"/>
                  </a:lnTo>
                  <a:lnTo>
                    <a:pt x="6308" y="3199"/>
                  </a:lnTo>
                  <a:lnTo>
                    <a:pt x="5887" y="3178"/>
                  </a:lnTo>
                  <a:lnTo>
                    <a:pt x="5467" y="3168"/>
                  </a:lnTo>
                  <a:lnTo>
                    <a:pt x="5016" y="3163"/>
                  </a:lnTo>
                  <a:lnTo>
                    <a:pt x="5016" y="3163"/>
                  </a:lnTo>
                  <a:lnTo>
                    <a:pt x="4656" y="3163"/>
                  </a:lnTo>
                  <a:lnTo>
                    <a:pt x="4295" y="3173"/>
                  </a:lnTo>
                  <a:lnTo>
                    <a:pt x="3935" y="3184"/>
                  </a:lnTo>
                  <a:lnTo>
                    <a:pt x="3575" y="3199"/>
                  </a:lnTo>
                  <a:lnTo>
                    <a:pt x="3184" y="3224"/>
                  </a:lnTo>
                  <a:lnTo>
                    <a:pt x="2824" y="3250"/>
                  </a:lnTo>
                  <a:lnTo>
                    <a:pt x="2433" y="3280"/>
                  </a:lnTo>
                  <a:lnTo>
                    <a:pt x="2043" y="3321"/>
                  </a:lnTo>
                  <a:lnTo>
                    <a:pt x="2043" y="3321"/>
                  </a:lnTo>
                  <a:lnTo>
                    <a:pt x="1802" y="3347"/>
                  </a:lnTo>
                  <a:lnTo>
                    <a:pt x="1592" y="3377"/>
                  </a:lnTo>
                  <a:lnTo>
                    <a:pt x="1382" y="3408"/>
                  </a:lnTo>
                  <a:lnTo>
                    <a:pt x="1202" y="3444"/>
                  </a:lnTo>
                  <a:lnTo>
                    <a:pt x="1052" y="3485"/>
                  </a:lnTo>
                  <a:lnTo>
                    <a:pt x="901" y="3525"/>
                  </a:lnTo>
                  <a:lnTo>
                    <a:pt x="751" y="3566"/>
                  </a:lnTo>
                  <a:lnTo>
                    <a:pt x="661" y="3612"/>
                  </a:lnTo>
                  <a:lnTo>
                    <a:pt x="571" y="3658"/>
                  </a:lnTo>
                  <a:lnTo>
                    <a:pt x="481" y="3709"/>
                  </a:lnTo>
                  <a:lnTo>
                    <a:pt x="391" y="3806"/>
                  </a:lnTo>
                  <a:lnTo>
                    <a:pt x="331" y="3913"/>
                  </a:lnTo>
                  <a:lnTo>
                    <a:pt x="361" y="4015"/>
                  </a:lnTo>
                  <a:lnTo>
                    <a:pt x="361" y="4301"/>
                  </a:lnTo>
                  <a:lnTo>
                    <a:pt x="361" y="4301"/>
                  </a:lnTo>
                  <a:lnTo>
                    <a:pt x="181" y="4199"/>
                  </a:lnTo>
                  <a:lnTo>
                    <a:pt x="60" y="4086"/>
                  </a:lnTo>
                  <a:lnTo>
                    <a:pt x="30" y="4030"/>
                  </a:lnTo>
                  <a:lnTo>
                    <a:pt x="30" y="3969"/>
                  </a:lnTo>
                  <a:lnTo>
                    <a:pt x="30" y="3913"/>
                  </a:lnTo>
                  <a:lnTo>
                    <a:pt x="30" y="3857"/>
                  </a:lnTo>
                  <a:lnTo>
                    <a:pt x="30" y="128"/>
                  </a:lnTo>
                  <a:lnTo>
                    <a:pt x="30" y="128"/>
                  </a:lnTo>
                  <a:lnTo>
                    <a:pt x="0" y="62"/>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83"/>
            <p:cNvSpPr/>
            <p:nvPr/>
          </p:nvSpPr>
          <p:spPr>
            <a:xfrm flipH="1">
              <a:off x="759906" y="1743625"/>
              <a:ext cx="39610" cy="90425"/>
            </a:xfrm>
            <a:custGeom>
              <a:avLst/>
              <a:gdLst/>
              <a:ahLst/>
              <a:cxnLst/>
              <a:rect l="l" t="t" r="r" b="b"/>
              <a:pathLst>
                <a:path w="9342" h="3617" extrusionOk="0">
                  <a:moveTo>
                    <a:pt x="9341" y="1"/>
                  </a:moveTo>
                  <a:lnTo>
                    <a:pt x="9281" y="72"/>
                  </a:lnTo>
                  <a:lnTo>
                    <a:pt x="9161" y="143"/>
                  </a:lnTo>
                  <a:lnTo>
                    <a:pt x="9011" y="210"/>
                  </a:lnTo>
                  <a:lnTo>
                    <a:pt x="8831" y="276"/>
                  </a:lnTo>
                  <a:lnTo>
                    <a:pt x="8620" y="332"/>
                  </a:lnTo>
                  <a:lnTo>
                    <a:pt x="8350" y="388"/>
                  </a:lnTo>
                  <a:lnTo>
                    <a:pt x="8020" y="434"/>
                  </a:lnTo>
                  <a:lnTo>
                    <a:pt x="7629" y="475"/>
                  </a:lnTo>
                  <a:lnTo>
                    <a:pt x="7179" y="511"/>
                  </a:lnTo>
                  <a:lnTo>
                    <a:pt x="6758" y="541"/>
                  </a:lnTo>
                  <a:lnTo>
                    <a:pt x="6338" y="567"/>
                  </a:lnTo>
                  <a:lnTo>
                    <a:pt x="5917" y="587"/>
                  </a:lnTo>
                  <a:lnTo>
                    <a:pt x="5497" y="602"/>
                  </a:lnTo>
                  <a:lnTo>
                    <a:pt x="5106" y="613"/>
                  </a:lnTo>
                  <a:lnTo>
                    <a:pt x="4716" y="623"/>
                  </a:lnTo>
                  <a:lnTo>
                    <a:pt x="4325" y="623"/>
                  </a:lnTo>
                  <a:lnTo>
                    <a:pt x="3845" y="618"/>
                  </a:lnTo>
                  <a:lnTo>
                    <a:pt x="3364" y="608"/>
                  </a:lnTo>
                  <a:lnTo>
                    <a:pt x="2914" y="587"/>
                  </a:lnTo>
                  <a:lnTo>
                    <a:pt x="2463" y="562"/>
                  </a:lnTo>
                  <a:lnTo>
                    <a:pt x="2043" y="531"/>
                  </a:lnTo>
                  <a:lnTo>
                    <a:pt x="1652" y="490"/>
                  </a:lnTo>
                  <a:lnTo>
                    <a:pt x="1292" y="439"/>
                  </a:lnTo>
                  <a:lnTo>
                    <a:pt x="962" y="388"/>
                  </a:lnTo>
                  <a:lnTo>
                    <a:pt x="781" y="358"/>
                  </a:lnTo>
                  <a:lnTo>
                    <a:pt x="631" y="317"/>
                  </a:lnTo>
                  <a:lnTo>
                    <a:pt x="511" y="276"/>
                  </a:lnTo>
                  <a:lnTo>
                    <a:pt x="391" y="230"/>
                  </a:lnTo>
                  <a:lnTo>
                    <a:pt x="271" y="179"/>
                  </a:lnTo>
                  <a:lnTo>
                    <a:pt x="181" y="123"/>
                  </a:lnTo>
                  <a:lnTo>
                    <a:pt x="30" y="6"/>
                  </a:lnTo>
                  <a:lnTo>
                    <a:pt x="30" y="3449"/>
                  </a:lnTo>
                  <a:lnTo>
                    <a:pt x="0" y="3556"/>
                  </a:lnTo>
                  <a:lnTo>
                    <a:pt x="60" y="3469"/>
                  </a:lnTo>
                  <a:lnTo>
                    <a:pt x="151" y="3382"/>
                  </a:lnTo>
                  <a:lnTo>
                    <a:pt x="301" y="3301"/>
                  </a:lnTo>
                  <a:lnTo>
                    <a:pt x="511" y="3224"/>
                  </a:lnTo>
                  <a:lnTo>
                    <a:pt x="751" y="3153"/>
                  </a:lnTo>
                  <a:lnTo>
                    <a:pt x="1052" y="3092"/>
                  </a:lnTo>
                  <a:lnTo>
                    <a:pt x="1232" y="3061"/>
                  </a:lnTo>
                  <a:lnTo>
                    <a:pt x="1412" y="3035"/>
                  </a:lnTo>
                  <a:lnTo>
                    <a:pt x="1622" y="3010"/>
                  </a:lnTo>
                  <a:lnTo>
                    <a:pt x="1833" y="2984"/>
                  </a:lnTo>
                  <a:lnTo>
                    <a:pt x="2253" y="2949"/>
                  </a:lnTo>
                  <a:lnTo>
                    <a:pt x="2673" y="2918"/>
                  </a:lnTo>
                  <a:lnTo>
                    <a:pt x="3094" y="2888"/>
                  </a:lnTo>
                  <a:lnTo>
                    <a:pt x="3484" y="2867"/>
                  </a:lnTo>
                  <a:lnTo>
                    <a:pt x="3905" y="2852"/>
                  </a:lnTo>
                  <a:lnTo>
                    <a:pt x="4295" y="2837"/>
                  </a:lnTo>
                  <a:lnTo>
                    <a:pt x="4656" y="2831"/>
                  </a:lnTo>
                  <a:lnTo>
                    <a:pt x="5527" y="2831"/>
                  </a:lnTo>
                  <a:lnTo>
                    <a:pt x="5977" y="2847"/>
                  </a:lnTo>
                  <a:lnTo>
                    <a:pt x="6428" y="2867"/>
                  </a:lnTo>
                  <a:lnTo>
                    <a:pt x="6848" y="2893"/>
                  </a:lnTo>
                  <a:lnTo>
                    <a:pt x="7269" y="2928"/>
                  </a:lnTo>
                  <a:lnTo>
                    <a:pt x="7629" y="2969"/>
                  </a:lnTo>
                  <a:lnTo>
                    <a:pt x="7990" y="3020"/>
                  </a:lnTo>
                  <a:lnTo>
                    <a:pt x="8320" y="3076"/>
                  </a:lnTo>
                  <a:lnTo>
                    <a:pt x="8530" y="3117"/>
                  </a:lnTo>
                  <a:lnTo>
                    <a:pt x="8710" y="3173"/>
                  </a:lnTo>
                  <a:lnTo>
                    <a:pt x="8861" y="3234"/>
                  </a:lnTo>
                  <a:lnTo>
                    <a:pt x="9011" y="3301"/>
                  </a:lnTo>
                  <a:lnTo>
                    <a:pt x="9131" y="3372"/>
                  </a:lnTo>
                  <a:lnTo>
                    <a:pt x="9221" y="3454"/>
                  </a:lnTo>
                  <a:lnTo>
                    <a:pt x="9281" y="3530"/>
                  </a:lnTo>
                  <a:lnTo>
                    <a:pt x="9341" y="3617"/>
                  </a:lnTo>
                  <a:lnTo>
                    <a:pt x="9341" y="3525"/>
                  </a:lnTo>
                  <a:lnTo>
                    <a:pt x="9341" y="1"/>
                  </a:lnTo>
                  <a:close/>
                </a:path>
              </a:pathLst>
            </a:custGeom>
            <a:solidFill>
              <a:srgbClr val="A1C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83"/>
            <p:cNvSpPr/>
            <p:nvPr/>
          </p:nvSpPr>
          <p:spPr>
            <a:xfrm flipH="1">
              <a:off x="759906" y="1743625"/>
              <a:ext cx="39610" cy="90425"/>
            </a:xfrm>
            <a:custGeom>
              <a:avLst/>
              <a:gdLst/>
              <a:ahLst/>
              <a:cxnLst/>
              <a:rect l="l" t="t" r="r" b="b"/>
              <a:pathLst>
                <a:path w="9342" h="3617" fill="none" extrusionOk="0">
                  <a:moveTo>
                    <a:pt x="9341" y="1"/>
                  </a:moveTo>
                  <a:lnTo>
                    <a:pt x="9341" y="3525"/>
                  </a:lnTo>
                  <a:lnTo>
                    <a:pt x="9341" y="3525"/>
                  </a:lnTo>
                  <a:lnTo>
                    <a:pt x="9341" y="3617"/>
                  </a:lnTo>
                  <a:lnTo>
                    <a:pt x="9341" y="3617"/>
                  </a:lnTo>
                  <a:lnTo>
                    <a:pt x="9281" y="3530"/>
                  </a:lnTo>
                  <a:lnTo>
                    <a:pt x="9221" y="3454"/>
                  </a:lnTo>
                  <a:lnTo>
                    <a:pt x="9131" y="3372"/>
                  </a:lnTo>
                  <a:lnTo>
                    <a:pt x="9011" y="3301"/>
                  </a:lnTo>
                  <a:lnTo>
                    <a:pt x="8861" y="3234"/>
                  </a:lnTo>
                  <a:lnTo>
                    <a:pt x="8710" y="3173"/>
                  </a:lnTo>
                  <a:lnTo>
                    <a:pt x="8530" y="3117"/>
                  </a:lnTo>
                  <a:lnTo>
                    <a:pt x="8320" y="3076"/>
                  </a:lnTo>
                  <a:lnTo>
                    <a:pt x="8320" y="3076"/>
                  </a:lnTo>
                  <a:lnTo>
                    <a:pt x="7990" y="3020"/>
                  </a:lnTo>
                  <a:lnTo>
                    <a:pt x="7629" y="2969"/>
                  </a:lnTo>
                  <a:lnTo>
                    <a:pt x="7269" y="2928"/>
                  </a:lnTo>
                  <a:lnTo>
                    <a:pt x="6848" y="2893"/>
                  </a:lnTo>
                  <a:lnTo>
                    <a:pt x="6428" y="2867"/>
                  </a:lnTo>
                  <a:lnTo>
                    <a:pt x="5977" y="2847"/>
                  </a:lnTo>
                  <a:lnTo>
                    <a:pt x="5527" y="2831"/>
                  </a:lnTo>
                  <a:lnTo>
                    <a:pt x="5046" y="2831"/>
                  </a:lnTo>
                  <a:lnTo>
                    <a:pt x="5046" y="2831"/>
                  </a:lnTo>
                  <a:lnTo>
                    <a:pt x="4656" y="2831"/>
                  </a:lnTo>
                  <a:lnTo>
                    <a:pt x="4295" y="2837"/>
                  </a:lnTo>
                  <a:lnTo>
                    <a:pt x="3905" y="2852"/>
                  </a:lnTo>
                  <a:lnTo>
                    <a:pt x="3484" y="2867"/>
                  </a:lnTo>
                  <a:lnTo>
                    <a:pt x="3094" y="2888"/>
                  </a:lnTo>
                  <a:lnTo>
                    <a:pt x="2673" y="2918"/>
                  </a:lnTo>
                  <a:lnTo>
                    <a:pt x="2253" y="2949"/>
                  </a:lnTo>
                  <a:lnTo>
                    <a:pt x="1833" y="2984"/>
                  </a:lnTo>
                  <a:lnTo>
                    <a:pt x="1833" y="2984"/>
                  </a:lnTo>
                  <a:lnTo>
                    <a:pt x="1622" y="3010"/>
                  </a:lnTo>
                  <a:lnTo>
                    <a:pt x="1412" y="3035"/>
                  </a:lnTo>
                  <a:lnTo>
                    <a:pt x="1232" y="3061"/>
                  </a:lnTo>
                  <a:lnTo>
                    <a:pt x="1052" y="3092"/>
                  </a:lnTo>
                  <a:lnTo>
                    <a:pt x="751" y="3153"/>
                  </a:lnTo>
                  <a:lnTo>
                    <a:pt x="511" y="3224"/>
                  </a:lnTo>
                  <a:lnTo>
                    <a:pt x="301" y="3301"/>
                  </a:lnTo>
                  <a:lnTo>
                    <a:pt x="151" y="3382"/>
                  </a:lnTo>
                  <a:lnTo>
                    <a:pt x="60" y="3469"/>
                  </a:lnTo>
                  <a:lnTo>
                    <a:pt x="0" y="3556"/>
                  </a:lnTo>
                  <a:lnTo>
                    <a:pt x="0" y="3556"/>
                  </a:lnTo>
                  <a:lnTo>
                    <a:pt x="30" y="3449"/>
                  </a:lnTo>
                  <a:lnTo>
                    <a:pt x="30" y="6"/>
                  </a:lnTo>
                  <a:lnTo>
                    <a:pt x="30" y="6"/>
                  </a:lnTo>
                  <a:lnTo>
                    <a:pt x="181" y="123"/>
                  </a:lnTo>
                  <a:lnTo>
                    <a:pt x="271" y="179"/>
                  </a:lnTo>
                  <a:lnTo>
                    <a:pt x="391" y="230"/>
                  </a:lnTo>
                  <a:lnTo>
                    <a:pt x="511" y="276"/>
                  </a:lnTo>
                  <a:lnTo>
                    <a:pt x="631" y="317"/>
                  </a:lnTo>
                  <a:lnTo>
                    <a:pt x="781" y="358"/>
                  </a:lnTo>
                  <a:lnTo>
                    <a:pt x="962" y="388"/>
                  </a:lnTo>
                  <a:lnTo>
                    <a:pt x="962" y="388"/>
                  </a:lnTo>
                  <a:lnTo>
                    <a:pt x="1292" y="439"/>
                  </a:lnTo>
                  <a:lnTo>
                    <a:pt x="1652" y="490"/>
                  </a:lnTo>
                  <a:lnTo>
                    <a:pt x="2043" y="531"/>
                  </a:lnTo>
                  <a:lnTo>
                    <a:pt x="2463" y="562"/>
                  </a:lnTo>
                  <a:lnTo>
                    <a:pt x="2914" y="587"/>
                  </a:lnTo>
                  <a:lnTo>
                    <a:pt x="3364" y="608"/>
                  </a:lnTo>
                  <a:lnTo>
                    <a:pt x="3845" y="618"/>
                  </a:lnTo>
                  <a:lnTo>
                    <a:pt x="4325" y="623"/>
                  </a:lnTo>
                  <a:lnTo>
                    <a:pt x="4325" y="623"/>
                  </a:lnTo>
                  <a:lnTo>
                    <a:pt x="4716" y="623"/>
                  </a:lnTo>
                  <a:lnTo>
                    <a:pt x="5106" y="613"/>
                  </a:lnTo>
                  <a:lnTo>
                    <a:pt x="5497" y="602"/>
                  </a:lnTo>
                  <a:lnTo>
                    <a:pt x="5917" y="587"/>
                  </a:lnTo>
                  <a:lnTo>
                    <a:pt x="6338" y="567"/>
                  </a:lnTo>
                  <a:lnTo>
                    <a:pt x="6758" y="541"/>
                  </a:lnTo>
                  <a:lnTo>
                    <a:pt x="7179" y="511"/>
                  </a:lnTo>
                  <a:lnTo>
                    <a:pt x="7629" y="475"/>
                  </a:lnTo>
                  <a:lnTo>
                    <a:pt x="7629" y="475"/>
                  </a:lnTo>
                  <a:lnTo>
                    <a:pt x="8020" y="434"/>
                  </a:lnTo>
                  <a:lnTo>
                    <a:pt x="8350" y="388"/>
                  </a:lnTo>
                  <a:lnTo>
                    <a:pt x="8620" y="332"/>
                  </a:lnTo>
                  <a:lnTo>
                    <a:pt x="8831" y="276"/>
                  </a:lnTo>
                  <a:lnTo>
                    <a:pt x="9011" y="210"/>
                  </a:lnTo>
                  <a:lnTo>
                    <a:pt x="9161" y="143"/>
                  </a:lnTo>
                  <a:lnTo>
                    <a:pt x="9281" y="72"/>
                  </a:lnTo>
                  <a:lnTo>
                    <a:pt x="934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83"/>
            <p:cNvSpPr/>
            <p:nvPr/>
          </p:nvSpPr>
          <p:spPr>
            <a:xfrm flipH="1">
              <a:off x="759906" y="1814400"/>
              <a:ext cx="39610" cy="38525"/>
            </a:xfrm>
            <a:custGeom>
              <a:avLst/>
              <a:gdLst/>
              <a:ahLst/>
              <a:cxnLst/>
              <a:rect l="l" t="t" r="r" b="b"/>
              <a:pathLst>
                <a:path w="9342" h="1541" extrusionOk="0">
                  <a:moveTo>
                    <a:pt x="4656" y="0"/>
                  </a:moveTo>
                  <a:lnTo>
                    <a:pt x="4295" y="6"/>
                  </a:lnTo>
                  <a:lnTo>
                    <a:pt x="3905" y="21"/>
                  </a:lnTo>
                  <a:lnTo>
                    <a:pt x="3484" y="36"/>
                  </a:lnTo>
                  <a:lnTo>
                    <a:pt x="3094" y="57"/>
                  </a:lnTo>
                  <a:lnTo>
                    <a:pt x="2673" y="87"/>
                  </a:lnTo>
                  <a:lnTo>
                    <a:pt x="2253" y="118"/>
                  </a:lnTo>
                  <a:lnTo>
                    <a:pt x="1833" y="153"/>
                  </a:lnTo>
                  <a:lnTo>
                    <a:pt x="1622" y="179"/>
                  </a:lnTo>
                  <a:lnTo>
                    <a:pt x="1412" y="204"/>
                  </a:lnTo>
                  <a:lnTo>
                    <a:pt x="1232" y="230"/>
                  </a:lnTo>
                  <a:lnTo>
                    <a:pt x="1052" y="261"/>
                  </a:lnTo>
                  <a:lnTo>
                    <a:pt x="751" y="322"/>
                  </a:lnTo>
                  <a:lnTo>
                    <a:pt x="511" y="393"/>
                  </a:lnTo>
                  <a:lnTo>
                    <a:pt x="301" y="470"/>
                  </a:lnTo>
                  <a:lnTo>
                    <a:pt x="151" y="551"/>
                  </a:lnTo>
                  <a:lnTo>
                    <a:pt x="60" y="638"/>
                  </a:lnTo>
                  <a:lnTo>
                    <a:pt x="0" y="725"/>
                  </a:lnTo>
                  <a:lnTo>
                    <a:pt x="60" y="822"/>
                  </a:lnTo>
                  <a:lnTo>
                    <a:pt x="151" y="913"/>
                  </a:lnTo>
                  <a:lnTo>
                    <a:pt x="271" y="1005"/>
                  </a:lnTo>
                  <a:lnTo>
                    <a:pt x="451" y="1092"/>
                  </a:lnTo>
                  <a:lnTo>
                    <a:pt x="631" y="1174"/>
                  </a:lnTo>
                  <a:lnTo>
                    <a:pt x="871" y="1245"/>
                  </a:lnTo>
                  <a:lnTo>
                    <a:pt x="1112" y="1306"/>
                  </a:lnTo>
                  <a:lnTo>
                    <a:pt x="1382" y="1357"/>
                  </a:lnTo>
                  <a:lnTo>
                    <a:pt x="1712" y="1403"/>
                  </a:lnTo>
                  <a:lnTo>
                    <a:pt x="2043" y="1439"/>
                  </a:lnTo>
                  <a:lnTo>
                    <a:pt x="2403" y="1475"/>
                  </a:lnTo>
                  <a:lnTo>
                    <a:pt x="2764" y="1500"/>
                  </a:lnTo>
                  <a:lnTo>
                    <a:pt x="3154" y="1515"/>
                  </a:lnTo>
                  <a:lnTo>
                    <a:pt x="3514" y="1531"/>
                  </a:lnTo>
                  <a:lnTo>
                    <a:pt x="3905" y="1541"/>
                  </a:lnTo>
                  <a:lnTo>
                    <a:pt x="4295" y="1541"/>
                  </a:lnTo>
                  <a:lnTo>
                    <a:pt x="4836" y="1536"/>
                  </a:lnTo>
                  <a:lnTo>
                    <a:pt x="5347" y="1526"/>
                  </a:lnTo>
                  <a:lnTo>
                    <a:pt x="5857" y="1505"/>
                  </a:lnTo>
                  <a:lnTo>
                    <a:pt x="6368" y="1475"/>
                  </a:lnTo>
                  <a:lnTo>
                    <a:pt x="6848" y="1439"/>
                  </a:lnTo>
                  <a:lnTo>
                    <a:pt x="7299" y="1398"/>
                  </a:lnTo>
                  <a:lnTo>
                    <a:pt x="7749" y="1352"/>
                  </a:lnTo>
                  <a:lnTo>
                    <a:pt x="8140" y="1296"/>
                  </a:lnTo>
                  <a:lnTo>
                    <a:pt x="8410" y="1250"/>
                  </a:lnTo>
                  <a:lnTo>
                    <a:pt x="8650" y="1199"/>
                  </a:lnTo>
                  <a:lnTo>
                    <a:pt x="8831" y="1138"/>
                  </a:lnTo>
                  <a:lnTo>
                    <a:pt x="8981" y="1077"/>
                  </a:lnTo>
                  <a:lnTo>
                    <a:pt x="9131" y="1005"/>
                  </a:lnTo>
                  <a:lnTo>
                    <a:pt x="9221" y="934"/>
                  </a:lnTo>
                  <a:lnTo>
                    <a:pt x="9281" y="862"/>
                  </a:lnTo>
                  <a:lnTo>
                    <a:pt x="9341" y="786"/>
                  </a:lnTo>
                  <a:lnTo>
                    <a:pt x="9281" y="699"/>
                  </a:lnTo>
                  <a:lnTo>
                    <a:pt x="9221" y="623"/>
                  </a:lnTo>
                  <a:lnTo>
                    <a:pt x="9131" y="541"/>
                  </a:lnTo>
                  <a:lnTo>
                    <a:pt x="9011" y="470"/>
                  </a:lnTo>
                  <a:lnTo>
                    <a:pt x="8861" y="403"/>
                  </a:lnTo>
                  <a:lnTo>
                    <a:pt x="8710" y="342"/>
                  </a:lnTo>
                  <a:lnTo>
                    <a:pt x="8530" y="286"/>
                  </a:lnTo>
                  <a:lnTo>
                    <a:pt x="8320" y="245"/>
                  </a:lnTo>
                  <a:lnTo>
                    <a:pt x="7990" y="189"/>
                  </a:lnTo>
                  <a:lnTo>
                    <a:pt x="7629" y="138"/>
                  </a:lnTo>
                  <a:lnTo>
                    <a:pt x="7269" y="97"/>
                  </a:lnTo>
                  <a:lnTo>
                    <a:pt x="6848" y="62"/>
                  </a:lnTo>
                  <a:lnTo>
                    <a:pt x="6428" y="36"/>
                  </a:lnTo>
                  <a:lnTo>
                    <a:pt x="5977" y="16"/>
                  </a:lnTo>
                  <a:lnTo>
                    <a:pt x="5527" y="0"/>
                  </a:lnTo>
                  <a:close/>
                </a:path>
              </a:pathLst>
            </a:custGeom>
            <a:solidFill>
              <a:srgbClr val="00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83"/>
            <p:cNvSpPr/>
            <p:nvPr/>
          </p:nvSpPr>
          <p:spPr>
            <a:xfrm flipH="1">
              <a:off x="759906" y="1814400"/>
              <a:ext cx="39610" cy="38525"/>
            </a:xfrm>
            <a:custGeom>
              <a:avLst/>
              <a:gdLst/>
              <a:ahLst/>
              <a:cxnLst/>
              <a:rect l="l" t="t" r="r" b="b"/>
              <a:pathLst>
                <a:path w="9342" h="1541" fill="none" extrusionOk="0">
                  <a:moveTo>
                    <a:pt x="5046" y="0"/>
                  </a:moveTo>
                  <a:lnTo>
                    <a:pt x="5046" y="0"/>
                  </a:lnTo>
                  <a:lnTo>
                    <a:pt x="5527" y="0"/>
                  </a:lnTo>
                  <a:lnTo>
                    <a:pt x="5977" y="16"/>
                  </a:lnTo>
                  <a:lnTo>
                    <a:pt x="6428" y="36"/>
                  </a:lnTo>
                  <a:lnTo>
                    <a:pt x="6848" y="62"/>
                  </a:lnTo>
                  <a:lnTo>
                    <a:pt x="7269" y="97"/>
                  </a:lnTo>
                  <a:lnTo>
                    <a:pt x="7629" y="138"/>
                  </a:lnTo>
                  <a:lnTo>
                    <a:pt x="7990" y="189"/>
                  </a:lnTo>
                  <a:lnTo>
                    <a:pt x="8320" y="245"/>
                  </a:lnTo>
                  <a:lnTo>
                    <a:pt x="8320" y="245"/>
                  </a:lnTo>
                  <a:lnTo>
                    <a:pt x="8530" y="286"/>
                  </a:lnTo>
                  <a:lnTo>
                    <a:pt x="8710" y="342"/>
                  </a:lnTo>
                  <a:lnTo>
                    <a:pt x="8861" y="403"/>
                  </a:lnTo>
                  <a:lnTo>
                    <a:pt x="9011" y="470"/>
                  </a:lnTo>
                  <a:lnTo>
                    <a:pt x="9131" y="541"/>
                  </a:lnTo>
                  <a:lnTo>
                    <a:pt x="9221" y="623"/>
                  </a:lnTo>
                  <a:lnTo>
                    <a:pt x="9281" y="699"/>
                  </a:lnTo>
                  <a:lnTo>
                    <a:pt x="9341" y="786"/>
                  </a:lnTo>
                  <a:lnTo>
                    <a:pt x="9341" y="786"/>
                  </a:lnTo>
                  <a:lnTo>
                    <a:pt x="9281" y="862"/>
                  </a:lnTo>
                  <a:lnTo>
                    <a:pt x="9221" y="934"/>
                  </a:lnTo>
                  <a:lnTo>
                    <a:pt x="9131" y="1005"/>
                  </a:lnTo>
                  <a:lnTo>
                    <a:pt x="8981" y="1077"/>
                  </a:lnTo>
                  <a:lnTo>
                    <a:pt x="8831" y="1138"/>
                  </a:lnTo>
                  <a:lnTo>
                    <a:pt x="8650" y="1199"/>
                  </a:lnTo>
                  <a:lnTo>
                    <a:pt x="8410" y="1250"/>
                  </a:lnTo>
                  <a:lnTo>
                    <a:pt x="8140" y="1296"/>
                  </a:lnTo>
                  <a:lnTo>
                    <a:pt x="8140" y="1296"/>
                  </a:lnTo>
                  <a:lnTo>
                    <a:pt x="7749" y="1352"/>
                  </a:lnTo>
                  <a:lnTo>
                    <a:pt x="7299" y="1398"/>
                  </a:lnTo>
                  <a:lnTo>
                    <a:pt x="6848" y="1439"/>
                  </a:lnTo>
                  <a:lnTo>
                    <a:pt x="6368" y="1475"/>
                  </a:lnTo>
                  <a:lnTo>
                    <a:pt x="5857" y="1505"/>
                  </a:lnTo>
                  <a:lnTo>
                    <a:pt x="5347" y="1526"/>
                  </a:lnTo>
                  <a:lnTo>
                    <a:pt x="4836" y="1536"/>
                  </a:lnTo>
                  <a:lnTo>
                    <a:pt x="4295" y="1541"/>
                  </a:lnTo>
                  <a:lnTo>
                    <a:pt x="4295" y="1541"/>
                  </a:lnTo>
                  <a:lnTo>
                    <a:pt x="3905" y="1541"/>
                  </a:lnTo>
                  <a:lnTo>
                    <a:pt x="3514" y="1531"/>
                  </a:lnTo>
                  <a:lnTo>
                    <a:pt x="3154" y="1515"/>
                  </a:lnTo>
                  <a:lnTo>
                    <a:pt x="2764" y="1500"/>
                  </a:lnTo>
                  <a:lnTo>
                    <a:pt x="2403" y="1475"/>
                  </a:lnTo>
                  <a:lnTo>
                    <a:pt x="2043" y="1439"/>
                  </a:lnTo>
                  <a:lnTo>
                    <a:pt x="1712" y="1403"/>
                  </a:lnTo>
                  <a:lnTo>
                    <a:pt x="1382" y="1357"/>
                  </a:lnTo>
                  <a:lnTo>
                    <a:pt x="1382" y="1357"/>
                  </a:lnTo>
                  <a:lnTo>
                    <a:pt x="1112" y="1306"/>
                  </a:lnTo>
                  <a:lnTo>
                    <a:pt x="871" y="1245"/>
                  </a:lnTo>
                  <a:lnTo>
                    <a:pt x="631" y="1174"/>
                  </a:lnTo>
                  <a:lnTo>
                    <a:pt x="451" y="1092"/>
                  </a:lnTo>
                  <a:lnTo>
                    <a:pt x="271" y="1005"/>
                  </a:lnTo>
                  <a:lnTo>
                    <a:pt x="151" y="913"/>
                  </a:lnTo>
                  <a:lnTo>
                    <a:pt x="60" y="822"/>
                  </a:lnTo>
                  <a:lnTo>
                    <a:pt x="0" y="725"/>
                  </a:lnTo>
                  <a:lnTo>
                    <a:pt x="0" y="725"/>
                  </a:lnTo>
                  <a:lnTo>
                    <a:pt x="60" y="638"/>
                  </a:lnTo>
                  <a:lnTo>
                    <a:pt x="151" y="551"/>
                  </a:lnTo>
                  <a:lnTo>
                    <a:pt x="301" y="470"/>
                  </a:lnTo>
                  <a:lnTo>
                    <a:pt x="511" y="393"/>
                  </a:lnTo>
                  <a:lnTo>
                    <a:pt x="751" y="322"/>
                  </a:lnTo>
                  <a:lnTo>
                    <a:pt x="1052" y="261"/>
                  </a:lnTo>
                  <a:lnTo>
                    <a:pt x="1232" y="230"/>
                  </a:lnTo>
                  <a:lnTo>
                    <a:pt x="1412" y="204"/>
                  </a:lnTo>
                  <a:lnTo>
                    <a:pt x="1622" y="179"/>
                  </a:lnTo>
                  <a:lnTo>
                    <a:pt x="1833" y="153"/>
                  </a:lnTo>
                  <a:lnTo>
                    <a:pt x="1833" y="153"/>
                  </a:lnTo>
                  <a:lnTo>
                    <a:pt x="2253" y="118"/>
                  </a:lnTo>
                  <a:lnTo>
                    <a:pt x="2673" y="87"/>
                  </a:lnTo>
                  <a:lnTo>
                    <a:pt x="3094" y="57"/>
                  </a:lnTo>
                  <a:lnTo>
                    <a:pt x="3484" y="36"/>
                  </a:lnTo>
                  <a:lnTo>
                    <a:pt x="3905" y="21"/>
                  </a:lnTo>
                  <a:lnTo>
                    <a:pt x="4295" y="6"/>
                  </a:lnTo>
                  <a:lnTo>
                    <a:pt x="4656" y="0"/>
                  </a:lnTo>
                  <a:lnTo>
                    <a:pt x="504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83"/>
            <p:cNvSpPr/>
            <p:nvPr/>
          </p:nvSpPr>
          <p:spPr>
            <a:xfrm flipH="1">
              <a:off x="759651" y="1680625"/>
              <a:ext cx="40119" cy="63150"/>
            </a:xfrm>
            <a:custGeom>
              <a:avLst/>
              <a:gdLst/>
              <a:ahLst/>
              <a:cxnLst/>
              <a:rect l="l" t="t" r="r" b="b"/>
              <a:pathLst>
                <a:path w="9462" h="2526" extrusionOk="0">
                  <a:moveTo>
                    <a:pt x="150" y="1"/>
                  </a:moveTo>
                  <a:lnTo>
                    <a:pt x="90" y="67"/>
                  </a:lnTo>
                  <a:lnTo>
                    <a:pt x="30" y="128"/>
                  </a:lnTo>
                  <a:lnTo>
                    <a:pt x="0" y="195"/>
                  </a:lnTo>
                  <a:lnTo>
                    <a:pt x="0" y="256"/>
                  </a:lnTo>
                  <a:lnTo>
                    <a:pt x="0" y="2306"/>
                  </a:lnTo>
                  <a:lnTo>
                    <a:pt x="30" y="2419"/>
                  </a:lnTo>
                  <a:lnTo>
                    <a:pt x="90" y="2526"/>
                  </a:lnTo>
                  <a:lnTo>
                    <a:pt x="90" y="2240"/>
                  </a:lnTo>
                  <a:lnTo>
                    <a:pt x="60" y="2138"/>
                  </a:lnTo>
                  <a:lnTo>
                    <a:pt x="120" y="2036"/>
                  </a:lnTo>
                  <a:lnTo>
                    <a:pt x="150" y="1985"/>
                  </a:lnTo>
                  <a:lnTo>
                    <a:pt x="211" y="1934"/>
                  </a:lnTo>
                  <a:lnTo>
                    <a:pt x="301" y="1888"/>
                  </a:lnTo>
                  <a:lnTo>
                    <a:pt x="421" y="1837"/>
                  </a:lnTo>
                  <a:lnTo>
                    <a:pt x="541" y="1796"/>
                  </a:lnTo>
                  <a:lnTo>
                    <a:pt x="661" y="1750"/>
                  </a:lnTo>
                  <a:lnTo>
                    <a:pt x="811" y="1710"/>
                  </a:lnTo>
                  <a:lnTo>
                    <a:pt x="991" y="1669"/>
                  </a:lnTo>
                  <a:lnTo>
                    <a:pt x="1202" y="1633"/>
                  </a:lnTo>
                  <a:lnTo>
                    <a:pt x="1412" y="1602"/>
                  </a:lnTo>
                  <a:lnTo>
                    <a:pt x="1652" y="1572"/>
                  </a:lnTo>
                  <a:lnTo>
                    <a:pt x="1893" y="1546"/>
                  </a:lnTo>
                  <a:lnTo>
                    <a:pt x="2313" y="1506"/>
                  </a:lnTo>
                  <a:lnTo>
                    <a:pt x="2733" y="1475"/>
                  </a:lnTo>
                  <a:lnTo>
                    <a:pt x="3154" y="1449"/>
                  </a:lnTo>
                  <a:lnTo>
                    <a:pt x="3544" y="1424"/>
                  </a:lnTo>
                  <a:lnTo>
                    <a:pt x="3965" y="1409"/>
                  </a:lnTo>
                  <a:lnTo>
                    <a:pt x="4355" y="1398"/>
                  </a:lnTo>
                  <a:lnTo>
                    <a:pt x="4716" y="1388"/>
                  </a:lnTo>
                  <a:lnTo>
                    <a:pt x="5106" y="1388"/>
                  </a:lnTo>
                  <a:lnTo>
                    <a:pt x="5587" y="1393"/>
                  </a:lnTo>
                  <a:lnTo>
                    <a:pt x="6037" y="1404"/>
                  </a:lnTo>
                  <a:lnTo>
                    <a:pt x="6488" y="1424"/>
                  </a:lnTo>
                  <a:lnTo>
                    <a:pt x="6908" y="1455"/>
                  </a:lnTo>
                  <a:lnTo>
                    <a:pt x="7329" y="1485"/>
                  </a:lnTo>
                  <a:lnTo>
                    <a:pt x="7689" y="1531"/>
                  </a:lnTo>
                  <a:lnTo>
                    <a:pt x="8050" y="1577"/>
                  </a:lnTo>
                  <a:lnTo>
                    <a:pt x="8380" y="1633"/>
                  </a:lnTo>
                  <a:lnTo>
                    <a:pt x="8620" y="1684"/>
                  </a:lnTo>
                  <a:lnTo>
                    <a:pt x="8800" y="1745"/>
                  </a:lnTo>
                  <a:lnTo>
                    <a:pt x="8981" y="1817"/>
                  </a:lnTo>
                  <a:lnTo>
                    <a:pt x="9131" y="1898"/>
                  </a:lnTo>
                  <a:lnTo>
                    <a:pt x="9251" y="1985"/>
                  </a:lnTo>
                  <a:lnTo>
                    <a:pt x="9341" y="2077"/>
                  </a:lnTo>
                  <a:lnTo>
                    <a:pt x="9371" y="2169"/>
                  </a:lnTo>
                  <a:lnTo>
                    <a:pt x="9401" y="2266"/>
                  </a:lnTo>
                  <a:lnTo>
                    <a:pt x="9401" y="2521"/>
                  </a:lnTo>
                  <a:lnTo>
                    <a:pt x="9461" y="2424"/>
                  </a:lnTo>
                  <a:lnTo>
                    <a:pt x="9461" y="2327"/>
                  </a:lnTo>
                  <a:lnTo>
                    <a:pt x="9461" y="332"/>
                  </a:lnTo>
                  <a:lnTo>
                    <a:pt x="9461" y="251"/>
                  </a:lnTo>
                  <a:lnTo>
                    <a:pt x="9431" y="169"/>
                  </a:lnTo>
                  <a:lnTo>
                    <a:pt x="9371" y="93"/>
                  </a:lnTo>
                  <a:lnTo>
                    <a:pt x="9281" y="16"/>
                  </a:lnTo>
                  <a:lnTo>
                    <a:pt x="9131" y="88"/>
                  </a:lnTo>
                  <a:lnTo>
                    <a:pt x="8921" y="154"/>
                  </a:lnTo>
                  <a:lnTo>
                    <a:pt x="8710" y="210"/>
                  </a:lnTo>
                  <a:lnTo>
                    <a:pt x="8470" y="261"/>
                  </a:lnTo>
                  <a:lnTo>
                    <a:pt x="8200" y="307"/>
                  </a:lnTo>
                  <a:lnTo>
                    <a:pt x="7899" y="348"/>
                  </a:lnTo>
                  <a:lnTo>
                    <a:pt x="7599" y="383"/>
                  </a:lnTo>
                  <a:lnTo>
                    <a:pt x="7299" y="414"/>
                  </a:lnTo>
                  <a:lnTo>
                    <a:pt x="6968" y="440"/>
                  </a:lnTo>
                  <a:lnTo>
                    <a:pt x="6638" y="465"/>
                  </a:lnTo>
                  <a:lnTo>
                    <a:pt x="6308" y="480"/>
                  </a:lnTo>
                  <a:lnTo>
                    <a:pt x="5977" y="496"/>
                  </a:lnTo>
                  <a:lnTo>
                    <a:pt x="5647" y="501"/>
                  </a:lnTo>
                  <a:lnTo>
                    <a:pt x="5316" y="511"/>
                  </a:lnTo>
                  <a:lnTo>
                    <a:pt x="4716" y="516"/>
                  </a:lnTo>
                  <a:lnTo>
                    <a:pt x="4355" y="511"/>
                  </a:lnTo>
                  <a:lnTo>
                    <a:pt x="4025" y="506"/>
                  </a:lnTo>
                  <a:lnTo>
                    <a:pt x="3484" y="496"/>
                  </a:lnTo>
                  <a:lnTo>
                    <a:pt x="2914" y="475"/>
                  </a:lnTo>
                  <a:lnTo>
                    <a:pt x="2613" y="460"/>
                  </a:lnTo>
                  <a:lnTo>
                    <a:pt x="2313" y="440"/>
                  </a:lnTo>
                  <a:lnTo>
                    <a:pt x="2043" y="419"/>
                  </a:lnTo>
                  <a:lnTo>
                    <a:pt x="1772" y="394"/>
                  </a:lnTo>
                  <a:lnTo>
                    <a:pt x="1502" y="363"/>
                  </a:lnTo>
                  <a:lnTo>
                    <a:pt x="1262" y="332"/>
                  </a:lnTo>
                  <a:lnTo>
                    <a:pt x="1022" y="292"/>
                  </a:lnTo>
                  <a:lnTo>
                    <a:pt x="811" y="246"/>
                  </a:lnTo>
                  <a:lnTo>
                    <a:pt x="601" y="195"/>
                  </a:lnTo>
                  <a:lnTo>
                    <a:pt x="421" y="139"/>
                  </a:lnTo>
                  <a:lnTo>
                    <a:pt x="271" y="72"/>
                  </a:lnTo>
                  <a:lnTo>
                    <a:pt x="150" y="1"/>
                  </a:lnTo>
                  <a:close/>
                </a:path>
              </a:pathLst>
            </a:custGeom>
            <a:solidFill>
              <a:srgbClr val="FFB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83"/>
            <p:cNvSpPr/>
            <p:nvPr/>
          </p:nvSpPr>
          <p:spPr>
            <a:xfrm flipH="1">
              <a:off x="759651" y="1680625"/>
              <a:ext cx="40119" cy="63150"/>
            </a:xfrm>
            <a:custGeom>
              <a:avLst/>
              <a:gdLst/>
              <a:ahLst/>
              <a:cxnLst/>
              <a:rect l="l" t="t" r="r" b="b"/>
              <a:pathLst>
                <a:path w="9462" h="2526" fill="none" extrusionOk="0">
                  <a:moveTo>
                    <a:pt x="150" y="1"/>
                  </a:moveTo>
                  <a:lnTo>
                    <a:pt x="150" y="1"/>
                  </a:lnTo>
                  <a:lnTo>
                    <a:pt x="271" y="72"/>
                  </a:lnTo>
                  <a:lnTo>
                    <a:pt x="421" y="139"/>
                  </a:lnTo>
                  <a:lnTo>
                    <a:pt x="601" y="195"/>
                  </a:lnTo>
                  <a:lnTo>
                    <a:pt x="811" y="246"/>
                  </a:lnTo>
                  <a:lnTo>
                    <a:pt x="1022" y="292"/>
                  </a:lnTo>
                  <a:lnTo>
                    <a:pt x="1262" y="332"/>
                  </a:lnTo>
                  <a:lnTo>
                    <a:pt x="1502" y="363"/>
                  </a:lnTo>
                  <a:lnTo>
                    <a:pt x="1772" y="394"/>
                  </a:lnTo>
                  <a:lnTo>
                    <a:pt x="2043" y="419"/>
                  </a:lnTo>
                  <a:lnTo>
                    <a:pt x="2313" y="440"/>
                  </a:lnTo>
                  <a:lnTo>
                    <a:pt x="2613" y="460"/>
                  </a:lnTo>
                  <a:lnTo>
                    <a:pt x="2914" y="475"/>
                  </a:lnTo>
                  <a:lnTo>
                    <a:pt x="3484" y="496"/>
                  </a:lnTo>
                  <a:lnTo>
                    <a:pt x="4025" y="506"/>
                  </a:lnTo>
                  <a:lnTo>
                    <a:pt x="4025" y="506"/>
                  </a:lnTo>
                  <a:lnTo>
                    <a:pt x="4355" y="511"/>
                  </a:lnTo>
                  <a:lnTo>
                    <a:pt x="4716" y="516"/>
                  </a:lnTo>
                  <a:lnTo>
                    <a:pt x="4716" y="516"/>
                  </a:lnTo>
                  <a:lnTo>
                    <a:pt x="5316" y="511"/>
                  </a:lnTo>
                  <a:lnTo>
                    <a:pt x="5647" y="501"/>
                  </a:lnTo>
                  <a:lnTo>
                    <a:pt x="5977" y="496"/>
                  </a:lnTo>
                  <a:lnTo>
                    <a:pt x="6308" y="480"/>
                  </a:lnTo>
                  <a:lnTo>
                    <a:pt x="6638" y="465"/>
                  </a:lnTo>
                  <a:lnTo>
                    <a:pt x="6968" y="440"/>
                  </a:lnTo>
                  <a:lnTo>
                    <a:pt x="7299" y="414"/>
                  </a:lnTo>
                  <a:lnTo>
                    <a:pt x="7599" y="383"/>
                  </a:lnTo>
                  <a:lnTo>
                    <a:pt x="7899" y="348"/>
                  </a:lnTo>
                  <a:lnTo>
                    <a:pt x="8200" y="307"/>
                  </a:lnTo>
                  <a:lnTo>
                    <a:pt x="8470" y="261"/>
                  </a:lnTo>
                  <a:lnTo>
                    <a:pt x="8710" y="210"/>
                  </a:lnTo>
                  <a:lnTo>
                    <a:pt x="8921" y="154"/>
                  </a:lnTo>
                  <a:lnTo>
                    <a:pt x="9131" y="88"/>
                  </a:lnTo>
                  <a:lnTo>
                    <a:pt x="9281" y="16"/>
                  </a:lnTo>
                  <a:lnTo>
                    <a:pt x="9281" y="16"/>
                  </a:lnTo>
                  <a:lnTo>
                    <a:pt x="9371" y="93"/>
                  </a:lnTo>
                  <a:lnTo>
                    <a:pt x="9431" y="169"/>
                  </a:lnTo>
                  <a:lnTo>
                    <a:pt x="9461" y="251"/>
                  </a:lnTo>
                  <a:lnTo>
                    <a:pt x="9461" y="332"/>
                  </a:lnTo>
                  <a:lnTo>
                    <a:pt x="9461" y="2327"/>
                  </a:lnTo>
                  <a:lnTo>
                    <a:pt x="9461" y="2327"/>
                  </a:lnTo>
                  <a:lnTo>
                    <a:pt x="9461" y="2424"/>
                  </a:lnTo>
                  <a:lnTo>
                    <a:pt x="9401" y="2521"/>
                  </a:lnTo>
                  <a:lnTo>
                    <a:pt x="9401" y="2266"/>
                  </a:lnTo>
                  <a:lnTo>
                    <a:pt x="9401" y="2266"/>
                  </a:lnTo>
                  <a:lnTo>
                    <a:pt x="9371" y="2169"/>
                  </a:lnTo>
                  <a:lnTo>
                    <a:pt x="9341" y="2077"/>
                  </a:lnTo>
                  <a:lnTo>
                    <a:pt x="9251" y="1985"/>
                  </a:lnTo>
                  <a:lnTo>
                    <a:pt x="9131" y="1898"/>
                  </a:lnTo>
                  <a:lnTo>
                    <a:pt x="8981" y="1817"/>
                  </a:lnTo>
                  <a:lnTo>
                    <a:pt x="8800" y="1745"/>
                  </a:lnTo>
                  <a:lnTo>
                    <a:pt x="8620" y="1684"/>
                  </a:lnTo>
                  <a:lnTo>
                    <a:pt x="8380" y="1633"/>
                  </a:lnTo>
                  <a:lnTo>
                    <a:pt x="8380" y="1633"/>
                  </a:lnTo>
                  <a:lnTo>
                    <a:pt x="8050" y="1577"/>
                  </a:lnTo>
                  <a:lnTo>
                    <a:pt x="7689" y="1531"/>
                  </a:lnTo>
                  <a:lnTo>
                    <a:pt x="7329" y="1485"/>
                  </a:lnTo>
                  <a:lnTo>
                    <a:pt x="6908" y="1455"/>
                  </a:lnTo>
                  <a:lnTo>
                    <a:pt x="6488" y="1424"/>
                  </a:lnTo>
                  <a:lnTo>
                    <a:pt x="6037" y="1404"/>
                  </a:lnTo>
                  <a:lnTo>
                    <a:pt x="5587" y="1393"/>
                  </a:lnTo>
                  <a:lnTo>
                    <a:pt x="5106" y="1388"/>
                  </a:lnTo>
                  <a:lnTo>
                    <a:pt x="5106" y="1388"/>
                  </a:lnTo>
                  <a:lnTo>
                    <a:pt x="4716" y="1388"/>
                  </a:lnTo>
                  <a:lnTo>
                    <a:pt x="4355" y="1398"/>
                  </a:lnTo>
                  <a:lnTo>
                    <a:pt x="3965" y="1409"/>
                  </a:lnTo>
                  <a:lnTo>
                    <a:pt x="3544" y="1424"/>
                  </a:lnTo>
                  <a:lnTo>
                    <a:pt x="3154" y="1449"/>
                  </a:lnTo>
                  <a:lnTo>
                    <a:pt x="2733" y="1475"/>
                  </a:lnTo>
                  <a:lnTo>
                    <a:pt x="2313" y="1506"/>
                  </a:lnTo>
                  <a:lnTo>
                    <a:pt x="1893" y="1546"/>
                  </a:lnTo>
                  <a:lnTo>
                    <a:pt x="1893" y="1546"/>
                  </a:lnTo>
                  <a:lnTo>
                    <a:pt x="1652" y="1572"/>
                  </a:lnTo>
                  <a:lnTo>
                    <a:pt x="1412" y="1602"/>
                  </a:lnTo>
                  <a:lnTo>
                    <a:pt x="1202" y="1633"/>
                  </a:lnTo>
                  <a:lnTo>
                    <a:pt x="991" y="1669"/>
                  </a:lnTo>
                  <a:lnTo>
                    <a:pt x="811" y="1710"/>
                  </a:lnTo>
                  <a:lnTo>
                    <a:pt x="661" y="1750"/>
                  </a:lnTo>
                  <a:lnTo>
                    <a:pt x="541" y="1796"/>
                  </a:lnTo>
                  <a:lnTo>
                    <a:pt x="421" y="1837"/>
                  </a:lnTo>
                  <a:lnTo>
                    <a:pt x="301" y="1888"/>
                  </a:lnTo>
                  <a:lnTo>
                    <a:pt x="211" y="1934"/>
                  </a:lnTo>
                  <a:lnTo>
                    <a:pt x="150" y="1985"/>
                  </a:lnTo>
                  <a:lnTo>
                    <a:pt x="120" y="2036"/>
                  </a:lnTo>
                  <a:lnTo>
                    <a:pt x="60" y="2138"/>
                  </a:lnTo>
                  <a:lnTo>
                    <a:pt x="90" y="2240"/>
                  </a:lnTo>
                  <a:lnTo>
                    <a:pt x="90" y="2526"/>
                  </a:lnTo>
                  <a:lnTo>
                    <a:pt x="90" y="2526"/>
                  </a:lnTo>
                  <a:lnTo>
                    <a:pt x="30" y="2419"/>
                  </a:lnTo>
                  <a:lnTo>
                    <a:pt x="0" y="2306"/>
                  </a:lnTo>
                  <a:lnTo>
                    <a:pt x="0" y="256"/>
                  </a:lnTo>
                  <a:lnTo>
                    <a:pt x="0" y="256"/>
                  </a:lnTo>
                  <a:lnTo>
                    <a:pt x="0" y="195"/>
                  </a:lnTo>
                  <a:lnTo>
                    <a:pt x="30" y="128"/>
                  </a:lnTo>
                  <a:lnTo>
                    <a:pt x="90" y="67"/>
                  </a:lnTo>
                  <a:lnTo>
                    <a:pt x="15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83"/>
            <p:cNvSpPr/>
            <p:nvPr/>
          </p:nvSpPr>
          <p:spPr>
            <a:xfrm flipH="1">
              <a:off x="759906" y="1715325"/>
              <a:ext cx="39610" cy="43875"/>
            </a:xfrm>
            <a:custGeom>
              <a:avLst/>
              <a:gdLst/>
              <a:ahLst/>
              <a:cxnLst/>
              <a:rect l="l" t="t" r="r" b="b"/>
              <a:pathLst>
                <a:path w="9342" h="1755" extrusionOk="0">
                  <a:moveTo>
                    <a:pt x="4656" y="0"/>
                  </a:moveTo>
                  <a:lnTo>
                    <a:pt x="4295" y="10"/>
                  </a:lnTo>
                  <a:lnTo>
                    <a:pt x="3905" y="21"/>
                  </a:lnTo>
                  <a:lnTo>
                    <a:pt x="3484" y="36"/>
                  </a:lnTo>
                  <a:lnTo>
                    <a:pt x="3094" y="61"/>
                  </a:lnTo>
                  <a:lnTo>
                    <a:pt x="2673" y="87"/>
                  </a:lnTo>
                  <a:lnTo>
                    <a:pt x="2253" y="118"/>
                  </a:lnTo>
                  <a:lnTo>
                    <a:pt x="1833" y="158"/>
                  </a:lnTo>
                  <a:lnTo>
                    <a:pt x="1592" y="184"/>
                  </a:lnTo>
                  <a:lnTo>
                    <a:pt x="1352" y="214"/>
                  </a:lnTo>
                  <a:lnTo>
                    <a:pt x="1142" y="245"/>
                  </a:lnTo>
                  <a:lnTo>
                    <a:pt x="931" y="281"/>
                  </a:lnTo>
                  <a:lnTo>
                    <a:pt x="751" y="322"/>
                  </a:lnTo>
                  <a:lnTo>
                    <a:pt x="601" y="362"/>
                  </a:lnTo>
                  <a:lnTo>
                    <a:pt x="481" y="408"/>
                  </a:lnTo>
                  <a:lnTo>
                    <a:pt x="361" y="449"/>
                  </a:lnTo>
                  <a:lnTo>
                    <a:pt x="241" y="500"/>
                  </a:lnTo>
                  <a:lnTo>
                    <a:pt x="151" y="546"/>
                  </a:lnTo>
                  <a:lnTo>
                    <a:pt x="90" y="597"/>
                  </a:lnTo>
                  <a:lnTo>
                    <a:pt x="60" y="648"/>
                  </a:lnTo>
                  <a:lnTo>
                    <a:pt x="0" y="750"/>
                  </a:lnTo>
                  <a:lnTo>
                    <a:pt x="30" y="852"/>
                  </a:lnTo>
                  <a:lnTo>
                    <a:pt x="30" y="1138"/>
                  </a:lnTo>
                  <a:lnTo>
                    <a:pt x="181" y="1255"/>
                  </a:lnTo>
                  <a:lnTo>
                    <a:pt x="271" y="1311"/>
                  </a:lnTo>
                  <a:lnTo>
                    <a:pt x="391" y="1362"/>
                  </a:lnTo>
                  <a:lnTo>
                    <a:pt x="511" y="1408"/>
                  </a:lnTo>
                  <a:lnTo>
                    <a:pt x="631" y="1449"/>
                  </a:lnTo>
                  <a:lnTo>
                    <a:pt x="781" y="1490"/>
                  </a:lnTo>
                  <a:lnTo>
                    <a:pt x="962" y="1520"/>
                  </a:lnTo>
                  <a:lnTo>
                    <a:pt x="1292" y="1571"/>
                  </a:lnTo>
                  <a:lnTo>
                    <a:pt x="1652" y="1622"/>
                  </a:lnTo>
                  <a:lnTo>
                    <a:pt x="2043" y="1663"/>
                  </a:lnTo>
                  <a:lnTo>
                    <a:pt x="2463" y="1694"/>
                  </a:lnTo>
                  <a:lnTo>
                    <a:pt x="2914" y="1719"/>
                  </a:lnTo>
                  <a:lnTo>
                    <a:pt x="3364" y="1740"/>
                  </a:lnTo>
                  <a:lnTo>
                    <a:pt x="3845" y="1750"/>
                  </a:lnTo>
                  <a:lnTo>
                    <a:pt x="4325" y="1755"/>
                  </a:lnTo>
                  <a:lnTo>
                    <a:pt x="4716" y="1755"/>
                  </a:lnTo>
                  <a:lnTo>
                    <a:pt x="5106" y="1745"/>
                  </a:lnTo>
                  <a:lnTo>
                    <a:pt x="5497" y="1734"/>
                  </a:lnTo>
                  <a:lnTo>
                    <a:pt x="5917" y="1719"/>
                  </a:lnTo>
                  <a:lnTo>
                    <a:pt x="6338" y="1699"/>
                  </a:lnTo>
                  <a:lnTo>
                    <a:pt x="6758" y="1673"/>
                  </a:lnTo>
                  <a:lnTo>
                    <a:pt x="7179" y="1643"/>
                  </a:lnTo>
                  <a:lnTo>
                    <a:pt x="7629" y="1607"/>
                  </a:lnTo>
                  <a:lnTo>
                    <a:pt x="8020" y="1566"/>
                  </a:lnTo>
                  <a:lnTo>
                    <a:pt x="8350" y="1520"/>
                  </a:lnTo>
                  <a:lnTo>
                    <a:pt x="8620" y="1464"/>
                  </a:lnTo>
                  <a:lnTo>
                    <a:pt x="8831" y="1408"/>
                  </a:lnTo>
                  <a:lnTo>
                    <a:pt x="9011" y="1342"/>
                  </a:lnTo>
                  <a:lnTo>
                    <a:pt x="9161" y="1275"/>
                  </a:lnTo>
                  <a:lnTo>
                    <a:pt x="9281" y="1204"/>
                  </a:lnTo>
                  <a:lnTo>
                    <a:pt x="9341" y="1133"/>
                  </a:lnTo>
                  <a:lnTo>
                    <a:pt x="9341" y="878"/>
                  </a:lnTo>
                  <a:lnTo>
                    <a:pt x="9311" y="781"/>
                  </a:lnTo>
                  <a:lnTo>
                    <a:pt x="9281" y="689"/>
                  </a:lnTo>
                  <a:lnTo>
                    <a:pt x="9191" y="597"/>
                  </a:lnTo>
                  <a:lnTo>
                    <a:pt x="9071" y="510"/>
                  </a:lnTo>
                  <a:lnTo>
                    <a:pt x="8921" y="429"/>
                  </a:lnTo>
                  <a:lnTo>
                    <a:pt x="8740" y="357"/>
                  </a:lnTo>
                  <a:lnTo>
                    <a:pt x="8560" y="296"/>
                  </a:lnTo>
                  <a:lnTo>
                    <a:pt x="8320" y="245"/>
                  </a:lnTo>
                  <a:lnTo>
                    <a:pt x="7990" y="189"/>
                  </a:lnTo>
                  <a:lnTo>
                    <a:pt x="7629" y="143"/>
                  </a:lnTo>
                  <a:lnTo>
                    <a:pt x="7269" y="97"/>
                  </a:lnTo>
                  <a:lnTo>
                    <a:pt x="6848" y="67"/>
                  </a:lnTo>
                  <a:lnTo>
                    <a:pt x="6428" y="36"/>
                  </a:lnTo>
                  <a:lnTo>
                    <a:pt x="5977" y="16"/>
                  </a:lnTo>
                  <a:lnTo>
                    <a:pt x="5527" y="5"/>
                  </a:lnTo>
                  <a:lnTo>
                    <a:pt x="5046" y="0"/>
                  </a:lnTo>
                  <a:close/>
                </a:path>
              </a:pathLst>
            </a:custGeom>
            <a:solidFill>
              <a:srgbClr val="A18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83"/>
            <p:cNvSpPr/>
            <p:nvPr/>
          </p:nvSpPr>
          <p:spPr>
            <a:xfrm flipH="1">
              <a:off x="759906" y="1715325"/>
              <a:ext cx="39610" cy="43875"/>
            </a:xfrm>
            <a:custGeom>
              <a:avLst/>
              <a:gdLst/>
              <a:ahLst/>
              <a:cxnLst/>
              <a:rect l="l" t="t" r="r" b="b"/>
              <a:pathLst>
                <a:path w="9342" h="1755" fill="none" extrusionOk="0">
                  <a:moveTo>
                    <a:pt x="5046" y="0"/>
                  </a:moveTo>
                  <a:lnTo>
                    <a:pt x="5046" y="0"/>
                  </a:lnTo>
                  <a:lnTo>
                    <a:pt x="5527" y="5"/>
                  </a:lnTo>
                  <a:lnTo>
                    <a:pt x="5977" y="16"/>
                  </a:lnTo>
                  <a:lnTo>
                    <a:pt x="6428" y="36"/>
                  </a:lnTo>
                  <a:lnTo>
                    <a:pt x="6848" y="67"/>
                  </a:lnTo>
                  <a:lnTo>
                    <a:pt x="7269" y="97"/>
                  </a:lnTo>
                  <a:lnTo>
                    <a:pt x="7629" y="143"/>
                  </a:lnTo>
                  <a:lnTo>
                    <a:pt x="7990" y="189"/>
                  </a:lnTo>
                  <a:lnTo>
                    <a:pt x="8320" y="245"/>
                  </a:lnTo>
                  <a:lnTo>
                    <a:pt x="8320" y="245"/>
                  </a:lnTo>
                  <a:lnTo>
                    <a:pt x="8560" y="296"/>
                  </a:lnTo>
                  <a:lnTo>
                    <a:pt x="8740" y="357"/>
                  </a:lnTo>
                  <a:lnTo>
                    <a:pt x="8921" y="429"/>
                  </a:lnTo>
                  <a:lnTo>
                    <a:pt x="9071" y="510"/>
                  </a:lnTo>
                  <a:lnTo>
                    <a:pt x="9191" y="597"/>
                  </a:lnTo>
                  <a:lnTo>
                    <a:pt x="9281" y="689"/>
                  </a:lnTo>
                  <a:lnTo>
                    <a:pt x="9311" y="781"/>
                  </a:lnTo>
                  <a:lnTo>
                    <a:pt x="9341" y="878"/>
                  </a:lnTo>
                  <a:lnTo>
                    <a:pt x="9341" y="1133"/>
                  </a:lnTo>
                  <a:lnTo>
                    <a:pt x="9341" y="1133"/>
                  </a:lnTo>
                  <a:lnTo>
                    <a:pt x="9281" y="1204"/>
                  </a:lnTo>
                  <a:lnTo>
                    <a:pt x="9161" y="1275"/>
                  </a:lnTo>
                  <a:lnTo>
                    <a:pt x="9011" y="1342"/>
                  </a:lnTo>
                  <a:lnTo>
                    <a:pt x="8831" y="1408"/>
                  </a:lnTo>
                  <a:lnTo>
                    <a:pt x="8620" y="1464"/>
                  </a:lnTo>
                  <a:lnTo>
                    <a:pt x="8350" y="1520"/>
                  </a:lnTo>
                  <a:lnTo>
                    <a:pt x="8020" y="1566"/>
                  </a:lnTo>
                  <a:lnTo>
                    <a:pt x="7629" y="1607"/>
                  </a:lnTo>
                  <a:lnTo>
                    <a:pt x="7629" y="1607"/>
                  </a:lnTo>
                  <a:lnTo>
                    <a:pt x="7179" y="1643"/>
                  </a:lnTo>
                  <a:lnTo>
                    <a:pt x="6758" y="1673"/>
                  </a:lnTo>
                  <a:lnTo>
                    <a:pt x="6338" y="1699"/>
                  </a:lnTo>
                  <a:lnTo>
                    <a:pt x="5917" y="1719"/>
                  </a:lnTo>
                  <a:lnTo>
                    <a:pt x="5497" y="1734"/>
                  </a:lnTo>
                  <a:lnTo>
                    <a:pt x="5106" y="1745"/>
                  </a:lnTo>
                  <a:lnTo>
                    <a:pt x="4716" y="1755"/>
                  </a:lnTo>
                  <a:lnTo>
                    <a:pt x="4325" y="1755"/>
                  </a:lnTo>
                  <a:lnTo>
                    <a:pt x="4325" y="1755"/>
                  </a:lnTo>
                  <a:lnTo>
                    <a:pt x="3845" y="1750"/>
                  </a:lnTo>
                  <a:lnTo>
                    <a:pt x="3364" y="1740"/>
                  </a:lnTo>
                  <a:lnTo>
                    <a:pt x="2914" y="1719"/>
                  </a:lnTo>
                  <a:lnTo>
                    <a:pt x="2463" y="1694"/>
                  </a:lnTo>
                  <a:lnTo>
                    <a:pt x="2043" y="1663"/>
                  </a:lnTo>
                  <a:lnTo>
                    <a:pt x="1652" y="1622"/>
                  </a:lnTo>
                  <a:lnTo>
                    <a:pt x="1292" y="1571"/>
                  </a:lnTo>
                  <a:lnTo>
                    <a:pt x="962" y="1520"/>
                  </a:lnTo>
                  <a:lnTo>
                    <a:pt x="962" y="1520"/>
                  </a:lnTo>
                  <a:lnTo>
                    <a:pt x="781" y="1490"/>
                  </a:lnTo>
                  <a:lnTo>
                    <a:pt x="631" y="1449"/>
                  </a:lnTo>
                  <a:lnTo>
                    <a:pt x="511" y="1408"/>
                  </a:lnTo>
                  <a:lnTo>
                    <a:pt x="391" y="1362"/>
                  </a:lnTo>
                  <a:lnTo>
                    <a:pt x="271" y="1311"/>
                  </a:lnTo>
                  <a:lnTo>
                    <a:pt x="181" y="1255"/>
                  </a:lnTo>
                  <a:lnTo>
                    <a:pt x="30" y="1138"/>
                  </a:lnTo>
                  <a:lnTo>
                    <a:pt x="30" y="852"/>
                  </a:lnTo>
                  <a:lnTo>
                    <a:pt x="30" y="852"/>
                  </a:lnTo>
                  <a:lnTo>
                    <a:pt x="0" y="750"/>
                  </a:lnTo>
                  <a:lnTo>
                    <a:pt x="60" y="648"/>
                  </a:lnTo>
                  <a:lnTo>
                    <a:pt x="90" y="597"/>
                  </a:lnTo>
                  <a:lnTo>
                    <a:pt x="151" y="546"/>
                  </a:lnTo>
                  <a:lnTo>
                    <a:pt x="241" y="500"/>
                  </a:lnTo>
                  <a:lnTo>
                    <a:pt x="361" y="449"/>
                  </a:lnTo>
                  <a:lnTo>
                    <a:pt x="481" y="408"/>
                  </a:lnTo>
                  <a:lnTo>
                    <a:pt x="601" y="362"/>
                  </a:lnTo>
                  <a:lnTo>
                    <a:pt x="751" y="322"/>
                  </a:lnTo>
                  <a:lnTo>
                    <a:pt x="931" y="281"/>
                  </a:lnTo>
                  <a:lnTo>
                    <a:pt x="1142" y="245"/>
                  </a:lnTo>
                  <a:lnTo>
                    <a:pt x="1352" y="214"/>
                  </a:lnTo>
                  <a:lnTo>
                    <a:pt x="1592" y="184"/>
                  </a:lnTo>
                  <a:lnTo>
                    <a:pt x="1833" y="158"/>
                  </a:lnTo>
                  <a:lnTo>
                    <a:pt x="1833" y="158"/>
                  </a:lnTo>
                  <a:lnTo>
                    <a:pt x="2253" y="118"/>
                  </a:lnTo>
                  <a:lnTo>
                    <a:pt x="2673" y="87"/>
                  </a:lnTo>
                  <a:lnTo>
                    <a:pt x="3094" y="61"/>
                  </a:lnTo>
                  <a:lnTo>
                    <a:pt x="3484" y="36"/>
                  </a:lnTo>
                  <a:lnTo>
                    <a:pt x="3905" y="21"/>
                  </a:lnTo>
                  <a:lnTo>
                    <a:pt x="4295" y="10"/>
                  </a:lnTo>
                  <a:lnTo>
                    <a:pt x="4656" y="0"/>
                  </a:lnTo>
                  <a:lnTo>
                    <a:pt x="504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83"/>
            <p:cNvSpPr/>
            <p:nvPr/>
          </p:nvSpPr>
          <p:spPr>
            <a:xfrm flipH="1">
              <a:off x="759906" y="1982600"/>
              <a:ext cx="39610" cy="72200"/>
            </a:xfrm>
            <a:custGeom>
              <a:avLst/>
              <a:gdLst/>
              <a:ahLst/>
              <a:cxnLst/>
              <a:rect l="l" t="t" r="r" b="b"/>
              <a:pathLst>
                <a:path w="9342" h="2888" extrusionOk="0">
                  <a:moveTo>
                    <a:pt x="361" y="0"/>
                  </a:moveTo>
                  <a:lnTo>
                    <a:pt x="271" y="46"/>
                  </a:lnTo>
                  <a:lnTo>
                    <a:pt x="181" y="97"/>
                  </a:lnTo>
                  <a:lnTo>
                    <a:pt x="121" y="148"/>
                  </a:lnTo>
                  <a:lnTo>
                    <a:pt x="60" y="199"/>
                  </a:lnTo>
                  <a:lnTo>
                    <a:pt x="30" y="250"/>
                  </a:lnTo>
                  <a:lnTo>
                    <a:pt x="0" y="306"/>
                  </a:lnTo>
                  <a:lnTo>
                    <a:pt x="30" y="357"/>
                  </a:lnTo>
                  <a:lnTo>
                    <a:pt x="30" y="413"/>
                  </a:lnTo>
                  <a:lnTo>
                    <a:pt x="30" y="1194"/>
                  </a:lnTo>
                  <a:lnTo>
                    <a:pt x="0" y="1291"/>
                  </a:lnTo>
                  <a:lnTo>
                    <a:pt x="30" y="1383"/>
                  </a:lnTo>
                  <a:lnTo>
                    <a:pt x="30" y="1740"/>
                  </a:lnTo>
                  <a:lnTo>
                    <a:pt x="0" y="1831"/>
                  </a:lnTo>
                  <a:lnTo>
                    <a:pt x="30" y="1923"/>
                  </a:lnTo>
                  <a:lnTo>
                    <a:pt x="30" y="2709"/>
                  </a:lnTo>
                  <a:lnTo>
                    <a:pt x="0" y="2800"/>
                  </a:lnTo>
                  <a:lnTo>
                    <a:pt x="30" y="2887"/>
                  </a:lnTo>
                  <a:lnTo>
                    <a:pt x="90" y="2800"/>
                  </a:lnTo>
                  <a:lnTo>
                    <a:pt x="211" y="2714"/>
                  </a:lnTo>
                  <a:lnTo>
                    <a:pt x="331" y="2637"/>
                  </a:lnTo>
                  <a:lnTo>
                    <a:pt x="481" y="2561"/>
                  </a:lnTo>
                  <a:lnTo>
                    <a:pt x="691" y="2489"/>
                  </a:lnTo>
                  <a:lnTo>
                    <a:pt x="901" y="2428"/>
                  </a:lnTo>
                  <a:lnTo>
                    <a:pt x="1112" y="2372"/>
                  </a:lnTo>
                  <a:lnTo>
                    <a:pt x="1352" y="2326"/>
                  </a:lnTo>
                  <a:lnTo>
                    <a:pt x="1682" y="2285"/>
                  </a:lnTo>
                  <a:lnTo>
                    <a:pt x="2013" y="2245"/>
                  </a:lnTo>
                  <a:lnTo>
                    <a:pt x="2373" y="2214"/>
                  </a:lnTo>
                  <a:lnTo>
                    <a:pt x="2734" y="2188"/>
                  </a:lnTo>
                  <a:lnTo>
                    <a:pt x="3124" y="2168"/>
                  </a:lnTo>
                  <a:lnTo>
                    <a:pt x="3484" y="2153"/>
                  </a:lnTo>
                  <a:lnTo>
                    <a:pt x="3875" y="2148"/>
                  </a:lnTo>
                  <a:lnTo>
                    <a:pt x="4265" y="2142"/>
                  </a:lnTo>
                  <a:lnTo>
                    <a:pt x="4806" y="2148"/>
                  </a:lnTo>
                  <a:lnTo>
                    <a:pt x="5317" y="2163"/>
                  </a:lnTo>
                  <a:lnTo>
                    <a:pt x="5857" y="2183"/>
                  </a:lnTo>
                  <a:lnTo>
                    <a:pt x="6338" y="2209"/>
                  </a:lnTo>
                  <a:lnTo>
                    <a:pt x="6818" y="2245"/>
                  </a:lnTo>
                  <a:lnTo>
                    <a:pt x="7299" y="2285"/>
                  </a:lnTo>
                  <a:lnTo>
                    <a:pt x="7719" y="2336"/>
                  </a:lnTo>
                  <a:lnTo>
                    <a:pt x="8110" y="2387"/>
                  </a:lnTo>
                  <a:lnTo>
                    <a:pt x="8380" y="2433"/>
                  </a:lnTo>
                  <a:lnTo>
                    <a:pt x="8620" y="2484"/>
                  </a:lnTo>
                  <a:lnTo>
                    <a:pt x="8801" y="2540"/>
                  </a:lnTo>
                  <a:lnTo>
                    <a:pt x="8981" y="2607"/>
                  </a:lnTo>
                  <a:lnTo>
                    <a:pt x="9101" y="2673"/>
                  </a:lnTo>
                  <a:lnTo>
                    <a:pt x="9221" y="2744"/>
                  </a:lnTo>
                  <a:lnTo>
                    <a:pt x="9281" y="2816"/>
                  </a:lnTo>
                  <a:lnTo>
                    <a:pt x="9311" y="2887"/>
                  </a:lnTo>
                  <a:lnTo>
                    <a:pt x="9341" y="2785"/>
                  </a:lnTo>
                  <a:lnTo>
                    <a:pt x="9341" y="1816"/>
                  </a:lnTo>
                  <a:lnTo>
                    <a:pt x="9341" y="1403"/>
                  </a:lnTo>
                  <a:lnTo>
                    <a:pt x="9341" y="434"/>
                  </a:lnTo>
                  <a:lnTo>
                    <a:pt x="9311" y="332"/>
                  </a:lnTo>
                  <a:lnTo>
                    <a:pt x="9251" y="230"/>
                  </a:lnTo>
                  <a:lnTo>
                    <a:pt x="9161" y="128"/>
                  </a:lnTo>
                  <a:lnTo>
                    <a:pt x="9011" y="36"/>
                  </a:lnTo>
                  <a:lnTo>
                    <a:pt x="9011" y="281"/>
                  </a:lnTo>
                  <a:lnTo>
                    <a:pt x="9011" y="373"/>
                  </a:lnTo>
                  <a:lnTo>
                    <a:pt x="8951" y="459"/>
                  </a:lnTo>
                  <a:lnTo>
                    <a:pt x="8861" y="541"/>
                  </a:lnTo>
                  <a:lnTo>
                    <a:pt x="8740" y="623"/>
                  </a:lnTo>
                  <a:lnTo>
                    <a:pt x="8590" y="699"/>
                  </a:lnTo>
                  <a:lnTo>
                    <a:pt x="8410" y="770"/>
                  </a:lnTo>
                  <a:lnTo>
                    <a:pt x="8170" y="832"/>
                  </a:lnTo>
                  <a:lnTo>
                    <a:pt x="8020" y="862"/>
                  </a:lnTo>
                  <a:lnTo>
                    <a:pt x="7869" y="888"/>
                  </a:lnTo>
                  <a:lnTo>
                    <a:pt x="7509" y="939"/>
                  </a:lnTo>
                  <a:lnTo>
                    <a:pt x="7119" y="985"/>
                  </a:lnTo>
                  <a:lnTo>
                    <a:pt x="6668" y="1031"/>
                  </a:lnTo>
                  <a:lnTo>
                    <a:pt x="6248" y="1066"/>
                  </a:lnTo>
                  <a:lnTo>
                    <a:pt x="5767" y="1092"/>
                  </a:lnTo>
                  <a:lnTo>
                    <a:pt x="5286" y="1112"/>
                  </a:lnTo>
                  <a:lnTo>
                    <a:pt x="4806" y="1127"/>
                  </a:lnTo>
                  <a:lnTo>
                    <a:pt x="4325" y="1133"/>
                  </a:lnTo>
                  <a:lnTo>
                    <a:pt x="3965" y="1127"/>
                  </a:lnTo>
                  <a:lnTo>
                    <a:pt x="3605" y="1122"/>
                  </a:lnTo>
                  <a:lnTo>
                    <a:pt x="3244" y="1107"/>
                  </a:lnTo>
                  <a:lnTo>
                    <a:pt x="2884" y="1087"/>
                  </a:lnTo>
                  <a:lnTo>
                    <a:pt x="2553" y="1061"/>
                  </a:lnTo>
                  <a:lnTo>
                    <a:pt x="2223" y="1031"/>
                  </a:lnTo>
                  <a:lnTo>
                    <a:pt x="1923" y="990"/>
                  </a:lnTo>
                  <a:lnTo>
                    <a:pt x="1622" y="944"/>
                  </a:lnTo>
                  <a:lnTo>
                    <a:pt x="1472" y="918"/>
                  </a:lnTo>
                  <a:lnTo>
                    <a:pt x="1352" y="888"/>
                  </a:lnTo>
                  <a:lnTo>
                    <a:pt x="1082" y="816"/>
                  </a:lnTo>
                  <a:lnTo>
                    <a:pt x="841" y="730"/>
                  </a:lnTo>
                  <a:lnTo>
                    <a:pt x="631" y="638"/>
                  </a:lnTo>
                  <a:lnTo>
                    <a:pt x="481" y="536"/>
                  </a:lnTo>
                  <a:lnTo>
                    <a:pt x="391" y="429"/>
                  </a:lnTo>
                  <a:lnTo>
                    <a:pt x="361" y="316"/>
                  </a:lnTo>
                  <a:lnTo>
                    <a:pt x="361" y="260"/>
                  </a:lnTo>
                  <a:lnTo>
                    <a:pt x="361" y="204"/>
                  </a:lnTo>
                  <a:lnTo>
                    <a:pt x="361" y="0"/>
                  </a:lnTo>
                  <a:close/>
                </a:path>
              </a:pathLst>
            </a:custGeom>
            <a:solidFill>
              <a:srgbClr val="8B2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83"/>
            <p:cNvSpPr/>
            <p:nvPr/>
          </p:nvSpPr>
          <p:spPr>
            <a:xfrm flipH="1">
              <a:off x="759906" y="1982600"/>
              <a:ext cx="39610" cy="72200"/>
            </a:xfrm>
            <a:custGeom>
              <a:avLst/>
              <a:gdLst/>
              <a:ahLst/>
              <a:cxnLst/>
              <a:rect l="l" t="t" r="r" b="b"/>
              <a:pathLst>
                <a:path w="9342" h="2888" fill="none" extrusionOk="0">
                  <a:moveTo>
                    <a:pt x="361" y="0"/>
                  </a:moveTo>
                  <a:lnTo>
                    <a:pt x="361" y="204"/>
                  </a:lnTo>
                  <a:lnTo>
                    <a:pt x="361" y="204"/>
                  </a:lnTo>
                  <a:lnTo>
                    <a:pt x="361" y="260"/>
                  </a:lnTo>
                  <a:lnTo>
                    <a:pt x="361" y="316"/>
                  </a:lnTo>
                  <a:lnTo>
                    <a:pt x="391" y="429"/>
                  </a:lnTo>
                  <a:lnTo>
                    <a:pt x="481" y="536"/>
                  </a:lnTo>
                  <a:lnTo>
                    <a:pt x="631" y="638"/>
                  </a:lnTo>
                  <a:lnTo>
                    <a:pt x="841" y="730"/>
                  </a:lnTo>
                  <a:lnTo>
                    <a:pt x="1082" y="816"/>
                  </a:lnTo>
                  <a:lnTo>
                    <a:pt x="1352" y="888"/>
                  </a:lnTo>
                  <a:lnTo>
                    <a:pt x="1472" y="918"/>
                  </a:lnTo>
                  <a:lnTo>
                    <a:pt x="1622" y="944"/>
                  </a:lnTo>
                  <a:lnTo>
                    <a:pt x="1622" y="944"/>
                  </a:lnTo>
                  <a:lnTo>
                    <a:pt x="1923" y="990"/>
                  </a:lnTo>
                  <a:lnTo>
                    <a:pt x="2223" y="1031"/>
                  </a:lnTo>
                  <a:lnTo>
                    <a:pt x="2553" y="1061"/>
                  </a:lnTo>
                  <a:lnTo>
                    <a:pt x="2884" y="1087"/>
                  </a:lnTo>
                  <a:lnTo>
                    <a:pt x="3244" y="1107"/>
                  </a:lnTo>
                  <a:lnTo>
                    <a:pt x="3605" y="1122"/>
                  </a:lnTo>
                  <a:lnTo>
                    <a:pt x="3965" y="1127"/>
                  </a:lnTo>
                  <a:lnTo>
                    <a:pt x="4325" y="1133"/>
                  </a:lnTo>
                  <a:lnTo>
                    <a:pt x="4325" y="1133"/>
                  </a:lnTo>
                  <a:lnTo>
                    <a:pt x="4806" y="1127"/>
                  </a:lnTo>
                  <a:lnTo>
                    <a:pt x="5286" y="1112"/>
                  </a:lnTo>
                  <a:lnTo>
                    <a:pt x="5767" y="1092"/>
                  </a:lnTo>
                  <a:lnTo>
                    <a:pt x="6248" y="1066"/>
                  </a:lnTo>
                  <a:lnTo>
                    <a:pt x="6668" y="1031"/>
                  </a:lnTo>
                  <a:lnTo>
                    <a:pt x="7119" y="985"/>
                  </a:lnTo>
                  <a:lnTo>
                    <a:pt x="7509" y="939"/>
                  </a:lnTo>
                  <a:lnTo>
                    <a:pt x="7869" y="888"/>
                  </a:lnTo>
                  <a:lnTo>
                    <a:pt x="7869" y="888"/>
                  </a:lnTo>
                  <a:lnTo>
                    <a:pt x="8020" y="862"/>
                  </a:lnTo>
                  <a:lnTo>
                    <a:pt x="8170" y="832"/>
                  </a:lnTo>
                  <a:lnTo>
                    <a:pt x="8410" y="770"/>
                  </a:lnTo>
                  <a:lnTo>
                    <a:pt x="8590" y="699"/>
                  </a:lnTo>
                  <a:lnTo>
                    <a:pt x="8740" y="623"/>
                  </a:lnTo>
                  <a:lnTo>
                    <a:pt x="8861" y="541"/>
                  </a:lnTo>
                  <a:lnTo>
                    <a:pt x="8951" y="459"/>
                  </a:lnTo>
                  <a:lnTo>
                    <a:pt x="9011" y="373"/>
                  </a:lnTo>
                  <a:lnTo>
                    <a:pt x="9011" y="281"/>
                  </a:lnTo>
                  <a:lnTo>
                    <a:pt x="9011" y="36"/>
                  </a:lnTo>
                  <a:lnTo>
                    <a:pt x="9011" y="36"/>
                  </a:lnTo>
                  <a:lnTo>
                    <a:pt x="9161" y="128"/>
                  </a:lnTo>
                  <a:lnTo>
                    <a:pt x="9251" y="230"/>
                  </a:lnTo>
                  <a:lnTo>
                    <a:pt x="9311" y="332"/>
                  </a:lnTo>
                  <a:lnTo>
                    <a:pt x="9341" y="434"/>
                  </a:lnTo>
                  <a:lnTo>
                    <a:pt x="9341" y="1403"/>
                  </a:lnTo>
                  <a:lnTo>
                    <a:pt x="9341" y="1816"/>
                  </a:lnTo>
                  <a:lnTo>
                    <a:pt x="9341" y="2785"/>
                  </a:lnTo>
                  <a:lnTo>
                    <a:pt x="9341" y="2785"/>
                  </a:lnTo>
                  <a:lnTo>
                    <a:pt x="9311" y="2887"/>
                  </a:lnTo>
                  <a:lnTo>
                    <a:pt x="9311" y="2887"/>
                  </a:lnTo>
                  <a:lnTo>
                    <a:pt x="9281" y="2816"/>
                  </a:lnTo>
                  <a:lnTo>
                    <a:pt x="9221" y="2744"/>
                  </a:lnTo>
                  <a:lnTo>
                    <a:pt x="9101" y="2673"/>
                  </a:lnTo>
                  <a:lnTo>
                    <a:pt x="8981" y="2607"/>
                  </a:lnTo>
                  <a:lnTo>
                    <a:pt x="8801" y="2540"/>
                  </a:lnTo>
                  <a:lnTo>
                    <a:pt x="8620" y="2484"/>
                  </a:lnTo>
                  <a:lnTo>
                    <a:pt x="8380" y="2433"/>
                  </a:lnTo>
                  <a:lnTo>
                    <a:pt x="8110" y="2387"/>
                  </a:lnTo>
                  <a:lnTo>
                    <a:pt x="8110" y="2387"/>
                  </a:lnTo>
                  <a:lnTo>
                    <a:pt x="7719" y="2336"/>
                  </a:lnTo>
                  <a:lnTo>
                    <a:pt x="7299" y="2285"/>
                  </a:lnTo>
                  <a:lnTo>
                    <a:pt x="6818" y="2245"/>
                  </a:lnTo>
                  <a:lnTo>
                    <a:pt x="6338" y="2209"/>
                  </a:lnTo>
                  <a:lnTo>
                    <a:pt x="5857" y="2183"/>
                  </a:lnTo>
                  <a:lnTo>
                    <a:pt x="5317" y="2163"/>
                  </a:lnTo>
                  <a:lnTo>
                    <a:pt x="4806" y="2148"/>
                  </a:lnTo>
                  <a:lnTo>
                    <a:pt x="4265" y="2142"/>
                  </a:lnTo>
                  <a:lnTo>
                    <a:pt x="4265" y="2142"/>
                  </a:lnTo>
                  <a:lnTo>
                    <a:pt x="3875" y="2148"/>
                  </a:lnTo>
                  <a:lnTo>
                    <a:pt x="3484" y="2153"/>
                  </a:lnTo>
                  <a:lnTo>
                    <a:pt x="3124" y="2168"/>
                  </a:lnTo>
                  <a:lnTo>
                    <a:pt x="2734" y="2188"/>
                  </a:lnTo>
                  <a:lnTo>
                    <a:pt x="2373" y="2214"/>
                  </a:lnTo>
                  <a:lnTo>
                    <a:pt x="2013" y="2245"/>
                  </a:lnTo>
                  <a:lnTo>
                    <a:pt x="1682" y="2285"/>
                  </a:lnTo>
                  <a:lnTo>
                    <a:pt x="1352" y="2326"/>
                  </a:lnTo>
                  <a:lnTo>
                    <a:pt x="1352" y="2326"/>
                  </a:lnTo>
                  <a:lnTo>
                    <a:pt x="1112" y="2372"/>
                  </a:lnTo>
                  <a:lnTo>
                    <a:pt x="901" y="2428"/>
                  </a:lnTo>
                  <a:lnTo>
                    <a:pt x="691" y="2489"/>
                  </a:lnTo>
                  <a:lnTo>
                    <a:pt x="481" y="2561"/>
                  </a:lnTo>
                  <a:lnTo>
                    <a:pt x="331" y="2637"/>
                  </a:lnTo>
                  <a:lnTo>
                    <a:pt x="211" y="2714"/>
                  </a:lnTo>
                  <a:lnTo>
                    <a:pt x="90" y="2800"/>
                  </a:lnTo>
                  <a:lnTo>
                    <a:pt x="30" y="2887"/>
                  </a:lnTo>
                  <a:lnTo>
                    <a:pt x="30" y="2887"/>
                  </a:lnTo>
                  <a:lnTo>
                    <a:pt x="0" y="2800"/>
                  </a:lnTo>
                  <a:lnTo>
                    <a:pt x="30" y="2709"/>
                  </a:lnTo>
                  <a:lnTo>
                    <a:pt x="30" y="1923"/>
                  </a:lnTo>
                  <a:lnTo>
                    <a:pt x="30" y="1923"/>
                  </a:lnTo>
                  <a:lnTo>
                    <a:pt x="0" y="1831"/>
                  </a:lnTo>
                  <a:lnTo>
                    <a:pt x="30" y="1740"/>
                  </a:lnTo>
                  <a:lnTo>
                    <a:pt x="30" y="1383"/>
                  </a:lnTo>
                  <a:lnTo>
                    <a:pt x="30" y="1383"/>
                  </a:lnTo>
                  <a:lnTo>
                    <a:pt x="0" y="1291"/>
                  </a:lnTo>
                  <a:lnTo>
                    <a:pt x="30" y="1194"/>
                  </a:lnTo>
                  <a:lnTo>
                    <a:pt x="30" y="413"/>
                  </a:lnTo>
                  <a:lnTo>
                    <a:pt x="30" y="413"/>
                  </a:lnTo>
                  <a:lnTo>
                    <a:pt x="30" y="357"/>
                  </a:lnTo>
                  <a:lnTo>
                    <a:pt x="0" y="306"/>
                  </a:lnTo>
                  <a:lnTo>
                    <a:pt x="30" y="250"/>
                  </a:lnTo>
                  <a:lnTo>
                    <a:pt x="60" y="199"/>
                  </a:lnTo>
                  <a:lnTo>
                    <a:pt x="121" y="148"/>
                  </a:lnTo>
                  <a:lnTo>
                    <a:pt x="181" y="97"/>
                  </a:lnTo>
                  <a:lnTo>
                    <a:pt x="271" y="46"/>
                  </a:lnTo>
                  <a:lnTo>
                    <a:pt x="36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83"/>
            <p:cNvSpPr/>
            <p:nvPr/>
          </p:nvSpPr>
          <p:spPr>
            <a:xfrm flipH="1">
              <a:off x="761309" y="1940000"/>
              <a:ext cx="36680" cy="43500"/>
            </a:xfrm>
            <a:custGeom>
              <a:avLst/>
              <a:gdLst/>
              <a:ahLst/>
              <a:cxnLst/>
              <a:rect l="l" t="t" r="r" b="b"/>
              <a:pathLst>
                <a:path w="8651" h="1740" extrusionOk="0">
                  <a:moveTo>
                    <a:pt x="1" y="1"/>
                  </a:moveTo>
                  <a:lnTo>
                    <a:pt x="1" y="1704"/>
                  </a:lnTo>
                  <a:lnTo>
                    <a:pt x="121" y="1658"/>
                  </a:lnTo>
                  <a:lnTo>
                    <a:pt x="271" y="1618"/>
                  </a:lnTo>
                  <a:lnTo>
                    <a:pt x="421" y="1577"/>
                  </a:lnTo>
                  <a:lnTo>
                    <a:pt x="602" y="1541"/>
                  </a:lnTo>
                  <a:lnTo>
                    <a:pt x="782" y="1505"/>
                  </a:lnTo>
                  <a:lnTo>
                    <a:pt x="992" y="1475"/>
                  </a:lnTo>
                  <a:lnTo>
                    <a:pt x="1232" y="1444"/>
                  </a:lnTo>
                  <a:lnTo>
                    <a:pt x="1473" y="1419"/>
                  </a:lnTo>
                  <a:lnTo>
                    <a:pt x="1893" y="1383"/>
                  </a:lnTo>
                  <a:lnTo>
                    <a:pt x="2313" y="1352"/>
                  </a:lnTo>
                  <a:lnTo>
                    <a:pt x="2734" y="1322"/>
                  </a:lnTo>
                  <a:lnTo>
                    <a:pt x="3124" y="1301"/>
                  </a:lnTo>
                  <a:lnTo>
                    <a:pt x="3545" y="1286"/>
                  </a:lnTo>
                  <a:lnTo>
                    <a:pt x="3935" y="1271"/>
                  </a:lnTo>
                  <a:lnTo>
                    <a:pt x="4296" y="1266"/>
                  </a:lnTo>
                  <a:lnTo>
                    <a:pt x="4686" y="1260"/>
                  </a:lnTo>
                  <a:lnTo>
                    <a:pt x="5167" y="1266"/>
                  </a:lnTo>
                  <a:lnTo>
                    <a:pt x="5617" y="1281"/>
                  </a:lnTo>
                  <a:lnTo>
                    <a:pt x="6068" y="1301"/>
                  </a:lnTo>
                  <a:lnTo>
                    <a:pt x="6488" y="1327"/>
                  </a:lnTo>
                  <a:lnTo>
                    <a:pt x="6909" y="1362"/>
                  </a:lnTo>
                  <a:lnTo>
                    <a:pt x="7269" y="1403"/>
                  </a:lnTo>
                  <a:lnTo>
                    <a:pt x="7630" y="1454"/>
                  </a:lnTo>
                  <a:lnTo>
                    <a:pt x="7960" y="1510"/>
                  </a:lnTo>
                  <a:lnTo>
                    <a:pt x="8170" y="1556"/>
                  </a:lnTo>
                  <a:lnTo>
                    <a:pt x="8350" y="1607"/>
                  </a:lnTo>
                  <a:lnTo>
                    <a:pt x="8501" y="1669"/>
                  </a:lnTo>
                  <a:lnTo>
                    <a:pt x="8651" y="1740"/>
                  </a:lnTo>
                  <a:lnTo>
                    <a:pt x="8651" y="6"/>
                  </a:lnTo>
                  <a:lnTo>
                    <a:pt x="8501" y="72"/>
                  </a:lnTo>
                  <a:lnTo>
                    <a:pt x="8290" y="133"/>
                  </a:lnTo>
                  <a:lnTo>
                    <a:pt x="8050" y="189"/>
                  </a:lnTo>
                  <a:lnTo>
                    <a:pt x="7780" y="235"/>
                  </a:lnTo>
                  <a:lnTo>
                    <a:pt x="7389" y="286"/>
                  </a:lnTo>
                  <a:lnTo>
                    <a:pt x="6939" y="337"/>
                  </a:lnTo>
                  <a:lnTo>
                    <a:pt x="6488" y="378"/>
                  </a:lnTo>
                  <a:lnTo>
                    <a:pt x="6008" y="414"/>
                  </a:lnTo>
                  <a:lnTo>
                    <a:pt x="5497" y="439"/>
                  </a:lnTo>
                  <a:lnTo>
                    <a:pt x="4987" y="460"/>
                  </a:lnTo>
                  <a:lnTo>
                    <a:pt x="4476" y="475"/>
                  </a:lnTo>
                  <a:lnTo>
                    <a:pt x="3935" y="480"/>
                  </a:lnTo>
                  <a:lnTo>
                    <a:pt x="3545" y="475"/>
                  </a:lnTo>
                  <a:lnTo>
                    <a:pt x="3154" y="470"/>
                  </a:lnTo>
                  <a:lnTo>
                    <a:pt x="2794" y="455"/>
                  </a:lnTo>
                  <a:lnTo>
                    <a:pt x="2404" y="434"/>
                  </a:lnTo>
                  <a:lnTo>
                    <a:pt x="2043" y="409"/>
                  </a:lnTo>
                  <a:lnTo>
                    <a:pt x="1683" y="378"/>
                  </a:lnTo>
                  <a:lnTo>
                    <a:pt x="1352" y="337"/>
                  </a:lnTo>
                  <a:lnTo>
                    <a:pt x="1022" y="296"/>
                  </a:lnTo>
                  <a:lnTo>
                    <a:pt x="752" y="240"/>
                  </a:lnTo>
                  <a:lnTo>
                    <a:pt x="481" y="169"/>
                  </a:lnTo>
                  <a:lnTo>
                    <a:pt x="211" y="92"/>
                  </a:lnTo>
                  <a:lnTo>
                    <a:pt x="1"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83"/>
            <p:cNvSpPr/>
            <p:nvPr/>
          </p:nvSpPr>
          <p:spPr>
            <a:xfrm flipH="1">
              <a:off x="761309" y="1940000"/>
              <a:ext cx="36680" cy="43500"/>
            </a:xfrm>
            <a:custGeom>
              <a:avLst/>
              <a:gdLst/>
              <a:ahLst/>
              <a:cxnLst/>
              <a:rect l="l" t="t" r="r" b="b"/>
              <a:pathLst>
                <a:path w="8651" h="1740" fill="none" extrusionOk="0">
                  <a:moveTo>
                    <a:pt x="1" y="1"/>
                  </a:moveTo>
                  <a:lnTo>
                    <a:pt x="1" y="1"/>
                  </a:lnTo>
                  <a:lnTo>
                    <a:pt x="211" y="92"/>
                  </a:lnTo>
                  <a:lnTo>
                    <a:pt x="481" y="169"/>
                  </a:lnTo>
                  <a:lnTo>
                    <a:pt x="752" y="240"/>
                  </a:lnTo>
                  <a:lnTo>
                    <a:pt x="1022" y="296"/>
                  </a:lnTo>
                  <a:lnTo>
                    <a:pt x="1022" y="296"/>
                  </a:lnTo>
                  <a:lnTo>
                    <a:pt x="1352" y="337"/>
                  </a:lnTo>
                  <a:lnTo>
                    <a:pt x="1683" y="378"/>
                  </a:lnTo>
                  <a:lnTo>
                    <a:pt x="2043" y="409"/>
                  </a:lnTo>
                  <a:lnTo>
                    <a:pt x="2404" y="434"/>
                  </a:lnTo>
                  <a:lnTo>
                    <a:pt x="2794" y="455"/>
                  </a:lnTo>
                  <a:lnTo>
                    <a:pt x="3154" y="470"/>
                  </a:lnTo>
                  <a:lnTo>
                    <a:pt x="3545" y="475"/>
                  </a:lnTo>
                  <a:lnTo>
                    <a:pt x="3935" y="480"/>
                  </a:lnTo>
                  <a:lnTo>
                    <a:pt x="3935" y="480"/>
                  </a:lnTo>
                  <a:lnTo>
                    <a:pt x="4476" y="475"/>
                  </a:lnTo>
                  <a:lnTo>
                    <a:pt x="4987" y="460"/>
                  </a:lnTo>
                  <a:lnTo>
                    <a:pt x="5497" y="439"/>
                  </a:lnTo>
                  <a:lnTo>
                    <a:pt x="6008" y="414"/>
                  </a:lnTo>
                  <a:lnTo>
                    <a:pt x="6488" y="378"/>
                  </a:lnTo>
                  <a:lnTo>
                    <a:pt x="6939" y="337"/>
                  </a:lnTo>
                  <a:lnTo>
                    <a:pt x="7389" y="286"/>
                  </a:lnTo>
                  <a:lnTo>
                    <a:pt x="7780" y="235"/>
                  </a:lnTo>
                  <a:lnTo>
                    <a:pt x="7780" y="235"/>
                  </a:lnTo>
                  <a:lnTo>
                    <a:pt x="8050" y="189"/>
                  </a:lnTo>
                  <a:lnTo>
                    <a:pt x="8290" y="133"/>
                  </a:lnTo>
                  <a:lnTo>
                    <a:pt x="8501" y="72"/>
                  </a:lnTo>
                  <a:lnTo>
                    <a:pt x="8651" y="6"/>
                  </a:lnTo>
                  <a:lnTo>
                    <a:pt x="8651" y="1740"/>
                  </a:lnTo>
                  <a:lnTo>
                    <a:pt x="8651" y="1740"/>
                  </a:lnTo>
                  <a:lnTo>
                    <a:pt x="8501" y="1669"/>
                  </a:lnTo>
                  <a:lnTo>
                    <a:pt x="8350" y="1607"/>
                  </a:lnTo>
                  <a:lnTo>
                    <a:pt x="8170" y="1556"/>
                  </a:lnTo>
                  <a:lnTo>
                    <a:pt x="7960" y="1510"/>
                  </a:lnTo>
                  <a:lnTo>
                    <a:pt x="7960" y="1510"/>
                  </a:lnTo>
                  <a:lnTo>
                    <a:pt x="7630" y="1454"/>
                  </a:lnTo>
                  <a:lnTo>
                    <a:pt x="7269" y="1403"/>
                  </a:lnTo>
                  <a:lnTo>
                    <a:pt x="6909" y="1362"/>
                  </a:lnTo>
                  <a:lnTo>
                    <a:pt x="6488" y="1327"/>
                  </a:lnTo>
                  <a:lnTo>
                    <a:pt x="6068" y="1301"/>
                  </a:lnTo>
                  <a:lnTo>
                    <a:pt x="5617" y="1281"/>
                  </a:lnTo>
                  <a:lnTo>
                    <a:pt x="5167" y="1266"/>
                  </a:lnTo>
                  <a:lnTo>
                    <a:pt x="4686" y="1260"/>
                  </a:lnTo>
                  <a:lnTo>
                    <a:pt x="4686" y="1260"/>
                  </a:lnTo>
                  <a:lnTo>
                    <a:pt x="4296" y="1266"/>
                  </a:lnTo>
                  <a:lnTo>
                    <a:pt x="3935" y="1271"/>
                  </a:lnTo>
                  <a:lnTo>
                    <a:pt x="3545" y="1286"/>
                  </a:lnTo>
                  <a:lnTo>
                    <a:pt x="3124" y="1301"/>
                  </a:lnTo>
                  <a:lnTo>
                    <a:pt x="2734" y="1322"/>
                  </a:lnTo>
                  <a:lnTo>
                    <a:pt x="2313" y="1352"/>
                  </a:lnTo>
                  <a:lnTo>
                    <a:pt x="1893" y="1383"/>
                  </a:lnTo>
                  <a:lnTo>
                    <a:pt x="1473" y="1419"/>
                  </a:lnTo>
                  <a:lnTo>
                    <a:pt x="1473" y="1419"/>
                  </a:lnTo>
                  <a:lnTo>
                    <a:pt x="1232" y="1444"/>
                  </a:lnTo>
                  <a:lnTo>
                    <a:pt x="992" y="1475"/>
                  </a:lnTo>
                  <a:lnTo>
                    <a:pt x="782" y="1505"/>
                  </a:lnTo>
                  <a:lnTo>
                    <a:pt x="602" y="1541"/>
                  </a:lnTo>
                  <a:lnTo>
                    <a:pt x="421" y="1577"/>
                  </a:lnTo>
                  <a:lnTo>
                    <a:pt x="271" y="1618"/>
                  </a:lnTo>
                  <a:lnTo>
                    <a:pt x="121" y="1658"/>
                  </a:lnTo>
                  <a:lnTo>
                    <a:pt x="1" y="1704"/>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83"/>
            <p:cNvSpPr/>
            <p:nvPr/>
          </p:nvSpPr>
          <p:spPr>
            <a:xfrm flipH="1">
              <a:off x="761309" y="1911575"/>
              <a:ext cx="36807" cy="40450"/>
            </a:xfrm>
            <a:custGeom>
              <a:avLst/>
              <a:gdLst/>
              <a:ahLst/>
              <a:cxnLst/>
              <a:rect l="l" t="t" r="r" b="b"/>
              <a:pathLst>
                <a:path w="8681" h="1618" extrusionOk="0">
                  <a:moveTo>
                    <a:pt x="4326" y="0"/>
                  </a:moveTo>
                  <a:lnTo>
                    <a:pt x="3965" y="10"/>
                  </a:lnTo>
                  <a:lnTo>
                    <a:pt x="3605" y="21"/>
                  </a:lnTo>
                  <a:lnTo>
                    <a:pt x="3245" y="36"/>
                  </a:lnTo>
                  <a:lnTo>
                    <a:pt x="2854" y="61"/>
                  </a:lnTo>
                  <a:lnTo>
                    <a:pt x="2494" y="87"/>
                  </a:lnTo>
                  <a:lnTo>
                    <a:pt x="2103" y="117"/>
                  </a:lnTo>
                  <a:lnTo>
                    <a:pt x="1713" y="158"/>
                  </a:lnTo>
                  <a:lnTo>
                    <a:pt x="1472" y="184"/>
                  </a:lnTo>
                  <a:lnTo>
                    <a:pt x="1262" y="214"/>
                  </a:lnTo>
                  <a:lnTo>
                    <a:pt x="1052" y="245"/>
                  </a:lnTo>
                  <a:lnTo>
                    <a:pt x="872" y="281"/>
                  </a:lnTo>
                  <a:lnTo>
                    <a:pt x="722" y="322"/>
                  </a:lnTo>
                  <a:lnTo>
                    <a:pt x="571" y="362"/>
                  </a:lnTo>
                  <a:lnTo>
                    <a:pt x="421" y="403"/>
                  </a:lnTo>
                  <a:lnTo>
                    <a:pt x="331" y="449"/>
                  </a:lnTo>
                  <a:lnTo>
                    <a:pt x="241" y="495"/>
                  </a:lnTo>
                  <a:lnTo>
                    <a:pt x="151" y="546"/>
                  </a:lnTo>
                  <a:lnTo>
                    <a:pt x="61" y="643"/>
                  </a:lnTo>
                  <a:lnTo>
                    <a:pt x="1" y="750"/>
                  </a:lnTo>
                  <a:lnTo>
                    <a:pt x="31" y="852"/>
                  </a:lnTo>
                  <a:lnTo>
                    <a:pt x="31" y="1138"/>
                  </a:lnTo>
                  <a:lnTo>
                    <a:pt x="241" y="1229"/>
                  </a:lnTo>
                  <a:lnTo>
                    <a:pt x="511" y="1306"/>
                  </a:lnTo>
                  <a:lnTo>
                    <a:pt x="782" y="1377"/>
                  </a:lnTo>
                  <a:lnTo>
                    <a:pt x="1052" y="1433"/>
                  </a:lnTo>
                  <a:lnTo>
                    <a:pt x="1382" y="1474"/>
                  </a:lnTo>
                  <a:lnTo>
                    <a:pt x="1713" y="1515"/>
                  </a:lnTo>
                  <a:lnTo>
                    <a:pt x="2073" y="1546"/>
                  </a:lnTo>
                  <a:lnTo>
                    <a:pt x="2434" y="1571"/>
                  </a:lnTo>
                  <a:lnTo>
                    <a:pt x="2824" y="1592"/>
                  </a:lnTo>
                  <a:lnTo>
                    <a:pt x="3184" y="1607"/>
                  </a:lnTo>
                  <a:lnTo>
                    <a:pt x="3575" y="1612"/>
                  </a:lnTo>
                  <a:lnTo>
                    <a:pt x="3965" y="1617"/>
                  </a:lnTo>
                  <a:lnTo>
                    <a:pt x="4506" y="1612"/>
                  </a:lnTo>
                  <a:lnTo>
                    <a:pt x="5017" y="1597"/>
                  </a:lnTo>
                  <a:lnTo>
                    <a:pt x="5527" y="1576"/>
                  </a:lnTo>
                  <a:lnTo>
                    <a:pt x="6038" y="1551"/>
                  </a:lnTo>
                  <a:lnTo>
                    <a:pt x="6518" y="1515"/>
                  </a:lnTo>
                  <a:lnTo>
                    <a:pt x="6969" y="1474"/>
                  </a:lnTo>
                  <a:lnTo>
                    <a:pt x="7419" y="1423"/>
                  </a:lnTo>
                  <a:lnTo>
                    <a:pt x="7810" y="1372"/>
                  </a:lnTo>
                  <a:lnTo>
                    <a:pt x="8080" y="1326"/>
                  </a:lnTo>
                  <a:lnTo>
                    <a:pt x="8320" y="1270"/>
                  </a:lnTo>
                  <a:lnTo>
                    <a:pt x="8531" y="1209"/>
                  </a:lnTo>
                  <a:lnTo>
                    <a:pt x="8681" y="1143"/>
                  </a:lnTo>
                  <a:lnTo>
                    <a:pt x="8681" y="877"/>
                  </a:lnTo>
                  <a:lnTo>
                    <a:pt x="8651" y="781"/>
                  </a:lnTo>
                  <a:lnTo>
                    <a:pt x="8621" y="684"/>
                  </a:lnTo>
                  <a:lnTo>
                    <a:pt x="8531" y="597"/>
                  </a:lnTo>
                  <a:lnTo>
                    <a:pt x="8410" y="510"/>
                  </a:lnTo>
                  <a:lnTo>
                    <a:pt x="8290" y="429"/>
                  </a:lnTo>
                  <a:lnTo>
                    <a:pt x="8110" y="357"/>
                  </a:lnTo>
                  <a:lnTo>
                    <a:pt x="7930" y="296"/>
                  </a:lnTo>
                  <a:lnTo>
                    <a:pt x="7720" y="245"/>
                  </a:lnTo>
                  <a:lnTo>
                    <a:pt x="7419" y="189"/>
                  </a:lnTo>
                  <a:lnTo>
                    <a:pt x="7089" y="138"/>
                  </a:lnTo>
                  <a:lnTo>
                    <a:pt x="6729" y="97"/>
                  </a:lnTo>
                  <a:lnTo>
                    <a:pt x="6368" y="61"/>
                  </a:lnTo>
                  <a:lnTo>
                    <a:pt x="5978" y="36"/>
                  </a:lnTo>
                  <a:lnTo>
                    <a:pt x="5557" y="15"/>
                  </a:lnTo>
                  <a:lnTo>
                    <a:pt x="5137" y="5"/>
                  </a:lnTo>
                  <a:lnTo>
                    <a:pt x="4686" y="0"/>
                  </a:lnTo>
                  <a:close/>
                </a:path>
              </a:pathLst>
            </a:custGeom>
            <a:solidFill>
              <a:srgbClr val="008B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83"/>
            <p:cNvSpPr/>
            <p:nvPr/>
          </p:nvSpPr>
          <p:spPr>
            <a:xfrm flipH="1">
              <a:off x="761309" y="1911575"/>
              <a:ext cx="36807" cy="40450"/>
            </a:xfrm>
            <a:custGeom>
              <a:avLst/>
              <a:gdLst/>
              <a:ahLst/>
              <a:cxnLst/>
              <a:rect l="l" t="t" r="r" b="b"/>
              <a:pathLst>
                <a:path w="8681" h="1618" fill="none" extrusionOk="0">
                  <a:moveTo>
                    <a:pt x="4686" y="0"/>
                  </a:moveTo>
                  <a:lnTo>
                    <a:pt x="4686" y="0"/>
                  </a:lnTo>
                  <a:lnTo>
                    <a:pt x="5137" y="5"/>
                  </a:lnTo>
                  <a:lnTo>
                    <a:pt x="5557" y="15"/>
                  </a:lnTo>
                  <a:lnTo>
                    <a:pt x="5978" y="36"/>
                  </a:lnTo>
                  <a:lnTo>
                    <a:pt x="6368" y="61"/>
                  </a:lnTo>
                  <a:lnTo>
                    <a:pt x="6729" y="97"/>
                  </a:lnTo>
                  <a:lnTo>
                    <a:pt x="7089" y="138"/>
                  </a:lnTo>
                  <a:lnTo>
                    <a:pt x="7419" y="189"/>
                  </a:lnTo>
                  <a:lnTo>
                    <a:pt x="7720" y="245"/>
                  </a:lnTo>
                  <a:lnTo>
                    <a:pt x="7720" y="245"/>
                  </a:lnTo>
                  <a:lnTo>
                    <a:pt x="7930" y="296"/>
                  </a:lnTo>
                  <a:lnTo>
                    <a:pt x="8110" y="357"/>
                  </a:lnTo>
                  <a:lnTo>
                    <a:pt x="8290" y="429"/>
                  </a:lnTo>
                  <a:lnTo>
                    <a:pt x="8410" y="510"/>
                  </a:lnTo>
                  <a:lnTo>
                    <a:pt x="8531" y="597"/>
                  </a:lnTo>
                  <a:lnTo>
                    <a:pt x="8621" y="684"/>
                  </a:lnTo>
                  <a:lnTo>
                    <a:pt x="8651" y="781"/>
                  </a:lnTo>
                  <a:lnTo>
                    <a:pt x="8681" y="877"/>
                  </a:lnTo>
                  <a:lnTo>
                    <a:pt x="8681" y="1143"/>
                  </a:lnTo>
                  <a:lnTo>
                    <a:pt x="8681" y="1143"/>
                  </a:lnTo>
                  <a:lnTo>
                    <a:pt x="8531" y="1209"/>
                  </a:lnTo>
                  <a:lnTo>
                    <a:pt x="8320" y="1270"/>
                  </a:lnTo>
                  <a:lnTo>
                    <a:pt x="8080" y="1326"/>
                  </a:lnTo>
                  <a:lnTo>
                    <a:pt x="7810" y="1372"/>
                  </a:lnTo>
                  <a:lnTo>
                    <a:pt x="7810" y="1372"/>
                  </a:lnTo>
                  <a:lnTo>
                    <a:pt x="7419" y="1423"/>
                  </a:lnTo>
                  <a:lnTo>
                    <a:pt x="6969" y="1474"/>
                  </a:lnTo>
                  <a:lnTo>
                    <a:pt x="6518" y="1515"/>
                  </a:lnTo>
                  <a:lnTo>
                    <a:pt x="6038" y="1551"/>
                  </a:lnTo>
                  <a:lnTo>
                    <a:pt x="5527" y="1576"/>
                  </a:lnTo>
                  <a:lnTo>
                    <a:pt x="5017" y="1597"/>
                  </a:lnTo>
                  <a:lnTo>
                    <a:pt x="4506" y="1612"/>
                  </a:lnTo>
                  <a:lnTo>
                    <a:pt x="3965" y="1617"/>
                  </a:lnTo>
                  <a:lnTo>
                    <a:pt x="3965" y="1617"/>
                  </a:lnTo>
                  <a:lnTo>
                    <a:pt x="3575" y="1612"/>
                  </a:lnTo>
                  <a:lnTo>
                    <a:pt x="3184" y="1607"/>
                  </a:lnTo>
                  <a:lnTo>
                    <a:pt x="2824" y="1592"/>
                  </a:lnTo>
                  <a:lnTo>
                    <a:pt x="2434" y="1571"/>
                  </a:lnTo>
                  <a:lnTo>
                    <a:pt x="2073" y="1546"/>
                  </a:lnTo>
                  <a:lnTo>
                    <a:pt x="1713" y="1515"/>
                  </a:lnTo>
                  <a:lnTo>
                    <a:pt x="1382" y="1474"/>
                  </a:lnTo>
                  <a:lnTo>
                    <a:pt x="1052" y="1433"/>
                  </a:lnTo>
                  <a:lnTo>
                    <a:pt x="1052" y="1433"/>
                  </a:lnTo>
                  <a:lnTo>
                    <a:pt x="782" y="1377"/>
                  </a:lnTo>
                  <a:lnTo>
                    <a:pt x="511" y="1306"/>
                  </a:lnTo>
                  <a:lnTo>
                    <a:pt x="241" y="1229"/>
                  </a:lnTo>
                  <a:lnTo>
                    <a:pt x="31" y="1138"/>
                  </a:lnTo>
                  <a:lnTo>
                    <a:pt x="31" y="852"/>
                  </a:lnTo>
                  <a:lnTo>
                    <a:pt x="31" y="852"/>
                  </a:lnTo>
                  <a:lnTo>
                    <a:pt x="1" y="750"/>
                  </a:lnTo>
                  <a:lnTo>
                    <a:pt x="61" y="643"/>
                  </a:lnTo>
                  <a:lnTo>
                    <a:pt x="151" y="546"/>
                  </a:lnTo>
                  <a:lnTo>
                    <a:pt x="241" y="495"/>
                  </a:lnTo>
                  <a:lnTo>
                    <a:pt x="331" y="449"/>
                  </a:lnTo>
                  <a:lnTo>
                    <a:pt x="421" y="403"/>
                  </a:lnTo>
                  <a:lnTo>
                    <a:pt x="571" y="362"/>
                  </a:lnTo>
                  <a:lnTo>
                    <a:pt x="722" y="322"/>
                  </a:lnTo>
                  <a:lnTo>
                    <a:pt x="872" y="281"/>
                  </a:lnTo>
                  <a:lnTo>
                    <a:pt x="1052" y="245"/>
                  </a:lnTo>
                  <a:lnTo>
                    <a:pt x="1262" y="214"/>
                  </a:lnTo>
                  <a:lnTo>
                    <a:pt x="1472" y="184"/>
                  </a:lnTo>
                  <a:lnTo>
                    <a:pt x="1713" y="158"/>
                  </a:lnTo>
                  <a:lnTo>
                    <a:pt x="1713" y="158"/>
                  </a:lnTo>
                  <a:lnTo>
                    <a:pt x="2103" y="117"/>
                  </a:lnTo>
                  <a:lnTo>
                    <a:pt x="2494" y="87"/>
                  </a:lnTo>
                  <a:lnTo>
                    <a:pt x="2854" y="61"/>
                  </a:lnTo>
                  <a:lnTo>
                    <a:pt x="3245" y="36"/>
                  </a:lnTo>
                  <a:lnTo>
                    <a:pt x="3605" y="21"/>
                  </a:lnTo>
                  <a:lnTo>
                    <a:pt x="3965" y="10"/>
                  </a:lnTo>
                  <a:lnTo>
                    <a:pt x="4326" y="0"/>
                  </a:lnTo>
                  <a:lnTo>
                    <a:pt x="468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83"/>
            <p:cNvSpPr/>
            <p:nvPr/>
          </p:nvSpPr>
          <p:spPr>
            <a:xfrm flipH="1">
              <a:off x="761309" y="1971500"/>
              <a:ext cx="36680" cy="39425"/>
            </a:xfrm>
            <a:custGeom>
              <a:avLst/>
              <a:gdLst/>
              <a:ahLst/>
              <a:cxnLst/>
              <a:rect l="l" t="t" r="r" b="b"/>
              <a:pathLst>
                <a:path w="8651" h="1577" extrusionOk="0">
                  <a:moveTo>
                    <a:pt x="4686" y="0"/>
                  </a:moveTo>
                  <a:lnTo>
                    <a:pt x="4296" y="6"/>
                  </a:lnTo>
                  <a:lnTo>
                    <a:pt x="3935" y="11"/>
                  </a:lnTo>
                  <a:lnTo>
                    <a:pt x="3545" y="26"/>
                  </a:lnTo>
                  <a:lnTo>
                    <a:pt x="3124" y="41"/>
                  </a:lnTo>
                  <a:lnTo>
                    <a:pt x="2734" y="62"/>
                  </a:lnTo>
                  <a:lnTo>
                    <a:pt x="2313" y="92"/>
                  </a:lnTo>
                  <a:lnTo>
                    <a:pt x="1893" y="123"/>
                  </a:lnTo>
                  <a:lnTo>
                    <a:pt x="1473" y="159"/>
                  </a:lnTo>
                  <a:lnTo>
                    <a:pt x="1232" y="184"/>
                  </a:lnTo>
                  <a:lnTo>
                    <a:pt x="992" y="215"/>
                  </a:lnTo>
                  <a:lnTo>
                    <a:pt x="782" y="245"/>
                  </a:lnTo>
                  <a:lnTo>
                    <a:pt x="602" y="281"/>
                  </a:lnTo>
                  <a:lnTo>
                    <a:pt x="421" y="317"/>
                  </a:lnTo>
                  <a:lnTo>
                    <a:pt x="271" y="358"/>
                  </a:lnTo>
                  <a:lnTo>
                    <a:pt x="121" y="398"/>
                  </a:lnTo>
                  <a:lnTo>
                    <a:pt x="1" y="444"/>
                  </a:lnTo>
                  <a:lnTo>
                    <a:pt x="1" y="648"/>
                  </a:lnTo>
                  <a:lnTo>
                    <a:pt x="1" y="704"/>
                  </a:lnTo>
                  <a:lnTo>
                    <a:pt x="1" y="760"/>
                  </a:lnTo>
                  <a:lnTo>
                    <a:pt x="31" y="873"/>
                  </a:lnTo>
                  <a:lnTo>
                    <a:pt x="121" y="980"/>
                  </a:lnTo>
                  <a:lnTo>
                    <a:pt x="271" y="1082"/>
                  </a:lnTo>
                  <a:lnTo>
                    <a:pt x="481" y="1174"/>
                  </a:lnTo>
                  <a:lnTo>
                    <a:pt x="722" y="1260"/>
                  </a:lnTo>
                  <a:lnTo>
                    <a:pt x="992" y="1332"/>
                  </a:lnTo>
                  <a:lnTo>
                    <a:pt x="1112" y="1362"/>
                  </a:lnTo>
                  <a:lnTo>
                    <a:pt x="1262" y="1388"/>
                  </a:lnTo>
                  <a:lnTo>
                    <a:pt x="1563" y="1434"/>
                  </a:lnTo>
                  <a:lnTo>
                    <a:pt x="1863" y="1475"/>
                  </a:lnTo>
                  <a:lnTo>
                    <a:pt x="2193" y="1505"/>
                  </a:lnTo>
                  <a:lnTo>
                    <a:pt x="2524" y="1531"/>
                  </a:lnTo>
                  <a:lnTo>
                    <a:pt x="2884" y="1551"/>
                  </a:lnTo>
                  <a:lnTo>
                    <a:pt x="3245" y="1566"/>
                  </a:lnTo>
                  <a:lnTo>
                    <a:pt x="3605" y="1571"/>
                  </a:lnTo>
                  <a:lnTo>
                    <a:pt x="3965" y="1577"/>
                  </a:lnTo>
                  <a:lnTo>
                    <a:pt x="4446" y="1571"/>
                  </a:lnTo>
                  <a:lnTo>
                    <a:pt x="4926" y="1556"/>
                  </a:lnTo>
                  <a:lnTo>
                    <a:pt x="5407" y="1536"/>
                  </a:lnTo>
                  <a:lnTo>
                    <a:pt x="5888" y="1510"/>
                  </a:lnTo>
                  <a:lnTo>
                    <a:pt x="6308" y="1475"/>
                  </a:lnTo>
                  <a:lnTo>
                    <a:pt x="6759" y="1429"/>
                  </a:lnTo>
                  <a:lnTo>
                    <a:pt x="7149" y="1383"/>
                  </a:lnTo>
                  <a:lnTo>
                    <a:pt x="7509" y="1332"/>
                  </a:lnTo>
                  <a:lnTo>
                    <a:pt x="7660" y="1306"/>
                  </a:lnTo>
                  <a:lnTo>
                    <a:pt x="7810" y="1276"/>
                  </a:lnTo>
                  <a:lnTo>
                    <a:pt x="8050" y="1214"/>
                  </a:lnTo>
                  <a:lnTo>
                    <a:pt x="8230" y="1143"/>
                  </a:lnTo>
                  <a:lnTo>
                    <a:pt x="8380" y="1067"/>
                  </a:lnTo>
                  <a:lnTo>
                    <a:pt x="8501" y="985"/>
                  </a:lnTo>
                  <a:lnTo>
                    <a:pt x="8591" y="903"/>
                  </a:lnTo>
                  <a:lnTo>
                    <a:pt x="8651" y="817"/>
                  </a:lnTo>
                  <a:lnTo>
                    <a:pt x="8651" y="725"/>
                  </a:lnTo>
                  <a:lnTo>
                    <a:pt x="8651" y="480"/>
                  </a:lnTo>
                  <a:lnTo>
                    <a:pt x="8501" y="409"/>
                  </a:lnTo>
                  <a:lnTo>
                    <a:pt x="8350" y="347"/>
                  </a:lnTo>
                  <a:lnTo>
                    <a:pt x="8170" y="296"/>
                  </a:lnTo>
                  <a:lnTo>
                    <a:pt x="7960" y="250"/>
                  </a:lnTo>
                  <a:lnTo>
                    <a:pt x="7630" y="194"/>
                  </a:lnTo>
                  <a:lnTo>
                    <a:pt x="7269" y="143"/>
                  </a:lnTo>
                  <a:lnTo>
                    <a:pt x="6909" y="102"/>
                  </a:lnTo>
                  <a:lnTo>
                    <a:pt x="6488" y="67"/>
                  </a:lnTo>
                  <a:lnTo>
                    <a:pt x="6068" y="41"/>
                  </a:lnTo>
                  <a:lnTo>
                    <a:pt x="5617" y="21"/>
                  </a:lnTo>
                  <a:lnTo>
                    <a:pt x="5167" y="6"/>
                  </a:lnTo>
                  <a:lnTo>
                    <a:pt x="4686" y="0"/>
                  </a:lnTo>
                  <a:close/>
                </a:path>
              </a:pathLst>
            </a:custGeom>
            <a:solidFill>
              <a:srgbClr val="001D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83"/>
            <p:cNvSpPr/>
            <p:nvPr/>
          </p:nvSpPr>
          <p:spPr>
            <a:xfrm flipH="1">
              <a:off x="761309" y="1971500"/>
              <a:ext cx="36680" cy="39425"/>
            </a:xfrm>
            <a:custGeom>
              <a:avLst/>
              <a:gdLst/>
              <a:ahLst/>
              <a:cxnLst/>
              <a:rect l="l" t="t" r="r" b="b"/>
              <a:pathLst>
                <a:path w="8651" h="1577" fill="none" extrusionOk="0">
                  <a:moveTo>
                    <a:pt x="4686" y="0"/>
                  </a:moveTo>
                  <a:lnTo>
                    <a:pt x="4686" y="0"/>
                  </a:lnTo>
                  <a:lnTo>
                    <a:pt x="5167" y="6"/>
                  </a:lnTo>
                  <a:lnTo>
                    <a:pt x="5617" y="21"/>
                  </a:lnTo>
                  <a:lnTo>
                    <a:pt x="6068" y="41"/>
                  </a:lnTo>
                  <a:lnTo>
                    <a:pt x="6488" y="67"/>
                  </a:lnTo>
                  <a:lnTo>
                    <a:pt x="6909" y="102"/>
                  </a:lnTo>
                  <a:lnTo>
                    <a:pt x="7269" y="143"/>
                  </a:lnTo>
                  <a:lnTo>
                    <a:pt x="7630" y="194"/>
                  </a:lnTo>
                  <a:lnTo>
                    <a:pt x="7960" y="250"/>
                  </a:lnTo>
                  <a:lnTo>
                    <a:pt x="7960" y="250"/>
                  </a:lnTo>
                  <a:lnTo>
                    <a:pt x="8170" y="296"/>
                  </a:lnTo>
                  <a:lnTo>
                    <a:pt x="8350" y="347"/>
                  </a:lnTo>
                  <a:lnTo>
                    <a:pt x="8501" y="409"/>
                  </a:lnTo>
                  <a:lnTo>
                    <a:pt x="8651" y="480"/>
                  </a:lnTo>
                  <a:lnTo>
                    <a:pt x="8651" y="725"/>
                  </a:lnTo>
                  <a:lnTo>
                    <a:pt x="8651" y="725"/>
                  </a:lnTo>
                  <a:lnTo>
                    <a:pt x="8651" y="817"/>
                  </a:lnTo>
                  <a:lnTo>
                    <a:pt x="8591" y="903"/>
                  </a:lnTo>
                  <a:lnTo>
                    <a:pt x="8501" y="985"/>
                  </a:lnTo>
                  <a:lnTo>
                    <a:pt x="8380" y="1067"/>
                  </a:lnTo>
                  <a:lnTo>
                    <a:pt x="8230" y="1143"/>
                  </a:lnTo>
                  <a:lnTo>
                    <a:pt x="8050" y="1214"/>
                  </a:lnTo>
                  <a:lnTo>
                    <a:pt x="7810" y="1276"/>
                  </a:lnTo>
                  <a:lnTo>
                    <a:pt x="7660" y="1306"/>
                  </a:lnTo>
                  <a:lnTo>
                    <a:pt x="7509" y="1332"/>
                  </a:lnTo>
                  <a:lnTo>
                    <a:pt x="7509" y="1332"/>
                  </a:lnTo>
                  <a:lnTo>
                    <a:pt x="7149" y="1383"/>
                  </a:lnTo>
                  <a:lnTo>
                    <a:pt x="6759" y="1429"/>
                  </a:lnTo>
                  <a:lnTo>
                    <a:pt x="6308" y="1475"/>
                  </a:lnTo>
                  <a:lnTo>
                    <a:pt x="5888" y="1510"/>
                  </a:lnTo>
                  <a:lnTo>
                    <a:pt x="5407" y="1536"/>
                  </a:lnTo>
                  <a:lnTo>
                    <a:pt x="4926" y="1556"/>
                  </a:lnTo>
                  <a:lnTo>
                    <a:pt x="4446" y="1571"/>
                  </a:lnTo>
                  <a:lnTo>
                    <a:pt x="3965" y="1577"/>
                  </a:lnTo>
                  <a:lnTo>
                    <a:pt x="3965" y="1577"/>
                  </a:lnTo>
                  <a:lnTo>
                    <a:pt x="3605" y="1571"/>
                  </a:lnTo>
                  <a:lnTo>
                    <a:pt x="3245" y="1566"/>
                  </a:lnTo>
                  <a:lnTo>
                    <a:pt x="2884" y="1551"/>
                  </a:lnTo>
                  <a:lnTo>
                    <a:pt x="2524" y="1531"/>
                  </a:lnTo>
                  <a:lnTo>
                    <a:pt x="2193" y="1505"/>
                  </a:lnTo>
                  <a:lnTo>
                    <a:pt x="1863" y="1475"/>
                  </a:lnTo>
                  <a:lnTo>
                    <a:pt x="1563" y="1434"/>
                  </a:lnTo>
                  <a:lnTo>
                    <a:pt x="1262" y="1388"/>
                  </a:lnTo>
                  <a:lnTo>
                    <a:pt x="1262" y="1388"/>
                  </a:lnTo>
                  <a:lnTo>
                    <a:pt x="1112" y="1362"/>
                  </a:lnTo>
                  <a:lnTo>
                    <a:pt x="992" y="1332"/>
                  </a:lnTo>
                  <a:lnTo>
                    <a:pt x="722" y="1260"/>
                  </a:lnTo>
                  <a:lnTo>
                    <a:pt x="481" y="1174"/>
                  </a:lnTo>
                  <a:lnTo>
                    <a:pt x="271" y="1082"/>
                  </a:lnTo>
                  <a:lnTo>
                    <a:pt x="121" y="980"/>
                  </a:lnTo>
                  <a:lnTo>
                    <a:pt x="31" y="873"/>
                  </a:lnTo>
                  <a:lnTo>
                    <a:pt x="1" y="760"/>
                  </a:lnTo>
                  <a:lnTo>
                    <a:pt x="1" y="704"/>
                  </a:lnTo>
                  <a:lnTo>
                    <a:pt x="1" y="648"/>
                  </a:lnTo>
                  <a:lnTo>
                    <a:pt x="1" y="444"/>
                  </a:lnTo>
                  <a:lnTo>
                    <a:pt x="1" y="444"/>
                  </a:lnTo>
                  <a:lnTo>
                    <a:pt x="121" y="398"/>
                  </a:lnTo>
                  <a:lnTo>
                    <a:pt x="271" y="358"/>
                  </a:lnTo>
                  <a:lnTo>
                    <a:pt x="421" y="317"/>
                  </a:lnTo>
                  <a:lnTo>
                    <a:pt x="602" y="281"/>
                  </a:lnTo>
                  <a:lnTo>
                    <a:pt x="782" y="245"/>
                  </a:lnTo>
                  <a:lnTo>
                    <a:pt x="992" y="215"/>
                  </a:lnTo>
                  <a:lnTo>
                    <a:pt x="1232" y="184"/>
                  </a:lnTo>
                  <a:lnTo>
                    <a:pt x="1473" y="159"/>
                  </a:lnTo>
                  <a:lnTo>
                    <a:pt x="1473" y="159"/>
                  </a:lnTo>
                  <a:lnTo>
                    <a:pt x="1893" y="123"/>
                  </a:lnTo>
                  <a:lnTo>
                    <a:pt x="2313" y="92"/>
                  </a:lnTo>
                  <a:lnTo>
                    <a:pt x="2734" y="62"/>
                  </a:lnTo>
                  <a:lnTo>
                    <a:pt x="3124" y="41"/>
                  </a:lnTo>
                  <a:lnTo>
                    <a:pt x="3545" y="26"/>
                  </a:lnTo>
                  <a:lnTo>
                    <a:pt x="3935" y="11"/>
                  </a:lnTo>
                  <a:lnTo>
                    <a:pt x="4296" y="6"/>
                  </a:lnTo>
                  <a:lnTo>
                    <a:pt x="468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83"/>
            <p:cNvSpPr/>
            <p:nvPr/>
          </p:nvSpPr>
          <p:spPr>
            <a:xfrm flipH="1">
              <a:off x="759906" y="2054775"/>
              <a:ext cx="39610" cy="183000"/>
            </a:xfrm>
            <a:custGeom>
              <a:avLst/>
              <a:gdLst/>
              <a:ahLst/>
              <a:cxnLst/>
              <a:rect l="l" t="t" r="r" b="b"/>
              <a:pathLst>
                <a:path w="9342" h="7320" extrusionOk="0">
                  <a:moveTo>
                    <a:pt x="30" y="0"/>
                  </a:moveTo>
                  <a:lnTo>
                    <a:pt x="0" y="92"/>
                  </a:lnTo>
                  <a:lnTo>
                    <a:pt x="30" y="179"/>
                  </a:lnTo>
                  <a:lnTo>
                    <a:pt x="30" y="1265"/>
                  </a:lnTo>
                  <a:lnTo>
                    <a:pt x="0" y="1362"/>
                  </a:lnTo>
                  <a:lnTo>
                    <a:pt x="30" y="1454"/>
                  </a:lnTo>
                  <a:lnTo>
                    <a:pt x="30" y="2285"/>
                  </a:lnTo>
                  <a:lnTo>
                    <a:pt x="0" y="2382"/>
                  </a:lnTo>
                  <a:lnTo>
                    <a:pt x="30" y="2479"/>
                  </a:lnTo>
                  <a:lnTo>
                    <a:pt x="30" y="2902"/>
                  </a:lnTo>
                  <a:lnTo>
                    <a:pt x="0" y="2994"/>
                  </a:lnTo>
                  <a:lnTo>
                    <a:pt x="30" y="3086"/>
                  </a:lnTo>
                  <a:lnTo>
                    <a:pt x="30" y="3560"/>
                  </a:lnTo>
                  <a:lnTo>
                    <a:pt x="0" y="3657"/>
                  </a:lnTo>
                  <a:lnTo>
                    <a:pt x="30" y="3749"/>
                  </a:lnTo>
                  <a:lnTo>
                    <a:pt x="30" y="4173"/>
                  </a:lnTo>
                  <a:lnTo>
                    <a:pt x="0" y="4269"/>
                  </a:lnTo>
                  <a:lnTo>
                    <a:pt x="30" y="4361"/>
                  </a:lnTo>
                  <a:lnTo>
                    <a:pt x="30" y="5193"/>
                  </a:lnTo>
                  <a:lnTo>
                    <a:pt x="0" y="5290"/>
                  </a:lnTo>
                  <a:lnTo>
                    <a:pt x="30" y="5381"/>
                  </a:lnTo>
                  <a:lnTo>
                    <a:pt x="30" y="6468"/>
                  </a:lnTo>
                  <a:lnTo>
                    <a:pt x="0" y="6570"/>
                  </a:lnTo>
                  <a:lnTo>
                    <a:pt x="60" y="6672"/>
                  </a:lnTo>
                  <a:lnTo>
                    <a:pt x="90" y="6723"/>
                  </a:lnTo>
                  <a:lnTo>
                    <a:pt x="151" y="6774"/>
                  </a:lnTo>
                  <a:lnTo>
                    <a:pt x="241" y="6820"/>
                  </a:lnTo>
                  <a:lnTo>
                    <a:pt x="331" y="6871"/>
                  </a:lnTo>
                  <a:lnTo>
                    <a:pt x="451" y="6912"/>
                  </a:lnTo>
                  <a:lnTo>
                    <a:pt x="601" y="6957"/>
                  </a:lnTo>
                  <a:lnTo>
                    <a:pt x="751" y="6998"/>
                  </a:lnTo>
                  <a:lnTo>
                    <a:pt x="901" y="7039"/>
                  </a:lnTo>
                  <a:lnTo>
                    <a:pt x="1112" y="7075"/>
                  </a:lnTo>
                  <a:lnTo>
                    <a:pt x="1322" y="7105"/>
                  </a:lnTo>
                  <a:lnTo>
                    <a:pt x="1562" y="7136"/>
                  </a:lnTo>
                  <a:lnTo>
                    <a:pt x="1802" y="7162"/>
                  </a:lnTo>
                  <a:lnTo>
                    <a:pt x="2223" y="7202"/>
                  </a:lnTo>
                  <a:lnTo>
                    <a:pt x="2643" y="7233"/>
                  </a:lnTo>
                  <a:lnTo>
                    <a:pt x="3064" y="7258"/>
                  </a:lnTo>
                  <a:lnTo>
                    <a:pt x="3484" y="7279"/>
                  </a:lnTo>
                  <a:lnTo>
                    <a:pt x="3875" y="7299"/>
                  </a:lnTo>
                  <a:lnTo>
                    <a:pt x="4265" y="7309"/>
                  </a:lnTo>
                  <a:lnTo>
                    <a:pt x="4656" y="7320"/>
                  </a:lnTo>
                  <a:lnTo>
                    <a:pt x="5016" y="7320"/>
                  </a:lnTo>
                  <a:lnTo>
                    <a:pt x="5497" y="7315"/>
                  </a:lnTo>
                  <a:lnTo>
                    <a:pt x="5977" y="7304"/>
                  </a:lnTo>
                  <a:lnTo>
                    <a:pt x="6428" y="7284"/>
                  </a:lnTo>
                  <a:lnTo>
                    <a:pt x="6848" y="7253"/>
                  </a:lnTo>
                  <a:lnTo>
                    <a:pt x="7239" y="7223"/>
                  </a:lnTo>
                  <a:lnTo>
                    <a:pt x="7629" y="7177"/>
                  </a:lnTo>
                  <a:lnTo>
                    <a:pt x="7990" y="7131"/>
                  </a:lnTo>
                  <a:lnTo>
                    <a:pt x="8320" y="7075"/>
                  </a:lnTo>
                  <a:lnTo>
                    <a:pt x="8530" y="7024"/>
                  </a:lnTo>
                  <a:lnTo>
                    <a:pt x="8740" y="6963"/>
                  </a:lnTo>
                  <a:lnTo>
                    <a:pt x="8921" y="6891"/>
                  </a:lnTo>
                  <a:lnTo>
                    <a:pt x="9071" y="6810"/>
                  </a:lnTo>
                  <a:lnTo>
                    <a:pt x="9191" y="6723"/>
                  </a:lnTo>
                  <a:lnTo>
                    <a:pt x="9281" y="6631"/>
                  </a:lnTo>
                  <a:lnTo>
                    <a:pt x="9311" y="6539"/>
                  </a:lnTo>
                  <a:lnTo>
                    <a:pt x="9341" y="6442"/>
                  </a:lnTo>
                  <a:lnTo>
                    <a:pt x="9341" y="5172"/>
                  </a:lnTo>
                  <a:lnTo>
                    <a:pt x="9341" y="4285"/>
                  </a:lnTo>
                  <a:lnTo>
                    <a:pt x="9341" y="3535"/>
                  </a:lnTo>
                  <a:lnTo>
                    <a:pt x="9341" y="3010"/>
                  </a:lnTo>
                  <a:lnTo>
                    <a:pt x="9341" y="2265"/>
                  </a:lnTo>
                  <a:lnTo>
                    <a:pt x="9341" y="1377"/>
                  </a:lnTo>
                  <a:lnTo>
                    <a:pt x="9341" y="102"/>
                  </a:lnTo>
                  <a:lnTo>
                    <a:pt x="9311" y="0"/>
                  </a:lnTo>
                  <a:lnTo>
                    <a:pt x="9281" y="77"/>
                  </a:lnTo>
                  <a:lnTo>
                    <a:pt x="9221" y="148"/>
                  </a:lnTo>
                  <a:lnTo>
                    <a:pt x="9101" y="220"/>
                  </a:lnTo>
                  <a:lnTo>
                    <a:pt x="8981" y="286"/>
                  </a:lnTo>
                  <a:lnTo>
                    <a:pt x="8831" y="347"/>
                  </a:lnTo>
                  <a:lnTo>
                    <a:pt x="8620" y="408"/>
                  </a:lnTo>
                  <a:lnTo>
                    <a:pt x="8410" y="459"/>
                  </a:lnTo>
                  <a:lnTo>
                    <a:pt x="8140" y="505"/>
                  </a:lnTo>
                  <a:lnTo>
                    <a:pt x="7719" y="556"/>
                  </a:lnTo>
                  <a:lnTo>
                    <a:pt x="7299" y="602"/>
                  </a:lnTo>
                  <a:lnTo>
                    <a:pt x="6848" y="643"/>
                  </a:lnTo>
                  <a:lnTo>
                    <a:pt x="6368" y="679"/>
                  </a:lnTo>
                  <a:lnTo>
                    <a:pt x="5857" y="709"/>
                  </a:lnTo>
                  <a:lnTo>
                    <a:pt x="5347" y="730"/>
                  </a:lnTo>
                  <a:lnTo>
                    <a:pt x="4836" y="745"/>
                  </a:lnTo>
                  <a:lnTo>
                    <a:pt x="3905" y="745"/>
                  </a:lnTo>
                  <a:lnTo>
                    <a:pt x="3514" y="735"/>
                  </a:lnTo>
                  <a:lnTo>
                    <a:pt x="3124" y="724"/>
                  </a:lnTo>
                  <a:lnTo>
                    <a:pt x="2764" y="704"/>
                  </a:lnTo>
                  <a:lnTo>
                    <a:pt x="2403" y="679"/>
                  </a:lnTo>
                  <a:lnTo>
                    <a:pt x="2043" y="648"/>
                  </a:lnTo>
                  <a:lnTo>
                    <a:pt x="1712" y="607"/>
                  </a:lnTo>
                  <a:lnTo>
                    <a:pt x="1382" y="561"/>
                  </a:lnTo>
                  <a:lnTo>
                    <a:pt x="1142" y="515"/>
                  </a:lnTo>
                  <a:lnTo>
                    <a:pt x="901" y="464"/>
                  </a:lnTo>
                  <a:lnTo>
                    <a:pt x="691" y="398"/>
                  </a:lnTo>
                  <a:lnTo>
                    <a:pt x="511" y="332"/>
                  </a:lnTo>
                  <a:lnTo>
                    <a:pt x="331" y="255"/>
                  </a:lnTo>
                  <a:lnTo>
                    <a:pt x="211" y="174"/>
                  </a:lnTo>
                  <a:lnTo>
                    <a:pt x="90" y="87"/>
                  </a:lnTo>
                  <a:lnTo>
                    <a:pt x="30" y="0"/>
                  </a:lnTo>
                  <a:close/>
                </a:path>
              </a:pathLst>
            </a:custGeom>
            <a:solidFill>
              <a:srgbClr val="FF5E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83"/>
            <p:cNvSpPr/>
            <p:nvPr/>
          </p:nvSpPr>
          <p:spPr>
            <a:xfrm flipH="1">
              <a:off x="759906" y="2054775"/>
              <a:ext cx="39610" cy="183000"/>
            </a:xfrm>
            <a:custGeom>
              <a:avLst/>
              <a:gdLst/>
              <a:ahLst/>
              <a:cxnLst/>
              <a:rect l="l" t="t" r="r" b="b"/>
              <a:pathLst>
                <a:path w="9342" h="7320" fill="none" extrusionOk="0">
                  <a:moveTo>
                    <a:pt x="30" y="0"/>
                  </a:moveTo>
                  <a:lnTo>
                    <a:pt x="30" y="0"/>
                  </a:lnTo>
                  <a:lnTo>
                    <a:pt x="90" y="87"/>
                  </a:lnTo>
                  <a:lnTo>
                    <a:pt x="211" y="174"/>
                  </a:lnTo>
                  <a:lnTo>
                    <a:pt x="331" y="255"/>
                  </a:lnTo>
                  <a:lnTo>
                    <a:pt x="511" y="332"/>
                  </a:lnTo>
                  <a:lnTo>
                    <a:pt x="691" y="398"/>
                  </a:lnTo>
                  <a:lnTo>
                    <a:pt x="901" y="464"/>
                  </a:lnTo>
                  <a:lnTo>
                    <a:pt x="1142" y="515"/>
                  </a:lnTo>
                  <a:lnTo>
                    <a:pt x="1382" y="561"/>
                  </a:lnTo>
                  <a:lnTo>
                    <a:pt x="1382" y="561"/>
                  </a:lnTo>
                  <a:lnTo>
                    <a:pt x="1712" y="607"/>
                  </a:lnTo>
                  <a:lnTo>
                    <a:pt x="2043" y="648"/>
                  </a:lnTo>
                  <a:lnTo>
                    <a:pt x="2403" y="679"/>
                  </a:lnTo>
                  <a:lnTo>
                    <a:pt x="2764" y="704"/>
                  </a:lnTo>
                  <a:lnTo>
                    <a:pt x="3124" y="724"/>
                  </a:lnTo>
                  <a:lnTo>
                    <a:pt x="3514" y="735"/>
                  </a:lnTo>
                  <a:lnTo>
                    <a:pt x="3905" y="745"/>
                  </a:lnTo>
                  <a:lnTo>
                    <a:pt x="4295" y="745"/>
                  </a:lnTo>
                  <a:lnTo>
                    <a:pt x="4295" y="745"/>
                  </a:lnTo>
                  <a:lnTo>
                    <a:pt x="4836" y="745"/>
                  </a:lnTo>
                  <a:lnTo>
                    <a:pt x="5347" y="730"/>
                  </a:lnTo>
                  <a:lnTo>
                    <a:pt x="5857" y="709"/>
                  </a:lnTo>
                  <a:lnTo>
                    <a:pt x="6368" y="679"/>
                  </a:lnTo>
                  <a:lnTo>
                    <a:pt x="6848" y="643"/>
                  </a:lnTo>
                  <a:lnTo>
                    <a:pt x="7299" y="602"/>
                  </a:lnTo>
                  <a:lnTo>
                    <a:pt x="7719" y="556"/>
                  </a:lnTo>
                  <a:lnTo>
                    <a:pt x="8140" y="505"/>
                  </a:lnTo>
                  <a:lnTo>
                    <a:pt x="8140" y="505"/>
                  </a:lnTo>
                  <a:lnTo>
                    <a:pt x="8410" y="459"/>
                  </a:lnTo>
                  <a:lnTo>
                    <a:pt x="8620" y="408"/>
                  </a:lnTo>
                  <a:lnTo>
                    <a:pt x="8831" y="347"/>
                  </a:lnTo>
                  <a:lnTo>
                    <a:pt x="8981" y="286"/>
                  </a:lnTo>
                  <a:lnTo>
                    <a:pt x="9101" y="220"/>
                  </a:lnTo>
                  <a:lnTo>
                    <a:pt x="9221" y="148"/>
                  </a:lnTo>
                  <a:lnTo>
                    <a:pt x="9281" y="77"/>
                  </a:lnTo>
                  <a:lnTo>
                    <a:pt x="9311" y="0"/>
                  </a:lnTo>
                  <a:lnTo>
                    <a:pt x="9311" y="0"/>
                  </a:lnTo>
                  <a:lnTo>
                    <a:pt x="9341" y="102"/>
                  </a:lnTo>
                  <a:lnTo>
                    <a:pt x="9341" y="1377"/>
                  </a:lnTo>
                  <a:lnTo>
                    <a:pt x="9341" y="2265"/>
                  </a:lnTo>
                  <a:lnTo>
                    <a:pt x="9341" y="3010"/>
                  </a:lnTo>
                  <a:lnTo>
                    <a:pt x="9341" y="3535"/>
                  </a:lnTo>
                  <a:lnTo>
                    <a:pt x="9341" y="4285"/>
                  </a:lnTo>
                  <a:lnTo>
                    <a:pt x="9341" y="5172"/>
                  </a:lnTo>
                  <a:lnTo>
                    <a:pt x="9341" y="6442"/>
                  </a:lnTo>
                  <a:lnTo>
                    <a:pt x="9341" y="6442"/>
                  </a:lnTo>
                  <a:lnTo>
                    <a:pt x="9311" y="6539"/>
                  </a:lnTo>
                  <a:lnTo>
                    <a:pt x="9281" y="6631"/>
                  </a:lnTo>
                  <a:lnTo>
                    <a:pt x="9191" y="6723"/>
                  </a:lnTo>
                  <a:lnTo>
                    <a:pt x="9071" y="6810"/>
                  </a:lnTo>
                  <a:lnTo>
                    <a:pt x="8921" y="6891"/>
                  </a:lnTo>
                  <a:lnTo>
                    <a:pt x="8740" y="6963"/>
                  </a:lnTo>
                  <a:lnTo>
                    <a:pt x="8530" y="7024"/>
                  </a:lnTo>
                  <a:lnTo>
                    <a:pt x="8320" y="7075"/>
                  </a:lnTo>
                  <a:lnTo>
                    <a:pt x="8320" y="7075"/>
                  </a:lnTo>
                  <a:lnTo>
                    <a:pt x="7990" y="7131"/>
                  </a:lnTo>
                  <a:lnTo>
                    <a:pt x="7629" y="7177"/>
                  </a:lnTo>
                  <a:lnTo>
                    <a:pt x="7239" y="7223"/>
                  </a:lnTo>
                  <a:lnTo>
                    <a:pt x="6848" y="7253"/>
                  </a:lnTo>
                  <a:lnTo>
                    <a:pt x="6428" y="7284"/>
                  </a:lnTo>
                  <a:lnTo>
                    <a:pt x="5977" y="7304"/>
                  </a:lnTo>
                  <a:lnTo>
                    <a:pt x="5497" y="7315"/>
                  </a:lnTo>
                  <a:lnTo>
                    <a:pt x="5016" y="7320"/>
                  </a:lnTo>
                  <a:lnTo>
                    <a:pt x="5016" y="7320"/>
                  </a:lnTo>
                  <a:lnTo>
                    <a:pt x="4656" y="7320"/>
                  </a:lnTo>
                  <a:lnTo>
                    <a:pt x="4265" y="7309"/>
                  </a:lnTo>
                  <a:lnTo>
                    <a:pt x="3875" y="7299"/>
                  </a:lnTo>
                  <a:lnTo>
                    <a:pt x="3484" y="7279"/>
                  </a:lnTo>
                  <a:lnTo>
                    <a:pt x="3064" y="7258"/>
                  </a:lnTo>
                  <a:lnTo>
                    <a:pt x="2643" y="7233"/>
                  </a:lnTo>
                  <a:lnTo>
                    <a:pt x="2223" y="7202"/>
                  </a:lnTo>
                  <a:lnTo>
                    <a:pt x="1802" y="7162"/>
                  </a:lnTo>
                  <a:lnTo>
                    <a:pt x="1802" y="7162"/>
                  </a:lnTo>
                  <a:lnTo>
                    <a:pt x="1562" y="7136"/>
                  </a:lnTo>
                  <a:lnTo>
                    <a:pt x="1322" y="7105"/>
                  </a:lnTo>
                  <a:lnTo>
                    <a:pt x="1112" y="7075"/>
                  </a:lnTo>
                  <a:lnTo>
                    <a:pt x="901" y="7039"/>
                  </a:lnTo>
                  <a:lnTo>
                    <a:pt x="751" y="6998"/>
                  </a:lnTo>
                  <a:lnTo>
                    <a:pt x="601" y="6957"/>
                  </a:lnTo>
                  <a:lnTo>
                    <a:pt x="451" y="6912"/>
                  </a:lnTo>
                  <a:lnTo>
                    <a:pt x="331" y="6871"/>
                  </a:lnTo>
                  <a:lnTo>
                    <a:pt x="241" y="6820"/>
                  </a:lnTo>
                  <a:lnTo>
                    <a:pt x="151" y="6774"/>
                  </a:lnTo>
                  <a:lnTo>
                    <a:pt x="90" y="6723"/>
                  </a:lnTo>
                  <a:lnTo>
                    <a:pt x="60" y="6672"/>
                  </a:lnTo>
                  <a:lnTo>
                    <a:pt x="0" y="6570"/>
                  </a:lnTo>
                  <a:lnTo>
                    <a:pt x="30" y="6468"/>
                  </a:lnTo>
                  <a:lnTo>
                    <a:pt x="30" y="5381"/>
                  </a:lnTo>
                  <a:lnTo>
                    <a:pt x="30" y="5381"/>
                  </a:lnTo>
                  <a:lnTo>
                    <a:pt x="0" y="5290"/>
                  </a:lnTo>
                  <a:lnTo>
                    <a:pt x="30" y="5193"/>
                  </a:lnTo>
                  <a:lnTo>
                    <a:pt x="30" y="4361"/>
                  </a:lnTo>
                  <a:lnTo>
                    <a:pt x="30" y="4361"/>
                  </a:lnTo>
                  <a:lnTo>
                    <a:pt x="0" y="4269"/>
                  </a:lnTo>
                  <a:lnTo>
                    <a:pt x="30" y="4173"/>
                  </a:lnTo>
                  <a:lnTo>
                    <a:pt x="30" y="3749"/>
                  </a:lnTo>
                  <a:lnTo>
                    <a:pt x="30" y="3749"/>
                  </a:lnTo>
                  <a:lnTo>
                    <a:pt x="0" y="3657"/>
                  </a:lnTo>
                  <a:lnTo>
                    <a:pt x="30" y="3560"/>
                  </a:lnTo>
                  <a:lnTo>
                    <a:pt x="30" y="3086"/>
                  </a:lnTo>
                  <a:lnTo>
                    <a:pt x="30" y="3086"/>
                  </a:lnTo>
                  <a:lnTo>
                    <a:pt x="0" y="2994"/>
                  </a:lnTo>
                  <a:lnTo>
                    <a:pt x="30" y="2902"/>
                  </a:lnTo>
                  <a:lnTo>
                    <a:pt x="30" y="2479"/>
                  </a:lnTo>
                  <a:lnTo>
                    <a:pt x="30" y="2479"/>
                  </a:lnTo>
                  <a:lnTo>
                    <a:pt x="0" y="2382"/>
                  </a:lnTo>
                  <a:lnTo>
                    <a:pt x="30" y="2285"/>
                  </a:lnTo>
                  <a:lnTo>
                    <a:pt x="30" y="1454"/>
                  </a:lnTo>
                  <a:lnTo>
                    <a:pt x="30" y="1454"/>
                  </a:lnTo>
                  <a:lnTo>
                    <a:pt x="0" y="1362"/>
                  </a:lnTo>
                  <a:lnTo>
                    <a:pt x="30" y="1265"/>
                  </a:lnTo>
                  <a:lnTo>
                    <a:pt x="30" y="179"/>
                  </a:lnTo>
                  <a:lnTo>
                    <a:pt x="30" y="179"/>
                  </a:lnTo>
                  <a:lnTo>
                    <a:pt x="0" y="92"/>
                  </a:lnTo>
                  <a:lnTo>
                    <a:pt x="3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83"/>
            <p:cNvSpPr/>
            <p:nvPr/>
          </p:nvSpPr>
          <p:spPr>
            <a:xfrm flipH="1">
              <a:off x="760033" y="2036150"/>
              <a:ext cx="39356" cy="37250"/>
            </a:xfrm>
            <a:custGeom>
              <a:avLst/>
              <a:gdLst/>
              <a:ahLst/>
              <a:cxnLst/>
              <a:rect l="l" t="t" r="r" b="b"/>
              <a:pathLst>
                <a:path w="9282" h="1490" extrusionOk="0">
                  <a:moveTo>
                    <a:pt x="4235" y="0"/>
                  </a:moveTo>
                  <a:lnTo>
                    <a:pt x="3845" y="6"/>
                  </a:lnTo>
                  <a:lnTo>
                    <a:pt x="3454" y="11"/>
                  </a:lnTo>
                  <a:lnTo>
                    <a:pt x="3094" y="26"/>
                  </a:lnTo>
                  <a:lnTo>
                    <a:pt x="2704" y="46"/>
                  </a:lnTo>
                  <a:lnTo>
                    <a:pt x="2343" y="72"/>
                  </a:lnTo>
                  <a:lnTo>
                    <a:pt x="1983" y="103"/>
                  </a:lnTo>
                  <a:lnTo>
                    <a:pt x="1652" y="143"/>
                  </a:lnTo>
                  <a:lnTo>
                    <a:pt x="1322" y="184"/>
                  </a:lnTo>
                  <a:lnTo>
                    <a:pt x="1082" y="230"/>
                  </a:lnTo>
                  <a:lnTo>
                    <a:pt x="871" y="286"/>
                  </a:lnTo>
                  <a:lnTo>
                    <a:pt x="661" y="347"/>
                  </a:lnTo>
                  <a:lnTo>
                    <a:pt x="451" y="419"/>
                  </a:lnTo>
                  <a:lnTo>
                    <a:pt x="301" y="495"/>
                  </a:lnTo>
                  <a:lnTo>
                    <a:pt x="181" y="572"/>
                  </a:lnTo>
                  <a:lnTo>
                    <a:pt x="60" y="658"/>
                  </a:lnTo>
                  <a:lnTo>
                    <a:pt x="0" y="745"/>
                  </a:lnTo>
                  <a:lnTo>
                    <a:pt x="60" y="832"/>
                  </a:lnTo>
                  <a:lnTo>
                    <a:pt x="181" y="919"/>
                  </a:lnTo>
                  <a:lnTo>
                    <a:pt x="301" y="1000"/>
                  </a:lnTo>
                  <a:lnTo>
                    <a:pt x="481" y="1077"/>
                  </a:lnTo>
                  <a:lnTo>
                    <a:pt x="661" y="1143"/>
                  </a:lnTo>
                  <a:lnTo>
                    <a:pt x="871" y="1209"/>
                  </a:lnTo>
                  <a:lnTo>
                    <a:pt x="1112" y="1260"/>
                  </a:lnTo>
                  <a:lnTo>
                    <a:pt x="1352" y="1306"/>
                  </a:lnTo>
                  <a:lnTo>
                    <a:pt x="1682" y="1352"/>
                  </a:lnTo>
                  <a:lnTo>
                    <a:pt x="2013" y="1393"/>
                  </a:lnTo>
                  <a:lnTo>
                    <a:pt x="2373" y="1424"/>
                  </a:lnTo>
                  <a:lnTo>
                    <a:pt x="2734" y="1449"/>
                  </a:lnTo>
                  <a:lnTo>
                    <a:pt x="3094" y="1469"/>
                  </a:lnTo>
                  <a:lnTo>
                    <a:pt x="3484" y="1480"/>
                  </a:lnTo>
                  <a:lnTo>
                    <a:pt x="3875" y="1490"/>
                  </a:lnTo>
                  <a:lnTo>
                    <a:pt x="4806" y="1490"/>
                  </a:lnTo>
                  <a:lnTo>
                    <a:pt x="5317" y="1475"/>
                  </a:lnTo>
                  <a:lnTo>
                    <a:pt x="5827" y="1454"/>
                  </a:lnTo>
                  <a:lnTo>
                    <a:pt x="6338" y="1424"/>
                  </a:lnTo>
                  <a:lnTo>
                    <a:pt x="6818" y="1388"/>
                  </a:lnTo>
                  <a:lnTo>
                    <a:pt x="7269" y="1347"/>
                  </a:lnTo>
                  <a:lnTo>
                    <a:pt x="7689" y="1301"/>
                  </a:lnTo>
                  <a:lnTo>
                    <a:pt x="8110" y="1250"/>
                  </a:lnTo>
                  <a:lnTo>
                    <a:pt x="8380" y="1204"/>
                  </a:lnTo>
                  <a:lnTo>
                    <a:pt x="8590" y="1153"/>
                  </a:lnTo>
                  <a:lnTo>
                    <a:pt x="8801" y="1092"/>
                  </a:lnTo>
                  <a:lnTo>
                    <a:pt x="8951" y="1031"/>
                  </a:lnTo>
                  <a:lnTo>
                    <a:pt x="9071" y="965"/>
                  </a:lnTo>
                  <a:lnTo>
                    <a:pt x="9191" y="893"/>
                  </a:lnTo>
                  <a:lnTo>
                    <a:pt x="9251" y="822"/>
                  </a:lnTo>
                  <a:lnTo>
                    <a:pt x="9281" y="745"/>
                  </a:lnTo>
                  <a:lnTo>
                    <a:pt x="9251" y="674"/>
                  </a:lnTo>
                  <a:lnTo>
                    <a:pt x="9191" y="602"/>
                  </a:lnTo>
                  <a:lnTo>
                    <a:pt x="9071" y="531"/>
                  </a:lnTo>
                  <a:lnTo>
                    <a:pt x="8951" y="465"/>
                  </a:lnTo>
                  <a:lnTo>
                    <a:pt x="8771" y="398"/>
                  </a:lnTo>
                  <a:lnTo>
                    <a:pt x="8590" y="342"/>
                  </a:lnTo>
                  <a:lnTo>
                    <a:pt x="8350" y="291"/>
                  </a:lnTo>
                  <a:lnTo>
                    <a:pt x="8080" y="245"/>
                  </a:lnTo>
                  <a:lnTo>
                    <a:pt x="7689" y="194"/>
                  </a:lnTo>
                  <a:lnTo>
                    <a:pt x="7269" y="143"/>
                  </a:lnTo>
                  <a:lnTo>
                    <a:pt x="6788" y="103"/>
                  </a:lnTo>
                  <a:lnTo>
                    <a:pt x="6308" y="67"/>
                  </a:lnTo>
                  <a:lnTo>
                    <a:pt x="5827" y="41"/>
                  </a:lnTo>
                  <a:lnTo>
                    <a:pt x="5287" y="21"/>
                  </a:lnTo>
                  <a:lnTo>
                    <a:pt x="4776" y="6"/>
                  </a:lnTo>
                  <a:lnTo>
                    <a:pt x="4235" y="0"/>
                  </a:lnTo>
                  <a:close/>
                </a:path>
              </a:pathLst>
            </a:custGeom>
            <a:solidFill>
              <a:srgbClr val="8B0F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83"/>
            <p:cNvSpPr/>
            <p:nvPr/>
          </p:nvSpPr>
          <p:spPr>
            <a:xfrm flipH="1">
              <a:off x="760033" y="2036150"/>
              <a:ext cx="39356" cy="37250"/>
            </a:xfrm>
            <a:custGeom>
              <a:avLst/>
              <a:gdLst/>
              <a:ahLst/>
              <a:cxnLst/>
              <a:rect l="l" t="t" r="r" b="b"/>
              <a:pathLst>
                <a:path w="9282" h="1490" fill="none" extrusionOk="0">
                  <a:moveTo>
                    <a:pt x="4235" y="0"/>
                  </a:moveTo>
                  <a:lnTo>
                    <a:pt x="4235" y="0"/>
                  </a:lnTo>
                  <a:lnTo>
                    <a:pt x="4776" y="6"/>
                  </a:lnTo>
                  <a:lnTo>
                    <a:pt x="5287" y="21"/>
                  </a:lnTo>
                  <a:lnTo>
                    <a:pt x="5827" y="41"/>
                  </a:lnTo>
                  <a:lnTo>
                    <a:pt x="6308" y="67"/>
                  </a:lnTo>
                  <a:lnTo>
                    <a:pt x="6788" y="103"/>
                  </a:lnTo>
                  <a:lnTo>
                    <a:pt x="7269" y="143"/>
                  </a:lnTo>
                  <a:lnTo>
                    <a:pt x="7689" y="194"/>
                  </a:lnTo>
                  <a:lnTo>
                    <a:pt x="8080" y="245"/>
                  </a:lnTo>
                  <a:lnTo>
                    <a:pt x="8080" y="245"/>
                  </a:lnTo>
                  <a:lnTo>
                    <a:pt x="8350" y="291"/>
                  </a:lnTo>
                  <a:lnTo>
                    <a:pt x="8590" y="342"/>
                  </a:lnTo>
                  <a:lnTo>
                    <a:pt x="8771" y="398"/>
                  </a:lnTo>
                  <a:lnTo>
                    <a:pt x="8951" y="465"/>
                  </a:lnTo>
                  <a:lnTo>
                    <a:pt x="9071" y="531"/>
                  </a:lnTo>
                  <a:lnTo>
                    <a:pt x="9191" y="602"/>
                  </a:lnTo>
                  <a:lnTo>
                    <a:pt x="9251" y="674"/>
                  </a:lnTo>
                  <a:lnTo>
                    <a:pt x="9281" y="745"/>
                  </a:lnTo>
                  <a:lnTo>
                    <a:pt x="9281" y="745"/>
                  </a:lnTo>
                  <a:lnTo>
                    <a:pt x="9251" y="822"/>
                  </a:lnTo>
                  <a:lnTo>
                    <a:pt x="9191" y="893"/>
                  </a:lnTo>
                  <a:lnTo>
                    <a:pt x="9071" y="965"/>
                  </a:lnTo>
                  <a:lnTo>
                    <a:pt x="8951" y="1031"/>
                  </a:lnTo>
                  <a:lnTo>
                    <a:pt x="8801" y="1092"/>
                  </a:lnTo>
                  <a:lnTo>
                    <a:pt x="8590" y="1153"/>
                  </a:lnTo>
                  <a:lnTo>
                    <a:pt x="8380" y="1204"/>
                  </a:lnTo>
                  <a:lnTo>
                    <a:pt x="8110" y="1250"/>
                  </a:lnTo>
                  <a:lnTo>
                    <a:pt x="8110" y="1250"/>
                  </a:lnTo>
                  <a:lnTo>
                    <a:pt x="7689" y="1301"/>
                  </a:lnTo>
                  <a:lnTo>
                    <a:pt x="7269" y="1347"/>
                  </a:lnTo>
                  <a:lnTo>
                    <a:pt x="6818" y="1388"/>
                  </a:lnTo>
                  <a:lnTo>
                    <a:pt x="6338" y="1424"/>
                  </a:lnTo>
                  <a:lnTo>
                    <a:pt x="5827" y="1454"/>
                  </a:lnTo>
                  <a:lnTo>
                    <a:pt x="5317" y="1475"/>
                  </a:lnTo>
                  <a:lnTo>
                    <a:pt x="4806" y="1490"/>
                  </a:lnTo>
                  <a:lnTo>
                    <a:pt x="4265" y="1490"/>
                  </a:lnTo>
                  <a:lnTo>
                    <a:pt x="4265" y="1490"/>
                  </a:lnTo>
                  <a:lnTo>
                    <a:pt x="3875" y="1490"/>
                  </a:lnTo>
                  <a:lnTo>
                    <a:pt x="3484" y="1480"/>
                  </a:lnTo>
                  <a:lnTo>
                    <a:pt x="3094" y="1469"/>
                  </a:lnTo>
                  <a:lnTo>
                    <a:pt x="2734" y="1449"/>
                  </a:lnTo>
                  <a:lnTo>
                    <a:pt x="2373" y="1424"/>
                  </a:lnTo>
                  <a:lnTo>
                    <a:pt x="2013" y="1393"/>
                  </a:lnTo>
                  <a:lnTo>
                    <a:pt x="1682" y="1352"/>
                  </a:lnTo>
                  <a:lnTo>
                    <a:pt x="1352" y="1306"/>
                  </a:lnTo>
                  <a:lnTo>
                    <a:pt x="1352" y="1306"/>
                  </a:lnTo>
                  <a:lnTo>
                    <a:pt x="1112" y="1260"/>
                  </a:lnTo>
                  <a:lnTo>
                    <a:pt x="871" y="1209"/>
                  </a:lnTo>
                  <a:lnTo>
                    <a:pt x="661" y="1143"/>
                  </a:lnTo>
                  <a:lnTo>
                    <a:pt x="481" y="1077"/>
                  </a:lnTo>
                  <a:lnTo>
                    <a:pt x="301" y="1000"/>
                  </a:lnTo>
                  <a:lnTo>
                    <a:pt x="181" y="919"/>
                  </a:lnTo>
                  <a:lnTo>
                    <a:pt x="60" y="832"/>
                  </a:lnTo>
                  <a:lnTo>
                    <a:pt x="0" y="745"/>
                  </a:lnTo>
                  <a:lnTo>
                    <a:pt x="0" y="745"/>
                  </a:lnTo>
                  <a:lnTo>
                    <a:pt x="60" y="658"/>
                  </a:lnTo>
                  <a:lnTo>
                    <a:pt x="181" y="572"/>
                  </a:lnTo>
                  <a:lnTo>
                    <a:pt x="301" y="495"/>
                  </a:lnTo>
                  <a:lnTo>
                    <a:pt x="451" y="419"/>
                  </a:lnTo>
                  <a:lnTo>
                    <a:pt x="661" y="347"/>
                  </a:lnTo>
                  <a:lnTo>
                    <a:pt x="871" y="286"/>
                  </a:lnTo>
                  <a:lnTo>
                    <a:pt x="1082" y="230"/>
                  </a:lnTo>
                  <a:lnTo>
                    <a:pt x="1322" y="184"/>
                  </a:lnTo>
                  <a:lnTo>
                    <a:pt x="1322" y="184"/>
                  </a:lnTo>
                  <a:lnTo>
                    <a:pt x="1652" y="143"/>
                  </a:lnTo>
                  <a:lnTo>
                    <a:pt x="1983" y="103"/>
                  </a:lnTo>
                  <a:lnTo>
                    <a:pt x="2343" y="72"/>
                  </a:lnTo>
                  <a:lnTo>
                    <a:pt x="2704" y="46"/>
                  </a:lnTo>
                  <a:lnTo>
                    <a:pt x="3094" y="26"/>
                  </a:lnTo>
                  <a:lnTo>
                    <a:pt x="3454" y="11"/>
                  </a:lnTo>
                  <a:lnTo>
                    <a:pt x="3845" y="6"/>
                  </a:lnTo>
                  <a:lnTo>
                    <a:pt x="423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83"/>
            <p:cNvSpPr/>
            <p:nvPr/>
          </p:nvSpPr>
          <p:spPr>
            <a:xfrm flipH="1">
              <a:off x="759270" y="1652075"/>
              <a:ext cx="40755" cy="28975"/>
            </a:xfrm>
            <a:custGeom>
              <a:avLst/>
              <a:gdLst/>
              <a:ahLst/>
              <a:cxnLst/>
              <a:rect l="l" t="t" r="r" b="b"/>
              <a:pathLst>
                <a:path w="9612" h="1159" extrusionOk="0">
                  <a:moveTo>
                    <a:pt x="4355" y="0"/>
                  </a:moveTo>
                  <a:lnTo>
                    <a:pt x="3995" y="11"/>
                  </a:lnTo>
                  <a:lnTo>
                    <a:pt x="3634" y="26"/>
                  </a:lnTo>
                  <a:lnTo>
                    <a:pt x="3244" y="41"/>
                  </a:lnTo>
                  <a:lnTo>
                    <a:pt x="2854" y="72"/>
                  </a:lnTo>
                  <a:lnTo>
                    <a:pt x="2433" y="102"/>
                  </a:lnTo>
                  <a:lnTo>
                    <a:pt x="2073" y="143"/>
                  </a:lnTo>
                  <a:lnTo>
                    <a:pt x="1682" y="189"/>
                  </a:lnTo>
                  <a:lnTo>
                    <a:pt x="1322" y="245"/>
                  </a:lnTo>
                  <a:lnTo>
                    <a:pt x="1021" y="306"/>
                  </a:lnTo>
                  <a:lnTo>
                    <a:pt x="721" y="378"/>
                  </a:lnTo>
                  <a:lnTo>
                    <a:pt x="451" y="454"/>
                  </a:lnTo>
                  <a:lnTo>
                    <a:pt x="271" y="541"/>
                  </a:lnTo>
                  <a:lnTo>
                    <a:pt x="120" y="638"/>
                  </a:lnTo>
                  <a:lnTo>
                    <a:pt x="60" y="694"/>
                  </a:lnTo>
                  <a:lnTo>
                    <a:pt x="30" y="745"/>
                  </a:lnTo>
                  <a:lnTo>
                    <a:pt x="0" y="801"/>
                  </a:lnTo>
                  <a:lnTo>
                    <a:pt x="0" y="862"/>
                  </a:lnTo>
                  <a:lnTo>
                    <a:pt x="30" y="944"/>
                  </a:lnTo>
                  <a:lnTo>
                    <a:pt x="60" y="1015"/>
                  </a:lnTo>
                  <a:lnTo>
                    <a:pt x="120" y="1082"/>
                  </a:lnTo>
                  <a:lnTo>
                    <a:pt x="210" y="1143"/>
                  </a:lnTo>
                  <a:lnTo>
                    <a:pt x="271" y="1097"/>
                  </a:lnTo>
                  <a:lnTo>
                    <a:pt x="361" y="1051"/>
                  </a:lnTo>
                  <a:lnTo>
                    <a:pt x="481" y="1005"/>
                  </a:lnTo>
                  <a:lnTo>
                    <a:pt x="601" y="964"/>
                  </a:lnTo>
                  <a:lnTo>
                    <a:pt x="721" y="924"/>
                  </a:lnTo>
                  <a:lnTo>
                    <a:pt x="901" y="888"/>
                  </a:lnTo>
                  <a:lnTo>
                    <a:pt x="1082" y="852"/>
                  </a:lnTo>
                  <a:lnTo>
                    <a:pt x="1262" y="822"/>
                  </a:lnTo>
                  <a:lnTo>
                    <a:pt x="1682" y="771"/>
                  </a:lnTo>
                  <a:lnTo>
                    <a:pt x="2133" y="725"/>
                  </a:lnTo>
                  <a:lnTo>
                    <a:pt x="2613" y="689"/>
                  </a:lnTo>
                  <a:lnTo>
                    <a:pt x="3094" y="653"/>
                  </a:lnTo>
                  <a:lnTo>
                    <a:pt x="3604" y="628"/>
                  </a:lnTo>
                  <a:lnTo>
                    <a:pt x="4145" y="607"/>
                  </a:lnTo>
                  <a:lnTo>
                    <a:pt x="4686" y="592"/>
                  </a:lnTo>
                  <a:lnTo>
                    <a:pt x="5226" y="587"/>
                  </a:lnTo>
                  <a:lnTo>
                    <a:pt x="5617" y="592"/>
                  </a:lnTo>
                  <a:lnTo>
                    <a:pt x="6007" y="597"/>
                  </a:lnTo>
                  <a:lnTo>
                    <a:pt x="6398" y="612"/>
                  </a:lnTo>
                  <a:lnTo>
                    <a:pt x="6788" y="633"/>
                  </a:lnTo>
                  <a:lnTo>
                    <a:pt x="7179" y="653"/>
                  </a:lnTo>
                  <a:lnTo>
                    <a:pt x="7539" y="684"/>
                  </a:lnTo>
                  <a:lnTo>
                    <a:pt x="7869" y="725"/>
                  </a:lnTo>
                  <a:lnTo>
                    <a:pt x="8200" y="765"/>
                  </a:lnTo>
                  <a:lnTo>
                    <a:pt x="8410" y="801"/>
                  </a:lnTo>
                  <a:lnTo>
                    <a:pt x="8590" y="837"/>
                  </a:lnTo>
                  <a:lnTo>
                    <a:pt x="8740" y="883"/>
                  </a:lnTo>
                  <a:lnTo>
                    <a:pt x="8891" y="929"/>
                  </a:lnTo>
                  <a:lnTo>
                    <a:pt x="9041" y="980"/>
                  </a:lnTo>
                  <a:lnTo>
                    <a:pt x="9161" y="1036"/>
                  </a:lnTo>
                  <a:lnTo>
                    <a:pt x="9251" y="1097"/>
                  </a:lnTo>
                  <a:lnTo>
                    <a:pt x="9341" y="1158"/>
                  </a:lnTo>
                  <a:lnTo>
                    <a:pt x="9461" y="1087"/>
                  </a:lnTo>
                  <a:lnTo>
                    <a:pt x="9551" y="1010"/>
                  </a:lnTo>
                  <a:lnTo>
                    <a:pt x="9581" y="929"/>
                  </a:lnTo>
                  <a:lnTo>
                    <a:pt x="9611" y="837"/>
                  </a:lnTo>
                  <a:lnTo>
                    <a:pt x="9581" y="765"/>
                  </a:lnTo>
                  <a:lnTo>
                    <a:pt x="9551" y="704"/>
                  </a:lnTo>
                  <a:lnTo>
                    <a:pt x="9491" y="638"/>
                  </a:lnTo>
                  <a:lnTo>
                    <a:pt x="9431" y="582"/>
                  </a:lnTo>
                  <a:lnTo>
                    <a:pt x="9371" y="526"/>
                  </a:lnTo>
                  <a:lnTo>
                    <a:pt x="9251" y="475"/>
                  </a:lnTo>
                  <a:lnTo>
                    <a:pt x="9161" y="429"/>
                  </a:lnTo>
                  <a:lnTo>
                    <a:pt x="9041" y="383"/>
                  </a:lnTo>
                  <a:lnTo>
                    <a:pt x="8891" y="342"/>
                  </a:lnTo>
                  <a:lnTo>
                    <a:pt x="8740" y="306"/>
                  </a:lnTo>
                  <a:lnTo>
                    <a:pt x="8440" y="235"/>
                  </a:lnTo>
                  <a:lnTo>
                    <a:pt x="8080" y="179"/>
                  </a:lnTo>
                  <a:lnTo>
                    <a:pt x="7719" y="133"/>
                  </a:lnTo>
                  <a:lnTo>
                    <a:pt x="7329" y="92"/>
                  </a:lnTo>
                  <a:lnTo>
                    <a:pt x="6908" y="62"/>
                  </a:lnTo>
                  <a:lnTo>
                    <a:pt x="6518" y="41"/>
                  </a:lnTo>
                  <a:lnTo>
                    <a:pt x="6097" y="26"/>
                  </a:lnTo>
                  <a:lnTo>
                    <a:pt x="5707" y="11"/>
                  </a:lnTo>
                  <a:lnTo>
                    <a:pt x="5346" y="5"/>
                  </a:lnTo>
                  <a:lnTo>
                    <a:pt x="4686" y="0"/>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83"/>
            <p:cNvSpPr/>
            <p:nvPr/>
          </p:nvSpPr>
          <p:spPr>
            <a:xfrm flipH="1">
              <a:off x="759270" y="1652075"/>
              <a:ext cx="40755" cy="28975"/>
            </a:xfrm>
            <a:custGeom>
              <a:avLst/>
              <a:gdLst/>
              <a:ahLst/>
              <a:cxnLst/>
              <a:rect l="l" t="t" r="r" b="b"/>
              <a:pathLst>
                <a:path w="9612" h="1159" fill="none" extrusionOk="0">
                  <a:moveTo>
                    <a:pt x="4686" y="0"/>
                  </a:moveTo>
                  <a:lnTo>
                    <a:pt x="4686" y="0"/>
                  </a:lnTo>
                  <a:lnTo>
                    <a:pt x="4686" y="0"/>
                  </a:lnTo>
                  <a:lnTo>
                    <a:pt x="4686" y="0"/>
                  </a:lnTo>
                  <a:lnTo>
                    <a:pt x="5346" y="5"/>
                  </a:lnTo>
                  <a:lnTo>
                    <a:pt x="5707" y="11"/>
                  </a:lnTo>
                  <a:lnTo>
                    <a:pt x="6097" y="26"/>
                  </a:lnTo>
                  <a:lnTo>
                    <a:pt x="6518" y="41"/>
                  </a:lnTo>
                  <a:lnTo>
                    <a:pt x="6908" y="62"/>
                  </a:lnTo>
                  <a:lnTo>
                    <a:pt x="7329" y="92"/>
                  </a:lnTo>
                  <a:lnTo>
                    <a:pt x="7719" y="133"/>
                  </a:lnTo>
                  <a:lnTo>
                    <a:pt x="8080" y="179"/>
                  </a:lnTo>
                  <a:lnTo>
                    <a:pt x="8440" y="235"/>
                  </a:lnTo>
                  <a:lnTo>
                    <a:pt x="8740" y="306"/>
                  </a:lnTo>
                  <a:lnTo>
                    <a:pt x="8891" y="342"/>
                  </a:lnTo>
                  <a:lnTo>
                    <a:pt x="9041" y="383"/>
                  </a:lnTo>
                  <a:lnTo>
                    <a:pt x="9161" y="429"/>
                  </a:lnTo>
                  <a:lnTo>
                    <a:pt x="9251" y="475"/>
                  </a:lnTo>
                  <a:lnTo>
                    <a:pt x="9371" y="526"/>
                  </a:lnTo>
                  <a:lnTo>
                    <a:pt x="9431" y="582"/>
                  </a:lnTo>
                  <a:lnTo>
                    <a:pt x="9491" y="638"/>
                  </a:lnTo>
                  <a:lnTo>
                    <a:pt x="9551" y="704"/>
                  </a:lnTo>
                  <a:lnTo>
                    <a:pt x="9581" y="765"/>
                  </a:lnTo>
                  <a:lnTo>
                    <a:pt x="9611" y="837"/>
                  </a:lnTo>
                  <a:lnTo>
                    <a:pt x="9611" y="837"/>
                  </a:lnTo>
                  <a:lnTo>
                    <a:pt x="9581" y="929"/>
                  </a:lnTo>
                  <a:lnTo>
                    <a:pt x="9551" y="1010"/>
                  </a:lnTo>
                  <a:lnTo>
                    <a:pt x="9461" y="1087"/>
                  </a:lnTo>
                  <a:lnTo>
                    <a:pt x="9341" y="1158"/>
                  </a:lnTo>
                  <a:lnTo>
                    <a:pt x="9341" y="1158"/>
                  </a:lnTo>
                  <a:lnTo>
                    <a:pt x="9251" y="1097"/>
                  </a:lnTo>
                  <a:lnTo>
                    <a:pt x="9161" y="1036"/>
                  </a:lnTo>
                  <a:lnTo>
                    <a:pt x="9041" y="980"/>
                  </a:lnTo>
                  <a:lnTo>
                    <a:pt x="8891" y="929"/>
                  </a:lnTo>
                  <a:lnTo>
                    <a:pt x="8740" y="883"/>
                  </a:lnTo>
                  <a:lnTo>
                    <a:pt x="8590" y="837"/>
                  </a:lnTo>
                  <a:lnTo>
                    <a:pt x="8410" y="801"/>
                  </a:lnTo>
                  <a:lnTo>
                    <a:pt x="8200" y="765"/>
                  </a:lnTo>
                  <a:lnTo>
                    <a:pt x="8200" y="765"/>
                  </a:lnTo>
                  <a:lnTo>
                    <a:pt x="7869" y="725"/>
                  </a:lnTo>
                  <a:lnTo>
                    <a:pt x="7539" y="684"/>
                  </a:lnTo>
                  <a:lnTo>
                    <a:pt x="7179" y="653"/>
                  </a:lnTo>
                  <a:lnTo>
                    <a:pt x="6788" y="633"/>
                  </a:lnTo>
                  <a:lnTo>
                    <a:pt x="6398" y="612"/>
                  </a:lnTo>
                  <a:lnTo>
                    <a:pt x="6007" y="597"/>
                  </a:lnTo>
                  <a:lnTo>
                    <a:pt x="5617" y="592"/>
                  </a:lnTo>
                  <a:lnTo>
                    <a:pt x="5226" y="587"/>
                  </a:lnTo>
                  <a:lnTo>
                    <a:pt x="5226" y="587"/>
                  </a:lnTo>
                  <a:lnTo>
                    <a:pt x="4686" y="592"/>
                  </a:lnTo>
                  <a:lnTo>
                    <a:pt x="4145" y="607"/>
                  </a:lnTo>
                  <a:lnTo>
                    <a:pt x="3604" y="628"/>
                  </a:lnTo>
                  <a:lnTo>
                    <a:pt x="3094" y="653"/>
                  </a:lnTo>
                  <a:lnTo>
                    <a:pt x="2613" y="689"/>
                  </a:lnTo>
                  <a:lnTo>
                    <a:pt x="2133" y="725"/>
                  </a:lnTo>
                  <a:lnTo>
                    <a:pt x="1682" y="771"/>
                  </a:lnTo>
                  <a:lnTo>
                    <a:pt x="1262" y="822"/>
                  </a:lnTo>
                  <a:lnTo>
                    <a:pt x="1262" y="822"/>
                  </a:lnTo>
                  <a:lnTo>
                    <a:pt x="1082" y="852"/>
                  </a:lnTo>
                  <a:lnTo>
                    <a:pt x="901" y="888"/>
                  </a:lnTo>
                  <a:lnTo>
                    <a:pt x="721" y="924"/>
                  </a:lnTo>
                  <a:lnTo>
                    <a:pt x="601" y="964"/>
                  </a:lnTo>
                  <a:lnTo>
                    <a:pt x="481" y="1005"/>
                  </a:lnTo>
                  <a:lnTo>
                    <a:pt x="361" y="1051"/>
                  </a:lnTo>
                  <a:lnTo>
                    <a:pt x="271" y="1097"/>
                  </a:lnTo>
                  <a:lnTo>
                    <a:pt x="210" y="1143"/>
                  </a:lnTo>
                  <a:lnTo>
                    <a:pt x="210" y="1143"/>
                  </a:lnTo>
                  <a:lnTo>
                    <a:pt x="120" y="1082"/>
                  </a:lnTo>
                  <a:lnTo>
                    <a:pt x="60" y="1015"/>
                  </a:lnTo>
                  <a:lnTo>
                    <a:pt x="30" y="944"/>
                  </a:lnTo>
                  <a:lnTo>
                    <a:pt x="0" y="862"/>
                  </a:lnTo>
                  <a:lnTo>
                    <a:pt x="0" y="862"/>
                  </a:lnTo>
                  <a:lnTo>
                    <a:pt x="0" y="801"/>
                  </a:lnTo>
                  <a:lnTo>
                    <a:pt x="30" y="745"/>
                  </a:lnTo>
                  <a:lnTo>
                    <a:pt x="60" y="694"/>
                  </a:lnTo>
                  <a:lnTo>
                    <a:pt x="120" y="638"/>
                  </a:lnTo>
                  <a:lnTo>
                    <a:pt x="271" y="541"/>
                  </a:lnTo>
                  <a:lnTo>
                    <a:pt x="451" y="454"/>
                  </a:lnTo>
                  <a:lnTo>
                    <a:pt x="721" y="378"/>
                  </a:lnTo>
                  <a:lnTo>
                    <a:pt x="1021" y="306"/>
                  </a:lnTo>
                  <a:lnTo>
                    <a:pt x="1322" y="245"/>
                  </a:lnTo>
                  <a:lnTo>
                    <a:pt x="1682" y="189"/>
                  </a:lnTo>
                  <a:lnTo>
                    <a:pt x="2073" y="143"/>
                  </a:lnTo>
                  <a:lnTo>
                    <a:pt x="2433" y="102"/>
                  </a:lnTo>
                  <a:lnTo>
                    <a:pt x="2854" y="72"/>
                  </a:lnTo>
                  <a:lnTo>
                    <a:pt x="3244" y="41"/>
                  </a:lnTo>
                  <a:lnTo>
                    <a:pt x="3634" y="26"/>
                  </a:lnTo>
                  <a:lnTo>
                    <a:pt x="3995" y="11"/>
                  </a:lnTo>
                  <a:lnTo>
                    <a:pt x="4355" y="0"/>
                  </a:lnTo>
                  <a:lnTo>
                    <a:pt x="468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83"/>
            <p:cNvSpPr/>
            <p:nvPr/>
          </p:nvSpPr>
          <p:spPr>
            <a:xfrm flipH="1">
              <a:off x="760415" y="1666725"/>
              <a:ext cx="38720" cy="26825"/>
            </a:xfrm>
            <a:custGeom>
              <a:avLst/>
              <a:gdLst/>
              <a:ahLst/>
              <a:cxnLst/>
              <a:rect l="l" t="t" r="r" b="b"/>
              <a:pathLst>
                <a:path w="9132" h="1073" extrusionOk="0">
                  <a:moveTo>
                    <a:pt x="5016" y="1"/>
                  </a:moveTo>
                  <a:lnTo>
                    <a:pt x="4476" y="6"/>
                  </a:lnTo>
                  <a:lnTo>
                    <a:pt x="3935" y="21"/>
                  </a:lnTo>
                  <a:lnTo>
                    <a:pt x="3394" y="42"/>
                  </a:lnTo>
                  <a:lnTo>
                    <a:pt x="2884" y="67"/>
                  </a:lnTo>
                  <a:lnTo>
                    <a:pt x="2403" y="103"/>
                  </a:lnTo>
                  <a:lnTo>
                    <a:pt x="1923" y="139"/>
                  </a:lnTo>
                  <a:lnTo>
                    <a:pt x="1472" y="185"/>
                  </a:lnTo>
                  <a:lnTo>
                    <a:pt x="1052" y="236"/>
                  </a:lnTo>
                  <a:lnTo>
                    <a:pt x="872" y="266"/>
                  </a:lnTo>
                  <a:lnTo>
                    <a:pt x="691" y="302"/>
                  </a:lnTo>
                  <a:lnTo>
                    <a:pt x="511" y="338"/>
                  </a:lnTo>
                  <a:lnTo>
                    <a:pt x="391" y="378"/>
                  </a:lnTo>
                  <a:lnTo>
                    <a:pt x="271" y="419"/>
                  </a:lnTo>
                  <a:lnTo>
                    <a:pt x="151" y="465"/>
                  </a:lnTo>
                  <a:lnTo>
                    <a:pt x="61" y="511"/>
                  </a:lnTo>
                  <a:lnTo>
                    <a:pt x="0" y="557"/>
                  </a:lnTo>
                  <a:lnTo>
                    <a:pt x="121" y="628"/>
                  </a:lnTo>
                  <a:lnTo>
                    <a:pt x="271" y="695"/>
                  </a:lnTo>
                  <a:lnTo>
                    <a:pt x="451" y="751"/>
                  </a:lnTo>
                  <a:lnTo>
                    <a:pt x="661" y="802"/>
                  </a:lnTo>
                  <a:lnTo>
                    <a:pt x="872" y="848"/>
                  </a:lnTo>
                  <a:lnTo>
                    <a:pt x="1112" y="888"/>
                  </a:lnTo>
                  <a:lnTo>
                    <a:pt x="1352" y="919"/>
                  </a:lnTo>
                  <a:lnTo>
                    <a:pt x="1622" y="950"/>
                  </a:lnTo>
                  <a:lnTo>
                    <a:pt x="1893" y="975"/>
                  </a:lnTo>
                  <a:lnTo>
                    <a:pt x="2163" y="996"/>
                  </a:lnTo>
                  <a:lnTo>
                    <a:pt x="2463" y="1016"/>
                  </a:lnTo>
                  <a:lnTo>
                    <a:pt x="2764" y="1031"/>
                  </a:lnTo>
                  <a:lnTo>
                    <a:pt x="3334" y="1052"/>
                  </a:lnTo>
                  <a:lnTo>
                    <a:pt x="3875" y="1062"/>
                  </a:lnTo>
                  <a:lnTo>
                    <a:pt x="4205" y="1067"/>
                  </a:lnTo>
                  <a:lnTo>
                    <a:pt x="4566" y="1072"/>
                  </a:lnTo>
                  <a:lnTo>
                    <a:pt x="5166" y="1067"/>
                  </a:lnTo>
                  <a:lnTo>
                    <a:pt x="5497" y="1057"/>
                  </a:lnTo>
                  <a:lnTo>
                    <a:pt x="5827" y="1052"/>
                  </a:lnTo>
                  <a:lnTo>
                    <a:pt x="6158" y="1036"/>
                  </a:lnTo>
                  <a:lnTo>
                    <a:pt x="6488" y="1021"/>
                  </a:lnTo>
                  <a:lnTo>
                    <a:pt x="6818" y="996"/>
                  </a:lnTo>
                  <a:lnTo>
                    <a:pt x="7149" y="970"/>
                  </a:lnTo>
                  <a:lnTo>
                    <a:pt x="7449" y="939"/>
                  </a:lnTo>
                  <a:lnTo>
                    <a:pt x="7749" y="904"/>
                  </a:lnTo>
                  <a:lnTo>
                    <a:pt x="8050" y="863"/>
                  </a:lnTo>
                  <a:lnTo>
                    <a:pt x="8320" y="817"/>
                  </a:lnTo>
                  <a:lnTo>
                    <a:pt x="8560" y="766"/>
                  </a:lnTo>
                  <a:lnTo>
                    <a:pt x="8771" y="710"/>
                  </a:lnTo>
                  <a:lnTo>
                    <a:pt x="8981" y="644"/>
                  </a:lnTo>
                  <a:lnTo>
                    <a:pt x="9131" y="572"/>
                  </a:lnTo>
                  <a:lnTo>
                    <a:pt x="9041" y="511"/>
                  </a:lnTo>
                  <a:lnTo>
                    <a:pt x="8951" y="450"/>
                  </a:lnTo>
                  <a:lnTo>
                    <a:pt x="8831" y="394"/>
                  </a:lnTo>
                  <a:lnTo>
                    <a:pt x="8681" y="343"/>
                  </a:lnTo>
                  <a:lnTo>
                    <a:pt x="8530" y="297"/>
                  </a:lnTo>
                  <a:lnTo>
                    <a:pt x="8380" y="251"/>
                  </a:lnTo>
                  <a:lnTo>
                    <a:pt x="8200" y="215"/>
                  </a:lnTo>
                  <a:lnTo>
                    <a:pt x="7990" y="179"/>
                  </a:lnTo>
                  <a:lnTo>
                    <a:pt x="7659" y="139"/>
                  </a:lnTo>
                  <a:lnTo>
                    <a:pt x="7329" y="98"/>
                  </a:lnTo>
                  <a:lnTo>
                    <a:pt x="6969" y="67"/>
                  </a:lnTo>
                  <a:lnTo>
                    <a:pt x="6578" y="47"/>
                  </a:lnTo>
                  <a:lnTo>
                    <a:pt x="6188" y="26"/>
                  </a:lnTo>
                  <a:lnTo>
                    <a:pt x="5797" y="11"/>
                  </a:lnTo>
                  <a:lnTo>
                    <a:pt x="5407" y="6"/>
                  </a:lnTo>
                  <a:lnTo>
                    <a:pt x="5016" y="1"/>
                  </a:lnTo>
                  <a:close/>
                </a:path>
              </a:pathLst>
            </a:custGeom>
            <a:solidFill>
              <a:srgbClr val="FF6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83"/>
            <p:cNvSpPr/>
            <p:nvPr/>
          </p:nvSpPr>
          <p:spPr>
            <a:xfrm flipH="1">
              <a:off x="760415" y="1666725"/>
              <a:ext cx="38720" cy="26825"/>
            </a:xfrm>
            <a:custGeom>
              <a:avLst/>
              <a:gdLst/>
              <a:ahLst/>
              <a:cxnLst/>
              <a:rect l="l" t="t" r="r" b="b"/>
              <a:pathLst>
                <a:path w="9132" h="1073" fill="none" extrusionOk="0">
                  <a:moveTo>
                    <a:pt x="5016" y="1"/>
                  </a:moveTo>
                  <a:lnTo>
                    <a:pt x="5016" y="1"/>
                  </a:lnTo>
                  <a:lnTo>
                    <a:pt x="5407" y="6"/>
                  </a:lnTo>
                  <a:lnTo>
                    <a:pt x="5797" y="11"/>
                  </a:lnTo>
                  <a:lnTo>
                    <a:pt x="6188" y="26"/>
                  </a:lnTo>
                  <a:lnTo>
                    <a:pt x="6578" y="47"/>
                  </a:lnTo>
                  <a:lnTo>
                    <a:pt x="6969" y="67"/>
                  </a:lnTo>
                  <a:lnTo>
                    <a:pt x="7329" y="98"/>
                  </a:lnTo>
                  <a:lnTo>
                    <a:pt x="7659" y="139"/>
                  </a:lnTo>
                  <a:lnTo>
                    <a:pt x="7990" y="179"/>
                  </a:lnTo>
                  <a:lnTo>
                    <a:pt x="7990" y="179"/>
                  </a:lnTo>
                  <a:lnTo>
                    <a:pt x="8200" y="215"/>
                  </a:lnTo>
                  <a:lnTo>
                    <a:pt x="8380" y="251"/>
                  </a:lnTo>
                  <a:lnTo>
                    <a:pt x="8530" y="297"/>
                  </a:lnTo>
                  <a:lnTo>
                    <a:pt x="8681" y="343"/>
                  </a:lnTo>
                  <a:lnTo>
                    <a:pt x="8831" y="394"/>
                  </a:lnTo>
                  <a:lnTo>
                    <a:pt x="8951" y="450"/>
                  </a:lnTo>
                  <a:lnTo>
                    <a:pt x="9041" y="511"/>
                  </a:lnTo>
                  <a:lnTo>
                    <a:pt x="9131" y="572"/>
                  </a:lnTo>
                  <a:lnTo>
                    <a:pt x="9131" y="572"/>
                  </a:lnTo>
                  <a:lnTo>
                    <a:pt x="8981" y="644"/>
                  </a:lnTo>
                  <a:lnTo>
                    <a:pt x="8771" y="710"/>
                  </a:lnTo>
                  <a:lnTo>
                    <a:pt x="8560" y="766"/>
                  </a:lnTo>
                  <a:lnTo>
                    <a:pt x="8320" y="817"/>
                  </a:lnTo>
                  <a:lnTo>
                    <a:pt x="8050" y="863"/>
                  </a:lnTo>
                  <a:lnTo>
                    <a:pt x="7749" y="904"/>
                  </a:lnTo>
                  <a:lnTo>
                    <a:pt x="7449" y="939"/>
                  </a:lnTo>
                  <a:lnTo>
                    <a:pt x="7149" y="970"/>
                  </a:lnTo>
                  <a:lnTo>
                    <a:pt x="6818" y="996"/>
                  </a:lnTo>
                  <a:lnTo>
                    <a:pt x="6488" y="1021"/>
                  </a:lnTo>
                  <a:lnTo>
                    <a:pt x="6158" y="1036"/>
                  </a:lnTo>
                  <a:lnTo>
                    <a:pt x="5827" y="1052"/>
                  </a:lnTo>
                  <a:lnTo>
                    <a:pt x="5497" y="1057"/>
                  </a:lnTo>
                  <a:lnTo>
                    <a:pt x="5166" y="1067"/>
                  </a:lnTo>
                  <a:lnTo>
                    <a:pt x="4566" y="1072"/>
                  </a:lnTo>
                  <a:lnTo>
                    <a:pt x="4566" y="1072"/>
                  </a:lnTo>
                  <a:lnTo>
                    <a:pt x="4205" y="1067"/>
                  </a:lnTo>
                  <a:lnTo>
                    <a:pt x="3875" y="1062"/>
                  </a:lnTo>
                  <a:lnTo>
                    <a:pt x="3875" y="1062"/>
                  </a:lnTo>
                  <a:lnTo>
                    <a:pt x="3334" y="1052"/>
                  </a:lnTo>
                  <a:lnTo>
                    <a:pt x="2764" y="1031"/>
                  </a:lnTo>
                  <a:lnTo>
                    <a:pt x="2463" y="1016"/>
                  </a:lnTo>
                  <a:lnTo>
                    <a:pt x="2163" y="996"/>
                  </a:lnTo>
                  <a:lnTo>
                    <a:pt x="1893" y="975"/>
                  </a:lnTo>
                  <a:lnTo>
                    <a:pt x="1622" y="950"/>
                  </a:lnTo>
                  <a:lnTo>
                    <a:pt x="1352" y="919"/>
                  </a:lnTo>
                  <a:lnTo>
                    <a:pt x="1112" y="888"/>
                  </a:lnTo>
                  <a:lnTo>
                    <a:pt x="872" y="848"/>
                  </a:lnTo>
                  <a:lnTo>
                    <a:pt x="661" y="802"/>
                  </a:lnTo>
                  <a:lnTo>
                    <a:pt x="451" y="751"/>
                  </a:lnTo>
                  <a:lnTo>
                    <a:pt x="271" y="695"/>
                  </a:lnTo>
                  <a:lnTo>
                    <a:pt x="121" y="628"/>
                  </a:lnTo>
                  <a:lnTo>
                    <a:pt x="0" y="557"/>
                  </a:lnTo>
                  <a:lnTo>
                    <a:pt x="0" y="557"/>
                  </a:lnTo>
                  <a:lnTo>
                    <a:pt x="61" y="511"/>
                  </a:lnTo>
                  <a:lnTo>
                    <a:pt x="151" y="465"/>
                  </a:lnTo>
                  <a:lnTo>
                    <a:pt x="271" y="419"/>
                  </a:lnTo>
                  <a:lnTo>
                    <a:pt x="391" y="378"/>
                  </a:lnTo>
                  <a:lnTo>
                    <a:pt x="511" y="338"/>
                  </a:lnTo>
                  <a:lnTo>
                    <a:pt x="691" y="302"/>
                  </a:lnTo>
                  <a:lnTo>
                    <a:pt x="872" y="266"/>
                  </a:lnTo>
                  <a:lnTo>
                    <a:pt x="1052" y="236"/>
                  </a:lnTo>
                  <a:lnTo>
                    <a:pt x="1052" y="236"/>
                  </a:lnTo>
                  <a:lnTo>
                    <a:pt x="1472" y="185"/>
                  </a:lnTo>
                  <a:lnTo>
                    <a:pt x="1923" y="139"/>
                  </a:lnTo>
                  <a:lnTo>
                    <a:pt x="2403" y="103"/>
                  </a:lnTo>
                  <a:lnTo>
                    <a:pt x="2884" y="67"/>
                  </a:lnTo>
                  <a:lnTo>
                    <a:pt x="3394" y="42"/>
                  </a:lnTo>
                  <a:lnTo>
                    <a:pt x="3935" y="21"/>
                  </a:lnTo>
                  <a:lnTo>
                    <a:pt x="4476" y="6"/>
                  </a:lnTo>
                  <a:lnTo>
                    <a:pt x="501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23" name="Google Shape;1823;p83"/>
          <p:cNvSpPr txBox="1">
            <a:spLocks noGrp="1"/>
          </p:cNvSpPr>
          <p:nvPr>
            <p:ph type="subTitle" idx="1"/>
          </p:nvPr>
        </p:nvSpPr>
        <p:spPr>
          <a:xfrm>
            <a:off x="1759250" y="2438400"/>
            <a:ext cx="5079900" cy="195900"/>
          </a:xfrm>
          <a:prstGeom prst="rect">
            <a:avLst/>
          </a:prstGeom>
        </p:spPr>
        <p:txBody>
          <a:bodyPr spcFirstLastPara="1" wrap="square" lIns="0" tIns="0" rIns="0" bIns="0" anchor="t" anchorCtr="0">
            <a:noAutofit/>
          </a:bodyPr>
          <a:lstStyle>
            <a:lvl1pPr lvl="0" rtl="0">
              <a:spcBef>
                <a:spcPts val="0"/>
              </a:spcBef>
              <a:spcAft>
                <a:spcPts val="0"/>
              </a:spcAft>
              <a:buClr>
                <a:schemeClr val="dk1"/>
              </a:buClr>
              <a:buSzPts val="1400"/>
              <a:buFont typeface="Lato Black"/>
              <a:buNone/>
              <a:defRPr sz="1400" i="1">
                <a:solidFill>
                  <a:schemeClr val="dk1"/>
                </a:solidFill>
                <a:latin typeface="Lato Black"/>
                <a:ea typeface="Lato Black"/>
                <a:cs typeface="Lato Black"/>
                <a:sym typeface="Lato Black"/>
              </a:defRPr>
            </a:lvl1pPr>
            <a:lvl2pPr lvl="1" rtl="0">
              <a:spcBef>
                <a:spcPts val="1600"/>
              </a:spcBef>
              <a:spcAft>
                <a:spcPts val="0"/>
              </a:spcAft>
              <a:buSzPts val="1400"/>
              <a:buNone/>
              <a:defRPr sz="1400"/>
            </a:lvl2pPr>
            <a:lvl3pPr lvl="2" rtl="0">
              <a:spcBef>
                <a:spcPts val="1600"/>
              </a:spcBef>
              <a:spcAft>
                <a:spcPts val="0"/>
              </a:spcAft>
              <a:buSzPts val="1400"/>
              <a:buNone/>
              <a:defRPr sz="1400"/>
            </a:lvl3pPr>
            <a:lvl4pPr lvl="3" rtl="0">
              <a:spcBef>
                <a:spcPts val="1600"/>
              </a:spcBef>
              <a:spcAft>
                <a:spcPts val="0"/>
              </a:spcAft>
              <a:buSzPts val="1400"/>
              <a:buNone/>
              <a:defRPr sz="1400"/>
            </a:lvl4pPr>
            <a:lvl5pPr lvl="4" rtl="0">
              <a:spcBef>
                <a:spcPts val="1600"/>
              </a:spcBef>
              <a:spcAft>
                <a:spcPts val="0"/>
              </a:spcAft>
              <a:buSzPts val="1400"/>
              <a:buNone/>
              <a:defRPr sz="1400"/>
            </a:lvl5pPr>
            <a:lvl6pPr lvl="5" rtl="0">
              <a:spcBef>
                <a:spcPts val="1600"/>
              </a:spcBef>
              <a:spcAft>
                <a:spcPts val="0"/>
              </a:spcAft>
              <a:buSzPts val="1400"/>
              <a:buNone/>
              <a:defRPr sz="1400"/>
            </a:lvl6pPr>
            <a:lvl7pPr lvl="6" rtl="0">
              <a:spcBef>
                <a:spcPts val="1600"/>
              </a:spcBef>
              <a:spcAft>
                <a:spcPts val="0"/>
              </a:spcAft>
              <a:buSzPts val="1400"/>
              <a:buNone/>
              <a:defRPr sz="1400"/>
            </a:lvl7pPr>
            <a:lvl8pPr lvl="7" rtl="0">
              <a:spcBef>
                <a:spcPts val="1600"/>
              </a:spcBef>
              <a:spcAft>
                <a:spcPts val="0"/>
              </a:spcAft>
              <a:buSzPts val="1400"/>
              <a:buNone/>
              <a:defRPr sz="1400"/>
            </a:lvl8pPr>
            <a:lvl9pPr lvl="8" rtl="0">
              <a:spcBef>
                <a:spcPts val="1600"/>
              </a:spcBef>
              <a:spcAft>
                <a:spcPts val="1600"/>
              </a:spcAft>
              <a:buSzPts val="1400"/>
              <a:buNone/>
              <a:defRPr sz="1400"/>
            </a:lvl9pPr>
          </a:lstStyle>
          <a:p>
            <a:endParaRPr/>
          </a:p>
        </p:txBody>
      </p:sp>
      <p:sp>
        <p:nvSpPr>
          <p:cNvPr id="1824" name="Google Shape;1824;p83"/>
          <p:cNvSpPr txBox="1">
            <a:spLocks noGrp="1"/>
          </p:cNvSpPr>
          <p:nvPr>
            <p:ph type="title"/>
          </p:nvPr>
        </p:nvSpPr>
        <p:spPr>
          <a:xfrm>
            <a:off x="1759250" y="1096050"/>
            <a:ext cx="4856400" cy="312000"/>
          </a:xfrm>
          <a:prstGeom prst="rect">
            <a:avLst/>
          </a:prstGeom>
        </p:spPr>
        <p:txBody>
          <a:bodyPr spcFirstLastPara="1" wrap="square" lIns="0" tIns="0" rIns="0" bIns="0" anchor="t" anchorCtr="0">
            <a:noAutofit/>
          </a:bodyPr>
          <a:lstStyle>
            <a:lvl1pPr lvl="0" rtl="0">
              <a:spcBef>
                <a:spcPts val="0"/>
              </a:spcBef>
              <a:spcAft>
                <a:spcPts val="0"/>
              </a:spcAft>
              <a:buSzPts val="3600"/>
              <a:buNone/>
              <a:defRPr sz="3600"/>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825" name="Google Shape;1825;p83"/>
          <p:cNvSpPr txBox="1">
            <a:spLocks noGrp="1"/>
          </p:cNvSpPr>
          <p:nvPr>
            <p:ph type="subTitle" idx="2"/>
          </p:nvPr>
        </p:nvSpPr>
        <p:spPr>
          <a:xfrm>
            <a:off x="1759250" y="804675"/>
            <a:ext cx="5079900" cy="195900"/>
          </a:xfrm>
          <a:prstGeom prst="rect">
            <a:avLst/>
          </a:prstGeom>
        </p:spPr>
        <p:txBody>
          <a:bodyPr spcFirstLastPara="1" wrap="square" lIns="0" tIns="0" rIns="0" bIns="0" anchor="t" anchorCtr="0">
            <a:noAutofit/>
          </a:bodyPr>
          <a:lstStyle>
            <a:lvl1pPr lvl="0" rtl="0">
              <a:spcBef>
                <a:spcPts val="0"/>
              </a:spcBef>
              <a:spcAft>
                <a:spcPts val="0"/>
              </a:spcAft>
              <a:buClr>
                <a:schemeClr val="dk1"/>
              </a:buClr>
              <a:buSzPts val="1000"/>
              <a:buFont typeface="Lato Black"/>
              <a:buNone/>
              <a:defRPr sz="1000">
                <a:solidFill>
                  <a:schemeClr val="dk1"/>
                </a:solidFill>
                <a:latin typeface="Lato Black"/>
                <a:ea typeface="Lato Black"/>
                <a:cs typeface="Lato Black"/>
                <a:sym typeface="Lato Black"/>
              </a:defRPr>
            </a:lvl1pPr>
            <a:lvl2pPr lvl="1" rtl="0">
              <a:spcBef>
                <a:spcPts val="1600"/>
              </a:spcBef>
              <a:spcAft>
                <a:spcPts val="0"/>
              </a:spcAft>
              <a:buSzPts val="1200"/>
              <a:buNone/>
              <a:defRPr sz="1200"/>
            </a:lvl2pPr>
            <a:lvl3pPr lvl="2" rtl="0">
              <a:spcBef>
                <a:spcPts val="1600"/>
              </a:spcBef>
              <a:spcAft>
                <a:spcPts val="0"/>
              </a:spcAft>
              <a:buSzPts val="1200"/>
              <a:buNone/>
              <a:defRPr sz="1200"/>
            </a:lvl3pPr>
            <a:lvl4pPr lvl="3" rtl="0">
              <a:spcBef>
                <a:spcPts val="1600"/>
              </a:spcBef>
              <a:spcAft>
                <a:spcPts val="0"/>
              </a:spcAft>
              <a:buSzPts val="1200"/>
              <a:buNone/>
              <a:defRPr sz="1200"/>
            </a:lvl4pPr>
            <a:lvl5pPr lvl="4" rtl="0">
              <a:spcBef>
                <a:spcPts val="1600"/>
              </a:spcBef>
              <a:spcAft>
                <a:spcPts val="0"/>
              </a:spcAft>
              <a:buSzPts val="1200"/>
              <a:buNone/>
              <a:defRPr sz="1200"/>
            </a:lvl5pPr>
            <a:lvl6pPr lvl="5" rtl="0">
              <a:spcBef>
                <a:spcPts val="1600"/>
              </a:spcBef>
              <a:spcAft>
                <a:spcPts val="0"/>
              </a:spcAft>
              <a:buSzPts val="1200"/>
              <a:buNone/>
              <a:defRPr sz="1200"/>
            </a:lvl6pPr>
            <a:lvl7pPr lvl="6" rtl="0">
              <a:spcBef>
                <a:spcPts val="1600"/>
              </a:spcBef>
              <a:spcAft>
                <a:spcPts val="0"/>
              </a:spcAft>
              <a:buSzPts val="1200"/>
              <a:buNone/>
              <a:defRPr sz="1200"/>
            </a:lvl7pPr>
            <a:lvl8pPr lvl="7" rtl="0">
              <a:spcBef>
                <a:spcPts val="1600"/>
              </a:spcBef>
              <a:spcAft>
                <a:spcPts val="0"/>
              </a:spcAft>
              <a:buSzPts val="1200"/>
              <a:buNone/>
              <a:defRPr sz="1200"/>
            </a:lvl8pPr>
            <a:lvl9pPr lvl="8" rtl="0">
              <a:spcBef>
                <a:spcPts val="1600"/>
              </a:spcBef>
              <a:spcAft>
                <a:spcPts val="1600"/>
              </a:spcAft>
              <a:buSzPts val="1200"/>
              <a:buNone/>
              <a:defRPr sz="1200"/>
            </a:lvl9pPr>
          </a:lstStyle>
          <a:p>
            <a:endParaRPr/>
          </a:p>
        </p:txBody>
      </p:sp>
      <p:pic>
        <p:nvPicPr>
          <p:cNvPr id="1826" name="Google Shape;1826;p83"/>
          <p:cNvPicPr preferRelativeResize="0"/>
          <p:nvPr/>
        </p:nvPicPr>
        <p:blipFill>
          <a:blip r:embed="rId2">
            <a:alphaModFix/>
          </a:blip>
          <a:stretch>
            <a:fillRect/>
          </a:stretch>
        </p:blipFill>
        <p:spPr>
          <a:xfrm>
            <a:off x="1709573" y="4473950"/>
            <a:ext cx="1675743" cy="263475"/>
          </a:xfrm>
          <a:prstGeom prst="rect">
            <a:avLst/>
          </a:prstGeom>
          <a:noFill/>
          <a:ln>
            <a:noFill/>
          </a:ln>
        </p:spPr>
      </p:pic>
      <p:pic>
        <p:nvPicPr>
          <p:cNvPr id="1827" name="Google Shape;1827;p83"/>
          <p:cNvPicPr preferRelativeResize="0"/>
          <p:nvPr/>
        </p:nvPicPr>
        <p:blipFill>
          <a:blip r:embed="rId3">
            <a:alphaModFix/>
          </a:blip>
          <a:stretch>
            <a:fillRect/>
          </a:stretch>
        </p:blipFill>
        <p:spPr>
          <a:xfrm>
            <a:off x="3679081" y="4524804"/>
            <a:ext cx="656866" cy="153535"/>
          </a:xfrm>
          <a:prstGeom prst="rect">
            <a:avLst/>
          </a:prstGeom>
          <a:noFill/>
          <a:ln>
            <a:noFill/>
          </a:ln>
        </p:spPr>
      </p:pic>
      <p:sp>
        <p:nvSpPr>
          <p:cNvPr id="1828" name="Google Shape;1828;p83"/>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z - Cover">
  <p:cSld name="CUSTOM_3">
    <p:spTree>
      <p:nvGrpSpPr>
        <p:cNvPr id="1" name="Shape 1829"/>
        <p:cNvGrpSpPr/>
        <p:nvPr/>
      </p:nvGrpSpPr>
      <p:grpSpPr>
        <a:xfrm>
          <a:off x="0" y="0"/>
          <a:ext cx="0" cy="0"/>
          <a:chOff x="0" y="0"/>
          <a:chExt cx="0" cy="0"/>
        </a:xfrm>
      </p:grpSpPr>
      <p:pic>
        <p:nvPicPr>
          <p:cNvPr id="1830" name="Google Shape;1830;p84"/>
          <p:cNvPicPr preferRelativeResize="0"/>
          <p:nvPr/>
        </p:nvPicPr>
        <p:blipFill>
          <a:blip r:embed="rId2">
            <a:alphaModFix/>
          </a:blip>
          <a:stretch>
            <a:fillRect/>
          </a:stretch>
        </p:blipFill>
        <p:spPr>
          <a:xfrm>
            <a:off x="1995533" y="4023275"/>
            <a:ext cx="1995774" cy="313800"/>
          </a:xfrm>
          <a:prstGeom prst="rect">
            <a:avLst/>
          </a:prstGeom>
          <a:noFill/>
          <a:ln>
            <a:noFill/>
          </a:ln>
        </p:spPr>
      </p:pic>
      <p:pic>
        <p:nvPicPr>
          <p:cNvPr id="1831" name="Google Shape;1831;p84"/>
          <p:cNvPicPr preferRelativeResize="0"/>
          <p:nvPr/>
        </p:nvPicPr>
        <p:blipFill rotWithShape="1">
          <a:blip r:embed="rId3">
            <a:alphaModFix/>
          </a:blip>
          <a:srcRect/>
          <a:stretch/>
        </p:blipFill>
        <p:spPr>
          <a:xfrm>
            <a:off x="1109077" y="4097810"/>
            <a:ext cx="690928" cy="164735"/>
          </a:xfrm>
          <a:prstGeom prst="rect">
            <a:avLst/>
          </a:prstGeom>
          <a:noFill/>
          <a:ln>
            <a:noFill/>
          </a:ln>
        </p:spPr>
      </p:pic>
      <p:grpSp>
        <p:nvGrpSpPr>
          <p:cNvPr id="1832" name="Google Shape;1832;p84"/>
          <p:cNvGrpSpPr/>
          <p:nvPr/>
        </p:nvGrpSpPr>
        <p:grpSpPr>
          <a:xfrm>
            <a:off x="716839" y="237049"/>
            <a:ext cx="7758172" cy="4303834"/>
            <a:chOff x="793039" y="541849"/>
            <a:chExt cx="7758172" cy="4303834"/>
          </a:xfrm>
        </p:grpSpPr>
        <p:grpSp>
          <p:nvGrpSpPr>
            <p:cNvPr id="1833" name="Google Shape;1833;p84"/>
            <p:cNvGrpSpPr/>
            <p:nvPr/>
          </p:nvGrpSpPr>
          <p:grpSpPr>
            <a:xfrm>
              <a:off x="4244662" y="541849"/>
              <a:ext cx="4306549" cy="4303834"/>
              <a:chOff x="3633611" y="2205024"/>
              <a:chExt cx="1437049" cy="1436143"/>
            </a:xfrm>
          </p:grpSpPr>
          <p:sp>
            <p:nvSpPr>
              <p:cNvPr id="1834" name="Google Shape;1834;p84"/>
              <p:cNvSpPr/>
              <p:nvPr/>
            </p:nvSpPr>
            <p:spPr>
              <a:xfrm rot="10800000">
                <a:off x="3871495" y="3093489"/>
                <a:ext cx="531280" cy="100529"/>
              </a:xfrm>
              <a:custGeom>
                <a:avLst/>
                <a:gdLst/>
                <a:ahLst/>
                <a:cxnLst/>
                <a:rect l="l" t="t" r="r" b="b"/>
                <a:pathLst>
                  <a:path w="39707" h="1672" extrusionOk="0">
                    <a:moveTo>
                      <a:pt x="3695" y="7"/>
                    </a:moveTo>
                    <a:lnTo>
                      <a:pt x="3154" y="14"/>
                    </a:lnTo>
                    <a:lnTo>
                      <a:pt x="2674" y="27"/>
                    </a:lnTo>
                    <a:lnTo>
                      <a:pt x="2223" y="54"/>
                    </a:lnTo>
                    <a:lnTo>
                      <a:pt x="1833" y="87"/>
                    </a:lnTo>
                    <a:lnTo>
                      <a:pt x="1502" y="120"/>
                    </a:lnTo>
                    <a:lnTo>
                      <a:pt x="1232" y="159"/>
                    </a:lnTo>
                    <a:lnTo>
                      <a:pt x="992" y="206"/>
                    </a:lnTo>
                    <a:lnTo>
                      <a:pt x="751" y="258"/>
                    </a:lnTo>
                    <a:lnTo>
                      <a:pt x="601" y="311"/>
                    </a:lnTo>
                    <a:lnTo>
                      <a:pt x="451" y="371"/>
                    </a:lnTo>
                    <a:lnTo>
                      <a:pt x="331" y="430"/>
                    </a:lnTo>
                    <a:lnTo>
                      <a:pt x="241" y="490"/>
                    </a:lnTo>
                    <a:lnTo>
                      <a:pt x="151" y="549"/>
                    </a:lnTo>
                    <a:lnTo>
                      <a:pt x="91" y="609"/>
                    </a:lnTo>
                    <a:lnTo>
                      <a:pt x="30" y="727"/>
                    </a:lnTo>
                    <a:lnTo>
                      <a:pt x="0" y="846"/>
                    </a:lnTo>
                    <a:lnTo>
                      <a:pt x="0" y="912"/>
                    </a:lnTo>
                    <a:lnTo>
                      <a:pt x="30" y="978"/>
                    </a:lnTo>
                    <a:lnTo>
                      <a:pt x="91" y="1051"/>
                    </a:lnTo>
                    <a:lnTo>
                      <a:pt x="181" y="1124"/>
                    </a:lnTo>
                    <a:lnTo>
                      <a:pt x="301" y="1196"/>
                    </a:lnTo>
                    <a:lnTo>
                      <a:pt x="421" y="1269"/>
                    </a:lnTo>
                    <a:lnTo>
                      <a:pt x="601" y="1342"/>
                    </a:lnTo>
                    <a:lnTo>
                      <a:pt x="811" y="1408"/>
                    </a:lnTo>
                    <a:lnTo>
                      <a:pt x="1082" y="1467"/>
                    </a:lnTo>
                    <a:lnTo>
                      <a:pt x="1382" y="1520"/>
                    </a:lnTo>
                    <a:lnTo>
                      <a:pt x="1712" y="1573"/>
                    </a:lnTo>
                    <a:lnTo>
                      <a:pt x="2103" y="1613"/>
                    </a:lnTo>
                    <a:lnTo>
                      <a:pt x="2553" y="1646"/>
                    </a:lnTo>
                    <a:lnTo>
                      <a:pt x="3034" y="1665"/>
                    </a:lnTo>
                    <a:lnTo>
                      <a:pt x="10122" y="1665"/>
                    </a:lnTo>
                    <a:lnTo>
                      <a:pt x="10483" y="1672"/>
                    </a:lnTo>
                    <a:lnTo>
                      <a:pt x="20364" y="1672"/>
                    </a:lnTo>
                    <a:lnTo>
                      <a:pt x="20364" y="7"/>
                    </a:lnTo>
                    <a:lnTo>
                      <a:pt x="17000" y="7"/>
                    </a:lnTo>
                    <a:lnTo>
                      <a:pt x="16940" y="93"/>
                    </a:lnTo>
                    <a:lnTo>
                      <a:pt x="16850" y="186"/>
                    </a:lnTo>
                    <a:lnTo>
                      <a:pt x="16760" y="272"/>
                    </a:lnTo>
                    <a:lnTo>
                      <a:pt x="16640" y="351"/>
                    </a:lnTo>
                    <a:lnTo>
                      <a:pt x="16489" y="424"/>
                    </a:lnTo>
                    <a:lnTo>
                      <a:pt x="16309" y="490"/>
                    </a:lnTo>
                    <a:lnTo>
                      <a:pt x="16129" y="549"/>
                    </a:lnTo>
                    <a:lnTo>
                      <a:pt x="15919" y="595"/>
                    </a:lnTo>
                    <a:lnTo>
                      <a:pt x="15648" y="642"/>
                    </a:lnTo>
                    <a:lnTo>
                      <a:pt x="15378" y="681"/>
                    </a:lnTo>
                    <a:lnTo>
                      <a:pt x="15108" y="721"/>
                    </a:lnTo>
                    <a:lnTo>
                      <a:pt x="14808" y="747"/>
                    </a:lnTo>
                    <a:lnTo>
                      <a:pt x="14507" y="767"/>
                    </a:lnTo>
                    <a:lnTo>
                      <a:pt x="14177" y="780"/>
                    </a:lnTo>
                    <a:lnTo>
                      <a:pt x="13876" y="787"/>
                    </a:lnTo>
                    <a:lnTo>
                      <a:pt x="13546" y="793"/>
                    </a:lnTo>
                    <a:lnTo>
                      <a:pt x="13096" y="787"/>
                    </a:lnTo>
                    <a:lnTo>
                      <a:pt x="12675" y="774"/>
                    </a:lnTo>
                    <a:lnTo>
                      <a:pt x="12255" y="754"/>
                    </a:lnTo>
                    <a:lnTo>
                      <a:pt x="11864" y="721"/>
                    </a:lnTo>
                    <a:lnTo>
                      <a:pt x="11444" y="681"/>
                    </a:lnTo>
                    <a:lnTo>
                      <a:pt x="11083" y="642"/>
                    </a:lnTo>
                    <a:lnTo>
                      <a:pt x="10723" y="589"/>
                    </a:lnTo>
                    <a:lnTo>
                      <a:pt x="10392" y="536"/>
                    </a:lnTo>
                    <a:lnTo>
                      <a:pt x="10182" y="483"/>
                    </a:lnTo>
                    <a:lnTo>
                      <a:pt x="10002" y="430"/>
                    </a:lnTo>
                    <a:lnTo>
                      <a:pt x="9822" y="371"/>
                    </a:lnTo>
                    <a:lnTo>
                      <a:pt x="9702" y="305"/>
                    </a:lnTo>
                    <a:lnTo>
                      <a:pt x="9581" y="232"/>
                    </a:lnTo>
                    <a:lnTo>
                      <a:pt x="9521" y="159"/>
                    </a:lnTo>
                    <a:lnTo>
                      <a:pt x="9461" y="80"/>
                    </a:lnTo>
                    <a:lnTo>
                      <a:pt x="9401" y="7"/>
                    </a:lnTo>
                    <a:close/>
                    <a:moveTo>
                      <a:pt x="35772" y="1"/>
                    </a:moveTo>
                    <a:lnTo>
                      <a:pt x="27873" y="7"/>
                    </a:lnTo>
                    <a:lnTo>
                      <a:pt x="27873" y="1672"/>
                    </a:lnTo>
                    <a:lnTo>
                      <a:pt x="35772" y="1672"/>
                    </a:lnTo>
                    <a:lnTo>
                      <a:pt x="36432" y="1665"/>
                    </a:lnTo>
                    <a:lnTo>
                      <a:pt x="36973" y="1639"/>
                    </a:lnTo>
                    <a:lnTo>
                      <a:pt x="37484" y="1613"/>
                    </a:lnTo>
                    <a:lnTo>
                      <a:pt x="37904" y="1566"/>
                    </a:lnTo>
                    <a:lnTo>
                      <a:pt x="38295" y="1520"/>
                    </a:lnTo>
                    <a:lnTo>
                      <a:pt x="38595" y="1461"/>
                    </a:lnTo>
                    <a:lnTo>
                      <a:pt x="38865" y="1401"/>
                    </a:lnTo>
                    <a:lnTo>
                      <a:pt x="39076" y="1335"/>
                    </a:lnTo>
                    <a:lnTo>
                      <a:pt x="39256" y="1269"/>
                    </a:lnTo>
                    <a:lnTo>
                      <a:pt x="39406" y="1196"/>
                    </a:lnTo>
                    <a:lnTo>
                      <a:pt x="39526" y="1124"/>
                    </a:lnTo>
                    <a:lnTo>
                      <a:pt x="39586" y="1058"/>
                    </a:lnTo>
                    <a:lnTo>
                      <a:pt x="39646" y="985"/>
                    </a:lnTo>
                    <a:lnTo>
                      <a:pt x="39676" y="926"/>
                    </a:lnTo>
                    <a:lnTo>
                      <a:pt x="39706" y="807"/>
                    </a:lnTo>
                    <a:lnTo>
                      <a:pt x="39676" y="754"/>
                    </a:lnTo>
                    <a:lnTo>
                      <a:pt x="39616" y="694"/>
                    </a:lnTo>
                    <a:lnTo>
                      <a:pt x="39496" y="628"/>
                    </a:lnTo>
                    <a:lnTo>
                      <a:pt x="39376" y="562"/>
                    </a:lnTo>
                    <a:lnTo>
                      <a:pt x="39196" y="496"/>
                    </a:lnTo>
                    <a:lnTo>
                      <a:pt x="38955" y="430"/>
                    </a:lnTo>
                    <a:lnTo>
                      <a:pt x="38715" y="364"/>
                    </a:lnTo>
                    <a:lnTo>
                      <a:pt x="38415" y="298"/>
                    </a:lnTo>
                    <a:lnTo>
                      <a:pt x="38114" y="239"/>
                    </a:lnTo>
                    <a:lnTo>
                      <a:pt x="37754" y="186"/>
                    </a:lnTo>
                    <a:lnTo>
                      <a:pt x="37364" y="133"/>
                    </a:lnTo>
                    <a:lnTo>
                      <a:pt x="36973" y="87"/>
                    </a:lnTo>
                    <a:lnTo>
                      <a:pt x="36523" y="54"/>
                    </a:lnTo>
                    <a:lnTo>
                      <a:pt x="36042" y="27"/>
                    </a:lnTo>
                    <a:lnTo>
                      <a:pt x="35561" y="7"/>
                    </a:lnTo>
                    <a:lnTo>
                      <a:pt x="35051" y="7"/>
                    </a:lnTo>
                    <a:lnTo>
                      <a:pt x="35772" y="1"/>
                    </a:lnTo>
                    <a:close/>
                  </a:path>
                </a:pathLst>
              </a:custGeom>
              <a:solidFill>
                <a:srgbClr val="0089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84"/>
              <p:cNvSpPr/>
              <p:nvPr/>
            </p:nvSpPr>
            <p:spPr>
              <a:xfrm rot="10800000">
                <a:off x="4130304" y="3093489"/>
                <a:ext cx="272470" cy="100108"/>
              </a:xfrm>
              <a:custGeom>
                <a:avLst/>
                <a:gdLst/>
                <a:ahLst/>
                <a:cxnLst/>
                <a:rect l="l" t="t" r="r" b="b"/>
                <a:pathLst>
                  <a:path w="20364" h="1665" fill="none" extrusionOk="0">
                    <a:moveTo>
                      <a:pt x="20364" y="1665"/>
                    </a:moveTo>
                    <a:lnTo>
                      <a:pt x="20364" y="1665"/>
                    </a:lnTo>
                    <a:lnTo>
                      <a:pt x="20364" y="0"/>
                    </a:lnTo>
                    <a:lnTo>
                      <a:pt x="17000" y="0"/>
                    </a:lnTo>
                    <a:lnTo>
                      <a:pt x="17000" y="0"/>
                    </a:lnTo>
                    <a:lnTo>
                      <a:pt x="16940" y="86"/>
                    </a:lnTo>
                    <a:lnTo>
                      <a:pt x="16850" y="179"/>
                    </a:lnTo>
                    <a:lnTo>
                      <a:pt x="16760" y="265"/>
                    </a:lnTo>
                    <a:lnTo>
                      <a:pt x="16640" y="344"/>
                    </a:lnTo>
                    <a:lnTo>
                      <a:pt x="16489" y="417"/>
                    </a:lnTo>
                    <a:lnTo>
                      <a:pt x="16309" y="483"/>
                    </a:lnTo>
                    <a:lnTo>
                      <a:pt x="16129" y="542"/>
                    </a:lnTo>
                    <a:lnTo>
                      <a:pt x="15919" y="588"/>
                    </a:lnTo>
                    <a:lnTo>
                      <a:pt x="15919" y="588"/>
                    </a:lnTo>
                    <a:lnTo>
                      <a:pt x="15648" y="635"/>
                    </a:lnTo>
                    <a:lnTo>
                      <a:pt x="15378" y="674"/>
                    </a:lnTo>
                    <a:lnTo>
                      <a:pt x="15108" y="714"/>
                    </a:lnTo>
                    <a:lnTo>
                      <a:pt x="14808" y="740"/>
                    </a:lnTo>
                    <a:lnTo>
                      <a:pt x="14507" y="760"/>
                    </a:lnTo>
                    <a:lnTo>
                      <a:pt x="14177" y="773"/>
                    </a:lnTo>
                    <a:lnTo>
                      <a:pt x="13876" y="780"/>
                    </a:lnTo>
                    <a:lnTo>
                      <a:pt x="13546" y="786"/>
                    </a:lnTo>
                    <a:lnTo>
                      <a:pt x="13546" y="786"/>
                    </a:lnTo>
                    <a:lnTo>
                      <a:pt x="13096" y="780"/>
                    </a:lnTo>
                    <a:lnTo>
                      <a:pt x="12675" y="767"/>
                    </a:lnTo>
                    <a:lnTo>
                      <a:pt x="12255" y="747"/>
                    </a:lnTo>
                    <a:lnTo>
                      <a:pt x="11864" y="714"/>
                    </a:lnTo>
                    <a:lnTo>
                      <a:pt x="11444" y="674"/>
                    </a:lnTo>
                    <a:lnTo>
                      <a:pt x="11083" y="635"/>
                    </a:lnTo>
                    <a:lnTo>
                      <a:pt x="10723" y="582"/>
                    </a:lnTo>
                    <a:lnTo>
                      <a:pt x="10392" y="529"/>
                    </a:lnTo>
                    <a:lnTo>
                      <a:pt x="10392" y="529"/>
                    </a:lnTo>
                    <a:lnTo>
                      <a:pt x="10182" y="476"/>
                    </a:lnTo>
                    <a:lnTo>
                      <a:pt x="10002" y="423"/>
                    </a:lnTo>
                    <a:lnTo>
                      <a:pt x="9822" y="364"/>
                    </a:lnTo>
                    <a:lnTo>
                      <a:pt x="9702" y="298"/>
                    </a:lnTo>
                    <a:lnTo>
                      <a:pt x="9581" y="225"/>
                    </a:lnTo>
                    <a:lnTo>
                      <a:pt x="9521" y="152"/>
                    </a:lnTo>
                    <a:lnTo>
                      <a:pt x="9461" y="73"/>
                    </a:lnTo>
                    <a:lnTo>
                      <a:pt x="9401" y="0"/>
                    </a:lnTo>
                    <a:lnTo>
                      <a:pt x="4025" y="0"/>
                    </a:lnTo>
                    <a:lnTo>
                      <a:pt x="4025" y="0"/>
                    </a:lnTo>
                    <a:lnTo>
                      <a:pt x="3845" y="0"/>
                    </a:lnTo>
                    <a:lnTo>
                      <a:pt x="3845" y="0"/>
                    </a:lnTo>
                    <a:lnTo>
                      <a:pt x="3695" y="0"/>
                    </a:lnTo>
                    <a:lnTo>
                      <a:pt x="3695" y="0"/>
                    </a:lnTo>
                    <a:lnTo>
                      <a:pt x="3154" y="7"/>
                    </a:lnTo>
                    <a:lnTo>
                      <a:pt x="2674" y="20"/>
                    </a:lnTo>
                    <a:lnTo>
                      <a:pt x="2223" y="47"/>
                    </a:lnTo>
                    <a:lnTo>
                      <a:pt x="1833" y="80"/>
                    </a:lnTo>
                    <a:lnTo>
                      <a:pt x="1502" y="113"/>
                    </a:lnTo>
                    <a:lnTo>
                      <a:pt x="1232" y="152"/>
                    </a:lnTo>
                    <a:lnTo>
                      <a:pt x="992" y="199"/>
                    </a:lnTo>
                    <a:lnTo>
                      <a:pt x="751" y="251"/>
                    </a:lnTo>
                    <a:lnTo>
                      <a:pt x="601" y="304"/>
                    </a:lnTo>
                    <a:lnTo>
                      <a:pt x="451" y="364"/>
                    </a:lnTo>
                    <a:lnTo>
                      <a:pt x="331" y="423"/>
                    </a:lnTo>
                    <a:lnTo>
                      <a:pt x="241" y="483"/>
                    </a:lnTo>
                    <a:lnTo>
                      <a:pt x="151" y="542"/>
                    </a:lnTo>
                    <a:lnTo>
                      <a:pt x="91" y="602"/>
                    </a:lnTo>
                    <a:lnTo>
                      <a:pt x="30" y="720"/>
                    </a:lnTo>
                    <a:lnTo>
                      <a:pt x="30" y="720"/>
                    </a:lnTo>
                    <a:lnTo>
                      <a:pt x="0" y="839"/>
                    </a:lnTo>
                    <a:lnTo>
                      <a:pt x="0" y="905"/>
                    </a:lnTo>
                    <a:lnTo>
                      <a:pt x="30" y="971"/>
                    </a:lnTo>
                    <a:lnTo>
                      <a:pt x="91" y="1044"/>
                    </a:lnTo>
                    <a:lnTo>
                      <a:pt x="181" y="1117"/>
                    </a:lnTo>
                    <a:lnTo>
                      <a:pt x="301" y="1189"/>
                    </a:lnTo>
                    <a:lnTo>
                      <a:pt x="421" y="1262"/>
                    </a:lnTo>
                    <a:lnTo>
                      <a:pt x="601" y="1335"/>
                    </a:lnTo>
                    <a:lnTo>
                      <a:pt x="811" y="1401"/>
                    </a:lnTo>
                    <a:lnTo>
                      <a:pt x="1082" y="1460"/>
                    </a:lnTo>
                    <a:lnTo>
                      <a:pt x="1382" y="1513"/>
                    </a:lnTo>
                    <a:lnTo>
                      <a:pt x="1712" y="1566"/>
                    </a:lnTo>
                    <a:lnTo>
                      <a:pt x="2103" y="1606"/>
                    </a:lnTo>
                    <a:lnTo>
                      <a:pt x="2553" y="1639"/>
                    </a:lnTo>
                    <a:lnTo>
                      <a:pt x="3034" y="1658"/>
                    </a:lnTo>
                    <a:lnTo>
                      <a:pt x="3034" y="1658"/>
                    </a:lnTo>
                    <a:lnTo>
                      <a:pt x="7509" y="1658"/>
                    </a:lnTo>
                    <a:lnTo>
                      <a:pt x="7509" y="1658"/>
                    </a:lnTo>
                    <a:lnTo>
                      <a:pt x="9612" y="1658"/>
                    </a:lnTo>
                    <a:lnTo>
                      <a:pt x="9612" y="1658"/>
                    </a:lnTo>
                    <a:lnTo>
                      <a:pt x="9762" y="1658"/>
                    </a:lnTo>
                    <a:lnTo>
                      <a:pt x="9762" y="1658"/>
                    </a:lnTo>
                    <a:lnTo>
                      <a:pt x="10122" y="1658"/>
                    </a:lnTo>
                    <a:lnTo>
                      <a:pt x="10483" y="1665"/>
                    </a:lnTo>
                    <a:lnTo>
                      <a:pt x="10483" y="1665"/>
                    </a:lnTo>
                    <a:lnTo>
                      <a:pt x="16730" y="1665"/>
                    </a:lnTo>
                    <a:lnTo>
                      <a:pt x="16730" y="1665"/>
                    </a:lnTo>
                    <a:lnTo>
                      <a:pt x="20364" y="16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84"/>
              <p:cNvSpPr/>
              <p:nvPr/>
            </p:nvSpPr>
            <p:spPr>
              <a:xfrm rot="10800000">
                <a:off x="3871504" y="3093489"/>
                <a:ext cx="158352" cy="100529"/>
              </a:xfrm>
              <a:custGeom>
                <a:avLst/>
                <a:gdLst/>
                <a:ahLst/>
                <a:cxnLst/>
                <a:rect l="l" t="t" r="r" b="b"/>
                <a:pathLst>
                  <a:path w="11835" h="1672" fill="none" extrusionOk="0">
                    <a:moveTo>
                      <a:pt x="2493" y="1672"/>
                    </a:moveTo>
                    <a:lnTo>
                      <a:pt x="2493" y="1672"/>
                    </a:lnTo>
                    <a:lnTo>
                      <a:pt x="7900" y="1672"/>
                    </a:lnTo>
                    <a:lnTo>
                      <a:pt x="7900" y="1672"/>
                    </a:lnTo>
                    <a:lnTo>
                      <a:pt x="8560" y="1665"/>
                    </a:lnTo>
                    <a:lnTo>
                      <a:pt x="9101" y="1639"/>
                    </a:lnTo>
                    <a:lnTo>
                      <a:pt x="9612" y="1613"/>
                    </a:lnTo>
                    <a:lnTo>
                      <a:pt x="10032" y="1566"/>
                    </a:lnTo>
                    <a:lnTo>
                      <a:pt x="10423" y="1520"/>
                    </a:lnTo>
                    <a:lnTo>
                      <a:pt x="10723" y="1461"/>
                    </a:lnTo>
                    <a:lnTo>
                      <a:pt x="10993" y="1401"/>
                    </a:lnTo>
                    <a:lnTo>
                      <a:pt x="11204" y="1335"/>
                    </a:lnTo>
                    <a:lnTo>
                      <a:pt x="11384" y="1269"/>
                    </a:lnTo>
                    <a:lnTo>
                      <a:pt x="11534" y="1196"/>
                    </a:lnTo>
                    <a:lnTo>
                      <a:pt x="11654" y="1124"/>
                    </a:lnTo>
                    <a:lnTo>
                      <a:pt x="11714" y="1058"/>
                    </a:lnTo>
                    <a:lnTo>
                      <a:pt x="11774" y="985"/>
                    </a:lnTo>
                    <a:lnTo>
                      <a:pt x="11804" y="926"/>
                    </a:lnTo>
                    <a:lnTo>
                      <a:pt x="11834" y="807"/>
                    </a:lnTo>
                    <a:lnTo>
                      <a:pt x="11834" y="807"/>
                    </a:lnTo>
                    <a:lnTo>
                      <a:pt x="11804" y="754"/>
                    </a:lnTo>
                    <a:lnTo>
                      <a:pt x="11744" y="694"/>
                    </a:lnTo>
                    <a:lnTo>
                      <a:pt x="11624" y="628"/>
                    </a:lnTo>
                    <a:lnTo>
                      <a:pt x="11504" y="562"/>
                    </a:lnTo>
                    <a:lnTo>
                      <a:pt x="11324" y="496"/>
                    </a:lnTo>
                    <a:lnTo>
                      <a:pt x="11083" y="430"/>
                    </a:lnTo>
                    <a:lnTo>
                      <a:pt x="10843" y="364"/>
                    </a:lnTo>
                    <a:lnTo>
                      <a:pt x="10543" y="298"/>
                    </a:lnTo>
                    <a:lnTo>
                      <a:pt x="10242" y="239"/>
                    </a:lnTo>
                    <a:lnTo>
                      <a:pt x="9882" y="186"/>
                    </a:lnTo>
                    <a:lnTo>
                      <a:pt x="9492" y="133"/>
                    </a:lnTo>
                    <a:lnTo>
                      <a:pt x="9101" y="87"/>
                    </a:lnTo>
                    <a:lnTo>
                      <a:pt x="8651" y="54"/>
                    </a:lnTo>
                    <a:lnTo>
                      <a:pt x="8170" y="27"/>
                    </a:lnTo>
                    <a:lnTo>
                      <a:pt x="7689" y="7"/>
                    </a:lnTo>
                    <a:lnTo>
                      <a:pt x="7179" y="7"/>
                    </a:lnTo>
                    <a:lnTo>
                      <a:pt x="7900" y="1"/>
                    </a:lnTo>
                    <a:lnTo>
                      <a:pt x="1" y="7"/>
                    </a:lnTo>
                    <a:lnTo>
                      <a:pt x="1" y="1672"/>
                    </a:lnTo>
                    <a:lnTo>
                      <a:pt x="1" y="1672"/>
                    </a:lnTo>
                    <a:lnTo>
                      <a:pt x="2493" y="167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84"/>
              <p:cNvSpPr/>
              <p:nvPr/>
            </p:nvSpPr>
            <p:spPr>
              <a:xfrm rot="10800000">
                <a:off x="4001708" y="3193958"/>
                <a:ext cx="441259" cy="100108"/>
              </a:xfrm>
              <a:custGeom>
                <a:avLst/>
                <a:gdLst/>
                <a:ahLst/>
                <a:cxnLst/>
                <a:rect l="l" t="t" r="r" b="b"/>
                <a:pathLst>
                  <a:path w="32979" h="1665" extrusionOk="0">
                    <a:moveTo>
                      <a:pt x="3725" y="734"/>
                    </a:moveTo>
                    <a:lnTo>
                      <a:pt x="3395" y="753"/>
                    </a:lnTo>
                    <a:lnTo>
                      <a:pt x="3034" y="767"/>
                    </a:lnTo>
                    <a:lnTo>
                      <a:pt x="2644" y="780"/>
                    </a:lnTo>
                    <a:lnTo>
                      <a:pt x="2193" y="786"/>
                    </a:lnTo>
                    <a:lnTo>
                      <a:pt x="1" y="786"/>
                    </a:lnTo>
                    <a:lnTo>
                      <a:pt x="572" y="793"/>
                    </a:lnTo>
                    <a:lnTo>
                      <a:pt x="1112" y="813"/>
                    </a:lnTo>
                    <a:lnTo>
                      <a:pt x="1563" y="839"/>
                    </a:lnTo>
                    <a:lnTo>
                      <a:pt x="1983" y="879"/>
                    </a:lnTo>
                    <a:lnTo>
                      <a:pt x="2314" y="925"/>
                    </a:lnTo>
                    <a:lnTo>
                      <a:pt x="2644" y="978"/>
                    </a:lnTo>
                    <a:lnTo>
                      <a:pt x="2914" y="1044"/>
                    </a:lnTo>
                    <a:lnTo>
                      <a:pt x="3125" y="1103"/>
                    </a:lnTo>
                    <a:lnTo>
                      <a:pt x="3305" y="1176"/>
                    </a:lnTo>
                    <a:lnTo>
                      <a:pt x="3455" y="1249"/>
                    </a:lnTo>
                    <a:lnTo>
                      <a:pt x="3575" y="1321"/>
                    </a:lnTo>
                    <a:lnTo>
                      <a:pt x="3665" y="1394"/>
                    </a:lnTo>
                    <a:lnTo>
                      <a:pt x="3725" y="1467"/>
                    </a:lnTo>
                    <a:lnTo>
                      <a:pt x="3755" y="1533"/>
                    </a:lnTo>
                    <a:lnTo>
                      <a:pt x="3755" y="1605"/>
                    </a:lnTo>
                    <a:lnTo>
                      <a:pt x="3755" y="1665"/>
                    </a:lnTo>
                    <a:lnTo>
                      <a:pt x="12405" y="1665"/>
                    </a:lnTo>
                    <a:lnTo>
                      <a:pt x="12405" y="1559"/>
                    </a:lnTo>
                    <a:lnTo>
                      <a:pt x="12405" y="734"/>
                    </a:lnTo>
                    <a:lnTo>
                      <a:pt x="11895" y="747"/>
                    </a:lnTo>
                    <a:lnTo>
                      <a:pt x="4236" y="747"/>
                    </a:lnTo>
                    <a:lnTo>
                      <a:pt x="3725" y="734"/>
                    </a:lnTo>
                    <a:close/>
                    <a:moveTo>
                      <a:pt x="19974" y="0"/>
                    </a:moveTo>
                    <a:lnTo>
                      <a:pt x="19974" y="1480"/>
                    </a:lnTo>
                    <a:lnTo>
                      <a:pt x="20004" y="1572"/>
                    </a:lnTo>
                    <a:lnTo>
                      <a:pt x="20004" y="1665"/>
                    </a:lnTo>
                    <a:lnTo>
                      <a:pt x="23368" y="1665"/>
                    </a:lnTo>
                    <a:lnTo>
                      <a:pt x="23368" y="0"/>
                    </a:lnTo>
                    <a:close/>
                    <a:moveTo>
                      <a:pt x="30877" y="767"/>
                    </a:moveTo>
                    <a:lnTo>
                      <a:pt x="30877" y="1665"/>
                    </a:lnTo>
                    <a:lnTo>
                      <a:pt x="31507" y="1652"/>
                    </a:lnTo>
                    <a:lnTo>
                      <a:pt x="32048" y="1632"/>
                    </a:lnTo>
                    <a:lnTo>
                      <a:pt x="32559" y="1599"/>
                    </a:lnTo>
                    <a:lnTo>
                      <a:pt x="32979" y="1559"/>
                    </a:lnTo>
                    <a:lnTo>
                      <a:pt x="32679" y="1526"/>
                    </a:lnTo>
                    <a:lnTo>
                      <a:pt x="32408" y="1493"/>
                    </a:lnTo>
                    <a:lnTo>
                      <a:pt x="32138" y="1447"/>
                    </a:lnTo>
                    <a:lnTo>
                      <a:pt x="31898" y="1407"/>
                    </a:lnTo>
                    <a:lnTo>
                      <a:pt x="31627" y="1348"/>
                    </a:lnTo>
                    <a:lnTo>
                      <a:pt x="31417" y="1282"/>
                    </a:lnTo>
                    <a:lnTo>
                      <a:pt x="31237" y="1209"/>
                    </a:lnTo>
                    <a:lnTo>
                      <a:pt x="31117" y="1130"/>
                    </a:lnTo>
                    <a:lnTo>
                      <a:pt x="30997" y="1044"/>
                    </a:lnTo>
                    <a:lnTo>
                      <a:pt x="30937" y="951"/>
                    </a:lnTo>
                    <a:lnTo>
                      <a:pt x="30907" y="859"/>
                    </a:lnTo>
                    <a:lnTo>
                      <a:pt x="30877" y="767"/>
                    </a:lnTo>
                    <a:close/>
                  </a:path>
                </a:pathLst>
              </a:custGeom>
              <a:solidFill>
                <a:srgbClr val="7192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84"/>
              <p:cNvSpPr/>
              <p:nvPr/>
            </p:nvSpPr>
            <p:spPr>
              <a:xfrm rot="10800000">
                <a:off x="4001718" y="3193958"/>
                <a:ext cx="28138" cy="79485"/>
              </a:xfrm>
              <a:custGeom>
                <a:avLst/>
                <a:gdLst/>
                <a:ahLst/>
                <a:cxnLst/>
                <a:rect l="l" t="t" r="r" b="b"/>
                <a:pathLst>
                  <a:path w="2103" h="1322" fill="none" extrusionOk="0">
                    <a:moveTo>
                      <a:pt x="1" y="1322"/>
                    </a:moveTo>
                    <a:lnTo>
                      <a:pt x="1" y="1322"/>
                    </a:lnTo>
                    <a:lnTo>
                      <a:pt x="631" y="1309"/>
                    </a:lnTo>
                    <a:lnTo>
                      <a:pt x="1172" y="1289"/>
                    </a:lnTo>
                    <a:lnTo>
                      <a:pt x="1683" y="1256"/>
                    </a:lnTo>
                    <a:lnTo>
                      <a:pt x="2103" y="1216"/>
                    </a:lnTo>
                    <a:lnTo>
                      <a:pt x="2103" y="1216"/>
                    </a:lnTo>
                    <a:lnTo>
                      <a:pt x="1803" y="1183"/>
                    </a:lnTo>
                    <a:lnTo>
                      <a:pt x="1532" y="1150"/>
                    </a:lnTo>
                    <a:lnTo>
                      <a:pt x="1262" y="1104"/>
                    </a:lnTo>
                    <a:lnTo>
                      <a:pt x="1022" y="1064"/>
                    </a:lnTo>
                    <a:lnTo>
                      <a:pt x="1022" y="1064"/>
                    </a:lnTo>
                    <a:lnTo>
                      <a:pt x="751" y="1005"/>
                    </a:lnTo>
                    <a:lnTo>
                      <a:pt x="541" y="939"/>
                    </a:lnTo>
                    <a:lnTo>
                      <a:pt x="361" y="866"/>
                    </a:lnTo>
                    <a:lnTo>
                      <a:pt x="241" y="787"/>
                    </a:lnTo>
                    <a:lnTo>
                      <a:pt x="121" y="701"/>
                    </a:lnTo>
                    <a:lnTo>
                      <a:pt x="61" y="608"/>
                    </a:lnTo>
                    <a:lnTo>
                      <a:pt x="31" y="516"/>
                    </a:lnTo>
                    <a:lnTo>
                      <a:pt x="1" y="424"/>
                    </a:lnTo>
                    <a:lnTo>
                      <a:pt x="1" y="1"/>
                    </a:lnTo>
                    <a:lnTo>
                      <a:pt x="1" y="1"/>
                    </a:lnTo>
                    <a:lnTo>
                      <a:pt x="1" y="14"/>
                    </a:lnTo>
                    <a:lnTo>
                      <a:pt x="1" y="132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84"/>
              <p:cNvSpPr/>
              <p:nvPr/>
            </p:nvSpPr>
            <p:spPr>
              <a:xfrm rot="10800000">
                <a:off x="4276974" y="3193958"/>
                <a:ext cx="196124" cy="56037"/>
              </a:xfrm>
              <a:custGeom>
                <a:avLst/>
                <a:gdLst/>
                <a:ahLst/>
                <a:cxnLst/>
                <a:rect l="l" t="t" r="r" b="b"/>
                <a:pathLst>
                  <a:path w="14658" h="932" fill="none" extrusionOk="0">
                    <a:moveTo>
                      <a:pt x="14657" y="932"/>
                    </a:moveTo>
                    <a:lnTo>
                      <a:pt x="14657" y="932"/>
                    </a:lnTo>
                    <a:lnTo>
                      <a:pt x="14657" y="826"/>
                    </a:lnTo>
                    <a:lnTo>
                      <a:pt x="14657" y="1"/>
                    </a:lnTo>
                    <a:lnTo>
                      <a:pt x="14657" y="1"/>
                    </a:lnTo>
                    <a:lnTo>
                      <a:pt x="14147" y="14"/>
                    </a:lnTo>
                    <a:lnTo>
                      <a:pt x="13666" y="14"/>
                    </a:lnTo>
                    <a:lnTo>
                      <a:pt x="7028" y="14"/>
                    </a:lnTo>
                    <a:lnTo>
                      <a:pt x="7028" y="14"/>
                    </a:lnTo>
                    <a:lnTo>
                      <a:pt x="6488" y="14"/>
                    </a:lnTo>
                    <a:lnTo>
                      <a:pt x="5977" y="1"/>
                    </a:lnTo>
                    <a:lnTo>
                      <a:pt x="5977" y="1"/>
                    </a:lnTo>
                    <a:lnTo>
                      <a:pt x="5647" y="20"/>
                    </a:lnTo>
                    <a:lnTo>
                      <a:pt x="5286" y="34"/>
                    </a:lnTo>
                    <a:lnTo>
                      <a:pt x="4896" y="47"/>
                    </a:lnTo>
                    <a:lnTo>
                      <a:pt x="4445" y="53"/>
                    </a:lnTo>
                    <a:lnTo>
                      <a:pt x="4445" y="53"/>
                    </a:lnTo>
                    <a:lnTo>
                      <a:pt x="3935" y="53"/>
                    </a:lnTo>
                    <a:lnTo>
                      <a:pt x="3935" y="53"/>
                    </a:lnTo>
                    <a:lnTo>
                      <a:pt x="3394" y="53"/>
                    </a:lnTo>
                    <a:lnTo>
                      <a:pt x="0" y="53"/>
                    </a:lnTo>
                    <a:lnTo>
                      <a:pt x="0" y="53"/>
                    </a:lnTo>
                    <a:lnTo>
                      <a:pt x="0" y="53"/>
                    </a:lnTo>
                    <a:lnTo>
                      <a:pt x="0" y="53"/>
                    </a:lnTo>
                    <a:lnTo>
                      <a:pt x="1682" y="53"/>
                    </a:lnTo>
                    <a:lnTo>
                      <a:pt x="1682" y="53"/>
                    </a:lnTo>
                    <a:lnTo>
                      <a:pt x="2103" y="53"/>
                    </a:lnTo>
                    <a:lnTo>
                      <a:pt x="2103" y="53"/>
                    </a:lnTo>
                    <a:lnTo>
                      <a:pt x="2253" y="53"/>
                    </a:lnTo>
                    <a:lnTo>
                      <a:pt x="2253" y="53"/>
                    </a:lnTo>
                    <a:lnTo>
                      <a:pt x="2824" y="60"/>
                    </a:lnTo>
                    <a:lnTo>
                      <a:pt x="3364" y="80"/>
                    </a:lnTo>
                    <a:lnTo>
                      <a:pt x="3815" y="106"/>
                    </a:lnTo>
                    <a:lnTo>
                      <a:pt x="4235" y="146"/>
                    </a:lnTo>
                    <a:lnTo>
                      <a:pt x="4566" y="192"/>
                    </a:lnTo>
                    <a:lnTo>
                      <a:pt x="4896" y="245"/>
                    </a:lnTo>
                    <a:lnTo>
                      <a:pt x="5166" y="311"/>
                    </a:lnTo>
                    <a:lnTo>
                      <a:pt x="5377" y="370"/>
                    </a:lnTo>
                    <a:lnTo>
                      <a:pt x="5557" y="443"/>
                    </a:lnTo>
                    <a:lnTo>
                      <a:pt x="5707" y="516"/>
                    </a:lnTo>
                    <a:lnTo>
                      <a:pt x="5827" y="588"/>
                    </a:lnTo>
                    <a:lnTo>
                      <a:pt x="5917" y="661"/>
                    </a:lnTo>
                    <a:lnTo>
                      <a:pt x="5977" y="734"/>
                    </a:lnTo>
                    <a:lnTo>
                      <a:pt x="6007" y="800"/>
                    </a:lnTo>
                    <a:lnTo>
                      <a:pt x="6007" y="872"/>
                    </a:lnTo>
                    <a:lnTo>
                      <a:pt x="6007" y="932"/>
                    </a:lnTo>
                    <a:lnTo>
                      <a:pt x="6007" y="932"/>
                    </a:lnTo>
                    <a:lnTo>
                      <a:pt x="14657" y="93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84"/>
              <p:cNvSpPr/>
              <p:nvPr/>
            </p:nvSpPr>
            <p:spPr>
              <a:xfrm rot="10800000">
                <a:off x="4130310" y="3193958"/>
                <a:ext cx="45412" cy="100108"/>
              </a:xfrm>
              <a:custGeom>
                <a:avLst/>
                <a:gdLst/>
                <a:ahLst/>
                <a:cxnLst/>
                <a:rect l="l" t="t" r="r" b="b"/>
                <a:pathLst>
                  <a:path w="3394" h="1665" fill="none" extrusionOk="0">
                    <a:moveTo>
                      <a:pt x="3394" y="1665"/>
                    </a:moveTo>
                    <a:lnTo>
                      <a:pt x="3394" y="1665"/>
                    </a:lnTo>
                    <a:lnTo>
                      <a:pt x="3394" y="0"/>
                    </a:lnTo>
                    <a:lnTo>
                      <a:pt x="3394" y="0"/>
                    </a:lnTo>
                    <a:lnTo>
                      <a:pt x="2853" y="0"/>
                    </a:lnTo>
                    <a:lnTo>
                      <a:pt x="0" y="0"/>
                    </a:lnTo>
                    <a:lnTo>
                      <a:pt x="0" y="1480"/>
                    </a:lnTo>
                    <a:lnTo>
                      <a:pt x="0" y="1480"/>
                    </a:lnTo>
                    <a:lnTo>
                      <a:pt x="30" y="1572"/>
                    </a:lnTo>
                    <a:lnTo>
                      <a:pt x="30" y="1665"/>
                    </a:lnTo>
                    <a:lnTo>
                      <a:pt x="30" y="1665"/>
                    </a:lnTo>
                    <a:lnTo>
                      <a:pt x="3394" y="16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84"/>
              <p:cNvSpPr/>
              <p:nvPr/>
            </p:nvSpPr>
            <p:spPr>
              <a:xfrm rot="10800000">
                <a:off x="3674994" y="3292021"/>
                <a:ext cx="253190" cy="100950"/>
              </a:xfrm>
              <a:custGeom>
                <a:avLst/>
                <a:gdLst/>
                <a:ahLst/>
                <a:cxnLst/>
                <a:rect l="l" t="t" r="r" b="b"/>
                <a:pathLst>
                  <a:path w="18923" h="1679" extrusionOk="0">
                    <a:moveTo>
                      <a:pt x="15288" y="1"/>
                    </a:moveTo>
                    <a:lnTo>
                      <a:pt x="14807" y="7"/>
                    </a:lnTo>
                    <a:lnTo>
                      <a:pt x="12164" y="7"/>
                    </a:lnTo>
                    <a:lnTo>
                      <a:pt x="12194" y="113"/>
                    </a:lnTo>
                    <a:lnTo>
                      <a:pt x="12164" y="205"/>
                    </a:lnTo>
                    <a:lnTo>
                      <a:pt x="12074" y="298"/>
                    </a:lnTo>
                    <a:lnTo>
                      <a:pt x="11954" y="390"/>
                    </a:lnTo>
                    <a:lnTo>
                      <a:pt x="11774" y="470"/>
                    </a:lnTo>
                    <a:lnTo>
                      <a:pt x="11564" y="549"/>
                    </a:lnTo>
                    <a:lnTo>
                      <a:pt x="11293" y="621"/>
                    </a:lnTo>
                    <a:lnTo>
                      <a:pt x="10993" y="688"/>
                    </a:lnTo>
                    <a:lnTo>
                      <a:pt x="10753" y="727"/>
                    </a:lnTo>
                    <a:lnTo>
                      <a:pt x="10452" y="767"/>
                    </a:lnTo>
                    <a:lnTo>
                      <a:pt x="10122" y="800"/>
                    </a:lnTo>
                    <a:lnTo>
                      <a:pt x="9732" y="826"/>
                    </a:lnTo>
                    <a:lnTo>
                      <a:pt x="9311" y="846"/>
                    </a:lnTo>
                    <a:lnTo>
                      <a:pt x="8891" y="859"/>
                    </a:lnTo>
                    <a:lnTo>
                      <a:pt x="8440" y="872"/>
                    </a:lnTo>
                    <a:lnTo>
                      <a:pt x="18532" y="872"/>
                    </a:lnTo>
                    <a:lnTo>
                      <a:pt x="18922" y="886"/>
                    </a:lnTo>
                    <a:lnTo>
                      <a:pt x="18892" y="820"/>
                    </a:lnTo>
                    <a:lnTo>
                      <a:pt x="18862" y="754"/>
                    </a:lnTo>
                    <a:lnTo>
                      <a:pt x="18802" y="688"/>
                    </a:lnTo>
                    <a:lnTo>
                      <a:pt x="18712" y="615"/>
                    </a:lnTo>
                    <a:lnTo>
                      <a:pt x="18622" y="549"/>
                    </a:lnTo>
                    <a:lnTo>
                      <a:pt x="18502" y="476"/>
                    </a:lnTo>
                    <a:lnTo>
                      <a:pt x="18352" y="404"/>
                    </a:lnTo>
                    <a:lnTo>
                      <a:pt x="18171" y="331"/>
                    </a:lnTo>
                    <a:lnTo>
                      <a:pt x="17931" y="252"/>
                    </a:lnTo>
                    <a:lnTo>
                      <a:pt x="17631" y="186"/>
                    </a:lnTo>
                    <a:lnTo>
                      <a:pt x="17300" y="126"/>
                    </a:lnTo>
                    <a:lnTo>
                      <a:pt x="16940" y="86"/>
                    </a:lnTo>
                    <a:lnTo>
                      <a:pt x="16549" y="47"/>
                    </a:lnTo>
                    <a:lnTo>
                      <a:pt x="16159" y="20"/>
                    </a:lnTo>
                    <a:lnTo>
                      <a:pt x="15709" y="7"/>
                    </a:lnTo>
                    <a:lnTo>
                      <a:pt x="15288" y="1"/>
                    </a:lnTo>
                    <a:close/>
                    <a:moveTo>
                      <a:pt x="0" y="60"/>
                    </a:moveTo>
                    <a:lnTo>
                      <a:pt x="0" y="688"/>
                    </a:lnTo>
                    <a:lnTo>
                      <a:pt x="361" y="694"/>
                    </a:lnTo>
                    <a:lnTo>
                      <a:pt x="721" y="707"/>
                    </a:lnTo>
                    <a:lnTo>
                      <a:pt x="1082" y="727"/>
                    </a:lnTo>
                    <a:lnTo>
                      <a:pt x="1442" y="754"/>
                    </a:lnTo>
                    <a:lnTo>
                      <a:pt x="1802" y="787"/>
                    </a:lnTo>
                    <a:lnTo>
                      <a:pt x="2163" y="826"/>
                    </a:lnTo>
                    <a:lnTo>
                      <a:pt x="2493" y="872"/>
                    </a:lnTo>
                    <a:lnTo>
                      <a:pt x="2794" y="925"/>
                    </a:lnTo>
                    <a:lnTo>
                      <a:pt x="3094" y="985"/>
                    </a:lnTo>
                    <a:lnTo>
                      <a:pt x="3364" y="1051"/>
                    </a:lnTo>
                    <a:lnTo>
                      <a:pt x="3605" y="1123"/>
                    </a:lnTo>
                    <a:lnTo>
                      <a:pt x="3815" y="1203"/>
                    </a:lnTo>
                    <a:lnTo>
                      <a:pt x="3965" y="1289"/>
                    </a:lnTo>
                    <a:lnTo>
                      <a:pt x="4085" y="1374"/>
                    </a:lnTo>
                    <a:lnTo>
                      <a:pt x="4175" y="1474"/>
                    </a:lnTo>
                    <a:lnTo>
                      <a:pt x="4205" y="1573"/>
                    </a:lnTo>
                    <a:lnTo>
                      <a:pt x="4175" y="1678"/>
                    </a:lnTo>
                    <a:lnTo>
                      <a:pt x="4265" y="1678"/>
                    </a:lnTo>
                    <a:lnTo>
                      <a:pt x="4265" y="1586"/>
                    </a:lnTo>
                    <a:lnTo>
                      <a:pt x="4325" y="1500"/>
                    </a:lnTo>
                    <a:lnTo>
                      <a:pt x="4415" y="1414"/>
                    </a:lnTo>
                    <a:lnTo>
                      <a:pt x="4536" y="1335"/>
                    </a:lnTo>
                    <a:lnTo>
                      <a:pt x="4716" y="1256"/>
                    </a:lnTo>
                    <a:lnTo>
                      <a:pt x="4896" y="1183"/>
                    </a:lnTo>
                    <a:lnTo>
                      <a:pt x="5136" y="1117"/>
                    </a:lnTo>
                    <a:lnTo>
                      <a:pt x="5407" y="1051"/>
                    </a:lnTo>
                    <a:lnTo>
                      <a:pt x="5617" y="1011"/>
                    </a:lnTo>
                    <a:lnTo>
                      <a:pt x="5887" y="978"/>
                    </a:lnTo>
                    <a:lnTo>
                      <a:pt x="6218" y="945"/>
                    </a:lnTo>
                    <a:lnTo>
                      <a:pt x="6608" y="919"/>
                    </a:lnTo>
                    <a:lnTo>
                      <a:pt x="6998" y="899"/>
                    </a:lnTo>
                    <a:lnTo>
                      <a:pt x="7419" y="886"/>
                    </a:lnTo>
                    <a:lnTo>
                      <a:pt x="7839" y="879"/>
                    </a:lnTo>
                    <a:lnTo>
                      <a:pt x="8290" y="872"/>
                    </a:lnTo>
                    <a:lnTo>
                      <a:pt x="3635" y="872"/>
                    </a:lnTo>
                    <a:lnTo>
                      <a:pt x="3214" y="859"/>
                    </a:lnTo>
                    <a:lnTo>
                      <a:pt x="2794" y="846"/>
                    </a:lnTo>
                    <a:lnTo>
                      <a:pt x="2403" y="826"/>
                    </a:lnTo>
                    <a:lnTo>
                      <a:pt x="2043" y="793"/>
                    </a:lnTo>
                    <a:lnTo>
                      <a:pt x="1712" y="760"/>
                    </a:lnTo>
                    <a:lnTo>
                      <a:pt x="1412" y="714"/>
                    </a:lnTo>
                    <a:lnTo>
                      <a:pt x="1142" y="655"/>
                    </a:lnTo>
                    <a:lnTo>
                      <a:pt x="931" y="595"/>
                    </a:lnTo>
                    <a:lnTo>
                      <a:pt x="721" y="529"/>
                    </a:lnTo>
                    <a:lnTo>
                      <a:pt x="541" y="456"/>
                    </a:lnTo>
                    <a:lnTo>
                      <a:pt x="391" y="384"/>
                    </a:lnTo>
                    <a:lnTo>
                      <a:pt x="241" y="304"/>
                    </a:lnTo>
                    <a:lnTo>
                      <a:pt x="121" y="225"/>
                    </a:lnTo>
                    <a:lnTo>
                      <a:pt x="60" y="146"/>
                    </a:lnTo>
                    <a:lnTo>
                      <a:pt x="0" y="60"/>
                    </a:lnTo>
                    <a:close/>
                  </a:path>
                </a:pathLst>
              </a:custGeom>
              <a:solidFill>
                <a:srgbClr val="FF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84"/>
              <p:cNvSpPr/>
              <p:nvPr/>
            </p:nvSpPr>
            <p:spPr>
              <a:xfrm rot="10800000">
                <a:off x="3674994" y="3292021"/>
                <a:ext cx="253190" cy="100950"/>
              </a:xfrm>
              <a:custGeom>
                <a:avLst/>
                <a:gdLst/>
                <a:ahLst/>
                <a:cxnLst/>
                <a:rect l="l" t="t" r="r" b="b"/>
                <a:pathLst>
                  <a:path w="18923" h="1679" fill="none" extrusionOk="0">
                    <a:moveTo>
                      <a:pt x="4175" y="1678"/>
                    </a:moveTo>
                    <a:lnTo>
                      <a:pt x="4265" y="1678"/>
                    </a:lnTo>
                    <a:lnTo>
                      <a:pt x="4265" y="1678"/>
                    </a:lnTo>
                    <a:lnTo>
                      <a:pt x="4265" y="1586"/>
                    </a:lnTo>
                    <a:lnTo>
                      <a:pt x="4325" y="1500"/>
                    </a:lnTo>
                    <a:lnTo>
                      <a:pt x="4415" y="1414"/>
                    </a:lnTo>
                    <a:lnTo>
                      <a:pt x="4536" y="1335"/>
                    </a:lnTo>
                    <a:lnTo>
                      <a:pt x="4716" y="1256"/>
                    </a:lnTo>
                    <a:lnTo>
                      <a:pt x="4896" y="1183"/>
                    </a:lnTo>
                    <a:lnTo>
                      <a:pt x="5136" y="1117"/>
                    </a:lnTo>
                    <a:lnTo>
                      <a:pt x="5407" y="1051"/>
                    </a:lnTo>
                    <a:lnTo>
                      <a:pt x="5407" y="1051"/>
                    </a:lnTo>
                    <a:lnTo>
                      <a:pt x="5617" y="1011"/>
                    </a:lnTo>
                    <a:lnTo>
                      <a:pt x="5887" y="978"/>
                    </a:lnTo>
                    <a:lnTo>
                      <a:pt x="6218" y="945"/>
                    </a:lnTo>
                    <a:lnTo>
                      <a:pt x="6608" y="919"/>
                    </a:lnTo>
                    <a:lnTo>
                      <a:pt x="6998" y="899"/>
                    </a:lnTo>
                    <a:lnTo>
                      <a:pt x="7419" y="886"/>
                    </a:lnTo>
                    <a:lnTo>
                      <a:pt x="7839" y="879"/>
                    </a:lnTo>
                    <a:lnTo>
                      <a:pt x="8290" y="872"/>
                    </a:lnTo>
                    <a:lnTo>
                      <a:pt x="18141" y="872"/>
                    </a:lnTo>
                    <a:lnTo>
                      <a:pt x="18141" y="872"/>
                    </a:lnTo>
                    <a:lnTo>
                      <a:pt x="18532" y="872"/>
                    </a:lnTo>
                    <a:lnTo>
                      <a:pt x="18922" y="886"/>
                    </a:lnTo>
                    <a:lnTo>
                      <a:pt x="18922" y="886"/>
                    </a:lnTo>
                    <a:lnTo>
                      <a:pt x="18892" y="820"/>
                    </a:lnTo>
                    <a:lnTo>
                      <a:pt x="18862" y="754"/>
                    </a:lnTo>
                    <a:lnTo>
                      <a:pt x="18802" y="688"/>
                    </a:lnTo>
                    <a:lnTo>
                      <a:pt x="18712" y="615"/>
                    </a:lnTo>
                    <a:lnTo>
                      <a:pt x="18622" y="549"/>
                    </a:lnTo>
                    <a:lnTo>
                      <a:pt x="18502" y="476"/>
                    </a:lnTo>
                    <a:lnTo>
                      <a:pt x="18352" y="404"/>
                    </a:lnTo>
                    <a:lnTo>
                      <a:pt x="18171" y="331"/>
                    </a:lnTo>
                    <a:lnTo>
                      <a:pt x="18171" y="331"/>
                    </a:lnTo>
                    <a:lnTo>
                      <a:pt x="17931" y="252"/>
                    </a:lnTo>
                    <a:lnTo>
                      <a:pt x="17631" y="186"/>
                    </a:lnTo>
                    <a:lnTo>
                      <a:pt x="17300" y="126"/>
                    </a:lnTo>
                    <a:lnTo>
                      <a:pt x="16940" y="86"/>
                    </a:lnTo>
                    <a:lnTo>
                      <a:pt x="16549" y="47"/>
                    </a:lnTo>
                    <a:lnTo>
                      <a:pt x="16159" y="20"/>
                    </a:lnTo>
                    <a:lnTo>
                      <a:pt x="15709" y="7"/>
                    </a:lnTo>
                    <a:lnTo>
                      <a:pt x="15288" y="1"/>
                    </a:lnTo>
                    <a:lnTo>
                      <a:pt x="15288" y="1"/>
                    </a:lnTo>
                    <a:lnTo>
                      <a:pt x="14807" y="7"/>
                    </a:lnTo>
                    <a:lnTo>
                      <a:pt x="12164" y="7"/>
                    </a:lnTo>
                    <a:lnTo>
                      <a:pt x="12164" y="7"/>
                    </a:lnTo>
                    <a:lnTo>
                      <a:pt x="12194" y="113"/>
                    </a:lnTo>
                    <a:lnTo>
                      <a:pt x="12164" y="205"/>
                    </a:lnTo>
                    <a:lnTo>
                      <a:pt x="12074" y="298"/>
                    </a:lnTo>
                    <a:lnTo>
                      <a:pt x="11954" y="390"/>
                    </a:lnTo>
                    <a:lnTo>
                      <a:pt x="11774" y="470"/>
                    </a:lnTo>
                    <a:lnTo>
                      <a:pt x="11564" y="549"/>
                    </a:lnTo>
                    <a:lnTo>
                      <a:pt x="11293" y="621"/>
                    </a:lnTo>
                    <a:lnTo>
                      <a:pt x="10993" y="688"/>
                    </a:lnTo>
                    <a:lnTo>
                      <a:pt x="10993" y="688"/>
                    </a:lnTo>
                    <a:lnTo>
                      <a:pt x="10753" y="727"/>
                    </a:lnTo>
                    <a:lnTo>
                      <a:pt x="10452" y="767"/>
                    </a:lnTo>
                    <a:lnTo>
                      <a:pt x="10122" y="800"/>
                    </a:lnTo>
                    <a:lnTo>
                      <a:pt x="9732" y="826"/>
                    </a:lnTo>
                    <a:lnTo>
                      <a:pt x="9311" y="846"/>
                    </a:lnTo>
                    <a:lnTo>
                      <a:pt x="8891" y="859"/>
                    </a:lnTo>
                    <a:lnTo>
                      <a:pt x="8440" y="872"/>
                    </a:lnTo>
                    <a:lnTo>
                      <a:pt x="7990" y="872"/>
                    </a:lnTo>
                    <a:lnTo>
                      <a:pt x="4055" y="872"/>
                    </a:lnTo>
                    <a:lnTo>
                      <a:pt x="4055" y="872"/>
                    </a:lnTo>
                    <a:lnTo>
                      <a:pt x="3635" y="872"/>
                    </a:lnTo>
                    <a:lnTo>
                      <a:pt x="3214" y="859"/>
                    </a:lnTo>
                    <a:lnTo>
                      <a:pt x="2794" y="846"/>
                    </a:lnTo>
                    <a:lnTo>
                      <a:pt x="2403" y="826"/>
                    </a:lnTo>
                    <a:lnTo>
                      <a:pt x="2043" y="793"/>
                    </a:lnTo>
                    <a:lnTo>
                      <a:pt x="1712" y="760"/>
                    </a:lnTo>
                    <a:lnTo>
                      <a:pt x="1412" y="714"/>
                    </a:lnTo>
                    <a:lnTo>
                      <a:pt x="1142" y="655"/>
                    </a:lnTo>
                    <a:lnTo>
                      <a:pt x="1142" y="655"/>
                    </a:lnTo>
                    <a:lnTo>
                      <a:pt x="931" y="595"/>
                    </a:lnTo>
                    <a:lnTo>
                      <a:pt x="721" y="529"/>
                    </a:lnTo>
                    <a:lnTo>
                      <a:pt x="541" y="456"/>
                    </a:lnTo>
                    <a:lnTo>
                      <a:pt x="391" y="384"/>
                    </a:lnTo>
                    <a:lnTo>
                      <a:pt x="241" y="304"/>
                    </a:lnTo>
                    <a:lnTo>
                      <a:pt x="121" y="225"/>
                    </a:lnTo>
                    <a:lnTo>
                      <a:pt x="60" y="146"/>
                    </a:lnTo>
                    <a:lnTo>
                      <a:pt x="0" y="60"/>
                    </a:lnTo>
                    <a:lnTo>
                      <a:pt x="0" y="688"/>
                    </a:lnTo>
                    <a:lnTo>
                      <a:pt x="0" y="688"/>
                    </a:lnTo>
                    <a:lnTo>
                      <a:pt x="361" y="694"/>
                    </a:lnTo>
                    <a:lnTo>
                      <a:pt x="721" y="707"/>
                    </a:lnTo>
                    <a:lnTo>
                      <a:pt x="1082" y="727"/>
                    </a:lnTo>
                    <a:lnTo>
                      <a:pt x="1442" y="754"/>
                    </a:lnTo>
                    <a:lnTo>
                      <a:pt x="1802" y="787"/>
                    </a:lnTo>
                    <a:lnTo>
                      <a:pt x="2163" y="826"/>
                    </a:lnTo>
                    <a:lnTo>
                      <a:pt x="2493" y="872"/>
                    </a:lnTo>
                    <a:lnTo>
                      <a:pt x="2794" y="925"/>
                    </a:lnTo>
                    <a:lnTo>
                      <a:pt x="3094" y="985"/>
                    </a:lnTo>
                    <a:lnTo>
                      <a:pt x="3364" y="1051"/>
                    </a:lnTo>
                    <a:lnTo>
                      <a:pt x="3605" y="1123"/>
                    </a:lnTo>
                    <a:lnTo>
                      <a:pt x="3815" y="1203"/>
                    </a:lnTo>
                    <a:lnTo>
                      <a:pt x="3965" y="1289"/>
                    </a:lnTo>
                    <a:lnTo>
                      <a:pt x="4085" y="1374"/>
                    </a:lnTo>
                    <a:lnTo>
                      <a:pt x="4175" y="1474"/>
                    </a:lnTo>
                    <a:lnTo>
                      <a:pt x="4205" y="1573"/>
                    </a:lnTo>
                    <a:lnTo>
                      <a:pt x="4205" y="1573"/>
                    </a:lnTo>
                    <a:lnTo>
                      <a:pt x="4175" y="167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84"/>
              <p:cNvSpPr/>
              <p:nvPr/>
            </p:nvSpPr>
            <p:spPr>
              <a:xfrm rot="10800000">
                <a:off x="3633611" y="3238390"/>
                <a:ext cx="237508" cy="101371"/>
              </a:xfrm>
              <a:custGeom>
                <a:avLst/>
                <a:gdLst/>
                <a:ahLst/>
                <a:cxnLst/>
                <a:rect l="l" t="t" r="r" b="b"/>
                <a:pathLst>
                  <a:path w="17751" h="1686" extrusionOk="0">
                    <a:moveTo>
                      <a:pt x="14657" y="1"/>
                    </a:moveTo>
                    <a:lnTo>
                      <a:pt x="14657" y="87"/>
                    </a:lnTo>
                    <a:lnTo>
                      <a:pt x="14597" y="172"/>
                    </a:lnTo>
                    <a:lnTo>
                      <a:pt x="14507" y="258"/>
                    </a:lnTo>
                    <a:lnTo>
                      <a:pt x="14357" y="338"/>
                    </a:lnTo>
                    <a:lnTo>
                      <a:pt x="14207" y="410"/>
                    </a:lnTo>
                    <a:lnTo>
                      <a:pt x="13996" y="483"/>
                    </a:lnTo>
                    <a:lnTo>
                      <a:pt x="13756" y="549"/>
                    </a:lnTo>
                    <a:lnTo>
                      <a:pt x="13456" y="608"/>
                    </a:lnTo>
                    <a:lnTo>
                      <a:pt x="13246" y="648"/>
                    </a:lnTo>
                    <a:lnTo>
                      <a:pt x="12945" y="688"/>
                    </a:lnTo>
                    <a:lnTo>
                      <a:pt x="12585" y="714"/>
                    </a:lnTo>
                    <a:lnTo>
                      <a:pt x="12194" y="740"/>
                    </a:lnTo>
                    <a:lnTo>
                      <a:pt x="11804" y="767"/>
                    </a:lnTo>
                    <a:lnTo>
                      <a:pt x="11353" y="780"/>
                    </a:lnTo>
                    <a:lnTo>
                      <a:pt x="10903" y="787"/>
                    </a:lnTo>
                    <a:lnTo>
                      <a:pt x="10452" y="793"/>
                    </a:lnTo>
                    <a:lnTo>
                      <a:pt x="0" y="793"/>
                    </a:lnTo>
                    <a:lnTo>
                      <a:pt x="0" y="859"/>
                    </a:lnTo>
                    <a:lnTo>
                      <a:pt x="60" y="925"/>
                    </a:lnTo>
                    <a:lnTo>
                      <a:pt x="90" y="998"/>
                    </a:lnTo>
                    <a:lnTo>
                      <a:pt x="181" y="1071"/>
                    </a:lnTo>
                    <a:lnTo>
                      <a:pt x="271" y="1143"/>
                    </a:lnTo>
                    <a:lnTo>
                      <a:pt x="391" y="1216"/>
                    </a:lnTo>
                    <a:lnTo>
                      <a:pt x="541" y="1289"/>
                    </a:lnTo>
                    <a:lnTo>
                      <a:pt x="721" y="1368"/>
                    </a:lnTo>
                    <a:lnTo>
                      <a:pt x="841" y="1414"/>
                    </a:lnTo>
                    <a:lnTo>
                      <a:pt x="961" y="1454"/>
                    </a:lnTo>
                    <a:lnTo>
                      <a:pt x="1142" y="1494"/>
                    </a:lnTo>
                    <a:lnTo>
                      <a:pt x="1292" y="1527"/>
                    </a:lnTo>
                    <a:lnTo>
                      <a:pt x="1472" y="1560"/>
                    </a:lnTo>
                    <a:lnTo>
                      <a:pt x="1652" y="1586"/>
                    </a:lnTo>
                    <a:lnTo>
                      <a:pt x="2073" y="1626"/>
                    </a:lnTo>
                    <a:lnTo>
                      <a:pt x="2493" y="1652"/>
                    </a:lnTo>
                    <a:lnTo>
                      <a:pt x="2944" y="1672"/>
                    </a:lnTo>
                    <a:lnTo>
                      <a:pt x="3424" y="1685"/>
                    </a:lnTo>
                    <a:lnTo>
                      <a:pt x="14027" y="1685"/>
                    </a:lnTo>
                    <a:lnTo>
                      <a:pt x="14537" y="1672"/>
                    </a:lnTo>
                    <a:lnTo>
                      <a:pt x="15018" y="1652"/>
                    </a:lnTo>
                    <a:lnTo>
                      <a:pt x="15498" y="1626"/>
                    </a:lnTo>
                    <a:lnTo>
                      <a:pt x="15919" y="1593"/>
                    </a:lnTo>
                    <a:lnTo>
                      <a:pt x="16309" y="1553"/>
                    </a:lnTo>
                    <a:lnTo>
                      <a:pt x="16640" y="1507"/>
                    </a:lnTo>
                    <a:lnTo>
                      <a:pt x="16790" y="1480"/>
                    </a:lnTo>
                    <a:lnTo>
                      <a:pt x="16910" y="1447"/>
                    </a:lnTo>
                    <a:lnTo>
                      <a:pt x="17150" y="1381"/>
                    </a:lnTo>
                    <a:lnTo>
                      <a:pt x="17330" y="1309"/>
                    </a:lnTo>
                    <a:lnTo>
                      <a:pt x="17480" y="1229"/>
                    </a:lnTo>
                    <a:lnTo>
                      <a:pt x="17601" y="1150"/>
                    </a:lnTo>
                    <a:lnTo>
                      <a:pt x="17691" y="1071"/>
                    </a:lnTo>
                    <a:lnTo>
                      <a:pt x="17751" y="985"/>
                    </a:lnTo>
                    <a:lnTo>
                      <a:pt x="17751" y="899"/>
                    </a:lnTo>
                    <a:lnTo>
                      <a:pt x="17721" y="813"/>
                    </a:lnTo>
                    <a:lnTo>
                      <a:pt x="17691" y="734"/>
                    </a:lnTo>
                    <a:lnTo>
                      <a:pt x="17601" y="648"/>
                    </a:lnTo>
                    <a:lnTo>
                      <a:pt x="17511" y="569"/>
                    </a:lnTo>
                    <a:lnTo>
                      <a:pt x="17360" y="489"/>
                    </a:lnTo>
                    <a:lnTo>
                      <a:pt x="17210" y="410"/>
                    </a:lnTo>
                    <a:lnTo>
                      <a:pt x="17030" y="338"/>
                    </a:lnTo>
                    <a:lnTo>
                      <a:pt x="16850" y="272"/>
                    </a:lnTo>
                    <a:lnTo>
                      <a:pt x="16640" y="205"/>
                    </a:lnTo>
                    <a:lnTo>
                      <a:pt x="16459" y="159"/>
                    </a:lnTo>
                    <a:lnTo>
                      <a:pt x="16249" y="126"/>
                    </a:lnTo>
                    <a:lnTo>
                      <a:pt x="16009" y="93"/>
                    </a:lnTo>
                    <a:lnTo>
                      <a:pt x="15769" y="60"/>
                    </a:lnTo>
                    <a:lnTo>
                      <a:pt x="15498" y="40"/>
                    </a:lnTo>
                    <a:lnTo>
                      <a:pt x="15228" y="21"/>
                    </a:lnTo>
                    <a:lnTo>
                      <a:pt x="14958" y="7"/>
                    </a:lnTo>
                    <a:lnTo>
                      <a:pt x="14657" y="1"/>
                    </a:lnTo>
                    <a:close/>
                  </a:path>
                </a:pathLst>
              </a:custGeom>
              <a:solidFill>
                <a:srgbClr val="FF6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84"/>
              <p:cNvSpPr/>
              <p:nvPr/>
            </p:nvSpPr>
            <p:spPr>
              <a:xfrm rot="10800000">
                <a:off x="3633611" y="3238390"/>
                <a:ext cx="237508" cy="101371"/>
              </a:xfrm>
              <a:custGeom>
                <a:avLst/>
                <a:gdLst/>
                <a:ahLst/>
                <a:cxnLst/>
                <a:rect l="l" t="t" r="r" b="b"/>
                <a:pathLst>
                  <a:path w="17751" h="1686" fill="none" extrusionOk="0">
                    <a:moveTo>
                      <a:pt x="3905" y="1685"/>
                    </a:moveTo>
                    <a:lnTo>
                      <a:pt x="13516" y="1685"/>
                    </a:lnTo>
                    <a:lnTo>
                      <a:pt x="13516" y="1685"/>
                    </a:lnTo>
                    <a:lnTo>
                      <a:pt x="14027" y="1685"/>
                    </a:lnTo>
                    <a:lnTo>
                      <a:pt x="14537" y="1672"/>
                    </a:lnTo>
                    <a:lnTo>
                      <a:pt x="15018" y="1652"/>
                    </a:lnTo>
                    <a:lnTo>
                      <a:pt x="15498" y="1626"/>
                    </a:lnTo>
                    <a:lnTo>
                      <a:pt x="15919" y="1593"/>
                    </a:lnTo>
                    <a:lnTo>
                      <a:pt x="16309" y="1553"/>
                    </a:lnTo>
                    <a:lnTo>
                      <a:pt x="16640" y="1507"/>
                    </a:lnTo>
                    <a:lnTo>
                      <a:pt x="16790" y="1480"/>
                    </a:lnTo>
                    <a:lnTo>
                      <a:pt x="16910" y="1447"/>
                    </a:lnTo>
                    <a:lnTo>
                      <a:pt x="16910" y="1447"/>
                    </a:lnTo>
                    <a:lnTo>
                      <a:pt x="17150" y="1381"/>
                    </a:lnTo>
                    <a:lnTo>
                      <a:pt x="17330" y="1309"/>
                    </a:lnTo>
                    <a:lnTo>
                      <a:pt x="17480" y="1229"/>
                    </a:lnTo>
                    <a:lnTo>
                      <a:pt x="17601" y="1150"/>
                    </a:lnTo>
                    <a:lnTo>
                      <a:pt x="17691" y="1071"/>
                    </a:lnTo>
                    <a:lnTo>
                      <a:pt x="17751" y="985"/>
                    </a:lnTo>
                    <a:lnTo>
                      <a:pt x="17751" y="899"/>
                    </a:lnTo>
                    <a:lnTo>
                      <a:pt x="17721" y="813"/>
                    </a:lnTo>
                    <a:lnTo>
                      <a:pt x="17691" y="734"/>
                    </a:lnTo>
                    <a:lnTo>
                      <a:pt x="17601" y="648"/>
                    </a:lnTo>
                    <a:lnTo>
                      <a:pt x="17511" y="569"/>
                    </a:lnTo>
                    <a:lnTo>
                      <a:pt x="17360" y="489"/>
                    </a:lnTo>
                    <a:lnTo>
                      <a:pt x="17210" y="410"/>
                    </a:lnTo>
                    <a:lnTo>
                      <a:pt x="17030" y="338"/>
                    </a:lnTo>
                    <a:lnTo>
                      <a:pt x="16850" y="272"/>
                    </a:lnTo>
                    <a:lnTo>
                      <a:pt x="16640" y="205"/>
                    </a:lnTo>
                    <a:lnTo>
                      <a:pt x="16640" y="205"/>
                    </a:lnTo>
                    <a:lnTo>
                      <a:pt x="16459" y="159"/>
                    </a:lnTo>
                    <a:lnTo>
                      <a:pt x="16249" y="126"/>
                    </a:lnTo>
                    <a:lnTo>
                      <a:pt x="16009" y="93"/>
                    </a:lnTo>
                    <a:lnTo>
                      <a:pt x="15769" y="60"/>
                    </a:lnTo>
                    <a:lnTo>
                      <a:pt x="15498" y="40"/>
                    </a:lnTo>
                    <a:lnTo>
                      <a:pt x="15228" y="21"/>
                    </a:lnTo>
                    <a:lnTo>
                      <a:pt x="14958" y="7"/>
                    </a:lnTo>
                    <a:lnTo>
                      <a:pt x="14657" y="1"/>
                    </a:lnTo>
                    <a:lnTo>
                      <a:pt x="14657" y="1"/>
                    </a:lnTo>
                    <a:lnTo>
                      <a:pt x="14657" y="87"/>
                    </a:lnTo>
                    <a:lnTo>
                      <a:pt x="14597" y="172"/>
                    </a:lnTo>
                    <a:lnTo>
                      <a:pt x="14507" y="258"/>
                    </a:lnTo>
                    <a:lnTo>
                      <a:pt x="14357" y="338"/>
                    </a:lnTo>
                    <a:lnTo>
                      <a:pt x="14207" y="410"/>
                    </a:lnTo>
                    <a:lnTo>
                      <a:pt x="13996" y="483"/>
                    </a:lnTo>
                    <a:lnTo>
                      <a:pt x="13756" y="549"/>
                    </a:lnTo>
                    <a:lnTo>
                      <a:pt x="13456" y="608"/>
                    </a:lnTo>
                    <a:lnTo>
                      <a:pt x="13456" y="608"/>
                    </a:lnTo>
                    <a:lnTo>
                      <a:pt x="13246" y="648"/>
                    </a:lnTo>
                    <a:lnTo>
                      <a:pt x="12945" y="688"/>
                    </a:lnTo>
                    <a:lnTo>
                      <a:pt x="12585" y="714"/>
                    </a:lnTo>
                    <a:lnTo>
                      <a:pt x="12194" y="740"/>
                    </a:lnTo>
                    <a:lnTo>
                      <a:pt x="11804" y="767"/>
                    </a:lnTo>
                    <a:lnTo>
                      <a:pt x="11353" y="780"/>
                    </a:lnTo>
                    <a:lnTo>
                      <a:pt x="10903" y="787"/>
                    </a:lnTo>
                    <a:lnTo>
                      <a:pt x="10452" y="793"/>
                    </a:lnTo>
                    <a:lnTo>
                      <a:pt x="0" y="793"/>
                    </a:lnTo>
                    <a:lnTo>
                      <a:pt x="0" y="793"/>
                    </a:lnTo>
                    <a:lnTo>
                      <a:pt x="0" y="859"/>
                    </a:lnTo>
                    <a:lnTo>
                      <a:pt x="60" y="925"/>
                    </a:lnTo>
                    <a:lnTo>
                      <a:pt x="90" y="998"/>
                    </a:lnTo>
                    <a:lnTo>
                      <a:pt x="181" y="1071"/>
                    </a:lnTo>
                    <a:lnTo>
                      <a:pt x="271" y="1143"/>
                    </a:lnTo>
                    <a:lnTo>
                      <a:pt x="391" y="1216"/>
                    </a:lnTo>
                    <a:lnTo>
                      <a:pt x="541" y="1289"/>
                    </a:lnTo>
                    <a:lnTo>
                      <a:pt x="721" y="1368"/>
                    </a:lnTo>
                    <a:lnTo>
                      <a:pt x="721" y="1368"/>
                    </a:lnTo>
                    <a:lnTo>
                      <a:pt x="841" y="1414"/>
                    </a:lnTo>
                    <a:lnTo>
                      <a:pt x="961" y="1454"/>
                    </a:lnTo>
                    <a:lnTo>
                      <a:pt x="1142" y="1494"/>
                    </a:lnTo>
                    <a:lnTo>
                      <a:pt x="1292" y="1527"/>
                    </a:lnTo>
                    <a:lnTo>
                      <a:pt x="1472" y="1560"/>
                    </a:lnTo>
                    <a:lnTo>
                      <a:pt x="1652" y="1586"/>
                    </a:lnTo>
                    <a:lnTo>
                      <a:pt x="2073" y="1626"/>
                    </a:lnTo>
                    <a:lnTo>
                      <a:pt x="2493" y="1652"/>
                    </a:lnTo>
                    <a:lnTo>
                      <a:pt x="2944" y="1672"/>
                    </a:lnTo>
                    <a:lnTo>
                      <a:pt x="3424" y="1685"/>
                    </a:lnTo>
                    <a:lnTo>
                      <a:pt x="3905" y="168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84"/>
              <p:cNvSpPr/>
              <p:nvPr/>
            </p:nvSpPr>
            <p:spPr>
              <a:xfrm rot="10800000">
                <a:off x="3674996" y="3292022"/>
                <a:ext cx="196124" cy="48521"/>
              </a:xfrm>
              <a:custGeom>
                <a:avLst/>
                <a:gdLst/>
                <a:ahLst/>
                <a:cxnLst/>
                <a:rect l="l" t="t" r="r" b="b"/>
                <a:pathLst>
                  <a:path w="14658" h="807" extrusionOk="0">
                    <a:moveTo>
                      <a:pt x="4025" y="0"/>
                    </a:moveTo>
                    <a:lnTo>
                      <a:pt x="3574" y="7"/>
                    </a:lnTo>
                    <a:lnTo>
                      <a:pt x="3154" y="14"/>
                    </a:lnTo>
                    <a:lnTo>
                      <a:pt x="2733" y="27"/>
                    </a:lnTo>
                    <a:lnTo>
                      <a:pt x="2343" y="47"/>
                    </a:lnTo>
                    <a:lnTo>
                      <a:pt x="1953" y="73"/>
                    </a:lnTo>
                    <a:lnTo>
                      <a:pt x="1622" y="106"/>
                    </a:lnTo>
                    <a:lnTo>
                      <a:pt x="1352" y="139"/>
                    </a:lnTo>
                    <a:lnTo>
                      <a:pt x="1142" y="179"/>
                    </a:lnTo>
                    <a:lnTo>
                      <a:pt x="871" y="245"/>
                    </a:lnTo>
                    <a:lnTo>
                      <a:pt x="631" y="311"/>
                    </a:lnTo>
                    <a:lnTo>
                      <a:pt x="451" y="384"/>
                    </a:lnTo>
                    <a:lnTo>
                      <a:pt x="271" y="463"/>
                    </a:lnTo>
                    <a:lnTo>
                      <a:pt x="150" y="542"/>
                    </a:lnTo>
                    <a:lnTo>
                      <a:pt x="60" y="628"/>
                    </a:lnTo>
                    <a:lnTo>
                      <a:pt x="0" y="714"/>
                    </a:lnTo>
                    <a:lnTo>
                      <a:pt x="0" y="806"/>
                    </a:lnTo>
                    <a:lnTo>
                      <a:pt x="10452" y="806"/>
                    </a:lnTo>
                    <a:lnTo>
                      <a:pt x="10903" y="800"/>
                    </a:lnTo>
                    <a:lnTo>
                      <a:pt x="11353" y="793"/>
                    </a:lnTo>
                    <a:lnTo>
                      <a:pt x="11804" y="780"/>
                    </a:lnTo>
                    <a:lnTo>
                      <a:pt x="12194" y="753"/>
                    </a:lnTo>
                    <a:lnTo>
                      <a:pt x="12585" y="727"/>
                    </a:lnTo>
                    <a:lnTo>
                      <a:pt x="12945" y="701"/>
                    </a:lnTo>
                    <a:lnTo>
                      <a:pt x="13246" y="661"/>
                    </a:lnTo>
                    <a:lnTo>
                      <a:pt x="13456" y="621"/>
                    </a:lnTo>
                    <a:lnTo>
                      <a:pt x="13756" y="562"/>
                    </a:lnTo>
                    <a:lnTo>
                      <a:pt x="13996" y="496"/>
                    </a:lnTo>
                    <a:lnTo>
                      <a:pt x="14207" y="423"/>
                    </a:lnTo>
                    <a:lnTo>
                      <a:pt x="14357" y="351"/>
                    </a:lnTo>
                    <a:lnTo>
                      <a:pt x="14507" y="271"/>
                    </a:lnTo>
                    <a:lnTo>
                      <a:pt x="14597" y="185"/>
                    </a:lnTo>
                    <a:lnTo>
                      <a:pt x="14657" y="100"/>
                    </a:lnTo>
                    <a:lnTo>
                      <a:pt x="14657" y="14"/>
                    </a:lnTo>
                    <a:lnTo>
                      <a:pt x="14267" y="0"/>
                    </a:lnTo>
                    <a:close/>
                  </a:path>
                </a:pathLst>
              </a:custGeom>
              <a:solidFill>
                <a:srgbClr val="FF4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84"/>
              <p:cNvSpPr/>
              <p:nvPr/>
            </p:nvSpPr>
            <p:spPr>
              <a:xfrm rot="10800000">
                <a:off x="3674996" y="3292022"/>
                <a:ext cx="196124" cy="48521"/>
              </a:xfrm>
              <a:custGeom>
                <a:avLst/>
                <a:gdLst/>
                <a:ahLst/>
                <a:cxnLst/>
                <a:rect l="l" t="t" r="r" b="b"/>
                <a:pathLst>
                  <a:path w="14658" h="807" fill="none" extrusionOk="0">
                    <a:moveTo>
                      <a:pt x="0" y="806"/>
                    </a:moveTo>
                    <a:lnTo>
                      <a:pt x="10452" y="806"/>
                    </a:lnTo>
                    <a:lnTo>
                      <a:pt x="10452" y="806"/>
                    </a:lnTo>
                    <a:lnTo>
                      <a:pt x="10903" y="800"/>
                    </a:lnTo>
                    <a:lnTo>
                      <a:pt x="11353" y="793"/>
                    </a:lnTo>
                    <a:lnTo>
                      <a:pt x="11804" y="780"/>
                    </a:lnTo>
                    <a:lnTo>
                      <a:pt x="12194" y="753"/>
                    </a:lnTo>
                    <a:lnTo>
                      <a:pt x="12585" y="727"/>
                    </a:lnTo>
                    <a:lnTo>
                      <a:pt x="12945" y="701"/>
                    </a:lnTo>
                    <a:lnTo>
                      <a:pt x="13246" y="661"/>
                    </a:lnTo>
                    <a:lnTo>
                      <a:pt x="13456" y="621"/>
                    </a:lnTo>
                    <a:lnTo>
                      <a:pt x="13456" y="621"/>
                    </a:lnTo>
                    <a:lnTo>
                      <a:pt x="13756" y="562"/>
                    </a:lnTo>
                    <a:lnTo>
                      <a:pt x="13996" y="496"/>
                    </a:lnTo>
                    <a:lnTo>
                      <a:pt x="14207" y="423"/>
                    </a:lnTo>
                    <a:lnTo>
                      <a:pt x="14357" y="351"/>
                    </a:lnTo>
                    <a:lnTo>
                      <a:pt x="14507" y="271"/>
                    </a:lnTo>
                    <a:lnTo>
                      <a:pt x="14597" y="185"/>
                    </a:lnTo>
                    <a:lnTo>
                      <a:pt x="14657" y="100"/>
                    </a:lnTo>
                    <a:lnTo>
                      <a:pt x="14657" y="14"/>
                    </a:lnTo>
                    <a:lnTo>
                      <a:pt x="14657" y="14"/>
                    </a:lnTo>
                    <a:lnTo>
                      <a:pt x="14267" y="0"/>
                    </a:lnTo>
                    <a:lnTo>
                      <a:pt x="13876" y="0"/>
                    </a:lnTo>
                    <a:lnTo>
                      <a:pt x="4025" y="0"/>
                    </a:lnTo>
                    <a:lnTo>
                      <a:pt x="4025" y="0"/>
                    </a:lnTo>
                    <a:lnTo>
                      <a:pt x="3574" y="7"/>
                    </a:lnTo>
                    <a:lnTo>
                      <a:pt x="3154" y="14"/>
                    </a:lnTo>
                    <a:lnTo>
                      <a:pt x="2733" y="27"/>
                    </a:lnTo>
                    <a:lnTo>
                      <a:pt x="2343" y="47"/>
                    </a:lnTo>
                    <a:lnTo>
                      <a:pt x="1953" y="73"/>
                    </a:lnTo>
                    <a:lnTo>
                      <a:pt x="1622" y="106"/>
                    </a:lnTo>
                    <a:lnTo>
                      <a:pt x="1352" y="139"/>
                    </a:lnTo>
                    <a:lnTo>
                      <a:pt x="1142" y="179"/>
                    </a:lnTo>
                    <a:lnTo>
                      <a:pt x="1142" y="179"/>
                    </a:lnTo>
                    <a:lnTo>
                      <a:pt x="871" y="245"/>
                    </a:lnTo>
                    <a:lnTo>
                      <a:pt x="631" y="311"/>
                    </a:lnTo>
                    <a:lnTo>
                      <a:pt x="451" y="384"/>
                    </a:lnTo>
                    <a:lnTo>
                      <a:pt x="271" y="463"/>
                    </a:lnTo>
                    <a:lnTo>
                      <a:pt x="150" y="542"/>
                    </a:lnTo>
                    <a:lnTo>
                      <a:pt x="60" y="628"/>
                    </a:lnTo>
                    <a:lnTo>
                      <a:pt x="0" y="714"/>
                    </a:lnTo>
                    <a:lnTo>
                      <a:pt x="0" y="80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84"/>
              <p:cNvSpPr/>
              <p:nvPr/>
            </p:nvSpPr>
            <p:spPr>
              <a:xfrm rot="10800000">
                <a:off x="3872309" y="3248371"/>
                <a:ext cx="55875" cy="43711"/>
              </a:xfrm>
              <a:custGeom>
                <a:avLst/>
                <a:gdLst/>
                <a:ahLst/>
                <a:cxnLst/>
                <a:rect l="l" t="t" r="r" b="b"/>
                <a:pathLst>
                  <a:path w="4176" h="727" extrusionOk="0">
                    <a:moveTo>
                      <a:pt x="0" y="0"/>
                    </a:moveTo>
                    <a:lnTo>
                      <a:pt x="0" y="654"/>
                    </a:lnTo>
                    <a:lnTo>
                      <a:pt x="0" y="727"/>
                    </a:lnTo>
                    <a:lnTo>
                      <a:pt x="361" y="720"/>
                    </a:lnTo>
                    <a:lnTo>
                      <a:pt x="691" y="707"/>
                    </a:lnTo>
                    <a:lnTo>
                      <a:pt x="1022" y="694"/>
                    </a:lnTo>
                    <a:lnTo>
                      <a:pt x="1382" y="674"/>
                    </a:lnTo>
                    <a:lnTo>
                      <a:pt x="1712" y="648"/>
                    </a:lnTo>
                    <a:lnTo>
                      <a:pt x="2043" y="615"/>
                    </a:lnTo>
                    <a:lnTo>
                      <a:pt x="2343" y="582"/>
                    </a:lnTo>
                    <a:lnTo>
                      <a:pt x="2643" y="535"/>
                    </a:lnTo>
                    <a:lnTo>
                      <a:pt x="2944" y="489"/>
                    </a:lnTo>
                    <a:lnTo>
                      <a:pt x="3214" y="436"/>
                    </a:lnTo>
                    <a:lnTo>
                      <a:pt x="3454" y="377"/>
                    </a:lnTo>
                    <a:lnTo>
                      <a:pt x="3665" y="311"/>
                    </a:lnTo>
                    <a:lnTo>
                      <a:pt x="3845" y="245"/>
                    </a:lnTo>
                    <a:lnTo>
                      <a:pt x="3995" y="165"/>
                    </a:lnTo>
                    <a:lnTo>
                      <a:pt x="4085" y="86"/>
                    </a:lnTo>
                    <a:lnTo>
                      <a:pt x="4175" y="0"/>
                    </a:lnTo>
                    <a:close/>
                  </a:path>
                </a:pathLst>
              </a:custGeom>
              <a:solidFill>
                <a:srgbClr val="FF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84"/>
              <p:cNvSpPr/>
              <p:nvPr/>
            </p:nvSpPr>
            <p:spPr>
              <a:xfrm rot="10800000">
                <a:off x="3872309" y="3248371"/>
                <a:ext cx="55875" cy="43711"/>
              </a:xfrm>
              <a:custGeom>
                <a:avLst/>
                <a:gdLst/>
                <a:ahLst/>
                <a:cxnLst/>
                <a:rect l="l" t="t" r="r" b="b"/>
                <a:pathLst>
                  <a:path w="4176" h="727" fill="none" extrusionOk="0">
                    <a:moveTo>
                      <a:pt x="0" y="727"/>
                    </a:moveTo>
                    <a:lnTo>
                      <a:pt x="0" y="727"/>
                    </a:lnTo>
                    <a:lnTo>
                      <a:pt x="361" y="720"/>
                    </a:lnTo>
                    <a:lnTo>
                      <a:pt x="691" y="707"/>
                    </a:lnTo>
                    <a:lnTo>
                      <a:pt x="1022" y="694"/>
                    </a:lnTo>
                    <a:lnTo>
                      <a:pt x="1382" y="674"/>
                    </a:lnTo>
                    <a:lnTo>
                      <a:pt x="1712" y="648"/>
                    </a:lnTo>
                    <a:lnTo>
                      <a:pt x="2043" y="615"/>
                    </a:lnTo>
                    <a:lnTo>
                      <a:pt x="2343" y="582"/>
                    </a:lnTo>
                    <a:lnTo>
                      <a:pt x="2643" y="535"/>
                    </a:lnTo>
                    <a:lnTo>
                      <a:pt x="2944" y="489"/>
                    </a:lnTo>
                    <a:lnTo>
                      <a:pt x="3214" y="436"/>
                    </a:lnTo>
                    <a:lnTo>
                      <a:pt x="3454" y="377"/>
                    </a:lnTo>
                    <a:lnTo>
                      <a:pt x="3665" y="311"/>
                    </a:lnTo>
                    <a:lnTo>
                      <a:pt x="3845" y="245"/>
                    </a:lnTo>
                    <a:lnTo>
                      <a:pt x="3995" y="165"/>
                    </a:lnTo>
                    <a:lnTo>
                      <a:pt x="4085" y="86"/>
                    </a:lnTo>
                    <a:lnTo>
                      <a:pt x="4175" y="0"/>
                    </a:lnTo>
                    <a:lnTo>
                      <a:pt x="0" y="0"/>
                    </a:lnTo>
                    <a:lnTo>
                      <a:pt x="0" y="654"/>
                    </a:lnTo>
                    <a:lnTo>
                      <a:pt x="0" y="654"/>
                    </a:lnTo>
                    <a:lnTo>
                      <a:pt x="0" y="7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84"/>
              <p:cNvSpPr/>
              <p:nvPr/>
            </p:nvSpPr>
            <p:spPr>
              <a:xfrm rot="10800000">
                <a:off x="3871908" y="3292022"/>
                <a:ext cx="56276" cy="59644"/>
              </a:xfrm>
              <a:custGeom>
                <a:avLst/>
                <a:gdLst/>
                <a:ahLst/>
                <a:cxnLst/>
                <a:rect l="l" t="t" r="r" b="b"/>
                <a:pathLst>
                  <a:path w="4206" h="992" extrusionOk="0">
                    <a:moveTo>
                      <a:pt x="0" y="1"/>
                    </a:moveTo>
                    <a:lnTo>
                      <a:pt x="0" y="991"/>
                    </a:lnTo>
                    <a:lnTo>
                      <a:pt x="4175" y="991"/>
                    </a:lnTo>
                    <a:lnTo>
                      <a:pt x="4205" y="886"/>
                    </a:lnTo>
                    <a:lnTo>
                      <a:pt x="4175" y="787"/>
                    </a:lnTo>
                    <a:lnTo>
                      <a:pt x="4085" y="687"/>
                    </a:lnTo>
                    <a:lnTo>
                      <a:pt x="3965" y="602"/>
                    </a:lnTo>
                    <a:lnTo>
                      <a:pt x="3815" y="516"/>
                    </a:lnTo>
                    <a:lnTo>
                      <a:pt x="3605" y="436"/>
                    </a:lnTo>
                    <a:lnTo>
                      <a:pt x="3364" y="364"/>
                    </a:lnTo>
                    <a:lnTo>
                      <a:pt x="3094" y="298"/>
                    </a:lnTo>
                    <a:lnTo>
                      <a:pt x="2794" y="238"/>
                    </a:lnTo>
                    <a:lnTo>
                      <a:pt x="2493" y="185"/>
                    </a:lnTo>
                    <a:lnTo>
                      <a:pt x="2163" y="139"/>
                    </a:lnTo>
                    <a:lnTo>
                      <a:pt x="1802" y="100"/>
                    </a:lnTo>
                    <a:lnTo>
                      <a:pt x="1442" y="67"/>
                    </a:lnTo>
                    <a:lnTo>
                      <a:pt x="1082" y="40"/>
                    </a:lnTo>
                    <a:lnTo>
                      <a:pt x="721" y="20"/>
                    </a:lnTo>
                    <a:lnTo>
                      <a:pt x="361" y="7"/>
                    </a:lnTo>
                    <a:lnTo>
                      <a:pt x="0" y="1"/>
                    </a:lnTo>
                    <a:close/>
                  </a:path>
                </a:pathLst>
              </a:custGeom>
              <a:solidFill>
                <a:srgbClr val="FF64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84"/>
              <p:cNvSpPr/>
              <p:nvPr/>
            </p:nvSpPr>
            <p:spPr>
              <a:xfrm rot="10800000">
                <a:off x="3871908" y="3292022"/>
                <a:ext cx="56276" cy="59644"/>
              </a:xfrm>
              <a:custGeom>
                <a:avLst/>
                <a:gdLst/>
                <a:ahLst/>
                <a:cxnLst/>
                <a:rect l="l" t="t" r="r" b="b"/>
                <a:pathLst>
                  <a:path w="4206" h="992" fill="none" extrusionOk="0">
                    <a:moveTo>
                      <a:pt x="0" y="991"/>
                    </a:moveTo>
                    <a:lnTo>
                      <a:pt x="4175" y="991"/>
                    </a:lnTo>
                    <a:lnTo>
                      <a:pt x="4175" y="991"/>
                    </a:lnTo>
                    <a:lnTo>
                      <a:pt x="4205" y="886"/>
                    </a:lnTo>
                    <a:lnTo>
                      <a:pt x="4205" y="886"/>
                    </a:lnTo>
                    <a:lnTo>
                      <a:pt x="4175" y="787"/>
                    </a:lnTo>
                    <a:lnTo>
                      <a:pt x="4085" y="687"/>
                    </a:lnTo>
                    <a:lnTo>
                      <a:pt x="3965" y="602"/>
                    </a:lnTo>
                    <a:lnTo>
                      <a:pt x="3815" y="516"/>
                    </a:lnTo>
                    <a:lnTo>
                      <a:pt x="3605" y="436"/>
                    </a:lnTo>
                    <a:lnTo>
                      <a:pt x="3364" y="364"/>
                    </a:lnTo>
                    <a:lnTo>
                      <a:pt x="3094" y="298"/>
                    </a:lnTo>
                    <a:lnTo>
                      <a:pt x="2794" y="238"/>
                    </a:lnTo>
                    <a:lnTo>
                      <a:pt x="2493" y="185"/>
                    </a:lnTo>
                    <a:lnTo>
                      <a:pt x="2163" y="139"/>
                    </a:lnTo>
                    <a:lnTo>
                      <a:pt x="1802" y="100"/>
                    </a:lnTo>
                    <a:lnTo>
                      <a:pt x="1442" y="67"/>
                    </a:lnTo>
                    <a:lnTo>
                      <a:pt x="1082" y="40"/>
                    </a:lnTo>
                    <a:lnTo>
                      <a:pt x="721" y="20"/>
                    </a:lnTo>
                    <a:lnTo>
                      <a:pt x="361" y="7"/>
                    </a:lnTo>
                    <a:lnTo>
                      <a:pt x="0" y="1"/>
                    </a:lnTo>
                    <a:lnTo>
                      <a:pt x="0" y="99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84"/>
              <p:cNvSpPr/>
              <p:nvPr/>
            </p:nvSpPr>
            <p:spPr>
              <a:xfrm rot="10800000">
                <a:off x="4719415" y="2301524"/>
                <a:ext cx="102089" cy="295154"/>
              </a:xfrm>
              <a:custGeom>
                <a:avLst/>
                <a:gdLst/>
                <a:ahLst/>
                <a:cxnLst/>
                <a:rect l="l" t="t" r="r" b="b"/>
                <a:pathLst>
                  <a:path w="7630" h="4909" extrusionOk="0">
                    <a:moveTo>
                      <a:pt x="7509" y="0"/>
                    </a:moveTo>
                    <a:lnTo>
                      <a:pt x="7509" y="7"/>
                    </a:lnTo>
                    <a:lnTo>
                      <a:pt x="7629" y="0"/>
                    </a:lnTo>
                    <a:close/>
                    <a:moveTo>
                      <a:pt x="3845" y="859"/>
                    </a:moveTo>
                    <a:lnTo>
                      <a:pt x="3845" y="879"/>
                    </a:lnTo>
                    <a:lnTo>
                      <a:pt x="3815" y="998"/>
                    </a:lnTo>
                    <a:lnTo>
                      <a:pt x="3725" y="1097"/>
                    </a:lnTo>
                    <a:lnTo>
                      <a:pt x="3634" y="1189"/>
                    </a:lnTo>
                    <a:lnTo>
                      <a:pt x="3484" y="1275"/>
                    </a:lnTo>
                    <a:lnTo>
                      <a:pt x="3334" y="1341"/>
                    </a:lnTo>
                    <a:lnTo>
                      <a:pt x="3154" y="1407"/>
                    </a:lnTo>
                    <a:lnTo>
                      <a:pt x="2944" y="1460"/>
                    </a:lnTo>
                    <a:lnTo>
                      <a:pt x="2733" y="1500"/>
                    </a:lnTo>
                    <a:lnTo>
                      <a:pt x="2493" y="1539"/>
                    </a:lnTo>
                    <a:lnTo>
                      <a:pt x="2223" y="1572"/>
                    </a:lnTo>
                    <a:lnTo>
                      <a:pt x="1983" y="1599"/>
                    </a:lnTo>
                    <a:lnTo>
                      <a:pt x="1712" y="1619"/>
                    </a:lnTo>
                    <a:lnTo>
                      <a:pt x="1172" y="1645"/>
                    </a:lnTo>
                    <a:lnTo>
                      <a:pt x="661" y="1658"/>
                    </a:lnTo>
                    <a:lnTo>
                      <a:pt x="211" y="1665"/>
                    </a:lnTo>
                    <a:lnTo>
                      <a:pt x="30" y="1665"/>
                    </a:lnTo>
                    <a:lnTo>
                      <a:pt x="30" y="4010"/>
                    </a:lnTo>
                    <a:lnTo>
                      <a:pt x="0" y="4115"/>
                    </a:lnTo>
                    <a:lnTo>
                      <a:pt x="30" y="4228"/>
                    </a:lnTo>
                    <a:lnTo>
                      <a:pt x="120" y="4333"/>
                    </a:lnTo>
                    <a:lnTo>
                      <a:pt x="271" y="4432"/>
                    </a:lnTo>
                    <a:lnTo>
                      <a:pt x="481" y="4525"/>
                    </a:lnTo>
                    <a:lnTo>
                      <a:pt x="631" y="4571"/>
                    </a:lnTo>
                    <a:lnTo>
                      <a:pt x="751" y="4611"/>
                    </a:lnTo>
                    <a:lnTo>
                      <a:pt x="931" y="4650"/>
                    </a:lnTo>
                    <a:lnTo>
                      <a:pt x="1082" y="4683"/>
                    </a:lnTo>
                    <a:lnTo>
                      <a:pt x="1292" y="4716"/>
                    </a:lnTo>
                    <a:lnTo>
                      <a:pt x="1502" y="4743"/>
                    </a:lnTo>
                    <a:lnTo>
                      <a:pt x="1832" y="4783"/>
                    </a:lnTo>
                    <a:lnTo>
                      <a:pt x="2193" y="4816"/>
                    </a:lnTo>
                    <a:lnTo>
                      <a:pt x="2523" y="4842"/>
                    </a:lnTo>
                    <a:lnTo>
                      <a:pt x="2854" y="4868"/>
                    </a:lnTo>
                    <a:lnTo>
                      <a:pt x="3184" y="4888"/>
                    </a:lnTo>
                    <a:lnTo>
                      <a:pt x="3484" y="4901"/>
                    </a:lnTo>
                    <a:lnTo>
                      <a:pt x="3815" y="4908"/>
                    </a:lnTo>
                    <a:lnTo>
                      <a:pt x="4115" y="4908"/>
                    </a:lnTo>
                    <a:lnTo>
                      <a:pt x="4505" y="4901"/>
                    </a:lnTo>
                    <a:lnTo>
                      <a:pt x="4866" y="4888"/>
                    </a:lnTo>
                    <a:lnTo>
                      <a:pt x="5256" y="4868"/>
                    </a:lnTo>
                    <a:lnTo>
                      <a:pt x="5587" y="4842"/>
                    </a:lnTo>
                    <a:lnTo>
                      <a:pt x="5917" y="4802"/>
                    </a:lnTo>
                    <a:lnTo>
                      <a:pt x="6217" y="4756"/>
                    </a:lnTo>
                    <a:lnTo>
                      <a:pt x="6518" y="4710"/>
                    </a:lnTo>
                    <a:lnTo>
                      <a:pt x="6788" y="4650"/>
                    </a:lnTo>
                    <a:lnTo>
                      <a:pt x="6998" y="4591"/>
                    </a:lnTo>
                    <a:lnTo>
                      <a:pt x="7149" y="4518"/>
                    </a:lnTo>
                    <a:lnTo>
                      <a:pt x="7299" y="4432"/>
                    </a:lnTo>
                    <a:lnTo>
                      <a:pt x="7419" y="4340"/>
                    </a:lnTo>
                    <a:lnTo>
                      <a:pt x="6938" y="4320"/>
                    </a:lnTo>
                    <a:lnTo>
                      <a:pt x="6458" y="4287"/>
                    </a:lnTo>
                    <a:lnTo>
                      <a:pt x="5947" y="4241"/>
                    </a:lnTo>
                    <a:lnTo>
                      <a:pt x="5407" y="4188"/>
                    </a:lnTo>
                    <a:lnTo>
                      <a:pt x="5196" y="4155"/>
                    </a:lnTo>
                    <a:lnTo>
                      <a:pt x="5016" y="4129"/>
                    </a:lnTo>
                    <a:lnTo>
                      <a:pt x="4836" y="4089"/>
                    </a:lnTo>
                    <a:lnTo>
                      <a:pt x="4686" y="4056"/>
                    </a:lnTo>
                    <a:lnTo>
                      <a:pt x="4536" y="4010"/>
                    </a:lnTo>
                    <a:lnTo>
                      <a:pt x="4415" y="3970"/>
                    </a:lnTo>
                    <a:lnTo>
                      <a:pt x="4205" y="3878"/>
                    </a:lnTo>
                    <a:lnTo>
                      <a:pt x="4055" y="3772"/>
                    </a:lnTo>
                    <a:lnTo>
                      <a:pt x="3965" y="3666"/>
                    </a:lnTo>
                    <a:lnTo>
                      <a:pt x="3935" y="3561"/>
                    </a:lnTo>
                    <a:lnTo>
                      <a:pt x="3965" y="3448"/>
                    </a:lnTo>
                    <a:lnTo>
                      <a:pt x="3965" y="2642"/>
                    </a:lnTo>
                    <a:lnTo>
                      <a:pt x="3935" y="2524"/>
                    </a:lnTo>
                    <a:lnTo>
                      <a:pt x="3965" y="2411"/>
                    </a:lnTo>
                    <a:lnTo>
                      <a:pt x="4055" y="2292"/>
                    </a:lnTo>
                    <a:lnTo>
                      <a:pt x="4205" y="2187"/>
                    </a:lnTo>
                    <a:lnTo>
                      <a:pt x="4385" y="2088"/>
                    </a:lnTo>
                    <a:lnTo>
                      <a:pt x="4566" y="2002"/>
                    </a:lnTo>
                    <a:lnTo>
                      <a:pt x="4806" y="1922"/>
                    </a:lnTo>
                    <a:lnTo>
                      <a:pt x="5046" y="1863"/>
                    </a:lnTo>
                    <a:lnTo>
                      <a:pt x="5316" y="1817"/>
                    </a:lnTo>
                    <a:lnTo>
                      <a:pt x="5587" y="1771"/>
                    </a:lnTo>
                    <a:lnTo>
                      <a:pt x="5887" y="1737"/>
                    </a:lnTo>
                    <a:lnTo>
                      <a:pt x="6187" y="1711"/>
                    </a:lnTo>
                    <a:lnTo>
                      <a:pt x="6488" y="1691"/>
                    </a:lnTo>
                    <a:lnTo>
                      <a:pt x="6788" y="1678"/>
                    </a:lnTo>
                    <a:lnTo>
                      <a:pt x="7118" y="1671"/>
                    </a:lnTo>
                    <a:lnTo>
                      <a:pt x="7419" y="1665"/>
                    </a:lnTo>
                    <a:lnTo>
                      <a:pt x="7629" y="1665"/>
                    </a:lnTo>
                    <a:lnTo>
                      <a:pt x="7629" y="1652"/>
                    </a:lnTo>
                    <a:lnTo>
                      <a:pt x="7118" y="1645"/>
                    </a:lnTo>
                    <a:lnTo>
                      <a:pt x="6668" y="1625"/>
                    </a:lnTo>
                    <a:lnTo>
                      <a:pt x="6247" y="1599"/>
                    </a:lnTo>
                    <a:lnTo>
                      <a:pt x="5887" y="1559"/>
                    </a:lnTo>
                    <a:lnTo>
                      <a:pt x="5527" y="1520"/>
                    </a:lnTo>
                    <a:lnTo>
                      <a:pt x="5226" y="1467"/>
                    </a:lnTo>
                    <a:lnTo>
                      <a:pt x="4956" y="1414"/>
                    </a:lnTo>
                    <a:lnTo>
                      <a:pt x="4716" y="1354"/>
                    </a:lnTo>
                    <a:lnTo>
                      <a:pt x="4505" y="1295"/>
                    </a:lnTo>
                    <a:lnTo>
                      <a:pt x="4325" y="1229"/>
                    </a:lnTo>
                    <a:lnTo>
                      <a:pt x="4175" y="1163"/>
                    </a:lnTo>
                    <a:lnTo>
                      <a:pt x="4055" y="1097"/>
                    </a:lnTo>
                    <a:lnTo>
                      <a:pt x="3965" y="1031"/>
                    </a:lnTo>
                    <a:lnTo>
                      <a:pt x="3905" y="971"/>
                    </a:lnTo>
                    <a:lnTo>
                      <a:pt x="3875" y="912"/>
                    </a:lnTo>
                    <a:lnTo>
                      <a:pt x="3845" y="859"/>
                    </a:lnTo>
                    <a:close/>
                  </a:path>
                </a:pathLst>
              </a:custGeom>
              <a:solidFill>
                <a:srgbClr val="00C1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84"/>
              <p:cNvSpPr/>
              <p:nvPr/>
            </p:nvSpPr>
            <p:spPr>
              <a:xfrm rot="10800000">
                <a:off x="4719417" y="2596257"/>
                <a:ext cx="1632" cy="421"/>
              </a:xfrm>
              <a:custGeom>
                <a:avLst/>
                <a:gdLst/>
                <a:ahLst/>
                <a:cxnLst/>
                <a:rect l="l" t="t" r="r" b="b"/>
                <a:pathLst>
                  <a:path w="122" h="7" fill="none" extrusionOk="0">
                    <a:moveTo>
                      <a:pt x="1" y="7"/>
                    </a:moveTo>
                    <a:lnTo>
                      <a:pt x="1" y="7"/>
                    </a:lnTo>
                    <a:lnTo>
                      <a:pt x="121" y="0"/>
                    </a:lnTo>
                    <a:lnTo>
                      <a:pt x="121" y="0"/>
                    </a:lnTo>
                    <a:lnTo>
                      <a:pt x="1" y="0"/>
                    </a:lnTo>
                    <a:lnTo>
                      <a:pt x="1" y="0"/>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84"/>
              <p:cNvSpPr/>
              <p:nvPr/>
            </p:nvSpPr>
            <p:spPr>
              <a:xfrm rot="10800000">
                <a:off x="4719415" y="2301524"/>
                <a:ext cx="102089" cy="245130"/>
              </a:xfrm>
              <a:custGeom>
                <a:avLst/>
                <a:gdLst/>
                <a:ahLst/>
                <a:cxnLst/>
                <a:rect l="l" t="t" r="r" b="b"/>
                <a:pathLst>
                  <a:path w="7630" h="4077" fill="none" extrusionOk="0">
                    <a:moveTo>
                      <a:pt x="4115" y="4076"/>
                    </a:moveTo>
                    <a:lnTo>
                      <a:pt x="4115" y="4076"/>
                    </a:lnTo>
                    <a:lnTo>
                      <a:pt x="4505" y="4069"/>
                    </a:lnTo>
                    <a:lnTo>
                      <a:pt x="4866" y="4056"/>
                    </a:lnTo>
                    <a:lnTo>
                      <a:pt x="5256" y="4036"/>
                    </a:lnTo>
                    <a:lnTo>
                      <a:pt x="5587" y="4010"/>
                    </a:lnTo>
                    <a:lnTo>
                      <a:pt x="5917" y="3970"/>
                    </a:lnTo>
                    <a:lnTo>
                      <a:pt x="6217" y="3924"/>
                    </a:lnTo>
                    <a:lnTo>
                      <a:pt x="6518" y="3878"/>
                    </a:lnTo>
                    <a:lnTo>
                      <a:pt x="6788" y="3818"/>
                    </a:lnTo>
                    <a:lnTo>
                      <a:pt x="6788" y="3818"/>
                    </a:lnTo>
                    <a:lnTo>
                      <a:pt x="6998" y="3759"/>
                    </a:lnTo>
                    <a:lnTo>
                      <a:pt x="7149" y="3686"/>
                    </a:lnTo>
                    <a:lnTo>
                      <a:pt x="7299" y="3600"/>
                    </a:lnTo>
                    <a:lnTo>
                      <a:pt x="7419" y="3508"/>
                    </a:lnTo>
                    <a:lnTo>
                      <a:pt x="7419" y="3508"/>
                    </a:lnTo>
                    <a:lnTo>
                      <a:pt x="6938" y="3488"/>
                    </a:lnTo>
                    <a:lnTo>
                      <a:pt x="6458" y="3455"/>
                    </a:lnTo>
                    <a:lnTo>
                      <a:pt x="5947" y="3409"/>
                    </a:lnTo>
                    <a:lnTo>
                      <a:pt x="5407" y="3356"/>
                    </a:lnTo>
                    <a:lnTo>
                      <a:pt x="5407" y="3356"/>
                    </a:lnTo>
                    <a:lnTo>
                      <a:pt x="5196" y="3323"/>
                    </a:lnTo>
                    <a:lnTo>
                      <a:pt x="5016" y="3297"/>
                    </a:lnTo>
                    <a:lnTo>
                      <a:pt x="4836" y="3257"/>
                    </a:lnTo>
                    <a:lnTo>
                      <a:pt x="4686" y="3224"/>
                    </a:lnTo>
                    <a:lnTo>
                      <a:pt x="4536" y="3178"/>
                    </a:lnTo>
                    <a:lnTo>
                      <a:pt x="4415" y="3138"/>
                    </a:lnTo>
                    <a:lnTo>
                      <a:pt x="4205" y="3046"/>
                    </a:lnTo>
                    <a:lnTo>
                      <a:pt x="4055" y="2940"/>
                    </a:lnTo>
                    <a:lnTo>
                      <a:pt x="3965" y="2834"/>
                    </a:lnTo>
                    <a:lnTo>
                      <a:pt x="3935" y="2729"/>
                    </a:lnTo>
                    <a:lnTo>
                      <a:pt x="3965" y="2616"/>
                    </a:lnTo>
                    <a:lnTo>
                      <a:pt x="3965" y="1810"/>
                    </a:lnTo>
                    <a:lnTo>
                      <a:pt x="3965" y="1810"/>
                    </a:lnTo>
                    <a:lnTo>
                      <a:pt x="3935" y="1692"/>
                    </a:lnTo>
                    <a:lnTo>
                      <a:pt x="3965" y="1579"/>
                    </a:lnTo>
                    <a:lnTo>
                      <a:pt x="4055" y="1460"/>
                    </a:lnTo>
                    <a:lnTo>
                      <a:pt x="4205" y="1355"/>
                    </a:lnTo>
                    <a:lnTo>
                      <a:pt x="4385" y="1256"/>
                    </a:lnTo>
                    <a:lnTo>
                      <a:pt x="4566" y="1170"/>
                    </a:lnTo>
                    <a:lnTo>
                      <a:pt x="4806" y="1090"/>
                    </a:lnTo>
                    <a:lnTo>
                      <a:pt x="5046" y="1031"/>
                    </a:lnTo>
                    <a:lnTo>
                      <a:pt x="5046" y="1031"/>
                    </a:lnTo>
                    <a:lnTo>
                      <a:pt x="5316" y="985"/>
                    </a:lnTo>
                    <a:lnTo>
                      <a:pt x="5587" y="939"/>
                    </a:lnTo>
                    <a:lnTo>
                      <a:pt x="5887" y="905"/>
                    </a:lnTo>
                    <a:lnTo>
                      <a:pt x="6187" y="879"/>
                    </a:lnTo>
                    <a:lnTo>
                      <a:pt x="6488" y="859"/>
                    </a:lnTo>
                    <a:lnTo>
                      <a:pt x="6788" y="846"/>
                    </a:lnTo>
                    <a:lnTo>
                      <a:pt x="7118" y="839"/>
                    </a:lnTo>
                    <a:lnTo>
                      <a:pt x="7419" y="833"/>
                    </a:lnTo>
                    <a:lnTo>
                      <a:pt x="7419" y="833"/>
                    </a:lnTo>
                    <a:lnTo>
                      <a:pt x="7629" y="833"/>
                    </a:lnTo>
                    <a:lnTo>
                      <a:pt x="7629" y="820"/>
                    </a:lnTo>
                    <a:lnTo>
                      <a:pt x="7629" y="820"/>
                    </a:lnTo>
                    <a:lnTo>
                      <a:pt x="7118" y="813"/>
                    </a:lnTo>
                    <a:lnTo>
                      <a:pt x="6668" y="793"/>
                    </a:lnTo>
                    <a:lnTo>
                      <a:pt x="6247" y="767"/>
                    </a:lnTo>
                    <a:lnTo>
                      <a:pt x="5887" y="727"/>
                    </a:lnTo>
                    <a:lnTo>
                      <a:pt x="5527" y="688"/>
                    </a:lnTo>
                    <a:lnTo>
                      <a:pt x="5226" y="635"/>
                    </a:lnTo>
                    <a:lnTo>
                      <a:pt x="4956" y="582"/>
                    </a:lnTo>
                    <a:lnTo>
                      <a:pt x="4716" y="522"/>
                    </a:lnTo>
                    <a:lnTo>
                      <a:pt x="4505" y="463"/>
                    </a:lnTo>
                    <a:lnTo>
                      <a:pt x="4325" y="397"/>
                    </a:lnTo>
                    <a:lnTo>
                      <a:pt x="4175" y="331"/>
                    </a:lnTo>
                    <a:lnTo>
                      <a:pt x="4055" y="265"/>
                    </a:lnTo>
                    <a:lnTo>
                      <a:pt x="3965" y="199"/>
                    </a:lnTo>
                    <a:lnTo>
                      <a:pt x="3905" y="139"/>
                    </a:lnTo>
                    <a:lnTo>
                      <a:pt x="3875" y="80"/>
                    </a:lnTo>
                    <a:lnTo>
                      <a:pt x="3845" y="27"/>
                    </a:lnTo>
                    <a:lnTo>
                      <a:pt x="3845" y="27"/>
                    </a:lnTo>
                    <a:lnTo>
                      <a:pt x="3845" y="1"/>
                    </a:lnTo>
                    <a:lnTo>
                      <a:pt x="3845" y="1"/>
                    </a:lnTo>
                    <a:lnTo>
                      <a:pt x="3845" y="1"/>
                    </a:lnTo>
                    <a:lnTo>
                      <a:pt x="3845" y="1"/>
                    </a:lnTo>
                    <a:lnTo>
                      <a:pt x="3845" y="47"/>
                    </a:lnTo>
                    <a:lnTo>
                      <a:pt x="3845" y="47"/>
                    </a:lnTo>
                    <a:lnTo>
                      <a:pt x="3815" y="166"/>
                    </a:lnTo>
                    <a:lnTo>
                      <a:pt x="3725" y="265"/>
                    </a:lnTo>
                    <a:lnTo>
                      <a:pt x="3634" y="357"/>
                    </a:lnTo>
                    <a:lnTo>
                      <a:pt x="3484" y="443"/>
                    </a:lnTo>
                    <a:lnTo>
                      <a:pt x="3334" y="509"/>
                    </a:lnTo>
                    <a:lnTo>
                      <a:pt x="3154" y="575"/>
                    </a:lnTo>
                    <a:lnTo>
                      <a:pt x="2944" y="628"/>
                    </a:lnTo>
                    <a:lnTo>
                      <a:pt x="2733" y="668"/>
                    </a:lnTo>
                    <a:lnTo>
                      <a:pt x="2493" y="707"/>
                    </a:lnTo>
                    <a:lnTo>
                      <a:pt x="2223" y="740"/>
                    </a:lnTo>
                    <a:lnTo>
                      <a:pt x="1983" y="767"/>
                    </a:lnTo>
                    <a:lnTo>
                      <a:pt x="1712" y="787"/>
                    </a:lnTo>
                    <a:lnTo>
                      <a:pt x="1172" y="813"/>
                    </a:lnTo>
                    <a:lnTo>
                      <a:pt x="661" y="826"/>
                    </a:lnTo>
                    <a:lnTo>
                      <a:pt x="661" y="826"/>
                    </a:lnTo>
                    <a:lnTo>
                      <a:pt x="211" y="833"/>
                    </a:lnTo>
                    <a:lnTo>
                      <a:pt x="211" y="833"/>
                    </a:lnTo>
                    <a:lnTo>
                      <a:pt x="30" y="833"/>
                    </a:lnTo>
                    <a:lnTo>
                      <a:pt x="30" y="3178"/>
                    </a:lnTo>
                    <a:lnTo>
                      <a:pt x="30" y="3178"/>
                    </a:lnTo>
                    <a:lnTo>
                      <a:pt x="0" y="3283"/>
                    </a:lnTo>
                    <a:lnTo>
                      <a:pt x="30" y="3396"/>
                    </a:lnTo>
                    <a:lnTo>
                      <a:pt x="120" y="3501"/>
                    </a:lnTo>
                    <a:lnTo>
                      <a:pt x="271" y="3600"/>
                    </a:lnTo>
                    <a:lnTo>
                      <a:pt x="481" y="3693"/>
                    </a:lnTo>
                    <a:lnTo>
                      <a:pt x="631" y="3739"/>
                    </a:lnTo>
                    <a:lnTo>
                      <a:pt x="751" y="3779"/>
                    </a:lnTo>
                    <a:lnTo>
                      <a:pt x="931" y="3818"/>
                    </a:lnTo>
                    <a:lnTo>
                      <a:pt x="1082" y="3851"/>
                    </a:lnTo>
                    <a:lnTo>
                      <a:pt x="1292" y="3884"/>
                    </a:lnTo>
                    <a:lnTo>
                      <a:pt x="1502" y="3911"/>
                    </a:lnTo>
                    <a:lnTo>
                      <a:pt x="1502" y="3911"/>
                    </a:lnTo>
                    <a:lnTo>
                      <a:pt x="1832" y="3951"/>
                    </a:lnTo>
                    <a:lnTo>
                      <a:pt x="2193" y="3984"/>
                    </a:lnTo>
                    <a:lnTo>
                      <a:pt x="2523" y="4010"/>
                    </a:lnTo>
                    <a:lnTo>
                      <a:pt x="2854" y="4036"/>
                    </a:lnTo>
                    <a:lnTo>
                      <a:pt x="3184" y="4056"/>
                    </a:lnTo>
                    <a:lnTo>
                      <a:pt x="3484" y="4069"/>
                    </a:lnTo>
                    <a:lnTo>
                      <a:pt x="3815" y="4076"/>
                    </a:lnTo>
                    <a:lnTo>
                      <a:pt x="4115" y="407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84"/>
              <p:cNvSpPr/>
              <p:nvPr/>
            </p:nvSpPr>
            <p:spPr>
              <a:xfrm rot="10800000">
                <a:off x="4208649" y="2497351"/>
                <a:ext cx="510782" cy="99326"/>
              </a:xfrm>
              <a:custGeom>
                <a:avLst/>
                <a:gdLst/>
                <a:ahLst/>
                <a:cxnLst/>
                <a:rect l="l" t="t" r="r" b="b"/>
                <a:pathLst>
                  <a:path w="38175" h="1652" extrusionOk="0">
                    <a:moveTo>
                      <a:pt x="0" y="0"/>
                    </a:moveTo>
                    <a:lnTo>
                      <a:pt x="0" y="800"/>
                    </a:lnTo>
                    <a:lnTo>
                      <a:pt x="30" y="707"/>
                    </a:lnTo>
                    <a:lnTo>
                      <a:pt x="120" y="621"/>
                    </a:lnTo>
                    <a:lnTo>
                      <a:pt x="240" y="535"/>
                    </a:lnTo>
                    <a:lnTo>
                      <a:pt x="391" y="456"/>
                    </a:lnTo>
                    <a:lnTo>
                      <a:pt x="541" y="383"/>
                    </a:lnTo>
                    <a:lnTo>
                      <a:pt x="721" y="317"/>
                    </a:lnTo>
                    <a:lnTo>
                      <a:pt x="901" y="258"/>
                    </a:lnTo>
                    <a:lnTo>
                      <a:pt x="1081" y="212"/>
                    </a:lnTo>
                    <a:lnTo>
                      <a:pt x="1352" y="165"/>
                    </a:lnTo>
                    <a:lnTo>
                      <a:pt x="1622" y="126"/>
                    </a:lnTo>
                    <a:lnTo>
                      <a:pt x="1922" y="93"/>
                    </a:lnTo>
                    <a:lnTo>
                      <a:pt x="2223" y="66"/>
                    </a:lnTo>
                    <a:lnTo>
                      <a:pt x="2523" y="40"/>
                    </a:lnTo>
                    <a:lnTo>
                      <a:pt x="2823" y="27"/>
                    </a:lnTo>
                    <a:lnTo>
                      <a:pt x="3154" y="20"/>
                    </a:lnTo>
                    <a:lnTo>
                      <a:pt x="3905" y="20"/>
                    </a:lnTo>
                    <a:lnTo>
                      <a:pt x="4325" y="33"/>
                    </a:lnTo>
                    <a:lnTo>
                      <a:pt x="4746" y="60"/>
                    </a:lnTo>
                    <a:lnTo>
                      <a:pt x="5136" y="86"/>
                    </a:lnTo>
                    <a:lnTo>
                      <a:pt x="5557" y="126"/>
                    </a:lnTo>
                    <a:lnTo>
                      <a:pt x="5917" y="172"/>
                    </a:lnTo>
                    <a:lnTo>
                      <a:pt x="6277" y="218"/>
                    </a:lnTo>
                    <a:lnTo>
                      <a:pt x="6578" y="278"/>
                    </a:lnTo>
                    <a:lnTo>
                      <a:pt x="6818" y="324"/>
                    </a:lnTo>
                    <a:lnTo>
                      <a:pt x="6998" y="383"/>
                    </a:lnTo>
                    <a:lnTo>
                      <a:pt x="7178" y="443"/>
                    </a:lnTo>
                    <a:lnTo>
                      <a:pt x="7299" y="515"/>
                    </a:lnTo>
                    <a:lnTo>
                      <a:pt x="7419" y="588"/>
                    </a:lnTo>
                    <a:lnTo>
                      <a:pt x="7479" y="667"/>
                    </a:lnTo>
                    <a:lnTo>
                      <a:pt x="7539" y="747"/>
                    </a:lnTo>
                    <a:lnTo>
                      <a:pt x="7569" y="826"/>
                    </a:lnTo>
                    <a:lnTo>
                      <a:pt x="7869" y="833"/>
                    </a:lnTo>
                    <a:lnTo>
                      <a:pt x="8170" y="846"/>
                    </a:lnTo>
                    <a:lnTo>
                      <a:pt x="8440" y="872"/>
                    </a:lnTo>
                    <a:lnTo>
                      <a:pt x="8710" y="899"/>
                    </a:lnTo>
                    <a:lnTo>
                      <a:pt x="8980" y="932"/>
                    </a:lnTo>
                    <a:lnTo>
                      <a:pt x="9251" y="965"/>
                    </a:lnTo>
                    <a:lnTo>
                      <a:pt x="9491" y="1004"/>
                    </a:lnTo>
                    <a:lnTo>
                      <a:pt x="9701" y="1051"/>
                    </a:lnTo>
                    <a:lnTo>
                      <a:pt x="9912" y="1103"/>
                    </a:lnTo>
                    <a:lnTo>
                      <a:pt x="10122" y="1156"/>
                    </a:lnTo>
                    <a:lnTo>
                      <a:pt x="10302" y="1216"/>
                    </a:lnTo>
                    <a:lnTo>
                      <a:pt x="10452" y="1275"/>
                    </a:lnTo>
                    <a:lnTo>
                      <a:pt x="10572" y="1335"/>
                    </a:lnTo>
                    <a:lnTo>
                      <a:pt x="10692" y="1401"/>
                    </a:lnTo>
                    <a:lnTo>
                      <a:pt x="10783" y="1460"/>
                    </a:lnTo>
                    <a:lnTo>
                      <a:pt x="10843" y="1533"/>
                    </a:lnTo>
                    <a:lnTo>
                      <a:pt x="10843" y="119"/>
                    </a:lnTo>
                    <a:lnTo>
                      <a:pt x="10813" y="0"/>
                    </a:lnTo>
                    <a:close/>
                    <a:moveTo>
                      <a:pt x="25890" y="0"/>
                    </a:moveTo>
                    <a:lnTo>
                      <a:pt x="25890" y="1652"/>
                    </a:lnTo>
                    <a:lnTo>
                      <a:pt x="29945" y="1652"/>
                    </a:lnTo>
                    <a:lnTo>
                      <a:pt x="30455" y="1638"/>
                    </a:lnTo>
                    <a:lnTo>
                      <a:pt x="30906" y="1632"/>
                    </a:lnTo>
                    <a:lnTo>
                      <a:pt x="30966" y="1632"/>
                    </a:lnTo>
                    <a:lnTo>
                      <a:pt x="31296" y="1638"/>
                    </a:lnTo>
                    <a:lnTo>
                      <a:pt x="31657" y="1652"/>
                    </a:lnTo>
                    <a:lnTo>
                      <a:pt x="34480" y="1652"/>
                    </a:lnTo>
                    <a:lnTo>
                      <a:pt x="35021" y="1645"/>
                    </a:lnTo>
                    <a:lnTo>
                      <a:pt x="35501" y="1625"/>
                    </a:lnTo>
                    <a:lnTo>
                      <a:pt x="35922" y="1605"/>
                    </a:lnTo>
                    <a:lnTo>
                      <a:pt x="36312" y="1572"/>
                    </a:lnTo>
                    <a:lnTo>
                      <a:pt x="36642" y="1539"/>
                    </a:lnTo>
                    <a:lnTo>
                      <a:pt x="36943" y="1500"/>
                    </a:lnTo>
                    <a:lnTo>
                      <a:pt x="37183" y="1453"/>
                    </a:lnTo>
                    <a:lnTo>
                      <a:pt x="37393" y="1401"/>
                    </a:lnTo>
                    <a:lnTo>
                      <a:pt x="37573" y="1348"/>
                    </a:lnTo>
                    <a:lnTo>
                      <a:pt x="37724" y="1295"/>
                    </a:lnTo>
                    <a:lnTo>
                      <a:pt x="37844" y="1235"/>
                    </a:lnTo>
                    <a:lnTo>
                      <a:pt x="37934" y="1176"/>
                    </a:lnTo>
                    <a:lnTo>
                      <a:pt x="38024" y="1117"/>
                    </a:lnTo>
                    <a:lnTo>
                      <a:pt x="38084" y="1057"/>
                    </a:lnTo>
                    <a:lnTo>
                      <a:pt x="38144" y="938"/>
                    </a:lnTo>
                    <a:lnTo>
                      <a:pt x="38174" y="819"/>
                    </a:lnTo>
                    <a:lnTo>
                      <a:pt x="30666" y="819"/>
                    </a:lnTo>
                    <a:lnTo>
                      <a:pt x="30095" y="813"/>
                    </a:lnTo>
                    <a:lnTo>
                      <a:pt x="29614" y="800"/>
                    </a:lnTo>
                    <a:lnTo>
                      <a:pt x="29164" y="773"/>
                    </a:lnTo>
                    <a:lnTo>
                      <a:pt x="28773" y="740"/>
                    </a:lnTo>
                    <a:lnTo>
                      <a:pt x="28443" y="694"/>
                    </a:lnTo>
                    <a:lnTo>
                      <a:pt x="28143" y="648"/>
                    </a:lnTo>
                    <a:lnTo>
                      <a:pt x="27872" y="588"/>
                    </a:lnTo>
                    <a:lnTo>
                      <a:pt x="27632" y="529"/>
                    </a:lnTo>
                    <a:lnTo>
                      <a:pt x="27452" y="469"/>
                    </a:lnTo>
                    <a:lnTo>
                      <a:pt x="27272" y="403"/>
                    </a:lnTo>
                    <a:lnTo>
                      <a:pt x="27151" y="337"/>
                    </a:lnTo>
                    <a:lnTo>
                      <a:pt x="27061" y="264"/>
                    </a:lnTo>
                    <a:lnTo>
                      <a:pt x="26971" y="198"/>
                    </a:lnTo>
                    <a:lnTo>
                      <a:pt x="26941" y="126"/>
                    </a:lnTo>
                    <a:lnTo>
                      <a:pt x="26911" y="66"/>
                    </a:lnTo>
                    <a:lnTo>
                      <a:pt x="26881" y="0"/>
                    </a:lnTo>
                    <a:close/>
                  </a:path>
                </a:pathLst>
              </a:custGeom>
              <a:solidFill>
                <a:srgbClr val="FFDD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84"/>
              <p:cNvSpPr/>
              <p:nvPr/>
            </p:nvSpPr>
            <p:spPr>
              <a:xfrm rot="10800000">
                <a:off x="4574352" y="2504506"/>
                <a:ext cx="145079" cy="92172"/>
              </a:xfrm>
              <a:custGeom>
                <a:avLst/>
                <a:gdLst/>
                <a:ahLst/>
                <a:cxnLst/>
                <a:rect l="l" t="t" r="r" b="b"/>
                <a:pathLst>
                  <a:path w="10843" h="1533" fill="none" extrusionOk="0">
                    <a:moveTo>
                      <a:pt x="10843" y="1533"/>
                    </a:moveTo>
                    <a:lnTo>
                      <a:pt x="10843" y="119"/>
                    </a:lnTo>
                    <a:lnTo>
                      <a:pt x="10843" y="119"/>
                    </a:lnTo>
                    <a:lnTo>
                      <a:pt x="10813" y="0"/>
                    </a:lnTo>
                    <a:lnTo>
                      <a:pt x="10813" y="0"/>
                    </a:lnTo>
                    <a:lnTo>
                      <a:pt x="5857" y="0"/>
                    </a:lnTo>
                    <a:lnTo>
                      <a:pt x="5857" y="0"/>
                    </a:lnTo>
                    <a:lnTo>
                      <a:pt x="180" y="0"/>
                    </a:lnTo>
                    <a:lnTo>
                      <a:pt x="180" y="0"/>
                    </a:lnTo>
                    <a:lnTo>
                      <a:pt x="0" y="0"/>
                    </a:lnTo>
                    <a:lnTo>
                      <a:pt x="0" y="800"/>
                    </a:lnTo>
                    <a:lnTo>
                      <a:pt x="0" y="800"/>
                    </a:lnTo>
                    <a:lnTo>
                      <a:pt x="30" y="707"/>
                    </a:lnTo>
                    <a:lnTo>
                      <a:pt x="120" y="621"/>
                    </a:lnTo>
                    <a:lnTo>
                      <a:pt x="240" y="535"/>
                    </a:lnTo>
                    <a:lnTo>
                      <a:pt x="391" y="456"/>
                    </a:lnTo>
                    <a:lnTo>
                      <a:pt x="541" y="383"/>
                    </a:lnTo>
                    <a:lnTo>
                      <a:pt x="721" y="317"/>
                    </a:lnTo>
                    <a:lnTo>
                      <a:pt x="901" y="258"/>
                    </a:lnTo>
                    <a:lnTo>
                      <a:pt x="1081" y="212"/>
                    </a:lnTo>
                    <a:lnTo>
                      <a:pt x="1081" y="212"/>
                    </a:lnTo>
                    <a:lnTo>
                      <a:pt x="1352" y="165"/>
                    </a:lnTo>
                    <a:lnTo>
                      <a:pt x="1622" y="126"/>
                    </a:lnTo>
                    <a:lnTo>
                      <a:pt x="1922" y="93"/>
                    </a:lnTo>
                    <a:lnTo>
                      <a:pt x="2223" y="66"/>
                    </a:lnTo>
                    <a:lnTo>
                      <a:pt x="2523" y="40"/>
                    </a:lnTo>
                    <a:lnTo>
                      <a:pt x="2823" y="27"/>
                    </a:lnTo>
                    <a:lnTo>
                      <a:pt x="3154" y="20"/>
                    </a:lnTo>
                    <a:lnTo>
                      <a:pt x="3454" y="20"/>
                    </a:lnTo>
                    <a:lnTo>
                      <a:pt x="3454" y="20"/>
                    </a:lnTo>
                    <a:lnTo>
                      <a:pt x="3905" y="20"/>
                    </a:lnTo>
                    <a:lnTo>
                      <a:pt x="4325" y="33"/>
                    </a:lnTo>
                    <a:lnTo>
                      <a:pt x="4746" y="60"/>
                    </a:lnTo>
                    <a:lnTo>
                      <a:pt x="5136" y="86"/>
                    </a:lnTo>
                    <a:lnTo>
                      <a:pt x="5557" y="126"/>
                    </a:lnTo>
                    <a:lnTo>
                      <a:pt x="5917" y="172"/>
                    </a:lnTo>
                    <a:lnTo>
                      <a:pt x="6277" y="218"/>
                    </a:lnTo>
                    <a:lnTo>
                      <a:pt x="6578" y="278"/>
                    </a:lnTo>
                    <a:lnTo>
                      <a:pt x="6578" y="278"/>
                    </a:lnTo>
                    <a:lnTo>
                      <a:pt x="6818" y="324"/>
                    </a:lnTo>
                    <a:lnTo>
                      <a:pt x="6998" y="383"/>
                    </a:lnTo>
                    <a:lnTo>
                      <a:pt x="7178" y="443"/>
                    </a:lnTo>
                    <a:lnTo>
                      <a:pt x="7299" y="515"/>
                    </a:lnTo>
                    <a:lnTo>
                      <a:pt x="7419" y="588"/>
                    </a:lnTo>
                    <a:lnTo>
                      <a:pt x="7479" y="667"/>
                    </a:lnTo>
                    <a:lnTo>
                      <a:pt x="7539" y="747"/>
                    </a:lnTo>
                    <a:lnTo>
                      <a:pt x="7569" y="826"/>
                    </a:lnTo>
                    <a:lnTo>
                      <a:pt x="7569" y="826"/>
                    </a:lnTo>
                    <a:lnTo>
                      <a:pt x="7869" y="833"/>
                    </a:lnTo>
                    <a:lnTo>
                      <a:pt x="8170" y="846"/>
                    </a:lnTo>
                    <a:lnTo>
                      <a:pt x="8440" y="872"/>
                    </a:lnTo>
                    <a:lnTo>
                      <a:pt x="8710" y="899"/>
                    </a:lnTo>
                    <a:lnTo>
                      <a:pt x="8980" y="932"/>
                    </a:lnTo>
                    <a:lnTo>
                      <a:pt x="9251" y="965"/>
                    </a:lnTo>
                    <a:lnTo>
                      <a:pt x="9491" y="1004"/>
                    </a:lnTo>
                    <a:lnTo>
                      <a:pt x="9701" y="1051"/>
                    </a:lnTo>
                    <a:lnTo>
                      <a:pt x="9912" y="1103"/>
                    </a:lnTo>
                    <a:lnTo>
                      <a:pt x="10122" y="1156"/>
                    </a:lnTo>
                    <a:lnTo>
                      <a:pt x="10302" y="1216"/>
                    </a:lnTo>
                    <a:lnTo>
                      <a:pt x="10452" y="1275"/>
                    </a:lnTo>
                    <a:lnTo>
                      <a:pt x="10572" y="1335"/>
                    </a:lnTo>
                    <a:lnTo>
                      <a:pt x="10692" y="1401"/>
                    </a:lnTo>
                    <a:lnTo>
                      <a:pt x="10783" y="1460"/>
                    </a:lnTo>
                    <a:lnTo>
                      <a:pt x="10843" y="153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84"/>
              <p:cNvSpPr/>
              <p:nvPr/>
            </p:nvSpPr>
            <p:spPr>
              <a:xfrm rot="10800000">
                <a:off x="4473084" y="2497351"/>
                <a:ext cx="13" cy="99326"/>
              </a:xfrm>
              <a:custGeom>
                <a:avLst/>
                <a:gdLst/>
                <a:ahLst/>
                <a:cxnLst/>
                <a:rect l="l" t="t" r="r" b="b"/>
                <a:pathLst>
                  <a:path w="1" h="1652" fill="none" extrusionOk="0">
                    <a:moveTo>
                      <a:pt x="0" y="1652"/>
                    </a:moveTo>
                    <a:lnTo>
                      <a:pt x="0" y="1652"/>
                    </a:lnTo>
                    <a:lnTo>
                      <a:pt x="0" y="0"/>
                    </a:lnTo>
                    <a:lnTo>
                      <a:pt x="0" y="0"/>
                    </a:lnTo>
                    <a:lnTo>
                      <a:pt x="0" y="0"/>
                    </a:lnTo>
                    <a:lnTo>
                      <a:pt x="0" y="0"/>
                    </a:lnTo>
                    <a:lnTo>
                      <a:pt x="0" y="40"/>
                    </a:lnTo>
                    <a:lnTo>
                      <a:pt x="0"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84"/>
              <p:cNvSpPr/>
              <p:nvPr/>
            </p:nvSpPr>
            <p:spPr>
              <a:xfrm rot="10800000">
                <a:off x="4208658" y="2497351"/>
                <a:ext cx="164387" cy="99326"/>
              </a:xfrm>
              <a:custGeom>
                <a:avLst/>
                <a:gdLst/>
                <a:ahLst/>
                <a:cxnLst/>
                <a:rect l="l" t="t" r="r" b="b"/>
                <a:pathLst>
                  <a:path w="12286" h="1652" fill="none" extrusionOk="0">
                    <a:moveTo>
                      <a:pt x="8411" y="1652"/>
                    </a:moveTo>
                    <a:lnTo>
                      <a:pt x="8411" y="1652"/>
                    </a:lnTo>
                    <a:lnTo>
                      <a:pt x="8591" y="1652"/>
                    </a:lnTo>
                    <a:lnTo>
                      <a:pt x="8591" y="1652"/>
                    </a:lnTo>
                    <a:lnTo>
                      <a:pt x="9132" y="1645"/>
                    </a:lnTo>
                    <a:lnTo>
                      <a:pt x="9612" y="1625"/>
                    </a:lnTo>
                    <a:lnTo>
                      <a:pt x="10033" y="1605"/>
                    </a:lnTo>
                    <a:lnTo>
                      <a:pt x="10423" y="1572"/>
                    </a:lnTo>
                    <a:lnTo>
                      <a:pt x="10753" y="1539"/>
                    </a:lnTo>
                    <a:lnTo>
                      <a:pt x="11054" y="1500"/>
                    </a:lnTo>
                    <a:lnTo>
                      <a:pt x="11294" y="1453"/>
                    </a:lnTo>
                    <a:lnTo>
                      <a:pt x="11504" y="1401"/>
                    </a:lnTo>
                    <a:lnTo>
                      <a:pt x="11684" y="1348"/>
                    </a:lnTo>
                    <a:lnTo>
                      <a:pt x="11835" y="1295"/>
                    </a:lnTo>
                    <a:lnTo>
                      <a:pt x="11955" y="1235"/>
                    </a:lnTo>
                    <a:lnTo>
                      <a:pt x="12045" y="1176"/>
                    </a:lnTo>
                    <a:lnTo>
                      <a:pt x="12135" y="1117"/>
                    </a:lnTo>
                    <a:lnTo>
                      <a:pt x="12195" y="1057"/>
                    </a:lnTo>
                    <a:lnTo>
                      <a:pt x="12255" y="938"/>
                    </a:lnTo>
                    <a:lnTo>
                      <a:pt x="12255" y="938"/>
                    </a:lnTo>
                    <a:lnTo>
                      <a:pt x="12285" y="819"/>
                    </a:lnTo>
                    <a:lnTo>
                      <a:pt x="12285" y="819"/>
                    </a:lnTo>
                    <a:lnTo>
                      <a:pt x="9192" y="819"/>
                    </a:lnTo>
                    <a:lnTo>
                      <a:pt x="9192" y="819"/>
                    </a:lnTo>
                    <a:lnTo>
                      <a:pt x="5587" y="819"/>
                    </a:lnTo>
                    <a:lnTo>
                      <a:pt x="5587" y="819"/>
                    </a:lnTo>
                    <a:lnTo>
                      <a:pt x="4897" y="819"/>
                    </a:lnTo>
                    <a:lnTo>
                      <a:pt x="4897" y="819"/>
                    </a:lnTo>
                    <a:lnTo>
                      <a:pt x="4777" y="819"/>
                    </a:lnTo>
                    <a:lnTo>
                      <a:pt x="4777" y="819"/>
                    </a:lnTo>
                    <a:lnTo>
                      <a:pt x="4206" y="813"/>
                    </a:lnTo>
                    <a:lnTo>
                      <a:pt x="3725" y="800"/>
                    </a:lnTo>
                    <a:lnTo>
                      <a:pt x="3275" y="773"/>
                    </a:lnTo>
                    <a:lnTo>
                      <a:pt x="2884" y="740"/>
                    </a:lnTo>
                    <a:lnTo>
                      <a:pt x="2554" y="694"/>
                    </a:lnTo>
                    <a:lnTo>
                      <a:pt x="2254" y="648"/>
                    </a:lnTo>
                    <a:lnTo>
                      <a:pt x="1983" y="588"/>
                    </a:lnTo>
                    <a:lnTo>
                      <a:pt x="1743" y="529"/>
                    </a:lnTo>
                    <a:lnTo>
                      <a:pt x="1563" y="469"/>
                    </a:lnTo>
                    <a:lnTo>
                      <a:pt x="1383" y="403"/>
                    </a:lnTo>
                    <a:lnTo>
                      <a:pt x="1262" y="337"/>
                    </a:lnTo>
                    <a:lnTo>
                      <a:pt x="1172" y="264"/>
                    </a:lnTo>
                    <a:lnTo>
                      <a:pt x="1082" y="198"/>
                    </a:lnTo>
                    <a:lnTo>
                      <a:pt x="1052" y="126"/>
                    </a:lnTo>
                    <a:lnTo>
                      <a:pt x="1022" y="66"/>
                    </a:lnTo>
                    <a:lnTo>
                      <a:pt x="992" y="0"/>
                    </a:lnTo>
                    <a:lnTo>
                      <a:pt x="992" y="0"/>
                    </a:lnTo>
                    <a:lnTo>
                      <a:pt x="1" y="0"/>
                    </a:lnTo>
                    <a:lnTo>
                      <a:pt x="1" y="1652"/>
                    </a:lnTo>
                    <a:lnTo>
                      <a:pt x="4056" y="1652"/>
                    </a:lnTo>
                    <a:lnTo>
                      <a:pt x="4056" y="1652"/>
                    </a:lnTo>
                    <a:lnTo>
                      <a:pt x="4566" y="1638"/>
                    </a:lnTo>
                    <a:lnTo>
                      <a:pt x="5017" y="1632"/>
                    </a:lnTo>
                    <a:lnTo>
                      <a:pt x="5017" y="1632"/>
                    </a:lnTo>
                    <a:lnTo>
                      <a:pt x="5077" y="1632"/>
                    </a:lnTo>
                    <a:lnTo>
                      <a:pt x="5077" y="1632"/>
                    </a:lnTo>
                    <a:lnTo>
                      <a:pt x="5407" y="1638"/>
                    </a:lnTo>
                    <a:lnTo>
                      <a:pt x="5768" y="1652"/>
                    </a:lnTo>
                    <a:lnTo>
                      <a:pt x="8230" y="1652"/>
                    </a:lnTo>
                    <a:lnTo>
                      <a:pt x="8230" y="1652"/>
                    </a:lnTo>
                    <a:lnTo>
                      <a:pt x="8411"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84"/>
              <p:cNvSpPr/>
              <p:nvPr/>
            </p:nvSpPr>
            <p:spPr>
              <a:xfrm rot="10800000">
                <a:off x="4719416" y="2497351"/>
                <a:ext cx="50657" cy="99326"/>
              </a:xfrm>
              <a:custGeom>
                <a:avLst/>
                <a:gdLst/>
                <a:ahLst/>
                <a:cxnLst/>
                <a:rect l="l" t="t" r="r" b="b"/>
                <a:pathLst>
                  <a:path w="3786" h="1652" extrusionOk="0">
                    <a:moveTo>
                      <a:pt x="3785" y="0"/>
                    </a:moveTo>
                    <a:lnTo>
                      <a:pt x="3665" y="7"/>
                    </a:lnTo>
                    <a:lnTo>
                      <a:pt x="3665" y="86"/>
                    </a:lnTo>
                    <a:lnTo>
                      <a:pt x="3635" y="172"/>
                    </a:lnTo>
                    <a:lnTo>
                      <a:pt x="3545" y="251"/>
                    </a:lnTo>
                    <a:lnTo>
                      <a:pt x="3455" y="331"/>
                    </a:lnTo>
                    <a:lnTo>
                      <a:pt x="3305" y="403"/>
                    </a:lnTo>
                    <a:lnTo>
                      <a:pt x="3124" y="469"/>
                    </a:lnTo>
                    <a:lnTo>
                      <a:pt x="2944" y="529"/>
                    </a:lnTo>
                    <a:lnTo>
                      <a:pt x="2704" y="582"/>
                    </a:lnTo>
                    <a:lnTo>
                      <a:pt x="2403" y="628"/>
                    </a:lnTo>
                    <a:lnTo>
                      <a:pt x="2103" y="674"/>
                    </a:lnTo>
                    <a:lnTo>
                      <a:pt x="1803" y="714"/>
                    </a:lnTo>
                    <a:lnTo>
                      <a:pt x="1442" y="753"/>
                    </a:lnTo>
                    <a:lnTo>
                      <a:pt x="1112" y="780"/>
                    </a:lnTo>
                    <a:lnTo>
                      <a:pt x="752" y="806"/>
                    </a:lnTo>
                    <a:lnTo>
                      <a:pt x="391" y="826"/>
                    </a:lnTo>
                    <a:lnTo>
                      <a:pt x="1" y="833"/>
                    </a:lnTo>
                    <a:lnTo>
                      <a:pt x="1" y="859"/>
                    </a:lnTo>
                    <a:lnTo>
                      <a:pt x="31" y="912"/>
                    </a:lnTo>
                    <a:lnTo>
                      <a:pt x="61" y="971"/>
                    </a:lnTo>
                    <a:lnTo>
                      <a:pt x="121" y="1031"/>
                    </a:lnTo>
                    <a:lnTo>
                      <a:pt x="211" y="1097"/>
                    </a:lnTo>
                    <a:lnTo>
                      <a:pt x="331" y="1163"/>
                    </a:lnTo>
                    <a:lnTo>
                      <a:pt x="481" y="1229"/>
                    </a:lnTo>
                    <a:lnTo>
                      <a:pt x="661" y="1295"/>
                    </a:lnTo>
                    <a:lnTo>
                      <a:pt x="872" y="1354"/>
                    </a:lnTo>
                    <a:lnTo>
                      <a:pt x="1112" y="1414"/>
                    </a:lnTo>
                    <a:lnTo>
                      <a:pt x="1382" y="1467"/>
                    </a:lnTo>
                    <a:lnTo>
                      <a:pt x="1683" y="1520"/>
                    </a:lnTo>
                    <a:lnTo>
                      <a:pt x="2043" y="1559"/>
                    </a:lnTo>
                    <a:lnTo>
                      <a:pt x="2403" y="1599"/>
                    </a:lnTo>
                    <a:lnTo>
                      <a:pt x="2824" y="1625"/>
                    </a:lnTo>
                    <a:lnTo>
                      <a:pt x="3274" y="1645"/>
                    </a:lnTo>
                    <a:lnTo>
                      <a:pt x="3785" y="1652"/>
                    </a:lnTo>
                    <a:lnTo>
                      <a:pt x="3785" y="991"/>
                    </a:lnTo>
                    <a:lnTo>
                      <a:pt x="3755" y="899"/>
                    </a:lnTo>
                    <a:lnTo>
                      <a:pt x="3785" y="800"/>
                    </a:lnTo>
                    <a:lnTo>
                      <a:pt x="3785" y="0"/>
                    </a:lnTo>
                    <a:close/>
                  </a:path>
                </a:pathLst>
              </a:custGeom>
              <a:solidFill>
                <a:srgbClr val="00A7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84"/>
              <p:cNvSpPr/>
              <p:nvPr/>
            </p:nvSpPr>
            <p:spPr>
              <a:xfrm rot="10800000">
                <a:off x="4719416" y="2497351"/>
                <a:ext cx="50657" cy="99326"/>
              </a:xfrm>
              <a:custGeom>
                <a:avLst/>
                <a:gdLst/>
                <a:ahLst/>
                <a:cxnLst/>
                <a:rect l="l" t="t" r="r" b="b"/>
                <a:pathLst>
                  <a:path w="3786" h="1652" fill="none" extrusionOk="0">
                    <a:moveTo>
                      <a:pt x="3785" y="1652"/>
                    </a:moveTo>
                    <a:lnTo>
                      <a:pt x="3785" y="991"/>
                    </a:lnTo>
                    <a:lnTo>
                      <a:pt x="3785" y="991"/>
                    </a:lnTo>
                    <a:lnTo>
                      <a:pt x="3755" y="899"/>
                    </a:lnTo>
                    <a:lnTo>
                      <a:pt x="3785" y="800"/>
                    </a:lnTo>
                    <a:lnTo>
                      <a:pt x="3785" y="0"/>
                    </a:lnTo>
                    <a:lnTo>
                      <a:pt x="3785" y="0"/>
                    </a:lnTo>
                    <a:lnTo>
                      <a:pt x="3665" y="7"/>
                    </a:lnTo>
                    <a:lnTo>
                      <a:pt x="3665" y="7"/>
                    </a:lnTo>
                    <a:lnTo>
                      <a:pt x="3665" y="86"/>
                    </a:lnTo>
                    <a:lnTo>
                      <a:pt x="3635" y="172"/>
                    </a:lnTo>
                    <a:lnTo>
                      <a:pt x="3545" y="251"/>
                    </a:lnTo>
                    <a:lnTo>
                      <a:pt x="3455" y="331"/>
                    </a:lnTo>
                    <a:lnTo>
                      <a:pt x="3305" y="403"/>
                    </a:lnTo>
                    <a:lnTo>
                      <a:pt x="3124" y="469"/>
                    </a:lnTo>
                    <a:lnTo>
                      <a:pt x="2944" y="529"/>
                    </a:lnTo>
                    <a:lnTo>
                      <a:pt x="2704" y="582"/>
                    </a:lnTo>
                    <a:lnTo>
                      <a:pt x="2704" y="582"/>
                    </a:lnTo>
                    <a:lnTo>
                      <a:pt x="2403" y="628"/>
                    </a:lnTo>
                    <a:lnTo>
                      <a:pt x="2103" y="674"/>
                    </a:lnTo>
                    <a:lnTo>
                      <a:pt x="1803" y="714"/>
                    </a:lnTo>
                    <a:lnTo>
                      <a:pt x="1442" y="753"/>
                    </a:lnTo>
                    <a:lnTo>
                      <a:pt x="1112" y="780"/>
                    </a:lnTo>
                    <a:lnTo>
                      <a:pt x="752" y="806"/>
                    </a:lnTo>
                    <a:lnTo>
                      <a:pt x="391" y="826"/>
                    </a:lnTo>
                    <a:lnTo>
                      <a:pt x="1" y="833"/>
                    </a:lnTo>
                    <a:lnTo>
                      <a:pt x="1" y="833"/>
                    </a:lnTo>
                    <a:lnTo>
                      <a:pt x="1" y="859"/>
                    </a:lnTo>
                    <a:lnTo>
                      <a:pt x="1" y="859"/>
                    </a:lnTo>
                    <a:lnTo>
                      <a:pt x="31" y="912"/>
                    </a:lnTo>
                    <a:lnTo>
                      <a:pt x="61" y="971"/>
                    </a:lnTo>
                    <a:lnTo>
                      <a:pt x="121" y="1031"/>
                    </a:lnTo>
                    <a:lnTo>
                      <a:pt x="211" y="1097"/>
                    </a:lnTo>
                    <a:lnTo>
                      <a:pt x="331" y="1163"/>
                    </a:lnTo>
                    <a:lnTo>
                      <a:pt x="481" y="1229"/>
                    </a:lnTo>
                    <a:lnTo>
                      <a:pt x="661" y="1295"/>
                    </a:lnTo>
                    <a:lnTo>
                      <a:pt x="872" y="1354"/>
                    </a:lnTo>
                    <a:lnTo>
                      <a:pt x="1112" y="1414"/>
                    </a:lnTo>
                    <a:lnTo>
                      <a:pt x="1382" y="1467"/>
                    </a:lnTo>
                    <a:lnTo>
                      <a:pt x="1683" y="1520"/>
                    </a:lnTo>
                    <a:lnTo>
                      <a:pt x="2043" y="1559"/>
                    </a:lnTo>
                    <a:lnTo>
                      <a:pt x="2403" y="1599"/>
                    </a:lnTo>
                    <a:lnTo>
                      <a:pt x="2824" y="1625"/>
                    </a:lnTo>
                    <a:lnTo>
                      <a:pt x="3274" y="1645"/>
                    </a:lnTo>
                    <a:lnTo>
                      <a:pt x="3785"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84"/>
              <p:cNvSpPr/>
              <p:nvPr/>
            </p:nvSpPr>
            <p:spPr>
              <a:xfrm rot="10800000">
                <a:off x="4821088" y="2496569"/>
                <a:ext cx="47031" cy="100108"/>
              </a:xfrm>
              <a:custGeom>
                <a:avLst/>
                <a:gdLst/>
                <a:ahLst/>
                <a:cxnLst/>
                <a:rect l="l" t="t" r="r" b="b"/>
                <a:pathLst>
                  <a:path w="3515" h="1665" extrusionOk="0">
                    <a:moveTo>
                      <a:pt x="3484" y="0"/>
                    </a:moveTo>
                    <a:lnTo>
                      <a:pt x="2974" y="7"/>
                    </a:lnTo>
                    <a:lnTo>
                      <a:pt x="2703" y="20"/>
                    </a:lnTo>
                    <a:lnTo>
                      <a:pt x="2433" y="33"/>
                    </a:lnTo>
                    <a:lnTo>
                      <a:pt x="2133" y="53"/>
                    </a:lnTo>
                    <a:lnTo>
                      <a:pt x="1862" y="80"/>
                    </a:lnTo>
                    <a:lnTo>
                      <a:pt x="1562" y="113"/>
                    </a:lnTo>
                    <a:lnTo>
                      <a:pt x="1292" y="152"/>
                    </a:lnTo>
                    <a:lnTo>
                      <a:pt x="1051" y="205"/>
                    </a:lnTo>
                    <a:lnTo>
                      <a:pt x="811" y="258"/>
                    </a:lnTo>
                    <a:lnTo>
                      <a:pt x="571" y="331"/>
                    </a:lnTo>
                    <a:lnTo>
                      <a:pt x="391" y="403"/>
                    </a:lnTo>
                    <a:lnTo>
                      <a:pt x="241" y="496"/>
                    </a:lnTo>
                    <a:lnTo>
                      <a:pt x="120" y="595"/>
                    </a:lnTo>
                    <a:lnTo>
                      <a:pt x="30" y="707"/>
                    </a:lnTo>
                    <a:lnTo>
                      <a:pt x="0" y="833"/>
                    </a:lnTo>
                    <a:lnTo>
                      <a:pt x="0" y="945"/>
                    </a:lnTo>
                    <a:lnTo>
                      <a:pt x="60" y="1057"/>
                    </a:lnTo>
                    <a:lnTo>
                      <a:pt x="180" y="1150"/>
                    </a:lnTo>
                    <a:lnTo>
                      <a:pt x="301" y="1235"/>
                    </a:lnTo>
                    <a:lnTo>
                      <a:pt x="481" y="1315"/>
                    </a:lnTo>
                    <a:lnTo>
                      <a:pt x="691" y="1381"/>
                    </a:lnTo>
                    <a:lnTo>
                      <a:pt x="931" y="1440"/>
                    </a:lnTo>
                    <a:lnTo>
                      <a:pt x="1172" y="1493"/>
                    </a:lnTo>
                    <a:lnTo>
                      <a:pt x="1472" y="1533"/>
                    </a:lnTo>
                    <a:lnTo>
                      <a:pt x="1742" y="1572"/>
                    </a:lnTo>
                    <a:lnTo>
                      <a:pt x="2043" y="1599"/>
                    </a:lnTo>
                    <a:lnTo>
                      <a:pt x="2343" y="1625"/>
                    </a:lnTo>
                    <a:lnTo>
                      <a:pt x="2643" y="1638"/>
                    </a:lnTo>
                    <a:lnTo>
                      <a:pt x="2944" y="1652"/>
                    </a:lnTo>
                    <a:lnTo>
                      <a:pt x="3244" y="1665"/>
                    </a:lnTo>
                    <a:lnTo>
                      <a:pt x="3514" y="1665"/>
                    </a:lnTo>
                    <a:lnTo>
                      <a:pt x="3514" y="73"/>
                    </a:lnTo>
                    <a:lnTo>
                      <a:pt x="3484" y="7"/>
                    </a:lnTo>
                    <a:lnTo>
                      <a:pt x="3484" y="0"/>
                    </a:lnTo>
                    <a:close/>
                  </a:path>
                </a:pathLst>
              </a:custGeom>
              <a:solidFill>
                <a:srgbClr val="73B5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84"/>
              <p:cNvSpPr/>
              <p:nvPr/>
            </p:nvSpPr>
            <p:spPr>
              <a:xfrm rot="10800000">
                <a:off x="4821088" y="2496569"/>
                <a:ext cx="47031" cy="100108"/>
              </a:xfrm>
              <a:custGeom>
                <a:avLst/>
                <a:gdLst/>
                <a:ahLst/>
                <a:cxnLst/>
                <a:rect l="l" t="t" r="r" b="b"/>
                <a:pathLst>
                  <a:path w="3515" h="1665" fill="none" extrusionOk="0">
                    <a:moveTo>
                      <a:pt x="3514" y="1665"/>
                    </a:moveTo>
                    <a:lnTo>
                      <a:pt x="3514" y="73"/>
                    </a:lnTo>
                    <a:lnTo>
                      <a:pt x="3514" y="73"/>
                    </a:lnTo>
                    <a:lnTo>
                      <a:pt x="3484" y="7"/>
                    </a:lnTo>
                    <a:lnTo>
                      <a:pt x="3484" y="7"/>
                    </a:lnTo>
                    <a:lnTo>
                      <a:pt x="3484" y="0"/>
                    </a:lnTo>
                    <a:lnTo>
                      <a:pt x="3484" y="0"/>
                    </a:lnTo>
                    <a:lnTo>
                      <a:pt x="2974" y="7"/>
                    </a:lnTo>
                    <a:lnTo>
                      <a:pt x="2703" y="20"/>
                    </a:lnTo>
                    <a:lnTo>
                      <a:pt x="2433" y="33"/>
                    </a:lnTo>
                    <a:lnTo>
                      <a:pt x="2133" y="53"/>
                    </a:lnTo>
                    <a:lnTo>
                      <a:pt x="1862" y="80"/>
                    </a:lnTo>
                    <a:lnTo>
                      <a:pt x="1562" y="113"/>
                    </a:lnTo>
                    <a:lnTo>
                      <a:pt x="1292" y="152"/>
                    </a:lnTo>
                    <a:lnTo>
                      <a:pt x="1051" y="205"/>
                    </a:lnTo>
                    <a:lnTo>
                      <a:pt x="811" y="258"/>
                    </a:lnTo>
                    <a:lnTo>
                      <a:pt x="571" y="331"/>
                    </a:lnTo>
                    <a:lnTo>
                      <a:pt x="391" y="403"/>
                    </a:lnTo>
                    <a:lnTo>
                      <a:pt x="241" y="496"/>
                    </a:lnTo>
                    <a:lnTo>
                      <a:pt x="120" y="595"/>
                    </a:lnTo>
                    <a:lnTo>
                      <a:pt x="30" y="707"/>
                    </a:lnTo>
                    <a:lnTo>
                      <a:pt x="0" y="833"/>
                    </a:lnTo>
                    <a:lnTo>
                      <a:pt x="0" y="833"/>
                    </a:lnTo>
                    <a:lnTo>
                      <a:pt x="0" y="945"/>
                    </a:lnTo>
                    <a:lnTo>
                      <a:pt x="60" y="1057"/>
                    </a:lnTo>
                    <a:lnTo>
                      <a:pt x="180" y="1150"/>
                    </a:lnTo>
                    <a:lnTo>
                      <a:pt x="301" y="1235"/>
                    </a:lnTo>
                    <a:lnTo>
                      <a:pt x="481" y="1315"/>
                    </a:lnTo>
                    <a:lnTo>
                      <a:pt x="691" y="1381"/>
                    </a:lnTo>
                    <a:lnTo>
                      <a:pt x="931" y="1440"/>
                    </a:lnTo>
                    <a:lnTo>
                      <a:pt x="1172" y="1493"/>
                    </a:lnTo>
                    <a:lnTo>
                      <a:pt x="1472" y="1533"/>
                    </a:lnTo>
                    <a:lnTo>
                      <a:pt x="1742" y="1572"/>
                    </a:lnTo>
                    <a:lnTo>
                      <a:pt x="2043" y="1599"/>
                    </a:lnTo>
                    <a:lnTo>
                      <a:pt x="2343" y="1625"/>
                    </a:lnTo>
                    <a:lnTo>
                      <a:pt x="2643" y="1638"/>
                    </a:lnTo>
                    <a:lnTo>
                      <a:pt x="2944" y="1652"/>
                    </a:lnTo>
                    <a:lnTo>
                      <a:pt x="3244" y="1665"/>
                    </a:lnTo>
                    <a:lnTo>
                      <a:pt x="3514" y="16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84"/>
              <p:cNvSpPr/>
              <p:nvPr/>
            </p:nvSpPr>
            <p:spPr>
              <a:xfrm rot="10800000">
                <a:off x="4770058" y="2496569"/>
                <a:ext cx="51446" cy="99747"/>
              </a:xfrm>
              <a:custGeom>
                <a:avLst/>
                <a:gdLst/>
                <a:ahLst/>
                <a:cxnLst/>
                <a:rect l="l" t="t" r="r" b="b"/>
                <a:pathLst>
                  <a:path w="3845" h="1659" extrusionOk="0">
                    <a:moveTo>
                      <a:pt x="0" y="1"/>
                    </a:moveTo>
                    <a:lnTo>
                      <a:pt x="30" y="67"/>
                    </a:lnTo>
                    <a:lnTo>
                      <a:pt x="30" y="1659"/>
                    </a:lnTo>
                    <a:lnTo>
                      <a:pt x="211" y="1659"/>
                    </a:lnTo>
                    <a:lnTo>
                      <a:pt x="661" y="1652"/>
                    </a:lnTo>
                    <a:lnTo>
                      <a:pt x="1172" y="1639"/>
                    </a:lnTo>
                    <a:lnTo>
                      <a:pt x="1712" y="1613"/>
                    </a:lnTo>
                    <a:lnTo>
                      <a:pt x="1983" y="1593"/>
                    </a:lnTo>
                    <a:lnTo>
                      <a:pt x="2223" y="1566"/>
                    </a:lnTo>
                    <a:lnTo>
                      <a:pt x="2493" y="1533"/>
                    </a:lnTo>
                    <a:lnTo>
                      <a:pt x="2733" y="1494"/>
                    </a:lnTo>
                    <a:lnTo>
                      <a:pt x="2944" y="1454"/>
                    </a:lnTo>
                    <a:lnTo>
                      <a:pt x="3154" y="1401"/>
                    </a:lnTo>
                    <a:lnTo>
                      <a:pt x="3334" y="1335"/>
                    </a:lnTo>
                    <a:lnTo>
                      <a:pt x="3484" y="1269"/>
                    </a:lnTo>
                    <a:lnTo>
                      <a:pt x="3634" y="1183"/>
                    </a:lnTo>
                    <a:lnTo>
                      <a:pt x="3725" y="1091"/>
                    </a:lnTo>
                    <a:lnTo>
                      <a:pt x="3815" y="992"/>
                    </a:lnTo>
                    <a:lnTo>
                      <a:pt x="3845" y="873"/>
                    </a:lnTo>
                    <a:lnTo>
                      <a:pt x="3845" y="827"/>
                    </a:lnTo>
                    <a:lnTo>
                      <a:pt x="3454" y="833"/>
                    </a:lnTo>
                    <a:lnTo>
                      <a:pt x="3124" y="833"/>
                    </a:lnTo>
                    <a:lnTo>
                      <a:pt x="2824" y="820"/>
                    </a:lnTo>
                    <a:lnTo>
                      <a:pt x="2493" y="807"/>
                    </a:lnTo>
                    <a:lnTo>
                      <a:pt x="2193" y="787"/>
                    </a:lnTo>
                    <a:lnTo>
                      <a:pt x="1922" y="761"/>
                    </a:lnTo>
                    <a:lnTo>
                      <a:pt x="1622" y="727"/>
                    </a:lnTo>
                    <a:lnTo>
                      <a:pt x="1352" y="688"/>
                    </a:lnTo>
                    <a:lnTo>
                      <a:pt x="1082" y="635"/>
                    </a:lnTo>
                    <a:lnTo>
                      <a:pt x="871" y="589"/>
                    </a:lnTo>
                    <a:lnTo>
                      <a:pt x="691" y="529"/>
                    </a:lnTo>
                    <a:lnTo>
                      <a:pt x="511" y="457"/>
                    </a:lnTo>
                    <a:lnTo>
                      <a:pt x="361" y="377"/>
                    </a:lnTo>
                    <a:lnTo>
                      <a:pt x="211" y="292"/>
                    </a:lnTo>
                    <a:lnTo>
                      <a:pt x="120" y="199"/>
                    </a:lnTo>
                    <a:lnTo>
                      <a:pt x="60" y="100"/>
                    </a:lnTo>
                    <a:lnTo>
                      <a:pt x="0" y="1"/>
                    </a:lnTo>
                    <a:close/>
                  </a:path>
                </a:pathLst>
              </a:custGeom>
              <a:solidFill>
                <a:srgbClr val="008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84"/>
              <p:cNvSpPr/>
              <p:nvPr/>
            </p:nvSpPr>
            <p:spPr>
              <a:xfrm rot="10800000">
                <a:off x="4770058" y="2496569"/>
                <a:ext cx="51446" cy="99747"/>
              </a:xfrm>
              <a:custGeom>
                <a:avLst/>
                <a:gdLst/>
                <a:ahLst/>
                <a:cxnLst/>
                <a:rect l="l" t="t" r="r" b="b"/>
                <a:pathLst>
                  <a:path w="3845" h="1659" fill="none" extrusionOk="0">
                    <a:moveTo>
                      <a:pt x="211" y="1659"/>
                    </a:moveTo>
                    <a:lnTo>
                      <a:pt x="211" y="1659"/>
                    </a:lnTo>
                    <a:lnTo>
                      <a:pt x="661" y="1652"/>
                    </a:lnTo>
                    <a:lnTo>
                      <a:pt x="661" y="1652"/>
                    </a:lnTo>
                    <a:lnTo>
                      <a:pt x="1172" y="1639"/>
                    </a:lnTo>
                    <a:lnTo>
                      <a:pt x="1712" y="1613"/>
                    </a:lnTo>
                    <a:lnTo>
                      <a:pt x="1983" y="1593"/>
                    </a:lnTo>
                    <a:lnTo>
                      <a:pt x="2223" y="1566"/>
                    </a:lnTo>
                    <a:lnTo>
                      <a:pt x="2493" y="1533"/>
                    </a:lnTo>
                    <a:lnTo>
                      <a:pt x="2733" y="1494"/>
                    </a:lnTo>
                    <a:lnTo>
                      <a:pt x="2944" y="1454"/>
                    </a:lnTo>
                    <a:lnTo>
                      <a:pt x="3154" y="1401"/>
                    </a:lnTo>
                    <a:lnTo>
                      <a:pt x="3334" y="1335"/>
                    </a:lnTo>
                    <a:lnTo>
                      <a:pt x="3484" y="1269"/>
                    </a:lnTo>
                    <a:lnTo>
                      <a:pt x="3634" y="1183"/>
                    </a:lnTo>
                    <a:lnTo>
                      <a:pt x="3725" y="1091"/>
                    </a:lnTo>
                    <a:lnTo>
                      <a:pt x="3815" y="992"/>
                    </a:lnTo>
                    <a:lnTo>
                      <a:pt x="3845" y="873"/>
                    </a:lnTo>
                    <a:lnTo>
                      <a:pt x="3845" y="873"/>
                    </a:lnTo>
                    <a:lnTo>
                      <a:pt x="3845" y="827"/>
                    </a:lnTo>
                    <a:lnTo>
                      <a:pt x="3845" y="827"/>
                    </a:lnTo>
                    <a:lnTo>
                      <a:pt x="3454" y="833"/>
                    </a:lnTo>
                    <a:lnTo>
                      <a:pt x="3454" y="833"/>
                    </a:lnTo>
                    <a:lnTo>
                      <a:pt x="3124" y="833"/>
                    </a:lnTo>
                    <a:lnTo>
                      <a:pt x="2824" y="820"/>
                    </a:lnTo>
                    <a:lnTo>
                      <a:pt x="2493" y="807"/>
                    </a:lnTo>
                    <a:lnTo>
                      <a:pt x="2193" y="787"/>
                    </a:lnTo>
                    <a:lnTo>
                      <a:pt x="1922" y="761"/>
                    </a:lnTo>
                    <a:lnTo>
                      <a:pt x="1622" y="727"/>
                    </a:lnTo>
                    <a:lnTo>
                      <a:pt x="1352" y="688"/>
                    </a:lnTo>
                    <a:lnTo>
                      <a:pt x="1082" y="635"/>
                    </a:lnTo>
                    <a:lnTo>
                      <a:pt x="1082" y="635"/>
                    </a:lnTo>
                    <a:lnTo>
                      <a:pt x="871" y="589"/>
                    </a:lnTo>
                    <a:lnTo>
                      <a:pt x="691" y="529"/>
                    </a:lnTo>
                    <a:lnTo>
                      <a:pt x="511" y="457"/>
                    </a:lnTo>
                    <a:lnTo>
                      <a:pt x="361" y="377"/>
                    </a:lnTo>
                    <a:lnTo>
                      <a:pt x="211" y="292"/>
                    </a:lnTo>
                    <a:lnTo>
                      <a:pt x="120" y="199"/>
                    </a:lnTo>
                    <a:lnTo>
                      <a:pt x="60" y="100"/>
                    </a:lnTo>
                    <a:lnTo>
                      <a:pt x="0" y="1"/>
                    </a:lnTo>
                    <a:lnTo>
                      <a:pt x="0" y="1"/>
                    </a:lnTo>
                    <a:lnTo>
                      <a:pt x="30" y="67"/>
                    </a:lnTo>
                    <a:lnTo>
                      <a:pt x="30" y="1659"/>
                    </a:lnTo>
                    <a:lnTo>
                      <a:pt x="30" y="1659"/>
                    </a:lnTo>
                    <a:lnTo>
                      <a:pt x="211" y="165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84"/>
              <p:cNvSpPr/>
              <p:nvPr/>
            </p:nvSpPr>
            <p:spPr>
              <a:xfrm rot="10800000">
                <a:off x="4029840" y="3029094"/>
                <a:ext cx="100484" cy="515211"/>
              </a:xfrm>
              <a:custGeom>
                <a:avLst/>
                <a:gdLst/>
                <a:ahLst/>
                <a:cxnLst/>
                <a:rect l="l" t="t" r="r" b="b"/>
                <a:pathLst>
                  <a:path w="7510" h="8569" extrusionOk="0">
                    <a:moveTo>
                      <a:pt x="3515" y="1"/>
                    </a:moveTo>
                    <a:lnTo>
                      <a:pt x="3515" y="100"/>
                    </a:lnTo>
                    <a:lnTo>
                      <a:pt x="3515" y="853"/>
                    </a:lnTo>
                    <a:lnTo>
                      <a:pt x="7510" y="853"/>
                    </a:lnTo>
                    <a:lnTo>
                      <a:pt x="7480" y="741"/>
                    </a:lnTo>
                    <a:lnTo>
                      <a:pt x="7389" y="642"/>
                    </a:lnTo>
                    <a:lnTo>
                      <a:pt x="7269" y="549"/>
                    </a:lnTo>
                    <a:lnTo>
                      <a:pt x="7119" y="463"/>
                    </a:lnTo>
                    <a:lnTo>
                      <a:pt x="6939" y="384"/>
                    </a:lnTo>
                    <a:lnTo>
                      <a:pt x="6729" y="311"/>
                    </a:lnTo>
                    <a:lnTo>
                      <a:pt x="6458" y="252"/>
                    </a:lnTo>
                    <a:lnTo>
                      <a:pt x="6218" y="199"/>
                    </a:lnTo>
                    <a:lnTo>
                      <a:pt x="5918" y="153"/>
                    </a:lnTo>
                    <a:lnTo>
                      <a:pt x="5647" y="113"/>
                    </a:lnTo>
                    <a:lnTo>
                      <a:pt x="5347" y="80"/>
                    </a:lnTo>
                    <a:lnTo>
                      <a:pt x="5047" y="47"/>
                    </a:lnTo>
                    <a:lnTo>
                      <a:pt x="4746" y="27"/>
                    </a:lnTo>
                    <a:lnTo>
                      <a:pt x="4476" y="14"/>
                    </a:lnTo>
                    <a:lnTo>
                      <a:pt x="4206" y="1"/>
                    </a:lnTo>
                    <a:close/>
                    <a:moveTo>
                      <a:pt x="1022" y="2498"/>
                    </a:moveTo>
                    <a:lnTo>
                      <a:pt x="812" y="2504"/>
                    </a:lnTo>
                    <a:lnTo>
                      <a:pt x="1142" y="2524"/>
                    </a:lnTo>
                    <a:lnTo>
                      <a:pt x="1473" y="2544"/>
                    </a:lnTo>
                    <a:lnTo>
                      <a:pt x="1773" y="2577"/>
                    </a:lnTo>
                    <a:lnTo>
                      <a:pt x="2043" y="2610"/>
                    </a:lnTo>
                    <a:lnTo>
                      <a:pt x="2314" y="2650"/>
                    </a:lnTo>
                    <a:lnTo>
                      <a:pt x="2524" y="2703"/>
                    </a:lnTo>
                    <a:lnTo>
                      <a:pt x="2734" y="2755"/>
                    </a:lnTo>
                    <a:lnTo>
                      <a:pt x="2914" y="2815"/>
                    </a:lnTo>
                    <a:lnTo>
                      <a:pt x="3125" y="2901"/>
                    </a:lnTo>
                    <a:lnTo>
                      <a:pt x="3275" y="2980"/>
                    </a:lnTo>
                    <a:lnTo>
                      <a:pt x="3425" y="3059"/>
                    </a:lnTo>
                    <a:lnTo>
                      <a:pt x="3515" y="3132"/>
                    </a:lnTo>
                    <a:lnTo>
                      <a:pt x="3605" y="3211"/>
                    </a:lnTo>
                    <a:lnTo>
                      <a:pt x="3665" y="3284"/>
                    </a:lnTo>
                    <a:lnTo>
                      <a:pt x="3665" y="3356"/>
                    </a:lnTo>
                    <a:lnTo>
                      <a:pt x="3665" y="3429"/>
                    </a:lnTo>
                    <a:lnTo>
                      <a:pt x="4296" y="3429"/>
                    </a:lnTo>
                    <a:lnTo>
                      <a:pt x="4686" y="3442"/>
                    </a:lnTo>
                    <a:lnTo>
                      <a:pt x="5107" y="3462"/>
                    </a:lnTo>
                    <a:lnTo>
                      <a:pt x="5497" y="3495"/>
                    </a:lnTo>
                    <a:lnTo>
                      <a:pt x="5888" y="3541"/>
                    </a:lnTo>
                    <a:lnTo>
                      <a:pt x="6248" y="3594"/>
                    </a:lnTo>
                    <a:lnTo>
                      <a:pt x="6548" y="3660"/>
                    </a:lnTo>
                    <a:lnTo>
                      <a:pt x="6699" y="3700"/>
                    </a:lnTo>
                    <a:lnTo>
                      <a:pt x="6849" y="3740"/>
                    </a:lnTo>
                    <a:lnTo>
                      <a:pt x="7029" y="3812"/>
                    </a:lnTo>
                    <a:lnTo>
                      <a:pt x="7209" y="3898"/>
                    </a:lnTo>
                    <a:lnTo>
                      <a:pt x="7359" y="4004"/>
                    </a:lnTo>
                    <a:lnTo>
                      <a:pt x="7510" y="4123"/>
                    </a:lnTo>
                    <a:lnTo>
                      <a:pt x="7510" y="2498"/>
                    </a:lnTo>
                    <a:close/>
                    <a:moveTo>
                      <a:pt x="1" y="5827"/>
                    </a:moveTo>
                    <a:lnTo>
                      <a:pt x="1" y="5833"/>
                    </a:lnTo>
                    <a:lnTo>
                      <a:pt x="7510" y="5833"/>
                    </a:lnTo>
                    <a:lnTo>
                      <a:pt x="7510" y="5827"/>
                    </a:lnTo>
                    <a:close/>
                    <a:moveTo>
                      <a:pt x="1" y="7498"/>
                    </a:moveTo>
                    <a:lnTo>
                      <a:pt x="1" y="7709"/>
                    </a:lnTo>
                    <a:lnTo>
                      <a:pt x="1" y="7841"/>
                    </a:lnTo>
                    <a:lnTo>
                      <a:pt x="61" y="7954"/>
                    </a:lnTo>
                    <a:lnTo>
                      <a:pt x="181" y="8053"/>
                    </a:lnTo>
                    <a:lnTo>
                      <a:pt x="331" y="8145"/>
                    </a:lnTo>
                    <a:lnTo>
                      <a:pt x="542" y="8225"/>
                    </a:lnTo>
                    <a:lnTo>
                      <a:pt x="752" y="8291"/>
                    </a:lnTo>
                    <a:lnTo>
                      <a:pt x="1022" y="8357"/>
                    </a:lnTo>
                    <a:lnTo>
                      <a:pt x="1292" y="8403"/>
                    </a:lnTo>
                    <a:lnTo>
                      <a:pt x="1593" y="8449"/>
                    </a:lnTo>
                    <a:lnTo>
                      <a:pt x="1893" y="8482"/>
                    </a:lnTo>
                    <a:lnTo>
                      <a:pt x="2224" y="8515"/>
                    </a:lnTo>
                    <a:lnTo>
                      <a:pt x="2524" y="8535"/>
                    </a:lnTo>
                    <a:lnTo>
                      <a:pt x="2854" y="8548"/>
                    </a:lnTo>
                    <a:lnTo>
                      <a:pt x="3185" y="8561"/>
                    </a:lnTo>
                    <a:lnTo>
                      <a:pt x="3485" y="8568"/>
                    </a:lnTo>
                    <a:lnTo>
                      <a:pt x="3755" y="8568"/>
                    </a:lnTo>
                    <a:lnTo>
                      <a:pt x="4236" y="8561"/>
                    </a:lnTo>
                    <a:lnTo>
                      <a:pt x="4776" y="8548"/>
                    </a:lnTo>
                    <a:lnTo>
                      <a:pt x="5047" y="8535"/>
                    </a:lnTo>
                    <a:lnTo>
                      <a:pt x="5317" y="8515"/>
                    </a:lnTo>
                    <a:lnTo>
                      <a:pt x="5587" y="8495"/>
                    </a:lnTo>
                    <a:lnTo>
                      <a:pt x="5858" y="8469"/>
                    </a:lnTo>
                    <a:lnTo>
                      <a:pt x="6098" y="8436"/>
                    </a:lnTo>
                    <a:lnTo>
                      <a:pt x="6338" y="8396"/>
                    </a:lnTo>
                    <a:lnTo>
                      <a:pt x="6579" y="8350"/>
                    </a:lnTo>
                    <a:lnTo>
                      <a:pt x="6789" y="8297"/>
                    </a:lnTo>
                    <a:lnTo>
                      <a:pt x="6969" y="8231"/>
                    </a:lnTo>
                    <a:lnTo>
                      <a:pt x="7149" y="8159"/>
                    </a:lnTo>
                    <a:lnTo>
                      <a:pt x="7269" y="8079"/>
                    </a:lnTo>
                    <a:lnTo>
                      <a:pt x="7389" y="7980"/>
                    </a:lnTo>
                    <a:lnTo>
                      <a:pt x="7450" y="7875"/>
                    </a:lnTo>
                    <a:lnTo>
                      <a:pt x="7510" y="7756"/>
                    </a:lnTo>
                    <a:lnTo>
                      <a:pt x="7510" y="7676"/>
                    </a:lnTo>
                    <a:lnTo>
                      <a:pt x="7510" y="7498"/>
                    </a:lnTo>
                    <a:close/>
                  </a:path>
                </a:pathLst>
              </a:custGeom>
              <a:solidFill>
                <a:srgbClr val="FF7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84"/>
              <p:cNvSpPr/>
              <p:nvPr/>
            </p:nvSpPr>
            <p:spPr>
              <a:xfrm rot="10800000">
                <a:off x="4029841" y="3492959"/>
                <a:ext cx="53466" cy="51347"/>
              </a:xfrm>
              <a:custGeom>
                <a:avLst/>
                <a:gdLst/>
                <a:ahLst/>
                <a:cxnLst/>
                <a:rect l="l" t="t" r="r" b="b"/>
                <a:pathLst>
                  <a:path w="3996" h="854" fill="none" extrusionOk="0">
                    <a:moveTo>
                      <a:pt x="1" y="853"/>
                    </a:moveTo>
                    <a:lnTo>
                      <a:pt x="3365" y="853"/>
                    </a:lnTo>
                    <a:lnTo>
                      <a:pt x="3365" y="853"/>
                    </a:lnTo>
                    <a:lnTo>
                      <a:pt x="3845" y="853"/>
                    </a:lnTo>
                    <a:lnTo>
                      <a:pt x="3845" y="853"/>
                    </a:lnTo>
                    <a:lnTo>
                      <a:pt x="3996" y="853"/>
                    </a:lnTo>
                    <a:lnTo>
                      <a:pt x="3996" y="853"/>
                    </a:lnTo>
                    <a:lnTo>
                      <a:pt x="3966" y="741"/>
                    </a:lnTo>
                    <a:lnTo>
                      <a:pt x="3875" y="642"/>
                    </a:lnTo>
                    <a:lnTo>
                      <a:pt x="3755" y="549"/>
                    </a:lnTo>
                    <a:lnTo>
                      <a:pt x="3605" y="463"/>
                    </a:lnTo>
                    <a:lnTo>
                      <a:pt x="3425" y="384"/>
                    </a:lnTo>
                    <a:lnTo>
                      <a:pt x="3215" y="311"/>
                    </a:lnTo>
                    <a:lnTo>
                      <a:pt x="2944" y="252"/>
                    </a:lnTo>
                    <a:lnTo>
                      <a:pt x="2704" y="199"/>
                    </a:lnTo>
                    <a:lnTo>
                      <a:pt x="2404" y="153"/>
                    </a:lnTo>
                    <a:lnTo>
                      <a:pt x="2133" y="113"/>
                    </a:lnTo>
                    <a:lnTo>
                      <a:pt x="1833" y="80"/>
                    </a:lnTo>
                    <a:lnTo>
                      <a:pt x="1533" y="47"/>
                    </a:lnTo>
                    <a:lnTo>
                      <a:pt x="1232" y="27"/>
                    </a:lnTo>
                    <a:lnTo>
                      <a:pt x="962" y="14"/>
                    </a:lnTo>
                    <a:lnTo>
                      <a:pt x="692" y="1"/>
                    </a:lnTo>
                    <a:lnTo>
                      <a:pt x="421" y="1"/>
                    </a:lnTo>
                    <a:lnTo>
                      <a:pt x="421" y="1"/>
                    </a:lnTo>
                    <a:lnTo>
                      <a:pt x="181" y="1"/>
                    </a:lnTo>
                    <a:lnTo>
                      <a:pt x="181" y="1"/>
                    </a:lnTo>
                    <a:lnTo>
                      <a:pt x="1" y="1"/>
                    </a:lnTo>
                    <a:lnTo>
                      <a:pt x="1" y="1"/>
                    </a:lnTo>
                    <a:lnTo>
                      <a:pt x="1" y="1"/>
                    </a:lnTo>
                    <a:lnTo>
                      <a:pt x="1" y="1"/>
                    </a:lnTo>
                    <a:lnTo>
                      <a:pt x="1" y="100"/>
                    </a:lnTo>
                    <a:lnTo>
                      <a:pt x="1" y="85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84"/>
              <p:cNvSpPr/>
              <p:nvPr/>
            </p:nvSpPr>
            <p:spPr>
              <a:xfrm rot="10800000">
                <a:off x="4029841" y="3296411"/>
                <a:ext cx="89633" cy="97763"/>
              </a:xfrm>
              <a:custGeom>
                <a:avLst/>
                <a:gdLst/>
                <a:ahLst/>
                <a:cxnLst/>
                <a:rect l="l" t="t" r="r" b="b"/>
                <a:pathLst>
                  <a:path w="6699" h="1626" fill="none" extrusionOk="0">
                    <a:moveTo>
                      <a:pt x="6699" y="1626"/>
                    </a:moveTo>
                    <a:lnTo>
                      <a:pt x="6699" y="1"/>
                    </a:lnTo>
                    <a:lnTo>
                      <a:pt x="6699" y="1"/>
                    </a:lnTo>
                    <a:lnTo>
                      <a:pt x="6428" y="1"/>
                    </a:lnTo>
                    <a:lnTo>
                      <a:pt x="211" y="1"/>
                    </a:lnTo>
                    <a:lnTo>
                      <a:pt x="211" y="1"/>
                    </a:lnTo>
                    <a:lnTo>
                      <a:pt x="1" y="7"/>
                    </a:lnTo>
                    <a:lnTo>
                      <a:pt x="1" y="7"/>
                    </a:lnTo>
                    <a:lnTo>
                      <a:pt x="331" y="27"/>
                    </a:lnTo>
                    <a:lnTo>
                      <a:pt x="662" y="47"/>
                    </a:lnTo>
                    <a:lnTo>
                      <a:pt x="962" y="80"/>
                    </a:lnTo>
                    <a:lnTo>
                      <a:pt x="1232" y="113"/>
                    </a:lnTo>
                    <a:lnTo>
                      <a:pt x="1503" y="153"/>
                    </a:lnTo>
                    <a:lnTo>
                      <a:pt x="1713" y="206"/>
                    </a:lnTo>
                    <a:lnTo>
                      <a:pt x="1923" y="258"/>
                    </a:lnTo>
                    <a:lnTo>
                      <a:pt x="2103" y="318"/>
                    </a:lnTo>
                    <a:lnTo>
                      <a:pt x="2103" y="318"/>
                    </a:lnTo>
                    <a:lnTo>
                      <a:pt x="2314" y="404"/>
                    </a:lnTo>
                    <a:lnTo>
                      <a:pt x="2464" y="483"/>
                    </a:lnTo>
                    <a:lnTo>
                      <a:pt x="2614" y="562"/>
                    </a:lnTo>
                    <a:lnTo>
                      <a:pt x="2704" y="635"/>
                    </a:lnTo>
                    <a:lnTo>
                      <a:pt x="2794" y="714"/>
                    </a:lnTo>
                    <a:lnTo>
                      <a:pt x="2854" y="787"/>
                    </a:lnTo>
                    <a:lnTo>
                      <a:pt x="2854" y="859"/>
                    </a:lnTo>
                    <a:lnTo>
                      <a:pt x="2854" y="932"/>
                    </a:lnTo>
                    <a:lnTo>
                      <a:pt x="2854" y="932"/>
                    </a:lnTo>
                    <a:lnTo>
                      <a:pt x="3064" y="932"/>
                    </a:lnTo>
                    <a:lnTo>
                      <a:pt x="3064" y="932"/>
                    </a:lnTo>
                    <a:lnTo>
                      <a:pt x="3485" y="932"/>
                    </a:lnTo>
                    <a:lnTo>
                      <a:pt x="3875" y="945"/>
                    </a:lnTo>
                    <a:lnTo>
                      <a:pt x="4296" y="965"/>
                    </a:lnTo>
                    <a:lnTo>
                      <a:pt x="4686" y="998"/>
                    </a:lnTo>
                    <a:lnTo>
                      <a:pt x="5077" y="1044"/>
                    </a:lnTo>
                    <a:lnTo>
                      <a:pt x="5437" y="1097"/>
                    </a:lnTo>
                    <a:lnTo>
                      <a:pt x="5737" y="1163"/>
                    </a:lnTo>
                    <a:lnTo>
                      <a:pt x="5888" y="1203"/>
                    </a:lnTo>
                    <a:lnTo>
                      <a:pt x="6038" y="1243"/>
                    </a:lnTo>
                    <a:lnTo>
                      <a:pt x="6038" y="1243"/>
                    </a:lnTo>
                    <a:lnTo>
                      <a:pt x="6218" y="1315"/>
                    </a:lnTo>
                    <a:lnTo>
                      <a:pt x="6398" y="1401"/>
                    </a:lnTo>
                    <a:lnTo>
                      <a:pt x="6548" y="1507"/>
                    </a:lnTo>
                    <a:lnTo>
                      <a:pt x="6699" y="162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84"/>
              <p:cNvSpPr/>
              <p:nvPr/>
            </p:nvSpPr>
            <p:spPr>
              <a:xfrm rot="10800000">
                <a:off x="4029840" y="3193537"/>
                <a:ext cx="100484" cy="481"/>
              </a:xfrm>
              <a:custGeom>
                <a:avLst/>
                <a:gdLst/>
                <a:ahLst/>
                <a:cxnLst/>
                <a:rect l="l" t="t" r="r" b="b"/>
                <a:pathLst>
                  <a:path w="7510" h="8" fill="none" extrusionOk="0">
                    <a:moveTo>
                      <a:pt x="1" y="7"/>
                    </a:moveTo>
                    <a:lnTo>
                      <a:pt x="7510" y="7"/>
                    </a:lnTo>
                    <a:lnTo>
                      <a:pt x="7510" y="1"/>
                    </a:lnTo>
                    <a:lnTo>
                      <a:pt x="7510" y="1"/>
                    </a:lnTo>
                    <a:lnTo>
                      <a:pt x="7480" y="1"/>
                    </a:lnTo>
                    <a:lnTo>
                      <a:pt x="7480" y="1"/>
                    </a:lnTo>
                    <a:lnTo>
                      <a:pt x="2524" y="1"/>
                    </a:lnTo>
                    <a:lnTo>
                      <a:pt x="2524" y="1"/>
                    </a:lnTo>
                    <a:lnTo>
                      <a:pt x="1" y="1"/>
                    </a:lnTo>
                    <a:lnTo>
                      <a:pt x="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84"/>
              <p:cNvSpPr/>
              <p:nvPr/>
            </p:nvSpPr>
            <p:spPr>
              <a:xfrm rot="10800000">
                <a:off x="4029840" y="3029095"/>
                <a:ext cx="100484" cy="64394"/>
              </a:xfrm>
              <a:custGeom>
                <a:avLst/>
                <a:gdLst/>
                <a:ahLst/>
                <a:cxnLst/>
                <a:rect l="l" t="t" r="r" b="b"/>
                <a:pathLst>
                  <a:path w="7510" h="1071" fill="none" extrusionOk="0">
                    <a:moveTo>
                      <a:pt x="3755" y="1070"/>
                    </a:moveTo>
                    <a:lnTo>
                      <a:pt x="3755" y="1070"/>
                    </a:lnTo>
                    <a:lnTo>
                      <a:pt x="4236" y="1063"/>
                    </a:lnTo>
                    <a:lnTo>
                      <a:pt x="4236" y="1063"/>
                    </a:lnTo>
                    <a:lnTo>
                      <a:pt x="4776" y="1050"/>
                    </a:lnTo>
                    <a:lnTo>
                      <a:pt x="5047" y="1037"/>
                    </a:lnTo>
                    <a:lnTo>
                      <a:pt x="5317" y="1017"/>
                    </a:lnTo>
                    <a:lnTo>
                      <a:pt x="5587" y="997"/>
                    </a:lnTo>
                    <a:lnTo>
                      <a:pt x="5858" y="971"/>
                    </a:lnTo>
                    <a:lnTo>
                      <a:pt x="6098" y="938"/>
                    </a:lnTo>
                    <a:lnTo>
                      <a:pt x="6338" y="898"/>
                    </a:lnTo>
                    <a:lnTo>
                      <a:pt x="6579" y="852"/>
                    </a:lnTo>
                    <a:lnTo>
                      <a:pt x="6789" y="799"/>
                    </a:lnTo>
                    <a:lnTo>
                      <a:pt x="6969" y="733"/>
                    </a:lnTo>
                    <a:lnTo>
                      <a:pt x="7149" y="661"/>
                    </a:lnTo>
                    <a:lnTo>
                      <a:pt x="7269" y="581"/>
                    </a:lnTo>
                    <a:lnTo>
                      <a:pt x="7389" y="482"/>
                    </a:lnTo>
                    <a:lnTo>
                      <a:pt x="7450" y="377"/>
                    </a:lnTo>
                    <a:lnTo>
                      <a:pt x="7510" y="258"/>
                    </a:lnTo>
                    <a:lnTo>
                      <a:pt x="7510" y="258"/>
                    </a:lnTo>
                    <a:lnTo>
                      <a:pt x="7510" y="178"/>
                    </a:lnTo>
                    <a:lnTo>
                      <a:pt x="7510" y="0"/>
                    </a:lnTo>
                    <a:lnTo>
                      <a:pt x="7510" y="0"/>
                    </a:lnTo>
                    <a:lnTo>
                      <a:pt x="1" y="0"/>
                    </a:lnTo>
                    <a:lnTo>
                      <a:pt x="1" y="0"/>
                    </a:lnTo>
                    <a:lnTo>
                      <a:pt x="1" y="211"/>
                    </a:lnTo>
                    <a:lnTo>
                      <a:pt x="1" y="211"/>
                    </a:lnTo>
                    <a:lnTo>
                      <a:pt x="1" y="343"/>
                    </a:lnTo>
                    <a:lnTo>
                      <a:pt x="61" y="456"/>
                    </a:lnTo>
                    <a:lnTo>
                      <a:pt x="181" y="555"/>
                    </a:lnTo>
                    <a:lnTo>
                      <a:pt x="331" y="647"/>
                    </a:lnTo>
                    <a:lnTo>
                      <a:pt x="542" y="727"/>
                    </a:lnTo>
                    <a:lnTo>
                      <a:pt x="752" y="793"/>
                    </a:lnTo>
                    <a:lnTo>
                      <a:pt x="1022" y="859"/>
                    </a:lnTo>
                    <a:lnTo>
                      <a:pt x="1292" y="905"/>
                    </a:lnTo>
                    <a:lnTo>
                      <a:pt x="1593" y="951"/>
                    </a:lnTo>
                    <a:lnTo>
                      <a:pt x="1893" y="984"/>
                    </a:lnTo>
                    <a:lnTo>
                      <a:pt x="2224" y="1017"/>
                    </a:lnTo>
                    <a:lnTo>
                      <a:pt x="2524" y="1037"/>
                    </a:lnTo>
                    <a:lnTo>
                      <a:pt x="2854" y="1050"/>
                    </a:lnTo>
                    <a:lnTo>
                      <a:pt x="3185" y="1063"/>
                    </a:lnTo>
                    <a:lnTo>
                      <a:pt x="3485" y="1070"/>
                    </a:lnTo>
                    <a:lnTo>
                      <a:pt x="3755" y="10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84"/>
              <p:cNvSpPr/>
              <p:nvPr/>
            </p:nvSpPr>
            <p:spPr>
              <a:xfrm rot="10800000">
                <a:off x="4029840" y="3093489"/>
                <a:ext cx="100484" cy="100108"/>
              </a:xfrm>
              <a:custGeom>
                <a:avLst/>
                <a:gdLst/>
                <a:ahLst/>
                <a:cxnLst/>
                <a:rect l="l" t="t" r="r" b="b"/>
                <a:pathLst>
                  <a:path w="7510" h="1665" extrusionOk="0">
                    <a:moveTo>
                      <a:pt x="1" y="0"/>
                    </a:moveTo>
                    <a:lnTo>
                      <a:pt x="1" y="1665"/>
                    </a:lnTo>
                    <a:lnTo>
                      <a:pt x="7510" y="1665"/>
                    </a:lnTo>
                    <a:lnTo>
                      <a:pt x="7510" y="0"/>
                    </a:lnTo>
                    <a:close/>
                  </a:path>
                </a:pathLst>
              </a:custGeom>
              <a:solidFill>
                <a:srgbClr val="003F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84"/>
              <p:cNvSpPr/>
              <p:nvPr/>
            </p:nvSpPr>
            <p:spPr>
              <a:xfrm rot="10800000">
                <a:off x="4029840" y="3093489"/>
                <a:ext cx="100484" cy="100108"/>
              </a:xfrm>
              <a:custGeom>
                <a:avLst/>
                <a:gdLst/>
                <a:ahLst/>
                <a:cxnLst/>
                <a:rect l="l" t="t" r="r" b="b"/>
                <a:pathLst>
                  <a:path w="7510" h="1665" fill="none" extrusionOk="0">
                    <a:moveTo>
                      <a:pt x="7510" y="1665"/>
                    </a:moveTo>
                    <a:lnTo>
                      <a:pt x="7510" y="0"/>
                    </a:lnTo>
                    <a:lnTo>
                      <a:pt x="1" y="0"/>
                    </a:lnTo>
                    <a:lnTo>
                      <a:pt x="1" y="0"/>
                    </a:lnTo>
                    <a:lnTo>
                      <a:pt x="1" y="1665"/>
                    </a:lnTo>
                    <a:lnTo>
                      <a:pt x="1" y="1665"/>
                    </a:lnTo>
                    <a:lnTo>
                      <a:pt x="7510" y="16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84"/>
              <p:cNvSpPr/>
              <p:nvPr/>
            </p:nvSpPr>
            <p:spPr>
              <a:xfrm rot="10800000">
                <a:off x="4029840" y="3193958"/>
                <a:ext cx="100484" cy="100529"/>
              </a:xfrm>
              <a:custGeom>
                <a:avLst/>
                <a:gdLst/>
                <a:ahLst/>
                <a:cxnLst/>
                <a:rect l="l" t="t" r="r" b="b"/>
                <a:pathLst>
                  <a:path w="7510" h="1672" extrusionOk="0">
                    <a:moveTo>
                      <a:pt x="181" y="1"/>
                    </a:moveTo>
                    <a:lnTo>
                      <a:pt x="1" y="7"/>
                    </a:lnTo>
                    <a:lnTo>
                      <a:pt x="1" y="1672"/>
                    </a:lnTo>
                    <a:lnTo>
                      <a:pt x="7510" y="1672"/>
                    </a:lnTo>
                    <a:lnTo>
                      <a:pt x="7510" y="364"/>
                    </a:lnTo>
                    <a:lnTo>
                      <a:pt x="7420" y="410"/>
                    </a:lnTo>
                    <a:lnTo>
                      <a:pt x="7299" y="463"/>
                    </a:lnTo>
                    <a:lnTo>
                      <a:pt x="7059" y="542"/>
                    </a:lnTo>
                    <a:lnTo>
                      <a:pt x="6759" y="628"/>
                    </a:lnTo>
                    <a:lnTo>
                      <a:pt x="6398" y="707"/>
                    </a:lnTo>
                    <a:lnTo>
                      <a:pt x="6008" y="780"/>
                    </a:lnTo>
                    <a:lnTo>
                      <a:pt x="5587" y="840"/>
                    </a:lnTo>
                    <a:lnTo>
                      <a:pt x="5347" y="866"/>
                    </a:lnTo>
                    <a:lnTo>
                      <a:pt x="5137" y="892"/>
                    </a:lnTo>
                    <a:lnTo>
                      <a:pt x="4897" y="912"/>
                    </a:lnTo>
                    <a:lnTo>
                      <a:pt x="4626" y="925"/>
                    </a:lnTo>
                    <a:lnTo>
                      <a:pt x="4386" y="932"/>
                    </a:lnTo>
                    <a:lnTo>
                      <a:pt x="3815" y="932"/>
                    </a:lnTo>
                    <a:lnTo>
                      <a:pt x="3515" y="919"/>
                    </a:lnTo>
                    <a:lnTo>
                      <a:pt x="2914" y="879"/>
                    </a:lnTo>
                    <a:lnTo>
                      <a:pt x="2344" y="826"/>
                    </a:lnTo>
                    <a:lnTo>
                      <a:pt x="1833" y="774"/>
                    </a:lnTo>
                    <a:lnTo>
                      <a:pt x="1593" y="741"/>
                    </a:lnTo>
                    <a:lnTo>
                      <a:pt x="1352" y="701"/>
                    </a:lnTo>
                    <a:lnTo>
                      <a:pt x="1112" y="661"/>
                    </a:lnTo>
                    <a:lnTo>
                      <a:pt x="932" y="622"/>
                    </a:lnTo>
                    <a:lnTo>
                      <a:pt x="752" y="575"/>
                    </a:lnTo>
                    <a:lnTo>
                      <a:pt x="572" y="523"/>
                    </a:lnTo>
                    <a:lnTo>
                      <a:pt x="451" y="463"/>
                    </a:lnTo>
                    <a:lnTo>
                      <a:pt x="331" y="404"/>
                    </a:lnTo>
                    <a:lnTo>
                      <a:pt x="241" y="331"/>
                    </a:lnTo>
                    <a:lnTo>
                      <a:pt x="181" y="258"/>
                    </a:lnTo>
                    <a:lnTo>
                      <a:pt x="151" y="126"/>
                    </a:lnTo>
                    <a:lnTo>
                      <a:pt x="181" y="1"/>
                    </a:lnTo>
                    <a:close/>
                  </a:path>
                </a:pathLst>
              </a:custGeom>
              <a:solidFill>
                <a:srgbClr val="7144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84"/>
              <p:cNvSpPr/>
              <p:nvPr/>
            </p:nvSpPr>
            <p:spPr>
              <a:xfrm rot="10800000">
                <a:off x="4029840" y="3193958"/>
                <a:ext cx="100484" cy="100529"/>
              </a:xfrm>
              <a:custGeom>
                <a:avLst/>
                <a:gdLst/>
                <a:ahLst/>
                <a:cxnLst/>
                <a:rect l="l" t="t" r="r" b="b"/>
                <a:pathLst>
                  <a:path w="7510" h="1672" fill="none" extrusionOk="0">
                    <a:moveTo>
                      <a:pt x="2524" y="1672"/>
                    </a:moveTo>
                    <a:lnTo>
                      <a:pt x="2524" y="1672"/>
                    </a:lnTo>
                    <a:lnTo>
                      <a:pt x="7480" y="1672"/>
                    </a:lnTo>
                    <a:lnTo>
                      <a:pt x="7480" y="1672"/>
                    </a:lnTo>
                    <a:lnTo>
                      <a:pt x="7510" y="1672"/>
                    </a:lnTo>
                    <a:lnTo>
                      <a:pt x="7510" y="364"/>
                    </a:lnTo>
                    <a:lnTo>
                      <a:pt x="7510" y="364"/>
                    </a:lnTo>
                    <a:lnTo>
                      <a:pt x="7420" y="410"/>
                    </a:lnTo>
                    <a:lnTo>
                      <a:pt x="7299" y="463"/>
                    </a:lnTo>
                    <a:lnTo>
                      <a:pt x="7299" y="463"/>
                    </a:lnTo>
                    <a:lnTo>
                      <a:pt x="7059" y="542"/>
                    </a:lnTo>
                    <a:lnTo>
                      <a:pt x="6759" y="628"/>
                    </a:lnTo>
                    <a:lnTo>
                      <a:pt x="6398" y="707"/>
                    </a:lnTo>
                    <a:lnTo>
                      <a:pt x="6008" y="780"/>
                    </a:lnTo>
                    <a:lnTo>
                      <a:pt x="5587" y="840"/>
                    </a:lnTo>
                    <a:lnTo>
                      <a:pt x="5347" y="866"/>
                    </a:lnTo>
                    <a:lnTo>
                      <a:pt x="5137" y="892"/>
                    </a:lnTo>
                    <a:lnTo>
                      <a:pt x="4897" y="912"/>
                    </a:lnTo>
                    <a:lnTo>
                      <a:pt x="4626" y="925"/>
                    </a:lnTo>
                    <a:lnTo>
                      <a:pt x="4386" y="932"/>
                    </a:lnTo>
                    <a:lnTo>
                      <a:pt x="4146" y="932"/>
                    </a:lnTo>
                    <a:lnTo>
                      <a:pt x="4146" y="932"/>
                    </a:lnTo>
                    <a:lnTo>
                      <a:pt x="3815" y="932"/>
                    </a:lnTo>
                    <a:lnTo>
                      <a:pt x="3515" y="919"/>
                    </a:lnTo>
                    <a:lnTo>
                      <a:pt x="3515" y="919"/>
                    </a:lnTo>
                    <a:lnTo>
                      <a:pt x="2914" y="879"/>
                    </a:lnTo>
                    <a:lnTo>
                      <a:pt x="2344" y="826"/>
                    </a:lnTo>
                    <a:lnTo>
                      <a:pt x="1833" y="774"/>
                    </a:lnTo>
                    <a:lnTo>
                      <a:pt x="1593" y="741"/>
                    </a:lnTo>
                    <a:lnTo>
                      <a:pt x="1352" y="701"/>
                    </a:lnTo>
                    <a:lnTo>
                      <a:pt x="1112" y="661"/>
                    </a:lnTo>
                    <a:lnTo>
                      <a:pt x="932" y="622"/>
                    </a:lnTo>
                    <a:lnTo>
                      <a:pt x="752" y="575"/>
                    </a:lnTo>
                    <a:lnTo>
                      <a:pt x="572" y="523"/>
                    </a:lnTo>
                    <a:lnTo>
                      <a:pt x="451" y="463"/>
                    </a:lnTo>
                    <a:lnTo>
                      <a:pt x="331" y="404"/>
                    </a:lnTo>
                    <a:lnTo>
                      <a:pt x="241" y="331"/>
                    </a:lnTo>
                    <a:lnTo>
                      <a:pt x="181" y="258"/>
                    </a:lnTo>
                    <a:lnTo>
                      <a:pt x="181" y="258"/>
                    </a:lnTo>
                    <a:lnTo>
                      <a:pt x="151" y="126"/>
                    </a:lnTo>
                    <a:lnTo>
                      <a:pt x="181" y="1"/>
                    </a:lnTo>
                    <a:lnTo>
                      <a:pt x="181" y="1"/>
                    </a:lnTo>
                    <a:lnTo>
                      <a:pt x="1" y="7"/>
                    </a:lnTo>
                    <a:lnTo>
                      <a:pt x="1" y="7"/>
                    </a:lnTo>
                    <a:lnTo>
                      <a:pt x="1" y="1672"/>
                    </a:lnTo>
                    <a:lnTo>
                      <a:pt x="1" y="1672"/>
                    </a:lnTo>
                    <a:lnTo>
                      <a:pt x="2524" y="167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84"/>
              <p:cNvSpPr/>
              <p:nvPr/>
            </p:nvSpPr>
            <p:spPr>
              <a:xfrm rot="10800000">
                <a:off x="3691863" y="2695943"/>
                <a:ext cx="927916" cy="99326"/>
              </a:xfrm>
              <a:custGeom>
                <a:avLst/>
                <a:gdLst/>
                <a:ahLst/>
                <a:cxnLst/>
                <a:rect l="l" t="t" r="r" b="b"/>
                <a:pathLst>
                  <a:path w="69351" h="1652" extrusionOk="0">
                    <a:moveTo>
                      <a:pt x="2884" y="1"/>
                    </a:moveTo>
                    <a:lnTo>
                      <a:pt x="2373" y="7"/>
                    </a:lnTo>
                    <a:lnTo>
                      <a:pt x="1923" y="20"/>
                    </a:lnTo>
                    <a:lnTo>
                      <a:pt x="1502" y="40"/>
                    </a:lnTo>
                    <a:lnTo>
                      <a:pt x="1142" y="67"/>
                    </a:lnTo>
                    <a:lnTo>
                      <a:pt x="812" y="100"/>
                    </a:lnTo>
                    <a:lnTo>
                      <a:pt x="511" y="133"/>
                    </a:lnTo>
                    <a:lnTo>
                      <a:pt x="241" y="179"/>
                    </a:lnTo>
                    <a:lnTo>
                      <a:pt x="1" y="219"/>
                    </a:lnTo>
                    <a:lnTo>
                      <a:pt x="1" y="1401"/>
                    </a:lnTo>
                    <a:lnTo>
                      <a:pt x="211" y="1447"/>
                    </a:lnTo>
                    <a:lnTo>
                      <a:pt x="451" y="1493"/>
                    </a:lnTo>
                    <a:lnTo>
                      <a:pt x="722" y="1533"/>
                    </a:lnTo>
                    <a:lnTo>
                      <a:pt x="1022" y="1566"/>
                    </a:lnTo>
                    <a:lnTo>
                      <a:pt x="1352" y="1599"/>
                    </a:lnTo>
                    <a:lnTo>
                      <a:pt x="1713" y="1619"/>
                    </a:lnTo>
                    <a:lnTo>
                      <a:pt x="2073" y="1639"/>
                    </a:lnTo>
                    <a:lnTo>
                      <a:pt x="2494" y="1652"/>
                    </a:lnTo>
                    <a:lnTo>
                      <a:pt x="3365" y="1652"/>
                    </a:lnTo>
                    <a:lnTo>
                      <a:pt x="3395" y="1526"/>
                    </a:lnTo>
                    <a:lnTo>
                      <a:pt x="3395" y="1"/>
                    </a:lnTo>
                    <a:close/>
                    <a:moveTo>
                      <a:pt x="10963" y="1500"/>
                    </a:moveTo>
                    <a:lnTo>
                      <a:pt x="10933" y="1652"/>
                    </a:lnTo>
                    <a:lnTo>
                      <a:pt x="10963" y="1652"/>
                    </a:lnTo>
                    <a:lnTo>
                      <a:pt x="10963" y="1500"/>
                    </a:lnTo>
                    <a:close/>
                    <a:moveTo>
                      <a:pt x="18172" y="1"/>
                    </a:moveTo>
                    <a:lnTo>
                      <a:pt x="18172" y="522"/>
                    </a:lnTo>
                    <a:lnTo>
                      <a:pt x="18262" y="628"/>
                    </a:lnTo>
                    <a:lnTo>
                      <a:pt x="18352" y="747"/>
                    </a:lnTo>
                    <a:lnTo>
                      <a:pt x="18412" y="859"/>
                    </a:lnTo>
                    <a:lnTo>
                      <a:pt x="18442" y="978"/>
                    </a:lnTo>
                    <a:lnTo>
                      <a:pt x="18442" y="1533"/>
                    </a:lnTo>
                    <a:lnTo>
                      <a:pt x="18472" y="1421"/>
                    </a:lnTo>
                    <a:lnTo>
                      <a:pt x="18562" y="1322"/>
                    </a:lnTo>
                    <a:lnTo>
                      <a:pt x="18652" y="1229"/>
                    </a:lnTo>
                    <a:lnTo>
                      <a:pt x="18802" y="1150"/>
                    </a:lnTo>
                    <a:lnTo>
                      <a:pt x="18953" y="1084"/>
                    </a:lnTo>
                    <a:lnTo>
                      <a:pt x="19133" y="1024"/>
                    </a:lnTo>
                    <a:lnTo>
                      <a:pt x="19343" y="972"/>
                    </a:lnTo>
                    <a:lnTo>
                      <a:pt x="19583" y="932"/>
                    </a:lnTo>
                    <a:lnTo>
                      <a:pt x="19794" y="892"/>
                    </a:lnTo>
                    <a:lnTo>
                      <a:pt x="20064" y="859"/>
                    </a:lnTo>
                    <a:lnTo>
                      <a:pt x="20304" y="839"/>
                    </a:lnTo>
                    <a:lnTo>
                      <a:pt x="20574" y="820"/>
                    </a:lnTo>
                    <a:lnTo>
                      <a:pt x="21085" y="787"/>
                    </a:lnTo>
                    <a:lnTo>
                      <a:pt x="21596" y="773"/>
                    </a:lnTo>
                    <a:lnTo>
                      <a:pt x="22046" y="767"/>
                    </a:lnTo>
                    <a:lnTo>
                      <a:pt x="22346" y="773"/>
                    </a:lnTo>
                    <a:lnTo>
                      <a:pt x="22647" y="773"/>
                    </a:lnTo>
                    <a:lnTo>
                      <a:pt x="22947" y="787"/>
                    </a:lnTo>
                    <a:lnTo>
                      <a:pt x="23248" y="800"/>
                    </a:lnTo>
                    <a:lnTo>
                      <a:pt x="23578" y="826"/>
                    </a:lnTo>
                    <a:lnTo>
                      <a:pt x="23878" y="853"/>
                    </a:lnTo>
                    <a:lnTo>
                      <a:pt x="24179" y="886"/>
                    </a:lnTo>
                    <a:lnTo>
                      <a:pt x="24479" y="932"/>
                    </a:lnTo>
                    <a:lnTo>
                      <a:pt x="24749" y="978"/>
                    </a:lnTo>
                    <a:lnTo>
                      <a:pt x="24990" y="1038"/>
                    </a:lnTo>
                    <a:lnTo>
                      <a:pt x="25230" y="1104"/>
                    </a:lnTo>
                    <a:lnTo>
                      <a:pt x="25410" y="1183"/>
                    </a:lnTo>
                    <a:lnTo>
                      <a:pt x="25560" y="1275"/>
                    </a:lnTo>
                    <a:lnTo>
                      <a:pt x="25680" y="1375"/>
                    </a:lnTo>
                    <a:lnTo>
                      <a:pt x="25740" y="1480"/>
                    </a:lnTo>
                    <a:lnTo>
                      <a:pt x="25740" y="1606"/>
                    </a:lnTo>
                    <a:lnTo>
                      <a:pt x="25740" y="1652"/>
                    </a:lnTo>
                    <a:lnTo>
                      <a:pt x="65657" y="1652"/>
                    </a:lnTo>
                    <a:lnTo>
                      <a:pt x="66197" y="1645"/>
                    </a:lnTo>
                    <a:lnTo>
                      <a:pt x="66678" y="1626"/>
                    </a:lnTo>
                    <a:lnTo>
                      <a:pt x="67128" y="1606"/>
                    </a:lnTo>
                    <a:lnTo>
                      <a:pt x="67489" y="1573"/>
                    </a:lnTo>
                    <a:lnTo>
                      <a:pt x="67849" y="1540"/>
                    </a:lnTo>
                    <a:lnTo>
                      <a:pt x="68119" y="1493"/>
                    </a:lnTo>
                    <a:lnTo>
                      <a:pt x="68390" y="1447"/>
                    </a:lnTo>
                    <a:lnTo>
                      <a:pt x="68600" y="1401"/>
                    </a:lnTo>
                    <a:lnTo>
                      <a:pt x="68750" y="1348"/>
                    </a:lnTo>
                    <a:lnTo>
                      <a:pt x="68900" y="1289"/>
                    </a:lnTo>
                    <a:lnTo>
                      <a:pt x="69020" y="1236"/>
                    </a:lnTo>
                    <a:lnTo>
                      <a:pt x="69141" y="1176"/>
                    </a:lnTo>
                    <a:lnTo>
                      <a:pt x="69201" y="1110"/>
                    </a:lnTo>
                    <a:lnTo>
                      <a:pt x="69261" y="1051"/>
                    </a:lnTo>
                    <a:lnTo>
                      <a:pt x="69321" y="939"/>
                    </a:lnTo>
                    <a:lnTo>
                      <a:pt x="69351" y="879"/>
                    </a:lnTo>
                    <a:lnTo>
                      <a:pt x="69351" y="813"/>
                    </a:lnTo>
                    <a:lnTo>
                      <a:pt x="69351" y="740"/>
                    </a:lnTo>
                    <a:lnTo>
                      <a:pt x="69291" y="661"/>
                    </a:lnTo>
                    <a:lnTo>
                      <a:pt x="69231" y="588"/>
                    </a:lnTo>
                    <a:lnTo>
                      <a:pt x="69141" y="509"/>
                    </a:lnTo>
                    <a:lnTo>
                      <a:pt x="68990" y="430"/>
                    </a:lnTo>
                    <a:lnTo>
                      <a:pt x="68810" y="357"/>
                    </a:lnTo>
                    <a:lnTo>
                      <a:pt x="68600" y="285"/>
                    </a:lnTo>
                    <a:lnTo>
                      <a:pt x="68330" y="219"/>
                    </a:lnTo>
                    <a:lnTo>
                      <a:pt x="68029" y="159"/>
                    </a:lnTo>
                    <a:lnTo>
                      <a:pt x="67669" y="106"/>
                    </a:lnTo>
                    <a:lnTo>
                      <a:pt x="67248" y="60"/>
                    </a:lnTo>
                    <a:lnTo>
                      <a:pt x="66768" y="27"/>
                    </a:lnTo>
                    <a:lnTo>
                      <a:pt x="66227" y="7"/>
                    </a:lnTo>
                    <a:lnTo>
                      <a:pt x="65596" y="1"/>
                    </a:lnTo>
                    <a:close/>
                  </a:path>
                </a:pathLst>
              </a:custGeom>
              <a:solidFill>
                <a:srgbClr val="FFDD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84"/>
              <p:cNvSpPr/>
              <p:nvPr/>
            </p:nvSpPr>
            <p:spPr>
              <a:xfrm rot="10800000">
                <a:off x="4574354" y="2695943"/>
                <a:ext cx="45425" cy="99326"/>
              </a:xfrm>
              <a:custGeom>
                <a:avLst/>
                <a:gdLst/>
                <a:ahLst/>
                <a:cxnLst/>
                <a:rect l="l" t="t" r="r" b="b"/>
                <a:pathLst>
                  <a:path w="3395" h="1652" fill="none" extrusionOk="0">
                    <a:moveTo>
                      <a:pt x="3365" y="1652"/>
                    </a:moveTo>
                    <a:lnTo>
                      <a:pt x="3365" y="1652"/>
                    </a:lnTo>
                    <a:lnTo>
                      <a:pt x="3395" y="1526"/>
                    </a:lnTo>
                    <a:lnTo>
                      <a:pt x="3395" y="1"/>
                    </a:lnTo>
                    <a:lnTo>
                      <a:pt x="3395" y="1"/>
                    </a:lnTo>
                    <a:lnTo>
                      <a:pt x="2884" y="1"/>
                    </a:lnTo>
                    <a:lnTo>
                      <a:pt x="2884" y="1"/>
                    </a:lnTo>
                    <a:lnTo>
                      <a:pt x="2373" y="7"/>
                    </a:lnTo>
                    <a:lnTo>
                      <a:pt x="1923" y="20"/>
                    </a:lnTo>
                    <a:lnTo>
                      <a:pt x="1502" y="40"/>
                    </a:lnTo>
                    <a:lnTo>
                      <a:pt x="1142" y="67"/>
                    </a:lnTo>
                    <a:lnTo>
                      <a:pt x="812" y="100"/>
                    </a:lnTo>
                    <a:lnTo>
                      <a:pt x="511" y="133"/>
                    </a:lnTo>
                    <a:lnTo>
                      <a:pt x="241" y="179"/>
                    </a:lnTo>
                    <a:lnTo>
                      <a:pt x="1" y="219"/>
                    </a:lnTo>
                    <a:lnTo>
                      <a:pt x="1" y="1401"/>
                    </a:lnTo>
                    <a:lnTo>
                      <a:pt x="1" y="1401"/>
                    </a:lnTo>
                    <a:lnTo>
                      <a:pt x="211" y="1447"/>
                    </a:lnTo>
                    <a:lnTo>
                      <a:pt x="451" y="1493"/>
                    </a:lnTo>
                    <a:lnTo>
                      <a:pt x="722" y="1533"/>
                    </a:lnTo>
                    <a:lnTo>
                      <a:pt x="1022" y="1566"/>
                    </a:lnTo>
                    <a:lnTo>
                      <a:pt x="1352" y="1599"/>
                    </a:lnTo>
                    <a:lnTo>
                      <a:pt x="1713" y="1619"/>
                    </a:lnTo>
                    <a:lnTo>
                      <a:pt x="2073" y="1639"/>
                    </a:lnTo>
                    <a:lnTo>
                      <a:pt x="2494" y="1652"/>
                    </a:lnTo>
                    <a:lnTo>
                      <a:pt x="2494" y="1652"/>
                    </a:lnTo>
                    <a:lnTo>
                      <a:pt x="3365"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84"/>
              <p:cNvSpPr/>
              <p:nvPr/>
            </p:nvSpPr>
            <p:spPr>
              <a:xfrm rot="10800000">
                <a:off x="4473084" y="2695944"/>
                <a:ext cx="415" cy="38540"/>
              </a:xfrm>
              <a:custGeom>
                <a:avLst/>
                <a:gdLst/>
                <a:ahLst/>
                <a:cxnLst/>
                <a:rect l="l" t="t" r="r" b="b"/>
                <a:pathLst>
                  <a:path w="31" h="641" fill="none" extrusionOk="0">
                    <a:moveTo>
                      <a:pt x="30" y="641"/>
                    </a:moveTo>
                    <a:lnTo>
                      <a:pt x="30" y="0"/>
                    </a:lnTo>
                    <a:lnTo>
                      <a:pt x="30" y="0"/>
                    </a:lnTo>
                    <a:lnTo>
                      <a:pt x="30" y="489"/>
                    </a:lnTo>
                    <a:lnTo>
                      <a:pt x="30" y="489"/>
                    </a:lnTo>
                    <a:lnTo>
                      <a:pt x="0" y="641"/>
                    </a:lnTo>
                    <a:lnTo>
                      <a:pt x="0" y="641"/>
                    </a:lnTo>
                    <a:lnTo>
                      <a:pt x="30" y="64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84"/>
              <p:cNvSpPr/>
              <p:nvPr/>
            </p:nvSpPr>
            <p:spPr>
              <a:xfrm rot="10800000">
                <a:off x="3691869" y="2695943"/>
                <a:ext cx="684788" cy="99326"/>
              </a:xfrm>
              <a:custGeom>
                <a:avLst/>
                <a:gdLst/>
                <a:ahLst/>
                <a:cxnLst/>
                <a:rect l="l" t="t" r="r" b="b"/>
                <a:pathLst>
                  <a:path w="51180" h="1652" fill="none" extrusionOk="0">
                    <a:moveTo>
                      <a:pt x="47305" y="1652"/>
                    </a:moveTo>
                    <a:lnTo>
                      <a:pt x="47305" y="1652"/>
                    </a:lnTo>
                    <a:lnTo>
                      <a:pt x="47486" y="1652"/>
                    </a:lnTo>
                    <a:lnTo>
                      <a:pt x="47486" y="1652"/>
                    </a:lnTo>
                    <a:lnTo>
                      <a:pt x="48026" y="1645"/>
                    </a:lnTo>
                    <a:lnTo>
                      <a:pt x="48507" y="1626"/>
                    </a:lnTo>
                    <a:lnTo>
                      <a:pt x="48957" y="1606"/>
                    </a:lnTo>
                    <a:lnTo>
                      <a:pt x="49318" y="1573"/>
                    </a:lnTo>
                    <a:lnTo>
                      <a:pt x="49678" y="1540"/>
                    </a:lnTo>
                    <a:lnTo>
                      <a:pt x="49948" y="1493"/>
                    </a:lnTo>
                    <a:lnTo>
                      <a:pt x="50219" y="1447"/>
                    </a:lnTo>
                    <a:lnTo>
                      <a:pt x="50429" y="1401"/>
                    </a:lnTo>
                    <a:lnTo>
                      <a:pt x="50579" y="1348"/>
                    </a:lnTo>
                    <a:lnTo>
                      <a:pt x="50729" y="1289"/>
                    </a:lnTo>
                    <a:lnTo>
                      <a:pt x="50849" y="1236"/>
                    </a:lnTo>
                    <a:lnTo>
                      <a:pt x="50970" y="1176"/>
                    </a:lnTo>
                    <a:lnTo>
                      <a:pt x="51030" y="1110"/>
                    </a:lnTo>
                    <a:lnTo>
                      <a:pt x="51090" y="1051"/>
                    </a:lnTo>
                    <a:lnTo>
                      <a:pt x="51150" y="939"/>
                    </a:lnTo>
                    <a:lnTo>
                      <a:pt x="51150" y="939"/>
                    </a:lnTo>
                    <a:lnTo>
                      <a:pt x="51180" y="879"/>
                    </a:lnTo>
                    <a:lnTo>
                      <a:pt x="51180" y="813"/>
                    </a:lnTo>
                    <a:lnTo>
                      <a:pt x="51180" y="740"/>
                    </a:lnTo>
                    <a:lnTo>
                      <a:pt x="51120" y="661"/>
                    </a:lnTo>
                    <a:lnTo>
                      <a:pt x="51060" y="588"/>
                    </a:lnTo>
                    <a:lnTo>
                      <a:pt x="50970" y="509"/>
                    </a:lnTo>
                    <a:lnTo>
                      <a:pt x="50819" y="430"/>
                    </a:lnTo>
                    <a:lnTo>
                      <a:pt x="50639" y="357"/>
                    </a:lnTo>
                    <a:lnTo>
                      <a:pt x="50429" y="285"/>
                    </a:lnTo>
                    <a:lnTo>
                      <a:pt x="50159" y="219"/>
                    </a:lnTo>
                    <a:lnTo>
                      <a:pt x="49858" y="159"/>
                    </a:lnTo>
                    <a:lnTo>
                      <a:pt x="49498" y="106"/>
                    </a:lnTo>
                    <a:lnTo>
                      <a:pt x="49077" y="60"/>
                    </a:lnTo>
                    <a:lnTo>
                      <a:pt x="48597" y="27"/>
                    </a:lnTo>
                    <a:lnTo>
                      <a:pt x="48056" y="7"/>
                    </a:lnTo>
                    <a:lnTo>
                      <a:pt x="47425" y="1"/>
                    </a:lnTo>
                    <a:lnTo>
                      <a:pt x="47425" y="1"/>
                    </a:lnTo>
                    <a:lnTo>
                      <a:pt x="47305" y="1"/>
                    </a:lnTo>
                    <a:lnTo>
                      <a:pt x="47305" y="1"/>
                    </a:lnTo>
                    <a:lnTo>
                      <a:pt x="43161" y="1"/>
                    </a:lnTo>
                    <a:lnTo>
                      <a:pt x="43161" y="1"/>
                    </a:lnTo>
                    <a:lnTo>
                      <a:pt x="20785" y="1"/>
                    </a:lnTo>
                    <a:lnTo>
                      <a:pt x="20785" y="1"/>
                    </a:lnTo>
                    <a:lnTo>
                      <a:pt x="1" y="1"/>
                    </a:lnTo>
                    <a:lnTo>
                      <a:pt x="1" y="522"/>
                    </a:lnTo>
                    <a:lnTo>
                      <a:pt x="1" y="522"/>
                    </a:lnTo>
                    <a:lnTo>
                      <a:pt x="91" y="628"/>
                    </a:lnTo>
                    <a:lnTo>
                      <a:pt x="181" y="747"/>
                    </a:lnTo>
                    <a:lnTo>
                      <a:pt x="241" y="859"/>
                    </a:lnTo>
                    <a:lnTo>
                      <a:pt x="271" y="978"/>
                    </a:lnTo>
                    <a:lnTo>
                      <a:pt x="271" y="1533"/>
                    </a:lnTo>
                    <a:lnTo>
                      <a:pt x="271" y="1533"/>
                    </a:lnTo>
                    <a:lnTo>
                      <a:pt x="301" y="1421"/>
                    </a:lnTo>
                    <a:lnTo>
                      <a:pt x="391" y="1322"/>
                    </a:lnTo>
                    <a:lnTo>
                      <a:pt x="481" y="1229"/>
                    </a:lnTo>
                    <a:lnTo>
                      <a:pt x="631" y="1150"/>
                    </a:lnTo>
                    <a:lnTo>
                      <a:pt x="782" y="1084"/>
                    </a:lnTo>
                    <a:lnTo>
                      <a:pt x="962" y="1024"/>
                    </a:lnTo>
                    <a:lnTo>
                      <a:pt x="1172" y="972"/>
                    </a:lnTo>
                    <a:lnTo>
                      <a:pt x="1412" y="932"/>
                    </a:lnTo>
                    <a:lnTo>
                      <a:pt x="1623" y="892"/>
                    </a:lnTo>
                    <a:lnTo>
                      <a:pt x="1893" y="859"/>
                    </a:lnTo>
                    <a:lnTo>
                      <a:pt x="2133" y="839"/>
                    </a:lnTo>
                    <a:lnTo>
                      <a:pt x="2403" y="820"/>
                    </a:lnTo>
                    <a:lnTo>
                      <a:pt x="2914" y="787"/>
                    </a:lnTo>
                    <a:lnTo>
                      <a:pt x="3425" y="773"/>
                    </a:lnTo>
                    <a:lnTo>
                      <a:pt x="3425" y="773"/>
                    </a:lnTo>
                    <a:lnTo>
                      <a:pt x="3875" y="767"/>
                    </a:lnTo>
                    <a:lnTo>
                      <a:pt x="3875" y="767"/>
                    </a:lnTo>
                    <a:lnTo>
                      <a:pt x="4175" y="773"/>
                    </a:lnTo>
                    <a:lnTo>
                      <a:pt x="4476" y="773"/>
                    </a:lnTo>
                    <a:lnTo>
                      <a:pt x="4776" y="787"/>
                    </a:lnTo>
                    <a:lnTo>
                      <a:pt x="5077" y="800"/>
                    </a:lnTo>
                    <a:lnTo>
                      <a:pt x="5407" y="826"/>
                    </a:lnTo>
                    <a:lnTo>
                      <a:pt x="5707" y="853"/>
                    </a:lnTo>
                    <a:lnTo>
                      <a:pt x="6008" y="886"/>
                    </a:lnTo>
                    <a:lnTo>
                      <a:pt x="6308" y="932"/>
                    </a:lnTo>
                    <a:lnTo>
                      <a:pt x="6578" y="978"/>
                    </a:lnTo>
                    <a:lnTo>
                      <a:pt x="6819" y="1038"/>
                    </a:lnTo>
                    <a:lnTo>
                      <a:pt x="7059" y="1104"/>
                    </a:lnTo>
                    <a:lnTo>
                      <a:pt x="7239" y="1183"/>
                    </a:lnTo>
                    <a:lnTo>
                      <a:pt x="7389" y="1275"/>
                    </a:lnTo>
                    <a:lnTo>
                      <a:pt x="7509" y="1375"/>
                    </a:lnTo>
                    <a:lnTo>
                      <a:pt x="7569" y="1480"/>
                    </a:lnTo>
                    <a:lnTo>
                      <a:pt x="7569" y="1606"/>
                    </a:lnTo>
                    <a:lnTo>
                      <a:pt x="7569" y="1606"/>
                    </a:lnTo>
                    <a:lnTo>
                      <a:pt x="7569" y="1652"/>
                    </a:lnTo>
                    <a:lnTo>
                      <a:pt x="47125" y="1652"/>
                    </a:lnTo>
                    <a:lnTo>
                      <a:pt x="47125" y="1652"/>
                    </a:lnTo>
                    <a:lnTo>
                      <a:pt x="47305"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84"/>
              <p:cNvSpPr/>
              <p:nvPr/>
            </p:nvSpPr>
            <p:spPr>
              <a:xfrm rot="10800000">
                <a:off x="4821087" y="2649467"/>
                <a:ext cx="100484" cy="100529"/>
              </a:xfrm>
              <a:custGeom>
                <a:avLst/>
                <a:gdLst/>
                <a:ahLst/>
                <a:cxnLst/>
                <a:rect l="l" t="t" r="r" b="b"/>
                <a:pathLst>
                  <a:path w="7510" h="1672" extrusionOk="0">
                    <a:moveTo>
                      <a:pt x="3455" y="1"/>
                    </a:moveTo>
                    <a:lnTo>
                      <a:pt x="3064" y="14"/>
                    </a:lnTo>
                    <a:lnTo>
                      <a:pt x="2674" y="34"/>
                    </a:lnTo>
                    <a:lnTo>
                      <a:pt x="2313" y="53"/>
                    </a:lnTo>
                    <a:lnTo>
                      <a:pt x="1953" y="80"/>
                    </a:lnTo>
                    <a:lnTo>
                      <a:pt x="1653" y="113"/>
                    </a:lnTo>
                    <a:lnTo>
                      <a:pt x="1352" y="146"/>
                    </a:lnTo>
                    <a:lnTo>
                      <a:pt x="1112" y="186"/>
                    </a:lnTo>
                    <a:lnTo>
                      <a:pt x="902" y="232"/>
                    </a:lnTo>
                    <a:lnTo>
                      <a:pt x="661" y="298"/>
                    </a:lnTo>
                    <a:lnTo>
                      <a:pt x="451" y="364"/>
                    </a:lnTo>
                    <a:lnTo>
                      <a:pt x="301" y="437"/>
                    </a:lnTo>
                    <a:lnTo>
                      <a:pt x="151" y="509"/>
                    </a:lnTo>
                    <a:lnTo>
                      <a:pt x="91" y="588"/>
                    </a:lnTo>
                    <a:lnTo>
                      <a:pt x="31" y="668"/>
                    </a:lnTo>
                    <a:lnTo>
                      <a:pt x="1" y="747"/>
                    </a:lnTo>
                    <a:lnTo>
                      <a:pt x="31" y="826"/>
                    </a:lnTo>
                    <a:lnTo>
                      <a:pt x="61" y="826"/>
                    </a:lnTo>
                    <a:lnTo>
                      <a:pt x="301" y="833"/>
                    </a:lnTo>
                    <a:lnTo>
                      <a:pt x="571" y="839"/>
                    </a:lnTo>
                    <a:lnTo>
                      <a:pt x="842" y="853"/>
                    </a:lnTo>
                    <a:lnTo>
                      <a:pt x="1142" y="873"/>
                    </a:lnTo>
                    <a:lnTo>
                      <a:pt x="1442" y="899"/>
                    </a:lnTo>
                    <a:lnTo>
                      <a:pt x="1713" y="932"/>
                    </a:lnTo>
                    <a:lnTo>
                      <a:pt x="2013" y="972"/>
                    </a:lnTo>
                    <a:lnTo>
                      <a:pt x="2283" y="1018"/>
                    </a:lnTo>
                    <a:lnTo>
                      <a:pt x="2554" y="1071"/>
                    </a:lnTo>
                    <a:lnTo>
                      <a:pt x="2794" y="1130"/>
                    </a:lnTo>
                    <a:lnTo>
                      <a:pt x="3034" y="1196"/>
                    </a:lnTo>
                    <a:lnTo>
                      <a:pt x="3214" y="1275"/>
                    </a:lnTo>
                    <a:lnTo>
                      <a:pt x="3365" y="1361"/>
                    </a:lnTo>
                    <a:lnTo>
                      <a:pt x="3485" y="1454"/>
                    </a:lnTo>
                    <a:lnTo>
                      <a:pt x="3575" y="1559"/>
                    </a:lnTo>
                    <a:lnTo>
                      <a:pt x="3605" y="1672"/>
                    </a:lnTo>
                    <a:lnTo>
                      <a:pt x="3665" y="1553"/>
                    </a:lnTo>
                    <a:lnTo>
                      <a:pt x="3725" y="1493"/>
                    </a:lnTo>
                    <a:lnTo>
                      <a:pt x="3815" y="1427"/>
                    </a:lnTo>
                    <a:lnTo>
                      <a:pt x="3905" y="1368"/>
                    </a:lnTo>
                    <a:lnTo>
                      <a:pt x="4025" y="1302"/>
                    </a:lnTo>
                    <a:lnTo>
                      <a:pt x="4205" y="1242"/>
                    </a:lnTo>
                    <a:lnTo>
                      <a:pt x="4386" y="1183"/>
                    </a:lnTo>
                    <a:lnTo>
                      <a:pt x="4626" y="1124"/>
                    </a:lnTo>
                    <a:lnTo>
                      <a:pt x="4896" y="1077"/>
                    </a:lnTo>
                    <a:lnTo>
                      <a:pt x="5197" y="1024"/>
                    </a:lnTo>
                    <a:lnTo>
                      <a:pt x="5557" y="985"/>
                    </a:lnTo>
                    <a:lnTo>
                      <a:pt x="5978" y="952"/>
                    </a:lnTo>
                    <a:lnTo>
                      <a:pt x="6428" y="925"/>
                    </a:lnTo>
                    <a:lnTo>
                      <a:pt x="6939" y="906"/>
                    </a:lnTo>
                    <a:lnTo>
                      <a:pt x="7509" y="899"/>
                    </a:lnTo>
                    <a:lnTo>
                      <a:pt x="7509" y="1"/>
                    </a:lnTo>
                    <a:close/>
                  </a:path>
                </a:pathLst>
              </a:custGeom>
              <a:solidFill>
                <a:srgbClr val="73B5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84"/>
              <p:cNvSpPr/>
              <p:nvPr/>
            </p:nvSpPr>
            <p:spPr>
              <a:xfrm rot="10800000">
                <a:off x="4721438" y="2695944"/>
                <a:ext cx="13" cy="2826"/>
              </a:xfrm>
              <a:custGeom>
                <a:avLst/>
                <a:gdLst/>
                <a:ahLst/>
                <a:cxnLst/>
                <a:rect l="l" t="t" r="r" b="b"/>
                <a:pathLst>
                  <a:path w="1" h="47" fill="none" extrusionOk="0">
                    <a:moveTo>
                      <a:pt x="1" y="47"/>
                    </a:moveTo>
                    <a:lnTo>
                      <a:pt x="1" y="1"/>
                    </a:lnTo>
                    <a:lnTo>
                      <a:pt x="1" y="1"/>
                    </a:lnTo>
                    <a:lnTo>
                      <a:pt x="1" y="1"/>
                    </a:lnTo>
                    <a:lnTo>
                      <a:pt x="1" y="47"/>
                    </a:lnTo>
                    <a:lnTo>
                      <a:pt x="1" y="4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84"/>
              <p:cNvSpPr/>
              <p:nvPr/>
            </p:nvSpPr>
            <p:spPr>
              <a:xfrm rot="10800000">
                <a:off x="4821087" y="2649467"/>
                <a:ext cx="100484" cy="100529"/>
              </a:xfrm>
              <a:custGeom>
                <a:avLst/>
                <a:gdLst/>
                <a:ahLst/>
                <a:cxnLst/>
                <a:rect l="l" t="t" r="r" b="b"/>
                <a:pathLst>
                  <a:path w="7510" h="1672" fill="none" extrusionOk="0">
                    <a:moveTo>
                      <a:pt x="3605" y="1672"/>
                    </a:moveTo>
                    <a:lnTo>
                      <a:pt x="3605" y="1672"/>
                    </a:lnTo>
                    <a:lnTo>
                      <a:pt x="3665" y="1553"/>
                    </a:lnTo>
                    <a:lnTo>
                      <a:pt x="3725" y="1493"/>
                    </a:lnTo>
                    <a:lnTo>
                      <a:pt x="3815" y="1427"/>
                    </a:lnTo>
                    <a:lnTo>
                      <a:pt x="3905" y="1368"/>
                    </a:lnTo>
                    <a:lnTo>
                      <a:pt x="4025" y="1302"/>
                    </a:lnTo>
                    <a:lnTo>
                      <a:pt x="4205" y="1242"/>
                    </a:lnTo>
                    <a:lnTo>
                      <a:pt x="4386" y="1183"/>
                    </a:lnTo>
                    <a:lnTo>
                      <a:pt x="4626" y="1124"/>
                    </a:lnTo>
                    <a:lnTo>
                      <a:pt x="4896" y="1077"/>
                    </a:lnTo>
                    <a:lnTo>
                      <a:pt x="5197" y="1024"/>
                    </a:lnTo>
                    <a:lnTo>
                      <a:pt x="5557" y="985"/>
                    </a:lnTo>
                    <a:lnTo>
                      <a:pt x="5978" y="952"/>
                    </a:lnTo>
                    <a:lnTo>
                      <a:pt x="6428" y="925"/>
                    </a:lnTo>
                    <a:lnTo>
                      <a:pt x="6939" y="906"/>
                    </a:lnTo>
                    <a:lnTo>
                      <a:pt x="7509" y="899"/>
                    </a:lnTo>
                    <a:lnTo>
                      <a:pt x="7509" y="1"/>
                    </a:lnTo>
                    <a:lnTo>
                      <a:pt x="3455" y="1"/>
                    </a:lnTo>
                    <a:lnTo>
                      <a:pt x="3455" y="1"/>
                    </a:lnTo>
                    <a:lnTo>
                      <a:pt x="3064" y="14"/>
                    </a:lnTo>
                    <a:lnTo>
                      <a:pt x="2674" y="34"/>
                    </a:lnTo>
                    <a:lnTo>
                      <a:pt x="2313" y="53"/>
                    </a:lnTo>
                    <a:lnTo>
                      <a:pt x="1953" y="80"/>
                    </a:lnTo>
                    <a:lnTo>
                      <a:pt x="1653" y="113"/>
                    </a:lnTo>
                    <a:lnTo>
                      <a:pt x="1352" y="146"/>
                    </a:lnTo>
                    <a:lnTo>
                      <a:pt x="1112" y="186"/>
                    </a:lnTo>
                    <a:lnTo>
                      <a:pt x="902" y="232"/>
                    </a:lnTo>
                    <a:lnTo>
                      <a:pt x="902" y="232"/>
                    </a:lnTo>
                    <a:lnTo>
                      <a:pt x="661" y="298"/>
                    </a:lnTo>
                    <a:lnTo>
                      <a:pt x="451" y="364"/>
                    </a:lnTo>
                    <a:lnTo>
                      <a:pt x="301" y="437"/>
                    </a:lnTo>
                    <a:lnTo>
                      <a:pt x="151" y="509"/>
                    </a:lnTo>
                    <a:lnTo>
                      <a:pt x="91" y="588"/>
                    </a:lnTo>
                    <a:lnTo>
                      <a:pt x="31" y="668"/>
                    </a:lnTo>
                    <a:lnTo>
                      <a:pt x="1" y="747"/>
                    </a:lnTo>
                    <a:lnTo>
                      <a:pt x="31" y="826"/>
                    </a:lnTo>
                    <a:lnTo>
                      <a:pt x="31" y="826"/>
                    </a:lnTo>
                    <a:lnTo>
                      <a:pt x="61" y="826"/>
                    </a:lnTo>
                    <a:lnTo>
                      <a:pt x="61" y="826"/>
                    </a:lnTo>
                    <a:lnTo>
                      <a:pt x="301" y="833"/>
                    </a:lnTo>
                    <a:lnTo>
                      <a:pt x="571" y="839"/>
                    </a:lnTo>
                    <a:lnTo>
                      <a:pt x="842" y="853"/>
                    </a:lnTo>
                    <a:lnTo>
                      <a:pt x="1142" y="873"/>
                    </a:lnTo>
                    <a:lnTo>
                      <a:pt x="1442" y="899"/>
                    </a:lnTo>
                    <a:lnTo>
                      <a:pt x="1713" y="932"/>
                    </a:lnTo>
                    <a:lnTo>
                      <a:pt x="2013" y="972"/>
                    </a:lnTo>
                    <a:lnTo>
                      <a:pt x="2283" y="1018"/>
                    </a:lnTo>
                    <a:lnTo>
                      <a:pt x="2554" y="1071"/>
                    </a:lnTo>
                    <a:lnTo>
                      <a:pt x="2794" y="1130"/>
                    </a:lnTo>
                    <a:lnTo>
                      <a:pt x="3034" y="1196"/>
                    </a:lnTo>
                    <a:lnTo>
                      <a:pt x="3214" y="1275"/>
                    </a:lnTo>
                    <a:lnTo>
                      <a:pt x="3365" y="1361"/>
                    </a:lnTo>
                    <a:lnTo>
                      <a:pt x="3485" y="1454"/>
                    </a:lnTo>
                    <a:lnTo>
                      <a:pt x="3575" y="1559"/>
                    </a:lnTo>
                    <a:lnTo>
                      <a:pt x="3605" y="1672"/>
                    </a:lnTo>
                    <a:lnTo>
                      <a:pt x="3605" y="1672"/>
                    </a:lnTo>
                    <a:lnTo>
                      <a:pt x="3605" y="167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84"/>
              <p:cNvSpPr/>
              <p:nvPr/>
            </p:nvSpPr>
            <p:spPr>
              <a:xfrm rot="10800000">
                <a:off x="4667181" y="3147060"/>
                <a:ext cx="104096" cy="99747"/>
              </a:xfrm>
              <a:custGeom>
                <a:avLst/>
                <a:gdLst/>
                <a:ahLst/>
                <a:cxnLst/>
                <a:rect l="l" t="t" r="r" b="b"/>
                <a:pathLst>
                  <a:path w="7780" h="1659" extrusionOk="0">
                    <a:moveTo>
                      <a:pt x="1" y="0"/>
                    </a:moveTo>
                    <a:lnTo>
                      <a:pt x="301" y="14"/>
                    </a:lnTo>
                    <a:lnTo>
                      <a:pt x="601" y="33"/>
                    </a:lnTo>
                    <a:lnTo>
                      <a:pt x="902" y="60"/>
                    </a:lnTo>
                    <a:lnTo>
                      <a:pt x="1172" y="86"/>
                    </a:lnTo>
                    <a:lnTo>
                      <a:pt x="1442" y="119"/>
                    </a:lnTo>
                    <a:lnTo>
                      <a:pt x="1683" y="159"/>
                    </a:lnTo>
                    <a:lnTo>
                      <a:pt x="1923" y="199"/>
                    </a:lnTo>
                    <a:lnTo>
                      <a:pt x="2163" y="238"/>
                    </a:lnTo>
                    <a:lnTo>
                      <a:pt x="2403" y="298"/>
                    </a:lnTo>
                    <a:lnTo>
                      <a:pt x="2584" y="364"/>
                    </a:lnTo>
                    <a:lnTo>
                      <a:pt x="2734" y="436"/>
                    </a:lnTo>
                    <a:lnTo>
                      <a:pt x="2884" y="522"/>
                    </a:lnTo>
                    <a:lnTo>
                      <a:pt x="2974" y="608"/>
                    </a:lnTo>
                    <a:lnTo>
                      <a:pt x="3034" y="694"/>
                    </a:lnTo>
                    <a:lnTo>
                      <a:pt x="3064" y="786"/>
                    </a:lnTo>
                    <a:lnTo>
                      <a:pt x="3094" y="879"/>
                    </a:lnTo>
                    <a:lnTo>
                      <a:pt x="3094" y="1658"/>
                    </a:lnTo>
                    <a:lnTo>
                      <a:pt x="7599" y="1658"/>
                    </a:lnTo>
                    <a:lnTo>
                      <a:pt x="7780" y="1652"/>
                    </a:lnTo>
                    <a:lnTo>
                      <a:pt x="7780" y="1579"/>
                    </a:lnTo>
                    <a:lnTo>
                      <a:pt x="7780" y="1500"/>
                    </a:lnTo>
                    <a:lnTo>
                      <a:pt x="7780" y="0"/>
                    </a:lnTo>
                    <a:close/>
                  </a:path>
                </a:pathLst>
              </a:custGeom>
              <a:solidFill>
                <a:srgbClr val="36D0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84"/>
              <p:cNvSpPr/>
              <p:nvPr/>
            </p:nvSpPr>
            <p:spPr>
              <a:xfrm rot="10800000">
                <a:off x="4667181" y="3147060"/>
                <a:ext cx="104096" cy="99747"/>
              </a:xfrm>
              <a:custGeom>
                <a:avLst/>
                <a:gdLst/>
                <a:ahLst/>
                <a:cxnLst/>
                <a:rect l="l" t="t" r="r" b="b"/>
                <a:pathLst>
                  <a:path w="7780" h="1659" fill="none" extrusionOk="0">
                    <a:moveTo>
                      <a:pt x="3094" y="1658"/>
                    </a:moveTo>
                    <a:lnTo>
                      <a:pt x="7599" y="1658"/>
                    </a:lnTo>
                    <a:lnTo>
                      <a:pt x="7599" y="1658"/>
                    </a:lnTo>
                    <a:lnTo>
                      <a:pt x="7780" y="1652"/>
                    </a:lnTo>
                    <a:lnTo>
                      <a:pt x="7780" y="1652"/>
                    </a:lnTo>
                    <a:lnTo>
                      <a:pt x="7780" y="1579"/>
                    </a:lnTo>
                    <a:lnTo>
                      <a:pt x="7780" y="1500"/>
                    </a:lnTo>
                    <a:lnTo>
                      <a:pt x="7780" y="0"/>
                    </a:lnTo>
                    <a:lnTo>
                      <a:pt x="7780" y="0"/>
                    </a:lnTo>
                    <a:lnTo>
                      <a:pt x="7689" y="0"/>
                    </a:lnTo>
                    <a:lnTo>
                      <a:pt x="1" y="0"/>
                    </a:lnTo>
                    <a:lnTo>
                      <a:pt x="1" y="0"/>
                    </a:lnTo>
                    <a:lnTo>
                      <a:pt x="301" y="14"/>
                    </a:lnTo>
                    <a:lnTo>
                      <a:pt x="601" y="33"/>
                    </a:lnTo>
                    <a:lnTo>
                      <a:pt x="902" y="60"/>
                    </a:lnTo>
                    <a:lnTo>
                      <a:pt x="1172" y="86"/>
                    </a:lnTo>
                    <a:lnTo>
                      <a:pt x="1442" y="119"/>
                    </a:lnTo>
                    <a:lnTo>
                      <a:pt x="1683" y="159"/>
                    </a:lnTo>
                    <a:lnTo>
                      <a:pt x="1923" y="199"/>
                    </a:lnTo>
                    <a:lnTo>
                      <a:pt x="2163" y="238"/>
                    </a:lnTo>
                    <a:lnTo>
                      <a:pt x="2163" y="238"/>
                    </a:lnTo>
                    <a:lnTo>
                      <a:pt x="2403" y="298"/>
                    </a:lnTo>
                    <a:lnTo>
                      <a:pt x="2584" y="364"/>
                    </a:lnTo>
                    <a:lnTo>
                      <a:pt x="2734" y="436"/>
                    </a:lnTo>
                    <a:lnTo>
                      <a:pt x="2884" y="522"/>
                    </a:lnTo>
                    <a:lnTo>
                      <a:pt x="2974" y="608"/>
                    </a:lnTo>
                    <a:lnTo>
                      <a:pt x="3034" y="694"/>
                    </a:lnTo>
                    <a:lnTo>
                      <a:pt x="3064" y="786"/>
                    </a:lnTo>
                    <a:lnTo>
                      <a:pt x="3094" y="879"/>
                    </a:lnTo>
                    <a:lnTo>
                      <a:pt x="3094" y="165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84"/>
              <p:cNvSpPr/>
              <p:nvPr/>
            </p:nvSpPr>
            <p:spPr>
              <a:xfrm rot="10800000">
                <a:off x="4821491" y="2596617"/>
                <a:ext cx="13" cy="60"/>
              </a:xfrm>
              <a:custGeom>
                <a:avLst/>
                <a:gdLst/>
                <a:ahLst/>
                <a:cxnLst/>
                <a:rect l="l" t="t" r="r" b="b"/>
                <a:pathLst>
                  <a:path w="1" h="1" extrusionOk="0">
                    <a:moveTo>
                      <a:pt x="0" y="0"/>
                    </a:moveTo>
                    <a:lnTo>
                      <a:pt x="0" y="0"/>
                    </a:lnTo>
                    <a:lnTo>
                      <a:pt x="0" y="0"/>
                    </a:lnTo>
                    <a:lnTo>
                      <a:pt x="0" y="0"/>
                    </a:lnTo>
                    <a:lnTo>
                      <a:pt x="0" y="0"/>
                    </a:lnTo>
                    <a:lnTo>
                      <a:pt x="0" y="0"/>
                    </a:lnTo>
                    <a:lnTo>
                      <a:pt x="0" y="0"/>
                    </a:lnTo>
                    <a:lnTo>
                      <a:pt x="0" y="0"/>
                    </a:lnTo>
                    <a:lnTo>
                      <a:pt x="0" y="0"/>
                    </a:lnTo>
                    <a:close/>
                  </a:path>
                </a:pathLst>
              </a:custGeom>
              <a:solidFill>
                <a:srgbClr val="B9D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84"/>
              <p:cNvSpPr/>
              <p:nvPr/>
            </p:nvSpPr>
            <p:spPr>
              <a:xfrm rot="10800000">
                <a:off x="4821491" y="2596617"/>
                <a:ext cx="13" cy="60"/>
              </a:xfrm>
              <a:custGeom>
                <a:avLst/>
                <a:gdLst/>
                <a:ahLst/>
                <a:cxnLst/>
                <a:rect l="l" t="t" r="r" b="b"/>
                <a:pathLst>
                  <a:path w="1" h="1" fill="none" extrusionOk="0">
                    <a:moveTo>
                      <a:pt x="0" y="0"/>
                    </a:moveTo>
                    <a:lnTo>
                      <a:pt x="0" y="0"/>
                    </a:lnTo>
                    <a:lnTo>
                      <a:pt x="0" y="0"/>
                    </a:lnTo>
                    <a:lnTo>
                      <a:pt x="0" y="0"/>
                    </a:lnTo>
                    <a:lnTo>
                      <a:pt x="0" y="0"/>
                    </a:lnTo>
                    <a:lnTo>
                      <a:pt x="0" y="0"/>
                    </a:lnTo>
                    <a:lnTo>
                      <a:pt x="0" y="0"/>
                    </a:lnTo>
                    <a:lnTo>
                      <a:pt x="0" y="0"/>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84"/>
              <p:cNvSpPr/>
              <p:nvPr/>
            </p:nvSpPr>
            <p:spPr>
              <a:xfrm rot="10800000">
                <a:off x="4721034" y="2546593"/>
                <a:ext cx="92844" cy="50084"/>
              </a:xfrm>
              <a:custGeom>
                <a:avLst/>
                <a:gdLst/>
                <a:ahLst/>
                <a:cxnLst/>
                <a:rect l="l" t="t" r="r" b="b"/>
                <a:pathLst>
                  <a:path w="6939" h="833" extrusionOk="0">
                    <a:moveTo>
                      <a:pt x="1" y="0"/>
                    </a:moveTo>
                    <a:lnTo>
                      <a:pt x="241" y="13"/>
                    </a:lnTo>
                    <a:lnTo>
                      <a:pt x="542" y="27"/>
                    </a:lnTo>
                    <a:lnTo>
                      <a:pt x="812" y="47"/>
                    </a:lnTo>
                    <a:lnTo>
                      <a:pt x="1112" y="66"/>
                    </a:lnTo>
                    <a:lnTo>
                      <a:pt x="1413" y="99"/>
                    </a:lnTo>
                    <a:lnTo>
                      <a:pt x="1683" y="139"/>
                    </a:lnTo>
                    <a:lnTo>
                      <a:pt x="1983" y="185"/>
                    </a:lnTo>
                    <a:lnTo>
                      <a:pt x="2224" y="238"/>
                    </a:lnTo>
                    <a:lnTo>
                      <a:pt x="2494" y="298"/>
                    </a:lnTo>
                    <a:lnTo>
                      <a:pt x="2704" y="370"/>
                    </a:lnTo>
                    <a:lnTo>
                      <a:pt x="2884" y="443"/>
                    </a:lnTo>
                    <a:lnTo>
                      <a:pt x="3064" y="529"/>
                    </a:lnTo>
                    <a:lnTo>
                      <a:pt x="3185" y="621"/>
                    </a:lnTo>
                    <a:lnTo>
                      <a:pt x="3245" y="727"/>
                    </a:lnTo>
                    <a:lnTo>
                      <a:pt x="3275" y="833"/>
                    </a:lnTo>
                    <a:lnTo>
                      <a:pt x="3305" y="727"/>
                    </a:lnTo>
                    <a:lnTo>
                      <a:pt x="3335" y="661"/>
                    </a:lnTo>
                    <a:lnTo>
                      <a:pt x="3395" y="601"/>
                    </a:lnTo>
                    <a:lnTo>
                      <a:pt x="3485" y="535"/>
                    </a:lnTo>
                    <a:lnTo>
                      <a:pt x="3605" y="463"/>
                    </a:lnTo>
                    <a:lnTo>
                      <a:pt x="3725" y="403"/>
                    </a:lnTo>
                    <a:lnTo>
                      <a:pt x="3905" y="337"/>
                    </a:lnTo>
                    <a:lnTo>
                      <a:pt x="4116" y="271"/>
                    </a:lnTo>
                    <a:lnTo>
                      <a:pt x="4356" y="218"/>
                    </a:lnTo>
                    <a:lnTo>
                      <a:pt x="4656" y="165"/>
                    </a:lnTo>
                    <a:lnTo>
                      <a:pt x="5017" y="113"/>
                    </a:lnTo>
                    <a:lnTo>
                      <a:pt x="5407" y="73"/>
                    </a:lnTo>
                    <a:lnTo>
                      <a:pt x="5858" y="40"/>
                    </a:lnTo>
                    <a:lnTo>
                      <a:pt x="6368" y="20"/>
                    </a:lnTo>
                    <a:lnTo>
                      <a:pt x="6939" y="7"/>
                    </a:lnTo>
                    <a:lnTo>
                      <a:pt x="6939" y="0"/>
                    </a:lnTo>
                    <a:close/>
                  </a:path>
                </a:pathLst>
              </a:custGeom>
              <a:solidFill>
                <a:srgbClr val="00A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84"/>
              <p:cNvSpPr/>
              <p:nvPr/>
            </p:nvSpPr>
            <p:spPr>
              <a:xfrm rot="10800000">
                <a:off x="4721034" y="2546593"/>
                <a:ext cx="100470" cy="50084"/>
              </a:xfrm>
              <a:custGeom>
                <a:avLst/>
                <a:gdLst/>
                <a:ahLst/>
                <a:cxnLst/>
                <a:rect l="l" t="t" r="r" b="b"/>
                <a:pathLst>
                  <a:path w="7509" h="833" fill="none" extrusionOk="0">
                    <a:moveTo>
                      <a:pt x="3845" y="833"/>
                    </a:moveTo>
                    <a:lnTo>
                      <a:pt x="3845" y="833"/>
                    </a:lnTo>
                    <a:lnTo>
                      <a:pt x="3845" y="833"/>
                    </a:lnTo>
                    <a:lnTo>
                      <a:pt x="3845" y="833"/>
                    </a:lnTo>
                    <a:lnTo>
                      <a:pt x="3875" y="727"/>
                    </a:lnTo>
                    <a:lnTo>
                      <a:pt x="3905" y="661"/>
                    </a:lnTo>
                    <a:lnTo>
                      <a:pt x="3965" y="601"/>
                    </a:lnTo>
                    <a:lnTo>
                      <a:pt x="4055" y="535"/>
                    </a:lnTo>
                    <a:lnTo>
                      <a:pt x="4175" y="463"/>
                    </a:lnTo>
                    <a:lnTo>
                      <a:pt x="4295" y="403"/>
                    </a:lnTo>
                    <a:lnTo>
                      <a:pt x="4475" y="337"/>
                    </a:lnTo>
                    <a:lnTo>
                      <a:pt x="4686" y="271"/>
                    </a:lnTo>
                    <a:lnTo>
                      <a:pt x="4926" y="218"/>
                    </a:lnTo>
                    <a:lnTo>
                      <a:pt x="5226" y="165"/>
                    </a:lnTo>
                    <a:lnTo>
                      <a:pt x="5587" y="113"/>
                    </a:lnTo>
                    <a:lnTo>
                      <a:pt x="5977" y="73"/>
                    </a:lnTo>
                    <a:lnTo>
                      <a:pt x="6428" y="40"/>
                    </a:lnTo>
                    <a:lnTo>
                      <a:pt x="6938" y="20"/>
                    </a:lnTo>
                    <a:lnTo>
                      <a:pt x="7509" y="7"/>
                    </a:lnTo>
                    <a:lnTo>
                      <a:pt x="7509" y="7"/>
                    </a:lnTo>
                    <a:lnTo>
                      <a:pt x="7509" y="0"/>
                    </a:lnTo>
                    <a:lnTo>
                      <a:pt x="30" y="0"/>
                    </a:lnTo>
                    <a:lnTo>
                      <a:pt x="30" y="0"/>
                    </a:lnTo>
                    <a:lnTo>
                      <a:pt x="30" y="0"/>
                    </a:lnTo>
                    <a:lnTo>
                      <a:pt x="0" y="0"/>
                    </a:lnTo>
                    <a:lnTo>
                      <a:pt x="0" y="0"/>
                    </a:lnTo>
                    <a:lnTo>
                      <a:pt x="0" y="0"/>
                    </a:lnTo>
                    <a:lnTo>
                      <a:pt x="0" y="0"/>
                    </a:lnTo>
                    <a:lnTo>
                      <a:pt x="241" y="0"/>
                    </a:lnTo>
                    <a:lnTo>
                      <a:pt x="241" y="0"/>
                    </a:lnTo>
                    <a:lnTo>
                      <a:pt x="301" y="0"/>
                    </a:lnTo>
                    <a:lnTo>
                      <a:pt x="301" y="0"/>
                    </a:lnTo>
                    <a:lnTo>
                      <a:pt x="571" y="0"/>
                    </a:lnTo>
                    <a:lnTo>
                      <a:pt x="811" y="13"/>
                    </a:lnTo>
                    <a:lnTo>
                      <a:pt x="1112" y="27"/>
                    </a:lnTo>
                    <a:lnTo>
                      <a:pt x="1382" y="47"/>
                    </a:lnTo>
                    <a:lnTo>
                      <a:pt x="1682" y="66"/>
                    </a:lnTo>
                    <a:lnTo>
                      <a:pt x="1983" y="99"/>
                    </a:lnTo>
                    <a:lnTo>
                      <a:pt x="2253" y="139"/>
                    </a:lnTo>
                    <a:lnTo>
                      <a:pt x="2553" y="185"/>
                    </a:lnTo>
                    <a:lnTo>
                      <a:pt x="2794" y="238"/>
                    </a:lnTo>
                    <a:lnTo>
                      <a:pt x="3064" y="298"/>
                    </a:lnTo>
                    <a:lnTo>
                      <a:pt x="3274" y="370"/>
                    </a:lnTo>
                    <a:lnTo>
                      <a:pt x="3454" y="443"/>
                    </a:lnTo>
                    <a:lnTo>
                      <a:pt x="3634" y="529"/>
                    </a:lnTo>
                    <a:lnTo>
                      <a:pt x="3755" y="621"/>
                    </a:lnTo>
                    <a:lnTo>
                      <a:pt x="3815" y="727"/>
                    </a:lnTo>
                    <a:lnTo>
                      <a:pt x="3845" y="83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84"/>
              <p:cNvSpPr/>
              <p:nvPr/>
            </p:nvSpPr>
            <p:spPr>
              <a:xfrm rot="10800000">
                <a:off x="4721035" y="2546593"/>
                <a:ext cx="49038" cy="49723"/>
              </a:xfrm>
              <a:custGeom>
                <a:avLst/>
                <a:gdLst/>
                <a:ahLst/>
                <a:cxnLst/>
                <a:rect l="l" t="t" r="r" b="b"/>
                <a:pathLst>
                  <a:path w="3665" h="827" extrusionOk="0">
                    <a:moveTo>
                      <a:pt x="3665" y="1"/>
                    </a:moveTo>
                    <a:lnTo>
                      <a:pt x="3094" y="14"/>
                    </a:lnTo>
                    <a:lnTo>
                      <a:pt x="2584" y="34"/>
                    </a:lnTo>
                    <a:lnTo>
                      <a:pt x="2133" y="67"/>
                    </a:lnTo>
                    <a:lnTo>
                      <a:pt x="1743" y="107"/>
                    </a:lnTo>
                    <a:lnTo>
                      <a:pt x="1382" y="159"/>
                    </a:lnTo>
                    <a:lnTo>
                      <a:pt x="1082" y="212"/>
                    </a:lnTo>
                    <a:lnTo>
                      <a:pt x="842" y="265"/>
                    </a:lnTo>
                    <a:lnTo>
                      <a:pt x="631" y="331"/>
                    </a:lnTo>
                    <a:lnTo>
                      <a:pt x="451" y="397"/>
                    </a:lnTo>
                    <a:lnTo>
                      <a:pt x="331" y="457"/>
                    </a:lnTo>
                    <a:lnTo>
                      <a:pt x="211" y="529"/>
                    </a:lnTo>
                    <a:lnTo>
                      <a:pt x="121" y="595"/>
                    </a:lnTo>
                    <a:lnTo>
                      <a:pt x="61" y="655"/>
                    </a:lnTo>
                    <a:lnTo>
                      <a:pt x="31" y="721"/>
                    </a:lnTo>
                    <a:lnTo>
                      <a:pt x="1" y="827"/>
                    </a:lnTo>
                    <a:lnTo>
                      <a:pt x="1" y="827"/>
                    </a:lnTo>
                    <a:lnTo>
                      <a:pt x="391" y="820"/>
                    </a:lnTo>
                    <a:lnTo>
                      <a:pt x="752" y="800"/>
                    </a:lnTo>
                    <a:lnTo>
                      <a:pt x="1112" y="774"/>
                    </a:lnTo>
                    <a:lnTo>
                      <a:pt x="1442" y="747"/>
                    </a:lnTo>
                    <a:lnTo>
                      <a:pt x="1803" y="708"/>
                    </a:lnTo>
                    <a:lnTo>
                      <a:pt x="2103" y="668"/>
                    </a:lnTo>
                    <a:lnTo>
                      <a:pt x="2403" y="622"/>
                    </a:lnTo>
                    <a:lnTo>
                      <a:pt x="2704" y="576"/>
                    </a:lnTo>
                    <a:lnTo>
                      <a:pt x="2944" y="523"/>
                    </a:lnTo>
                    <a:lnTo>
                      <a:pt x="3124" y="463"/>
                    </a:lnTo>
                    <a:lnTo>
                      <a:pt x="3305" y="397"/>
                    </a:lnTo>
                    <a:lnTo>
                      <a:pt x="3455" y="325"/>
                    </a:lnTo>
                    <a:lnTo>
                      <a:pt x="3545" y="245"/>
                    </a:lnTo>
                    <a:lnTo>
                      <a:pt x="3635" y="166"/>
                    </a:lnTo>
                    <a:lnTo>
                      <a:pt x="3665" y="80"/>
                    </a:lnTo>
                    <a:lnTo>
                      <a:pt x="3665" y="1"/>
                    </a:lnTo>
                    <a:close/>
                  </a:path>
                </a:pathLst>
              </a:custGeom>
              <a:solidFill>
                <a:srgbClr val="00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84"/>
              <p:cNvSpPr/>
              <p:nvPr/>
            </p:nvSpPr>
            <p:spPr>
              <a:xfrm rot="10800000">
                <a:off x="4721035" y="2546593"/>
                <a:ext cx="49038" cy="49723"/>
              </a:xfrm>
              <a:custGeom>
                <a:avLst/>
                <a:gdLst/>
                <a:ahLst/>
                <a:cxnLst/>
                <a:rect l="l" t="t" r="r" b="b"/>
                <a:pathLst>
                  <a:path w="3665" h="827" fill="none" extrusionOk="0">
                    <a:moveTo>
                      <a:pt x="1" y="827"/>
                    </a:moveTo>
                    <a:lnTo>
                      <a:pt x="1" y="827"/>
                    </a:lnTo>
                    <a:lnTo>
                      <a:pt x="391" y="820"/>
                    </a:lnTo>
                    <a:lnTo>
                      <a:pt x="752" y="800"/>
                    </a:lnTo>
                    <a:lnTo>
                      <a:pt x="1112" y="774"/>
                    </a:lnTo>
                    <a:lnTo>
                      <a:pt x="1442" y="747"/>
                    </a:lnTo>
                    <a:lnTo>
                      <a:pt x="1803" y="708"/>
                    </a:lnTo>
                    <a:lnTo>
                      <a:pt x="2103" y="668"/>
                    </a:lnTo>
                    <a:lnTo>
                      <a:pt x="2403" y="622"/>
                    </a:lnTo>
                    <a:lnTo>
                      <a:pt x="2704" y="576"/>
                    </a:lnTo>
                    <a:lnTo>
                      <a:pt x="2704" y="576"/>
                    </a:lnTo>
                    <a:lnTo>
                      <a:pt x="2944" y="523"/>
                    </a:lnTo>
                    <a:lnTo>
                      <a:pt x="3124" y="463"/>
                    </a:lnTo>
                    <a:lnTo>
                      <a:pt x="3305" y="397"/>
                    </a:lnTo>
                    <a:lnTo>
                      <a:pt x="3455" y="325"/>
                    </a:lnTo>
                    <a:lnTo>
                      <a:pt x="3545" y="245"/>
                    </a:lnTo>
                    <a:lnTo>
                      <a:pt x="3635" y="166"/>
                    </a:lnTo>
                    <a:lnTo>
                      <a:pt x="3665" y="80"/>
                    </a:lnTo>
                    <a:lnTo>
                      <a:pt x="3665" y="1"/>
                    </a:lnTo>
                    <a:lnTo>
                      <a:pt x="3665" y="1"/>
                    </a:lnTo>
                    <a:lnTo>
                      <a:pt x="3094" y="14"/>
                    </a:lnTo>
                    <a:lnTo>
                      <a:pt x="2584" y="34"/>
                    </a:lnTo>
                    <a:lnTo>
                      <a:pt x="2133" y="67"/>
                    </a:lnTo>
                    <a:lnTo>
                      <a:pt x="1743" y="107"/>
                    </a:lnTo>
                    <a:lnTo>
                      <a:pt x="1382" y="159"/>
                    </a:lnTo>
                    <a:lnTo>
                      <a:pt x="1082" y="212"/>
                    </a:lnTo>
                    <a:lnTo>
                      <a:pt x="842" y="265"/>
                    </a:lnTo>
                    <a:lnTo>
                      <a:pt x="631" y="331"/>
                    </a:lnTo>
                    <a:lnTo>
                      <a:pt x="451" y="397"/>
                    </a:lnTo>
                    <a:lnTo>
                      <a:pt x="331" y="457"/>
                    </a:lnTo>
                    <a:lnTo>
                      <a:pt x="211" y="529"/>
                    </a:lnTo>
                    <a:lnTo>
                      <a:pt x="121" y="595"/>
                    </a:lnTo>
                    <a:lnTo>
                      <a:pt x="61" y="655"/>
                    </a:lnTo>
                    <a:lnTo>
                      <a:pt x="31" y="721"/>
                    </a:lnTo>
                    <a:lnTo>
                      <a:pt x="1" y="8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84"/>
              <p:cNvSpPr/>
              <p:nvPr/>
            </p:nvSpPr>
            <p:spPr>
              <a:xfrm rot="10800000">
                <a:off x="4821491" y="2596257"/>
                <a:ext cx="13" cy="421"/>
              </a:xfrm>
              <a:custGeom>
                <a:avLst/>
                <a:gdLst/>
                <a:ahLst/>
                <a:cxnLst/>
                <a:rect l="l" t="t" r="r" b="b"/>
                <a:pathLst>
                  <a:path w="1" h="7" extrusionOk="0">
                    <a:moveTo>
                      <a:pt x="0" y="7"/>
                    </a:moveTo>
                    <a:lnTo>
                      <a:pt x="0" y="7"/>
                    </a:lnTo>
                    <a:lnTo>
                      <a:pt x="0" y="0"/>
                    </a:lnTo>
                    <a:lnTo>
                      <a:pt x="0" y="0"/>
                    </a:lnTo>
                    <a:lnTo>
                      <a:pt x="0" y="0"/>
                    </a:lnTo>
                    <a:lnTo>
                      <a:pt x="0" y="0"/>
                    </a:lnTo>
                    <a:lnTo>
                      <a:pt x="0" y="7"/>
                    </a:lnTo>
                    <a:close/>
                  </a:path>
                </a:pathLst>
              </a:custGeom>
              <a:solidFill>
                <a:srgbClr val="539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84"/>
              <p:cNvSpPr/>
              <p:nvPr/>
            </p:nvSpPr>
            <p:spPr>
              <a:xfrm rot="10800000">
                <a:off x="4821491" y="2596257"/>
                <a:ext cx="13" cy="421"/>
              </a:xfrm>
              <a:custGeom>
                <a:avLst/>
                <a:gdLst/>
                <a:ahLst/>
                <a:cxnLst/>
                <a:rect l="l" t="t" r="r" b="b"/>
                <a:pathLst>
                  <a:path w="1" h="7" fill="none" extrusionOk="0">
                    <a:moveTo>
                      <a:pt x="0" y="7"/>
                    </a:moveTo>
                    <a:lnTo>
                      <a:pt x="0" y="7"/>
                    </a:lnTo>
                    <a:lnTo>
                      <a:pt x="0" y="0"/>
                    </a:lnTo>
                    <a:lnTo>
                      <a:pt x="0" y="0"/>
                    </a:lnTo>
                    <a:lnTo>
                      <a:pt x="0" y="0"/>
                    </a:lnTo>
                    <a:lnTo>
                      <a:pt x="0" y="0"/>
                    </a:lnTo>
                    <a:lnTo>
                      <a:pt x="0"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84"/>
              <p:cNvSpPr/>
              <p:nvPr/>
            </p:nvSpPr>
            <p:spPr>
              <a:xfrm rot="10800000">
                <a:off x="4770058" y="2546172"/>
                <a:ext cx="51446" cy="50505"/>
              </a:xfrm>
              <a:custGeom>
                <a:avLst/>
                <a:gdLst/>
                <a:ahLst/>
                <a:cxnLst/>
                <a:rect l="l" t="t" r="r" b="b"/>
                <a:pathLst>
                  <a:path w="3845" h="840" extrusionOk="0">
                    <a:moveTo>
                      <a:pt x="0" y="0"/>
                    </a:moveTo>
                    <a:lnTo>
                      <a:pt x="0" y="7"/>
                    </a:lnTo>
                    <a:lnTo>
                      <a:pt x="60" y="106"/>
                    </a:lnTo>
                    <a:lnTo>
                      <a:pt x="120" y="205"/>
                    </a:lnTo>
                    <a:lnTo>
                      <a:pt x="211" y="298"/>
                    </a:lnTo>
                    <a:lnTo>
                      <a:pt x="361" y="383"/>
                    </a:lnTo>
                    <a:lnTo>
                      <a:pt x="511" y="463"/>
                    </a:lnTo>
                    <a:lnTo>
                      <a:pt x="691" y="535"/>
                    </a:lnTo>
                    <a:lnTo>
                      <a:pt x="871" y="595"/>
                    </a:lnTo>
                    <a:lnTo>
                      <a:pt x="1082" y="641"/>
                    </a:lnTo>
                    <a:lnTo>
                      <a:pt x="1352" y="694"/>
                    </a:lnTo>
                    <a:lnTo>
                      <a:pt x="1622" y="733"/>
                    </a:lnTo>
                    <a:lnTo>
                      <a:pt x="1922" y="767"/>
                    </a:lnTo>
                    <a:lnTo>
                      <a:pt x="2193" y="793"/>
                    </a:lnTo>
                    <a:lnTo>
                      <a:pt x="2493" y="813"/>
                    </a:lnTo>
                    <a:lnTo>
                      <a:pt x="2824" y="826"/>
                    </a:lnTo>
                    <a:lnTo>
                      <a:pt x="3124" y="839"/>
                    </a:lnTo>
                    <a:lnTo>
                      <a:pt x="3454" y="839"/>
                    </a:lnTo>
                    <a:lnTo>
                      <a:pt x="3845" y="833"/>
                    </a:lnTo>
                    <a:lnTo>
                      <a:pt x="3815" y="727"/>
                    </a:lnTo>
                    <a:lnTo>
                      <a:pt x="3755" y="621"/>
                    </a:lnTo>
                    <a:lnTo>
                      <a:pt x="3634" y="529"/>
                    </a:lnTo>
                    <a:lnTo>
                      <a:pt x="3454" y="443"/>
                    </a:lnTo>
                    <a:lnTo>
                      <a:pt x="3274" y="370"/>
                    </a:lnTo>
                    <a:lnTo>
                      <a:pt x="3064" y="298"/>
                    </a:lnTo>
                    <a:lnTo>
                      <a:pt x="2794" y="238"/>
                    </a:lnTo>
                    <a:lnTo>
                      <a:pt x="2553" y="185"/>
                    </a:lnTo>
                    <a:lnTo>
                      <a:pt x="2253" y="139"/>
                    </a:lnTo>
                    <a:lnTo>
                      <a:pt x="1983" y="99"/>
                    </a:lnTo>
                    <a:lnTo>
                      <a:pt x="1682" y="66"/>
                    </a:lnTo>
                    <a:lnTo>
                      <a:pt x="1382" y="47"/>
                    </a:lnTo>
                    <a:lnTo>
                      <a:pt x="1112" y="27"/>
                    </a:lnTo>
                    <a:lnTo>
                      <a:pt x="811" y="13"/>
                    </a:lnTo>
                    <a:lnTo>
                      <a:pt x="571" y="0"/>
                    </a:lnTo>
                    <a:close/>
                  </a:path>
                </a:pathLst>
              </a:custGeom>
              <a:solidFill>
                <a:srgbClr val="00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84"/>
              <p:cNvSpPr/>
              <p:nvPr/>
            </p:nvSpPr>
            <p:spPr>
              <a:xfrm rot="10800000">
                <a:off x="4770058" y="2546172"/>
                <a:ext cx="51446" cy="50505"/>
              </a:xfrm>
              <a:custGeom>
                <a:avLst/>
                <a:gdLst/>
                <a:ahLst/>
                <a:cxnLst/>
                <a:rect l="l" t="t" r="r" b="b"/>
                <a:pathLst>
                  <a:path w="3845" h="840" fill="none" extrusionOk="0">
                    <a:moveTo>
                      <a:pt x="3454" y="839"/>
                    </a:moveTo>
                    <a:lnTo>
                      <a:pt x="3454" y="839"/>
                    </a:lnTo>
                    <a:lnTo>
                      <a:pt x="3845" y="833"/>
                    </a:lnTo>
                    <a:lnTo>
                      <a:pt x="3845" y="833"/>
                    </a:lnTo>
                    <a:lnTo>
                      <a:pt x="3815" y="727"/>
                    </a:lnTo>
                    <a:lnTo>
                      <a:pt x="3755" y="621"/>
                    </a:lnTo>
                    <a:lnTo>
                      <a:pt x="3634" y="529"/>
                    </a:lnTo>
                    <a:lnTo>
                      <a:pt x="3454" y="443"/>
                    </a:lnTo>
                    <a:lnTo>
                      <a:pt x="3274" y="370"/>
                    </a:lnTo>
                    <a:lnTo>
                      <a:pt x="3064" y="298"/>
                    </a:lnTo>
                    <a:lnTo>
                      <a:pt x="2794" y="238"/>
                    </a:lnTo>
                    <a:lnTo>
                      <a:pt x="2553" y="185"/>
                    </a:lnTo>
                    <a:lnTo>
                      <a:pt x="2253" y="139"/>
                    </a:lnTo>
                    <a:lnTo>
                      <a:pt x="1983" y="99"/>
                    </a:lnTo>
                    <a:lnTo>
                      <a:pt x="1682" y="66"/>
                    </a:lnTo>
                    <a:lnTo>
                      <a:pt x="1382" y="47"/>
                    </a:lnTo>
                    <a:lnTo>
                      <a:pt x="1112" y="27"/>
                    </a:lnTo>
                    <a:lnTo>
                      <a:pt x="811" y="13"/>
                    </a:lnTo>
                    <a:lnTo>
                      <a:pt x="571" y="0"/>
                    </a:lnTo>
                    <a:lnTo>
                      <a:pt x="301" y="0"/>
                    </a:lnTo>
                    <a:lnTo>
                      <a:pt x="301" y="0"/>
                    </a:lnTo>
                    <a:lnTo>
                      <a:pt x="241" y="0"/>
                    </a:lnTo>
                    <a:lnTo>
                      <a:pt x="241" y="0"/>
                    </a:lnTo>
                    <a:lnTo>
                      <a:pt x="0" y="0"/>
                    </a:lnTo>
                    <a:lnTo>
                      <a:pt x="0" y="0"/>
                    </a:lnTo>
                    <a:lnTo>
                      <a:pt x="0" y="7"/>
                    </a:lnTo>
                    <a:lnTo>
                      <a:pt x="0" y="7"/>
                    </a:lnTo>
                    <a:lnTo>
                      <a:pt x="60" y="106"/>
                    </a:lnTo>
                    <a:lnTo>
                      <a:pt x="120" y="205"/>
                    </a:lnTo>
                    <a:lnTo>
                      <a:pt x="211" y="298"/>
                    </a:lnTo>
                    <a:lnTo>
                      <a:pt x="361" y="383"/>
                    </a:lnTo>
                    <a:lnTo>
                      <a:pt x="511" y="463"/>
                    </a:lnTo>
                    <a:lnTo>
                      <a:pt x="691" y="535"/>
                    </a:lnTo>
                    <a:lnTo>
                      <a:pt x="871" y="595"/>
                    </a:lnTo>
                    <a:lnTo>
                      <a:pt x="1082" y="641"/>
                    </a:lnTo>
                    <a:lnTo>
                      <a:pt x="1082" y="641"/>
                    </a:lnTo>
                    <a:lnTo>
                      <a:pt x="1352" y="694"/>
                    </a:lnTo>
                    <a:lnTo>
                      <a:pt x="1622" y="733"/>
                    </a:lnTo>
                    <a:lnTo>
                      <a:pt x="1922" y="767"/>
                    </a:lnTo>
                    <a:lnTo>
                      <a:pt x="2193" y="793"/>
                    </a:lnTo>
                    <a:lnTo>
                      <a:pt x="2493" y="813"/>
                    </a:lnTo>
                    <a:lnTo>
                      <a:pt x="2824" y="826"/>
                    </a:lnTo>
                    <a:lnTo>
                      <a:pt x="3124" y="839"/>
                    </a:lnTo>
                    <a:lnTo>
                      <a:pt x="3454" y="83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84"/>
              <p:cNvSpPr/>
              <p:nvPr/>
            </p:nvSpPr>
            <p:spPr>
              <a:xfrm rot="10800000">
                <a:off x="4721435" y="2698709"/>
                <a:ext cx="97259" cy="196609"/>
              </a:xfrm>
              <a:custGeom>
                <a:avLst/>
                <a:gdLst/>
                <a:ahLst/>
                <a:cxnLst/>
                <a:rect l="l" t="t" r="r" b="b"/>
                <a:pathLst>
                  <a:path w="7269" h="3270" extrusionOk="0">
                    <a:moveTo>
                      <a:pt x="4025" y="0"/>
                    </a:moveTo>
                    <a:lnTo>
                      <a:pt x="3965" y="79"/>
                    </a:lnTo>
                    <a:lnTo>
                      <a:pt x="3875" y="145"/>
                    </a:lnTo>
                    <a:lnTo>
                      <a:pt x="3755" y="218"/>
                    </a:lnTo>
                    <a:lnTo>
                      <a:pt x="3605" y="284"/>
                    </a:lnTo>
                    <a:lnTo>
                      <a:pt x="3455" y="350"/>
                    </a:lnTo>
                    <a:lnTo>
                      <a:pt x="3304" y="416"/>
                    </a:lnTo>
                    <a:lnTo>
                      <a:pt x="3124" y="476"/>
                    </a:lnTo>
                    <a:lnTo>
                      <a:pt x="2914" y="528"/>
                    </a:lnTo>
                    <a:lnTo>
                      <a:pt x="2644" y="588"/>
                    </a:lnTo>
                    <a:lnTo>
                      <a:pt x="2343" y="634"/>
                    </a:lnTo>
                    <a:lnTo>
                      <a:pt x="2013" y="674"/>
                    </a:lnTo>
                    <a:lnTo>
                      <a:pt x="1652" y="700"/>
                    </a:lnTo>
                    <a:lnTo>
                      <a:pt x="1262" y="727"/>
                    </a:lnTo>
                    <a:lnTo>
                      <a:pt x="841" y="740"/>
                    </a:lnTo>
                    <a:lnTo>
                      <a:pt x="421" y="746"/>
                    </a:lnTo>
                    <a:lnTo>
                      <a:pt x="1" y="753"/>
                    </a:lnTo>
                    <a:lnTo>
                      <a:pt x="2884" y="753"/>
                    </a:lnTo>
                    <a:lnTo>
                      <a:pt x="3334" y="746"/>
                    </a:lnTo>
                    <a:lnTo>
                      <a:pt x="3815" y="753"/>
                    </a:lnTo>
                    <a:lnTo>
                      <a:pt x="4265" y="766"/>
                    </a:lnTo>
                    <a:lnTo>
                      <a:pt x="4716" y="786"/>
                    </a:lnTo>
                    <a:lnTo>
                      <a:pt x="5136" y="819"/>
                    </a:lnTo>
                    <a:lnTo>
                      <a:pt x="5527" y="852"/>
                    </a:lnTo>
                    <a:lnTo>
                      <a:pt x="5857" y="892"/>
                    </a:lnTo>
                    <a:lnTo>
                      <a:pt x="6158" y="938"/>
                    </a:lnTo>
                    <a:lnTo>
                      <a:pt x="6398" y="991"/>
                    </a:lnTo>
                    <a:lnTo>
                      <a:pt x="6578" y="1037"/>
                    </a:lnTo>
                    <a:lnTo>
                      <a:pt x="6758" y="1090"/>
                    </a:lnTo>
                    <a:lnTo>
                      <a:pt x="6908" y="1143"/>
                    </a:lnTo>
                    <a:lnTo>
                      <a:pt x="7029" y="1202"/>
                    </a:lnTo>
                    <a:lnTo>
                      <a:pt x="7119" y="1255"/>
                    </a:lnTo>
                    <a:lnTo>
                      <a:pt x="7179" y="1315"/>
                    </a:lnTo>
                    <a:lnTo>
                      <a:pt x="7239" y="1374"/>
                    </a:lnTo>
                    <a:lnTo>
                      <a:pt x="7269" y="1440"/>
                    </a:lnTo>
                    <a:lnTo>
                      <a:pt x="7269" y="978"/>
                    </a:lnTo>
                    <a:lnTo>
                      <a:pt x="7239" y="879"/>
                    </a:lnTo>
                    <a:lnTo>
                      <a:pt x="7269" y="779"/>
                    </a:lnTo>
                    <a:lnTo>
                      <a:pt x="7269" y="0"/>
                    </a:lnTo>
                    <a:close/>
                    <a:moveTo>
                      <a:pt x="7269" y="1585"/>
                    </a:moveTo>
                    <a:lnTo>
                      <a:pt x="7239" y="1671"/>
                    </a:lnTo>
                    <a:lnTo>
                      <a:pt x="7149" y="1757"/>
                    </a:lnTo>
                    <a:lnTo>
                      <a:pt x="7029" y="1836"/>
                    </a:lnTo>
                    <a:lnTo>
                      <a:pt x="6908" y="1916"/>
                    </a:lnTo>
                    <a:lnTo>
                      <a:pt x="6728" y="1995"/>
                    </a:lnTo>
                    <a:lnTo>
                      <a:pt x="6548" y="2068"/>
                    </a:lnTo>
                    <a:lnTo>
                      <a:pt x="6338" y="2134"/>
                    </a:lnTo>
                    <a:lnTo>
                      <a:pt x="6128" y="2200"/>
                    </a:lnTo>
                    <a:lnTo>
                      <a:pt x="5917" y="2246"/>
                    </a:lnTo>
                    <a:lnTo>
                      <a:pt x="5677" y="2286"/>
                    </a:lnTo>
                    <a:lnTo>
                      <a:pt x="5407" y="2325"/>
                    </a:lnTo>
                    <a:lnTo>
                      <a:pt x="5106" y="2352"/>
                    </a:lnTo>
                    <a:lnTo>
                      <a:pt x="4806" y="2378"/>
                    </a:lnTo>
                    <a:lnTo>
                      <a:pt x="4506" y="2391"/>
                    </a:lnTo>
                    <a:lnTo>
                      <a:pt x="4175" y="2404"/>
                    </a:lnTo>
                    <a:lnTo>
                      <a:pt x="3815" y="2418"/>
                    </a:lnTo>
                    <a:lnTo>
                      <a:pt x="4235" y="2424"/>
                    </a:lnTo>
                    <a:lnTo>
                      <a:pt x="4626" y="2437"/>
                    </a:lnTo>
                    <a:lnTo>
                      <a:pt x="5016" y="2464"/>
                    </a:lnTo>
                    <a:lnTo>
                      <a:pt x="5377" y="2497"/>
                    </a:lnTo>
                    <a:lnTo>
                      <a:pt x="5737" y="2537"/>
                    </a:lnTo>
                    <a:lnTo>
                      <a:pt x="6037" y="2589"/>
                    </a:lnTo>
                    <a:lnTo>
                      <a:pt x="6308" y="2655"/>
                    </a:lnTo>
                    <a:lnTo>
                      <a:pt x="6518" y="2728"/>
                    </a:lnTo>
                    <a:lnTo>
                      <a:pt x="6698" y="2801"/>
                    </a:lnTo>
                    <a:lnTo>
                      <a:pt x="6848" y="2867"/>
                    </a:lnTo>
                    <a:lnTo>
                      <a:pt x="6969" y="2939"/>
                    </a:lnTo>
                    <a:lnTo>
                      <a:pt x="7059" y="3005"/>
                    </a:lnTo>
                    <a:lnTo>
                      <a:pt x="7149" y="3072"/>
                    </a:lnTo>
                    <a:lnTo>
                      <a:pt x="7209" y="3144"/>
                    </a:lnTo>
                    <a:lnTo>
                      <a:pt x="7239" y="3204"/>
                    </a:lnTo>
                    <a:lnTo>
                      <a:pt x="7269" y="3270"/>
                    </a:lnTo>
                    <a:lnTo>
                      <a:pt x="7269" y="1585"/>
                    </a:lnTo>
                    <a:close/>
                  </a:path>
                </a:pathLst>
              </a:custGeom>
              <a:solidFill>
                <a:srgbClr val="B9D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84"/>
              <p:cNvSpPr/>
              <p:nvPr/>
            </p:nvSpPr>
            <p:spPr>
              <a:xfrm rot="10800000">
                <a:off x="4721435" y="2808678"/>
                <a:ext cx="97259" cy="86640"/>
              </a:xfrm>
              <a:custGeom>
                <a:avLst/>
                <a:gdLst/>
                <a:ahLst/>
                <a:cxnLst/>
                <a:rect l="l" t="t" r="r" b="b"/>
                <a:pathLst>
                  <a:path w="7269" h="1441" fill="none" extrusionOk="0">
                    <a:moveTo>
                      <a:pt x="7269" y="1440"/>
                    </a:moveTo>
                    <a:lnTo>
                      <a:pt x="7269" y="978"/>
                    </a:lnTo>
                    <a:lnTo>
                      <a:pt x="7269" y="978"/>
                    </a:lnTo>
                    <a:lnTo>
                      <a:pt x="7239" y="879"/>
                    </a:lnTo>
                    <a:lnTo>
                      <a:pt x="7269" y="779"/>
                    </a:lnTo>
                    <a:lnTo>
                      <a:pt x="7269" y="0"/>
                    </a:lnTo>
                    <a:lnTo>
                      <a:pt x="7269" y="0"/>
                    </a:lnTo>
                    <a:lnTo>
                      <a:pt x="4025" y="0"/>
                    </a:lnTo>
                    <a:lnTo>
                      <a:pt x="4025" y="0"/>
                    </a:lnTo>
                    <a:lnTo>
                      <a:pt x="3965" y="79"/>
                    </a:lnTo>
                    <a:lnTo>
                      <a:pt x="3875" y="145"/>
                    </a:lnTo>
                    <a:lnTo>
                      <a:pt x="3755" y="218"/>
                    </a:lnTo>
                    <a:lnTo>
                      <a:pt x="3605" y="284"/>
                    </a:lnTo>
                    <a:lnTo>
                      <a:pt x="3455" y="350"/>
                    </a:lnTo>
                    <a:lnTo>
                      <a:pt x="3304" y="416"/>
                    </a:lnTo>
                    <a:lnTo>
                      <a:pt x="3124" y="476"/>
                    </a:lnTo>
                    <a:lnTo>
                      <a:pt x="2914" y="528"/>
                    </a:lnTo>
                    <a:lnTo>
                      <a:pt x="2914" y="528"/>
                    </a:lnTo>
                    <a:lnTo>
                      <a:pt x="2644" y="588"/>
                    </a:lnTo>
                    <a:lnTo>
                      <a:pt x="2343" y="634"/>
                    </a:lnTo>
                    <a:lnTo>
                      <a:pt x="2013" y="674"/>
                    </a:lnTo>
                    <a:lnTo>
                      <a:pt x="1652" y="700"/>
                    </a:lnTo>
                    <a:lnTo>
                      <a:pt x="1262" y="727"/>
                    </a:lnTo>
                    <a:lnTo>
                      <a:pt x="841" y="740"/>
                    </a:lnTo>
                    <a:lnTo>
                      <a:pt x="421" y="746"/>
                    </a:lnTo>
                    <a:lnTo>
                      <a:pt x="1" y="753"/>
                    </a:lnTo>
                    <a:lnTo>
                      <a:pt x="2884" y="753"/>
                    </a:lnTo>
                    <a:lnTo>
                      <a:pt x="2884" y="753"/>
                    </a:lnTo>
                    <a:lnTo>
                      <a:pt x="3334" y="746"/>
                    </a:lnTo>
                    <a:lnTo>
                      <a:pt x="3334" y="746"/>
                    </a:lnTo>
                    <a:lnTo>
                      <a:pt x="3815" y="753"/>
                    </a:lnTo>
                    <a:lnTo>
                      <a:pt x="4265" y="766"/>
                    </a:lnTo>
                    <a:lnTo>
                      <a:pt x="4716" y="786"/>
                    </a:lnTo>
                    <a:lnTo>
                      <a:pt x="5136" y="819"/>
                    </a:lnTo>
                    <a:lnTo>
                      <a:pt x="5527" y="852"/>
                    </a:lnTo>
                    <a:lnTo>
                      <a:pt x="5857" y="892"/>
                    </a:lnTo>
                    <a:lnTo>
                      <a:pt x="6158" y="938"/>
                    </a:lnTo>
                    <a:lnTo>
                      <a:pt x="6398" y="991"/>
                    </a:lnTo>
                    <a:lnTo>
                      <a:pt x="6398" y="991"/>
                    </a:lnTo>
                    <a:lnTo>
                      <a:pt x="6578" y="1037"/>
                    </a:lnTo>
                    <a:lnTo>
                      <a:pt x="6758" y="1090"/>
                    </a:lnTo>
                    <a:lnTo>
                      <a:pt x="6908" y="1143"/>
                    </a:lnTo>
                    <a:lnTo>
                      <a:pt x="7029" y="1202"/>
                    </a:lnTo>
                    <a:lnTo>
                      <a:pt x="7119" y="1255"/>
                    </a:lnTo>
                    <a:lnTo>
                      <a:pt x="7179" y="1315"/>
                    </a:lnTo>
                    <a:lnTo>
                      <a:pt x="7239" y="1374"/>
                    </a:lnTo>
                    <a:lnTo>
                      <a:pt x="7269" y="144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84"/>
              <p:cNvSpPr/>
              <p:nvPr/>
            </p:nvSpPr>
            <p:spPr>
              <a:xfrm rot="10800000">
                <a:off x="4721437" y="2698709"/>
                <a:ext cx="46228" cy="101311"/>
              </a:xfrm>
              <a:custGeom>
                <a:avLst/>
                <a:gdLst/>
                <a:ahLst/>
                <a:cxnLst/>
                <a:rect l="l" t="t" r="r" b="b"/>
                <a:pathLst>
                  <a:path w="3455" h="1685" fill="none" extrusionOk="0">
                    <a:moveTo>
                      <a:pt x="3455" y="1685"/>
                    </a:moveTo>
                    <a:lnTo>
                      <a:pt x="3455" y="0"/>
                    </a:lnTo>
                    <a:lnTo>
                      <a:pt x="3455" y="0"/>
                    </a:lnTo>
                    <a:lnTo>
                      <a:pt x="3425" y="86"/>
                    </a:lnTo>
                    <a:lnTo>
                      <a:pt x="3335" y="172"/>
                    </a:lnTo>
                    <a:lnTo>
                      <a:pt x="3215" y="251"/>
                    </a:lnTo>
                    <a:lnTo>
                      <a:pt x="3094" y="331"/>
                    </a:lnTo>
                    <a:lnTo>
                      <a:pt x="2914" y="410"/>
                    </a:lnTo>
                    <a:lnTo>
                      <a:pt x="2734" y="483"/>
                    </a:lnTo>
                    <a:lnTo>
                      <a:pt x="2524" y="549"/>
                    </a:lnTo>
                    <a:lnTo>
                      <a:pt x="2314" y="615"/>
                    </a:lnTo>
                    <a:lnTo>
                      <a:pt x="2314" y="615"/>
                    </a:lnTo>
                    <a:lnTo>
                      <a:pt x="2103" y="661"/>
                    </a:lnTo>
                    <a:lnTo>
                      <a:pt x="1863" y="701"/>
                    </a:lnTo>
                    <a:lnTo>
                      <a:pt x="1593" y="740"/>
                    </a:lnTo>
                    <a:lnTo>
                      <a:pt x="1292" y="767"/>
                    </a:lnTo>
                    <a:lnTo>
                      <a:pt x="992" y="793"/>
                    </a:lnTo>
                    <a:lnTo>
                      <a:pt x="692" y="806"/>
                    </a:lnTo>
                    <a:lnTo>
                      <a:pt x="361" y="819"/>
                    </a:lnTo>
                    <a:lnTo>
                      <a:pt x="1" y="833"/>
                    </a:lnTo>
                    <a:lnTo>
                      <a:pt x="1" y="833"/>
                    </a:lnTo>
                    <a:lnTo>
                      <a:pt x="421" y="839"/>
                    </a:lnTo>
                    <a:lnTo>
                      <a:pt x="812" y="852"/>
                    </a:lnTo>
                    <a:lnTo>
                      <a:pt x="1202" y="879"/>
                    </a:lnTo>
                    <a:lnTo>
                      <a:pt x="1563" y="912"/>
                    </a:lnTo>
                    <a:lnTo>
                      <a:pt x="1923" y="952"/>
                    </a:lnTo>
                    <a:lnTo>
                      <a:pt x="2223" y="1004"/>
                    </a:lnTo>
                    <a:lnTo>
                      <a:pt x="2494" y="1070"/>
                    </a:lnTo>
                    <a:lnTo>
                      <a:pt x="2704" y="1143"/>
                    </a:lnTo>
                    <a:lnTo>
                      <a:pt x="2704" y="1143"/>
                    </a:lnTo>
                    <a:lnTo>
                      <a:pt x="2884" y="1216"/>
                    </a:lnTo>
                    <a:lnTo>
                      <a:pt x="3034" y="1282"/>
                    </a:lnTo>
                    <a:lnTo>
                      <a:pt x="3155" y="1354"/>
                    </a:lnTo>
                    <a:lnTo>
                      <a:pt x="3245" y="1420"/>
                    </a:lnTo>
                    <a:lnTo>
                      <a:pt x="3335" y="1487"/>
                    </a:lnTo>
                    <a:lnTo>
                      <a:pt x="3395" y="1559"/>
                    </a:lnTo>
                    <a:lnTo>
                      <a:pt x="3425" y="1619"/>
                    </a:lnTo>
                    <a:lnTo>
                      <a:pt x="3455" y="168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84"/>
              <p:cNvSpPr/>
              <p:nvPr/>
            </p:nvSpPr>
            <p:spPr>
              <a:xfrm rot="10800000">
                <a:off x="4721435" y="2695944"/>
                <a:ext cx="99668" cy="54052"/>
              </a:xfrm>
              <a:custGeom>
                <a:avLst/>
                <a:gdLst/>
                <a:ahLst/>
                <a:cxnLst/>
                <a:rect l="l" t="t" r="r" b="b"/>
                <a:pathLst>
                  <a:path w="7449" h="899" extrusionOk="0">
                    <a:moveTo>
                      <a:pt x="0" y="1"/>
                    </a:moveTo>
                    <a:lnTo>
                      <a:pt x="0" y="899"/>
                    </a:lnTo>
                    <a:lnTo>
                      <a:pt x="7449" y="899"/>
                    </a:lnTo>
                    <a:lnTo>
                      <a:pt x="7449" y="853"/>
                    </a:lnTo>
                    <a:lnTo>
                      <a:pt x="7419" y="787"/>
                    </a:lnTo>
                    <a:lnTo>
                      <a:pt x="7389" y="727"/>
                    </a:lnTo>
                    <a:lnTo>
                      <a:pt x="7329" y="655"/>
                    </a:lnTo>
                    <a:lnTo>
                      <a:pt x="7239" y="588"/>
                    </a:lnTo>
                    <a:lnTo>
                      <a:pt x="7149" y="522"/>
                    </a:lnTo>
                    <a:lnTo>
                      <a:pt x="7028" y="450"/>
                    </a:lnTo>
                    <a:lnTo>
                      <a:pt x="6878" y="384"/>
                    </a:lnTo>
                    <a:lnTo>
                      <a:pt x="6698" y="311"/>
                    </a:lnTo>
                    <a:lnTo>
                      <a:pt x="6488" y="238"/>
                    </a:lnTo>
                    <a:lnTo>
                      <a:pt x="6217" y="172"/>
                    </a:lnTo>
                    <a:lnTo>
                      <a:pt x="5917" y="120"/>
                    </a:lnTo>
                    <a:lnTo>
                      <a:pt x="5557" y="80"/>
                    </a:lnTo>
                    <a:lnTo>
                      <a:pt x="5196" y="47"/>
                    </a:lnTo>
                    <a:lnTo>
                      <a:pt x="4806" y="20"/>
                    </a:lnTo>
                    <a:lnTo>
                      <a:pt x="4415" y="7"/>
                    </a:lnTo>
                    <a:lnTo>
                      <a:pt x="3995" y="1"/>
                    </a:lnTo>
                    <a:close/>
                  </a:path>
                </a:pathLst>
              </a:custGeom>
              <a:solidFill>
                <a:srgbClr val="539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84"/>
              <p:cNvSpPr/>
              <p:nvPr/>
            </p:nvSpPr>
            <p:spPr>
              <a:xfrm rot="10800000">
                <a:off x="4721435" y="2695944"/>
                <a:ext cx="99668" cy="54052"/>
              </a:xfrm>
              <a:custGeom>
                <a:avLst/>
                <a:gdLst/>
                <a:ahLst/>
                <a:cxnLst/>
                <a:rect l="l" t="t" r="r" b="b"/>
                <a:pathLst>
                  <a:path w="7449" h="899" fill="none" extrusionOk="0">
                    <a:moveTo>
                      <a:pt x="0" y="899"/>
                    </a:moveTo>
                    <a:lnTo>
                      <a:pt x="0" y="899"/>
                    </a:lnTo>
                    <a:lnTo>
                      <a:pt x="30" y="899"/>
                    </a:lnTo>
                    <a:lnTo>
                      <a:pt x="30" y="899"/>
                    </a:lnTo>
                    <a:lnTo>
                      <a:pt x="4986" y="899"/>
                    </a:lnTo>
                    <a:lnTo>
                      <a:pt x="4986" y="899"/>
                    </a:lnTo>
                    <a:lnTo>
                      <a:pt x="7449" y="899"/>
                    </a:lnTo>
                    <a:lnTo>
                      <a:pt x="7449" y="853"/>
                    </a:lnTo>
                    <a:lnTo>
                      <a:pt x="7449" y="853"/>
                    </a:lnTo>
                    <a:lnTo>
                      <a:pt x="7419" y="787"/>
                    </a:lnTo>
                    <a:lnTo>
                      <a:pt x="7389" y="727"/>
                    </a:lnTo>
                    <a:lnTo>
                      <a:pt x="7329" y="655"/>
                    </a:lnTo>
                    <a:lnTo>
                      <a:pt x="7239" y="588"/>
                    </a:lnTo>
                    <a:lnTo>
                      <a:pt x="7149" y="522"/>
                    </a:lnTo>
                    <a:lnTo>
                      <a:pt x="7028" y="450"/>
                    </a:lnTo>
                    <a:lnTo>
                      <a:pt x="6878" y="384"/>
                    </a:lnTo>
                    <a:lnTo>
                      <a:pt x="6698" y="311"/>
                    </a:lnTo>
                    <a:lnTo>
                      <a:pt x="6698" y="311"/>
                    </a:lnTo>
                    <a:lnTo>
                      <a:pt x="6488" y="238"/>
                    </a:lnTo>
                    <a:lnTo>
                      <a:pt x="6217" y="172"/>
                    </a:lnTo>
                    <a:lnTo>
                      <a:pt x="5917" y="120"/>
                    </a:lnTo>
                    <a:lnTo>
                      <a:pt x="5557" y="80"/>
                    </a:lnTo>
                    <a:lnTo>
                      <a:pt x="5196" y="47"/>
                    </a:lnTo>
                    <a:lnTo>
                      <a:pt x="4806" y="20"/>
                    </a:lnTo>
                    <a:lnTo>
                      <a:pt x="4415" y="7"/>
                    </a:lnTo>
                    <a:lnTo>
                      <a:pt x="3995" y="1"/>
                    </a:lnTo>
                    <a:lnTo>
                      <a:pt x="3995" y="1"/>
                    </a:lnTo>
                    <a:lnTo>
                      <a:pt x="3454" y="1"/>
                    </a:lnTo>
                    <a:lnTo>
                      <a:pt x="0" y="1"/>
                    </a:lnTo>
                    <a:lnTo>
                      <a:pt x="0" y="89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84"/>
              <p:cNvSpPr/>
              <p:nvPr/>
            </p:nvSpPr>
            <p:spPr>
              <a:xfrm rot="10800000">
                <a:off x="4618158" y="2245969"/>
                <a:ext cx="101675" cy="251443"/>
              </a:xfrm>
              <a:custGeom>
                <a:avLst/>
                <a:gdLst/>
                <a:ahLst/>
                <a:cxnLst/>
                <a:rect l="l" t="t" r="r" b="b"/>
                <a:pathLst>
                  <a:path w="7599" h="4182" extrusionOk="0">
                    <a:moveTo>
                      <a:pt x="30" y="1"/>
                    </a:moveTo>
                    <a:lnTo>
                      <a:pt x="30" y="14"/>
                    </a:lnTo>
                    <a:lnTo>
                      <a:pt x="421" y="20"/>
                    </a:lnTo>
                    <a:lnTo>
                      <a:pt x="811" y="40"/>
                    </a:lnTo>
                    <a:lnTo>
                      <a:pt x="1231" y="60"/>
                    </a:lnTo>
                    <a:lnTo>
                      <a:pt x="1592" y="93"/>
                    </a:lnTo>
                    <a:lnTo>
                      <a:pt x="1982" y="133"/>
                    </a:lnTo>
                    <a:lnTo>
                      <a:pt x="2313" y="172"/>
                    </a:lnTo>
                    <a:lnTo>
                      <a:pt x="2643" y="219"/>
                    </a:lnTo>
                    <a:lnTo>
                      <a:pt x="2973" y="271"/>
                    </a:lnTo>
                    <a:lnTo>
                      <a:pt x="3214" y="331"/>
                    </a:lnTo>
                    <a:lnTo>
                      <a:pt x="3424" y="397"/>
                    </a:lnTo>
                    <a:lnTo>
                      <a:pt x="3604" y="470"/>
                    </a:lnTo>
                    <a:lnTo>
                      <a:pt x="3724" y="549"/>
                    </a:lnTo>
                    <a:lnTo>
                      <a:pt x="3814" y="635"/>
                    </a:lnTo>
                    <a:lnTo>
                      <a:pt x="3905" y="727"/>
                    </a:lnTo>
                    <a:lnTo>
                      <a:pt x="3935" y="820"/>
                    </a:lnTo>
                    <a:lnTo>
                      <a:pt x="3935" y="912"/>
                    </a:lnTo>
                    <a:lnTo>
                      <a:pt x="3935" y="1777"/>
                    </a:lnTo>
                    <a:lnTo>
                      <a:pt x="3935" y="1844"/>
                    </a:lnTo>
                    <a:lnTo>
                      <a:pt x="3965" y="1744"/>
                    </a:lnTo>
                    <a:lnTo>
                      <a:pt x="3995" y="1652"/>
                    </a:lnTo>
                    <a:lnTo>
                      <a:pt x="4085" y="1559"/>
                    </a:lnTo>
                    <a:lnTo>
                      <a:pt x="4175" y="1474"/>
                    </a:lnTo>
                    <a:lnTo>
                      <a:pt x="4295" y="1388"/>
                    </a:lnTo>
                    <a:lnTo>
                      <a:pt x="4415" y="1322"/>
                    </a:lnTo>
                    <a:lnTo>
                      <a:pt x="4595" y="1256"/>
                    </a:lnTo>
                    <a:lnTo>
                      <a:pt x="4776" y="1209"/>
                    </a:lnTo>
                    <a:lnTo>
                      <a:pt x="5046" y="1150"/>
                    </a:lnTo>
                    <a:lnTo>
                      <a:pt x="5346" y="1097"/>
                    </a:lnTo>
                    <a:lnTo>
                      <a:pt x="5677" y="1057"/>
                    </a:lnTo>
                    <a:lnTo>
                      <a:pt x="6007" y="1024"/>
                    </a:lnTo>
                    <a:lnTo>
                      <a:pt x="6367" y="991"/>
                    </a:lnTo>
                    <a:lnTo>
                      <a:pt x="6728" y="972"/>
                    </a:lnTo>
                    <a:lnTo>
                      <a:pt x="7118" y="965"/>
                    </a:lnTo>
                    <a:lnTo>
                      <a:pt x="7539" y="958"/>
                    </a:lnTo>
                    <a:lnTo>
                      <a:pt x="7599" y="958"/>
                    </a:lnTo>
                    <a:lnTo>
                      <a:pt x="7599" y="939"/>
                    </a:lnTo>
                    <a:lnTo>
                      <a:pt x="7118" y="945"/>
                    </a:lnTo>
                    <a:lnTo>
                      <a:pt x="6668" y="939"/>
                    </a:lnTo>
                    <a:lnTo>
                      <a:pt x="6217" y="919"/>
                    </a:lnTo>
                    <a:lnTo>
                      <a:pt x="5827" y="892"/>
                    </a:lnTo>
                    <a:lnTo>
                      <a:pt x="5436" y="853"/>
                    </a:lnTo>
                    <a:lnTo>
                      <a:pt x="5076" y="806"/>
                    </a:lnTo>
                    <a:lnTo>
                      <a:pt x="4746" y="754"/>
                    </a:lnTo>
                    <a:lnTo>
                      <a:pt x="4445" y="694"/>
                    </a:lnTo>
                    <a:lnTo>
                      <a:pt x="4175" y="628"/>
                    </a:lnTo>
                    <a:lnTo>
                      <a:pt x="3935" y="555"/>
                    </a:lnTo>
                    <a:lnTo>
                      <a:pt x="3724" y="483"/>
                    </a:lnTo>
                    <a:lnTo>
                      <a:pt x="3514" y="404"/>
                    </a:lnTo>
                    <a:lnTo>
                      <a:pt x="3364" y="324"/>
                    </a:lnTo>
                    <a:lnTo>
                      <a:pt x="3244" y="245"/>
                    </a:lnTo>
                    <a:lnTo>
                      <a:pt x="3154" y="166"/>
                    </a:lnTo>
                    <a:lnTo>
                      <a:pt x="3124" y="80"/>
                    </a:lnTo>
                    <a:lnTo>
                      <a:pt x="3094" y="1"/>
                    </a:lnTo>
                    <a:close/>
                    <a:moveTo>
                      <a:pt x="3935" y="1877"/>
                    </a:moveTo>
                    <a:lnTo>
                      <a:pt x="3905" y="1976"/>
                    </a:lnTo>
                    <a:lnTo>
                      <a:pt x="3814" y="2068"/>
                    </a:lnTo>
                    <a:lnTo>
                      <a:pt x="3724" y="2161"/>
                    </a:lnTo>
                    <a:lnTo>
                      <a:pt x="3604" y="2246"/>
                    </a:lnTo>
                    <a:lnTo>
                      <a:pt x="3454" y="2319"/>
                    </a:lnTo>
                    <a:lnTo>
                      <a:pt x="3304" y="2385"/>
                    </a:lnTo>
                    <a:lnTo>
                      <a:pt x="3124" y="2438"/>
                    </a:lnTo>
                    <a:lnTo>
                      <a:pt x="2853" y="2497"/>
                    </a:lnTo>
                    <a:lnTo>
                      <a:pt x="2553" y="2550"/>
                    </a:lnTo>
                    <a:lnTo>
                      <a:pt x="2253" y="2597"/>
                    </a:lnTo>
                    <a:lnTo>
                      <a:pt x="1922" y="2630"/>
                    </a:lnTo>
                    <a:lnTo>
                      <a:pt x="1562" y="2663"/>
                    </a:lnTo>
                    <a:lnTo>
                      <a:pt x="1201" y="2682"/>
                    </a:lnTo>
                    <a:lnTo>
                      <a:pt x="841" y="2696"/>
                    </a:lnTo>
                    <a:lnTo>
                      <a:pt x="421" y="2702"/>
                    </a:lnTo>
                    <a:lnTo>
                      <a:pt x="30" y="2696"/>
                    </a:lnTo>
                    <a:lnTo>
                      <a:pt x="30" y="3283"/>
                    </a:lnTo>
                    <a:lnTo>
                      <a:pt x="0" y="3389"/>
                    </a:lnTo>
                    <a:lnTo>
                      <a:pt x="30" y="3501"/>
                    </a:lnTo>
                    <a:lnTo>
                      <a:pt x="120" y="3607"/>
                    </a:lnTo>
                    <a:lnTo>
                      <a:pt x="270" y="3706"/>
                    </a:lnTo>
                    <a:lnTo>
                      <a:pt x="481" y="3799"/>
                    </a:lnTo>
                    <a:lnTo>
                      <a:pt x="601" y="3845"/>
                    </a:lnTo>
                    <a:lnTo>
                      <a:pt x="751" y="3885"/>
                    </a:lnTo>
                    <a:lnTo>
                      <a:pt x="901" y="3924"/>
                    </a:lnTo>
                    <a:lnTo>
                      <a:pt x="1081" y="3957"/>
                    </a:lnTo>
                    <a:lnTo>
                      <a:pt x="1292" y="3990"/>
                    </a:lnTo>
                    <a:lnTo>
                      <a:pt x="1472" y="4017"/>
                    </a:lnTo>
                    <a:lnTo>
                      <a:pt x="1802" y="4056"/>
                    </a:lnTo>
                    <a:lnTo>
                      <a:pt x="2133" y="4089"/>
                    </a:lnTo>
                    <a:lnTo>
                      <a:pt x="2463" y="4116"/>
                    </a:lnTo>
                    <a:lnTo>
                      <a:pt x="2793" y="4136"/>
                    </a:lnTo>
                    <a:lnTo>
                      <a:pt x="3094" y="4155"/>
                    </a:lnTo>
                    <a:lnTo>
                      <a:pt x="3394" y="4169"/>
                    </a:lnTo>
                    <a:lnTo>
                      <a:pt x="3694" y="4175"/>
                    </a:lnTo>
                    <a:lnTo>
                      <a:pt x="3995" y="4182"/>
                    </a:lnTo>
                    <a:lnTo>
                      <a:pt x="3965" y="4096"/>
                    </a:lnTo>
                    <a:lnTo>
                      <a:pt x="3935" y="4010"/>
                    </a:lnTo>
                    <a:lnTo>
                      <a:pt x="3935" y="1877"/>
                    </a:lnTo>
                    <a:close/>
                  </a:path>
                </a:pathLst>
              </a:custGeom>
              <a:solidFill>
                <a:srgbClr val="B9D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84"/>
              <p:cNvSpPr/>
              <p:nvPr/>
            </p:nvSpPr>
            <p:spPr>
              <a:xfrm rot="10800000">
                <a:off x="4618158" y="2245969"/>
                <a:ext cx="101675" cy="251443"/>
              </a:xfrm>
              <a:custGeom>
                <a:avLst/>
                <a:gdLst/>
                <a:ahLst/>
                <a:cxnLst/>
                <a:rect l="l" t="t" r="r" b="b"/>
                <a:pathLst>
                  <a:path w="7599" h="4182" fill="none" extrusionOk="0">
                    <a:moveTo>
                      <a:pt x="3995" y="4182"/>
                    </a:moveTo>
                    <a:lnTo>
                      <a:pt x="3995" y="4182"/>
                    </a:lnTo>
                    <a:lnTo>
                      <a:pt x="3965" y="4096"/>
                    </a:lnTo>
                    <a:lnTo>
                      <a:pt x="3935" y="4010"/>
                    </a:lnTo>
                    <a:lnTo>
                      <a:pt x="3935" y="1844"/>
                    </a:lnTo>
                    <a:lnTo>
                      <a:pt x="3935" y="1844"/>
                    </a:lnTo>
                    <a:lnTo>
                      <a:pt x="3965" y="1744"/>
                    </a:lnTo>
                    <a:lnTo>
                      <a:pt x="3995" y="1652"/>
                    </a:lnTo>
                    <a:lnTo>
                      <a:pt x="4085" y="1559"/>
                    </a:lnTo>
                    <a:lnTo>
                      <a:pt x="4175" y="1474"/>
                    </a:lnTo>
                    <a:lnTo>
                      <a:pt x="4295" y="1388"/>
                    </a:lnTo>
                    <a:lnTo>
                      <a:pt x="4415" y="1322"/>
                    </a:lnTo>
                    <a:lnTo>
                      <a:pt x="4595" y="1256"/>
                    </a:lnTo>
                    <a:lnTo>
                      <a:pt x="4776" y="1209"/>
                    </a:lnTo>
                    <a:lnTo>
                      <a:pt x="4776" y="1209"/>
                    </a:lnTo>
                    <a:lnTo>
                      <a:pt x="5046" y="1150"/>
                    </a:lnTo>
                    <a:lnTo>
                      <a:pt x="5346" y="1097"/>
                    </a:lnTo>
                    <a:lnTo>
                      <a:pt x="5677" y="1057"/>
                    </a:lnTo>
                    <a:lnTo>
                      <a:pt x="6007" y="1024"/>
                    </a:lnTo>
                    <a:lnTo>
                      <a:pt x="6367" y="991"/>
                    </a:lnTo>
                    <a:lnTo>
                      <a:pt x="6728" y="972"/>
                    </a:lnTo>
                    <a:lnTo>
                      <a:pt x="7118" y="965"/>
                    </a:lnTo>
                    <a:lnTo>
                      <a:pt x="7539" y="958"/>
                    </a:lnTo>
                    <a:lnTo>
                      <a:pt x="7539" y="958"/>
                    </a:lnTo>
                    <a:lnTo>
                      <a:pt x="7599" y="958"/>
                    </a:lnTo>
                    <a:lnTo>
                      <a:pt x="7599" y="939"/>
                    </a:lnTo>
                    <a:lnTo>
                      <a:pt x="7599" y="939"/>
                    </a:lnTo>
                    <a:lnTo>
                      <a:pt x="7118" y="945"/>
                    </a:lnTo>
                    <a:lnTo>
                      <a:pt x="7118" y="945"/>
                    </a:lnTo>
                    <a:lnTo>
                      <a:pt x="6668" y="939"/>
                    </a:lnTo>
                    <a:lnTo>
                      <a:pt x="6217" y="919"/>
                    </a:lnTo>
                    <a:lnTo>
                      <a:pt x="5827" y="892"/>
                    </a:lnTo>
                    <a:lnTo>
                      <a:pt x="5436" y="853"/>
                    </a:lnTo>
                    <a:lnTo>
                      <a:pt x="5076" y="806"/>
                    </a:lnTo>
                    <a:lnTo>
                      <a:pt x="4746" y="754"/>
                    </a:lnTo>
                    <a:lnTo>
                      <a:pt x="4445" y="694"/>
                    </a:lnTo>
                    <a:lnTo>
                      <a:pt x="4175" y="628"/>
                    </a:lnTo>
                    <a:lnTo>
                      <a:pt x="3935" y="555"/>
                    </a:lnTo>
                    <a:lnTo>
                      <a:pt x="3724" y="483"/>
                    </a:lnTo>
                    <a:lnTo>
                      <a:pt x="3514" y="404"/>
                    </a:lnTo>
                    <a:lnTo>
                      <a:pt x="3364" y="324"/>
                    </a:lnTo>
                    <a:lnTo>
                      <a:pt x="3244" y="245"/>
                    </a:lnTo>
                    <a:lnTo>
                      <a:pt x="3154" y="166"/>
                    </a:lnTo>
                    <a:lnTo>
                      <a:pt x="3124" y="80"/>
                    </a:lnTo>
                    <a:lnTo>
                      <a:pt x="3094" y="1"/>
                    </a:lnTo>
                    <a:lnTo>
                      <a:pt x="150" y="1"/>
                    </a:lnTo>
                    <a:lnTo>
                      <a:pt x="150" y="1"/>
                    </a:lnTo>
                    <a:lnTo>
                      <a:pt x="150" y="1"/>
                    </a:lnTo>
                    <a:lnTo>
                      <a:pt x="120" y="1"/>
                    </a:lnTo>
                    <a:lnTo>
                      <a:pt x="120" y="1"/>
                    </a:lnTo>
                    <a:lnTo>
                      <a:pt x="30" y="1"/>
                    </a:lnTo>
                    <a:lnTo>
                      <a:pt x="30" y="14"/>
                    </a:lnTo>
                    <a:lnTo>
                      <a:pt x="30" y="14"/>
                    </a:lnTo>
                    <a:lnTo>
                      <a:pt x="421" y="20"/>
                    </a:lnTo>
                    <a:lnTo>
                      <a:pt x="811" y="40"/>
                    </a:lnTo>
                    <a:lnTo>
                      <a:pt x="1231" y="60"/>
                    </a:lnTo>
                    <a:lnTo>
                      <a:pt x="1592" y="93"/>
                    </a:lnTo>
                    <a:lnTo>
                      <a:pt x="1982" y="133"/>
                    </a:lnTo>
                    <a:lnTo>
                      <a:pt x="2313" y="172"/>
                    </a:lnTo>
                    <a:lnTo>
                      <a:pt x="2643" y="219"/>
                    </a:lnTo>
                    <a:lnTo>
                      <a:pt x="2973" y="271"/>
                    </a:lnTo>
                    <a:lnTo>
                      <a:pt x="2973" y="271"/>
                    </a:lnTo>
                    <a:lnTo>
                      <a:pt x="3214" y="331"/>
                    </a:lnTo>
                    <a:lnTo>
                      <a:pt x="3424" y="397"/>
                    </a:lnTo>
                    <a:lnTo>
                      <a:pt x="3604" y="470"/>
                    </a:lnTo>
                    <a:lnTo>
                      <a:pt x="3724" y="549"/>
                    </a:lnTo>
                    <a:lnTo>
                      <a:pt x="3814" y="635"/>
                    </a:lnTo>
                    <a:lnTo>
                      <a:pt x="3905" y="727"/>
                    </a:lnTo>
                    <a:lnTo>
                      <a:pt x="3935" y="820"/>
                    </a:lnTo>
                    <a:lnTo>
                      <a:pt x="3935" y="912"/>
                    </a:lnTo>
                    <a:lnTo>
                      <a:pt x="3935" y="1777"/>
                    </a:lnTo>
                    <a:lnTo>
                      <a:pt x="3935" y="1777"/>
                    </a:lnTo>
                    <a:lnTo>
                      <a:pt x="3935" y="1877"/>
                    </a:lnTo>
                    <a:lnTo>
                      <a:pt x="3905" y="1976"/>
                    </a:lnTo>
                    <a:lnTo>
                      <a:pt x="3814" y="2068"/>
                    </a:lnTo>
                    <a:lnTo>
                      <a:pt x="3724" y="2161"/>
                    </a:lnTo>
                    <a:lnTo>
                      <a:pt x="3604" y="2246"/>
                    </a:lnTo>
                    <a:lnTo>
                      <a:pt x="3454" y="2319"/>
                    </a:lnTo>
                    <a:lnTo>
                      <a:pt x="3304" y="2385"/>
                    </a:lnTo>
                    <a:lnTo>
                      <a:pt x="3124" y="2438"/>
                    </a:lnTo>
                    <a:lnTo>
                      <a:pt x="3124" y="2438"/>
                    </a:lnTo>
                    <a:lnTo>
                      <a:pt x="2853" y="2497"/>
                    </a:lnTo>
                    <a:lnTo>
                      <a:pt x="2553" y="2550"/>
                    </a:lnTo>
                    <a:lnTo>
                      <a:pt x="2253" y="2597"/>
                    </a:lnTo>
                    <a:lnTo>
                      <a:pt x="1922" y="2630"/>
                    </a:lnTo>
                    <a:lnTo>
                      <a:pt x="1562" y="2663"/>
                    </a:lnTo>
                    <a:lnTo>
                      <a:pt x="1201" y="2682"/>
                    </a:lnTo>
                    <a:lnTo>
                      <a:pt x="841" y="2696"/>
                    </a:lnTo>
                    <a:lnTo>
                      <a:pt x="421" y="2702"/>
                    </a:lnTo>
                    <a:lnTo>
                      <a:pt x="421" y="2702"/>
                    </a:lnTo>
                    <a:lnTo>
                      <a:pt x="30" y="2696"/>
                    </a:lnTo>
                    <a:lnTo>
                      <a:pt x="30" y="3283"/>
                    </a:lnTo>
                    <a:lnTo>
                      <a:pt x="30" y="3283"/>
                    </a:lnTo>
                    <a:lnTo>
                      <a:pt x="0" y="3389"/>
                    </a:lnTo>
                    <a:lnTo>
                      <a:pt x="30" y="3501"/>
                    </a:lnTo>
                    <a:lnTo>
                      <a:pt x="120" y="3607"/>
                    </a:lnTo>
                    <a:lnTo>
                      <a:pt x="270" y="3706"/>
                    </a:lnTo>
                    <a:lnTo>
                      <a:pt x="481" y="3799"/>
                    </a:lnTo>
                    <a:lnTo>
                      <a:pt x="601" y="3845"/>
                    </a:lnTo>
                    <a:lnTo>
                      <a:pt x="751" y="3885"/>
                    </a:lnTo>
                    <a:lnTo>
                      <a:pt x="901" y="3924"/>
                    </a:lnTo>
                    <a:lnTo>
                      <a:pt x="1081" y="3957"/>
                    </a:lnTo>
                    <a:lnTo>
                      <a:pt x="1292" y="3990"/>
                    </a:lnTo>
                    <a:lnTo>
                      <a:pt x="1472" y="4017"/>
                    </a:lnTo>
                    <a:lnTo>
                      <a:pt x="1472" y="4017"/>
                    </a:lnTo>
                    <a:lnTo>
                      <a:pt x="1802" y="4056"/>
                    </a:lnTo>
                    <a:lnTo>
                      <a:pt x="2133" y="4089"/>
                    </a:lnTo>
                    <a:lnTo>
                      <a:pt x="2463" y="4116"/>
                    </a:lnTo>
                    <a:lnTo>
                      <a:pt x="2793" y="4136"/>
                    </a:lnTo>
                    <a:lnTo>
                      <a:pt x="3094" y="4155"/>
                    </a:lnTo>
                    <a:lnTo>
                      <a:pt x="3394" y="4169"/>
                    </a:lnTo>
                    <a:lnTo>
                      <a:pt x="3694" y="4175"/>
                    </a:lnTo>
                    <a:lnTo>
                      <a:pt x="3995" y="418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84"/>
              <p:cNvSpPr/>
              <p:nvPr/>
            </p:nvSpPr>
            <p:spPr>
              <a:xfrm rot="10800000">
                <a:off x="4618158" y="2497351"/>
                <a:ext cx="101273" cy="98124"/>
              </a:xfrm>
              <a:custGeom>
                <a:avLst/>
                <a:gdLst/>
                <a:ahLst/>
                <a:cxnLst/>
                <a:rect l="l" t="t" r="r" b="b"/>
                <a:pathLst>
                  <a:path w="7569" h="1632" extrusionOk="0">
                    <a:moveTo>
                      <a:pt x="3154" y="0"/>
                    </a:moveTo>
                    <a:lnTo>
                      <a:pt x="2823" y="7"/>
                    </a:lnTo>
                    <a:lnTo>
                      <a:pt x="2523" y="20"/>
                    </a:lnTo>
                    <a:lnTo>
                      <a:pt x="2223" y="46"/>
                    </a:lnTo>
                    <a:lnTo>
                      <a:pt x="1922" y="73"/>
                    </a:lnTo>
                    <a:lnTo>
                      <a:pt x="1622" y="106"/>
                    </a:lnTo>
                    <a:lnTo>
                      <a:pt x="1352" y="145"/>
                    </a:lnTo>
                    <a:lnTo>
                      <a:pt x="1081" y="192"/>
                    </a:lnTo>
                    <a:lnTo>
                      <a:pt x="901" y="238"/>
                    </a:lnTo>
                    <a:lnTo>
                      <a:pt x="721" y="297"/>
                    </a:lnTo>
                    <a:lnTo>
                      <a:pt x="541" y="363"/>
                    </a:lnTo>
                    <a:lnTo>
                      <a:pt x="391" y="436"/>
                    </a:lnTo>
                    <a:lnTo>
                      <a:pt x="240" y="515"/>
                    </a:lnTo>
                    <a:lnTo>
                      <a:pt x="120" y="601"/>
                    </a:lnTo>
                    <a:lnTo>
                      <a:pt x="30" y="687"/>
                    </a:lnTo>
                    <a:lnTo>
                      <a:pt x="0" y="780"/>
                    </a:lnTo>
                    <a:lnTo>
                      <a:pt x="0" y="1632"/>
                    </a:lnTo>
                    <a:lnTo>
                      <a:pt x="3064" y="1632"/>
                    </a:lnTo>
                    <a:lnTo>
                      <a:pt x="3064" y="1625"/>
                    </a:lnTo>
                    <a:lnTo>
                      <a:pt x="3094" y="1500"/>
                    </a:lnTo>
                    <a:lnTo>
                      <a:pt x="3154" y="1381"/>
                    </a:lnTo>
                    <a:lnTo>
                      <a:pt x="3304" y="1282"/>
                    </a:lnTo>
                    <a:lnTo>
                      <a:pt x="3454" y="1189"/>
                    </a:lnTo>
                    <a:lnTo>
                      <a:pt x="3664" y="1110"/>
                    </a:lnTo>
                    <a:lnTo>
                      <a:pt x="3905" y="1044"/>
                    </a:lnTo>
                    <a:lnTo>
                      <a:pt x="4175" y="991"/>
                    </a:lnTo>
                    <a:lnTo>
                      <a:pt x="4475" y="938"/>
                    </a:lnTo>
                    <a:lnTo>
                      <a:pt x="4806" y="898"/>
                    </a:lnTo>
                    <a:lnTo>
                      <a:pt x="5136" y="872"/>
                    </a:lnTo>
                    <a:lnTo>
                      <a:pt x="5496" y="846"/>
                    </a:lnTo>
                    <a:lnTo>
                      <a:pt x="5857" y="826"/>
                    </a:lnTo>
                    <a:lnTo>
                      <a:pt x="6217" y="819"/>
                    </a:lnTo>
                    <a:lnTo>
                      <a:pt x="6608" y="806"/>
                    </a:lnTo>
                    <a:lnTo>
                      <a:pt x="7569" y="806"/>
                    </a:lnTo>
                    <a:lnTo>
                      <a:pt x="7539" y="727"/>
                    </a:lnTo>
                    <a:lnTo>
                      <a:pt x="7479" y="647"/>
                    </a:lnTo>
                    <a:lnTo>
                      <a:pt x="7419" y="568"/>
                    </a:lnTo>
                    <a:lnTo>
                      <a:pt x="7299" y="495"/>
                    </a:lnTo>
                    <a:lnTo>
                      <a:pt x="7178" y="423"/>
                    </a:lnTo>
                    <a:lnTo>
                      <a:pt x="6998" y="363"/>
                    </a:lnTo>
                    <a:lnTo>
                      <a:pt x="6818" y="304"/>
                    </a:lnTo>
                    <a:lnTo>
                      <a:pt x="6578" y="258"/>
                    </a:lnTo>
                    <a:lnTo>
                      <a:pt x="6277" y="198"/>
                    </a:lnTo>
                    <a:lnTo>
                      <a:pt x="5917" y="152"/>
                    </a:lnTo>
                    <a:lnTo>
                      <a:pt x="5557" y="106"/>
                    </a:lnTo>
                    <a:lnTo>
                      <a:pt x="5136" y="66"/>
                    </a:lnTo>
                    <a:lnTo>
                      <a:pt x="4746" y="40"/>
                    </a:lnTo>
                    <a:lnTo>
                      <a:pt x="4325" y="13"/>
                    </a:lnTo>
                    <a:lnTo>
                      <a:pt x="3905" y="0"/>
                    </a:lnTo>
                    <a:close/>
                  </a:path>
                </a:pathLst>
              </a:custGeom>
              <a:solidFill>
                <a:srgbClr val="B9B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84"/>
              <p:cNvSpPr/>
              <p:nvPr/>
            </p:nvSpPr>
            <p:spPr>
              <a:xfrm rot="10800000">
                <a:off x="4618158" y="2497351"/>
                <a:ext cx="101273" cy="98124"/>
              </a:xfrm>
              <a:custGeom>
                <a:avLst/>
                <a:gdLst/>
                <a:ahLst/>
                <a:cxnLst/>
                <a:rect l="l" t="t" r="r" b="b"/>
                <a:pathLst>
                  <a:path w="7569" h="1632" fill="none" extrusionOk="0">
                    <a:moveTo>
                      <a:pt x="120" y="1632"/>
                    </a:moveTo>
                    <a:lnTo>
                      <a:pt x="3064" y="1632"/>
                    </a:lnTo>
                    <a:lnTo>
                      <a:pt x="3064" y="1632"/>
                    </a:lnTo>
                    <a:lnTo>
                      <a:pt x="3064" y="1625"/>
                    </a:lnTo>
                    <a:lnTo>
                      <a:pt x="3064" y="1625"/>
                    </a:lnTo>
                    <a:lnTo>
                      <a:pt x="3094" y="1500"/>
                    </a:lnTo>
                    <a:lnTo>
                      <a:pt x="3154" y="1381"/>
                    </a:lnTo>
                    <a:lnTo>
                      <a:pt x="3304" y="1282"/>
                    </a:lnTo>
                    <a:lnTo>
                      <a:pt x="3454" y="1189"/>
                    </a:lnTo>
                    <a:lnTo>
                      <a:pt x="3664" y="1110"/>
                    </a:lnTo>
                    <a:lnTo>
                      <a:pt x="3905" y="1044"/>
                    </a:lnTo>
                    <a:lnTo>
                      <a:pt x="4175" y="991"/>
                    </a:lnTo>
                    <a:lnTo>
                      <a:pt x="4475" y="938"/>
                    </a:lnTo>
                    <a:lnTo>
                      <a:pt x="4806" y="898"/>
                    </a:lnTo>
                    <a:lnTo>
                      <a:pt x="5136" y="872"/>
                    </a:lnTo>
                    <a:lnTo>
                      <a:pt x="5496" y="846"/>
                    </a:lnTo>
                    <a:lnTo>
                      <a:pt x="5857" y="826"/>
                    </a:lnTo>
                    <a:lnTo>
                      <a:pt x="6217" y="819"/>
                    </a:lnTo>
                    <a:lnTo>
                      <a:pt x="6608" y="806"/>
                    </a:lnTo>
                    <a:lnTo>
                      <a:pt x="7329" y="806"/>
                    </a:lnTo>
                    <a:lnTo>
                      <a:pt x="7329" y="806"/>
                    </a:lnTo>
                    <a:lnTo>
                      <a:pt x="7569" y="806"/>
                    </a:lnTo>
                    <a:lnTo>
                      <a:pt x="7569" y="806"/>
                    </a:lnTo>
                    <a:lnTo>
                      <a:pt x="7539" y="727"/>
                    </a:lnTo>
                    <a:lnTo>
                      <a:pt x="7479" y="647"/>
                    </a:lnTo>
                    <a:lnTo>
                      <a:pt x="7419" y="568"/>
                    </a:lnTo>
                    <a:lnTo>
                      <a:pt x="7299" y="495"/>
                    </a:lnTo>
                    <a:lnTo>
                      <a:pt x="7178" y="423"/>
                    </a:lnTo>
                    <a:lnTo>
                      <a:pt x="6998" y="363"/>
                    </a:lnTo>
                    <a:lnTo>
                      <a:pt x="6818" y="304"/>
                    </a:lnTo>
                    <a:lnTo>
                      <a:pt x="6578" y="258"/>
                    </a:lnTo>
                    <a:lnTo>
                      <a:pt x="6578" y="258"/>
                    </a:lnTo>
                    <a:lnTo>
                      <a:pt x="6277" y="198"/>
                    </a:lnTo>
                    <a:lnTo>
                      <a:pt x="5917" y="152"/>
                    </a:lnTo>
                    <a:lnTo>
                      <a:pt x="5557" y="106"/>
                    </a:lnTo>
                    <a:lnTo>
                      <a:pt x="5136" y="66"/>
                    </a:lnTo>
                    <a:lnTo>
                      <a:pt x="4746" y="40"/>
                    </a:lnTo>
                    <a:lnTo>
                      <a:pt x="4325" y="13"/>
                    </a:lnTo>
                    <a:lnTo>
                      <a:pt x="3905" y="0"/>
                    </a:lnTo>
                    <a:lnTo>
                      <a:pt x="3454" y="0"/>
                    </a:lnTo>
                    <a:lnTo>
                      <a:pt x="3454" y="0"/>
                    </a:lnTo>
                    <a:lnTo>
                      <a:pt x="3154" y="0"/>
                    </a:lnTo>
                    <a:lnTo>
                      <a:pt x="2823" y="7"/>
                    </a:lnTo>
                    <a:lnTo>
                      <a:pt x="2523" y="20"/>
                    </a:lnTo>
                    <a:lnTo>
                      <a:pt x="2223" y="46"/>
                    </a:lnTo>
                    <a:lnTo>
                      <a:pt x="1922" y="73"/>
                    </a:lnTo>
                    <a:lnTo>
                      <a:pt x="1622" y="106"/>
                    </a:lnTo>
                    <a:lnTo>
                      <a:pt x="1352" y="145"/>
                    </a:lnTo>
                    <a:lnTo>
                      <a:pt x="1081" y="192"/>
                    </a:lnTo>
                    <a:lnTo>
                      <a:pt x="1081" y="192"/>
                    </a:lnTo>
                    <a:lnTo>
                      <a:pt x="901" y="238"/>
                    </a:lnTo>
                    <a:lnTo>
                      <a:pt x="721" y="297"/>
                    </a:lnTo>
                    <a:lnTo>
                      <a:pt x="541" y="363"/>
                    </a:lnTo>
                    <a:lnTo>
                      <a:pt x="391" y="436"/>
                    </a:lnTo>
                    <a:lnTo>
                      <a:pt x="240" y="515"/>
                    </a:lnTo>
                    <a:lnTo>
                      <a:pt x="120" y="601"/>
                    </a:lnTo>
                    <a:lnTo>
                      <a:pt x="30" y="687"/>
                    </a:lnTo>
                    <a:lnTo>
                      <a:pt x="0" y="780"/>
                    </a:lnTo>
                    <a:lnTo>
                      <a:pt x="0" y="1632"/>
                    </a:lnTo>
                    <a:lnTo>
                      <a:pt x="0" y="1632"/>
                    </a:lnTo>
                    <a:lnTo>
                      <a:pt x="90" y="1632"/>
                    </a:lnTo>
                    <a:lnTo>
                      <a:pt x="90" y="1632"/>
                    </a:lnTo>
                    <a:lnTo>
                      <a:pt x="120" y="1632"/>
                    </a:lnTo>
                    <a:lnTo>
                      <a:pt x="120" y="163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84"/>
              <p:cNvSpPr/>
              <p:nvPr/>
            </p:nvSpPr>
            <p:spPr>
              <a:xfrm rot="10800000">
                <a:off x="4719417" y="2537034"/>
                <a:ext cx="415" cy="11604"/>
              </a:xfrm>
              <a:custGeom>
                <a:avLst/>
                <a:gdLst/>
                <a:ahLst/>
                <a:cxnLst/>
                <a:rect l="l" t="t" r="r" b="b"/>
                <a:pathLst>
                  <a:path w="31" h="193" extrusionOk="0">
                    <a:moveTo>
                      <a:pt x="30" y="1"/>
                    </a:moveTo>
                    <a:lnTo>
                      <a:pt x="0" y="100"/>
                    </a:lnTo>
                    <a:lnTo>
                      <a:pt x="30" y="192"/>
                    </a:lnTo>
                    <a:lnTo>
                      <a:pt x="30" y="1"/>
                    </a:lnTo>
                    <a:close/>
                  </a:path>
                </a:pathLst>
              </a:custGeom>
              <a:solidFill>
                <a:srgbClr val="00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84"/>
              <p:cNvSpPr/>
              <p:nvPr/>
            </p:nvSpPr>
            <p:spPr>
              <a:xfrm rot="10800000">
                <a:off x="4719417" y="2497351"/>
                <a:ext cx="415" cy="51287"/>
              </a:xfrm>
              <a:custGeom>
                <a:avLst/>
                <a:gdLst/>
                <a:ahLst/>
                <a:cxnLst/>
                <a:rect l="l" t="t" r="r" b="b"/>
                <a:pathLst>
                  <a:path w="31" h="853" fill="none" extrusionOk="0">
                    <a:moveTo>
                      <a:pt x="30" y="853"/>
                    </a:moveTo>
                    <a:lnTo>
                      <a:pt x="30" y="1"/>
                    </a:lnTo>
                    <a:lnTo>
                      <a:pt x="30" y="1"/>
                    </a:lnTo>
                    <a:lnTo>
                      <a:pt x="0" y="100"/>
                    </a:lnTo>
                    <a:lnTo>
                      <a:pt x="30" y="192"/>
                    </a:lnTo>
                    <a:lnTo>
                      <a:pt x="30" y="853"/>
                    </a:lnTo>
                    <a:lnTo>
                      <a:pt x="30" y="85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84"/>
              <p:cNvSpPr/>
              <p:nvPr/>
            </p:nvSpPr>
            <p:spPr>
              <a:xfrm rot="10800000">
                <a:off x="4398336" y="3246747"/>
                <a:ext cx="379363" cy="95358"/>
              </a:xfrm>
              <a:custGeom>
                <a:avLst/>
                <a:gdLst/>
                <a:ahLst/>
                <a:cxnLst/>
                <a:rect l="l" t="t" r="r" b="b"/>
                <a:pathLst>
                  <a:path w="28353" h="1586" extrusionOk="0">
                    <a:moveTo>
                      <a:pt x="7298" y="0"/>
                    </a:moveTo>
                    <a:lnTo>
                      <a:pt x="7238" y="132"/>
                    </a:lnTo>
                    <a:lnTo>
                      <a:pt x="7148" y="244"/>
                    </a:lnTo>
                    <a:lnTo>
                      <a:pt x="6998" y="344"/>
                    </a:lnTo>
                    <a:lnTo>
                      <a:pt x="6818" y="436"/>
                    </a:lnTo>
                    <a:lnTo>
                      <a:pt x="6608" y="509"/>
                    </a:lnTo>
                    <a:lnTo>
                      <a:pt x="6367" y="575"/>
                    </a:lnTo>
                    <a:lnTo>
                      <a:pt x="6097" y="628"/>
                    </a:lnTo>
                    <a:lnTo>
                      <a:pt x="5827" y="674"/>
                    </a:lnTo>
                    <a:lnTo>
                      <a:pt x="5526" y="713"/>
                    </a:lnTo>
                    <a:lnTo>
                      <a:pt x="5226" y="740"/>
                    </a:lnTo>
                    <a:lnTo>
                      <a:pt x="4926" y="766"/>
                    </a:lnTo>
                    <a:lnTo>
                      <a:pt x="4625" y="779"/>
                    </a:lnTo>
                    <a:lnTo>
                      <a:pt x="4355" y="793"/>
                    </a:lnTo>
                    <a:lnTo>
                      <a:pt x="4055" y="799"/>
                    </a:lnTo>
                    <a:lnTo>
                      <a:pt x="3574" y="806"/>
                    </a:lnTo>
                    <a:lnTo>
                      <a:pt x="3514" y="806"/>
                    </a:lnTo>
                    <a:lnTo>
                      <a:pt x="3274" y="799"/>
                    </a:lnTo>
                    <a:lnTo>
                      <a:pt x="3034" y="793"/>
                    </a:lnTo>
                    <a:lnTo>
                      <a:pt x="2763" y="779"/>
                    </a:lnTo>
                    <a:lnTo>
                      <a:pt x="2493" y="766"/>
                    </a:lnTo>
                    <a:lnTo>
                      <a:pt x="2223" y="740"/>
                    </a:lnTo>
                    <a:lnTo>
                      <a:pt x="1922" y="713"/>
                    </a:lnTo>
                    <a:lnTo>
                      <a:pt x="1652" y="680"/>
                    </a:lnTo>
                    <a:lnTo>
                      <a:pt x="1382" y="641"/>
                    </a:lnTo>
                    <a:lnTo>
                      <a:pt x="1141" y="588"/>
                    </a:lnTo>
                    <a:lnTo>
                      <a:pt x="901" y="535"/>
                    </a:lnTo>
                    <a:lnTo>
                      <a:pt x="661" y="476"/>
                    </a:lnTo>
                    <a:lnTo>
                      <a:pt x="481" y="410"/>
                    </a:lnTo>
                    <a:lnTo>
                      <a:pt x="300" y="337"/>
                    </a:lnTo>
                    <a:lnTo>
                      <a:pt x="150" y="251"/>
                    </a:lnTo>
                    <a:lnTo>
                      <a:pt x="60" y="165"/>
                    </a:lnTo>
                    <a:lnTo>
                      <a:pt x="0" y="66"/>
                    </a:lnTo>
                    <a:lnTo>
                      <a:pt x="0" y="1572"/>
                    </a:lnTo>
                    <a:lnTo>
                      <a:pt x="451" y="1585"/>
                    </a:lnTo>
                    <a:lnTo>
                      <a:pt x="721" y="1579"/>
                    </a:lnTo>
                    <a:lnTo>
                      <a:pt x="931" y="1585"/>
                    </a:lnTo>
                    <a:lnTo>
                      <a:pt x="7479" y="1585"/>
                    </a:lnTo>
                    <a:lnTo>
                      <a:pt x="7659" y="1579"/>
                    </a:lnTo>
                    <a:lnTo>
                      <a:pt x="8169" y="1585"/>
                    </a:lnTo>
                    <a:lnTo>
                      <a:pt x="8260" y="1585"/>
                    </a:lnTo>
                    <a:lnTo>
                      <a:pt x="8260" y="0"/>
                    </a:lnTo>
                    <a:close/>
                    <a:moveTo>
                      <a:pt x="22766" y="0"/>
                    </a:moveTo>
                    <a:lnTo>
                      <a:pt x="22766" y="1585"/>
                    </a:lnTo>
                    <a:lnTo>
                      <a:pt x="22796" y="1519"/>
                    </a:lnTo>
                    <a:lnTo>
                      <a:pt x="22856" y="1407"/>
                    </a:lnTo>
                    <a:lnTo>
                      <a:pt x="22977" y="1301"/>
                    </a:lnTo>
                    <a:lnTo>
                      <a:pt x="23067" y="1242"/>
                    </a:lnTo>
                    <a:lnTo>
                      <a:pt x="23157" y="1189"/>
                    </a:lnTo>
                    <a:lnTo>
                      <a:pt x="23277" y="1136"/>
                    </a:lnTo>
                    <a:lnTo>
                      <a:pt x="23427" y="1083"/>
                    </a:lnTo>
                    <a:lnTo>
                      <a:pt x="23607" y="1037"/>
                    </a:lnTo>
                    <a:lnTo>
                      <a:pt x="23788" y="991"/>
                    </a:lnTo>
                    <a:lnTo>
                      <a:pt x="24028" y="951"/>
                    </a:lnTo>
                    <a:lnTo>
                      <a:pt x="24298" y="912"/>
                    </a:lnTo>
                    <a:lnTo>
                      <a:pt x="24598" y="879"/>
                    </a:lnTo>
                    <a:lnTo>
                      <a:pt x="24929" y="846"/>
                    </a:lnTo>
                    <a:lnTo>
                      <a:pt x="25319" y="826"/>
                    </a:lnTo>
                    <a:lnTo>
                      <a:pt x="25740" y="806"/>
                    </a:lnTo>
                    <a:lnTo>
                      <a:pt x="25710" y="727"/>
                    </a:lnTo>
                    <a:lnTo>
                      <a:pt x="25710" y="654"/>
                    </a:lnTo>
                    <a:lnTo>
                      <a:pt x="25770" y="575"/>
                    </a:lnTo>
                    <a:lnTo>
                      <a:pt x="25860" y="495"/>
                    </a:lnTo>
                    <a:lnTo>
                      <a:pt x="25980" y="423"/>
                    </a:lnTo>
                    <a:lnTo>
                      <a:pt x="26130" y="350"/>
                    </a:lnTo>
                    <a:lnTo>
                      <a:pt x="26340" y="284"/>
                    </a:lnTo>
                    <a:lnTo>
                      <a:pt x="26611" y="218"/>
                    </a:lnTo>
                    <a:lnTo>
                      <a:pt x="26761" y="192"/>
                    </a:lnTo>
                    <a:lnTo>
                      <a:pt x="26941" y="165"/>
                    </a:lnTo>
                    <a:lnTo>
                      <a:pt x="27332" y="112"/>
                    </a:lnTo>
                    <a:lnTo>
                      <a:pt x="27812" y="66"/>
                    </a:lnTo>
                    <a:lnTo>
                      <a:pt x="28353" y="26"/>
                    </a:lnTo>
                    <a:lnTo>
                      <a:pt x="27812" y="7"/>
                    </a:lnTo>
                    <a:lnTo>
                      <a:pt x="27181" y="0"/>
                    </a:lnTo>
                    <a:close/>
                  </a:path>
                </a:pathLst>
              </a:custGeom>
              <a:solidFill>
                <a:srgbClr val="7192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84"/>
              <p:cNvSpPr/>
              <p:nvPr/>
            </p:nvSpPr>
            <p:spPr>
              <a:xfrm rot="10800000">
                <a:off x="4398344" y="3246747"/>
                <a:ext cx="74754" cy="95358"/>
              </a:xfrm>
              <a:custGeom>
                <a:avLst/>
                <a:gdLst/>
                <a:ahLst/>
                <a:cxnLst/>
                <a:rect l="l" t="t" r="r" b="b"/>
                <a:pathLst>
                  <a:path w="5587" h="1586" fill="none" extrusionOk="0">
                    <a:moveTo>
                      <a:pt x="0" y="1585"/>
                    </a:moveTo>
                    <a:lnTo>
                      <a:pt x="0" y="1585"/>
                    </a:lnTo>
                    <a:lnTo>
                      <a:pt x="0" y="1585"/>
                    </a:lnTo>
                    <a:lnTo>
                      <a:pt x="30" y="1519"/>
                    </a:lnTo>
                    <a:lnTo>
                      <a:pt x="30" y="1519"/>
                    </a:lnTo>
                    <a:lnTo>
                      <a:pt x="90" y="1407"/>
                    </a:lnTo>
                    <a:lnTo>
                      <a:pt x="211" y="1301"/>
                    </a:lnTo>
                    <a:lnTo>
                      <a:pt x="301" y="1242"/>
                    </a:lnTo>
                    <a:lnTo>
                      <a:pt x="391" y="1189"/>
                    </a:lnTo>
                    <a:lnTo>
                      <a:pt x="511" y="1136"/>
                    </a:lnTo>
                    <a:lnTo>
                      <a:pt x="661" y="1083"/>
                    </a:lnTo>
                    <a:lnTo>
                      <a:pt x="841" y="1037"/>
                    </a:lnTo>
                    <a:lnTo>
                      <a:pt x="1022" y="991"/>
                    </a:lnTo>
                    <a:lnTo>
                      <a:pt x="1262" y="951"/>
                    </a:lnTo>
                    <a:lnTo>
                      <a:pt x="1532" y="912"/>
                    </a:lnTo>
                    <a:lnTo>
                      <a:pt x="1832" y="879"/>
                    </a:lnTo>
                    <a:lnTo>
                      <a:pt x="2163" y="846"/>
                    </a:lnTo>
                    <a:lnTo>
                      <a:pt x="2553" y="826"/>
                    </a:lnTo>
                    <a:lnTo>
                      <a:pt x="2974" y="806"/>
                    </a:lnTo>
                    <a:lnTo>
                      <a:pt x="2974" y="806"/>
                    </a:lnTo>
                    <a:lnTo>
                      <a:pt x="2944" y="727"/>
                    </a:lnTo>
                    <a:lnTo>
                      <a:pt x="2944" y="654"/>
                    </a:lnTo>
                    <a:lnTo>
                      <a:pt x="3004" y="575"/>
                    </a:lnTo>
                    <a:lnTo>
                      <a:pt x="3094" y="495"/>
                    </a:lnTo>
                    <a:lnTo>
                      <a:pt x="3214" y="423"/>
                    </a:lnTo>
                    <a:lnTo>
                      <a:pt x="3364" y="350"/>
                    </a:lnTo>
                    <a:lnTo>
                      <a:pt x="3574" y="284"/>
                    </a:lnTo>
                    <a:lnTo>
                      <a:pt x="3845" y="218"/>
                    </a:lnTo>
                    <a:lnTo>
                      <a:pt x="3845" y="218"/>
                    </a:lnTo>
                    <a:lnTo>
                      <a:pt x="3995" y="192"/>
                    </a:lnTo>
                    <a:lnTo>
                      <a:pt x="4175" y="165"/>
                    </a:lnTo>
                    <a:lnTo>
                      <a:pt x="4566" y="112"/>
                    </a:lnTo>
                    <a:lnTo>
                      <a:pt x="5046" y="66"/>
                    </a:lnTo>
                    <a:lnTo>
                      <a:pt x="5587" y="26"/>
                    </a:lnTo>
                    <a:lnTo>
                      <a:pt x="5587" y="26"/>
                    </a:lnTo>
                    <a:lnTo>
                      <a:pt x="5046" y="7"/>
                    </a:lnTo>
                    <a:lnTo>
                      <a:pt x="4415" y="0"/>
                    </a:lnTo>
                    <a:lnTo>
                      <a:pt x="4415" y="0"/>
                    </a:lnTo>
                    <a:lnTo>
                      <a:pt x="4265" y="0"/>
                    </a:lnTo>
                    <a:lnTo>
                      <a:pt x="4265" y="0"/>
                    </a:lnTo>
                    <a:lnTo>
                      <a:pt x="2884" y="0"/>
                    </a:lnTo>
                    <a:lnTo>
                      <a:pt x="2884" y="0"/>
                    </a:lnTo>
                    <a:lnTo>
                      <a:pt x="0" y="0"/>
                    </a:lnTo>
                    <a:lnTo>
                      <a:pt x="0" y="158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84"/>
              <p:cNvSpPr/>
              <p:nvPr/>
            </p:nvSpPr>
            <p:spPr>
              <a:xfrm rot="10800000">
                <a:off x="4667181" y="3246747"/>
                <a:ext cx="110519" cy="95358"/>
              </a:xfrm>
              <a:custGeom>
                <a:avLst/>
                <a:gdLst/>
                <a:ahLst/>
                <a:cxnLst/>
                <a:rect l="l" t="t" r="r" b="b"/>
                <a:pathLst>
                  <a:path w="8260" h="1586" fill="none" extrusionOk="0">
                    <a:moveTo>
                      <a:pt x="8169" y="1585"/>
                    </a:moveTo>
                    <a:lnTo>
                      <a:pt x="8260" y="1585"/>
                    </a:lnTo>
                    <a:lnTo>
                      <a:pt x="8260" y="0"/>
                    </a:lnTo>
                    <a:lnTo>
                      <a:pt x="8260" y="0"/>
                    </a:lnTo>
                    <a:lnTo>
                      <a:pt x="7298" y="0"/>
                    </a:lnTo>
                    <a:lnTo>
                      <a:pt x="7298" y="0"/>
                    </a:lnTo>
                    <a:lnTo>
                      <a:pt x="7238" y="132"/>
                    </a:lnTo>
                    <a:lnTo>
                      <a:pt x="7148" y="244"/>
                    </a:lnTo>
                    <a:lnTo>
                      <a:pt x="6998" y="344"/>
                    </a:lnTo>
                    <a:lnTo>
                      <a:pt x="6818" y="436"/>
                    </a:lnTo>
                    <a:lnTo>
                      <a:pt x="6608" y="509"/>
                    </a:lnTo>
                    <a:lnTo>
                      <a:pt x="6367" y="575"/>
                    </a:lnTo>
                    <a:lnTo>
                      <a:pt x="6097" y="628"/>
                    </a:lnTo>
                    <a:lnTo>
                      <a:pt x="5827" y="674"/>
                    </a:lnTo>
                    <a:lnTo>
                      <a:pt x="5526" y="713"/>
                    </a:lnTo>
                    <a:lnTo>
                      <a:pt x="5226" y="740"/>
                    </a:lnTo>
                    <a:lnTo>
                      <a:pt x="4926" y="766"/>
                    </a:lnTo>
                    <a:lnTo>
                      <a:pt x="4625" y="779"/>
                    </a:lnTo>
                    <a:lnTo>
                      <a:pt x="4355" y="793"/>
                    </a:lnTo>
                    <a:lnTo>
                      <a:pt x="4055" y="799"/>
                    </a:lnTo>
                    <a:lnTo>
                      <a:pt x="3574" y="806"/>
                    </a:lnTo>
                    <a:lnTo>
                      <a:pt x="3574" y="806"/>
                    </a:lnTo>
                    <a:lnTo>
                      <a:pt x="3514" y="806"/>
                    </a:lnTo>
                    <a:lnTo>
                      <a:pt x="3514" y="806"/>
                    </a:lnTo>
                    <a:lnTo>
                      <a:pt x="3274" y="799"/>
                    </a:lnTo>
                    <a:lnTo>
                      <a:pt x="3034" y="793"/>
                    </a:lnTo>
                    <a:lnTo>
                      <a:pt x="2763" y="779"/>
                    </a:lnTo>
                    <a:lnTo>
                      <a:pt x="2493" y="766"/>
                    </a:lnTo>
                    <a:lnTo>
                      <a:pt x="2223" y="740"/>
                    </a:lnTo>
                    <a:lnTo>
                      <a:pt x="1922" y="713"/>
                    </a:lnTo>
                    <a:lnTo>
                      <a:pt x="1652" y="680"/>
                    </a:lnTo>
                    <a:lnTo>
                      <a:pt x="1382" y="641"/>
                    </a:lnTo>
                    <a:lnTo>
                      <a:pt x="1141" y="588"/>
                    </a:lnTo>
                    <a:lnTo>
                      <a:pt x="901" y="535"/>
                    </a:lnTo>
                    <a:lnTo>
                      <a:pt x="661" y="476"/>
                    </a:lnTo>
                    <a:lnTo>
                      <a:pt x="481" y="410"/>
                    </a:lnTo>
                    <a:lnTo>
                      <a:pt x="300" y="337"/>
                    </a:lnTo>
                    <a:lnTo>
                      <a:pt x="150" y="251"/>
                    </a:lnTo>
                    <a:lnTo>
                      <a:pt x="60" y="165"/>
                    </a:lnTo>
                    <a:lnTo>
                      <a:pt x="0" y="66"/>
                    </a:lnTo>
                    <a:lnTo>
                      <a:pt x="0" y="1572"/>
                    </a:lnTo>
                    <a:lnTo>
                      <a:pt x="0" y="1572"/>
                    </a:lnTo>
                    <a:lnTo>
                      <a:pt x="451" y="1585"/>
                    </a:lnTo>
                    <a:lnTo>
                      <a:pt x="451" y="1585"/>
                    </a:lnTo>
                    <a:lnTo>
                      <a:pt x="721" y="1579"/>
                    </a:lnTo>
                    <a:lnTo>
                      <a:pt x="721" y="1579"/>
                    </a:lnTo>
                    <a:lnTo>
                      <a:pt x="931" y="1585"/>
                    </a:lnTo>
                    <a:lnTo>
                      <a:pt x="7479" y="1585"/>
                    </a:lnTo>
                    <a:lnTo>
                      <a:pt x="7479" y="1585"/>
                    </a:lnTo>
                    <a:lnTo>
                      <a:pt x="7659" y="1579"/>
                    </a:lnTo>
                    <a:lnTo>
                      <a:pt x="7659" y="1579"/>
                    </a:lnTo>
                    <a:lnTo>
                      <a:pt x="8169" y="158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84"/>
              <p:cNvSpPr/>
              <p:nvPr/>
            </p:nvSpPr>
            <p:spPr>
              <a:xfrm rot="10800000">
                <a:off x="4393112" y="3246748"/>
                <a:ext cx="79986" cy="46958"/>
              </a:xfrm>
              <a:custGeom>
                <a:avLst/>
                <a:gdLst/>
                <a:ahLst/>
                <a:cxnLst/>
                <a:rect l="l" t="t" r="r" b="b"/>
                <a:pathLst>
                  <a:path w="5978" h="781" extrusionOk="0">
                    <a:moveTo>
                      <a:pt x="2974" y="1"/>
                    </a:moveTo>
                    <a:lnTo>
                      <a:pt x="2553" y="21"/>
                    </a:lnTo>
                    <a:lnTo>
                      <a:pt x="2163" y="41"/>
                    </a:lnTo>
                    <a:lnTo>
                      <a:pt x="1832" y="74"/>
                    </a:lnTo>
                    <a:lnTo>
                      <a:pt x="1532" y="107"/>
                    </a:lnTo>
                    <a:lnTo>
                      <a:pt x="1262" y="146"/>
                    </a:lnTo>
                    <a:lnTo>
                      <a:pt x="1022" y="186"/>
                    </a:lnTo>
                    <a:lnTo>
                      <a:pt x="841" y="232"/>
                    </a:lnTo>
                    <a:lnTo>
                      <a:pt x="661" y="278"/>
                    </a:lnTo>
                    <a:lnTo>
                      <a:pt x="511" y="331"/>
                    </a:lnTo>
                    <a:lnTo>
                      <a:pt x="391" y="384"/>
                    </a:lnTo>
                    <a:lnTo>
                      <a:pt x="301" y="437"/>
                    </a:lnTo>
                    <a:lnTo>
                      <a:pt x="211" y="496"/>
                    </a:lnTo>
                    <a:lnTo>
                      <a:pt x="90" y="602"/>
                    </a:lnTo>
                    <a:lnTo>
                      <a:pt x="30" y="714"/>
                    </a:lnTo>
                    <a:lnTo>
                      <a:pt x="0" y="780"/>
                    </a:lnTo>
                    <a:lnTo>
                      <a:pt x="4445" y="780"/>
                    </a:lnTo>
                    <a:lnTo>
                      <a:pt x="4896" y="774"/>
                    </a:lnTo>
                    <a:lnTo>
                      <a:pt x="5286" y="761"/>
                    </a:lnTo>
                    <a:lnTo>
                      <a:pt x="5647" y="747"/>
                    </a:lnTo>
                    <a:lnTo>
                      <a:pt x="5977" y="728"/>
                    </a:lnTo>
                    <a:lnTo>
                      <a:pt x="5437" y="701"/>
                    </a:lnTo>
                    <a:lnTo>
                      <a:pt x="5196" y="681"/>
                    </a:lnTo>
                    <a:lnTo>
                      <a:pt x="4926" y="661"/>
                    </a:lnTo>
                    <a:lnTo>
                      <a:pt x="4716" y="635"/>
                    </a:lnTo>
                    <a:lnTo>
                      <a:pt x="4476" y="609"/>
                    </a:lnTo>
                    <a:lnTo>
                      <a:pt x="4295" y="576"/>
                    </a:lnTo>
                    <a:lnTo>
                      <a:pt x="4115" y="536"/>
                    </a:lnTo>
                    <a:lnTo>
                      <a:pt x="3905" y="483"/>
                    </a:lnTo>
                    <a:lnTo>
                      <a:pt x="3695" y="424"/>
                    </a:lnTo>
                    <a:lnTo>
                      <a:pt x="3514" y="358"/>
                    </a:lnTo>
                    <a:lnTo>
                      <a:pt x="3364" y="292"/>
                    </a:lnTo>
                    <a:lnTo>
                      <a:pt x="3244" y="225"/>
                    </a:lnTo>
                    <a:lnTo>
                      <a:pt x="3124" y="153"/>
                    </a:lnTo>
                    <a:lnTo>
                      <a:pt x="3034" y="80"/>
                    </a:lnTo>
                    <a:lnTo>
                      <a:pt x="2974" y="1"/>
                    </a:lnTo>
                    <a:close/>
                  </a:path>
                </a:pathLst>
              </a:custGeom>
              <a:solidFill>
                <a:srgbClr val="3254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84"/>
              <p:cNvSpPr/>
              <p:nvPr/>
            </p:nvSpPr>
            <p:spPr>
              <a:xfrm rot="10800000">
                <a:off x="4393112" y="3246748"/>
                <a:ext cx="79986" cy="46958"/>
              </a:xfrm>
              <a:custGeom>
                <a:avLst/>
                <a:gdLst/>
                <a:ahLst/>
                <a:cxnLst/>
                <a:rect l="l" t="t" r="r" b="b"/>
                <a:pathLst>
                  <a:path w="5978" h="781" fill="none" extrusionOk="0">
                    <a:moveTo>
                      <a:pt x="3935" y="780"/>
                    </a:moveTo>
                    <a:lnTo>
                      <a:pt x="3935" y="780"/>
                    </a:lnTo>
                    <a:lnTo>
                      <a:pt x="4445" y="780"/>
                    </a:lnTo>
                    <a:lnTo>
                      <a:pt x="4445" y="780"/>
                    </a:lnTo>
                    <a:lnTo>
                      <a:pt x="4896" y="774"/>
                    </a:lnTo>
                    <a:lnTo>
                      <a:pt x="5286" y="761"/>
                    </a:lnTo>
                    <a:lnTo>
                      <a:pt x="5647" y="747"/>
                    </a:lnTo>
                    <a:lnTo>
                      <a:pt x="5977" y="728"/>
                    </a:lnTo>
                    <a:lnTo>
                      <a:pt x="5977" y="728"/>
                    </a:lnTo>
                    <a:lnTo>
                      <a:pt x="5437" y="701"/>
                    </a:lnTo>
                    <a:lnTo>
                      <a:pt x="5196" y="681"/>
                    </a:lnTo>
                    <a:lnTo>
                      <a:pt x="4926" y="661"/>
                    </a:lnTo>
                    <a:lnTo>
                      <a:pt x="4716" y="635"/>
                    </a:lnTo>
                    <a:lnTo>
                      <a:pt x="4476" y="609"/>
                    </a:lnTo>
                    <a:lnTo>
                      <a:pt x="4295" y="576"/>
                    </a:lnTo>
                    <a:lnTo>
                      <a:pt x="4115" y="536"/>
                    </a:lnTo>
                    <a:lnTo>
                      <a:pt x="4115" y="536"/>
                    </a:lnTo>
                    <a:lnTo>
                      <a:pt x="3905" y="483"/>
                    </a:lnTo>
                    <a:lnTo>
                      <a:pt x="3695" y="424"/>
                    </a:lnTo>
                    <a:lnTo>
                      <a:pt x="3514" y="358"/>
                    </a:lnTo>
                    <a:lnTo>
                      <a:pt x="3364" y="292"/>
                    </a:lnTo>
                    <a:lnTo>
                      <a:pt x="3244" y="225"/>
                    </a:lnTo>
                    <a:lnTo>
                      <a:pt x="3124" y="153"/>
                    </a:lnTo>
                    <a:lnTo>
                      <a:pt x="3034" y="80"/>
                    </a:lnTo>
                    <a:lnTo>
                      <a:pt x="2974" y="1"/>
                    </a:lnTo>
                    <a:lnTo>
                      <a:pt x="2974" y="1"/>
                    </a:lnTo>
                    <a:lnTo>
                      <a:pt x="2553" y="21"/>
                    </a:lnTo>
                    <a:lnTo>
                      <a:pt x="2163" y="41"/>
                    </a:lnTo>
                    <a:lnTo>
                      <a:pt x="1832" y="74"/>
                    </a:lnTo>
                    <a:lnTo>
                      <a:pt x="1532" y="107"/>
                    </a:lnTo>
                    <a:lnTo>
                      <a:pt x="1262" y="146"/>
                    </a:lnTo>
                    <a:lnTo>
                      <a:pt x="1022" y="186"/>
                    </a:lnTo>
                    <a:lnTo>
                      <a:pt x="841" y="232"/>
                    </a:lnTo>
                    <a:lnTo>
                      <a:pt x="661" y="278"/>
                    </a:lnTo>
                    <a:lnTo>
                      <a:pt x="511" y="331"/>
                    </a:lnTo>
                    <a:lnTo>
                      <a:pt x="391" y="384"/>
                    </a:lnTo>
                    <a:lnTo>
                      <a:pt x="301" y="437"/>
                    </a:lnTo>
                    <a:lnTo>
                      <a:pt x="211" y="496"/>
                    </a:lnTo>
                    <a:lnTo>
                      <a:pt x="90" y="602"/>
                    </a:lnTo>
                    <a:lnTo>
                      <a:pt x="30" y="714"/>
                    </a:lnTo>
                    <a:lnTo>
                      <a:pt x="30" y="714"/>
                    </a:lnTo>
                    <a:lnTo>
                      <a:pt x="0" y="780"/>
                    </a:lnTo>
                    <a:lnTo>
                      <a:pt x="3394" y="780"/>
                    </a:lnTo>
                    <a:lnTo>
                      <a:pt x="3394" y="780"/>
                    </a:lnTo>
                    <a:lnTo>
                      <a:pt x="3935" y="78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84"/>
              <p:cNvSpPr/>
              <p:nvPr/>
            </p:nvSpPr>
            <p:spPr>
              <a:xfrm rot="10800000">
                <a:off x="4668385" y="3246748"/>
                <a:ext cx="103294" cy="481"/>
              </a:xfrm>
              <a:custGeom>
                <a:avLst/>
                <a:gdLst/>
                <a:ahLst/>
                <a:cxnLst/>
                <a:rect l="l" t="t" r="r" b="b"/>
                <a:pathLst>
                  <a:path w="7720" h="8" extrusionOk="0">
                    <a:moveTo>
                      <a:pt x="271" y="1"/>
                    </a:moveTo>
                    <a:lnTo>
                      <a:pt x="1" y="7"/>
                    </a:lnTo>
                    <a:lnTo>
                      <a:pt x="481" y="7"/>
                    </a:lnTo>
                    <a:lnTo>
                      <a:pt x="271" y="1"/>
                    </a:lnTo>
                    <a:close/>
                    <a:moveTo>
                      <a:pt x="7209" y="1"/>
                    </a:moveTo>
                    <a:lnTo>
                      <a:pt x="7029" y="7"/>
                    </a:lnTo>
                    <a:lnTo>
                      <a:pt x="7719" y="7"/>
                    </a:lnTo>
                    <a:lnTo>
                      <a:pt x="7209" y="1"/>
                    </a:lnTo>
                    <a:close/>
                  </a:path>
                </a:pathLst>
              </a:custGeom>
              <a:solidFill>
                <a:srgbClr val="187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84"/>
              <p:cNvSpPr/>
              <p:nvPr/>
            </p:nvSpPr>
            <p:spPr>
              <a:xfrm rot="10800000">
                <a:off x="4668385" y="3246748"/>
                <a:ext cx="103294" cy="481"/>
              </a:xfrm>
              <a:custGeom>
                <a:avLst/>
                <a:gdLst/>
                <a:ahLst/>
                <a:cxnLst/>
                <a:rect l="l" t="t" r="r" b="b"/>
                <a:pathLst>
                  <a:path w="7720" h="8" fill="none" extrusionOk="0">
                    <a:moveTo>
                      <a:pt x="31" y="7"/>
                    </a:moveTo>
                    <a:lnTo>
                      <a:pt x="7719" y="7"/>
                    </a:lnTo>
                    <a:lnTo>
                      <a:pt x="7719" y="7"/>
                    </a:lnTo>
                    <a:lnTo>
                      <a:pt x="7209" y="1"/>
                    </a:lnTo>
                    <a:lnTo>
                      <a:pt x="7209" y="1"/>
                    </a:lnTo>
                    <a:lnTo>
                      <a:pt x="7029" y="7"/>
                    </a:lnTo>
                    <a:lnTo>
                      <a:pt x="481" y="7"/>
                    </a:lnTo>
                    <a:lnTo>
                      <a:pt x="481" y="7"/>
                    </a:lnTo>
                    <a:lnTo>
                      <a:pt x="271" y="1"/>
                    </a:lnTo>
                    <a:lnTo>
                      <a:pt x="271" y="1"/>
                    </a:lnTo>
                    <a:lnTo>
                      <a:pt x="1" y="7"/>
                    </a:lnTo>
                    <a:lnTo>
                      <a:pt x="1" y="7"/>
                    </a:lnTo>
                    <a:lnTo>
                      <a:pt x="3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84"/>
              <p:cNvSpPr/>
              <p:nvPr/>
            </p:nvSpPr>
            <p:spPr>
              <a:xfrm rot="10800000">
                <a:off x="4473074" y="2596617"/>
                <a:ext cx="400276" cy="99387"/>
              </a:xfrm>
              <a:custGeom>
                <a:avLst/>
                <a:gdLst/>
                <a:ahLst/>
                <a:cxnLst/>
                <a:rect l="l" t="t" r="r" b="b"/>
                <a:pathLst>
                  <a:path w="29916" h="1653" extrusionOk="0">
                    <a:moveTo>
                      <a:pt x="3905" y="754"/>
                    </a:moveTo>
                    <a:lnTo>
                      <a:pt x="481" y="774"/>
                    </a:lnTo>
                    <a:lnTo>
                      <a:pt x="1" y="774"/>
                    </a:lnTo>
                    <a:lnTo>
                      <a:pt x="1" y="853"/>
                    </a:lnTo>
                    <a:lnTo>
                      <a:pt x="1" y="912"/>
                    </a:lnTo>
                    <a:lnTo>
                      <a:pt x="61" y="972"/>
                    </a:lnTo>
                    <a:lnTo>
                      <a:pt x="121" y="1031"/>
                    </a:lnTo>
                    <a:lnTo>
                      <a:pt x="211" y="1097"/>
                    </a:lnTo>
                    <a:lnTo>
                      <a:pt x="331" y="1163"/>
                    </a:lnTo>
                    <a:lnTo>
                      <a:pt x="481" y="1230"/>
                    </a:lnTo>
                    <a:lnTo>
                      <a:pt x="662" y="1296"/>
                    </a:lnTo>
                    <a:lnTo>
                      <a:pt x="872" y="1362"/>
                    </a:lnTo>
                    <a:lnTo>
                      <a:pt x="1142" y="1421"/>
                    </a:lnTo>
                    <a:lnTo>
                      <a:pt x="1412" y="1474"/>
                    </a:lnTo>
                    <a:lnTo>
                      <a:pt x="1713" y="1520"/>
                    </a:lnTo>
                    <a:lnTo>
                      <a:pt x="2073" y="1566"/>
                    </a:lnTo>
                    <a:lnTo>
                      <a:pt x="2464" y="1599"/>
                    </a:lnTo>
                    <a:lnTo>
                      <a:pt x="2884" y="1626"/>
                    </a:lnTo>
                    <a:lnTo>
                      <a:pt x="3365" y="1646"/>
                    </a:lnTo>
                    <a:lnTo>
                      <a:pt x="3875" y="1652"/>
                    </a:lnTo>
                    <a:lnTo>
                      <a:pt x="3875" y="1580"/>
                    </a:lnTo>
                    <a:lnTo>
                      <a:pt x="3905" y="1514"/>
                    </a:lnTo>
                    <a:lnTo>
                      <a:pt x="3905" y="754"/>
                    </a:lnTo>
                    <a:close/>
                    <a:moveTo>
                      <a:pt x="18953" y="1"/>
                    </a:moveTo>
                    <a:lnTo>
                      <a:pt x="18953" y="714"/>
                    </a:lnTo>
                    <a:lnTo>
                      <a:pt x="18923" y="813"/>
                    </a:lnTo>
                    <a:lnTo>
                      <a:pt x="18893" y="912"/>
                    </a:lnTo>
                    <a:lnTo>
                      <a:pt x="18803" y="1012"/>
                    </a:lnTo>
                    <a:lnTo>
                      <a:pt x="18712" y="1104"/>
                    </a:lnTo>
                    <a:lnTo>
                      <a:pt x="18592" y="1190"/>
                    </a:lnTo>
                    <a:lnTo>
                      <a:pt x="18472" y="1263"/>
                    </a:lnTo>
                    <a:lnTo>
                      <a:pt x="18292" y="1329"/>
                    </a:lnTo>
                    <a:lnTo>
                      <a:pt x="18112" y="1381"/>
                    </a:lnTo>
                    <a:lnTo>
                      <a:pt x="17841" y="1441"/>
                    </a:lnTo>
                    <a:lnTo>
                      <a:pt x="17541" y="1494"/>
                    </a:lnTo>
                    <a:lnTo>
                      <a:pt x="17241" y="1533"/>
                    </a:lnTo>
                    <a:lnTo>
                      <a:pt x="16910" y="1573"/>
                    </a:lnTo>
                    <a:lnTo>
                      <a:pt x="16580" y="1606"/>
                    </a:lnTo>
                    <a:lnTo>
                      <a:pt x="16189" y="1626"/>
                    </a:lnTo>
                    <a:lnTo>
                      <a:pt x="15829" y="1639"/>
                    </a:lnTo>
                    <a:lnTo>
                      <a:pt x="15138" y="1639"/>
                    </a:lnTo>
                    <a:lnTo>
                      <a:pt x="14808" y="1632"/>
                    </a:lnTo>
                    <a:lnTo>
                      <a:pt x="14508" y="1619"/>
                    </a:lnTo>
                    <a:lnTo>
                      <a:pt x="14177" y="1599"/>
                    </a:lnTo>
                    <a:lnTo>
                      <a:pt x="13847" y="1580"/>
                    </a:lnTo>
                    <a:lnTo>
                      <a:pt x="13516" y="1547"/>
                    </a:lnTo>
                    <a:lnTo>
                      <a:pt x="13156" y="1514"/>
                    </a:lnTo>
                    <a:lnTo>
                      <a:pt x="12826" y="1474"/>
                    </a:lnTo>
                    <a:lnTo>
                      <a:pt x="12495" y="1428"/>
                    </a:lnTo>
                    <a:lnTo>
                      <a:pt x="12225" y="1375"/>
                    </a:lnTo>
                    <a:lnTo>
                      <a:pt x="11985" y="1315"/>
                    </a:lnTo>
                    <a:lnTo>
                      <a:pt x="11804" y="1249"/>
                    </a:lnTo>
                    <a:lnTo>
                      <a:pt x="11624" y="1177"/>
                    </a:lnTo>
                    <a:lnTo>
                      <a:pt x="11504" y="1104"/>
                    </a:lnTo>
                    <a:lnTo>
                      <a:pt x="11414" y="1025"/>
                    </a:lnTo>
                    <a:lnTo>
                      <a:pt x="11354" y="939"/>
                    </a:lnTo>
                    <a:lnTo>
                      <a:pt x="11354" y="1348"/>
                    </a:lnTo>
                    <a:lnTo>
                      <a:pt x="11414" y="1421"/>
                    </a:lnTo>
                    <a:lnTo>
                      <a:pt x="11474" y="1494"/>
                    </a:lnTo>
                    <a:lnTo>
                      <a:pt x="11504" y="1639"/>
                    </a:lnTo>
                    <a:lnTo>
                      <a:pt x="11504" y="1652"/>
                    </a:lnTo>
                    <a:lnTo>
                      <a:pt x="22317" y="1652"/>
                    </a:lnTo>
                    <a:lnTo>
                      <a:pt x="22347" y="1547"/>
                    </a:lnTo>
                    <a:lnTo>
                      <a:pt x="22407" y="1448"/>
                    </a:lnTo>
                    <a:lnTo>
                      <a:pt x="22527" y="1355"/>
                    </a:lnTo>
                    <a:lnTo>
                      <a:pt x="22677" y="1263"/>
                    </a:lnTo>
                    <a:lnTo>
                      <a:pt x="22827" y="1183"/>
                    </a:lnTo>
                    <a:lnTo>
                      <a:pt x="23007" y="1111"/>
                    </a:lnTo>
                    <a:lnTo>
                      <a:pt x="23218" y="1045"/>
                    </a:lnTo>
                    <a:lnTo>
                      <a:pt x="23428" y="992"/>
                    </a:lnTo>
                    <a:lnTo>
                      <a:pt x="23698" y="946"/>
                    </a:lnTo>
                    <a:lnTo>
                      <a:pt x="23968" y="906"/>
                    </a:lnTo>
                    <a:lnTo>
                      <a:pt x="24239" y="873"/>
                    </a:lnTo>
                    <a:lnTo>
                      <a:pt x="24539" y="846"/>
                    </a:lnTo>
                    <a:lnTo>
                      <a:pt x="24870" y="820"/>
                    </a:lnTo>
                    <a:lnTo>
                      <a:pt x="25170" y="807"/>
                    </a:lnTo>
                    <a:lnTo>
                      <a:pt x="25500" y="800"/>
                    </a:lnTo>
                    <a:lnTo>
                      <a:pt x="26221" y="800"/>
                    </a:lnTo>
                    <a:lnTo>
                      <a:pt x="26672" y="813"/>
                    </a:lnTo>
                    <a:lnTo>
                      <a:pt x="27092" y="840"/>
                    </a:lnTo>
                    <a:lnTo>
                      <a:pt x="27483" y="866"/>
                    </a:lnTo>
                    <a:lnTo>
                      <a:pt x="27873" y="906"/>
                    </a:lnTo>
                    <a:lnTo>
                      <a:pt x="28263" y="952"/>
                    </a:lnTo>
                    <a:lnTo>
                      <a:pt x="28624" y="998"/>
                    </a:lnTo>
                    <a:lnTo>
                      <a:pt x="28924" y="1058"/>
                    </a:lnTo>
                    <a:lnTo>
                      <a:pt x="29164" y="1111"/>
                    </a:lnTo>
                    <a:lnTo>
                      <a:pt x="29375" y="1170"/>
                    </a:lnTo>
                    <a:lnTo>
                      <a:pt x="29555" y="1236"/>
                    </a:lnTo>
                    <a:lnTo>
                      <a:pt x="29675" y="1315"/>
                    </a:lnTo>
                    <a:lnTo>
                      <a:pt x="29765" y="1395"/>
                    </a:lnTo>
                    <a:lnTo>
                      <a:pt x="29855" y="1481"/>
                    </a:lnTo>
                    <a:lnTo>
                      <a:pt x="29915" y="1560"/>
                    </a:lnTo>
                    <a:lnTo>
                      <a:pt x="29915" y="1"/>
                    </a:lnTo>
                    <a:lnTo>
                      <a:pt x="29885" y="1"/>
                    </a:lnTo>
                    <a:lnTo>
                      <a:pt x="29855" y="80"/>
                    </a:lnTo>
                    <a:lnTo>
                      <a:pt x="29795" y="159"/>
                    </a:lnTo>
                    <a:lnTo>
                      <a:pt x="29705" y="232"/>
                    </a:lnTo>
                    <a:lnTo>
                      <a:pt x="29615" y="305"/>
                    </a:lnTo>
                    <a:lnTo>
                      <a:pt x="29495" y="364"/>
                    </a:lnTo>
                    <a:lnTo>
                      <a:pt x="29375" y="424"/>
                    </a:lnTo>
                    <a:lnTo>
                      <a:pt x="29255" y="477"/>
                    </a:lnTo>
                    <a:lnTo>
                      <a:pt x="29104" y="516"/>
                    </a:lnTo>
                    <a:lnTo>
                      <a:pt x="28834" y="576"/>
                    </a:lnTo>
                    <a:lnTo>
                      <a:pt x="28534" y="628"/>
                    </a:lnTo>
                    <a:lnTo>
                      <a:pt x="28233" y="675"/>
                    </a:lnTo>
                    <a:lnTo>
                      <a:pt x="27903" y="708"/>
                    </a:lnTo>
                    <a:lnTo>
                      <a:pt x="27543" y="741"/>
                    </a:lnTo>
                    <a:lnTo>
                      <a:pt x="27182" y="761"/>
                    </a:lnTo>
                    <a:lnTo>
                      <a:pt x="26822" y="774"/>
                    </a:lnTo>
                    <a:lnTo>
                      <a:pt x="26431" y="780"/>
                    </a:lnTo>
                    <a:lnTo>
                      <a:pt x="26101" y="774"/>
                    </a:lnTo>
                    <a:lnTo>
                      <a:pt x="25801" y="767"/>
                    </a:lnTo>
                    <a:lnTo>
                      <a:pt x="25470" y="754"/>
                    </a:lnTo>
                    <a:lnTo>
                      <a:pt x="25170" y="734"/>
                    </a:lnTo>
                    <a:lnTo>
                      <a:pt x="24839" y="714"/>
                    </a:lnTo>
                    <a:lnTo>
                      <a:pt x="24479" y="688"/>
                    </a:lnTo>
                    <a:lnTo>
                      <a:pt x="24149" y="648"/>
                    </a:lnTo>
                    <a:lnTo>
                      <a:pt x="23788" y="609"/>
                    </a:lnTo>
                    <a:lnTo>
                      <a:pt x="23458" y="562"/>
                    </a:lnTo>
                    <a:lnTo>
                      <a:pt x="23158" y="503"/>
                    </a:lnTo>
                    <a:lnTo>
                      <a:pt x="22917" y="430"/>
                    </a:lnTo>
                    <a:lnTo>
                      <a:pt x="22707" y="358"/>
                    </a:lnTo>
                    <a:lnTo>
                      <a:pt x="22527" y="272"/>
                    </a:lnTo>
                    <a:lnTo>
                      <a:pt x="22437" y="186"/>
                    </a:lnTo>
                    <a:lnTo>
                      <a:pt x="22347" y="93"/>
                    </a:lnTo>
                    <a:lnTo>
                      <a:pt x="22317" y="1"/>
                    </a:lnTo>
                    <a:close/>
                  </a:path>
                </a:pathLst>
              </a:custGeom>
              <a:solidFill>
                <a:srgbClr val="B9D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84"/>
              <p:cNvSpPr/>
              <p:nvPr/>
            </p:nvSpPr>
            <p:spPr>
              <a:xfrm rot="10800000">
                <a:off x="4721438" y="2651451"/>
                <a:ext cx="13" cy="43350"/>
              </a:xfrm>
              <a:custGeom>
                <a:avLst/>
                <a:gdLst/>
                <a:ahLst/>
                <a:cxnLst/>
                <a:rect l="l" t="t" r="r" b="b"/>
                <a:pathLst>
                  <a:path w="1" h="721" fill="none" extrusionOk="0">
                    <a:moveTo>
                      <a:pt x="1" y="721"/>
                    </a:moveTo>
                    <a:lnTo>
                      <a:pt x="1" y="721"/>
                    </a:lnTo>
                    <a:lnTo>
                      <a:pt x="1" y="721"/>
                    </a:lnTo>
                    <a:lnTo>
                      <a:pt x="1" y="1"/>
                    </a:lnTo>
                    <a:lnTo>
                      <a:pt x="1" y="1"/>
                    </a:lnTo>
                    <a:lnTo>
                      <a:pt x="1" y="7"/>
                    </a:lnTo>
                    <a:lnTo>
                      <a:pt x="1" y="72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84"/>
              <p:cNvSpPr/>
              <p:nvPr/>
            </p:nvSpPr>
            <p:spPr>
              <a:xfrm rot="10800000">
                <a:off x="4821088" y="2596617"/>
                <a:ext cx="52262" cy="54113"/>
              </a:xfrm>
              <a:custGeom>
                <a:avLst/>
                <a:gdLst/>
                <a:ahLst/>
                <a:cxnLst/>
                <a:rect l="l" t="t" r="r" b="b"/>
                <a:pathLst>
                  <a:path w="3906" h="900" fill="none" extrusionOk="0">
                    <a:moveTo>
                      <a:pt x="3875" y="899"/>
                    </a:moveTo>
                    <a:lnTo>
                      <a:pt x="3875" y="899"/>
                    </a:lnTo>
                    <a:lnTo>
                      <a:pt x="3875" y="899"/>
                    </a:lnTo>
                    <a:lnTo>
                      <a:pt x="3875" y="899"/>
                    </a:lnTo>
                    <a:lnTo>
                      <a:pt x="3875" y="827"/>
                    </a:lnTo>
                    <a:lnTo>
                      <a:pt x="3905" y="761"/>
                    </a:lnTo>
                    <a:lnTo>
                      <a:pt x="3905" y="1"/>
                    </a:lnTo>
                    <a:lnTo>
                      <a:pt x="481" y="21"/>
                    </a:lnTo>
                    <a:lnTo>
                      <a:pt x="481" y="21"/>
                    </a:lnTo>
                    <a:lnTo>
                      <a:pt x="1" y="21"/>
                    </a:lnTo>
                    <a:lnTo>
                      <a:pt x="1" y="21"/>
                    </a:lnTo>
                    <a:lnTo>
                      <a:pt x="1" y="100"/>
                    </a:lnTo>
                    <a:lnTo>
                      <a:pt x="1" y="100"/>
                    </a:lnTo>
                    <a:lnTo>
                      <a:pt x="1" y="159"/>
                    </a:lnTo>
                    <a:lnTo>
                      <a:pt x="61" y="219"/>
                    </a:lnTo>
                    <a:lnTo>
                      <a:pt x="121" y="278"/>
                    </a:lnTo>
                    <a:lnTo>
                      <a:pt x="211" y="344"/>
                    </a:lnTo>
                    <a:lnTo>
                      <a:pt x="331" y="410"/>
                    </a:lnTo>
                    <a:lnTo>
                      <a:pt x="481" y="477"/>
                    </a:lnTo>
                    <a:lnTo>
                      <a:pt x="662" y="543"/>
                    </a:lnTo>
                    <a:lnTo>
                      <a:pt x="872" y="609"/>
                    </a:lnTo>
                    <a:lnTo>
                      <a:pt x="1142" y="668"/>
                    </a:lnTo>
                    <a:lnTo>
                      <a:pt x="1412" y="721"/>
                    </a:lnTo>
                    <a:lnTo>
                      <a:pt x="1713" y="767"/>
                    </a:lnTo>
                    <a:lnTo>
                      <a:pt x="2073" y="813"/>
                    </a:lnTo>
                    <a:lnTo>
                      <a:pt x="2464" y="846"/>
                    </a:lnTo>
                    <a:lnTo>
                      <a:pt x="2884" y="873"/>
                    </a:lnTo>
                    <a:lnTo>
                      <a:pt x="3365" y="893"/>
                    </a:lnTo>
                    <a:lnTo>
                      <a:pt x="3875" y="89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84"/>
              <p:cNvSpPr/>
              <p:nvPr/>
            </p:nvSpPr>
            <p:spPr>
              <a:xfrm rot="10800000">
                <a:off x="4473078" y="2596617"/>
                <a:ext cx="248373" cy="99387"/>
              </a:xfrm>
              <a:custGeom>
                <a:avLst/>
                <a:gdLst/>
                <a:ahLst/>
                <a:cxnLst/>
                <a:rect l="l" t="t" r="r" b="b"/>
                <a:pathLst>
                  <a:path w="18563" h="1653" fill="none" extrusionOk="0">
                    <a:moveTo>
                      <a:pt x="151" y="1652"/>
                    </a:moveTo>
                    <a:lnTo>
                      <a:pt x="10964" y="1652"/>
                    </a:lnTo>
                    <a:lnTo>
                      <a:pt x="10964" y="1652"/>
                    </a:lnTo>
                    <a:lnTo>
                      <a:pt x="10994" y="1547"/>
                    </a:lnTo>
                    <a:lnTo>
                      <a:pt x="11054" y="1448"/>
                    </a:lnTo>
                    <a:lnTo>
                      <a:pt x="11174" y="1355"/>
                    </a:lnTo>
                    <a:lnTo>
                      <a:pt x="11324" y="1263"/>
                    </a:lnTo>
                    <a:lnTo>
                      <a:pt x="11474" y="1183"/>
                    </a:lnTo>
                    <a:lnTo>
                      <a:pt x="11654" y="1111"/>
                    </a:lnTo>
                    <a:lnTo>
                      <a:pt x="11865" y="1045"/>
                    </a:lnTo>
                    <a:lnTo>
                      <a:pt x="12075" y="992"/>
                    </a:lnTo>
                    <a:lnTo>
                      <a:pt x="12075" y="992"/>
                    </a:lnTo>
                    <a:lnTo>
                      <a:pt x="12345" y="946"/>
                    </a:lnTo>
                    <a:lnTo>
                      <a:pt x="12615" y="906"/>
                    </a:lnTo>
                    <a:lnTo>
                      <a:pt x="12886" y="873"/>
                    </a:lnTo>
                    <a:lnTo>
                      <a:pt x="13186" y="846"/>
                    </a:lnTo>
                    <a:lnTo>
                      <a:pt x="13517" y="820"/>
                    </a:lnTo>
                    <a:lnTo>
                      <a:pt x="13817" y="807"/>
                    </a:lnTo>
                    <a:lnTo>
                      <a:pt x="14147" y="800"/>
                    </a:lnTo>
                    <a:lnTo>
                      <a:pt x="14448" y="800"/>
                    </a:lnTo>
                    <a:lnTo>
                      <a:pt x="14448" y="800"/>
                    </a:lnTo>
                    <a:lnTo>
                      <a:pt x="14868" y="800"/>
                    </a:lnTo>
                    <a:lnTo>
                      <a:pt x="15319" y="813"/>
                    </a:lnTo>
                    <a:lnTo>
                      <a:pt x="15739" y="840"/>
                    </a:lnTo>
                    <a:lnTo>
                      <a:pt x="16130" y="866"/>
                    </a:lnTo>
                    <a:lnTo>
                      <a:pt x="16520" y="906"/>
                    </a:lnTo>
                    <a:lnTo>
                      <a:pt x="16910" y="952"/>
                    </a:lnTo>
                    <a:lnTo>
                      <a:pt x="17271" y="998"/>
                    </a:lnTo>
                    <a:lnTo>
                      <a:pt x="17571" y="1058"/>
                    </a:lnTo>
                    <a:lnTo>
                      <a:pt x="17571" y="1058"/>
                    </a:lnTo>
                    <a:lnTo>
                      <a:pt x="17811" y="1111"/>
                    </a:lnTo>
                    <a:lnTo>
                      <a:pt x="18022" y="1170"/>
                    </a:lnTo>
                    <a:lnTo>
                      <a:pt x="18202" y="1236"/>
                    </a:lnTo>
                    <a:lnTo>
                      <a:pt x="18322" y="1315"/>
                    </a:lnTo>
                    <a:lnTo>
                      <a:pt x="18412" y="1395"/>
                    </a:lnTo>
                    <a:lnTo>
                      <a:pt x="18502" y="1481"/>
                    </a:lnTo>
                    <a:lnTo>
                      <a:pt x="18562" y="1560"/>
                    </a:lnTo>
                    <a:lnTo>
                      <a:pt x="18562" y="1652"/>
                    </a:lnTo>
                    <a:lnTo>
                      <a:pt x="18562" y="1652"/>
                    </a:lnTo>
                    <a:lnTo>
                      <a:pt x="18562" y="1"/>
                    </a:lnTo>
                    <a:lnTo>
                      <a:pt x="18532" y="1"/>
                    </a:lnTo>
                    <a:lnTo>
                      <a:pt x="18532" y="1"/>
                    </a:lnTo>
                    <a:lnTo>
                      <a:pt x="18502" y="80"/>
                    </a:lnTo>
                    <a:lnTo>
                      <a:pt x="18442" y="159"/>
                    </a:lnTo>
                    <a:lnTo>
                      <a:pt x="18352" y="232"/>
                    </a:lnTo>
                    <a:lnTo>
                      <a:pt x="18262" y="305"/>
                    </a:lnTo>
                    <a:lnTo>
                      <a:pt x="18142" y="364"/>
                    </a:lnTo>
                    <a:lnTo>
                      <a:pt x="18022" y="424"/>
                    </a:lnTo>
                    <a:lnTo>
                      <a:pt x="17902" y="477"/>
                    </a:lnTo>
                    <a:lnTo>
                      <a:pt x="17751" y="516"/>
                    </a:lnTo>
                    <a:lnTo>
                      <a:pt x="17751" y="516"/>
                    </a:lnTo>
                    <a:lnTo>
                      <a:pt x="17481" y="576"/>
                    </a:lnTo>
                    <a:lnTo>
                      <a:pt x="17181" y="628"/>
                    </a:lnTo>
                    <a:lnTo>
                      <a:pt x="16880" y="675"/>
                    </a:lnTo>
                    <a:lnTo>
                      <a:pt x="16550" y="708"/>
                    </a:lnTo>
                    <a:lnTo>
                      <a:pt x="16190" y="741"/>
                    </a:lnTo>
                    <a:lnTo>
                      <a:pt x="15829" y="761"/>
                    </a:lnTo>
                    <a:lnTo>
                      <a:pt x="15469" y="774"/>
                    </a:lnTo>
                    <a:lnTo>
                      <a:pt x="15078" y="780"/>
                    </a:lnTo>
                    <a:lnTo>
                      <a:pt x="15078" y="780"/>
                    </a:lnTo>
                    <a:lnTo>
                      <a:pt x="14748" y="774"/>
                    </a:lnTo>
                    <a:lnTo>
                      <a:pt x="14448" y="767"/>
                    </a:lnTo>
                    <a:lnTo>
                      <a:pt x="14117" y="754"/>
                    </a:lnTo>
                    <a:lnTo>
                      <a:pt x="13817" y="734"/>
                    </a:lnTo>
                    <a:lnTo>
                      <a:pt x="13486" y="714"/>
                    </a:lnTo>
                    <a:lnTo>
                      <a:pt x="13126" y="688"/>
                    </a:lnTo>
                    <a:lnTo>
                      <a:pt x="12796" y="648"/>
                    </a:lnTo>
                    <a:lnTo>
                      <a:pt x="12435" y="609"/>
                    </a:lnTo>
                    <a:lnTo>
                      <a:pt x="12435" y="609"/>
                    </a:lnTo>
                    <a:lnTo>
                      <a:pt x="12105" y="562"/>
                    </a:lnTo>
                    <a:lnTo>
                      <a:pt x="11805" y="503"/>
                    </a:lnTo>
                    <a:lnTo>
                      <a:pt x="11564" y="430"/>
                    </a:lnTo>
                    <a:lnTo>
                      <a:pt x="11354" y="358"/>
                    </a:lnTo>
                    <a:lnTo>
                      <a:pt x="11174" y="272"/>
                    </a:lnTo>
                    <a:lnTo>
                      <a:pt x="11084" y="186"/>
                    </a:lnTo>
                    <a:lnTo>
                      <a:pt x="10994" y="93"/>
                    </a:lnTo>
                    <a:lnTo>
                      <a:pt x="10964" y="1"/>
                    </a:lnTo>
                    <a:lnTo>
                      <a:pt x="10453" y="1"/>
                    </a:lnTo>
                    <a:lnTo>
                      <a:pt x="10453" y="1"/>
                    </a:lnTo>
                    <a:lnTo>
                      <a:pt x="10453" y="1"/>
                    </a:lnTo>
                    <a:lnTo>
                      <a:pt x="10423" y="1"/>
                    </a:lnTo>
                    <a:lnTo>
                      <a:pt x="10423" y="1"/>
                    </a:lnTo>
                    <a:lnTo>
                      <a:pt x="10093" y="1"/>
                    </a:lnTo>
                    <a:lnTo>
                      <a:pt x="10093" y="1"/>
                    </a:lnTo>
                    <a:lnTo>
                      <a:pt x="10063" y="1"/>
                    </a:lnTo>
                    <a:lnTo>
                      <a:pt x="10063" y="1"/>
                    </a:lnTo>
                    <a:lnTo>
                      <a:pt x="7600" y="1"/>
                    </a:lnTo>
                    <a:lnTo>
                      <a:pt x="7600" y="714"/>
                    </a:lnTo>
                    <a:lnTo>
                      <a:pt x="7600" y="714"/>
                    </a:lnTo>
                    <a:lnTo>
                      <a:pt x="7570" y="813"/>
                    </a:lnTo>
                    <a:lnTo>
                      <a:pt x="7540" y="912"/>
                    </a:lnTo>
                    <a:lnTo>
                      <a:pt x="7450" y="1012"/>
                    </a:lnTo>
                    <a:lnTo>
                      <a:pt x="7359" y="1104"/>
                    </a:lnTo>
                    <a:lnTo>
                      <a:pt x="7239" y="1190"/>
                    </a:lnTo>
                    <a:lnTo>
                      <a:pt x="7119" y="1263"/>
                    </a:lnTo>
                    <a:lnTo>
                      <a:pt x="6939" y="1329"/>
                    </a:lnTo>
                    <a:lnTo>
                      <a:pt x="6759" y="1381"/>
                    </a:lnTo>
                    <a:lnTo>
                      <a:pt x="6759" y="1381"/>
                    </a:lnTo>
                    <a:lnTo>
                      <a:pt x="6488" y="1441"/>
                    </a:lnTo>
                    <a:lnTo>
                      <a:pt x="6188" y="1494"/>
                    </a:lnTo>
                    <a:lnTo>
                      <a:pt x="5888" y="1533"/>
                    </a:lnTo>
                    <a:lnTo>
                      <a:pt x="5557" y="1573"/>
                    </a:lnTo>
                    <a:lnTo>
                      <a:pt x="5227" y="1606"/>
                    </a:lnTo>
                    <a:lnTo>
                      <a:pt x="4836" y="1626"/>
                    </a:lnTo>
                    <a:lnTo>
                      <a:pt x="4476" y="1639"/>
                    </a:lnTo>
                    <a:lnTo>
                      <a:pt x="4086" y="1639"/>
                    </a:lnTo>
                    <a:lnTo>
                      <a:pt x="4086" y="1639"/>
                    </a:lnTo>
                    <a:lnTo>
                      <a:pt x="3785" y="1639"/>
                    </a:lnTo>
                    <a:lnTo>
                      <a:pt x="3455" y="1632"/>
                    </a:lnTo>
                    <a:lnTo>
                      <a:pt x="3155" y="1619"/>
                    </a:lnTo>
                    <a:lnTo>
                      <a:pt x="2824" y="1599"/>
                    </a:lnTo>
                    <a:lnTo>
                      <a:pt x="2494" y="1580"/>
                    </a:lnTo>
                    <a:lnTo>
                      <a:pt x="2163" y="1547"/>
                    </a:lnTo>
                    <a:lnTo>
                      <a:pt x="1803" y="1514"/>
                    </a:lnTo>
                    <a:lnTo>
                      <a:pt x="1473" y="1474"/>
                    </a:lnTo>
                    <a:lnTo>
                      <a:pt x="1473" y="1474"/>
                    </a:lnTo>
                    <a:lnTo>
                      <a:pt x="1142" y="1428"/>
                    </a:lnTo>
                    <a:lnTo>
                      <a:pt x="872" y="1375"/>
                    </a:lnTo>
                    <a:lnTo>
                      <a:pt x="632" y="1315"/>
                    </a:lnTo>
                    <a:lnTo>
                      <a:pt x="451" y="1249"/>
                    </a:lnTo>
                    <a:lnTo>
                      <a:pt x="271" y="1177"/>
                    </a:lnTo>
                    <a:lnTo>
                      <a:pt x="151" y="1104"/>
                    </a:lnTo>
                    <a:lnTo>
                      <a:pt x="61" y="1025"/>
                    </a:lnTo>
                    <a:lnTo>
                      <a:pt x="1" y="939"/>
                    </a:lnTo>
                    <a:lnTo>
                      <a:pt x="1" y="1348"/>
                    </a:lnTo>
                    <a:lnTo>
                      <a:pt x="1" y="1348"/>
                    </a:lnTo>
                    <a:lnTo>
                      <a:pt x="61" y="1421"/>
                    </a:lnTo>
                    <a:lnTo>
                      <a:pt x="121" y="1494"/>
                    </a:lnTo>
                    <a:lnTo>
                      <a:pt x="151" y="1639"/>
                    </a:lnTo>
                    <a:lnTo>
                      <a:pt x="151"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84"/>
              <p:cNvSpPr/>
              <p:nvPr/>
            </p:nvSpPr>
            <p:spPr>
              <a:xfrm rot="10800000">
                <a:off x="4719417" y="2596617"/>
                <a:ext cx="2034" cy="18338"/>
              </a:xfrm>
              <a:custGeom>
                <a:avLst/>
                <a:gdLst/>
                <a:ahLst/>
                <a:cxnLst/>
                <a:rect l="l" t="t" r="r" b="b"/>
                <a:pathLst>
                  <a:path w="152" h="305" extrusionOk="0">
                    <a:moveTo>
                      <a:pt x="1" y="0"/>
                    </a:moveTo>
                    <a:lnTo>
                      <a:pt x="1" y="245"/>
                    </a:lnTo>
                    <a:lnTo>
                      <a:pt x="31" y="304"/>
                    </a:lnTo>
                    <a:lnTo>
                      <a:pt x="151" y="304"/>
                    </a:lnTo>
                    <a:lnTo>
                      <a:pt x="151" y="291"/>
                    </a:lnTo>
                    <a:lnTo>
                      <a:pt x="121" y="146"/>
                    </a:lnTo>
                    <a:lnTo>
                      <a:pt x="61" y="73"/>
                    </a:lnTo>
                    <a:lnTo>
                      <a:pt x="1" y="0"/>
                    </a:lnTo>
                    <a:close/>
                  </a:path>
                </a:pathLst>
              </a:custGeom>
              <a:solidFill>
                <a:srgbClr val="00A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84"/>
              <p:cNvSpPr/>
              <p:nvPr/>
            </p:nvSpPr>
            <p:spPr>
              <a:xfrm rot="10800000">
                <a:off x="4719417" y="2596617"/>
                <a:ext cx="2034" cy="18338"/>
              </a:xfrm>
              <a:custGeom>
                <a:avLst/>
                <a:gdLst/>
                <a:ahLst/>
                <a:cxnLst/>
                <a:rect l="l" t="t" r="r" b="b"/>
                <a:pathLst>
                  <a:path w="152" h="305" fill="none" extrusionOk="0">
                    <a:moveTo>
                      <a:pt x="31" y="304"/>
                    </a:moveTo>
                    <a:lnTo>
                      <a:pt x="151" y="304"/>
                    </a:lnTo>
                    <a:lnTo>
                      <a:pt x="151" y="291"/>
                    </a:lnTo>
                    <a:lnTo>
                      <a:pt x="151" y="291"/>
                    </a:lnTo>
                    <a:lnTo>
                      <a:pt x="121" y="146"/>
                    </a:lnTo>
                    <a:lnTo>
                      <a:pt x="61" y="73"/>
                    </a:lnTo>
                    <a:lnTo>
                      <a:pt x="1" y="0"/>
                    </a:lnTo>
                    <a:lnTo>
                      <a:pt x="1" y="245"/>
                    </a:lnTo>
                    <a:lnTo>
                      <a:pt x="1" y="245"/>
                    </a:lnTo>
                    <a:lnTo>
                      <a:pt x="31" y="30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84"/>
              <p:cNvSpPr/>
              <p:nvPr/>
            </p:nvSpPr>
            <p:spPr>
              <a:xfrm rot="10800000">
                <a:off x="4473082" y="2695944"/>
                <a:ext cx="113342" cy="60"/>
              </a:xfrm>
              <a:custGeom>
                <a:avLst/>
                <a:gdLst/>
                <a:ahLst/>
                <a:cxnLst/>
                <a:rect l="l" t="t" r="r" b="b"/>
                <a:pathLst>
                  <a:path w="8471" h="1" extrusionOk="0">
                    <a:moveTo>
                      <a:pt x="8440" y="1"/>
                    </a:moveTo>
                    <a:lnTo>
                      <a:pt x="8470" y="1"/>
                    </a:lnTo>
                    <a:lnTo>
                      <a:pt x="8470" y="1"/>
                    </a:lnTo>
                    <a:lnTo>
                      <a:pt x="8470" y="1"/>
                    </a:lnTo>
                    <a:lnTo>
                      <a:pt x="8440" y="1"/>
                    </a:lnTo>
                    <a:lnTo>
                      <a:pt x="8440" y="1"/>
                    </a:lnTo>
                    <a:lnTo>
                      <a:pt x="8440" y="1"/>
                    </a:lnTo>
                    <a:close/>
                    <a:moveTo>
                      <a:pt x="361" y="1"/>
                    </a:moveTo>
                    <a:lnTo>
                      <a:pt x="872" y="1"/>
                    </a:lnTo>
                    <a:lnTo>
                      <a:pt x="872" y="1"/>
                    </a:lnTo>
                    <a:lnTo>
                      <a:pt x="872" y="1"/>
                    </a:lnTo>
                    <a:lnTo>
                      <a:pt x="872" y="1"/>
                    </a:lnTo>
                    <a:lnTo>
                      <a:pt x="1" y="1"/>
                    </a:lnTo>
                    <a:lnTo>
                      <a:pt x="1" y="1"/>
                    </a:lnTo>
                    <a:lnTo>
                      <a:pt x="331" y="1"/>
                    </a:lnTo>
                    <a:lnTo>
                      <a:pt x="331" y="1"/>
                    </a:lnTo>
                    <a:lnTo>
                      <a:pt x="361" y="1"/>
                    </a:lnTo>
                    <a:lnTo>
                      <a:pt x="361" y="1"/>
                    </a:lnTo>
                    <a:close/>
                  </a:path>
                </a:pathLst>
              </a:custGeom>
              <a:solidFill>
                <a:srgbClr val="B9B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84"/>
              <p:cNvSpPr/>
              <p:nvPr/>
            </p:nvSpPr>
            <p:spPr>
              <a:xfrm rot="10800000">
                <a:off x="4473084" y="2695944"/>
                <a:ext cx="415" cy="60"/>
              </a:xfrm>
              <a:custGeom>
                <a:avLst/>
                <a:gdLst/>
                <a:ahLst/>
                <a:cxnLst/>
                <a:rect l="l" t="t" r="r" b="b"/>
                <a:pathLst>
                  <a:path w="31" h="1" fill="none" extrusionOk="0">
                    <a:moveTo>
                      <a:pt x="0" y="1"/>
                    </a:moveTo>
                    <a:lnTo>
                      <a:pt x="30" y="1"/>
                    </a:lnTo>
                    <a:lnTo>
                      <a:pt x="30" y="1"/>
                    </a:lnTo>
                    <a:lnTo>
                      <a:pt x="30" y="1"/>
                    </a:lnTo>
                    <a:lnTo>
                      <a:pt x="0" y="1"/>
                    </a:lnTo>
                    <a:lnTo>
                      <a:pt x="0"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84"/>
              <p:cNvSpPr/>
              <p:nvPr/>
            </p:nvSpPr>
            <p:spPr>
              <a:xfrm rot="10800000">
                <a:off x="4574756" y="2695944"/>
                <a:ext cx="11667" cy="60"/>
              </a:xfrm>
              <a:custGeom>
                <a:avLst/>
                <a:gdLst/>
                <a:ahLst/>
                <a:cxnLst/>
                <a:rect l="l" t="t" r="r" b="b"/>
                <a:pathLst>
                  <a:path w="872" h="1" fill="none" extrusionOk="0">
                    <a:moveTo>
                      <a:pt x="361" y="1"/>
                    </a:moveTo>
                    <a:lnTo>
                      <a:pt x="872" y="1"/>
                    </a:lnTo>
                    <a:lnTo>
                      <a:pt x="872" y="1"/>
                    </a:lnTo>
                    <a:lnTo>
                      <a:pt x="872" y="1"/>
                    </a:lnTo>
                    <a:lnTo>
                      <a:pt x="872" y="1"/>
                    </a:lnTo>
                    <a:lnTo>
                      <a:pt x="1" y="1"/>
                    </a:lnTo>
                    <a:lnTo>
                      <a:pt x="1" y="1"/>
                    </a:lnTo>
                    <a:lnTo>
                      <a:pt x="331" y="1"/>
                    </a:lnTo>
                    <a:lnTo>
                      <a:pt x="331" y="1"/>
                    </a:lnTo>
                    <a:lnTo>
                      <a:pt x="361" y="1"/>
                    </a:lnTo>
                    <a:lnTo>
                      <a:pt x="36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84"/>
              <p:cNvSpPr/>
              <p:nvPr/>
            </p:nvSpPr>
            <p:spPr>
              <a:xfrm rot="10800000">
                <a:off x="4821088" y="2649467"/>
                <a:ext cx="52262" cy="46537"/>
              </a:xfrm>
              <a:custGeom>
                <a:avLst/>
                <a:gdLst/>
                <a:ahLst/>
                <a:cxnLst/>
                <a:rect l="l" t="t" r="r" b="b"/>
                <a:pathLst>
                  <a:path w="3906" h="774" extrusionOk="0">
                    <a:moveTo>
                      <a:pt x="3905" y="1"/>
                    </a:moveTo>
                    <a:lnTo>
                      <a:pt x="3335" y="8"/>
                    </a:lnTo>
                    <a:lnTo>
                      <a:pt x="2824" y="27"/>
                    </a:lnTo>
                    <a:lnTo>
                      <a:pt x="2374" y="54"/>
                    </a:lnTo>
                    <a:lnTo>
                      <a:pt x="1953" y="87"/>
                    </a:lnTo>
                    <a:lnTo>
                      <a:pt x="1593" y="126"/>
                    </a:lnTo>
                    <a:lnTo>
                      <a:pt x="1292" y="179"/>
                    </a:lnTo>
                    <a:lnTo>
                      <a:pt x="1022" y="226"/>
                    </a:lnTo>
                    <a:lnTo>
                      <a:pt x="782" y="285"/>
                    </a:lnTo>
                    <a:lnTo>
                      <a:pt x="601" y="344"/>
                    </a:lnTo>
                    <a:lnTo>
                      <a:pt x="421" y="404"/>
                    </a:lnTo>
                    <a:lnTo>
                      <a:pt x="301" y="470"/>
                    </a:lnTo>
                    <a:lnTo>
                      <a:pt x="211" y="529"/>
                    </a:lnTo>
                    <a:lnTo>
                      <a:pt x="121" y="595"/>
                    </a:lnTo>
                    <a:lnTo>
                      <a:pt x="61" y="655"/>
                    </a:lnTo>
                    <a:lnTo>
                      <a:pt x="1" y="774"/>
                    </a:lnTo>
                    <a:lnTo>
                      <a:pt x="481" y="774"/>
                    </a:lnTo>
                    <a:lnTo>
                      <a:pt x="3905" y="754"/>
                    </a:lnTo>
                    <a:lnTo>
                      <a:pt x="3905" y="1"/>
                    </a:lnTo>
                    <a:close/>
                  </a:path>
                </a:pathLst>
              </a:custGeom>
              <a:solidFill>
                <a:srgbClr val="539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84"/>
              <p:cNvSpPr/>
              <p:nvPr/>
            </p:nvSpPr>
            <p:spPr>
              <a:xfrm rot="10800000">
                <a:off x="4721438" y="2694320"/>
                <a:ext cx="13" cy="1683"/>
              </a:xfrm>
              <a:custGeom>
                <a:avLst/>
                <a:gdLst/>
                <a:ahLst/>
                <a:cxnLst/>
                <a:rect l="l" t="t" r="r" b="b"/>
                <a:pathLst>
                  <a:path w="1" h="28" fill="none" extrusionOk="0">
                    <a:moveTo>
                      <a:pt x="1" y="27"/>
                    </a:moveTo>
                    <a:lnTo>
                      <a:pt x="1" y="27"/>
                    </a:lnTo>
                    <a:lnTo>
                      <a:pt x="1" y="21"/>
                    </a:lnTo>
                    <a:lnTo>
                      <a:pt x="1" y="1"/>
                    </a:lnTo>
                    <a:lnTo>
                      <a:pt x="1" y="1"/>
                    </a:lnTo>
                    <a:lnTo>
                      <a:pt x="1" y="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84"/>
              <p:cNvSpPr/>
              <p:nvPr/>
            </p:nvSpPr>
            <p:spPr>
              <a:xfrm rot="10800000">
                <a:off x="4821088" y="2649467"/>
                <a:ext cx="52262" cy="46537"/>
              </a:xfrm>
              <a:custGeom>
                <a:avLst/>
                <a:gdLst/>
                <a:ahLst/>
                <a:cxnLst/>
                <a:rect l="l" t="t" r="r" b="b"/>
                <a:pathLst>
                  <a:path w="3906" h="774" fill="none" extrusionOk="0">
                    <a:moveTo>
                      <a:pt x="481" y="774"/>
                    </a:moveTo>
                    <a:lnTo>
                      <a:pt x="3905" y="754"/>
                    </a:lnTo>
                    <a:lnTo>
                      <a:pt x="3905" y="1"/>
                    </a:lnTo>
                    <a:lnTo>
                      <a:pt x="3905" y="1"/>
                    </a:lnTo>
                    <a:lnTo>
                      <a:pt x="3335" y="8"/>
                    </a:lnTo>
                    <a:lnTo>
                      <a:pt x="2824" y="27"/>
                    </a:lnTo>
                    <a:lnTo>
                      <a:pt x="2374" y="54"/>
                    </a:lnTo>
                    <a:lnTo>
                      <a:pt x="1953" y="87"/>
                    </a:lnTo>
                    <a:lnTo>
                      <a:pt x="1593" y="126"/>
                    </a:lnTo>
                    <a:lnTo>
                      <a:pt x="1292" y="179"/>
                    </a:lnTo>
                    <a:lnTo>
                      <a:pt x="1022" y="226"/>
                    </a:lnTo>
                    <a:lnTo>
                      <a:pt x="782" y="285"/>
                    </a:lnTo>
                    <a:lnTo>
                      <a:pt x="601" y="344"/>
                    </a:lnTo>
                    <a:lnTo>
                      <a:pt x="421" y="404"/>
                    </a:lnTo>
                    <a:lnTo>
                      <a:pt x="301" y="470"/>
                    </a:lnTo>
                    <a:lnTo>
                      <a:pt x="211" y="529"/>
                    </a:lnTo>
                    <a:lnTo>
                      <a:pt x="121" y="595"/>
                    </a:lnTo>
                    <a:lnTo>
                      <a:pt x="61" y="655"/>
                    </a:lnTo>
                    <a:lnTo>
                      <a:pt x="1" y="774"/>
                    </a:lnTo>
                    <a:lnTo>
                      <a:pt x="1" y="774"/>
                    </a:lnTo>
                    <a:lnTo>
                      <a:pt x="481" y="77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84"/>
              <p:cNvSpPr/>
              <p:nvPr/>
            </p:nvSpPr>
            <p:spPr>
              <a:xfrm rot="10800000">
                <a:off x="4721435" y="2596617"/>
                <a:ext cx="100069" cy="97763"/>
              </a:xfrm>
              <a:custGeom>
                <a:avLst/>
                <a:gdLst/>
                <a:ahLst/>
                <a:cxnLst/>
                <a:rect l="l" t="t" r="r" b="b"/>
                <a:pathLst>
                  <a:path w="7479" h="1626" extrusionOk="0">
                    <a:moveTo>
                      <a:pt x="7479" y="0"/>
                    </a:moveTo>
                    <a:lnTo>
                      <a:pt x="7449" y="80"/>
                    </a:lnTo>
                    <a:lnTo>
                      <a:pt x="7389" y="159"/>
                    </a:lnTo>
                    <a:lnTo>
                      <a:pt x="7269" y="232"/>
                    </a:lnTo>
                    <a:lnTo>
                      <a:pt x="7149" y="304"/>
                    </a:lnTo>
                    <a:lnTo>
                      <a:pt x="6968" y="377"/>
                    </a:lnTo>
                    <a:lnTo>
                      <a:pt x="6788" y="443"/>
                    </a:lnTo>
                    <a:lnTo>
                      <a:pt x="6548" y="502"/>
                    </a:lnTo>
                    <a:lnTo>
                      <a:pt x="6308" y="555"/>
                    </a:lnTo>
                    <a:lnTo>
                      <a:pt x="6067" y="595"/>
                    </a:lnTo>
                    <a:lnTo>
                      <a:pt x="5767" y="628"/>
                    </a:lnTo>
                    <a:lnTo>
                      <a:pt x="5437" y="654"/>
                    </a:lnTo>
                    <a:lnTo>
                      <a:pt x="5076" y="674"/>
                    </a:lnTo>
                    <a:lnTo>
                      <a:pt x="4686" y="694"/>
                    </a:lnTo>
                    <a:lnTo>
                      <a:pt x="4265" y="707"/>
                    </a:lnTo>
                    <a:lnTo>
                      <a:pt x="3815" y="714"/>
                    </a:lnTo>
                    <a:lnTo>
                      <a:pt x="3364" y="714"/>
                    </a:lnTo>
                    <a:lnTo>
                      <a:pt x="30" y="727"/>
                    </a:lnTo>
                    <a:lnTo>
                      <a:pt x="30" y="1487"/>
                    </a:lnTo>
                    <a:lnTo>
                      <a:pt x="0" y="1553"/>
                    </a:lnTo>
                    <a:lnTo>
                      <a:pt x="0" y="1625"/>
                    </a:lnTo>
                    <a:lnTo>
                      <a:pt x="30" y="1513"/>
                    </a:lnTo>
                    <a:lnTo>
                      <a:pt x="90" y="1407"/>
                    </a:lnTo>
                    <a:lnTo>
                      <a:pt x="180" y="1308"/>
                    </a:lnTo>
                    <a:lnTo>
                      <a:pt x="331" y="1209"/>
                    </a:lnTo>
                    <a:lnTo>
                      <a:pt x="481" y="1117"/>
                    </a:lnTo>
                    <a:lnTo>
                      <a:pt x="691" y="1037"/>
                    </a:lnTo>
                    <a:lnTo>
                      <a:pt x="901" y="971"/>
                    </a:lnTo>
                    <a:lnTo>
                      <a:pt x="1142" y="912"/>
                    </a:lnTo>
                    <a:lnTo>
                      <a:pt x="1382" y="866"/>
                    </a:lnTo>
                    <a:lnTo>
                      <a:pt x="1682" y="826"/>
                    </a:lnTo>
                    <a:lnTo>
                      <a:pt x="1953" y="793"/>
                    </a:lnTo>
                    <a:lnTo>
                      <a:pt x="2253" y="767"/>
                    </a:lnTo>
                    <a:lnTo>
                      <a:pt x="2553" y="747"/>
                    </a:lnTo>
                    <a:lnTo>
                      <a:pt x="2884" y="727"/>
                    </a:lnTo>
                    <a:lnTo>
                      <a:pt x="3184" y="720"/>
                    </a:lnTo>
                    <a:lnTo>
                      <a:pt x="3935" y="720"/>
                    </a:lnTo>
                    <a:lnTo>
                      <a:pt x="4355" y="734"/>
                    </a:lnTo>
                    <a:lnTo>
                      <a:pt x="4776" y="760"/>
                    </a:lnTo>
                    <a:lnTo>
                      <a:pt x="5196" y="786"/>
                    </a:lnTo>
                    <a:lnTo>
                      <a:pt x="5587" y="826"/>
                    </a:lnTo>
                    <a:lnTo>
                      <a:pt x="5947" y="872"/>
                    </a:lnTo>
                    <a:lnTo>
                      <a:pt x="6308" y="919"/>
                    </a:lnTo>
                    <a:lnTo>
                      <a:pt x="6638" y="978"/>
                    </a:lnTo>
                    <a:lnTo>
                      <a:pt x="6788" y="1011"/>
                    </a:lnTo>
                    <a:lnTo>
                      <a:pt x="6938" y="1044"/>
                    </a:lnTo>
                    <a:lnTo>
                      <a:pt x="7058" y="1084"/>
                    </a:lnTo>
                    <a:lnTo>
                      <a:pt x="7179" y="1130"/>
                    </a:lnTo>
                    <a:lnTo>
                      <a:pt x="7359" y="1222"/>
                    </a:lnTo>
                    <a:lnTo>
                      <a:pt x="7479" y="1321"/>
                    </a:lnTo>
                    <a:lnTo>
                      <a:pt x="7479" y="912"/>
                    </a:lnTo>
                    <a:lnTo>
                      <a:pt x="7449" y="813"/>
                    </a:lnTo>
                    <a:lnTo>
                      <a:pt x="7479" y="714"/>
                    </a:lnTo>
                    <a:lnTo>
                      <a:pt x="7479" y="0"/>
                    </a:lnTo>
                    <a:close/>
                  </a:path>
                </a:pathLst>
              </a:custGeom>
              <a:solidFill>
                <a:srgbClr val="86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84"/>
              <p:cNvSpPr/>
              <p:nvPr/>
            </p:nvSpPr>
            <p:spPr>
              <a:xfrm rot="10800000">
                <a:off x="4721435" y="2596617"/>
                <a:ext cx="100069" cy="97763"/>
              </a:xfrm>
              <a:custGeom>
                <a:avLst/>
                <a:gdLst/>
                <a:ahLst/>
                <a:cxnLst/>
                <a:rect l="l" t="t" r="r" b="b"/>
                <a:pathLst>
                  <a:path w="7479" h="1626" fill="none" extrusionOk="0">
                    <a:moveTo>
                      <a:pt x="0" y="1625"/>
                    </a:moveTo>
                    <a:lnTo>
                      <a:pt x="0" y="1625"/>
                    </a:lnTo>
                    <a:lnTo>
                      <a:pt x="0" y="1625"/>
                    </a:lnTo>
                    <a:lnTo>
                      <a:pt x="0" y="1625"/>
                    </a:lnTo>
                    <a:lnTo>
                      <a:pt x="30" y="1513"/>
                    </a:lnTo>
                    <a:lnTo>
                      <a:pt x="90" y="1407"/>
                    </a:lnTo>
                    <a:lnTo>
                      <a:pt x="180" y="1308"/>
                    </a:lnTo>
                    <a:lnTo>
                      <a:pt x="331" y="1209"/>
                    </a:lnTo>
                    <a:lnTo>
                      <a:pt x="481" y="1117"/>
                    </a:lnTo>
                    <a:lnTo>
                      <a:pt x="691" y="1037"/>
                    </a:lnTo>
                    <a:lnTo>
                      <a:pt x="901" y="971"/>
                    </a:lnTo>
                    <a:lnTo>
                      <a:pt x="1142" y="912"/>
                    </a:lnTo>
                    <a:lnTo>
                      <a:pt x="1142" y="912"/>
                    </a:lnTo>
                    <a:lnTo>
                      <a:pt x="1382" y="866"/>
                    </a:lnTo>
                    <a:lnTo>
                      <a:pt x="1682" y="826"/>
                    </a:lnTo>
                    <a:lnTo>
                      <a:pt x="1953" y="793"/>
                    </a:lnTo>
                    <a:lnTo>
                      <a:pt x="2253" y="767"/>
                    </a:lnTo>
                    <a:lnTo>
                      <a:pt x="2553" y="747"/>
                    </a:lnTo>
                    <a:lnTo>
                      <a:pt x="2884" y="727"/>
                    </a:lnTo>
                    <a:lnTo>
                      <a:pt x="3184" y="720"/>
                    </a:lnTo>
                    <a:lnTo>
                      <a:pt x="3514" y="720"/>
                    </a:lnTo>
                    <a:lnTo>
                      <a:pt x="3514" y="720"/>
                    </a:lnTo>
                    <a:lnTo>
                      <a:pt x="3935" y="720"/>
                    </a:lnTo>
                    <a:lnTo>
                      <a:pt x="4355" y="734"/>
                    </a:lnTo>
                    <a:lnTo>
                      <a:pt x="4776" y="760"/>
                    </a:lnTo>
                    <a:lnTo>
                      <a:pt x="5196" y="786"/>
                    </a:lnTo>
                    <a:lnTo>
                      <a:pt x="5587" y="826"/>
                    </a:lnTo>
                    <a:lnTo>
                      <a:pt x="5947" y="872"/>
                    </a:lnTo>
                    <a:lnTo>
                      <a:pt x="6308" y="919"/>
                    </a:lnTo>
                    <a:lnTo>
                      <a:pt x="6638" y="978"/>
                    </a:lnTo>
                    <a:lnTo>
                      <a:pt x="6638" y="978"/>
                    </a:lnTo>
                    <a:lnTo>
                      <a:pt x="6788" y="1011"/>
                    </a:lnTo>
                    <a:lnTo>
                      <a:pt x="6938" y="1044"/>
                    </a:lnTo>
                    <a:lnTo>
                      <a:pt x="7058" y="1084"/>
                    </a:lnTo>
                    <a:lnTo>
                      <a:pt x="7179" y="1130"/>
                    </a:lnTo>
                    <a:lnTo>
                      <a:pt x="7359" y="1222"/>
                    </a:lnTo>
                    <a:lnTo>
                      <a:pt x="7479" y="1321"/>
                    </a:lnTo>
                    <a:lnTo>
                      <a:pt x="7479" y="912"/>
                    </a:lnTo>
                    <a:lnTo>
                      <a:pt x="7479" y="912"/>
                    </a:lnTo>
                    <a:lnTo>
                      <a:pt x="7449" y="813"/>
                    </a:lnTo>
                    <a:lnTo>
                      <a:pt x="7479" y="714"/>
                    </a:lnTo>
                    <a:lnTo>
                      <a:pt x="7479" y="0"/>
                    </a:lnTo>
                    <a:lnTo>
                      <a:pt x="7479" y="0"/>
                    </a:lnTo>
                    <a:lnTo>
                      <a:pt x="7449" y="80"/>
                    </a:lnTo>
                    <a:lnTo>
                      <a:pt x="7389" y="159"/>
                    </a:lnTo>
                    <a:lnTo>
                      <a:pt x="7269" y="232"/>
                    </a:lnTo>
                    <a:lnTo>
                      <a:pt x="7149" y="304"/>
                    </a:lnTo>
                    <a:lnTo>
                      <a:pt x="6968" y="377"/>
                    </a:lnTo>
                    <a:lnTo>
                      <a:pt x="6788" y="443"/>
                    </a:lnTo>
                    <a:lnTo>
                      <a:pt x="6548" y="502"/>
                    </a:lnTo>
                    <a:lnTo>
                      <a:pt x="6308" y="555"/>
                    </a:lnTo>
                    <a:lnTo>
                      <a:pt x="6308" y="555"/>
                    </a:lnTo>
                    <a:lnTo>
                      <a:pt x="6067" y="595"/>
                    </a:lnTo>
                    <a:lnTo>
                      <a:pt x="5767" y="628"/>
                    </a:lnTo>
                    <a:lnTo>
                      <a:pt x="5437" y="654"/>
                    </a:lnTo>
                    <a:lnTo>
                      <a:pt x="5076" y="674"/>
                    </a:lnTo>
                    <a:lnTo>
                      <a:pt x="4686" y="694"/>
                    </a:lnTo>
                    <a:lnTo>
                      <a:pt x="4265" y="707"/>
                    </a:lnTo>
                    <a:lnTo>
                      <a:pt x="3815" y="714"/>
                    </a:lnTo>
                    <a:lnTo>
                      <a:pt x="3364" y="714"/>
                    </a:lnTo>
                    <a:lnTo>
                      <a:pt x="30" y="727"/>
                    </a:lnTo>
                    <a:lnTo>
                      <a:pt x="30" y="1487"/>
                    </a:lnTo>
                    <a:lnTo>
                      <a:pt x="30" y="1487"/>
                    </a:lnTo>
                    <a:lnTo>
                      <a:pt x="0" y="1553"/>
                    </a:lnTo>
                    <a:lnTo>
                      <a:pt x="0" y="162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84"/>
              <p:cNvSpPr/>
              <p:nvPr/>
            </p:nvSpPr>
            <p:spPr>
              <a:xfrm rot="10800000">
                <a:off x="4721034" y="2596617"/>
                <a:ext cx="100470" cy="54473"/>
              </a:xfrm>
              <a:custGeom>
                <a:avLst/>
                <a:gdLst/>
                <a:ahLst/>
                <a:cxnLst/>
                <a:rect l="l" t="t" r="r" b="b"/>
                <a:pathLst>
                  <a:path w="7509" h="906" extrusionOk="0">
                    <a:moveTo>
                      <a:pt x="3184" y="0"/>
                    </a:moveTo>
                    <a:lnTo>
                      <a:pt x="2884" y="7"/>
                    </a:lnTo>
                    <a:lnTo>
                      <a:pt x="2553" y="27"/>
                    </a:lnTo>
                    <a:lnTo>
                      <a:pt x="2253" y="47"/>
                    </a:lnTo>
                    <a:lnTo>
                      <a:pt x="1953" y="73"/>
                    </a:lnTo>
                    <a:lnTo>
                      <a:pt x="1682" y="106"/>
                    </a:lnTo>
                    <a:lnTo>
                      <a:pt x="1382" y="146"/>
                    </a:lnTo>
                    <a:lnTo>
                      <a:pt x="1142" y="192"/>
                    </a:lnTo>
                    <a:lnTo>
                      <a:pt x="901" y="251"/>
                    </a:lnTo>
                    <a:lnTo>
                      <a:pt x="691" y="317"/>
                    </a:lnTo>
                    <a:lnTo>
                      <a:pt x="481" y="397"/>
                    </a:lnTo>
                    <a:lnTo>
                      <a:pt x="331" y="489"/>
                    </a:lnTo>
                    <a:lnTo>
                      <a:pt x="180" y="588"/>
                    </a:lnTo>
                    <a:lnTo>
                      <a:pt x="90" y="687"/>
                    </a:lnTo>
                    <a:lnTo>
                      <a:pt x="30" y="793"/>
                    </a:lnTo>
                    <a:lnTo>
                      <a:pt x="0" y="905"/>
                    </a:lnTo>
                    <a:lnTo>
                      <a:pt x="7509" y="905"/>
                    </a:lnTo>
                    <a:lnTo>
                      <a:pt x="7479" y="846"/>
                    </a:lnTo>
                    <a:lnTo>
                      <a:pt x="7479" y="601"/>
                    </a:lnTo>
                    <a:lnTo>
                      <a:pt x="7359" y="502"/>
                    </a:lnTo>
                    <a:lnTo>
                      <a:pt x="7179" y="410"/>
                    </a:lnTo>
                    <a:lnTo>
                      <a:pt x="7058" y="364"/>
                    </a:lnTo>
                    <a:lnTo>
                      <a:pt x="6938" y="324"/>
                    </a:lnTo>
                    <a:lnTo>
                      <a:pt x="6788" y="291"/>
                    </a:lnTo>
                    <a:lnTo>
                      <a:pt x="6638" y="258"/>
                    </a:lnTo>
                    <a:lnTo>
                      <a:pt x="6308" y="199"/>
                    </a:lnTo>
                    <a:lnTo>
                      <a:pt x="5947" y="152"/>
                    </a:lnTo>
                    <a:lnTo>
                      <a:pt x="5587" y="106"/>
                    </a:lnTo>
                    <a:lnTo>
                      <a:pt x="5196" y="66"/>
                    </a:lnTo>
                    <a:lnTo>
                      <a:pt x="4776" y="40"/>
                    </a:lnTo>
                    <a:lnTo>
                      <a:pt x="4355" y="14"/>
                    </a:lnTo>
                    <a:lnTo>
                      <a:pt x="3935" y="0"/>
                    </a:lnTo>
                    <a:close/>
                  </a:path>
                </a:pathLst>
              </a:custGeom>
              <a:solidFill>
                <a:srgbClr val="008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84"/>
              <p:cNvSpPr/>
              <p:nvPr/>
            </p:nvSpPr>
            <p:spPr>
              <a:xfrm rot="10800000">
                <a:off x="4721034" y="2596617"/>
                <a:ext cx="100470" cy="54473"/>
              </a:xfrm>
              <a:custGeom>
                <a:avLst/>
                <a:gdLst/>
                <a:ahLst/>
                <a:cxnLst/>
                <a:rect l="l" t="t" r="r" b="b"/>
                <a:pathLst>
                  <a:path w="7509" h="906" fill="none" extrusionOk="0">
                    <a:moveTo>
                      <a:pt x="30" y="905"/>
                    </a:moveTo>
                    <a:lnTo>
                      <a:pt x="7509" y="905"/>
                    </a:lnTo>
                    <a:lnTo>
                      <a:pt x="7509" y="905"/>
                    </a:lnTo>
                    <a:lnTo>
                      <a:pt x="7479" y="846"/>
                    </a:lnTo>
                    <a:lnTo>
                      <a:pt x="7479" y="601"/>
                    </a:lnTo>
                    <a:lnTo>
                      <a:pt x="7479" y="601"/>
                    </a:lnTo>
                    <a:lnTo>
                      <a:pt x="7359" y="502"/>
                    </a:lnTo>
                    <a:lnTo>
                      <a:pt x="7179" y="410"/>
                    </a:lnTo>
                    <a:lnTo>
                      <a:pt x="7058" y="364"/>
                    </a:lnTo>
                    <a:lnTo>
                      <a:pt x="6938" y="324"/>
                    </a:lnTo>
                    <a:lnTo>
                      <a:pt x="6788" y="291"/>
                    </a:lnTo>
                    <a:lnTo>
                      <a:pt x="6638" y="258"/>
                    </a:lnTo>
                    <a:lnTo>
                      <a:pt x="6638" y="258"/>
                    </a:lnTo>
                    <a:lnTo>
                      <a:pt x="6308" y="199"/>
                    </a:lnTo>
                    <a:lnTo>
                      <a:pt x="5947" y="152"/>
                    </a:lnTo>
                    <a:lnTo>
                      <a:pt x="5587" y="106"/>
                    </a:lnTo>
                    <a:lnTo>
                      <a:pt x="5196" y="66"/>
                    </a:lnTo>
                    <a:lnTo>
                      <a:pt x="4776" y="40"/>
                    </a:lnTo>
                    <a:lnTo>
                      <a:pt x="4355" y="14"/>
                    </a:lnTo>
                    <a:lnTo>
                      <a:pt x="3935" y="0"/>
                    </a:lnTo>
                    <a:lnTo>
                      <a:pt x="3514" y="0"/>
                    </a:lnTo>
                    <a:lnTo>
                      <a:pt x="3514" y="0"/>
                    </a:lnTo>
                    <a:lnTo>
                      <a:pt x="3184" y="0"/>
                    </a:lnTo>
                    <a:lnTo>
                      <a:pt x="2884" y="7"/>
                    </a:lnTo>
                    <a:lnTo>
                      <a:pt x="2553" y="27"/>
                    </a:lnTo>
                    <a:lnTo>
                      <a:pt x="2253" y="47"/>
                    </a:lnTo>
                    <a:lnTo>
                      <a:pt x="1953" y="73"/>
                    </a:lnTo>
                    <a:lnTo>
                      <a:pt x="1682" y="106"/>
                    </a:lnTo>
                    <a:lnTo>
                      <a:pt x="1382" y="146"/>
                    </a:lnTo>
                    <a:lnTo>
                      <a:pt x="1142" y="192"/>
                    </a:lnTo>
                    <a:lnTo>
                      <a:pt x="1142" y="192"/>
                    </a:lnTo>
                    <a:lnTo>
                      <a:pt x="901" y="251"/>
                    </a:lnTo>
                    <a:lnTo>
                      <a:pt x="691" y="317"/>
                    </a:lnTo>
                    <a:lnTo>
                      <a:pt x="481" y="397"/>
                    </a:lnTo>
                    <a:lnTo>
                      <a:pt x="331" y="489"/>
                    </a:lnTo>
                    <a:lnTo>
                      <a:pt x="180" y="588"/>
                    </a:lnTo>
                    <a:lnTo>
                      <a:pt x="90" y="687"/>
                    </a:lnTo>
                    <a:lnTo>
                      <a:pt x="30" y="793"/>
                    </a:lnTo>
                    <a:lnTo>
                      <a:pt x="0" y="905"/>
                    </a:lnTo>
                    <a:lnTo>
                      <a:pt x="0" y="905"/>
                    </a:lnTo>
                    <a:lnTo>
                      <a:pt x="30" y="905"/>
                    </a:lnTo>
                    <a:lnTo>
                      <a:pt x="30" y="90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84"/>
              <p:cNvSpPr/>
              <p:nvPr/>
            </p:nvSpPr>
            <p:spPr>
              <a:xfrm rot="10800000">
                <a:off x="4721435" y="2650670"/>
                <a:ext cx="99668" cy="45334"/>
              </a:xfrm>
              <a:custGeom>
                <a:avLst/>
                <a:gdLst/>
                <a:ahLst/>
                <a:cxnLst/>
                <a:rect l="l" t="t" r="r" b="b"/>
                <a:pathLst>
                  <a:path w="7449" h="754" extrusionOk="0">
                    <a:moveTo>
                      <a:pt x="0" y="1"/>
                    </a:moveTo>
                    <a:lnTo>
                      <a:pt x="0" y="754"/>
                    </a:lnTo>
                    <a:lnTo>
                      <a:pt x="3334" y="741"/>
                    </a:lnTo>
                    <a:lnTo>
                      <a:pt x="3785" y="741"/>
                    </a:lnTo>
                    <a:lnTo>
                      <a:pt x="4235" y="734"/>
                    </a:lnTo>
                    <a:lnTo>
                      <a:pt x="4656" y="721"/>
                    </a:lnTo>
                    <a:lnTo>
                      <a:pt x="5046" y="701"/>
                    </a:lnTo>
                    <a:lnTo>
                      <a:pt x="5407" y="681"/>
                    </a:lnTo>
                    <a:lnTo>
                      <a:pt x="5737" y="655"/>
                    </a:lnTo>
                    <a:lnTo>
                      <a:pt x="6037" y="622"/>
                    </a:lnTo>
                    <a:lnTo>
                      <a:pt x="6278" y="582"/>
                    </a:lnTo>
                    <a:lnTo>
                      <a:pt x="6518" y="529"/>
                    </a:lnTo>
                    <a:lnTo>
                      <a:pt x="6758" y="470"/>
                    </a:lnTo>
                    <a:lnTo>
                      <a:pt x="6938" y="404"/>
                    </a:lnTo>
                    <a:lnTo>
                      <a:pt x="7119" y="331"/>
                    </a:lnTo>
                    <a:lnTo>
                      <a:pt x="7239" y="259"/>
                    </a:lnTo>
                    <a:lnTo>
                      <a:pt x="7359" y="186"/>
                    </a:lnTo>
                    <a:lnTo>
                      <a:pt x="7419" y="107"/>
                    </a:lnTo>
                    <a:lnTo>
                      <a:pt x="7449" y="27"/>
                    </a:lnTo>
                    <a:lnTo>
                      <a:pt x="7449" y="1"/>
                    </a:lnTo>
                    <a:close/>
                  </a:path>
                </a:pathLst>
              </a:custGeom>
              <a:solidFill>
                <a:srgbClr val="3C7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84"/>
              <p:cNvSpPr/>
              <p:nvPr/>
            </p:nvSpPr>
            <p:spPr>
              <a:xfrm rot="10800000">
                <a:off x="4721435" y="2650670"/>
                <a:ext cx="99668" cy="45334"/>
              </a:xfrm>
              <a:custGeom>
                <a:avLst/>
                <a:gdLst/>
                <a:ahLst/>
                <a:cxnLst/>
                <a:rect l="l" t="t" r="r" b="b"/>
                <a:pathLst>
                  <a:path w="7449" h="754" fill="none" extrusionOk="0">
                    <a:moveTo>
                      <a:pt x="0" y="754"/>
                    </a:moveTo>
                    <a:lnTo>
                      <a:pt x="3334" y="741"/>
                    </a:lnTo>
                    <a:lnTo>
                      <a:pt x="3334" y="741"/>
                    </a:lnTo>
                    <a:lnTo>
                      <a:pt x="3785" y="741"/>
                    </a:lnTo>
                    <a:lnTo>
                      <a:pt x="4235" y="734"/>
                    </a:lnTo>
                    <a:lnTo>
                      <a:pt x="4656" y="721"/>
                    </a:lnTo>
                    <a:lnTo>
                      <a:pt x="5046" y="701"/>
                    </a:lnTo>
                    <a:lnTo>
                      <a:pt x="5407" y="681"/>
                    </a:lnTo>
                    <a:lnTo>
                      <a:pt x="5737" y="655"/>
                    </a:lnTo>
                    <a:lnTo>
                      <a:pt x="6037" y="622"/>
                    </a:lnTo>
                    <a:lnTo>
                      <a:pt x="6278" y="582"/>
                    </a:lnTo>
                    <a:lnTo>
                      <a:pt x="6278" y="582"/>
                    </a:lnTo>
                    <a:lnTo>
                      <a:pt x="6518" y="529"/>
                    </a:lnTo>
                    <a:lnTo>
                      <a:pt x="6758" y="470"/>
                    </a:lnTo>
                    <a:lnTo>
                      <a:pt x="6938" y="404"/>
                    </a:lnTo>
                    <a:lnTo>
                      <a:pt x="7119" y="331"/>
                    </a:lnTo>
                    <a:lnTo>
                      <a:pt x="7239" y="259"/>
                    </a:lnTo>
                    <a:lnTo>
                      <a:pt x="7359" y="186"/>
                    </a:lnTo>
                    <a:lnTo>
                      <a:pt x="7419" y="107"/>
                    </a:lnTo>
                    <a:lnTo>
                      <a:pt x="7449" y="27"/>
                    </a:lnTo>
                    <a:lnTo>
                      <a:pt x="7449" y="1"/>
                    </a:lnTo>
                    <a:lnTo>
                      <a:pt x="7449" y="1"/>
                    </a:lnTo>
                    <a:lnTo>
                      <a:pt x="4986" y="1"/>
                    </a:lnTo>
                    <a:lnTo>
                      <a:pt x="4986" y="1"/>
                    </a:lnTo>
                    <a:lnTo>
                      <a:pt x="30" y="1"/>
                    </a:lnTo>
                    <a:lnTo>
                      <a:pt x="30" y="1"/>
                    </a:lnTo>
                    <a:lnTo>
                      <a:pt x="0" y="1"/>
                    </a:lnTo>
                    <a:lnTo>
                      <a:pt x="0" y="75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84"/>
              <p:cNvSpPr/>
              <p:nvPr/>
            </p:nvSpPr>
            <p:spPr>
              <a:xfrm rot="10800000">
                <a:off x="4373031" y="2642312"/>
                <a:ext cx="13" cy="7576"/>
              </a:xfrm>
              <a:custGeom>
                <a:avLst/>
                <a:gdLst/>
                <a:ahLst/>
                <a:cxnLst/>
                <a:rect l="l" t="t" r="r" b="b"/>
                <a:pathLst>
                  <a:path w="1" h="126" extrusionOk="0">
                    <a:moveTo>
                      <a:pt x="1" y="126"/>
                    </a:moveTo>
                    <a:lnTo>
                      <a:pt x="1" y="126"/>
                    </a:lnTo>
                    <a:lnTo>
                      <a:pt x="1" y="0"/>
                    </a:lnTo>
                    <a:lnTo>
                      <a:pt x="1" y="126"/>
                    </a:lnTo>
                    <a:close/>
                  </a:path>
                </a:pathLst>
              </a:custGeom>
              <a:solidFill>
                <a:srgbClr val="B9D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84"/>
              <p:cNvSpPr/>
              <p:nvPr/>
            </p:nvSpPr>
            <p:spPr>
              <a:xfrm rot="10800000">
                <a:off x="4373031" y="2642312"/>
                <a:ext cx="13" cy="7576"/>
              </a:xfrm>
              <a:custGeom>
                <a:avLst/>
                <a:gdLst/>
                <a:ahLst/>
                <a:cxnLst/>
                <a:rect l="l" t="t" r="r" b="b"/>
                <a:pathLst>
                  <a:path w="1" h="126" fill="none" extrusionOk="0">
                    <a:moveTo>
                      <a:pt x="1" y="126"/>
                    </a:moveTo>
                    <a:lnTo>
                      <a:pt x="1" y="126"/>
                    </a:lnTo>
                    <a:lnTo>
                      <a:pt x="1" y="0"/>
                    </a:lnTo>
                    <a:lnTo>
                      <a:pt x="1" y="12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84"/>
              <p:cNvSpPr/>
              <p:nvPr/>
            </p:nvSpPr>
            <p:spPr>
              <a:xfrm rot="10800000">
                <a:off x="4175317" y="3193537"/>
                <a:ext cx="101675" cy="481"/>
              </a:xfrm>
              <a:custGeom>
                <a:avLst/>
                <a:gdLst/>
                <a:ahLst/>
                <a:cxnLst/>
                <a:rect l="l" t="t" r="r" b="b"/>
                <a:pathLst>
                  <a:path w="7599" h="8" extrusionOk="0">
                    <a:moveTo>
                      <a:pt x="0" y="1"/>
                    </a:moveTo>
                    <a:lnTo>
                      <a:pt x="0" y="7"/>
                    </a:lnTo>
                    <a:lnTo>
                      <a:pt x="7599" y="7"/>
                    </a:lnTo>
                    <a:lnTo>
                      <a:pt x="7599" y="1"/>
                    </a:lnTo>
                    <a:close/>
                  </a:path>
                </a:pathLst>
              </a:custGeom>
              <a:solidFill>
                <a:srgbClr val="7192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84"/>
              <p:cNvSpPr/>
              <p:nvPr/>
            </p:nvSpPr>
            <p:spPr>
              <a:xfrm rot="10800000">
                <a:off x="4175317" y="3193537"/>
                <a:ext cx="101675" cy="481"/>
              </a:xfrm>
              <a:custGeom>
                <a:avLst/>
                <a:gdLst/>
                <a:ahLst/>
                <a:cxnLst/>
                <a:rect l="l" t="t" r="r" b="b"/>
                <a:pathLst>
                  <a:path w="7599" h="8" fill="none" extrusionOk="0">
                    <a:moveTo>
                      <a:pt x="0" y="7"/>
                    </a:moveTo>
                    <a:lnTo>
                      <a:pt x="7599" y="7"/>
                    </a:lnTo>
                    <a:lnTo>
                      <a:pt x="7599" y="7"/>
                    </a:lnTo>
                    <a:lnTo>
                      <a:pt x="7599" y="1"/>
                    </a:lnTo>
                    <a:lnTo>
                      <a:pt x="7599" y="1"/>
                    </a:lnTo>
                    <a:lnTo>
                      <a:pt x="991" y="1"/>
                    </a:lnTo>
                    <a:lnTo>
                      <a:pt x="991" y="1"/>
                    </a:lnTo>
                    <a:lnTo>
                      <a:pt x="0" y="1"/>
                    </a:lnTo>
                    <a:lnTo>
                      <a:pt x="0" y="1"/>
                    </a:lnTo>
                    <a:lnTo>
                      <a:pt x="0"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84"/>
              <p:cNvSpPr/>
              <p:nvPr/>
            </p:nvSpPr>
            <p:spPr>
              <a:xfrm rot="10800000">
                <a:off x="4175317" y="3146279"/>
                <a:ext cx="101675" cy="47318"/>
              </a:xfrm>
              <a:custGeom>
                <a:avLst/>
                <a:gdLst/>
                <a:ahLst/>
                <a:cxnLst/>
                <a:rect l="l" t="t" r="r" b="b"/>
                <a:pathLst>
                  <a:path w="7599" h="787" extrusionOk="0">
                    <a:moveTo>
                      <a:pt x="0" y="0"/>
                    </a:moveTo>
                    <a:lnTo>
                      <a:pt x="60" y="73"/>
                    </a:lnTo>
                    <a:lnTo>
                      <a:pt x="120" y="152"/>
                    </a:lnTo>
                    <a:lnTo>
                      <a:pt x="180" y="225"/>
                    </a:lnTo>
                    <a:lnTo>
                      <a:pt x="301" y="298"/>
                    </a:lnTo>
                    <a:lnTo>
                      <a:pt x="421" y="364"/>
                    </a:lnTo>
                    <a:lnTo>
                      <a:pt x="601" y="423"/>
                    </a:lnTo>
                    <a:lnTo>
                      <a:pt x="781" y="476"/>
                    </a:lnTo>
                    <a:lnTo>
                      <a:pt x="991" y="529"/>
                    </a:lnTo>
                    <a:lnTo>
                      <a:pt x="1322" y="582"/>
                    </a:lnTo>
                    <a:lnTo>
                      <a:pt x="1682" y="635"/>
                    </a:lnTo>
                    <a:lnTo>
                      <a:pt x="2043" y="674"/>
                    </a:lnTo>
                    <a:lnTo>
                      <a:pt x="2463" y="714"/>
                    </a:lnTo>
                    <a:lnTo>
                      <a:pt x="2854" y="747"/>
                    </a:lnTo>
                    <a:lnTo>
                      <a:pt x="3274" y="767"/>
                    </a:lnTo>
                    <a:lnTo>
                      <a:pt x="3695" y="780"/>
                    </a:lnTo>
                    <a:lnTo>
                      <a:pt x="4145" y="786"/>
                    </a:lnTo>
                    <a:lnTo>
                      <a:pt x="4475" y="780"/>
                    </a:lnTo>
                    <a:lnTo>
                      <a:pt x="4776" y="773"/>
                    </a:lnTo>
                    <a:lnTo>
                      <a:pt x="5106" y="760"/>
                    </a:lnTo>
                    <a:lnTo>
                      <a:pt x="5407" y="740"/>
                    </a:lnTo>
                    <a:lnTo>
                      <a:pt x="5707" y="714"/>
                    </a:lnTo>
                    <a:lnTo>
                      <a:pt x="5977" y="674"/>
                    </a:lnTo>
                    <a:lnTo>
                      <a:pt x="6247" y="635"/>
                    </a:lnTo>
                    <a:lnTo>
                      <a:pt x="6518" y="588"/>
                    </a:lnTo>
                    <a:lnTo>
                      <a:pt x="6728" y="542"/>
                    </a:lnTo>
                    <a:lnTo>
                      <a:pt x="6908" y="483"/>
                    </a:lnTo>
                    <a:lnTo>
                      <a:pt x="7088" y="417"/>
                    </a:lnTo>
                    <a:lnTo>
                      <a:pt x="7239" y="344"/>
                    </a:lnTo>
                    <a:lnTo>
                      <a:pt x="7359" y="265"/>
                    </a:lnTo>
                    <a:lnTo>
                      <a:pt x="7449" y="179"/>
                    </a:lnTo>
                    <a:lnTo>
                      <a:pt x="7539" y="86"/>
                    </a:lnTo>
                    <a:lnTo>
                      <a:pt x="7599" y="0"/>
                    </a:lnTo>
                    <a:close/>
                  </a:path>
                </a:pathLst>
              </a:custGeom>
              <a:solidFill>
                <a:srgbClr val="004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84"/>
              <p:cNvSpPr/>
              <p:nvPr/>
            </p:nvSpPr>
            <p:spPr>
              <a:xfrm rot="10800000">
                <a:off x="4175317" y="3146279"/>
                <a:ext cx="101675" cy="47318"/>
              </a:xfrm>
              <a:custGeom>
                <a:avLst/>
                <a:gdLst/>
                <a:ahLst/>
                <a:cxnLst/>
                <a:rect l="l" t="t" r="r" b="b"/>
                <a:pathLst>
                  <a:path w="7599" h="787" fill="none" extrusionOk="0">
                    <a:moveTo>
                      <a:pt x="4145" y="786"/>
                    </a:moveTo>
                    <a:lnTo>
                      <a:pt x="4145" y="786"/>
                    </a:lnTo>
                    <a:lnTo>
                      <a:pt x="4475" y="780"/>
                    </a:lnTo>
                    <a:lnTo>
                      <a:pt x="4776" y="773"/>
                    </a:lnTo>
                    <a:lnTo>
                      <a:pt x="5106" y="760"/>
                    </a:lnTo>
                    <a:lnTo>
                      <a:pt x="5407" y="740"/>
                    </a:lnTo>
                    <a:lnTo>
                      <a:pt x="5707" y="714"/>
                    </a:lnTo>
                    <a:lnTo>
                      <a:pt x="5977" y="674"/>
                    </a:lnTo>
                    <a:lnTo>
                      <a:pt x="6247" y="635"/>
                    </a:lnTo>
                    <a:lnTo>
                      <a:pt x="6518" y="588"/>
                    </a:lnTo>
                    <a:lnTo>
                      <a:pt x="6518" y="588"/>
                    </a:lnTo>
                    <a:lnTo>
                      <a:pt x="6728" y="542"/>
                    </a:lnTo>
                    <a:lnTo>
                      <a:pt x="6908" y="483"/>
                    </a:lnTo>
                    <a:lnTo>
                      <a:pt x="7088" y="417"/>
                    </a:lnTo>
                    <a:lnTo>
                      <a:pt x="7239" y="344"/>
                    </a:lnTo>
                    <a:lnTo>
                      <a:pt x="7359" y="265"/>
                    </a:lnTo>
                    <a:lnTo>
                      <a:pt x="7449" y="179"/>
                    </a:lnTo>
                    <a:lnTo>
                      <a:pt x="7539" y="86"/>
                    </a:lnTo>
                    <a:lnTo>
                      <a:pt x="7599" y="0"/>
                    </a:lnTo>
                    <a:lnTo>
                      <a:pt x="0" y="0"/>
                    </a:lnTo>
                    <a:lnTo>
                      <a:pt x="0" y="0"/>
                    </a:lnTo>
                    <a:lnTo>
                      <a:pt x="60" y="73"/>
                    </a:lnTo>
                    <a:lnTo>
                      <a:pt x="120" y="152"/>
                    </a:lnTo>
                    <a:lnTo>
                      <a:pt x="180" y="225"/>
                    </a:lnTo>
                    <a:lnTo>
                      <a:pt x="301" y="298"/>
                    </a:lnTo>
                    <a:lnTo>
                      <a:pt x="421" y="364"/>
                    </a:lnTo>
                    <a:lnTo>
                      <a:pt x="601" y="423"/>
                    </a:lnTo>
                    <a:lnTo>
                      <a:pt x="781" y="476"/>
                    </a:lnTo>
                    <a:lnTo>
                      <a:pt x="991" y="529"/>
                    </a:lnTo>
                    <a:lnTo>
                      <a:pt x="991" y="529"/>
                    </a:lnTo>
                    <a:lnTo>
                      <a:pt x="1322" y="582"/>
                    </a:lnTo>
                    <a:lnTo>
                      <a:pt x="1682" y="635"/>
                    </a:lnTo>
                    <a:lnTo>
                      <a:pt x="2043" y="674"/>
                    </a:lnTo>
                    <a:lnTo>
                      <a:pt x="2463" y="714"/>
                    </a:lnTo>
                    <a:lnTo>
                      <a:pt x="2854" y="747"/>
                    </a:lnTo>
                    <a:lnTo>
                      <a:pt x="3274" y="767"/>
                    </a:lnTo>
                    <a:lnTo>
                      <a:pt x="3695" y="780"/>
                    </a:lnTo>
                    <a:lnTo>
                      <a:pt x="4145" y="78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84"/>
              <p:cNvSpPr/>
              <p:nvPr/>
            </p:nvSpPr>
            <p:spPr>
              <a:xfrm rot="10800000">
                <a:off x="4175317" y="3193958"/>
                <a:ext cx="101675" cy="100108"/>
              </a:xfrm>
              <a:custGeom>
                <a:avLst/>
                <a:gdLst/>
                <a:ahLst/>
                <a:cxnLst/>
                <a:rect l="l" t="t" r="r" b="b"/>
                <a:pathLst>
                  <a:path w="7599" h="1665" extrusionOk="0">
                    <a:moveTo>
                      <a:pt x="3214" y="0"/>
                    </a:moveTo>
                    <a:lnTo>
                      <a:pt x="3214" y="86"/>
                    </a:lnTo>
                    <a:lnTo>
                      <a:pt x="3154" y="172"/>
                    </a:lnTo>
                    <a:lnTo>
                      <a:pt x="3064" y="245"/>
                    </a:lnTo>
                    <a:lnTo>
                      <a:pt x="2944" y="324"/>
                    </a:lnTo>
                    <a:lnTo>
                      <a:pt x="2763" y="390"/>
                    </a:lnTo>
                    <a:lnTo>
                      <a:pt x="2553" y="456"/>
                    </a:lnTo>
                    <a:lnTo>
                      <a:pt x="2313" y="522"/>
                    </a:lnTo>
                    <a:lnTo>
                      <a:pt x="2043" y="575"/>
                    </a:lnTo>
                    <a:lnTo>
                      <a:pt x="1862" y="601"/>
                    </a:lnTo>
                    <a:lnTo>
                      <a:pt x="1652" y="628"/>
                    </a:lnTo>
                    <a:lnTo>
                      <a:pt x="1442" y="654"/>
                    </a:lnTo>
                    <a:lnTo>
                      <a:pt x="1172" y="674"/>
                    </a:lnTo>
                    <a:lnTo>
                      <a:pt x="631" y="707"/>
                    </a:lnTo>
                    <a:lnTo>
                      <a:pt x="0" y="734"/>
                    </a:lnTo>
                    <a:lnTo>
                      <a:pt x="0" y="1559"/>
                    </a:lnTo>
                    <a:lnTo>
                      <a:pt x="0" y="1665"/>
                    </a:lnTo>
                    <a:lnTo>
                      <a:pt x="7599" y="1665"/>
                    </a:lnTo>
                    <a:lnTo>
                      <a:pt x="7599" y="1572"/>
                    </a:lnTo>
                    <a:lnTo>
                      <a:pt x="7569" y="1480"/>
                    </a:lnTo>
                    <a:lnTo>
                      <a:pt x="7569" y="0"/>
                    </a:lnTo>
                    <a:close/>
                  </a:path>
                </a:pathLst>
              </a:custGeom>
              <a:solidFill>
                <a:srgbClr val="3254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84"/>
              <p:cNvSpPr/>
              <p:nvPr/>
            </p:nvSpPr>
            <p:spPr>
              <a:xfrm rot="10800000">
                <a:off x="4175317" y="3193958"/>
                <a:ext cx="101675" cy="100108"/>
              </a:xfrm>
              <a:custGeom>
                <a:avLst/>
                <a:gdLst/>
                <a:ahLst/>
                <a:cxnLst/>
                <a:rect l="l" t="t" r="r" b="b"/>
                <a:pathLst>
                  <a:path w="7599" h="1665" fill="none" extrusionOk="0">
                    <a:moveTo>
                      <a:pt x="7599" y="1665"/>
                    </a:moveTo>
                    <a:lnTo>
                      <a:pt x="7599" y="1665"/>
                    </a:lnTo>
                    <a:lnTo>
                      <a:pt x="7599" y="1572"/>
                    </a:lnTo>
                    <a:lnTo>
                      <a:pt x="7569" y="1480"/>
                    </a:lnTo>
                    <a:lnTo>
                      <a:pt x="7569" y="0"/>
                    </a:lnTo>
                    <a:lnTo>
                      <a:pt x="3214" y="0"/>
                    </a:lnTo>
                    <a:lnTo>
                      <a:pt x="3214" y="0"/>
                    </a:lnTo>
                    <a:lnTo>
                      <a:pt x="3214" y="86"/>
                    </a:lnTo>
                    <a:lnTo>
                      <a:pt x="3154" y="172"/>
                    </a:lnTo>
                    <a:lnTo>
                      <a:pt x="3064" y="245"/>
                    </a:lnTo>
                    <a:lnTo>
                      <a:pt x="2944" y="324"/>
                    </a:lnTo>
                    <a:lnTo>
                      <a:pt x="2763" y="390"/>
                    </a:lnTo>
                    <a:lnTo>
                      <a:pt x="2553" y="456"/>
                    </a:lnTo>
                    <a:lnTo>
                      <a:pt x="2313" y="522"/>
                    </a:lnTo>
                    <a:lnTo>
                      <a:pt x="2043" y="575"/>
                    </a:lnTo>
                    <a:lnTo>
                      <a:pt x="2043" y="575"/>
                    </a:lnTo>
                    <a:lnTo>
                      <a:pt x="1862" y="601"/>
                    </a:lnTo>
                    <a:lnTo>
                      <a:pt x="1652" y="628"/>
                    </a:lnTo>
                    <a:lnTo>
                      <a:pt x="1442" y="654"/>
                    </a:lnTo>
                    <a:lnTo>
                      <a:pt x="1172" y="674"/>
                    </a:lnTo>
                    <a:lnTo>
                      <a:pt x="631" y="707"/>
                    </a:lnTo>
                    <a:lnTo>
                      <a:pt x="0" y="734"/>
                    </a:lnTo>
                    <a:lnTo>
                      <a:pt x="0" y="1559"/>
                    </a:lnTo>
                    <a:lnTo>
                      <a:pt x="0" y="1559"/>
                    </a:lnTo>
                    <a:lnTo>
                      <a:pt x="0" y="1665"/>
                    </a:lnTo>
                    <a:lnTo>
                      <a:pt x="0" y="1665"/>
                    </a:lnTo>
                    <a:lnTo>
                      <a:pt x="991" y="1665"/>
                    </a:lnTo>
                    <a:lnTo>
                      <a:pt x="991" y="1665"/>
                    </a:lnTo>
                    <a:lnTo>
                      <a:pt x="7599" y="16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84"/>
              <p:cNvSpPr/>
              <p:nvPr/>
            </p:nvSpPr>
            <p:spPr>
              <a:xfrm rot="10800000">
                <a:off x="4878151" y="3296411"/>
                <a:ext cx="102089" cy="100529"/>
              </a:xfrm>
              <a:custGeom>
                <a:avLst/>
                <a:gdLst/>
                <a:ahLst/>
                <a:cxnLst/>
                <a:rect l="l" t="t" r="r" b="b"/>
                <a:pathLst>
                  <a:path w="7630" h="1672" extrusionOk="0">
                    <a:moveTo>
                      <a:pt x="3755" y="1"/>
                    </a:moveTo>
                    <a:lnTo>
                      <a:pt x="3304" y="14"/>
                    </a:lnTo>
                    <a:lnTo>
                      <a:pt x="2884" y="27"/>
                    </a:lnTo>
                    <a:lnTo>
                      <a:pt x="2463" y="53"/>
                    </a:lnTo>
                    <a:lnTo>
                      <a:pt x="2073" y="80"/>
                    </a:lnTo>
                    <a:lnTo>
                      <a:pt x="1743" y="113"/>
                    </a:lnTo>
                    <a:lnTo>
                      <a:pt x="1442" y="146"/>
                    </a:lnTo>
                    <a:lnTo>
                      <a:pt x="1202" y="185"/>
                    </a:lnTo>
                    <a:lnTo>
                      <a:pt x="962" y="238"/>
                    </a:lnTo>
                    <a:lnTo>
                      <a:pt x="751" y="298"/>
                    </a:lnTo>
                    <a:lnTo>
                      <a:pt x="571" y="357"/>
                    </a:lnTo>
                    <a:lnTo>
                      <a:pt x="391" y="417"/>
                    </a:lnTo>
                    <a:lnTo>
                      <a:pt x="271" y="483"/>
                    </a:lnTo>
                    <a:lnTo>
                      <a:pt x="151" y="549"/>
                    </a:lnTo>
                    <a:lnTo>
                      <a:pt x="91" y="621"/>
                    </a:lnTo>
                    <a:lnTo>
                      <a:pt x="31" y="694"/>
                    </a:lnTo>
                    <a:lnTo>
                      <a:pt x="1" y="773"/>
                    </a:lnTo>
                    <a:lnTo>
                      <a:pt x="31" y="846"/>
                    </a:lnTo>
                    <a:lnTo>
                      <a:pt x="61" y="932"/>
                    </a:lnTo>
                    <a:lnTo>
                      <a:pt x="151" y="1011"/>
                    </a:lnTo>
                    <a:lnTo>
                      <a:pt x="241" y="1097"/>
                    </a:lnTo>
                    <a:lnTo>
                      <a:pt x="391" y="1183"/>
                    </a:lnTo>
                    <a:lnTo>
                      <a:pt x="571" y="1269"/>
                    </a:lnTo>
                    <a:lnTo>
                      <a:pt x="781" y="1361"/>
                    </a:lnTo>
                    <a:lnTo>
                      <a:pt x="872" y="1401"/>
                    </a:lnTo>
                    <a:lnTo>
                      <a:pt x="992" y="1434"/>
                    </a:lnTo>
                    <a:lnTo>
                      <a:pt x="1292" y="1500"/>
                    </a:lnTo>
                    <a:lnTo>
                      <a:pt x="1592" y="1559"/>
                    </a:lnTo>
                    <a:lnTo>
                      <a:pt x="1953" y="1599"/>
                    </a:lnTo>
                    <a:lnTo>
                      <a:pt x="2343" y="1632"/>
                    </a:lnTo>
                    <a:lnTo>
                      <a:pt x="2764" y="1658"/>
                    </a:lnTo>
                    <a:lnTo>
                      <a:pt x="3184" y="1672"/>
                    </a:lnTo>
                    <a:lnTo>
                      <a:pt x="7629" y="1672"/>
                    </a:lnTo>
                    <a:lnTo>
                      <a:pt x="7629" y="1"/>
                    </a:lnTo>
                    <a:close/>
                  </a:path>
                </a:pathLst>
              </a:custGeom>
              <a:solidFill>
                <a:srgbClr val="8B29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84"/>
              <p:cNvSpPr/>
              <p:nvPr/>
            </p:nvSpPr>
            <p:spPr>
              <a:xfrm rot="10800000">
                <a:off x="4878151" y="3296411"/>
                <a:ext cx="102089" cy="100529"/>
              </a:xfrm>
              <a:custGeom>
                <a:avLst/>
                <a:gdLst/>
                <a:ahLst/>
                <a:cxnLst/>
                <a:rect l="l" t="t" r="r" b="b"/>
                <a:pathLst>
                  <a:path w="7630" h="1672" fill="none" extrusionOk="0">
                    <a:moveTo>
                      <a:pt x="3605" y="1672"/>
                    </a:moveTo>
                    <a:lnTo>
                      <a:pt x="3605" y="1672"/>
                    </a:lnTo>
                    <a:lnTo>
                      <a:pt x="4115" y="1672"/>
                    </a:lnTo>
                    <a:lnTo>
                      <a:pt x="7629" y="1672"/>
                    </a:lnTo>
                    <a:lnTo>
                      <a:pt x="7629" y="1672"/>
                    </a:lnTo>
                    <a:lnTo>
                      <a:pt x="7629" y="1"/>
                    </a:lnTo>
                    <a:lnTo>
                      <a:pt x="4235" y="1"/>
                    </a:lnTo>
                    <a:lnTo>
                      <a:pt x="4235" y="1"/>
                    </a:lnTo>
                    <a:lnTo>
                      <a:pt x="3755" y="1"/>
                    </a:lnTo>
                    <a:lnTo>
                      <a:pt x="3304" y="14"/>
                    </a:lnTo>
                    <a:lnTo>
                      <a:pt x="2884" y="27"/>
                    </a:lnTo>
                    <a:lnTo>
                      <a:pt x="2463" y="53"/>
                    </a:lnTo>
                    <a:lnTo>
                      <a:pt x="2073" y="80"/>
                    </a:lnTo>
                    <a:lnTo>
                      <a:pt x="1743" y="113"/>
                    </a:lnTo>
                    <a:lnTo>
                      <a:pt x="1442" y="146"/>
                    </a:lnTo>
                    <a:lnTo>
                      <a:pt x="1202" y="185"/>
                    </a:lnTo>
                    <a:lnTo>
                      <a:pt x="1202" y="185"/>
                    </a:lnTo>
                    <a:lnTo>
                      <a:pt x="962" y="238"/>
                    </a:lnTo>
                    <a:lnTo>
                      <a:pt x="751" y="298"/>
                    </a:lnTo>
                    <a:lnTo>
                      <a:pt x="571" y="357"/>
                    </a:lnTo>
                    <a:lnTo>
                      <a:pt x="391" y="417"/>
                    </a:lnTo>
                    <a:lnTo>
                      <a:pt x="271" y="483"/>
                    </a:lnTo>
                    <a:lnTo>
                      <a:pt x="151" y="549"/>
                    </a:lnTo>
                    <a:lnTo>
                      <a:pt x="91" y="621"/>
                    </a:lnTo>
                    <a:lnTo>
                      <a:pt x="31" y="694"/>
                    </a:lnTo>
                    <a:lnTo>
                      <a:pt x="1" y="773"/>
                    </a:lnTo>
                    <a:lnTo>
                      <a:pt x="31" y="846"/>
                    </a:lnTo>
                    <a:lnTo>
                      <a:pt x="61" y="932"/>
                    </a:lnTo>
                    <a:lnTo>
                      <a:pt x="151" y="1011"/>
                    </a:lnTo>
                    <a:lnTo>
                      <a:pt x="241" y="1097"/>
                    </a:lnTo>
                    <a:lnTo>
                      <a:pt x="391" y="1183"/>
                    </a:lnTo>
                    <a:lnTo>
                      <a:pt x="571" y="1269"/>
                    </a:lnTo>
                    <a:lnTo>
                      <a:pt x="781" y="1361"/>
                    </a:lnTo>
                    <a:lnTo>
                      <a:pt x="781" y="1361"/>
                    </a:lnTo>
                    <a:lnTo>
                      <a:pt x="872" y="1401"/>
                    </a:lnTo>
                    <a:lnTo>
                      <a:pt x="992" y="1434"/>
                    </a:lnTo>
                    <a:lnTo>
                      <a:pt x="1292" y="1500"/>
                    </a:lnTo>
                    <a:lnTo>
                      <a:pt x="1592" y="1559"/>
                    </a:lnTo>
                    <a:lnTo>
                      <a:pt x="1953" y="1599"/>
                    </a:lnTo>
                    <a:lnTo>
                      <a:pt x="2343" y="1632"/>
                    </a:lnTo>
                    <a:lnTo>
                      <a:pt x="2764" y="1658"/>
                    </a:lnTo>
                    <a:lnTo>
                      <a:pt x="3184" y="1672"/>
                    </a:lnTo>
                    <a:lnTo>
                      <a:pt x="3605" y="167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84"/>
              <p:cNvSpPr/>
              <p:nvPr/>
            </p:nvSpPr>
            <p:spPr>
              <a:xfrm rot="10800000">
                <a:off x="4112215" y="2547375"/>
                <a:ext cx="247557" cy="99326"/>
              </a:xfrm>
              <a:custGeom>
                <a:avLst/>
                <a:gdLst/>
                <a:ahLst/>
                <a:cxnLst/>
                <a:rect l="l" t="t" r="r" b="b"/>
                <a:pathLst>
                  <a:path w="18502" h="1652" extrusionOk="0">
                    <a:moveTo>
                      <a:pt x="3694" y="0"/>
                    </a:moveTo>
                    <a:lnTo>
                      <a:pt x="3154" y="7"/>
                    </a:lnTo>
                    <a:lnTo>
                      <a:pt x="2673" y="26"/>
                    </a:lnTo>
                    <a:lnTo>
                      <a:pt x="2253" y="46"/>
                    </a:lnTo>
                    <a:lnTo>
                      <a:pt x="1862" y="79"/>
                    </a:lnTo>
                    <a:lnTo>
                      <a:pt x="1532" y="112"/>
                    </a:lnTo>
                    <a:lnTo>
                      <a:pt x="1232" y="152"/>
                    </a:lnTo>
                    <a:lnTo>
                      <a:pt x="991" y="198"/>
                    </a:lnTo>
                    <a:lnTo>
                      <a:pt x="781" y="251"/>
                    </a:lnTo>
                    <a:lnTo>
                      <a:pt x="601" y="304"/>
                    </a:lnTo>
                    <a:lnTo>
                      <a:pt x="451" y="363"/>
                    </a:lnTo>
                    <a:lnTo>
                      <a:pt x="331" y="416"/>
                    </a:lnTo>
                    <a:lnTo>
                      <a:pt x="240" y="476"/>
                    </a:lnTo>
                    <a:lnTo>
                      <a:pt x="180" y="535"/>
                    </a:lnTo>
                    <a:lnTo>
                      <a:pt x="120" y="594"/>
                    </a:lnTo>
                    <a:lnTo>
                      <a:pt x="30" y="713"/>
                    </a:lnTo>
                    <a:lnTo>
                      <a:pt x="0" y="832"/>
                    </a:lnTo>
                    <a:lnTo>
                      <a:pt x="7539" y="832"/>
                    </a:lnTo>
                    <a:lnTo>
                      <a:pt x="8079" y="839"/>
                    </a:lnTo>
                    <a:lnTo>
                      <a:pt x="8560" y="852"/>
                    </a:lnTo>
                    <a:lnTo>
                      <a:pt x="9011" y="879"/>
                    </a:lnTo>
                    <a:lnTo>
                      <a:pt x="9401" y="918"/>
                    </a:lnTo>
                    <a:lnTo>
                      <a:pt x="9761" y="958"/>
                    </a:lnTo>
                    <a:lnTo>
                      <a:pt x="10062" y="1004"/>
                    </a:lnTo>
                    <a:lnTo>
                      <a:pt x="10332" y="1063"/>
                    </a:lnTo>
                    <a:lnTo>
                      <a:pt x="10542" y="1123"/>
                    </a:lnTo>
                    <a:lnTo>
                      <a:pt x="10753" y="1182"/>
                    </a:lnTo>
                    <a:lnTo>
                      <a:pt x="10903" y="1248"/>
                    </a:lnTo>
                    <a:lnTo>
                      <a:pt x="11023" y="1321"/>
                    </a:lnTo>
                    <a:lnTo>
                      <a:pt x="11113" y="1387"/>
                    </a:lnTo>
                    <a:lnTo>
                      <a:pt x="11203" y="1453"/>
                    </a:lnTo>
                    <a:lnTo>
                      <a:pt x="11263" y="1526"/>
                    </a:lnTo>
                    <a:lnTo>
                      <a:pt x="11293" y="1592"/>
                    </a:lnTo>
                    <a:lnTo>
                      <a:pt x="11293" y="1651"/>
                    </a:lnTo>
                    <a:lnTo>
                      <a:pt x="14567" y="1651"/>
                    </a:lnTo>
                    <a:lnTo>
                      <a:pt x="15198" y="1638"/>
                    </a:lnTo>
                    <a:lnTo>
                      <a:pt x="15768" y="1618"/>
                    </a:lnTo>
                    <a:lnTo>
                      <a:pt x="16279" y="1585"/>
                    </a:lnTo>
                    <a:lnTo>
                      <a:pt x="16699" y="1546"/>
                    </a:lnTo>
                    <a:lnTo>
                      <a:pt x="17090" y="1499"/>
                    </a:lnTo>
                    <a:lnTo>
                      <a:pt x="17390" y="1440"/>
                    </a:lnTo>
                    <a:lnTo>
                      <a:pt x="17661" y="1381"/>
                    </a:lnTo>
                    <a:lnTo>
                      <a:pt x="17871" y="1314"/>
                    </a:lnTo>
                    <a:lnTo>
                      <a:pt x="18051" y="1248"/>
                    </a:lnTo>
                    <a:lnTo>
                      <a:pt x="18201" y="1176"/>
                    </a:lnTo>
                    <a:lnTo>
                      <a:pt x="18321" y="1110"/>
                    </a:lnTo>
                    <a:lnTo>
                      <a:pt x="18381" y="1037"/>
                    </a:lnTo>
                    <a:lnTo>
                      <a:pt x="18441" y="971"/>
                    </a:lnTo>
                    <a:lnTo>
                      <a:pt x="18471" y="905"/>
                    </a:lnTo>
                    <a:lnTo>
                      <a:pt x="18501" y="793"/>
                    </a:lnTo>
                    <a:lnTo>
                      <a:pt x="18471" y="740"/>
                    </a:lnTo>
                    <a:lnTo>
                      <a:pt x="18441" y="680"/>
                    </a:lnTo>
                    <a:lnTo>
                      <a:pt x="18381" y="614"/>
                    </a:lnTo>
                    <a:lnTo>
                      <a:pt x="18261" y="548"/>
                    </a:lnTo>
                    <a:lnTo>
                      <a:pt x="18141" y="482"/>
                    </a:lnTo>
                    <a:lnTo>
                      <a:pt x="17991" y="416"/>
                    </a:lnTo>
                    <a:lnTo>
                      <a:pt x="17811" y="350"/>
                    </a:lnTo>
                    <a:lnTo>
                      <a:pt x="17600" y="291"/>
                    </a:lnTo>
                    <a:lnTo>
                      <a:pt x="17330" y="231"/>
                    </a:lnTo>
                    <a:lnTo>
                      <a:pt x="17060" y="178"/>
                    </a:lnTo>
                    <a:lnTo>
                      <a:pt x="16729" y="126"/>
                    </a:lnTo>
                    <a:lnTo>
                      <a:pt x="16399" y="86"/>
                    </a:lnTo>
                    <a:lnTo>
                      <a:pt x="15979" y="46"/>
                    </a:lnTo>
                    <a:lnTo>
                      <a:pt x="15558" y="20"/>
                    </a:lnTo>
                    <a:lnTo>
                      <a:pt x="15108" y="7"/>
                    </a:lnTo>
                    <a:lnTo>
                      <a:pt x="14597" y="0"/>
                    </a:lnTo>
                    <a:close/>
                  </a:path>
                </a:pathLst>
              </a:custGeom>
              <a:solidFill>
                <a:srgbClr val="FFCA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84"/>
              <p:cNvSpPr/>
              <p:nvPr/>
            </p:nvSpPr>
            <p:spPr>
              <a:xfrm rot="10800000">
                <a:off x="4112215" y="2547375"/>
                <a:ext cx="247557" cy="99326"/>
              </a:xfrm>
              <a:custGeom>
                <a:avLst/>
                <a:gdLst/>
                <a:ahLst/>
                <a:cxnLst/>
                <a:rect l="l" t="t" r="r" b="b"/>
                <a:pathLst>
                  <a:path w="18502" h="1652" fill="none" extrusionOk="0">
                    <a:moveTo>
                      <a:pt x="12735" y="1651"/>
                    </a:moveTo>
                    <a:lnTo>
                      <a:pt x="12735" y="1651"/>
                    </a:lnTo>
                    <a:lnTo>
                      <a:pt x="14567" y="1651"/>
                    </a:lnTo>
                    <a:lnTo>
                      <a:pt x="14567" y="1651"/>
                    </a:lnTo>
                    <a:lnTo>
                      <a:pt x="15198" y="1638"/>
                    </a:lnTo>
                    <a:lnTo>
                      <a:pt x="15768" y="1618"/>
                    </a:lnTo>
                    <a:lnTo>
                      <a:pt x="16279" y="1585"/>
                    </a:lnTo>
                    <a:lnTo>
                      <a:pt x="16699" y="1546"/>
                    </a:lnTo>
                    <a:lnTo>
                      <a:pt x="17090" y="1499"/>
                    </a:lnTo>
                    <a:lnTo>
                      <a:pt x="17390" y="1440"/>
                    </a:lnTo>
                    <a:lnTo>
                      <a:pt x="17661" y="1381"/>
                    </a:lnTo>
                    <a:lnTo>
                      <a:pt x="17871" y="1314"/>
                    </a:lnTo>
                    <a:lnTo>
                      <a:pt x="18051" y="1248"/>
                    </a:lnTo>
                    <a:lnTo>
                      <a:pt x="18201" y="1176"/>
                    </a:lnTo>
                    <a:lnTo>
                      <a:pt x="18321" y="1110"/>
                    </a:lnTo>
                    <a:lnTo>
                      <a:pt x="18381" y="1037"/>
                    </a:lnTo>
                    <a:lnTo>
                      <a:pt x="18441" y="971"/>
                    </a:lnTo>
                    <a:lnTo>
                      <a:pt x="18471" y="905"/>
                    </a:lnTo>
                    <a:lnTo>
                      <a:pt x="18501" y="793"/>
                    </a:lnTo>
                    <a:lnTo>
                      <a:pt x="18501" y="793"/>
                    </a:lnTo>
                    <a:lnTo>
                      <a:pt x="18471" y="740"/>
                    </a:lnTo>
                    <a:lnTo>
                      <a:pt x="18441" y="680"/>
                    </a:lnTo>
                    <a:lnTo>
                      <a:pt x="18381" y="614"/>
                    </a:lnTo>
                    <a:lnTo>
                      <a:pt x="18261" y="548"/>
                    </a:lnTo>
                    <a:lnTo>
                      <a:pt x="18141" y="482"/>
                    </a:lnTo>
                    <a:lnTo>
                      <a:pt x="17991" y="416"/>
                    </a:lnTo>
                    <a:lnTo>
                      <a:pt x="17811" y="350"/>
                    </a:lnTo>
                    <a:lnTo>
                      <a:pt x="17600" y="291"/>
                    </a:lnTo>
                    <a:lnTo>
                      <a:pt x="17330" y="231"/>
                    </a:lnTo>
                    <a:lnTo>
                      <a:pt x="17060" y="178"/>
                    </a:lnTo>
                    <a:lnTo>
                      <a:pt x="16729" y="126"/>
                    </a:lnTo>
                    <a:lnTo>
                      <a:pt x="16399" y="86"/>
                    </a:lnTo>
                    <a:lnTo>
                      <a:pt x="15979" y="46"/>
                    </a:lnTo>
                    <a:lnTo>
                      <a:pt x="15558" y="20"/>
                    </a:lnTo>
                    <a:lnTo>
                      <a:pt x="15108" y="7"/>
                    </a:lnTo>
                    <a:lnTo>
                      <a:pt x="14597" y="0"/>
                    </a:lnTo>
                    <a:lnTo>
                      <a:pt x="14597" y="0"/>
                    </a:lnTo>
                    <a:lnTo>
                      <a:pt x="14567" y="0"/>
                    </a:lnTo>
                    <a:lnTo>
                      <a:pt x="14567" y="0"/>
                    </a:lnTo>
                    <a:lnTo>
                      <a:pt x="4025" y="0"/>
                    </a:lnTo>
                    <a:lnTo>
                      <a:pt x="4025" y="0"/>
                    </a:lnTo>
                    <a:lnTo>
                      <a:pt x="3875" y="0"/>
                    </a:lnTo>
                    <a:lnTo>
                      <a:pt x="3875" y="0"/>
                    </a:lnTo>
                    <a:lnTo>
                      <a:pt x="3694" y="0"/>
                    </a:lnTo>
                    <a:lnTo>
                      <a:pt x="3694" y="0"/>
                    </a:lnTo>
                    <a:lnTo>
                      <a:pt x="3154" y="7"/>
                    </a:lnTo>
                    <a:lnTo>
                      <a:pt x="2673" y="26"/>
                    </a:lnTo>
                    <a:lnTo>
                      <a:pt x="2253" y="46"/>
                    </a:lnTo>
                    <a:lnTo>
                      <a:pt x="1862" y="79"/>
                    </a:lnTo>
                    <a:lnTo>
                      <a:pt x="1532" y="112"/>
                    </a:lnTo>
                    <a:lnTo>
                      <a:pt x="1232" y="152"/>
                    </a:lnTo>
                    <a:lnTo>
                      <a:pt x="991" y="198"/>
                    </a:lnTo>
                    <a:lnTo>
                      <a:pt x="781" y="251"/>
                    </a:lnTo>
                    <a:lnTo>
                      <a:pt x="601" y="304"/>
                    </a:lnTo>
                    <a:lnTo>
                      <a:pt x="451" y="363"/>
                    </a:lnTo>
                    <a:lnTo>
                      <a:pt x="331" y="416"/>
                    </a:lnTo>
                    <a:lnTo>
                      <a:pt x="240" y="476"/>
                    </a:lnTo>
                    <a:lnTo>
                      <a:pt x="180" y="535"/>
                    </a:lnTo>
                    <a:lnTo>
                      <a:pt x="120" y="594"/>
                    </a:lnTo>
                    <a:lnTo>
                      <a:pt x="30" y="713"/>
                    </a:lnTo>
                    <a:lnTo>
                      <a:pt x="30" y="713"/>
                    </a:lnTo>
                    <a:lnTo>
                      <a:pt x="0" y="832"/>
                    </a:lnTo>
                    <a:lnTo>
                      <a:pt x="0" y="832"/>
                    </a:lnTo>
                    <a:lnTo>
                      <a:pt x="5707" y="832"/>
                    </a:lnTo>
                    <a:lnTo>
                      <a:pt x="5707" y="832"/>
                    </a:lnTo>
                    <a:lnTo>
                      <a:pt x="7389" y="832"/>
                    </a:lnTo>
                    <a:lnTo>
                      <a:pt x="7389" y="832"/>
                    </a:lnTo>
                    <a:lnTo>
                      <a:pt x="7539" y="832"/>
                    </a:lnTo>
                    <a:lnTo>
                      <a:pt x="7539" y="832"/>
                    </a:lnTo>
                    <a:lnTo>
                      <a:pt x="8079" y="839"/>
                    </a:lnTo>
                    <a:lnTo>
                      <a:pt x="8560" y="852"/>
                    </a:lnTo>
                    <a:lnTo>
                      <a:pt x="9011" y="879"/>
                    </a:lnTo>
                    <a:lnTo>
                      <a:pt x="9401" y="918"/>
                    </a:lnTo>
                    <a:lnTo>
                      <a:pt x="9761" y="958"/>
                    </a:lnTo>
                    <a:lnTo>
                      <a:pt x="10062" y="1004"/>
                    </a:lnTo>
                    <a:lnTo>
                      <a:pt x="10332" y="1063"/>
                    </a:lnTo>
                    <a:lnTo>
                      <a:pt x="10542" y="1123"/>
                    </a:lnTo>
                    <a:lnTo>
                      <a:pt x="10753" y="1182"/>
                    </a:lnTo>
                    <a:lnTo>
                      <a:pt x="10903" y="1248"/>
                    </a:lnTo>
                    <a:lnTo>
                      <a:pt x="11023" y="1321"/>
                    </a:lnTo>
                    <a:lnTo>
                      <a:pt x="11113" y="1387"/>
                    </a:lnTo>
                    <a:lnTo>
                      <a:pt x="11203" y="1453"/>
                    </a:lnTo>
                    <a:lnTo>
                      <a:pt x="11263" y="1526"/>
                    </a:lnTo>
                    <a:lnTo>
                      <a:pt x="11293" y="1592"/>
                    </a:lnTo>
                    <a:lnTo>
                      <a:pt x="11293" y="1651"/>
                    </a:lnTo>
                    <a:lnTo>
                      <a:pt x="11293" y="1651"/>
                    </a:lnTo>
                    <a:lnTo>
                      <a:pt x="12735" y="165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84"/>
              <p:cNvSpPr/>
              <p:nvPr/>
            </p:nvSpPr>
            <p:spPr>
              <a:xfrm rot="10800000">
                <a:off x="4208658" y="2547375"/>
                <a:ext cx="151114" cy="49303"/>
              </a:xfrm>
              <a:custGeom>
                <a:avLst/>
                <a:gdLst/>
                <a:ahLst/>
                <a:cxnLst/>
                <a:rect l="l" t="t" r="r" b="b"/>
                <a:pathLst>
                  <a:path w="11294" h="820" extrusionOk="0">
                    <a:moveTo>
                      <a:pt x="0" y="0"/>
                    </a:moveTo>
                    <a:lnTo>
                      <a:pt x="30" y="66"/>
                    </a:lnTo>
                    <a:lnTo>
                      <a:pt x="60" y="126"/>
                    </a:lnTo>
                    <a:lnTo>
                      <a:pt x="90" y="198"/>
                    </a:lnTo>
                    <a:lnTo>
                      <a:pt x="180" y="264"/>
                    </a:lnTo>
                    <a:lnTo>
                      <a:pt x="270" y="337"/>
                    </a:lnTo>
                    <a:lnTo>
                      <a:pt x="391" y="403"/>
                    </a:lnTo>
                    <a:lnTo>
                      <a:pt x="571" y="469"/>
                    </a:lnTo>
                    <a:lnTo>
                      <a:pt x="751" y="529"/>
                    </a:lnTo>
                    <a:lnTo>
                      <a:pt x="991" y="588"/>
                    </a:lnTo>
                    <a:lnTo>
                      <a:pt x="1262" y="648"/>
                    </a:lnTo>
                    <a:lnTo>
                      <a:pt x="1562" y="694"/>
                    </a:lnTo>
                    <a:lnTo>
                      <a:pt x="1892" y="740"/>
                    </a:lnTo>
                    <a:lnTo>
                      <a:pt x="2283" y="773"/>
                    </a:lnTo>
                    <a:lnTo>
                      <a:pt x="2733" y="800"/>
                    </a:lnTo>
                    <a:lnTo>
                      <a:pt x="3214" y="813"/>
                    </a:lnTo>
                    <a:lnTo>
                      <a:pt x="3785" y="819"/>
                    </a:lnTo>
                    <a:lnTo>
                      <a:pt x="11293" y="819"/>
                    </a:lnTo>
                    <a:lnTo>
                      <a:pt x="11293" y="760"/>
                    </a:lnTo>
                    <a:lnTo>
                      <a:pt x="11263" y="694"/>
                    </a:lnTo>
                    <a:lnTo>
                      <a:pt x="11203" y="621"/>
                    </a:lnTo>
                    <a:lnTo>
                      <a:pt x="11113" y="555"/>
                    </a:lnTo>
                    <a:lnTo>
                      <a:pt x="11023" y="489"/>
                    </a:lnTo>
                    <a:lnTo>
                      <a:pt x="10903" y="416"/>
                    </a:lnTo>
                    <a:lnTo>
                      <a:pt x="10753" y="350"/>
                    </a:lnTo>
                    <a:lnTo>
                      <a:pt x="10542" y="291"/>
                    </a:lnTo>
                    <a:lnTo>
                      <a:pt x="10332" y="231"/>
                    </a:lnTo>
                    <a:lnTo>
                      <a:pt x="10062" y="172"/>
                    </a:lnTo>
                    <a:lnTo>
                      <a:pt x="9761" y="126"/>
                    </a:lnTo>
                    <a:lnTo>
                      <a:pt x="9401" y="86"/>
                    </a:lnTo>
                    <a:lnTo>
                      <a:pt x="9011" y="47"/>
                    </a:lnTo>
                    <a:lnTo>
                      <a:pt x="8560" y="20"/>
                    </a:lnTo>
                    <a:lnTo>
                      <a:pt x="8079" y="7"/>
                    </a:lnTo>
                    <a:lnTo>
                      <a:pt x="7539" y="0"/>
                    </a:lnTo>
                    <a:close/>
                  </a:path>
                </a:pathLst>
              </a:custGeom>
              <a:solidFill>
                <a:srgbClr val="FFAF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84"/>
              <p:cNvSpPr/>
              <p:nvPr/>
            </p:nvSpPr>
            <p:spPr>
              <a:xfrm rot="10800000">
                <a:off x="4208658" y="2547375"/>
                <a:ext cx="151114" cy="49303"/>
              </a:xfrm>
              <a:custGeom>
                <a:avLst/>
                <a:gdLst/>
                <a:ahLst/>
                <a:cxnLst/>
                <a:rect l="l" t="t" r="r" b="b"/>
                <a:pathLst>
                  <a:path w="11294" h="820" fill="none" extrusionOk="0">
                    <a:moveTo>
                      <a:pt x="3785" y="819"/>
                    </a:moveTo>
                    <a:lnTo>
                      <a:pt x="3785" y="819"/>
                    </a:lnTo>
                    <a:lnTo>
                      <a:pt x="3905" y="819"/>
                    </a:lnTo>
                    <a:lnTo>
                      <a:pt x="3905" y="819"/>
                    </a:lnTo>
                    <a:lnTo>
                      <a:pt x="4595" y="819"/>
                    </a:lnTo>
                    <a:lnTo>
                      <a:pt x="4595" y="819"/>
                    </a:lnTo>
                    <a:lnTo>
                      <a:pt x="8200" y="819"/>
                    </a:lnTo>
                    <a:lnTo>
                      <a:pt x="8200" y="819"/>
                    </a:lnTo>
                    <a:lnTo>
                      <a:pt x="11293" y="819"/>
                    </a:lnTo>
                    <a:lnTo>
                      <a:pt x="11293" y="819"/>
                    </a:lnTo>
                    <a:lnTo>
                      <a:pt x="11293" y="760"/>
                    </a:lnTo>
                    <a:lnTo>
                      <a:pt x="11263" y="694"/>
                    </a:lnTo>
                    <a:lnTo>
                      <a:pt x="11203" y="621"/>
                    </a:lnTo>
                    <a:lnTo>
                      <a:pt x="11113" y="555"/>
                    </a:lnTo>
                    <a:lnTo>
                      <a:pt x="11023" y="489"/>
                    </a:lnTo>
                    <a:lnTo>
                      <a:pt x="10903" y="416"/>
                    </a:lnTo>
                    <a:lnTo>
                      <a:pt x="10753" y="350"/>
                    </a:lnTo>
                    <a:lnTo>
                      <a:pt x="10542" y="291"/>
                    </a:lnTo>
                    <a:lnTo>
                      <a:pt x="10332" y="231"/>
                    </a:lnTo>
                    <a:lnTo>
                      <a:pt x="10062" y="172"/>
                    </a:lnTo>
                    <a:lnTo>
                      <a:pt x="9761" y="126"/>
                    </a:lnTo>
                    <a:lnTo>
                      <a:pt x="9401" y="86"/>
                    </a:lnTo>
                    <a:lnTo>
                      <a:pt x="9011" y="47"/>
                    </a:lnTo>
                    <a:lnTo>
                      <a:pt x="8560" y="20"/>
                    </a:lnTo>
                    <a:lnTo>
                      <a:pt x="8079" y="7"/>
                    </a:lnTo>
                    <a:lnTo>
                      <a:pt x="7539" y="0"/>
                    </a:lnTo>
                    <a:lnTo>
                      <a:pt x="7539" y="0"/>
                    </a:lnTo>
                    <a:lnTo>
                      <a:pt x="7389" y="0"/>
                    </a:lnTo>
                    <a:lnTo>
                      <a:pt x="7389" y="0"/>
                    </a:lnTo>
                    <a:lnTo>
                      <a:pt x="5707" y="0"/>
                    </a:lnTo>
                    <a:lnTo>
                      <a:pt x="5707" y="0"/>
                    </a:lnTo>
                    <a:lnTo>
                      <a:pt x="0" y="0"/>
                    </a:lnTo>
                    <a:lnTo>
                      <a:pt x="0" y="0"/>
                    </a:lnTo>
                    <a:lnTo>
                      <a:pt x="30" y="66"/>
                    </a:lnTo>
                    <a:lnTo>
                      <a:pt x="60" y="126"/>
                    </a:lnTo>
                    <a:lnTo>
                      <a:pt x="90" y="198"/>
                    </a:lnTo>
                    <a:lnTo>
                      <a:pt x="180" y="264"/>
                    </a:lnTo>
                    <a:lnTo>
                      <a:pt x="270" y="337"/>
                    </a:lnTo>
                    <a:lnTo>
                      <a:pt x="391" y="403"/>
                    </a:lnTo>
                    <a:lnTo>
                      <a:pt x="571" y="469"/>
                    </a:lnTo>
                    <a:lnTo>
                      <a:pt x="751" y="529"/>
                    </a:lnTo>
                    <a:lnTo>
                      <a:pt x="991" y="588"/>
                    </a:lnTo>
                    <a:lnTo>
                      <a:pt x="1262" y="648"/>
                    </a:lnTo>
                    <a:lnTo>
                      <a:pt x="1562" y="694"/>
                    </a:lnTo>
                    <a:lnTo>
                      <a:pt x="1892" y="740"/>
                    </a:lnTo>
                    <a:lnTo>
                      <a:pt x="2283" y="773"/>
                    </a:lnTo>
                    <a:lnTo>
                      <a:pt x="2733" y="800"/>
                    </a:lnTo>
                    <a:lnTo>
                      <a:pt x="3214" y="813"/>
                    </a:lnTo>
                    <a:lnTo>
                      <a:pt x="3785" y="8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84"/>
              <p:cNvSpPr/>
              <p:nvPr/>
            </p:nvSpPr>
            <p:spPr>
              <a:xfrm rot="10800000">
                <a:off x="4026611" y="2895257"/>
                <a:ext cx="852761" cy="99387"/>
              </a:xfrm>
              <a:custGeom>
                <a:avLst/>
                <a:gdLst/>
                <a:ahLst/>
                <a:cxnLst/>
                <a:rect l="l" t="t" r="r" b="b"/>
                <a:pathLst>
                  <a:path w="63734" h="1653" extrusionOk="0">
                    <a:moveTo>
                      <a:pt x="22767" y="774"/>
                    </a:moveTo>
                    <a:lnTo>
                      <a:pt x="22797" y="879"/>
                    </a:lnTo>
                    <a:lnTo>
                      <a:pt x="22797" y="1560"/>
                    </a:lnTo>
                    <a:lnTo>
                      <a:pt x="22827" y="1467"/>
                    </a:lnTo>
                    <a:lnTo>
                      <a:pt x="22917" y="1381"/>
                    </a:lnTo>
                    <a:lnTo>
                      <a:pt x="23037" y="1295"/>
                    </a:lnTo>
                    <a:lnTo>
                      <a:pt x="23187" y="1216"/>
                    </a:lnTo>
                    <a:lnTo>
                      <a:pt x="23337" y="1143"/>
                    </a:lnTo>
                    <a:lnTo>
                      <a:pt x="23517" y="1077"/>
                    </a:lnTo>
                    <a:lnTo>
                      <a:pt x="23698" y="1018"/>
                    </a:lnTo>
                    <a:lnTo>
                      <a:pt x="23878" y="972"/>
                    </a:lnTo>
                    <a:lnTo>
                      <a:pt x="24148" y="925"/>
                    </a:lnTo>
                    <a:lnTo>
                      <a:pt x="24418" y="886"/>
                    </a:lnTo>
                    <a:lnTo>
                      <a:pt x="24719" y="853"/>
                    </a:lnTo>
                    <a:lnTo>
                      <a:pt x="25019" y="820"/>
                    </a:lnTo>
                    <a:lnTo>
                      <a:pt x="25320" y="800"/>
                    </a:lnTo>
                    <a:lnTo>
                      <a:pt x="25620" y="787"/>
                    </a:lnTo>
                    <a:lnTo>
                      <a:pt x="25950" y="780"/>
                    </a:lnTo>
                    <a:lnTo>
                      <a:pt x="26251" y="774"/>
                    </a:lnTo>
                    <a:close/>
                    <a:moveTo>
                      <a:pt x="3665" y="1"/>
                    </a:moveTo>
                    <a:lnTo>
                      <a:pt x="3124" y="14"/>
                    </a:lnTo>
                    <a:lnTo>
                      <a:pt x="2643" y="27"/>
                    </a:lnTo>
                    <a:lnTo>
                      <a:pt x="2193" y="54"/>
                    </a:lnTo>
                    <a:lnTo>
                      <a:pt x="1832" y="80"/>
                    </a:lnTo>
                    <a:lnTo>
                      <a:pt x="1502" y="120"/>
                    </a:lnTo>
                    <a:lnTo>
                      <a:pt x="1202" y="159"/>
                    </a:lnTo>
                    <a:lnTo>
                      <a:pt x="961" y="206"/>
                    </a:lnTo>
                    <a:lnTo>
                      <a:pt x="751" y="252"/>
                    </a:lnTo>
                    <a:lnTo>
                      <a:pt x="571" y="311"/>
                    </a:lnTo>
                    <a:lnTo>
                      <a:pt x="421" y="364"/>
                    </a:lnTo>
                    <a:lnTo>
                      <a:pt x="301" y="423"/>
                    </a:lnTo>
                    <a:lnTo>
                      <a:pt x="211" y="483"/>
                    </a:lnTo>
                    <a:lnTo>
                      <a:pt x="120" y="542"/>
                    </a:lnTo>
                    <a:lnTo>
                      <a:pt x="60" y="602"/>
                    </a:lnTo>
                    <a:lnTo>
                      <a:pt x="0" y="721"/>
                    </a:lnTo>
                    <a:lnTo>
                      <a:pt x="0" y="734"/>
                    </a:lnTo>
                    <a:lnTo>
                      <a:pt x="4175" y="734"/>
                    </a:lnTo>
                    <a:lnTo>
                      <a:pt x="4626" y="727"/>
                    </a:lnTo>
                    <a:lnTo>
                      <a:pt x="5136" y="734"/>
                    </a:lnTo>
                    <a:lnTo>
                      <a:pt x="5617" y="747"/>
                    </a:lnTo>
                    <a:lnTo>
                      <a:pt x="6067" y="774"/>
                    </a:lnTo>
                    <a:lnTo>
                      <a:pt x="6518" y="807"/>
                    </a:lnTo>
                    <a:lnTo>
                      <a:pt x="6998" y="767"/>
                    </a:lnTo>
                    <a:lnTo>
                      <a:pt x="7479" y="741"/>
                    </a:lnTo>
                    <a:lnTo>
                      <a:pt x="7929" y="727"/>
                    </a:lnTo>
                    <a:lnTo>
                      <a:pt x="8380" y="721"/>
                    </a:lnTo>
                    <a:lnTo>
                      <a:pt x="8770" y="721"/>
                    </a:lnTo>
                    <a:lnTo>
                      <a:pt x="9131" y="734"/>
                    </a:lnTo>
                    <a:lnTo>
                      <a:pt x="9491" y="760"/>
                    </a:lnTo>
                    <a:lnTo>
                      <a:pt x="9822" y="787"/>
                    </a:lnTo>
                    <a:lnTo>
                      <a:pt x="10152" y="826"/>
                    </a:lnTo>
                    <a:lnTo>
                      <a:pt x="10482" y="866"/>
                    </a:lnTo>
                    <a:lnTo>
                      <a:pt x="10753" y="919"/>
                    </a:lnTo>
                    <a:lnTo>
                      <a:pt x="11023" y="978"/>
                    </a:lnTo>
                    <a:lnTo>
                      <a:pt x="11203" y="1031"/>
                    </a:lnTo>
                    <a:lnTo>
                      <a:pt x="11383" y="1097"/>
                    </a:lnTo>
                    <a:lnTo>
                      <a:pt x="11534" y="1170"/>
                    </a:lnTo>
                    <a:lnTo>
                      <a:pt x="11654" y="1256"/>
                    </a:lnTo>
                    <a:lnTo>
                      <a:pt x="11744" y="1348"/>
                    </a:lnTo>
                    <a:lnTo>
                      <a:pt x="11804" y="1447"/>
                    </a:lnTo>
                    <a:lnTo>
                      <a:pt x="11834" y="1546"/>
                    </a:lnTo>
                    <a:lnTo>
                      <a:pt x="11804" y="1645"/>
                    </a:lnTo>
                    <a:lnTo>
                      <a:pt x="11804" y="1652"/>
                    </a:lnTo>
                    <a:lnTo>
                      <a:pt x="15738" y="1652"/>
                    </a:lnTo>
                    <a:lnTo>
                      <a:pt x="15738" y="959"/>
                    </a:lnTo>
                    <a:lnTo>
                      <a:pt x="15708" y="840"/>
                    </a:lnTo>
                    <a:lnTo>
                      <a:pt x="15738" y="727"/>
                    </a:lnTo>
                    <a:lnTo>
                      <a:pt x="15829" y="615"/>
                    </a:lnTo>
                    <a:lnTo>
                      <a:pt x="15949" y="503"/>
                    </a:lnTo>
                    <a:lnTo>
                      <a:pt x="16129" y="404"/>
                    </a:lnTo>
                    <a:lnTo>
                      <a:pt x="16309" y="318"/>
                    </a:lnTo>
                    <a:lnTo>
                      <a:pt x="16519" y="239"/>
                    </a:lnTo>
                    <a:lnTo>
                      <a:pt x="16760" y="179"/>
                    </a:lnTo>
                    <a:lnTo>
                      <a:pt x="17090" y="113"/>
                    </a:lnTo>
                    <a:lnTo>
                      <a:pt x="17420" y="67"/>
                    </a:lnTo>
                    <a:lnTo>
                      <a:pt x="17781" y="27"/>
                    </a:lnTo>
                    <a:lnTo>
                      <a:pt x="18171" y="1"/>
                    </a:lnTo>
                    <a:close/>
                    <a:moveTo>
                      <a:pt x="37664" y="1"/>
                    </a:moveTo>
                    <a:lnTo>
                      <a:pt x="37634" y="60"/>
                    </a:lnTo>
                    <a:lnTo>
                      <a:pt x="37574" y="179"/>
                    </a:lnTo>
                    <a:lnTo>
                      <a:pt x="37514" y="239"/>
                    </a:lnTo>
                    <a:lnTo>
                      <a:pt x="37424" y="298"/>
                    </a:lnTo>
                    <a:lnTo>
                      <a:pt x="37333" y="357"/>
                    </a:lnTo>
                    <a:lnTo>
                      <a:pt x="37213" y="410"/>
                    </a:lnTo>
                    <a:lnTo>
                      <a:pt x="37063" y="470"/>
                    </a:lnTo>
                    <a:lnTo>
                      <a:pt x="36883" y="523"/>
                    </a:lnTo>
                    <a:lnTo>
                      <a:pt x="36673" y="575"/>
                    </a:lnTo>
                    <a:lnTo>
                      <a:pt x="36432" y="622"/>
                    </a:lnTo>
                    <a:lnTo>
                      <a:pt x="36132" y="661"/>
                    </a:lnTo>
                    <a:lnTo>
                      <a:pt x="35802" y="694"/>
                    </a:lnTo>
                    <a:lnTo>
                      <a:pt x="35411" y="727"/>
                    </a:lnTo>
                    <a:lnTo>
                      <a:pt x="34991" y="747"/>
                    </a:lnTo>
                    <a:lnTo>
                      <a:pt x="34510" y="767"/>
                    </a:lnTo>
                    <a:lnTo>
                      <a:pt x="33970" y="774"/>
                    </a:lnTo>
                    <a:lnTo>
                      <a:pt x="26251" y="774"/>
                    </a:lnTo>
                    <a:lnTo>
                      <a:pt x="26701" y="780"/>
                    </a:lnTo>
                    <a:lnTo>
                      <a:pt x="27122" y="793"/>
                    </a:lnTo>
                    <a:lnTo>
                      <a:pt x="27542" y="820"/>
                    </a:lnTo>
                    <a:lnTo>
                      <a:pt x="27933" y="846"/>
                    </a:lnTo>
                    <a:lnTo>
                      <a:pt x="28353" y="886"/>
                    </a:lnTo>
                    <a:lnTo>
                      <a:pt x="28713" y="932"/>
                    </a:lnTo>
                    <a:lnTo>
                      <a:pt x="29074" y="978"/>
                    </a:lnTo>
                    <a:lnTo>
                      <a:pt x="29404" y="1031"/>
                    </a:lnTo>
                    <a:lnTo>
                      <a:pt x="29645" y="1091"/>
                    </a:lnTo>
                    <a:lnTo>
                      <a:pt x="29855" y="1157"/>
                    </a:lnTo>
                    <a:lnTo>
                      <a:pt x="30005" y="1229"/>
                    </a:lnTo>
                    <a:lnTo>
                      <a:pt x="30155" y="1302"/>
                    </a:lnTo>
                    <a:lnTo>
                      <a:pt x="30245" y="1388"/>
                    </a:lnTo>
                    <a:lnTo>
                      <a:pt x="30305" y="1474"/>
                    </a:lnTo>
                    <a:lnTo>
                      <a:pt x="30365" y="1566"/>
                    </a:lnTo>
                    <a:lnTo>
                      <a:pt x="30365" y="1652"/>
                    </a:lnTo>
                    <a:lnTo>
                      <a:pt x="59799" y="1652"/>
                    </a:lnTo>
                    <a:lnTo>
                      <a:pt x="60430" y="1645"/>
                    </a:lnTo>
                    <a:lnTo>
                      <a:pt x="61001" y="1626"/>
                    </a:lnTo>
                    <a:lnTo>
                      <a:pt x="61511" y="1593"/>
                    </a:lnTo>
                    <a:lnTo>
                      <a:pt x="61932" y="1553"/>
                    </a:lnTo>
                    <a:lnTo>
                      <a:pt x="62322" y="1500"/>
                    </a:lnTo>
                    <a:lnTo>
                      <a:pt x="62623" y="1447"/>
                    </a:lnTo>
                    <a:lnTo>
                      <a:pt x="62893" y="1388"/>
                    </a:lnTo>
                    <a:lnTo>
                      <a:pt x="63103" y="1322"/>
                    </a:lnTo>
                    <a:lnTo>
                      <a:pt x="63283" y="1256"/>
                    </a:lnTo>
                    <a:lnTo>
                      <a:pt x="63434" y="1183"/>
                    </a:lnTo>
                    <a:lnTo>
                      <a:pt x="63554" y="1110"/>
                    </a:lnTo>
                    <a:lnTo>
                      <a:pt x="63614" y="1044"/>
                    </a:lnTo>
                    <a:lnTo>
                      <a:pt x="63674" y="978"/>
                    </a:lnTo>
                    <a:lnTo>
                      <a:pt x="63704" y="912"/>
                    </a:lnTo>
                    <a:lnTo>
                      <a:pt x="63734" y="800"/>
                    </a:lnTo>
                    <a:lnTo>
                      <a:pt x="63704" y="741"/>
                    </a:lnTo>
                    <a:lnTo>
                      <a:pt x="63674" y="681"/>
                    </a:lnTo>
                    <a:lnTo>
                      <a:pt x="63614" y="622"/>
                    </a:lnTo>
                    <a:lnTo>
                      <a:pt x="63494" y="556"/>
                    </a:lnTo>
                    <a:lnTo>
                      <a:pt x="63373" y="490"/>
                    </a:lnTo>
                    <a:lnTo>
                      <a:pt x="63223" y="423"/>
                    </a:lnTo>
                    <a:lnTo>
                      <a:pt x="63043" y="357"/>
                    </a:lnTo>
                    <a:lnTo>
                      <a:pt x="62833" y="291"/>
                    </a:lnTo>
                    <a:lnTo>
                      <a:pt x="62563" y="232"/>
                    </a:lnTo>
                    <a:lnTo>
                      <a:pt x="62292" y="179"/>
                    </a:lnTo>
                    <a:lnTo>
                      <a:pt x="61962" y="133"/>
                    </a:lnTo>
                    <a:lnTo>
                      <a:pt x="61631" y="87"/>
                    </a:lnTo>
                    <a:lnTo>
                      <a:pt x="61211" y="54"/>
                    </a:lnTo>
                    <a:lnTo>
                      <a:pt x="60790" y="27"/>
                    </a:lnTo>
                    <a:lnTo>
                      <a:pt x="60340" y="7"/>
                    </a:lnTo>
                    <a:lnTo>
                      <a:pt x="59829" y="1"/>
                    </a:lnTo>
                    <a:close/>
                  </a:path>
                </a:pathLst>
              </a:custGeom>
              <a:solidFill>
                <a:srgbClr val="00BF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84"/>
              <p:cNvSpPr/>
              <p:nvPr/>
            </p:nvSpPr>
            <p:spPr>
              <a:xfrm rot="10800000">
                <a:off x="4636230" y="2895257"/>
                <a:ext cx="243141" cy="99387"/>
              </a:xfrm>
              <a:custGeom>
                <a:avLst/>
                <a:gdLst/>
                <a:ahLst/>
                <a:cxnLst/>
                <a:rect l="l" t="t" r="r" b="b"/>
                <a:pathLst>
                  <a:path w="18172" h="1653" fill="none" extrusionOk="0">
                    <a:moveTo>
                      <a:pt x="15738" y="1652"/>
                    </a:moveTo>
                    <a:lnTo>
                      <a:pt x="15738" y="959"/>
                    </a:lnTo>
                    <a:lnTo>
                      <a:pt x="15738" y="959"/>
                    </a:lnTo>
                    <a:lnTo>
                      <a:pt x="15708" y="840"/>
                    </a:lnTo>
                    <a:lnTo>
                      <a:pt x="15738" y="727"/>
                    </a:lnTo>
                    <a:lnTo>
                      <a:pt x="15829" y="615"/>
                    </a:lnTo>
                    <a:lnTo>
                      <a:pt x="15949" y="503"/>
                    </a:lnTo>
                    <a:lnTo>
                      <a:pt x="16129" y="404"/>
                    </a:lnTo>
                    <a:lnTo>
                      <a:pt x="16309" y="318"/>
                    </a:lnTo>
                    <a:lnTo>
                      <a:pt x="16519" y="239"/>
                    </a:lnTo>
                    <a:lnTo>
                      <a:pt x="16760" y="179"/>
                    </a:lnTo>
                    <a:lnTo>
                      <a:pt x="16760" y="179"/>
                    </a:lnTo>
                    <a:lnTo>
                      <a:pt x="17090" y="113"/>
                    </a:lnTo>
                    <a:lnTo>
                      <a:pt x="17420" y="67"/>
                    </a:lnTo>
                    <a:lnTo>
                      <a:pt x="17781" y="27"/>
                    </a:lnTo>
                    <a:lnTo>
                      <a:pt x="18171" y="1"/>
                    </a:lnTo>
                    <a:lnTo>
                      <a:pt x="3995" y="1"/>
                    </a:lnTo>
                    <a:lnTo>
                      <a:pt x="3995" y="1"/>
                    </a:lnTo>
                    <a:lnTo>
                      <a:pt x="3815" y="1"/>
                    </a:lnTo>
                    <a:lnTo>
                      <a:pt x="3815" y="1"/>
                    </a:lnTo>
                    <a:lnTo>
                      <a:pt x="3665" y="1"/>
                    </a:lnTo>
                    <a:lnTo>
                      <a:pt x="3665" y="1"/>
                    </a:lnTo>
                    <a:lnTo>
                      <a:pt x="3124" y="14"/>
                    </a:lnTo>
                    <a:lnTo>
                      <a:pt x="2643" y="27"/>
                    </a:lnTo>
                    <a:lnTo>
                      <a:pt x="2193" y="54"/>
                    </a:lnTo>
                    <a:lnTo>
                      <a:pt x="1832" y="80"/>
                    </a:lnTo>
                    <a:lnTo>
                      <a:pt x="1502" y="120"/>
                    </a:lnTo>
                    <a:lnTo>
                      <a:pt x="1202" y="159"/>
                    </a:lnTo>
                    <a:lnTo>
                      <a:pt x="961" y="206"/>
                    </a:lnTo>
                    <a:lnTo>
                      <a:pt x="751" y="252"/>
                    </a:lnTo>
                    <a:lnTo>
                      <a:pt x="571" y="311"/>
                    </a:lnTo>
                    <a:lnTo>
                      <a:pt x="421" y="364"/>
                    </a:lnTo>
                    <a:lnTo>
                      <a:pt x="301" y="423"/>
                    </a:lnTo>
                    <a:lnTo>
                      <a:pt x="211" y="483"/>
                    </a:lnTo>
                    <a:lnTo>
                      <a:pt x="120" y="542"/>
                    </a:lnTo>
                    <a:lnTo>
                      <a:pt x="60" y="602"/>
                    </a:lnTo>
                    <a:lnTo>
                      <a:pt x="0" y="721"/>
                    </a:lnTo>
                    <a:lnTo>
                      <a:pt x="0" y="721"/>
                    </a:lnTo>
                    <a:lnTo>
                      <a:pt x="0" y="734"/>
                    </a:lnTo>
                    <a:lnTo>
                      <a:pt x="4175" y="734"/>
                    </a:lnTo>
                    <a:lnTo>
                      <a:pt x="4175" y="734"/>
                    </a:lnTo>
                    <a:lnTo>
                      <a:pt x="4626" y="727"/>
                    </a:lnTo>
                    <a:lnTo>
                      <a:pt x="4626" y="727"/>
                    </a:lnTo>
                    <a:lnTo>
                      <a:pt x="5136" y="734"/>
                    </a:lnTo>
                    <a:lnTo>
                      <a:pt x="5617" y="747"/>
                    </a:lnTo>
                    <a:lnTo>
                      <a:pt x="6067" y="774"/>
                    </a:lnTo>
                    <a:lnTo>
                      <a:pt x="6518" y="807"/>
                    </a:lnTo>
                    <a:lnTo>
                      <a:pt x="6518" y="807"/>
                    </a:lnTo>
                    <a:lnTo>
                      <a:pt x="6998" y="767"/>
                    </a:lnTo>
                    <a:lnTo>
                      <a:pt x="7479" y="741"/>
                    </a:lnTo>
                    <a:lnTo>
                      <a:pt x="7929" y="727"/>
                    </a:lnTo>
                    <a:lnTo>
                      <a:pt x="8380" y="721"/>
                    </a:lnTo>
                    <a:lnTo>
                      <a:pt x="8380" y="721"/>
                    </a:lnTo>
                    <a:lnTo>
                      <a:pt x="8770" y="721"/>
                    </a:lnTo>
                    <a:lnTo>
                      <a:pt x="9131" y="734"/>
                    </a:lnTo>
                    <a:lnTo>
                      <a:pt x="9491" y="760"/>
                    </a:lnTo>
                    <a:lnTo>
                      <a:pt x="9822" y="787"/>
                    </a:lnTo>
                    <a:lnTo>
                      <a:pt x="10152" y="826"/>
                    </a:lnTo>
                    <a:lnTo>
                      <a:pt x="10482" y="866"/>
                    </a:lnTo>
                    <a:lnTo>
                      <a:pt x="10753" y="919"/>
                    </a:lnTo>
                    <a:lnTo>
                      <a:pt x="11023" y="978"/>
                    </a:lnTo>
                    <a:lnTo>
                      <a:pt x="11023" y="978"/>
                    </a:lnTo>
                    <a:lnTo>
                      <a:pt x="11203" y="1031"/>
                    </a:lnTo>
                    <a:lnTo>
                      <a:pt x="11383" y="1097"/>
                    </a:lnTo>
                    <a:lnTo>
                      <a:pt x="11534" y="1170"/>
                    </a:lnTo>
                    <a:lnTo>
                      <a:pt x="11654" y="1256"/>
                    </a:lnTo>
                    <a:lnTo>
                      <a:pt x="11744" y="1348"/>
                    </a:lnTo>
                    <a:lnTo>
                      <a:pt x="11804" y="1447"/>
                    </a:lnTo>
                    <a:lnTo>
                      <a:pt x="11834" y="1546"/>
                    </a:lnTo>
                    <a:lnTo>
                      <a:pt x="11804" y="1645"/>
                    </a:lnTo>
                    <a:lnTo>
                      <a:pt x="11804" y="1652"/>
                    </a:lnTo>
                    <a:lnTo>
                      <a:pt x="11804" y="1652"/>
                    </a:lnTo>
                    <a:lnTo>
                      <a:pt x="14928" y="1652"/>
                    </a:lnTo>
                    <a:lnTo>
                      <a:pt x="14928" y="1652"/>
                    </a:lnTo>
                    <a:lnTo>
                      <a:pt x="15288" y="1652"/>
                    </a:lnTo>
                    <a:lnTo>
                      <a:pt x="15288" y="1652"/>
                    </a:lnTo>
                    <a:lnTo>
                      <a:pt x="15648" y="1652"/>
                    </a:lnTo>
                    <a:lnTo>
                      <a:pt x="15648" y="1652"/>
                    </a:lnTo>
                    <a:lnTo>
                      <a:pt x="15738"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84"/>
              <p:cNvSpPr/>
              <p:nvPr/>
            </p:nvSpPr>
            <p:spPr>
              <a:xfrm rot="10800000">
                <a:off x="4026618" y="2895257"/>
                <a:ext cx="548152" cy="99387"/>
              </a:xfrm>
              <a:custGeom>
                <a:avLst/>
                <a:gdLst/>
                <a:ahLst/>
                <a:cxnLst/>
                <a:rect l="l" t="t" r="r" b="b"/>
                <a:pathLst>
                  <a:path w="40968" h="1653" fill="none" extrusionOk="0">
                    <a:moveTo>
                      <a:pt x="27602" y="1652"/>
                    </a:moveTo>
                    <a:lnTo>
                      <a:pt x="27602" y="1652"/>
                    </a:lnTo>
                    <a:lnTo>
                      <a:pt x="37033" y="1652"/>
                    </a:lnTo>
                    <a:lnTo>
                      <a:pt x="37033" y="1652"/>
                    </a:lnTo>
                    <a:lnTo>
                      <a:pt x="37664" y="1645"/>
                    </a:lnTo>
                    <a:lnTo>
                      <a:pt x="38235" y="1626"/>
                    </a:lnTo>
                    <a:lnTo>
                      <a:pt x="38745" y="1593"/>
                    </a:lnTo>
                    <a:lnTo>
                      <a:pt x="39166" y="1553"/>
                    </a:lnTo>
                    <a:lnTo>
                      <a:pt x="39556" y="1500"/>
                    </a:lnTo>
                    <a:lnTo>
                      <a:pt x="39857" y="1447"/>
                    </a:lnTo>
                    <a:lnTo>
                      <a:pt x="40127" y="1388"/>
                    </a:lnTo>
                    <a:lnTo>
                      <a:pt x="40337" y="1322"/>
                    </a:lnTo>
                    <a:lnTo>
                      <a:pt x="40517" y="1256"/>
                    </a:lnTo>
                    <a:lnTo>
                      <a:pt x="40668" y="1183"/>
                    </a:lnTo>
                    <a:lnTo>
                      <a:pt x="40788" y="1110"/>
                    </a:lnTo>
                    <a:lnTo>
                      <a:pt x="40848" y="1044"/>
                    </a:lnTo>
                    <a:lnTo>
                      <a:pt x="40908" y="978"/>
                    </a:lnTo>
                    <a:lnTo>
                      <a:pt x="40938" y="912"/>
                    </a:lnTo>
                    <a:lnTo>
                      <a:pt x="40968" y="800"/>
                    </a:lnTo>
                    <a:lnTo>
                      <a:pt x="40968" y="800"/>
                    </a:lnTo>
                    <a:lnTo>
                      <a:pt x="40938" y="741"/>
                    </a:lnTo>
                    <a:lnTo>
                      <a:pt x="40908" y="681"/>
                    </a:lnTo>
                    <a:lnTo>
                      <a:pt x="40848" y="622"/>
                    </a:lnTo>
                    <a:lnTo>
                      <a:pt x="40728" y="556"/>
                    </a:lnTo>
                    <a:lnTo>
                      <a:pt x="40607" y="490"/>
                    </a:lnTo>
                    <a:lnTo>
                      <a:pt x="40457" y="423"/>
                    </a:lnTo>
                    <a:lnTo>
                      <a:pt x="40277" y="357"/>
                    </a:lnTo>
                    <a:lnTo>
                      <a:pt x="40067" y="291"/>
                    </a:lnTo>
                    <a:lnTo>
                      <a:pt x="39797" y="232"/>
                    </a:lnTo>
                    <a:lnTo>
                      <a:pt x="39526" y="179"/>
                    </a:lnTo>
                    <a:lnTo>
                      <a:pt x="39196" y="133"/>
                    </a:lnTo>
                    <a:lnTo>
                      <a:pt x="38865" y="87"/>
                    </a:lnTo>
                    <a:lnTo>
                      <a:pt x="38445" y="54"/>
                    </a:lnTo>
                    <a:lnTo>
                      <a:pt x="38024" y="27"/>
                    </a:lnTo>
                    <a:lnTo>
                      <a:pt x="37574" y="7"/>
                    </a:lnTo>
                    <a:lnTo>
                      <a:pt x="37063" y="1"/>
                    </a:lnTo>
                    <a:lnTo>
                      <a:pt x="37063" y="1"/>
                    </a:lnTo>
                    <a:lnTo>
                      <a:pt x="37033" y="1"/>
                    </a:lnTo>
                    <a:lnTo>
                      <a:pt x="37033" y="1"/>
                    </a:lnTo>
                    <a:lnTo>
                      <a:pt x="14898" y="1"/>
                    </a:lnTo>
                    <a:lnTo>
                      <a:pt x="14898" y="1"/>
                    </a:lnTo>
                    <a:lnTo>
                      <a:pt x="14868" y="60"/>
                    </a:lnTo>
                    <a:lnTo>
                      <a:pt x="14868" y="60"/>
                    </a:lnTo>
                    <a:lnTo>
                      <a:pt x="14808" y="179"/>
                    </a:lnTo>
                    <a:lnTo>
                      <a:pt x="14748" y="239"/>
                    </a:lnTo>
                    <a:lnTo>
                      <a:pt x="14658" y="298"/>
                    </a:lnTo>
                    <a:lnTo>
                      <a:pt x="14567" y="357"/>
                    </a:lnTo>
                    <a:lnTo>
                      <a:pt x="14447" y="410"/>
                    </a:lnTo>
                    <a:lnTo>
                      <a:pt x="14297" y="470"/>
                    </a:lnTo>
                    <a:lnTo>
                      <a:pt x="14117" y="523"/>
                    </a:lnTo>
                    <a:lnTo>
                      <a:pt x="13907" y="575"/>
                    </a:lnTo>
                    <a:lnTo>
                      <a:pt x="13666" y="622"/>
                    </a:lnTo>
                    <a:lnTo>
                      <a:pt x="13366" y="661"/>
                    </a:lnTo>
                    <a:lnTo>
                      <a:pt x="13036" y="694"/>
                    </a:lnTo>
                    <a:lnTo>
                      <a:pt x="12645" y="727"/>
                    </a:lnTo>
                    <a:lnTo>
                      <a:pt x="12225" y="747"/>
                    </a:lnTo>
                    <a:lnTo>
                      <a:pt x="11744" y="767"/>
                    </a:lnTo>
                    <a:lnTo>
                      <a:pt x="11204" y="774"/>
                    </a:lnTo>
                    <a:lnTo>
                      <a:pt x="11204" y="774"/>
                    </a:lnTo>
                    <a:lnTo>
                      <a:pt x="11023" y="774"/>
                    </a:lnTo>
                    <a:lnTo>
                      <a:pt x="11023" y="774"/>
                    </a:lnTo>
                    <a:lnTo>
                      <a:pt x="10843" y="774"/>
                    </a:lnTo>
                    <a:lnTo>
                      <a:pt x="301" y="774"/>
                    </a:lnTo>
                    <a:lnTo>
                      <a:pt x="301" y="774"/>
                    </a:lnTo>
                    <a:lnTo>
                      <a:pt x="301" y="774"/>
                    </a:lnTo>
                    <a:lnTo>
                      <a:pt x="271" y="774"/>
                    </a:lnTo>
                    <a:lnTo>
                      <a:pt x="271" y="774"/>
                    </a:lnTo>
                    <a:lnTo>
                      <a:pt x="1" y="774"/>
                    </a:lnTo>
                    <a:lnTo>
                      <a:pt x="1" y="774"/>
                    </a:lnTo>
                    <a:lnTo>
                      <a:pt x="31" y="879"/>
                    </a:lnTo>
                    <a:lnTo>
                      <a:pt x="31" y="1560"/>
                    </a:lnTo>
                    <a:lnTo>
                      <a:pt x="31" y="1560"/>
                    </a:lnTo>
                    <a:lnTo>
                      <a:pt x="61" y="1467"/>
                    </a:lnTo>
                    <a:lnTo>
                      <a:pt x="151" y="1381"/>
                    </a:lnTo>
                    <a:lnTo>
                      <a:pt x="271" y="1295"/>
                    </a:lnTo>
                    <a:lnTo>
                      <a:pt x="421" y="1216"/>
                    </a:lnTo>
                    <a:lnTo>
                      <a:pt x="571" y="1143"/>
                    </a:lnTo>
                    <a:lnTo>
                      <a:pt x="751" y="1077"/>
                    </a:lnTo>
                    <a:lnTo>
                      <a:pt x="932" y="1018"/>
                    </a:lnTo>
                    <a:lnTo>
                      <a:pt x="1112" y="972"/>
                    </a:lnTo>
                    <a:lnTo>
                      <a:pt x="1112" y="972"/>
                    </a:lnTo>
                    <a:lnTo>
                      <a:pt x="1382" y="925"/>
                    </a:lnTo>
                    <a:lnTo>
                      <a:pt x="1652" y="886"/>
                    </a:lnTo>
                    <a:lnTo>
                      <a:pt x="1953" y="853"/>
                    </a:lnTo>
                    <a:lnTo>
                      <a:pt x="2253" y="820"/>
                    </a:lnTo>
                    <a:lnTo>
                      <a:pt x="2554" y="800"/>
                    </a:lnTo>
                    <a:lnTo>
                      <a:pt x="2854" y="787"/>
                    </a:lnTo>
                    <a:lnTo>
                      <a:pt x="3184" y="780"/>
                    </a:lnTo>
                    <a:lnTo>
                      <a:pt x="3485" y="774"/>
                    </a:lnTo>
                    <a:lnTo>
                      <a:pt x="3485" y="774"/>
                    </a:lnTo>
                    <a:lnTo>
                      <a:pt x="3935" y="780"/>
                    </a:lnTo>
                    <a:lnTo>
                      <a:pt x="4356" y="793"/>
                    </a:lnTo>
                    <a:lnTo>
                      <a:pt x="4776" y="820"/>
                    </a:lnTo>
                    <a:lnTo>
                      <a:pt x="5167" y="846"/>
                    </a:lnTo>
                    <a:lnTo>
                      <a:pt x="5587" y="886"/>
                    </a:lnTo>
                    <a:lnTo>
                      <a:pt x="5947" y="932"/>
                    </a:lnTo>
                    <a:lnTo>
                      <a:pt x="6308" y="978"/>
                    </a:lnTo>
                    <a:lnTo>
                      <a:pt x="6638" y="1031"/>
                    </a:lnTo>
                    <a:lnTo>
                      <a:pt x="6638" y="1031"/>
                    </a:lnTo>
                    <a:lnTo>
                      <a:pt x="6879" y="1091"/>
                    </a:lnTo>
                    <a:lnTo>
                      <a:pt x="7089" y="1157"/>
                    </a:lnTo>
                    <a:lnTo>
                      <a:pt x="7239" y="1229"/>
                    </a:lnTo>
                    <a:lnTo>
                      <a:pt x="7389" y="1302"/>
                    </a:lnTo>
                    <a:lnTo>
                      <a:pt x="7479" y="1388"/>
                    </a:lnTo>
                    <a:lnTo>
                      <a:pt x="7539" y="1474"/>
                    </a:lnTo>
                    <a:lnTo>
                      <a:pt x="7599" y="1566"/>
                    </a:lnTo>
                    <a:lnTo>
                      <a:pt x="7599" y="1652"/>
                    </a:lnTo>
                    <a:lnTo>
                      <a:pt x="7599" y="1652"/>
                    </a:lnTo>
                    <a:lnTo>
                      <a:pt x="27602"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84"/>
              <p:cNvSpPr/>
              <p:nvPr/>
            </p:nvSpPr>
            <p:spPr>
              <a:xfrm rot="10800000">
                <a:off x="4721035" y="2895257"/>
                <a:ext cx="71141" cy="56097"/>
              </a:xfrm>
              <a:custGeom>
                <a:avLst/>
                <a:gdLst/>
                <a:ahLst/>
                <a:cxnLst/>
                <a:rect l="l" t="t" r="r" b="b"/>
                <a:pathLst>
                  <a:path w="5317" h="933" extrusionOk="0">
                    <a:moveTo>
                      <a:pt x="1863" y="1"/>
                    </a:moveTo>
                    <a:lnTo>
                      <a:pt x="1412" y="7"/>
                    </a:lnTo>
                    <a:lnTo>
                      <a:pt x="962" y="21"/>
                    </a:lnTo>
                    <a:lnTo>
                      <a:pt x="481" y="47"/>
                    </a:lnTo>
                    <a:lnTo>
                      <a:pt x="1" y="87"/>
                    </a:lnTo>
                    <a:lnTo>
                      <a:pt x="361" y="120"/>
                    </a:lnTo>
                    <a:lnTo>
                      <a:pt x="692" y="159"/>
                    </a:lnTo>
                    <a:lnTo>
                      <a:pt x="992" y="205"/>
                    </a:lnTo>
                    <a:lnTo>
                      <a:pt x="1202" y="252"/>
                    </a:lnTo>
                    <a:lnTo>
                      <a:pt x="1473" y="324"/>
                    </a:lnTo>
                    <a:lnTo>
                      <a:pt x="1713" y="404"/>
                    </a:lnTo>
                    <a:lnTo>
                      <a:pt x="1863" y="490"/>
                    </a:lnTo>
                    <a:lnTo>
                      <a:pt x="1983" y="575"/>
                    </a:lnTo>
                    <a:lnTo>
                      <a:pt x="2073" y="661"/>
                    </a:lnTo>
                    <a:lnTo>
                      <a:pt x="2103" y="754"/>
                    </a:lnTo>
                    <a:lnTo>
                      <a:pt x="2073" y="846"/>
                    </a:lnTo>
                    <a:lnTo>
                      <a:pt x="2043" y="932"/>
                    </a:lnTo>
                    <a:lnTo>
                      <a:pt x="5287" y="932"/>
                    </a:lnTo>
                    <a:lnTo>
                      <a:pt x="5287" y="925"/>
                    </a:lnTo>
                    <a:lnTo>
                      <a:pt x="5317" y="826"/>
                    </a:lnTo>
                    <a:lnTo>
                      <a:pt x="5287" y="727"/>
                    </a:lnTo>
                    <a:lnTo>
                      <a:pt x="5227" y="628"/>
                    </a:lnTo>
                    <a:lnTo>
                      <a:pt x="5137" y="536"/>
                    </a:lnTo>
                    <a:lnTo>
                      <a:pt x="5017" y="450"/>
                    </a:lnTo>
                    <a:lnTo>
                      <a:pt x="4866" y="377"/>
                    </a:lnTo>
                    <a:lnTo>
                      <a:pt x="4686" y="311"/>
                    </a:lnTo>
                    <a:lnTo>
                      <a:pt x="4506" y="258"/>
                    </a:lnTo>
                    <a:lnTo>
                      <a:pt x="4236" y="199"/>
                    </a:lnTo>
                    <a:lnTo>
                      <a:pt x="3965" y="146"/>
                    </a:lnTo>
                    <a:lnTo>
                      <a:pt x="3635" y="106"/>
                    </a:lnTo>
                    <a:lnTo>
                      <a:pt x="3305" y="67"/>
                    </a:lnTo>
                    <a:lnTo>
                      <a:pt x="2974" y="40"/>
                    </a:lnTo>
                    <a:lnTo>
                      <a:pt x="2614" y="14"/>
                    </a:lnTo>
                    <a:lnTo>
                      <a:pt x="2253" y="1"/>
                    </a:lnTo>
                    <a:close/>
                  </a:path>
                </a:pathLst>
              </a:custGeom>
              <a:solidFill>
                <a:srgbClr val="009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84"/>
              <p:cNvSpPr/>
              <p:nvPr/>
            </p:nvSpPr>
            <p:spPr>
              <a:xfrm rot="10800000">
                <a:off x="4721035" y="2895257"/>
                <a:ext cx="71141" cy="56097"/>
              </a:xfrm>
              <a:custGeom>
                <a:avLst/>
                <a:gdLst/>
                <a:ahLst/>
                <a:cxnLst/>
                <a:rect l="l" t="t" r="r" b="b"/>
                <a:pathLst>
                  <a:path w="5317" h="933" fill="none" extrusionOk="0">
                    <a:moveTo>
                      <a:pt x="5287" y="932"/>
                    </a:moveTo>
                    <a:lnTo>
                      <a:pt x="5287" y="925"/>
                    </a:lnTo>
                    <a:lnTo>
                      <a:pt x="5287" y="925"/>
                    </a:lnTo>
                    <a:lnTo>
                      <a:pt x="5317" y="826"/>
                    </a:lnTo>
                    <a:lnTo>
                      <a:pt x="5287" y="727"/>
                    </a:lnTo>
                    <a:lnTo>
                      <a:pt x="5227" y="628"/>
                    </a:lnTo>
                    <a:lnTo>
                      <a:pt x="5137" y="536"/>
                    </a:lnTo>
                    <a:lnTo>
                      <a:pt x="5017" y="450"/>
                    </a:lnTo>
                    <a:lnTo>
                      <a:pt x="4866" y="377"/>
                    </a:lnTo>
                    <a:lnTo>
                      <a:pt x="4686" y="311"/>
                    </a:lnTo>
                    <a:lnTo>
                      <a:pt x="4506" y="258"/>
                    </a:lnTo>
                    <a:lnTo>
                      <a:pt x="4506" y="258"/>
                    </a:lnTo>
                    <a:lnTo>
                      <a:pt x="4236" y="199"/>
                    </a:lnTo>
                    <a:lnTo>
                      <a:pt x="3965" y="146"/>
                    </a:lnTo>
                    <a:lnTo>
                      <a:pt x="3635" y="106"/>
                    </a:lnTo>
                    <a:lnTo>
                      <a:pt x="3305" y="67"/>
                    </a:lnTo>
                    <a:lnTo>
                      <a:pt x="2974" y="40"/>
                    </a:lnTo>
                    <a:lnTo>
                      <a:pt x="2614" y="14"/>
                    </a:lnTo>
                    <a:lnTo>
                      <a:pt x="2253" y="1"/>
                    </a:lnTo>
                    <a:lnTo>
                      <a:pt x="1863" y="1"/>
                    </a:lnTo>
                    <a:lnTo>
                      <a:pt x="1863" y="1"/>
                    </a:lnTo>
                    <a:lnTo>
                      <a:pt x="1412" y="7"/>
                    </a:lnTo>
                    <a:lnTo>
                      <a:pt x="962" y="21"/>
                    </a:lnTo>
                    <a:lnTo>
                      <a:pt x="481" y="47"/>
                    </a:lnTo>
                    <a:lnTo>
                      <a:pt x="1" y="87"/>
                    </a:lnTo>
                    <a:lnTo>
                      <a:pt x="1" y="87"/>
                    </a:lnTo>
                    <a:lnTo>
                      <a:pt x="361" y="120"/>
                    </a:lnTo>
                    <a:lnTo>
                      <a:pt x="692" y="159"/>
                    </a:lnTo>
                    <a:lnTo>
                      <a:pt x="992" y="205"/>
                    </a:lnTo>
                    <a:lnTo>
                      <a:pt x="1202" y="252"/>
                    </a:lnTo>
                    <a:lnTo>
                      <a:pt x="1202" y="252"/>
                    </a:lnTo>
                    <a:lnTo>
                      <a:pt x="1473" y="324"/>
                    </a:lnTo>
                    <a:lnTo>
                      <a:pt x="1713" y="404"/>
                    </a:lnTo>
                    <a:lnTo>
                      <a:pt x="1863" y="490"/>
                    </a:lnTo>
                    <a:lnTo>
                      <a:pt x="1983" y="575"/>
                    </a:lnTo>
                    <a:lnTo>
                      <a:pt x="2073" y="661"/>
                    </a:lnTo>
                    <a:lnTo>
                      <a:pt x="2103" y="754"/>
                    </a:lnTo>
                    <a:lnTo>
                      <a:pt x="2073" y="846"/>
                    </a:lnTo>
                    <a:lnTo>
                      <a:pt x="2043" y="932"/>
                    </a:lnTo>
                    <a:lnTo>
                      <a:pt x="2043" y="932"/>
                    </a:lnTo>
                    <a:lnTo>
                      <a:pt x="5287" y="93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84"/>
              <p:cNvSpPr/>
              <p:nvPr/>
            </p:nvSpPr>
            <p:spPr>
              <a:xfrm rot="10800000">
                <a:off x="4373029" y="2415942"/>
                <a:ext cx="100069" cy="226431"/>
              </a:xfrm>
              <a:custGeom>
                <a:avLst/>
                <a:gdLst/>
                <a:ahLst/>
                <a:cxnLst/>
                <a:rect l="l" t="t" r="r" b="b"/>
                <a:pathLst>
                  <a:path w="7479" h="3766" extrusionOk="0">
                    <a:moveTo>
                      <a:pt x="7479" y="1"/>
                    </a:moveTo>
                    <a:lnTo>
                      <a:pt x="7449" y="40"/>
                    </a:lnTo>
                    <a:lnTo>
                      <a:pt x="7359" y="159"/>
                    </a:lnTo>
                    <a:lnTo>
                      <a:pt x="7329" y="219"/>
                    </a:lnTo>
                    <a:lnTo>
                      <a:pt x="7239" y="278"/>
                    </a:lnTo>
                    <a:lnTo>
                      <a:pt x="7149" y="338"/>
                    </a:lnTo>
                    <a:lnTo>
                      <a:pt x="7028" y="397"/>
                    </a:lnTo>
                    <a:lnTo>
                      <a:pt x="6878" y="450"/>
                    </a:lnTo>
                    <a:lnTo>
                      <a:pt x="6698" y="509"/>
                    </a:lnTo>
                    <a:lnTo>
                      <a:pt x="6488" y="556"/>
                    </a:lnTo>
                    <a:lnTo>
                      <a:pt x="6248" y="602"/>
                    </a:lnTo>
                    <a:lnTo>
                      <a:pt x="5947" y="641"/>
                    </a:lnTo>
                    <a:lnTo>
                      <a:pt x="5617" y="681"/>
                    </a:lnTo>
                    <a:lnTo>
                      <a:pt x="5226" y="707"/>
                    </a:lnTo>
                    <a:lnTo>
                      <a:pt x="4806" y="734"/>
                    </a:lnTo>
                    <a:lnTo>
                      <a:pt x="4325" y="747"/>
                    </a:lnTo>
                    <a:lnTo>
                      <a:pt x="3785" y="760"/>
                    </a:lnTo>
                    <a:lnTo>
                      <a:pt x="7479" y="760"/>
                    </a:lnTo>
                    <a:lnTo>
                      <a:pt x="7479" y="1"/>
                    </a:lnTo>
                    <a:close/>
                    <a:moveTo>
                      <a:pt x="0" y="2412"/>
                    </a:moveTo>
                    <a:lnTo>
                      <a:pt x="0" y="2841"/>
                    </a:lnTo>
                    <a:lnTo>
                      <a:pt x="0" y="3052"/>
                    </a:lnTo>
                    <a:lnTo>
                      <a:pt x="60" y="3125"/>
                    </a:lnTo>
                    <a:lnTo>
                      <a:pt x="120" y="3191"/>
                    </a:lnTo>
                    <a:lnTo>
                      <a:pt x="211" y="3257"/>
                    </a:lnTo>
                    <a:lnTo>
                      <a:pt x="301" y="3317"/>
                    </a:lnTo>
                    <a:lnTo>
                      <a:pt x="421" y="3376"/>
                    </a:lnTo>
                    <a:lnTo>
                      <a:pt x="541" y="3422"/>
                    </a:lnTo>
                    <a:lnTo>
                      <a:pt x="661" y="3468"/>
                    </a:lnTo>
                    <a:lnTo>
                      <a:pt x="811" y="3508"/>
                    </a:lnTo>
                    <a:lnTo>
                      <a:pt x="1082" y="3568"/>
                    </a:lnTo>
                    <a:lnTo>
                      <a:pt x="1382" y="3620"/>
                    </a:lnTo>
                    <a:lnTo>
                      <a:pt x="1682" y="3667"/>
                    </a:lnTo>
                    <a:lnTo>
                      <a:pt x="2013" y="3700"/>
                    </a:lnTo>
                    <a:lnTo>
                      <a:pt x="2343" y="3733"/>
                    </a:lnTo>
                    <a:lnTo>
                      <a:pt x="2703" y="3752"/>
                    </a:lnTo>
                    <a:lnTo>
                      <a:pt x="3094" y="3766"/>
                    </a:lnTo>
                    <a:lnTo>
                      <a:pt x="3785" y="3766"/>
                    </a:lnTo>
                    <a:lnTo>
                      <a:pt x="4085" y="3759"/>
                    </a:lnTo>
                    <a:lnTo>
                      <a:pt x="4385" y="3746"/>
                    </a:lnTo>
                    <a:lnTo>
                      <a:pt x="4716" y="3726"/>
                    </a:lnTo>
                    <a:lnTo>
                      <a:pt x="5046" y="3706"/>
                    </a:lnTo>
                    <a:lnTo>
                      <a:pt x="5377" y="3673"/>
                    </a:lnTo>
                    <a:lnTo>
                      <a:pt x="5737" y="3640"/>
                    </a:lnTo>
                    <a:lnTo>
                      <a:pt x="6067" y="3601"/>
                    </a:lnTo>
                    <a:lnTo>
                      <a:pt x="6278" y="3574"/>
                    </a:lnTo>
                    <a:lnTo>
                      <a:pt x="6458" y="3541"/>
                    </a:lnTo>
                    <a:lnTo>
                      <a:pt x="6638" y="3508"/>
                    </a:lnTo>
                    <a:lnTo>
                      <a:pt x="6788" y="3468"/>
                    </a:lnTo>
                    <a:lnTo>
                      <a:pt x="6938" y="3429"/>
                    </a:lnTo>
                    <a:lnTo>
                      <a:pt x="7059" y="3383"/>
                    </a:lnTo>
                    <a:lnTo>
                      <a:pt x="7149" y="3343"/>
                    </a:lnTo>
                    <a:lnTo>
                      <a:pt x="7239" y="3290"/>
                    </a:lnTo>
                    <a:lnTo>
                      <a:pt x="7389" y="3191"/>
                    </a:lnTo>
                    <a:lnTo>
                      <a:pt x="7479" y="3085"/>
                    </a:lnTo>
                    <a:lnTo>
                      <a:pt x="7479" y="2980"/>
                    </a:lnTo>
                    <a:lnTo>
                      <a:pt x="7479" y="2867"/>
                    </a:lnTo>
                    <a:lnTo>
                      <a:pt x="7479" y="2412"/>
                    </a:lnTo>
                    <a:close/>
                  </a:path>
                </a:pathLst>
              </a:custGeom>
              <a:solidFill>
                <a:srgbClr val="FFDD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84"/>
              <p:cNvSpPr/>
              <p:nvPr/>
            </p:nvSpPr>
            <p:spPr>
              <a:xfrm rot="10800000">
                <a:off x="4373029" y="2596617"/>
                <a:ext cx="100069" cy="45755"/>
              </a:xfrm>
              <a:custGeom>
                <a:avLst/>
                <a:gdLst/>
                <a:ahLst/>
                <a:cxnLst/>
                <a:rect l="l" t="t" r="r" b="b"/>
                <a:pathLst>
                  <a:path w="7479" h="761" fill="none" extrusionOk="0">
                    <a:moveTo>
                      <a:pt x="7479" y="760"/>
                    </a:moveTo>
                    <a:lnTo>
                      <a:pt x="7479" y="1"/>
                    </a:lnTo>
                    <a:lnTo>
                      <a:pt x="7479" y="1"/>
                    </a:lnTo>
                    <a:lnTo>
                      <a:pt x="7449" y="40"/>
                    </a:lnTo>
                    <a:lnTo>
                      <a:pt x="7449" y="40"/>
                    </a:lnTo>
                    <a:lnTo>
                      <a:pt x="7359" y="159"/>
                    </a:lnTo>
                    <a:lnTo>
                      <a:pt x="7329" y="219"/>
                    </a:lnTo>
                    <a:lnTo>
                      <a:pt x="7239" y="278"/>
                    </a:lnTo>
                    <a:lnTo>
                      <a:pt x="7149" y="338"/>
                    </a:lnTo>
                    <a:lnTo>
                      <a:pt x="7028" y="397"/>
                    </a:lnTo>
                    <a:lnTo>
                      <a:pt x="6878" y="450"/>
                    </a:lnTo>
                    <a:lnTo>
                      <a:pt x="6698" y="509"/>
                    </a:lnTo>
                    <a:lnTo>
                      <a:pt x="6488" y="556"/>
                    </a:lnTo>
                    <a:lnTo>
                      <a:pt x="6248" y="602"/>
                    </a:lnTo>
                    <a:lnTo>
                      <a:pt x="5947" y="641"/>
                    </a:lnTo>
                    <a:lnTo>
                      <a:pt x="5617" y="681"/>
                    </a:lnTo>
                    <a:lnTo>
                      <a:pt x="5226" y="707"/>
                    </a:lnTo>
                    <a:lnTo>
                      <a:pt x="4806" y="734"/>
                    </a:lnTo>
                    <a:lnTo>
                      <a:pt x="4325" y="747"/>
                    </a:lnTo>
                    <a:lnTo>
                      <a:pt x="3785" y="760"/>
                    </a:lnTo>
                    <a:lnTo>
                      <a:pt x="3785" y="760"/>
                    </a:lnTo>
                    <a:lnTo>
                      <a:pt x="3605" y="760"/>
                    </a:lnTo>
                    <a:lnTo>
                      <a:pt x="3605" y="760"/>
                    </a:lnTo>
                    <a:lnTo>
                      <a:pt x="3424" y="760"/>
                    </a:lnTo>
                    <a:lnTo>
                      <a:pt x="0" y="760"/>
                    </a:lnTo>
                    <a:lnTo>
                      <a:pt x="0" y="760"/>
                    </a:lnTo>
                    <a:lnTo>
                      <a:pt x="0" y="760"/>
                    </a:lnTo>
                    <a:lnTo>
                      <a:pt x="1923" y="760"/>
                    </a:lnTo>
                    <a:lnTo>
                      <a:pt x="1923" y="760"/>
                    </a:lnTo>
                    <a:lnTo>
                      <a:pt x="7479" y="76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84"/>
              <p:cNvSpPr/>
              <p:nvPr/>
            </p:nvSpPr>
            <p:spPr>
              <a:xfrm rot="10800000">
                <a:off x="4373029" y="2415942"/>
                <a:ext cx="100069" cy="81469"/>
              </a:xfrm>
              <a:custGeom>
                <a:avLst/>
                <a:gdLst/>
                <a:ahLst/>
                <a:cxnLst/>
                <a:rect l="l" t="t" r="r" b="b"/>
                <a:pathLst>
                  <a:path w="7479" h="1355" fill="none" extrusionOk="0">
                    <a:moveTo>
                      <a:pt x="3484" y="1355"/>
                    </a:moveTo>
                    <a:lnTo>
                      <a:pt x="3484" y="1355"/>
                    </a:lnTo>
                    <a:lnTo>
                      <a:pt x="3785" y="1355"/>
                    </a:lnTo>
                    <a:lnTo>
                      <a:pt x="4085" y="1348"/>
                    </a:lnTo>
                    <a:lnTo>
                      <a:pt x="4385" y="1335"/>
                    </a:lnTo>
                    <a:lnTo>
                      <a:pt x="4716" y="1315"/>
                    </a:lnTo>
                    <a:lnTo>
                      <a:pt x="5046" y="1295"/>
                    </a:lnTo>
                    <a:lnTo>
                      <a:pt x="5377" y="1262"/>
                    </a:lnTo>
                    <a:lnTo>
                      <a:pt x="5737" y="1229"/>
                    </a:lnTo>
                    <a:lnTo>
                      <a:pt x="6067" y="1190"/>
                    </a:lnTo>
                    <a:lnTo>
                      <a:pt x="6067" y="1190"/>
                    </a:lnTo>
                    <a:lnTo>
                      <a:pt x="6278" y="1163"/>
                    </a:lnTo>
                    <a:lnTo>
                      <a:pt x="6458" y="1130"/>
                    </a:lnTo>
                    <a:lnTo>
                      <a:pt x="6638" y="1097"/>
                    </a:lnTo>
                    <a:lnTo>
                      <a:pt x="6788" y="1057"/>
                    </a:lnTo>
                    <a:lnTo>
                      <a:pt x="6938" y="1018"/>
                    </a:lnTo>
                    <a:lnTo>
                      <a:pt x="7059" y="972"/>
                    </a:lnTo>
                    <a:lnTo>
                      <a:pt x="7149" y="932"/>
                    </a:lnTo>
                    <a:lnTo>
                      <a:pt x="7239" y="879"/>
                    </a:lnTo>
                    <a:lnTo>
                      <a:pt x="7389" y="780"/>
                    </a:lnTo>
                    <a:lnTo>
                      <a:pt x="7479" y="674"/>
                    </a:lnTo>
                    <a:lnTo>
                      <a:pt x="7479" y="569"/>
                    </a:lnTo>
                    <a:lnTo>
                      <a:pt x="7479" y="456"/>
                    </a:lnTo>
                    <a:lnTo>
                      <a:pt x="7479" y="1"/>
                    </a:lnTo>
                    <a:lnTo>
                      <a:pt x="0" y="1"/>
                    </a:lnTo>
                    <a:lnTo>
                      <a:pt x="0" y="430"/>
                    </a:lnTo>
                    <a:lnTo>
                      <a:pt x="0" y="430"/>
                    </a:lnTo>
                    <a:lnTo>
                      <a:pt x="0" y="641"/>
                    </a:lnTo>
                    <a:lnTo>
                      <a:pt x="0" y="641"/>
                    </a:lnTo>
                    <a:lnTo>
                      <a:pt x="60" y="714"/>
                    </a:lnTo>
                    <a:lnTo>
                      <a:pt x="120" y="780"/>
                    </a:lnTo>
                    <a:lnTo>
                      <a:pt x="211" y="846"/>
                    </a:lnTo>
                    <a:lnTo>
                      <a:pt x="301" y="906"/>
                    </a:lnTo>
                    <a:lnTo>
                      <a:pt x="421" y="965"/>
                    </a:lnTo>
                    <a:lnTo>
                      <a:pt x="541" y="1011"/>
                    </a:lnTo>
                    <a:lnTo>
                      <a:pt x="661" y="1057"/>
                    </a:lnTo>
                    <a:lnTo>
                      <a:pt x="811" y="1097"/>
                    </a:lnTo>
                    <a:lnTo>
                      <a:pt x="811" y="1097"/>
                    </a:lnTo>
                    <a:lnTo>
                      <a:pt x="1082" y="1157"/>
                    </a:lnTo>
                    <a:lnTo>
                      <a:pt x="1382" y="1209"/>
                    </a:lnTo>
                    <a:lnTo>
                      <a:pt x="1682" y="1256"/>
                    </a:lnTo>
                    <a:lnTo>
                      <a:pt x="2013" y="1289"/>
                    </a:lnTo>
                    <a:lnTo>
                      <a:pt x="2343" y="1322"/>
                    </a:lnTo>
                    <a:lnTo>
                      <a:pt x="2703" y="1341"/>
                    </a:lnTo>
                    <a:lnTo>
                      <a:pt x="3094" y="1355"/>
                    </a:lnTo>
                    <a:lnTo>
                      <a:pt x="3484" y="135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84"/>
              <p:cNvSpPr/>
              <p:nvPr/>
            </p:nvSpPr>
            <p:spPr>
              <a:xfrm rot="10800000">
                <a:off x="4373029" y="2497351"/>
                <a:ext cx="100069" cy="99326"/>
              </a:xfrm>
              <a:custGeom>
                <a:avLst/>
                <a:gdLst/>
                <a:ahLst/>
                <a:cxnLst/>
                <a:rect l="l" t="t" r="r" b="b"/>
                <a:pathLst>
                  <a:path w="7479" h="1652" extrusionOk="0">
                    <a:moveTo>
                      <a:pt x="0" y="0"/>
                    </a:moveTo>
                    <a:lnTo>
                      <a:pt x="0" y="1652"/>
                    </a:lnTo>
                    <a:lnTo>
                      <a:pt x="7479" y="1652"/>
                    </a:lnTo>
                    <a:lnTo>
                      <a:pt x="7479" y="0"/>
                    </a:lnTo>
                    <a:close/>
                  </a:path>
                </a:pathLst>
              </a:custGeom>
              <a:solidFill>
                <a:srgbClr val="FFC0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84"/>
              <p:cNvSpPr/>
              <p:nvPr/>
            </p:nvSpPr>
            <p:spPr>
              <a:xfrm rot="10800000">
                <a:off x="4373029" y="2497351"/>
                <a:ext cx="100069" cy="99326"/>
              </a:xfrm>
              <a:custGeom>
                <a:avLst/>
                <a:gdLst/>
                <a:ahLst/>
                <a:cxnLst/>
                <a:rect l="l" t="t" r="r" b="b"/>
                <a:pathLst>
                  <a:path w="7479" h="1652" fill="none" extrusionOk="0">
                    <a:moveTo>
                      <a:pt x="0" y="1652"/>
                    </a:moveTo>
                    <a:lnTo>
                      <a:pt x="7479" y="1652"/>
                    </a:lnTo>
                    <a:lnTo>
                      <a:pt x="7479" y="0"/>
                    </a:lnTo>
                    <a:lnTo>
                      <a:pt x="7479" y="0"/>
                    </a:lnTo>
                    <a:lnTo>
                      <a:pt x="1923" y="0"/>
                    </a:lnTo>
                    <a:lnTo>
                      <a:pt x="1923" y="0"/>
                    </a:lnTo>
                    <a:lnTo>
                      <a:pt x="0" y="0"/>
                    </a:lnTo>
                    <a:lnTo>
                      <a:pt x="0"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84"/>
              <p:cNvSpPr/>
              <p:nvPr/>
            </p:nvSpPr>
            <p:spPr>
              <a:xfrm rot="10800000">
                <a:off x="4373030" y="2649828"/>
                <a:ext cx="45010" cy="46176"/>
              </a:xfrm>
              <a:custGeom>
                <a:avLst/>
                <a:gdLst/>
                <a:ahLst/>
                <a:cxnLst/>
                <a:rect l="l" t="t" r="r" b="b"/>
                <a:pathLst>
                  <a:path w="3364" h="768" extrusionOk="0">
                    <a:moveTo>
                      <a:pt x="0" y="1"/>
                    </a:moveTo>
                    <a:lnTo>
                      <a:pt x="451" y="14"/>
                    </a:lnTo>
                    <a:lnTo>
                      <a:pt x="871" y="34"/>
                    </a:lnTo>
                    <a:lnTo>
                      <a:pt x="1262" y="60"/>
                    </a:lnTo>
                    <a:lnTo>
                      <a:pt x="1592" y="93"/>
                    </a:lnTo>
                    <a:lnTo>
                      <a:pt x="1892" y="133"/>
                    </a:lnTo>
                    <a:lnTo>
                      <a:pt x="2163" y="179"/>
                    </a:lnTo>
                    <a:lnTo>
                      <a:pt x="2403" y="232"/>
                    </a:lnTo>
                    <a:lnTo>
                      <a:pt x="2613" y="285"/>
                    </a:lnTo>
                    <a:lnTo>
                      <a:pt x="2793" y="344"/>
                    </a:lnTo>
                    <a:lnTo>
                      <a:pt x="2944" y="404"/>
                    </a:lnTo>
                    <a:lnTo>
                      <a:pt x="3064" y="463"/>
                    </a:lnTo>
                    <a:lnTo>
                      <a:pt x="3154" y="523"/>
                    </a:lnTo>
                    <a:lnTo>
                      <a:pt x="3244" y="589"/>
                    </a:lnTo>
                    <a:lnTo>
                      <a:pt x="3304" y="648"/>
                    </a:lnTo>
                    <a:lnTo>
                      <a:pt x="3364" y="767"/>
                    </a:lnTo>
                    <a:lnTo>
                      <a:pt x="3364" y="1"/>
                    </a:lnTo>
                    <a:close/>
                  </a:path>
                </a:pathLst>
              </a:custGeom>
              <a:solidFill>
                <a:srgbClr val="FFDD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84"/>
              <p:cNvSpPr/>
              <p:nvPr/>
            </p:nvSpPr>
            <p:spPr>
              <a:xfrm rot="10800000">
                <a:off x="4373030" y="2649828"/>
                <a:ext cx="45010" cy="46176"/>
              </a:xfrm>
              <a:custGeom>
                <a:avLst/>
                <a:gdLst/>
                <a:ahLst/>
                <a:cxnLst/>
                <a:rect l="l" t="t" r="r" b="b"/>
                <a:pathLst>
                  <a:path w="3364" h="768" fill="none" extrusionOk="0">
                    <a:moveTo>
                      <a:pt x="3364" y="767"/>
                    </a:moveTo>
                    <a:lnTo>
                      <a:pt x="3364" y="1"/>
                    </a:lnTo>
                    <a:lnTo>
                      <a:pt x="3364" y="1"/>
                    </a:lnTo>
                    <a:lnTo>
                      <a:pt x="3364" y="1"/>
                    </a:lnTo>
                    <a:lnTo>
                      <a:pt x="0" y="1"/>
                    </a:lnTo>
                    <a:lnTo>
                      <a:pt x="0" y="1"/>
                    </a:lnTo>
                    <a:lnTo>
                      <a:pt x="451" y="14"/>
                    </a:lnTo>
                    <a:lnTo>
                      <a:pt x="871" y="34"/>
                    </a:lnTo>
                    <a:lnTo>
                      <a:pt x="1262" y="60"/>
                    </a:lnTo>
                    <a:lnTo>
                      <a:pt x="1592" y="93"/>
                    </a:lnTo>
                    <a:lnTo>
                      <a:pt x="1892" y="133"/>
                    </a:lnTo>
                    <a:lnTo>
                      <a:pt x="2163" y="179"/>
                    </a:lnTo>
                    <a:lnTo>
                      <a:pt x="2403" y="232"/>
                    </a:lnTo>
                    <a:lnTo>
                      <a:pt x="2613" y="285"/>
                    </a:lnTo>
                    <a:lnTo>
                      <a:pt x="2793" y="344"/>
                    </a:lnTo>
                    <a:lnTo>
                      <a:pt x="2944" y="404"/>
                    </a:lnTo>
                    <a:lnTo>
                      <a:pt x="3064" y="463"/>
                    </a:lnTo>
                    <a:lnTo>
                      <a:pt x="3154" y="523"/>
                    </a:lnTo>
                    <a:lnTo>
                      <a:pt x="3244" y="589"/>
                    </a:lnTo>
                    <a:lnTo>
                      <a:pt x="3304" y="648"/>
                    </a:lnTo>
                    <a:lnTo>
                      <a:pt x="3364" y="7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84"/>
              <p:cNvSpPr/>
              <p:nvPr/>
            </p:nvSpPr>
            <p:spPr>
              <a:xfrm rot="10800000">
                <a:off x="4373029" y="2695944"/>
                <a:ext cx="100069" cy="67941"/>
              </a:xfrm>
              <a:custGeom>
                <a:avLst/>
                <a:gdLst/>
                <a:ahLst/>
                <a:cxnLst/>
                <a:rect l="l" t="t" r="r" b="b"/>
                <a:pathLst>
                  <a:path w="7479" h="1130" extrusionOk="0">
                    <a:moveTo>
                      <a:pt x="7209" y="0"/>
                    </a:moveTo>
                    <a:lnTo>
                      <a:pt x="7209" y="192"/>
                    </a:lnTo>
                    <a:lnTo>
                      <a:pt x="7179" y="291"/>
                    </a:lnTo>
                    <a:lnTo>
                      <a:pt x="7149" y="390"/>
                    </a:lnTo>
                    <a:lnTo>
                      <a:pt x="7059" y="489"/>
                    </a:lnTo>
                    <a:lnTo>
                      <a:pt x="6968" y="582"/>
                    </a:lnTo>
                    <a:lnTo>
                      <a:pt x="6878" y="661"/>
                    </a:lnTo>
                    <a:lnTo>
                      <a:pt x="6728" y="740"/>
                    </a:lnTo>
                    <a:lnTo>
                      <a:pt x="6578" y="806"/>
                    </a:lnTo>
                    <a:lnTo>
                      <a:pt x="6428" y="859"/>
                    </a:lnTo>
                    <a:lnTo>
                      <a:pt x="6157" y="919"/>
                    </a:lnTo>
                    <a:lnTo>
                      <a:pt x="5887" y="965"/>
                    </a:lnTo>
                    <a:lnTo>
                      <a:pt x="5587" y="1011"/>
                    </a:lnTo>
                    <a:lnTo>
                      <a:pt x="5286" y="1051"/>
                    </a:lnTo>
                    <a:lnTo>
                      <a:pt x="4926" y="1077"/>
                    </a:lnTo>
                    <a:lnTo>
                      <a:pt x="4596" y="1097"/>
                    </a:lnTo>
                    <a:lnTo>
                      <a:pt x="4205" y="1110"/>
                    </a:lnTo>
                    <a:lnTo>
                      <a:pt x="3845" y="1117"/>
                    </a:lnTo>
                    <a:lnTo>
                      <a:pt x="3544" y="1117"/>
                    </a:lnTo>
                    <a:lnTo>
                      <a:pt x="3244" y="1110"/>
                    </a:lnTo>
                    <a:lnTo>
                      <a:pt x="2944" y="1097"/>
                    </a:lnTo>
                    <a:lnTo>
                      <a:pt x="2613" y="1077"/>
                    </a:lnTo>
                    <a:lnTo>
                      <a:pt x="2313" y="1051"/>
                    </a:lnTo>
                    <a:lnTo>
                      <a:pt x="1983" y="1024"/>
                    </a:lnTo>
                    <a:lnTo>
                      <a:pt x="1682" y="991"/>
                    </a:lnTo>
                    <a:lnTo>
                      <a:pt x="1352" y="952"/>
                    </a:lnTo>
                    <a:lnTo>
                      <a:pt x="1052" y="905"/>
                    </a:lnTo>
                    <a:lnTo>
                      <a:pt x="781" y="859"/>
                    </a:lnTo>
                    <a:lnTo>
                      <a:pt x="571" y="806"/>
                    </a:lnTo>
                    <a:lnTo>
                      <a:pt x="391" y="753"/>
                    </a:lnTo>
                    <a:lnTo>
                      <a:pt x="241" y="694"/>
                    </a:lnTo>
                    <a:lnTo>
                      <a:pt x="120" y="635"/>
                    </a:lnTo>
                    <a:lnTo>
                      <a:pt x="60" y="562"/>
                    </a:lnTo>
                    <a:lnTo>
                      <a:pt x="0" y="489"/>
                    </a:lnTo>
                    <a:lnTo>
                      <a:pt x="0" y="1130"/>
                    </a:lnTo>
                    <a:lnTo>
                      <a:pt x="7479" y="1130"/>
                    </a:lnTo>
                    <a:lnTo>
                      <a:pt x="7449" y="1037"/>
                    </a:lnTo>
                    <a:lnTo>
                      <a:pt x="7479" y="1011"/>
                    </a:lnTo>
                    <a:lnTo>
                      <a:pt x="7479" y="456"/>
                    </a:lnTo>
                    <a:lnTo>
                      <a:pt x="7449" y="337"/>
                    </a:lnTo>
                    <a:lnTo>
                      <a:pt x="7389" y="225"/>
                    </a:lnTo>
                    <a:lnTo>
                      <a:pt x="7299" y="106"/>
                    </a:lnTo>
                    <a:lnTo>
                      <a:pt x="7209" y="0"/>
                    </a:lnTo>
                    <a:close/>
                  </a:path>
                </a:pathLst>
              </a:custGeom>
              <a:solidFill>
                <a:srgbClr val="FFC0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84"/>
              <p:cNvSpPr/>
              <p:nvPr/>
            </p:nvSpPr>
            <p:spPr>
              <a:xfrm rot="10800000">
                <a:off x="4373029" y="2695944"/>
                <a:ext cx="100069" cy="67941"/>
              </a:xfrm>
              <a:custGeom>
                <a:avLst/>
                <a:gdLst/>
                <a:ahLst/>
                <a:cxnLst/>
                <a:rect l="l" t="t" r="r" b="b"/>
                <a:pathLst>
                  <a:path w="7479" h="1130" fill="none" extrusionOk="0">
                    <a:moveTo>
                      <a:pt x="4115" y="1130"/>
                    </a:moveTo>
                    <a:lnTo>
                      <a:pt x="7479" y="1130"/>
                    </a:lnTo>
                    <a:lnTo>
                      <a:pt x="7479" y="1130"/>
                    </a:lnTo>
                    <a:lnTo>
                      <a:pt x="7449" y="1037"/>
                    </a:lnTo>
                    <a:lnTo>
                      <a:pt x="7449" y="1037"/>
                    </a:lnTo>
                    <a:lnTo>
                      <a:pt x="7479" y="1011"/>
                    </a:lnTo>
                    <a:lnTo>
                      <a:pt x="7479" y="456"/>
                    </a:lnTo>
                    <a:lnTo>
                      <a:pt x="7479" y="456"/>
                    </a:lnTo>
                    <a:lnTo>
                      <a:pt x="7449" y="337"/>
                    </a:lnTo>
                    <a:lnTo>
                      <a:pt x="7389" y="225"/>
                    </a:lnTo>
                    <a:lnTo>
                      <a:pt x="7299" y="106"/>
                    </a:lnTo>
                    <a:lnTo>
                      <a:pt x="7209" y="0"/>
                    </a:lnTo>
                    <a:lnTo>
                      <a:pt x="7209" y="192"/>
                    </a:lnTo>
                    <a:lnTo>
                      <a:pt x="7209" y="192"/>
                    </a:lnTo>
                    <a:lnTo>
                      <a:pt x="7179" y="291"/>
                    </a:lnTo>
                    <a:lnTo>
                      <a:pt x="7149" y="390"/>
                    </a:lnTo>
                    <a:lnTo>
                      <a:pt x="7059" y="489"/>
                    </a:lnTo>
                    <a:lnTo>
                      <a:pt x="6968" y="582"/>
                    </a:lnTo>
                    <a:lnTo>
                      <a:pt x="6878" y="661"/>
                    </a:lnTo>
                    <a:lnTo>
                      <a:pt x="6728" y="740"/>
                    </a:lnTo>
                    <a:lnTo>
                      <a:pt x="6578" y="806"/>
                    </a:lnTo>
                    <a:lnTo>
                      <a:pt x="6428" y="859"/>
                    </a:lnTo>
                    <a:lnTo>
                      <a:pt x="6428" y="859"/>
                    </a:lnTo>
                    <a:lnTo>
                      <a:pt x="6157" y="919"/>
                    </a:lnTo>
                    <a:lnTo>
                      <a:pt x="5887" y="965"/>
                    </a:lnTo>
                    <a:lnTo>
                      <a:pt x="5587" y="1011"/>
                    </a:lnTo>
                    <a:lnTo>
                      <a:pt x="5286" y="1051"/>
                    </a:lnTo>
                    <a:lnTo>
                      <a:pt x="4926" y="1077"/>
                    </a:lnTo>
                    <a:lnTo>
                      <a:pt x="4596" y="1097"/>
                    </a:lnTo>
                    <a:lnTo>
                      <a:pt x="4205" y="1110"/>
                    </a:lnTo>
                    <a:lnTo>
                      <a:pt x="3845" y="1117"/>
                    </a:lnTo>
                    <a:lnTo>
                      <a:pt x="3845" y="1117"/>
                    </a:lnTo>
                    <a:lnTo>
                      <a:pt x="3544" y="1117"/>
                    </a:lnTo>
                    <a:lnTo>
                      <a:pt x="3244" y="1110"/>
                    </a:lnTo>
                    <a:lnTo>
                      <a:pt x="2944" y="1097"/>
                    </a:lnTo>
                    <a:lnTo>
                      <a:pt x="2613" y="1077"/>
                    </a:lnTo>
                    <a:lnTo>
                      <a:pt x="2313" y="1051"/>
                    </a:lnTo>
                    <a:lnTo>
                      <a:pt x="1983" y="1024"/>
                    </a:lnTo>
                    <a:lnTo>
                      <a:pt x="1682" y="991"/>
                    </a:lnTo>
                    <a:lnTo>
                      <a:pt x="1352" y="952"/>
                    </a:lnTo>
                    <a:lnTo>
                      <a:pt x="1352" y="952"/>
                    </a:lnTo>
                    <a:lnTo>
                      <a:pt x="1052" y="905"/>
                    </a:lnTo>
                    <a:lnTo>
                      <a:pt x="781" y="859"/>
                    </a:lnTo>
                    <a:lnTo>
                      <a:pt x="571" y="806"/>
                    </a:lnTo>
                    <a:lnTo>
                      <a:pt x="391" y="753"/>
                    </a:lnTo>
                    <a:lnTo>
                      <a:pt x="241" y="694"/>
                    </a:lnTo>
                    <a:lnTo>
                      <a:pt x="120" y="635"/>
                    </a:lnTo>
                    <a:lnTo>
                      <a:pt x="60" y="562"/>
                    </a:lnTo>
                    <a:lnTo>
                      <a:pt x="0" y="489"/>
                    </a:lnTo>
                    <a:lnTo>
                      <a:pt x="0" y="1130"/>
                    </a:lnTo>
                    <a:lnTo>
                      <a:pt x="0" y="1130"/>
                    </a:lnTo>
                    <a:lnTo>
                      <a:pt x="2133" y="1130"/>
                    </a:lnTo>
                    <a:lnTo>
                      <a:pt x="2133" y="1130"/>
                    </a:lnTo>
                    <a:lnTo>
                      <a:pt x="3574" y="1130"/>
                    </a:lnTo>
                    <a:lnTo>
                      <a:pt x="3574" y="1130"/>
                    </a:lnTo>
                    <a:lnTo>
                      <a:pt x="3725" y="1130"/>
                    </a:lnTo>
                    <a:lnTo>
                      <a:pt x="3725" y="1130"/>
                    </a:lnTo>
                    <a:lnTo>
                      <a:pt x="4115" y="113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84"/>
              <p:cNvSpPr/>
              <p:nvPr/>
            </p:nvSpPr>
            <p:spPr>
              <a:xfrm rot="10800000">
                <a:off x="4373029" y="2596617"/>
                <a:ext cx="100069" cy="99387"/>
              </a:xfrm>
              <a:custGeom>
                <a:avLst/>
                <a:gdLst/>
                <a:ahLst/>
                <a:cxnLst/>
                <a:rect l="l" t="t" r="r" b="b"/>
                <a:pathLst>
                  <a:path w="7479" h="1653" extrusionOk="0">
                    <a:moveTo>
                      <a:pt x="0" y="1"/>
                    </a:moveTo>
                    <a:lnTo>
                      <a:pt x="0" y="1652"/>
                    </a:lnTo>
                    <a:lnTo>
                      <a:pt x="3785" y="1652"/>
                    </a:lnTo>
                    <a:lnTo>
                      <a:pt x="4325" y="1639"/>
                    </a:lnTo>
                    <a:lnTo>
                      <a:pt x="4806" y="1626"/>
                    </a:lnTo>
                    <a:lnTo>
                      <a:pt x="5226" y="1599"/>
                    </a:lnTo>
                    <a:lnTo>
                      <a:pt x="5617" y="1573"/>
                    </a:lnTo>
                    <a:lnTo>
                      <a:pt x="5947" y="1533"/>
                    </a:lnTo>
                    <a:lnTo>
                      <a:pt x="6248" y="1494"/>
                    </a:lnTo>
                    <a:lnTo>
                      <a:pt x="6488" y="1448"/>
                    </a:lnTo>
                    <a:lnTo>
                      <a:pt x="6698" y="1401"/>
                    </a:lnTo>
                    <a:lnTo>
                      <a:pt x="6878" y="1342"/>
                    </a:lnTo>
                    <a:lnTo>
                      <a:pt x="7028" y="1289"/>
                    </a:lnTo>
                    <a:lnTo>
                      <a:pt x="7149" y="1230"/>
                    </a:lnTo>
                    <a:lnTo>
                      <a:pt x="7239" y="1170"/>
                    </a:lnTo>
                    <a:lnTo>
                      <a:pt x="7329" y="1111"/>
                    </a:lnTo>
                    <a:lnTo>
                      <a:pt x="7359" y="1051"/>
                    </a:lnTo>
                    <a:lnTo>
                      <a:pt x="7449" y="932"/>
                    </a:lnTo>
                    <a:lnTo>
                      <a:pt x="7479" y="893"/>
                    </a:lnTo>
                    <a:lnTo>
                      <a:pt x="7479" y="767"/>
                    </a:lnTo>
                    <a:lnTo>
                      <a:pt x="7419" y="648"/>
                    </a:lnTo>
                    <a:lnTo>
                      <a:pt x="7359" y="589"/>
                    </a:lnTo>
                    <a:lnTo>
                      <a:pt x="7269" y="523"/>
                    </a:lnTo>
                    <a:lnTo>
                      <a:pt x="7179" y="463"/>
                    </a:lnTo>
                    <a:lnTo>
                      <a:pt x="7059" y="404"/>
                    </a:lnTo>
                    <a:lnTo>
                      <a:pt x="6908" y="344"/>
                    </a:lnTo>
                    <a:lnTo>
                      <a:pt x="6728" y="285"/>
                    </a:lnTo>
                    <a:lnTo>
                      <a:pt x="6518" y="232"/>
                    </a:lnTo>
                    <a:lnTo>
                      <a:pt x="6278" y="179"/>
                    </a:lnTo>
                    <a:lnTo>
                      <a:pt x="6007" y="133"/>
                    </a:lnTo>
                    <a:lnTo>
                      <a:pt x="5707" y="93"/>
                    </a:lnTo>
                    <a:lnTo>
                      <a:pt x="5377" y="60"/>
                    </a:lnTo>
                    <a:lnTo>
                      <a:pt x="4986" y="34"/>
                    </a:lnTo>
                    <a:lnTo>
                      <a:pt x="4566" y="14"/>
                    </a:lnTo>
                    <a:lnTo>
                      <a:pt x="4115" y="1"/>
                    </a:lnTo>
                    <a:close/>
                  </a:path>
                </a:pathLst>
              </a:custGeom>
              <a:solidFill>
                <a:srgbClr val="B9B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84"/>
              <p:cNvSpPr/>
              <p:nvPr/>
            </p:nvSpPr>
            <p:spPr>
              <a:xfrm rot="10800000">
                <a:off x="4373029" y="2596617"/>
                <a:ext cx="100069" cy="99387"/>
              </a:xfrm>
              <a:custGeom>
                <a:avLst/>
                <a:gdLst/>
                <a:ahLst/>
                <a:cxnLst/>
                <a:rect l="l" t="t" r="r" b="b"/>
                <a:pathLst>
                  <a:path w="7479" h="1653" fill="none" extrusionOk="0">
                    <a:moveTo>
                      <a:pt x="3605" y="1652"/>
                    </a:moveTo>
                    <a:lnTo>
                      <a:pt x="3605" y="1652"/>
                    </a:lnTo>
                    <a:lnTo>
                      <a:pt x="3785" y="1652"/>
                    </a:lnTo>
                    <a:lnTo>
                      <a:pt x="3785" y="1652"/>
                    </a:lnTo>
                    <a:lnTo>
                      <a:pt x="4325" y="1639"/>
                    </a:lnTo>
                    <a:lnTo>
                      <a:pt x="4806" y="1626"/>
                    </a:lnTo>
                    <a:lnTo>
                      <a:pt x="5226" y="1599"/>
                    </a:lnTo>
                    <a:lnTo>
                      <a:pt x="5617" y="1573"/>
                    </a:lnTo>
                    <a:lnTo>
                      <a:pt x="5947" y="1533"/>
                    </a:lnTo>
                    <a:lnTo>
                      <a:pt x="6248" y="1494"/>
                    </a:lnTo>
                    <a:lnTo>
                      <a:pt x="6488" y="1448"/>
                    </a:lnTo>
                    <a:lnTo>
                      <a:pt x="6698" y="1401"/>
                    </a:lnTo>
                    <a:lnTo>
                      <a:pt x="6878" y="1342"/>
                    </a:lnTo>
                    <a:lnTo>
                      <a:pt x="7028" y="1289"/>
                    </a:lnTo>
                    <a:lnTo>
                      <a:pt x="7149" y="1230"/>
                    </a:lnTo>
                    <a:lnTo>
                      <a:pt x="7239" y="1170"/>
                    </a:lnTo>
                    <a:lnTo>
                      <a:pt x="7329" y="1111"/>
                    </a:lnTo>
                    <a:lnTo>
                      <a:pt x="7359" y="1051"/>
                    </a:lnTo>
                    <a:lnTo>
                      <a:pt x="7449" y="932"/>
                    </a:lnTo>
                    <a:lnTo>
                      <a:pt x="7449" y="932"/>
                    </a:lnTo>
                    <a:lnTo>
                      <a:pt x="7479" y="893"/>
                    </a:lnTo>
                    <a:lnTo>
                      <a:pt x="7479" y="767"/>
                    </a:lnTo>
                    <a:lnTo>
                      <a:pt x="7479" y="767"/>
                    </a:lnTo>
                    <a:lnTo>
                      <a:pt x="7419" y="648"/>
                    </a:lnTo>
                    <a:lnTo>
                      <a:pt x="7359" y="589"/>
                    </a:lnTo>
                    <a:lnTo>
                      <a:pt x="7269" y="523"/>
                    </a:lnTo>
                    <a:lnTo>
                      <a:pt x="7179" y="463"/>
                    </a:lnTo>
                    <a:lnTo>
                      <a:pt x="7059" y="404"/>
                    </a:lnTo>
                    <a:lnTo>
                      <a:pt x="6908" y="344"/>
                    </a:lnTo>
                    <a:lnTo>
                      <a:pt x="6728" y="285"/>
                    </a:lnTo>
                    <a:lnTo>
                      <a:pt x="6518" y="232"/>
                    </a:lnTo>
                    <a:lnTo>
                      <a:pt x="6278" y="179"/>
                    </a:lnTo>
                    <a:lnTo>
                      <a:pt x="6007" y="133"/>
                    </a:lnTo>
                    <a:lnTo>
                      <a:pt x="5707" y="93"/>
                    </a:lnTo>
                    <a:lnTo>
                      <a:pt x="5377" y="60"/>
                    </a:lnTo>
                    <a:lnTo>
                      <a:pt x="4986" y="34"/>
                    </a:lnTo>
                    <a:lnTo>
                      <a:pt x="4566" y="14"/>
                    </a:lnTo>
                    <a:lnTo>
                      <a:pt x="4115" y="1"/>
                    </a:lnTo>
                    <a:lnTo>
                      <a:pt x="0" y="1"/>
                    </a:lnTo>
                    <a:lnTo>
                      <a:pt x="0" y="1652"/>
                    </a:lnTo>
                    <a:lnTo>
                      <a:pt x="3424" y="1652"/>
                    </a:lnTo>
                    <a:lnTo>
                      <a:pt x="3424" y="1652"/>
                    </a:lnTo>
                    <a:lnTo>
                      <a:pt x="3605"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84"/>
              <p:cNvSpPr/>
              <p:nvPr/>
            </p:nvSpPr>
            <p:spPr>
              <a:xfrm rot="10800000">
                <a:off x="4418026" y="2695944"/>
                <a:ext cx="55072" cy="60"/>
              </a:xfrm>
              <a:custGeom>
                <a:avLst/>
                <a:gdLst/>
                <a:ahLst/>
                <a:cxnLst/>
                <a:rect l="l" t="t" r="r" b="b"/>
                <a:pathLst>
                  <a:path w="4116" h="1" extrusionOk="0">
                    <a:moveTo>
                      <a:pt x="0" y="1"/>
                    </a:moveTo>
                    <a:lnTo>
                      <a:pt x="4115" y="1"/>
                    </a:lnTo>
                    <a:lnTo>
                      <a:pt x="4115" y="1"/>
                    </a:lnTo>
                    <a:lnTo>
                      <a:pt x="3725" y="1"/>
                    </a:lnTo>
                    <a:lnTo>
                      <a:pt x="3725" y="1"/>
                    </a:lnTo>
                    <a:lnTo>
                      <a:pt x="3574" y="1"/>
                    </a:lnTo>
                    <a:lnTo>
                      <a:pt x="3574" y="1"/>
                    </a:lnTo>
                    <a:lnTo>
                      <a:pt x="2133" y="1"/>
                    </a:lnTo>
                    <a:lnTo>
                      <a:pt x="2133" y="1"/>
                    </a:lnTo>
                    <a:lnTo>
                      <a:pt x="0" y="1"/>
                    </a:lnTo>
                    <a:lnTo>
                      <a:pt x="0" y="1"/>
                    </a:lnTo>
                    <a:close/>
                  </a:path>
                </a:pathLst>
              </a:custGeom>
              <a:solidFill>
                <a:srgbClr val="B99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84"/>
              <p:cNvSpPr/>
              <p:nvPr/>
            </p:nvSpPr>
            <p:spPr>
              <a:xfrm rot="10800000">
                <a:off x="4418026" y="2695944"/>
                <a:ext cx="55072" cy="60"/>
              </a:xfrm>
              <a:custGeom>
                <a:avLst/>
                <a:gdLst/>
                <a:ahLst/>
                <a:cxnLst/>
                <a:rect l="l" t="t" r="r" b="b"/>
                <a:pathLst>
                  <a:path w="4116" h="1" fill="none" extrusionOk="0">
                    <a:moveTo>
                      <a:pt x="0" y="1"/>
                    </a:moveTo>
                    <a:lnTo>
                      <a:pt x="4115" y="1"/>
                    </a:lnTo>
                    <a:lnTo>
                      <a:pt x="4115" y="1"/>
                    </a:lnTo>
                    <a:lnTo>
                      <a:pt x="3725" y="1"/>
                    </a:lnTo>
                    <a:lnTo>
                      <a:pt x="3725" y="1"/>
                    </a:lnTo>
                    <a:lnTo>
                      <a:pt x="3574" y="1"/>
                    </a:lnTo>
                    <a:lnTo>
                      <a:pt x="3574" y="1"/>
                    </a:lnTo>
                    <a:lnTo>
                      <a:pt x="2133" y="1"/>
                    </a:lnTo>
                    <a:lnTo>
                      <a:pt x="2133" y="1"/>
                    </a:lnTo>
                    <a:lnTo>
                      <a:pt x="0"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84"/>
              <p:cNvSpPr/>
              <p:nvPr/>
            </p:nvSpPr>
            <p:spPr>
              <a:xfrm rot="10800000">
                <a:off x="4563502" y="2205024"/>
                <a:ext cx="102892" cy="234788"/>
              </a:xfrm>
              <a:custGeom>
                <a:avLst/>
                <a:gdLst/>
                <a:ahLst/>
                <a:cxnLst/>
                <a:rect l="l" t="t" r="r" b="b"/>
                <a:pathLst>
                  <a:path w="7690" h="3905" extrusionOk="0">
                    <a:moveTo>
                      <a:pt x="3605" y="0"/>
                    </a:moveTo>
                    <a:lnTo>
                      <a:pt x="3605" y="2299"/>
                    </a:lnTo>
                    <a:lnTo>
                      <a:pt x="3605" y="2398"/>
                    </a:lnTo>
                    <a:lnTo>
                      <a:pt x="3545" y="2497"/>
                    </a:lnTo>
                    <a:lnTo>
                      <a:pt x="3485" y="2596"/>
                    </a:lnTo>
                    <a:lnTo>
                      <a:pt x="3395" y="2689"/>
                    </a:lnTo>
                    <a:lnTo>
                      <a:pt x="3274" y="2768"/>
                    </a:lnTo>
                    <a:lnTo>
                      <a:pt x="3124" y="2847"/>
                    </a:lnTo>
                    <a:lnTo>
                      <a:pt x="2974" y="2913"/>
                    </a:lnTo>
                    <a:lnTo>
                      <a:pt x="2794" y="2966"/>
                    </a:lnTo>
                    <a:lnTo>
                      <a:pt x="2524" y="3019"/>
                    </a:lnTo>
                    <a:lnTo>
                      <a:pt x="2223" y="3072"/>
                    </a:lnTo>
                    <a:lnTo>
                      <a:pt x="1923" y="3118"/>
                    </a:lnTo>
                    <a:lnTo>
                      <a:pt x="1593" y="3158"/>
                    </a:lnTo>
                    <a:lnTo>
                      <a:pt x="1232" y="3184"/>
                    </a:lnTo>
                    <a:lnTo>
                      <a:pt x="872" y="3204"/>
                    </a:lnTo>
                    <a:lnTo>
                      <a:pt x="511" y="3217"/>
                    </a:lnTo>
                    <a:lnTo>
                      <a:pt x="91" y="3224"/>
                    </a:lnTo>
                    <a:lnTo>
                      <a:pt x="1" y="3224"/>
                    </a:lnTo>
                    <a:lnTo>
                      <a:pt x="61" y="3290"/>
                    </a:lnTo>
                    <a:lnTo>
                      <a:pt x="121" y="3349"/>
                    </a:lnTo>
                    <a:lnTo>
                      <a:pt x="181" y="3409"/>
                    </a:lnTo>
                    <a:lnTo>
                      <a:pt x="301" y="3468"/>
                    </a:lnTo>
                    <a:lnTo>
                      <a:pt x="421" y="3521"/>
                    </a:lnTo>
                    <a:lnTo>
                      <a:pt x="571" y="3574"/>
                    </a:lnTo>
                    <a:lnTo>
                      <a:pt x="752" y="3620"/>
                    </a:lnTo>
                    <a:lnTo>
                      <a:pt x="932" y="3660"/>
                    </a:lnTo>
                    <a:lnTo>
                      <a:pt x="1292" y="3713"/>
                    </a:lnTo>
                    <a:lnTo>
                      <a:pt x="1653" y="3759"/>
                    </a:lnTo>
                    <a:lnTo>
                      <a:pt x="2013" y="3798"/>
                    </a:lnTo>
                    <a:lnTo>
                      <a:pt x="2433" y="3838"/>
                    </a:lnTo>
                    <a:lnTo>
                      <a:pt x="2854" y="3865"/>
                    </a:lnTo>
                    <a:lnTo>
                      <a:pt x="3274" y="3884"/>
                    </a:lnTo>
                    <a:lnTo>
                      <a:pt x="3725" y="3898"/>
                    </a:lnTo>
                    <a:lnTo>
                      <a:pt x="4145" y="3904"/>
                    </a:lnTo>
                    <a:lnTo>
                      <a:pt x="4476" y="3904"/>
                    </a:lnTo>
                    <a:lnTo>
                      <a:pt x="4806" y="3891"/>
                    </a:lnTo>
                    <a:lnTo>
                      <a:pt x="5137" y="3878"/>
                    </a:lnTo>
                    <a:lnTo>
                      <a:pt x="5437" y="3858"/>
                    </a:lnTo>
                    <a:lnTo>
                      <a:pt x="5767" y="3831"/>
                    </a:lnTo>
                    <a:lnTo>
                      <a:pt x="6038" y="3805"/>
                    </a:lnTo>
                    <a:lnTo>
                      <a:pt x="6338" y="3765"/>
                    </a:lnTo>
                    <a:lnTo>
                      <a:pt x="6608" y="3719"/>
                    </a:lnTo>
                    <a:lnTo>
                      <a:pt x="6728" y="3693"/>
                    </a:lnTo>
                    <a:lnTo>
                      <a:pt x="6849" y="3660"/>
                    </a:lnTo>
                    <a:lnTo>
                      <a:pt x="7059" y="3587"/>
                    </a:lnTo>
                    <a:lnTo>
                      <a:pt x="7239" y="3501"/>
                    </a:lnTo>
                    <a:lnTo>
                      <a:pt x="7419" y="3409"/>
                    </a:lnTo>
                    <a:lnTo>
                      <a:pt x="7539" y="3303"/>
                    </a:lnTo>
                    <a:lnTo>
                      <a:pt x="7599" y="3197"/>
                    </a:lnTo>
                    <a:lnTo>
                      <a:pt x="7660" y="3085"/>
                    </a:lnTo>
                    <a:lnTo>
                      <a:pt x="7690" y="2973"/>
                    </a:lnTo>
                    <a:lnTo>
                      <a:pt x="7690" y="859"/>
                    </a:lnTo>
                    <a:lnTo>
                      <a:pt x="7660" y="753"/>
                    </a:lnTo>
                    <a:lnTo>
                      <a:pt x="7629" y="654"/>
                    </a:lnTo>
                    <a:lnTo>
                      <a:pt x="7539" y="549"/>
                    </a:lnTo>
                    <a:lnTo>
                      <a:pt x="7389" y="456"/>
                    </a:lnTo>
                    <a:lnTo>
                      <a:pt x="7209" y="364"/>
                    </a:lnTo>
                    <a:lnTo>
                      <a:pt x="7089" y="324"/>
                    </a:lnTo>
                    <a:lnTo>
                      <a:pt x="6969" y="284"/>
                    </a:lnTo>
                    <a:lnTo>
                      <a:pt x="6789" y="251"/>
                    </a:lnTo>
                    <a:lnTo>
                      <a:pt x="6638" y="218"/>
                    </a:lnTo>
                    <a:lnTo>
                      <a:pt x="6428" y="185"/>
                    </a:lnTo>
                    <a:lnTo>
                      <a:pt x="6218" y="159"/>
                    </a:lnTo>
                    <a:lnTo>
                      <a:pt x="5887" y="119"/>
                    </a:lnTo>
                    <a:lnTo>
                      <a:pt x="5527" y="93"/>
                    </a:lnTo>
                    <a:lnTo>
                      <a:pt x="5197" y="60"/>
                    </a:lnTo>
                    <a:lnTo>
                      <a:pt x="4866" y="40"/>
                    </a:lnTo>
                    <a:lnTo>
                      <a:pt x="4536" y="27"/>
                    </a:lnTo>
                    <a:lnTo>
                      <a:pt x="4236" y="14"/>
                    </a:lnTo>
                    <a:lnTo>
                      <a:pt x="3905" y="0"/>
                    </a:lnTo>
                    <a:close/>
                  </a:path>
                </a:pathLst>
              </a:custGeom>
              <a:solidFill>
                <a:srgbClr val="FFDD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84"/>
              <p:cNvSpPr/>
              <p:nvPr/>
            </p:nvSpPr>
            <p:spPr>
              <a:xfrm rot="10800000">
                <a:off x="4563502" y="2205024"/>
                <a:ext cx="102892" cy="234788"/>
              </a:xfrm>
              <a:custGeom>
                <a:avLst/>
                <a:gdLst/>
                <a:ahLst/>
                <a:cxnLst/>
                <a:rect l="l" t="t" r="r" b="b"/>
                <a:pathLst>
                  <a:path w="7690" h="3905" fill="none" extrusionOk="0">
                    <a:moveTo>
                      <a:pt x="4145" y="3904"/>
                    </a:moveTo>
                    <a:lnTo>
                      <a:pt x="4145" y="3904"/>
                    </a:lnTo>
                    <a:lnTo>
                      <a:pt x="4476" y="3904"/>
                    </a:lnTo>
                    <a:lnTo>
                      <a:pt x="4806" y="3891"/>
                    </a:lnTo>
                    <a:lnTo>
                      <a:pt x="5137" y="3878"/>
                    </a:lnTo>
                    <a:lnTo>
                      <a:pt x="5437" y="3858"/>
                    </a:lnTo>
                    <a:lnTo>
                      <a:pt x="5767" y="3831"/>
                    </a:lnTo>
                    <a:lnTo>
                      <a:pt x="6038" y="3805"/>
                    </a:lnTo>
                    <a:lnTo>
                      <a:pt x="6338" y="3765"/>
                    </a:lnTo>
                    <a:lnTo>
                      <a:pt x="6608" y="3719"/>
                    </a:lnTo>
                    <a:lnTo>
                      <a:pt x="6608" y="3719"/>
                    </a:lnTo>
                    <a:lnTo>
                      <a:pt x="6728" y="3693"/>
                    </a:lnTo>
                    <a:lnTo>
                      <a:pt x="6849" y="3660"/>
                    </a:lnTo>
                    <a:lnTo>
                      <a:pt x="7059" y="3587"/>
                    </a:lnTo>
                    <a:lnTo>
                      <a:pt x="7239" y="3501"/>
                    </a:lnTo>
                    <a:lnTo>
                      <a:pt x="7419" y="3409"/>
                    </a:lnTo>
                    <a:lnTo>
                      <a:pt x="7539" y="3303"/>
                    </a:lnTo>
                    <a:lnTo>
                      <a:pt x="7599" y="3197"/>
                    </a:lnTo>
                    <a:lnTo>
                      <a:pt x="7660" y="3085"/>
                    </a:lnTo>
                    <a:lnTo>
                      <a:pt x="7690" y="2973"/>
                    </a:lnTo>
                    <a:lnTo>
                      <a:pt x="7690" y="859"/>
                    </a:lnTo>
                    <a:lnTo>
                      <a:pt x="7690" y="859"/>
                    </a:lnTo>
                    <a:lnTo>
                      <a:pt x="7660" y="753"/>
                    </a:lnTo>
                    <a:lnTo>
                      <a:pt x="7629" y="654"/>
                    </a:lnTo>
                    <a:lnTo>
                      <a:pt x="7539" y="549"/>
                    </a:lnTo>
                    <a:lnTo>
                      <a:pt x="7389" y="456"/>
                    </a:lnTo>
                    <a:lnTo>
                      <a:pt x="7209" y="364"/>
                    </a:lnTo>
                    <a:lnTo>
                      <a:pt x="7089" y="324"/>
                    </a:lnTo>
                    <a:lnTo>
                      <a:pt x="6969" y="284"/>
                    </a:lnTo>
                    <a:lnTo>
                      <a:pt x="6789" y="251"/>
                    </a:lnTo>
                    <a:lnTo>
                      <a:pt x="6638" y="218"/>
                    </a:lnTo>
                    <a:lnTo>
                      <a:pt x="6428" y="185"/>
                    </a:lnTo>
                    <a:lnTo>
                      <a:pt x="6218" y="159"/>
                    </a:lnTo>
                    <a:lnTo>
                      <a:pt x="6218" y="159"/>
                    </a:lnTo>
                    <a:lnTo>
                      <a:pt x="5887" y="119"/>
                    </a:lnTo>
                    <a:lnTo>
                      <a:pt x="5527" y="93"/>
                    </a:lnTo>
                    <a:lnTo>
                      <a:pt x="5197" y="60"/>
                    </a:lnTo>
                    <a:lnTo>
                      <a:pt x="4866" y="40"/>
                    </a:lnTo>
                    <a:lnTo>
                      <a:pt x="4536" y="27"/>
                    </a:lnTo>
                    <a:lnTo>
                      <a:pt x="4236" y="14"/>
                    </a:lnTo>
                    <a:lnTo>
                      <a:pt x="3905" y="0"/>
                    </a:lnTo>
                    <a:lnTo>
                      <a:pt x="3605" y="0"/>
                    </a:lnTo>
                    <a:lnTo>
                      <a:pt x="3605" y="2299"/>
                    </a:lnTo>
                    <a:lnTo>
                      <a:pt x="3605" y="2299"/>
                    </a:lnTo>
                    <a:lnTo>
                      <a:pt x="3605" y="2398"/>
                    </a:lnTo>
                    <a:lnTo>
                      <a:pt x="3545" y="2497"/>
                    </a:lnTo>
                    <a:lnTo>
                      <a:pt x="3485" y="2596"/>
                    </a:lnTo>
                    <a:lnTo>
                      <a:pt x="3395" y="2689"/>
                    </a:lnTo>
                    <a:lnTo>
                      <a:pt x="3274" y="2768"/>
                    </a:lnTo>
                    <a:lnTo>
                      <a:pt x="3124" y="2847"/>
                    </a:lnTo>
                    <a:lnTo>
                      <a:pt x="2974" y="2913"/>
                    </a:lnTo>
                    <a:lnTo>
                      <a:pt x="2794" y="2966"/>
                    </a:lnTo>
                    <a:lnTo>
                      <a:pt x="2794" y="2966"/>
                    </a:lnTo>
                    <a:lnTo>
                      <a:pt x="2524" y="3019"/>
                    </a:lnTo>
                    <a:lnTo>
                      <a:pt x="2223" y="3072"/>
                    </a:lnTo>
                    <a:lnTo>
                      <a:pt x="1923" y="3118"/>
                    </a:lnTo>
                    <a:lnTo>
                      <a:pt x="1593" y="3158"/>
                    </a:lnTo>
                    <a:lnTo>
                      <a:pt x="1232" y="3184"/>
                    </a:lnTo>
                    <a:lnTo>
                      <a:pt x="872" y="3204"/>
                    </a:lnTo>
                    <a:lnTo>
                      <a:pt x="511" y="3217"/>
                    </a:lnTo>
                    <a:lnTo>
                      <a:pt x="91" y="3224"/>
                    </a:lnTo>
                    <a:lnTo>
                      <a:pt x="91" y="3224"/>
                    </a:lnTo>
                    <a:lnTo>
                      <a:pt x="1" y="3224"/>
                    </a:lnTo>
                    <a:lnTo>
                      <a:pt x="1" y="3224"/>
                    </a:lnTo>
                    <a:lnTo>
                      <a:pt x="61" y="3290"/>
                    </a:lnTo>
                    <a:lnTo>
                      <a:pt x="121" y="3349"/>
                    </a:lnTo>
                    <a:lnTo>
                      <a:pt x="181" y="3409"/>
                    </a:lnTo>
                    <a:lnTo>
                      <a:pt x="301" y="3468"/>
                    </a:lnTo>
                    <a:lnTo>
                      <a:pt x="421" y="3521"/>
                    </a:lnTo>
                    <a:lnTo>
                      <a:pt x="571" y="3574"/>
                    </a:lnTo>
                    <a:lnTo>
                      <a:pt x="752" y="3620"/>
                    </a:lnTo>
                    <a:lnTo>
                      <a:pt x="932" y="3660"/>
                    </a:lnTo>
                    <a:lnTo>
                      <a:pt x="932" y="3660"/>
                    </a:lnTo>
                    <a:lnTo>
                      <a:pt x="1292" y="3713"/>
                    </a:lnTo>
                    <a:lnTo>
                      <a:pt x="1653" y="3759"/>
                    </a:lnTo>
                    <a:lnTo>
                      <a:pt x="2013" y="3798"/>
                    </a:lnTo>
                    <a:lnTo>
                      <a:pt x="2433" y="3838"/>
                    </a:lnTo>
                    <a:lnTo>
                      <a:pt x="2854" y="3865"/>
                    </a:lnTo>
                    <a:lnTo>
                      <a:pt x="3274" y="3884"/>
                    </a:lnTo>
                    <a:lnTo>
                      <a:pt x="3725" y="3898"/>
                    </a:lnTo>
                    <a:lnTo>
                      <a:pt x="4145" y="390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84"/>
              <p:cNvSpPr/>
              <p:nvPr/>
            </p:nvSpPr>
            <p:spPr>
              <a:xfrm rot="10800000">
                <a:off x="4618159" y="2245969"/>
                <a:ext cx="49038" cy="193843"/>
              </a:xfrm>
              <a:custGeom>
                <a:avLst/>
                <a:gdLst/>
                <a:ahLst/>
                <a:cxnLst/>
                <a:rect l="l" t="t" r="r" b="b"/>
                <a:pathLst>
                  <a:path w="3665" h="3224" extrusionOk="0">
                    <a:moveTo>
                      <a:pt x="3605" y="0"/>
                    </a:moveTo>
                    <a:lnTo>
                      <a:pt x="3184" y="7"/>
                    </a:lnTo>
                    <a:lnTo>
                      <a:pt x="2794" y="14"/>
                    </a:lnTo>
                    <a:lnTo>
                      <a:pt x="2433" y="33"/>
                    </a:lnTo>
                    <a:lnTo>
                      <a:pt x="2073" y="66"/>
                    </a:lnTo>
                    <a:lnTo>
                      <a:pt x="1743" y="99"/>
                    </a:lnTo>
                    <a:lnTo>
                      <a:pt x="1412" y="139"/>
                    </a:lnTo>
                    <a:lnTo>
                      <a:pt x="1112" y="192"/>
                    </a:lnTo>
                    <a:lnTo>
                      <a:pt x="842" y="251"/>
                    </a:lnTo>
                    <a:lnTo>
                      <a:pt x="661" y="298"/>
                    </a:lnTo>
                    <a:lnTo>
                      <a:pt x="481" y="364"/>
                    </a:lnTo>
                    <a:lnTo>
                      <a:pt x="361" y="430"/>
                    </a:lnTo>
                    <a:lnTo>
                      <a:pt x="241" y="516"/>
                    </a:lnTo>
                    <a:lnTo>
                      <a:pt x="151" y="601"/>
                    </a:lnTo>
                    <a:lnTo>
                      <a:pt x="61" y="694"/>
                    </a:lnTo>
                    <a:lnTo>
                      <a:pt x="31" y="786"/>
                    </a:lnTo>
                    <a:lnTo>
                      <a:pt x="1" y="886"/>
                    </a:lnTo>
                    <a:lnTo>
                      <a:pt x="1" y="3052"/>
                    </a:lnTo>
                    <a:lnTo>
                      <a:pt x="31" y="3138"/>
                    </a:lnTo>
                    <a:lnTo>
                      <a:pt x="61" y="3224"/>
                    </a:lnTo>
                    <a:lnTo>
                      <a:pt x="151" y="3224"/>
                    </a:lnTo>
                    <a:lnTo>
                      <a:pt x="571" y="3217"/>
                    </a:lnTo>
                    <a:lnTo>
                      <a:pt x="932" y="3204"/>
                    </a:lnTo>
                    <a:lnTo>
                      <a:pt x="1292" y="3184"/>
                    </a:lnTo>
                    <a:lnTo>
                      <a:pt x="1653" y="3158"/>
                    </a:lnTo>
                    <a:lnTo>
                      <a:pt x="1983" y="3118"/>
                    </a:lnTo>
                    <a:lnTo>
                      <a:pt x="2283" y="3072"/>
                    </a:lnTo>
                    <a:lnTo>
                      <a:pt x="2584" y="3019"/>
                    </a:lnTo>
                    <a:lnTo>
                      <a:pt x="2854" y="2966"/>
                    </a:lnTo>
                    <a:lnTo>
                      <a:pt x="3034" y="2913"/>
                    </a:lnTo>
                    <a:lnTo>
                      <a:pt x="3184" y="2847"/>
                    </a:lnTo>
                    <a:lnTo>
                      <a:pt x="3334" y="2768"/>
                    </a:lnTo>
                    <a:lnTo>
                      <a:pt x="3455" y="2689"/>
                    </a:lnTo>
                    <a:lnTo>
                      <a:pt x="3545" y="2596"/>
                    </a:lnTo>
                    <a:lnTo>
                      <a:pt x="3605" y="2497"/>
                    </a:lnTo>
                    <a:lnTo>
                      <a:pt x="3665" y="2398"/>
                    </a:lnTo>
                    <a:lnTo>
                      <a:pt x="3665" y="2299"/>
                    </a:lnTo>
                    <a:lnTo>
                      <a:pt x="3665" y="0"/>
                    </a:lnTo>
                    <a:close/>
                  </a:path>
                </a:pathLst>
              </a:custGeom>
              <a:solidFill>
                <a:srgbClr val="B9B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84"/>
              <p:cNvSpPr/>
              <p:nvPr/>
            </p:nvSpPr>
            <p:spPr>
              <a:xfrm rot="10800000">
                <a:off x="4618159" y="2245969"/>
                <a:ext cx="49038" cy="193843"/>
              </a:xfrm>
              <a:custGeom>
                <a:avLst/>
                <a:gdLst/>
                <a:ahLst/>
                <a:cxnLst/>
                <a:rect l="l" t="t" r="r" b="b"/>
                <a:pathLst>
                  <a:path w="3665" h="3224" fill="none" extrusionOk="0">
                    <a:moveTo>
                      <a:pt x="151" y="3224"/>
                    </a:moveTo>
                    <a:lnTo>
                      <a:pt x="151" y="3224"/>
                    </a:lnTo>
                    <a:lnTo>
                      <a:pt x="571" y="3217"/>
                    </a:lnTo>
                    <a:lnTo>
                      <a:pt x="932" y="3204"/>
                    </a:lnTo>
                    <a:lnTo>
                      <a:pt x="1292" y="3184"/>
                    </a:lnTo>
                    <a:lnTo>
                      <a:pt x="1653" y="3158"/>
                    </a:lnTo>
                    <a:lnTo>
                      <a:pt x="1983" y="3118"/>
                    </a:lnTo>
                    <a:lnTo>
                      <a:pt x="2283" y="3072"/>
                    </a:lnTo>
                    <a:lnTo>
                      <a:pt x="2584" y="3019"/>
                    </a:lnTo>
                    <a:lnTo>
                      <a:pt x="2854" y="2966"/>
                    </a:lnTo>
                    <a:lnTo>
                      <a:pt x="2854" y="2966"/>
                    </a:lnTo>
                    <a:lnTo>
                      <a:pt x="3034" y="2913"/>
                    </a:lnTo>
                    <a:lnTo>
                      <a:pt x="3184" y="2847"/>
                    </a:lnTo>
                    <a:lnTo>
                      <a:pt x="3334" y="2768"/>
                    </a:lnTo>
                    <a:lnTo>
                      <a:pt x="3455" y="2689"/>
                    </a:lnTo>
                    <a:lnTo>
                      <a:pt x="3545" y="2596"/>
                    </a:lnTo>
                    <a:lnTo>
                      <a:pt x="3605" y="2497"/>
                    </a:lnTo>
                    <a:lnTo>
                      <a:pt x="3665" y="2398"/>
                    </a:lnTo>
                    <a:lnTo>
                      <a:pt x="3665" y="2299"/>
                    </a:lnTo>
                    <a:lnTo>
                      <a:pt x="3665" y="0"/>
                    </a:lnTo>
                    <a:lnTo>
                      <a:pt x="3665" y="0"/>
                    </a:lnTo>
                    <a:lnTo>
                      <a:pt x="3605" y="0"/>
                    </a:lnTo>
                    <a:lnTo>
                      <a:pt x="3605" y="0"/>
                    </a:lnTo>
                    <a:lnTo>
                      <a:pt x="3184" y="7"/>
                    </a:lnTo>
                    <a:lnTo>
                      <a:pt x="2794" y="14"/>
                    </a:lnTo>
                    <a:lnTo>
                      <a:pt x="2433" y="33"/>
                    </a:lnTo>
                    <a:lnTo>
                      <a:pt x="2073" y="66"/>
                    </a:lnTo>
                    <a:lnTo>
                      <a:pt x="1743" y="99"/>
                    </a:lnTo>
                    <a:lnTo>
                      <a:pt x="1412" y="139"/>
                    </a:lnTo>
                    <a:lnTo>
                      <a:pt x="1112" y="192"/>
                    </a:lnTo>
                    <a:lnTo>
                      <a:pt x="842" y="251"/>
                    </a:lnTo>
                    <a:lnTo>
                      <a:pt x="842" y="251"/>
                    </a:lnTo>
                    <a:lnTo>
                      <a:pt x="661" y="298"/>
                    </a:lnTo>
                    <a:lnTo>
                      <a:pt x="481" y="364"/>
                    </a:lnTo>
                    <a:lnTo>
                      <a:pt x="361" y="430"/>
                    </a:lnTo>
                    <a:lnTo>
                      <a:pt x="241" y="516"/>
                    </a:lnTo>
                    <a:lnTo>
                      <a:pt x="151" y="601"/>
                    </a:lnTo>
                    <a:lnTo>
                      <a:pt x="61" y="694"/>
                    </a:lnTo>
                    <a:lnTo>
                      <a:pt x="31" y="786"/>
                    </a:lnTo>
                    <a:lnTo>
                      <a:pt x="1" y="886"/>
                    </a:lnTo>
                    <a:lnTo>
                      <a:pt x="1" y="3052"/>
                    </a:lnTo>
                    <a:lnTo>
                      <a:pt x="1" y="3052"/>
                    </a:lnTo>
                    <a:lnTo>
                      <a:pt x="31" y="3138"/>
                    </a:lnTo>
                    <a:lnTo>
                      <a:pt x="61" y="3224"/>
                    </a:lnTo>
                    <a:lnTo>
                      <a:pt x="61" y="3224"/>
                    </a:lnTo>
                    <a:lnTo>
                      <a:pt x="151" y="322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84"/>
              <p:cNvSpPr/>
              <p:nvPr/>
            </p:nvSpPr>
            <p:spPr>
              <a:xfrm rot="10800000">
                <a:off x="4029843" y="3294427"/>
                <a:ext cx="13" cy="2044"/>
              </a:xfrm>
              <a:custGeom>
                <a:avLst/>
                <a:gdLst/>
                <a:ahLst/>
                <a:cxnLst/>
                <a:rect l="l" t="t" r="r" b="b"/>
                <a:pathLst>
                  <a:path w="1" h="34" extrusionOk="0">
                    <a:moveTo>
                      <a:pt x="1" y="34"/>
                    </a:moveTo>
                    <a:lnTo>
                      <a:pt x="1" y="14"/>
                    </a:lnTo>
                    <a:lnTo>
                      <a:pt x="1" y="14"/>
                    </a:lnTo>
                    <a:lnTo>
                      <a:pt x="1" y="1"/>
                    </a:lnTo>
                    <a:lnTo>
                      <a:pt x="1" y="34"/>
                    </a:lnTo>
                    <a:lnTo>
                      <a:pt x="1" y="34"/>
                    </a:lnTo>
                    <a:lnTo>
                      <a:pt x="1" y="34"/>
                    </a:lnTo>
                    <a:close/>
                  </a:path>
                </a:pathLst>
              </a:custGeom>
              <a:solidFill>
                <a:srgbClr val="FF6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84"/>
              <p:cNvSpPr/>
              <p:nvPr/>
            </p:nvSpPr>
            <p:spPr>
              <a:xfrm rot="10800000">
                <a:off x="4029843" y="3294427"/>
                <a:ext cx="13" cy="2044"/>
              </a:xfrm>
              <a:custGeom>
                <a:avLst/>
                <a:gdLst/>
                <a:ahLst/>
                <a:cxnLst/>
                <a:rect l="l" t="t" r="r" b="b"/>
                <a:pathLst>
                  <a:path w="1" h="34" fill="none" extrusionOk="0">
                    <a:moveTo>
                      <a:pt x="1" y="34"/>
                    </a:moveTo>
                    <a:lnTo>
                      <a:pt x="1" y="14"/>
                    </a:lnTo>
                    <a:lnTo>
                      <a:pt x="1" y="14"/>
                    </a:lnTo>
                    <a:lnTo>
                      <a:pt x="1" y="1"/>
                    </a:lnTo>
                    <a:lnTo>
                      <a:pt x="1" y="34"/>
                    </a:lnTo>
                    <a:lnTo>
                      <a:pt x="1" y="34"/>
                    </a:lnTo>
                    <a:lnTo>
                      <a:pt x="1" y="3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84"/>
              <p:cNvSpPr/>
              <p:nvPr/>
            </p:nvSpPr>
            <p:spPr>
              <a:xfrm rot="10800000">
                <a:off x="4029843" y="3272601"/>
                <a:ext cx="13" cy="21885"/>
              </a:xfrm>
              <a:custGeom>
                <a:avLst/>
                <a:gdLst/>
                <a:ahLst/>
                <a:cxnLst/>
                <a:rect l="l" t="t" r="r" b="b"/>
                <a:pathLst>
                  <a:path w="1" h="364" extrusionOk="0">
                    <a:moveTo>
                      <a:pt x="1" y="364"/>
                    </a:moveTo>
                    <a:lnTo>
                      <a:pt x="1" y="364"/>
                    </a:lnTo>
                    <a:lnTo>
                      <a:pt x="1" y="351"/>
                    </a:lnTo>
                    <a:lnTo>
                      <a:pt x="1" y="1"/>
                    </a:lnTo>
                    <a:lnTo>
                      <a:pt x="1" y="1"/>
                    </a:lnTo>
                    <a:lnTo>
                      <a:pt x="1" y="1"/>
                    </a:lnTo>
                    <a:lnTo>
                      <a:pt x="1" y="364"/>
                    </a:lnTo>
                    <a:close/>
                  </a:path>
                </a:pathLst>
              </a:custGeom>
              <a:solidFill>
                <a:srgbClr val="713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84"/>
              <p:cNvSpPr/>
              <p:nvPr/>
            </p:nvSpPr>
            <p:spPr>
              <a:xfrm rot="10800000">
                <a:off x="4029843" y="3272601"/>
                <a:ext cx="13" cy="21885"/>
              </a:xfrm>
              <a:custGeom>
                <a:avLst/>
                <a:gdLst/>
                <a:ahLst/>
                <a:cxnLst/>
                <a:rect l="l" t="t" r="r" b="b"/>
                <a:pathLst>
                  <a:path w="1" h="364" fill="none" extrusionOk="0">
                    <a:moveTo>
                      <a:pt x="1" y="364"/>
                    </a:moveTo>
                    <a:lnTo>
                      <a:pt x="1" y="364"/>
                    </a:lnTo>
                    <a:lnTo>
                      <a:pt x="1" y="351"/>
                    </a:lnTo>
                    <a:lnTo>
                      <a:pt x="1" y="1"/>
                    </a:lnTo>
                    <a:lnTo>
                      <a:pt x="1" y="1"/>
                    </a:lnTo>
                    <a:lnTo>
                      <a:pt x="1" y="1"/>
                    </a:lnTo>
                    <a:lnTo>
                      <a:pt x="1" y="36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84"/>
              <p:cNvSpPr/>
              <p:nvPr/>
            </p:nvSpPr>
            <p:spPr>
              <a:xfrm rot="10800000">
                <a:off x="4029840" y="3294427"/>
                <a:ext cx="98062" cy="43711"/>
              </a:xfrm>
              <a:custGeom>
                <a:avLst/>
                <a:gdLst/>
                <a:ahLst/>
                <a:cxnLst/>
                <a:rect l="l" t="t" r="r" b="b"/>
                <a:pathLst>
                  <a:path w="7329" h="727" extrusionOk="0">
                    <a:moveTo>
                      <a:pt x="3484" y="0"/>
                    </a:moveTo>
                    <a:lnTo>
                      <a:pt x="3454" y="79"/>
                    </a:lnTo>
                    <a:lnTo>
                      <a:pt x="3394" y="159"/>
                    </a:lnTo>
                    <a:lnTo>
                      <a:pt x="3304" y="231"/>
                    </a:lnTo>
                    <a:lnTo>
                      <a:pt x="3154" y="304"/>
                    </a:lnTo>
                    <a:lnTo>
                      <a:pt x="3004" y="370"/>
                    </a:lnTo>
                    <a:lnTo>
                      <a:pt x="2793" y="436"/>
                    </a:lnTo>
                    <a:lnTo>
                      <a:pt x="2553" y="496"/>
                    </a:lnTo>
                    <a:lnTo>
                      <a:pt x="2313" y="555"/>
                    </a:lnTo>
                    <a:lnTo>
                      <a:pt x="2133" y="588"/>
                    </a:lnTo>
                    <a:lnTo>
                      <a:pt x="1892" y="614"/>
                    </a:lnTo>
                    <a:lnTo>
                      <a:pt x="1652" y="641"/>
                    </a:lnTo>
                    <a:lnTo>
                      <a:pt x="1352" y="667"/>
                    </a:lnTo>
                    <a:lnTo>
                      <a:pt x="1051" y="687"/>
                    </a:lnTo>
                    <a:lnTo>
                      <a:pt x="721" y="707"/>
                    </a:lnTo>
                    <a:lnTo>
                      <a:pt x="361" y="720"/>
                    </a:lnTo>
                    <a:lnTo>
                      <a:pt x="0" y="727"/>
                    </a:lnTo>
                    <a:lnTo>
                      <a:pt x="7329" y="727"/>
                    </a:lnTo>
                    <a:lnTo>
                      <a:pt x="7329" y="694"/>
                    </a:lnTo>
                    <a:lnTo>
                      <a:pt x="7178" y="575"/>
                    </a:lnTo>
                    <a:lnTo>
                      <a:pt x="7028" y="469"/>
                    </a:lnTo>
                    <a:lnTo>
                      <a:pt x="6848" y="383"/>
                    </a:lnTo>
                    <a:lnTo>
                      <a:pt x="6668" y="311"/>
                    </a:lnTo>
                    <a:lnTo>
                      <a:pt x="6518" y="271"/>
                    </a:lnTo>
                    <a:lnTo>
                      <a:pt x="6367" y="231"/>
                    </a:lnTo>
                    <a:lnTo>
                      <a:pt x="6067" y="165"/>
                    </a:lnTo>
                    <a:lnTo>
                      <a:pt x="5707" y="112"/>
                    </a:lnTo>
                    <a:lnTo>
                      <a:pt x="5316" y="66"/>
                    </a:lnTo>
                    <a:lnTo>
                      <a:pt x="4926" y="33"/>
                    </a:lnTo>
                    <a:lnTo>
                      <a:pt x="4505" y="13"/>
                    </a:lnTo>
                    <a:lnTo>
                      <a:pt x="4115" y="0"/>
                    </a:lnTo>
                    <a:close/>
                  </a:path>
                </a:pathLst>
              </a:custGeom>
              <a:solidFill>
                <a:srgbClr val="FF30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84"/>
              <p:cNvSpPr/>
              <p:nvPr/>
            </p:nvSpPr>
            <p:spPr>
              <a:xfrm rot="10800000">
                <a:off x="4029840" y="3294427"/>
                <a:ext cx="98062" cy="43711"/>
              </a:xfrm>
              <a:custGeom>
                <a:avLst/>
                <a:gdLst/>
                <a:ahLst/>
                <a:cxnLst/>
                <a:rect l="l" t="t" r="r" b="b"/>
                <a:pathLst>
                  <a:path w="7329" h="727" fill="none" extrusionOk="0">
                    <a:moveTo>
                      <a:pt x="7299" y="727"/>
                    </a:moveTo>
                    <a:lnTo>
                      <a:pt x="7299" y="727"/>
                    </a:lnTo>
                    <a:lnTo>
                      <a:pt x="7299" y="727"/>
                    </a:lnTo>
                    <a:lnTo>
                      <a:pt x="7299" y="727"/>
                    </a:lnTo>
                    <a:lnTo>
                      <a:pt x="7329" y="727"/>
                    </a:lnTo>
                    <a:lnTo>
                      <a:pt x="7329" y="694"/>
                    </a:lnTo>
                    <a:lnTo>
                      <a:pt x="7329" y="694"/>
                    </a:lnTo>
                    <a:lnTo>
                      <a:pt x="7178" y="575"/>
                    </a:lnTo>
                    <a:lnTo>
                      <a:pt x="7028" y="469"/>
                    </a:lnTo>
                    <a:lnTo>
                      <a:pt x="6848" y="383"/>
                    </a:lnTo>
                    <a:lnTo>
                      <a:pt x="6668" y="311"/>
                    </a:lnTo>
                    <a:lnTo>
                      <a:pt x="6668" y="311"/>
                    </a:lnTo>
                    <a:lnTo>
                      <a:pt x="6518" y="271"/>
                    </a:lnTo>
                    <a:lnTo>
                      <a:pt x="6367" y="231"/>
                    </a:lnTo>
                    <a:lnTo>
                      <a:pt x="6067" y="165"/>
                    </a:lnTo>
                    <a:lnTo>
                      <a:pt x="5707" y="112"/>
                    </a:lnTo>
                    <a:lnTo>
                      <a:pt x="5316" y="66"/>
                    </a:lnTo>
                    <a:lnTo>
                      <a:pt x="4926" y="33"/>
                    </a:lnTo>
                    <a:lnTo>
                      <a:pt x="4505" y="13"/>
                    </a:lnTo>
                    <a:lnTo>
                      <a:pt x="4115" y="0"/>
                    </a:lnTo>
                    <a:lnTo>
                      <a:pt x="3694" y="0"/>
                    </a:lnTo>
                    <a:lnTo>
                      <a:pt x="3694" y="0"/>
                    </a:lnTo>
                    <a:lnTo>
                      <a:pt x="3484" y="0"/>
                    </a:lnTo>
                    <a:lnTo>
                      <a:pt x="3484" y="0"/>
                    </a:lnTo>
                    <a:lnTo>
                      <a:pt x="3454" y="79"/>
                    </a:lnTo>
                    <a:lnTo>
                      <a:pt x="3394" y="159"/>
                    </a:lnTo>
                    <a:lnTo>
                      <a:pt x="3304" y="231"/>
                    </a:lnTo>
                    <a:lnTo>
                      <a:pt x="3154" y="304"/>
                    </a:lnTo>
                    <a:lnTo>
                      <a:pt x="3004" y="370"/>
                    </a:lnTo>
                    <a:lnTo>
                      <a:pt x="2793" y="436"/>
                    </a:lnTo>
                    <a:lnTo>
                      <a:pt x="2553" y="496"/>
                    </a:lnTo>
                    <a:lnTo>
                      <a:pt x="2313" y="555"/>
                    </a:lnTo>
                    <a:lnTo>
                      <a:pt x="2313" y="555"/>
                    </a:lnTo>
                    <a:lnTo>
                      <a:pt x="2133" y="588"/>
                    </a:lnTo>
                    <a:lnTo>
                      <a:pt x="1892" y="614"/>
                    </a:lnTo>
                    <a:lnTo>
                      <a:pt x="1652" y="641"/>
                    </a:lnTo>
                    <a:lnTo>
                      <a:pt x="1352" y="667"/>
                    </a:lnTo>
                    <a:lnTo>
                      <a:pt x="1051" y="687"/>
                    </a:lnTo>
                    <a:lnTo>
                      <a:pt x="721" y="707"/>
                    </a:lnTo>
                    <a:lnTo>
                      <a:pt x="361" y="720"/>
                    </a:lnTo>
                    <a:lnTo>
                      <a:pt x="0" y="727"/>
                    </a:lnTo>
                    <a:lnTo>
                      <a:pt x="7299" y="727"/>
                    </a:lnTo>
                    <a:lnTo>
                      <a:pt x="7299" y="7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84"/>
              <p:cNvSpPr/>
              <p:nvPr/>
            </p:nvSpPr>
            <p:spPr>
              <a:xfrm rot="10800000">
                <a:off x="4029840" y="3238390"/>
                <a:ext cx="98463" cy="56097"/>
              </a:xfrm>
              <a:custGeom>
                <a:avLst/>
                <a:gdLst/>
                <a:ahLst/>
                <a:cxnLst/>
                <a:rect l="l" t="t" r="r" b="b"/>
                <a:pathLst>
                  <a:path w="7359" h="933" extrusionOk="0">
                    <a:moveTo>
                      <a:pt x="30" y="1"/>
                    </a:moveTo>
                    <a:lnTo>
                      <a:pt x="0" y="126"/>
                    </a:lnTo>
                    <a:lnTo>
                      <a:pt x="30" y="258"/>
                    </a:lnTo>
                    <a:lnTo>
                      <a:pt x="90" y="331"/>
                    </a:lnTo>
                    <a:lnTo>
                      <a:pt x="180" y="404"/>
                    </a:lnTo>
                    <a:lnTo>
                      <a:pt x="300" y="463"/>
                    </a:lnTo>
                    <a:lnTo>
                      <a:pt x="421" y="523"/>
                    </a:lnTo>
                    <a:lnTo>
                      <a:pt x="601" y="575"/>
                    </a:lnTo>
                    <a:lnTo>
                      <a:pt x="781" y="622"/>
                    </a:lnTo>
                    <a:lnTo>
                      <a:pt x="961" y="661"/>
                    </a:lnTo>
                    <a:lnTo>
                      <a:pt x="1201" y="701"/>
                    </a:lnTo>
                    <a:lnTo>
                      <a:pt x="1442" y="741"/>
                    </a:lnTo>
                    <a:lnTo>
                      <a:pt x="1682" y="774"/>
                    </a:lnTo>
                    <a:lnTo>
                      <a:pt x="2193" y="826"/>
                    </a:lnTo>
                    <a:lnTo>
                      <a:pt x="2763" y="879"/>
                    </a:lnTo>
                    <a:lnTo>
                      <a:pt x="3364" y="919"/>
                    </a:lnTo>
                    <a:lnTo>
                      <a:pt x="3664" y="932"/>
                    </a:lnTo>
                    <a:lnTo>
                      <a:pt x="4235" y="932"/>
                    </a:lnTo>
                    <a:lnTo>
                      <a:pt x="4475" y="925"/>
                    </a:lnTo>
                    <a:lnTo>
                      <a:pt x="4746" y="912"/>
                    </a:lnTo>
                    <a:lnTo>
                      <a:pt x="4986" y="892"/>
                    </a:lnTo>
                    <a:lnTo>
                      <a:pt x="5196" y="866"/>
                    </a:lnTo>
                    <a:lnTo>
                      <a:pt x="5436" y="840"/>
                    </a:lnTo>
                    <a:lnTo>
                      <a:pt x="5857" y="780"/>
                    </a:lnTo>
                    <a:lnTo>
                      <a:pt x="6247" y="707"/>
                    </a:lnTo>
                    <a:lnTo>
                      <a:pt x="6608" y="628"/>
                    </a:lnTo>
                    <a:lnTo>
                      <a:pt x="6908" y="542"/>
                    </a:lnTo>
                    <a:lnTo>
                      <a:pt x="7148" y="463"/>
                    </a:lnTo>
                    <a:lnTo>
                      <a:pt x="7269" y="410"/>
                    </a:lnTo>
                    <a:lnTo>
                      <a:pt x="7359" y="364"/>
                    </a:lnTo>
                    <a:lnTo>
                      <a:pt x="7359" y="1"/>
                    </a:lnTo>
                    <a:close/>
                  </a:path>
                </a:pathLst>
              </a:custGeom>
              <a:solidFill>
                <a:srgbClr val="711B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84"/>
              <p:cNvSpPr/>
              <p:nvPr/>
            </p:nvSpPr>
            <p:spPr>
              <a:xfrm rot="10800000">
                <a:off x="4029840" y="3238390"/>
                <a:ext cx="98463" cy="56097"/>
              </a:xfrm>
              <a:custGeom>
                <a:avLst/>
                <a:gdLst/>
                <a:ahLst/>
                <a:cxnLst/>
                <a:rect l="l" t="t" r="r" b="b"/>
                <a:pathLst>
                  <a:path w="7359" h="933" fill="none" extrusionOk="0">
                    <a:moveTo>
                      <a:pt x="3995" y="932"/>
                    </a:moveTo>
                    <a:lnTo>
                      <a:pt x="3995" y="932"/>
                    </a:lnTo>
                    <a:lnTo>
                      <a:pt x="4235" y="932"/>
                    </a:lnTo>
                    <a:lnTo>
                      <a:pt x="4475" y="925"/>
                    </a:lnTo>
                    <a:lnTo>
                      <a:pt x="4746" y="912"/>
                    </a:lnTo>
                    <a:lnTo>
                      <a:pt x="4986" y="892"/>
                    </a:lnTo>
                    <a:lnTo>
                      <a:pt x="5196" y="866"/>
                    </a:lnTo>
                    <a:lnTo>
                      <a:pt x="5436" y="840"/>
                    </a:lnTo>
                    <a:lnTo>
                      <a:pt x="5857" y="780"/>
                    </a:lnTo>
                    <a:lnTo>
                      <a:pt x="6247" y="707"/>
                    </a:lnTo>
                    <a:lnTo>
                      <a:pt x="6608" y="628"/>
                    </a:lnTo>
                    <a:lnTo>
                      <a:pt x="6908" y="542"/>
                    </a:lnTo>
                    <a:lnTo>
                      <a:pt x="7148" y="463"/>
                    </a:lnTo>
                    <a:lnTo>
                      <a:pt x="7148" y="463"/>
                    </a:lnTo>
                    <a:lnTo>
                      <a:pt x="7269" y="410"/>
                    </a:lnTo>
                    <a:lnTo>
                      <a:pt x="7359" y="364"/>
                    </a:lnTo>
                    <a:lnTo>
                      <a:pt x="7359" y="1"/>
                    </a:lnTo>
                    <a:lnTo>
                      <a:pt x="7359" y="1"/>
                    </a:lnTo>
                    <a:lnTo>
                      <a:pt x="7329" y="1"/>
                    </a:lnTo>
                    <a:lnTo>
                      <a:pt x="7329" y="1"/>
                    </a:lnTo>
                    <a:lnTo>
                      <a:pt x="7329" y="1"/>
                    </a:lnTo>
                    <a:lnTo>
                      <a:pt x="7329" y="1"/>
                    </a:lnTo>
                    <a:lnTo>
                      <a:pt x="30" y="1"/>
                    </a:lnTo>
                    <a:lnTo>
                      <a:pt x="30" y="1"/>
                    </a:lnTo>
                    <a:lnTo>
                      <a:pt x="30" y="1"/>
                    </a:lnTo>
                    <a:lnTo>
                      <a:pt x="30" y="1"/>
                    </a:lnTo>
                    <a:lnTo>
                      <a:pt x="0" y="126"/>
                    </a:lnTo>
                    <a:lnTo>
                      <a:pt x="30" y="258"/>
                    </a:lnTo>
                    <a:lnTo>
                      <a:pt x="30" y="258"/>
                    </a:lnTo>
                    <a:lnTo>
                      <a:pt x="90" y="331"/>
                    </a:lnTo>
                    <a:lnTo>
                      <a:pt x="180" y="404"/>
                    </a:lnTo>
                    <a:lnTo>
                      <a:pt x="300" y="463"/>
                    </a:lnTo>
                    <a:lnTo>
                      <a:pt x="421" y="523"/>
                    </a:lnTo>
                    <a:lnTo>
                      <a:pt x="601" y="575"/>
                    </a:lnTo>
                    <a:lnTo>
                      <a:pt x="781" y="622"/>
                    </a:lnTo>
                    <a:lnTo>
                      <a:pt x="961" y="661"/>
                    </a:lnTo>
                    <a:lnTo>
                      <a:pt x="1201" y="701"/>
                    </a:lnTo>
                    <a:lnTo>
                      <a:pt x="1442" y="741"/>
                    </a:lnTo>
                    <a:lnTo>
                      <a:pt x="1682" y="774"/>
                    </a:lnTo>
                    <a:lnTo>
                      <a:pt x="2193" y="826"/>
                    </a:lnTo>
                    <a:lnTo>
                      <a:pt x="2763" y="879"/>
                    </a:lnTo>
                    <a:lnTo>
                      <a:pt x="3364" y="919"/>
                    </a:lnTo>
                    <a:lnTo>
                      <a:pt x="3364" y="919"/>
                    </a:lnTo>
                    <a:lnTo>
                      <a:pt x="3664" y="932"/>
                    </a:lnTo>
                    <a:lnTo>
                      <a:pt x="3995" y="93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84"/>
              <p:cNvSpPr/>
              <p:nvPr/>
            </p:nvSpPr>
            <p:spPr>
              <a:xfrm rot="10800000">
                <a:off x="3927767" y="3193957"/>
                <a:ext cx="102089" cy="404341"/>
              </a:xfrm>
              <a:custGeom>
                <a:avLst/>
                <a:gdLst/>
                <a:ahLst/>
                <a:cxnLst/>
                <a:rect l="l" t="t" r="r" b="b"/>
                <a:pathLst>
                  <a:path w="7630" h="6725" extrusionOk="0">
                    <a:moveTo>
                      <a:pt x="3545" y="1"/>
                    </a:moveTo>
                    <a:lnTo>
                      <a:pt x="3154" y="7"/>
                    </a:lnTo>
                    <a:lnTo>
                      <a:pt x="2764" y="20"/>
                    </a:lnTo>
                    <a:lnTo>
                      <a:pt x="2403" y="40"/>
                    </a:lnTo>
                    <a:lnTo>
                      <a:pt x="2043" y="73"/>
                    </a:lnTo>
                    <a:lnTo>
                      <a:pt x="1713" y="106"/>
                    </a:lnTo>
                    <a:lnTo>
                      <a:pt x="1412" y="153"/>
                    </a:lnTo>
                    <a:lnTo>
                      <a:pt x="1112" y="205"/>
                    </a:lnTo>
                    <a:lnTo>
                      <a:pt x="842" y="265"/>
                    </a:lnTo>
                    <a:lnTo>
                      <a:pt x="661" y="318"/>
                    </a:lnTo>
                    <a:lnTo>
                      <a:pt x="511" y="384"/>
                    </a:lnTo>
                    <a:lnTo>
                      <a:pt x="361" y="456"/>
                    </a:lnTo>
                    <a:lnTo>
                      <a:pt x="241" y="542"/>
                    </a:lnTo>
                    <a:lnTo>
                      <a:pt x="151" y="635"/>
                    </a:lnTo>
                    <a:lnTo>
                      <a:pt x="61" y="727"/>
                    </a:lnTo>
                    <a:lnTo>
                      <a:pt x="31" y="826"/>
                    </a:lnTo>
                    <a:lnTo>
                      <a:pt x="1" y="932"/>
                    </a:lnTo>
                    <a:lnTo>
                      <a:pt x="1" y="1751"/>
                    </a:lnTo>
                    <a:lnTo>
                      <a:pt x="451" y="1758"/>
                    </a:lnTo>
                    <a:lnTo>
                      <a:pt x="902" y="1771"/>
                    </a:lnTo>
                    <a:lnTo>
                      <a:pt x="1322" y="1797"/>
                    </a:lnTo>
                    <a:lnTo>
                      <a:pt x="1713" y="1824"/>
                    </a:lnTo>
                    <a:lnTo>
                      <a:pt x="2073" y="1857"/>
                    </a:lnTo>
                    <a:lnTo>
                      <a:pt x="2403" y="1896"/>
                    </a:lnTo>
                    <a:lnTo>
                      <a:pt x="2704" y="1943"/>
                    </a:lnTo>
                    <a:lnTo>
                      <a:pt x="2914" y="1989"/>
                    </a:lnTo>
                    <a:lnTo>
                      <a:pt x="3184" y="2055"/>
                    </a:lnTo>
                    <a:lnTo>
                      <a:pt x="3395" y="2128"/>
                    </a:lnTo>
                    <a:lnTo>
                      <a:pt x="3545" y="2200"/>
                    </a:lnTo>
                    <a:lnTo>
                      <a:pt x="3665" y="2279"/>
                    </a:lnTo>
                    <a:lnTo>
                      <a:pt x="3755" y="2359"/>
                    </a:lnTo>
                    <a:lnTo>
                      <a:pt x="3815" y="2438"/>
                    </a:lnTo>
                    <a:lnTo>
                      <a:pt x="3815" y="2517"/>
                    </a:lnTo>
                    <a:lnTo>
                      <a:pt x="3785" y="2597"/>
                    </a:lnTo>
                    <a:lnTo>
                      <a:pt x="3755" y="2682"/>
                    </a:lnTo>
                    <a:lnTo>
                      <a:pt x="3665" y="2762"/>
                    </a:lnTo>
                    <a:lnTo>
                      <a:pt x="3545" y="2841"/>
                    </a:lnTo>
                    <a:lnTo>
                      <a:pt x="3425" y="2914"/>
                    </a:lnTo>
                    <a:lnTo>
                      <a:pt x="3244" y="2986"/>
                    </a:lnTo>
                    <a:lnTo>
                      <a:pt x="3064" y="3059"/>
                    </a:lnTo>
                    <a:lnTo>
                      <a:pt x="2854" y="3125"/>
                    </a:lnTo>
                    <a:lnTo>
                      <a:pt x="2644" y="3184"/>
                    </a:lnTo>
                    <a:lnTo>
                      <a:pt x="2433" y="3237"/>
                    </a:lnTo>
                    <a:lnTo>
                      <a:pt x="2163" y="3277"/>
                    </a:lnTo>
                    <a:lnTo>
                      <a:pt x="1893" y="3317"/>
                    </a:lnTo>
                    <a:lnTo>
                      <a:pt x="1592" y="3343"/>
                    </a:lnTo>
                    <a:lnTo>
                      <a:pt x="1262" y="3369"/>
                    </a:lnTo>
                    <a:lnTo>
                      <a:pt x="932" y="3389"/>
                    </a:lnTo>
                    <a:lnTo>
                      <a:pt x="571" y="3396"/>
                    </a:lnTo>
                    <a:lnTo>
                      <a:pt x="211" y="3402"/>
                    </a:lnTo>
                    <a:lnTo>
                      <a:pt x="1" y="3396"/>
                    </a:lnTo>
                    <a:lnTo>
                      <a:pt x="1" y="5034"/>
                    </a:lnTo>
                    <a:lnTo>
                      <a:pt x="31" y="5054"/>
                    </a:lnTo>
                    <a:lnTo>
                      <a:pt x="511" y="5060"/>
                    </a:lnTo>
                    <a:lnTo>
                      <a:pt x="992" y="5080"/>
                    </a:lnTo>
                    <a:lnTo>
                      <a:pt x="1412" y="5107"/>
                    </a:lnTo>
                    <a:lnTo>
                      <a:pt x="1803" y="5140"/>
                    </a:lnTo>
                    <a:lnTo>
                      <a:pt x="2163" y="5186"/>
                    </a:lnTo>
                    <a:lnTo>
                      <a:pt x="2463" y="5239"/>
                    </a:lnTo>
                    <a:lnTo>
                      <a:pt x="2764" y="5291"/>
                    </a:lnTo>
                    <a:lnTo>
                      <a:pt x="3004" y="5351"/>
                    </a:lnTo>
                    <a:lnTo>
                      <a:pt x="3214" y="5417"/>
                    </a:lnTo>
                    <a:lnTo>
                      <a:pt x="3395" y="5483"/>
                    </a:lnTo>
                    <a:lnTo>
                      <a:pt x="3545" y="5549"/>
                    </a:lnTo>
                    <a:lnTo>
                      <a:pt x="3665" y="5615"/>
                    </a:lnTo>
                    <a:lnTo>
                      <a:pt x="3755" y="5681"/>
                    </a:lnTo>
                    <a:lnTo>
                      <a:pt x="3845" y="5741"/>
                    </a:lnTo>
                    <a:lnTo>
                      <a:pt x="3875" y="5800"/>
                    </a:lnTo>
                    <a:lnTo>
                      <a:pt x="3905" y="5860"/>
                    </a:lnTo>
                    <a:lnTo>
                      <a:pt x="3875" y="5945"/>
                    </a:lnTo>
                    <a:lnTo>
                      <a:pt x="3845" y="6038"/>
                    </a:lnTo>
                    <a:lnTo>
                      <a:pt x="3755" y="6144"/>
                    </a:lnTo>
                    <a:lnTo>
                      <a:pt x="3605" y="6249"/>
                    </a:lnTo>
                    <a:lnTo>
                      <a:pt x="3515" y="6302"/>
                    </a:lnTo>
                    <a:lnTo>
                      <a:pt x="3364" y="6355"/>
                    </a:lnTo>
                    <a:lnTo>
                      <a:pt x="3244" y="6401"/>
                    </a:lnTo>
                    <a:lnTo>
                      <a:pt x="3064" y="6454"/>
                    </a:lnTo>
                    <a:lnTo>
                      <a:pt x="2854" y="6500"/>
                    </a:lnTo>
                    <a:lnTo>
                      <a:pt x="2644" y="6547"/>
                    </a:lnTo>
                    <a:lnTo>
                      <a:pt x="2373" y="6586"/>
                    </a:lnTo>
                    <a:lnTo>
                      <a:pt x="2103" y="6619"/>
                    </a:lnTo>
                    <a:lnTo>
                      <a:pt x="2584" y="6665"/>
                    </a:lnTo>
                    <a:lnTo>
                      <a:pt x="3094" y="6698"/>
                    </a:lnTo>
                    <a:lnTo>
                      <a:pt x="3605" y="6718"/>
                    </a:lnTo>
                    <a:lnTo>
                      <a:pt x="4145" y="6725"/>
                    </a:lnTo>
                    <a:lnTo>
                      <a:pt x="4476" y="6718"/>
                    </a:lnTo>
                    <a:lnTo>
                      <a:pt x="4776" y="6712"/>
                    </a:lnTo>
                    <a:lnTo>
                      <a:pt x="5107" y="6698"/>
                    </a:lnTo>
                    <a:lnTo>
                      <a:pt x="5407" y="6679"/>
                    </a:lnTo>
                    <a:lnTo>
                      <a:pt x="5707" y="6652"/>
                    </a:lnTo>
                    <a:lnTo>
                      <a:pt x="5978" y="6619"/>
                    </a:lnTo>
                    <a:lnTo>
                      <a:pt x="6248" y="6580"/>
                    </a:lnTo>
                    <a:lnTo>
                      <a:pt x="6518" y="6527"/>
                    </a:lnTo>
                    <a:lnTo>
                      <a:pt x="6758" y="6474"/>
                    </a:lnTo>
                    <a:lnTo>
                      <a:pt x="6969" y="6401"/>
                    </a:lnTo>
                    <a:lnTo>
                      <a:pt x="7149" y="6322"/>
                    </a:lnTo>
                    <a:lnTo>
                      <a:pt x="7329" y="6236"/>
                    </a:lnTo>
                    <a:lnTo>
                      <a:pt x="7449" y="6137"/>
                    </a:lnTo>
                    <a:lnTo>
                      <a:pt x="7539" y="6031"/>
                    </a:lnTo>
                    <a:lnTo>
                      <a:pt x="7599" y="5926"/>
                    </a:lnTo>
                    <a:lnTo>
                      <a:pt x="7599" y="5820"/>
                    </a:lnTo>
                    <a:lnTo>
                      <a:pt x="7479" y="5820"/>
                    </a:lnTo>
                    <a:lnTo>
                      <a:pt x="7149" y="5813"/>
                    </a:lnTo>
                    <a:lnTo>
                      <a:pt x="6788" y="5800"/>
                    </a:lnTo>
                    <a:lnTo>
                      <a:pt x="6458" y="5787"/>
                    </a:lnTo>
                    <a:lnTo>
                      <a:pt x="6128" y="5760"/>
                    </a:lnTo>
                    <a:lnTo>
                      <a:pt x="5827" y="5727"/>
                    </a:lnTo>
                    <a:lnTo>
                      <a:pt x="5527" y="5694"/>
                    </a:lnTo>
                    <a:lnTo>
                      <a:pt x="5257" y="5648"/>
                    </a:lnTo>
                    <a:lnTo>
                      <a:pt x="4986" y="5602"/>
                    </a:lnTo>
                    <a:lnTo>
                      <a:pt x="4746" y="5549"/>
                    </a:lnTo>
                    <a:lnTo>
                      <a:pt x="4506" y="5496"/>
                    </a:lnTo>
                    <a:lnTo>
                      <a:pt x="4296" y="5430"/>
                    </a:lnTo>
                    <a:lnTo>
                      <a:pt x="4145" y="5371"/>
                    </a:lnTo>
                    <a:lnTo>
                      <a:pt x="3995" y="5305"/>
                    </a:lnTo>
                    <a:lnTo>
                      <a:pt x="3875" y="5232"/>
                    </a:lnTo>
                    <a:lnTo>
                      <a:pt x="3785" y="5166"/>
                    </a:lnTo>
                    <a:lnTo>
                      <a:pt x="3755" y="5093"/>
                    </a:lnTo>
                    <a:lnTo>
                      <a:pt x="3395" y="5087"/>
                    </a:lnTo>
                    <a:lnTo>
                      <a:pt x="3034" y="5074"/>
                    </a:lnTo>
                    <a:lnTo>
                      <a:pt x="2674" y="5054"/>
                    </a:lnTo>
                    <a:lnTo>
                      <a:pt x="2343" y="5034"/>
                    </a:lnTo>
                    <a:lnTo>
                      <a:pt x="2013" y="5001"/>
                    </a:lnTo>
                    <a:lnTo>
                      <a:pt x="1743" y="4968"/>
                    </a:lnTo>
                    <a:lnTo>
                      <a:pt x="1472" y="4928"/>
                    </a:lnTo>
                    <a:lnTo>
                      <a:pt x="1262" y="4875"/>
                    </a:lnTo>
                    <a:lnTo>
                      <a:pt x="1022" y="4816"/>
                    </a:lnTo>
                    <a:lnTo>
                      <a:pt x="812" y="4750"/>
                    </a:lnTo>
                    <a:lnTo>
                      <a:pt x="631" y="4677"/>
                    </a:lnTo>
                    <a:lnTo>
                      <a:pt x="481" y="4605"/>
                    </a:lnTo>
                    <a:lnTo>
                      <a:pt x="331" y="4525"/>
                    </a:lnTo>
                    <a:lnTo>
                      <a:pt x="241" y="4446"/>
                    </a:lnTo>
                    <a:lnTo>
                      <a:pt x="151" y="4367"/>
                    </a:lnTo>
                    <a:lnTo>
                      <a:pt x="91" y="4281"/>
                    </a:lnTo>
                    <a:lnTo>
                      <a:pt x="61" y="4202"/>
                    </a:lnTo>
                    <a:lnTo>
                      <a:pt x="91" y="4116"/>
                    </a:lnTo>
                    <a:lnTo>
                      <a:pt x="121" y="4036"/>
                    </a:lnTo>
                    <a:lnTo>
                      <a:pt x="211" y="3957"/>
                    </a:lnTo>
                    <a:lnTo>
                      <a:pt x="331" y="3878"/>
                    </a:lnTo>
                    <a:lnTo>
                      <a:pt x="511" y="3805"/>
                    </a:lnTo>
                    <a:lnTo>
                      <a:pt x="721" y="3733"/>
                    </a:lnTo>
                    <a:lnTo>
                      <a:pt x="962" y="3667"/>
                    </a:lnTo>
                    <a:lnTo>
                      <a:pt x="1202" y="3620"/>
                    </a:lnTo>
                    <a:lnTo>
                      <a:pt x="1502" y="3574"/>
                    </a:lnTo>
                    <a:lnTo>
                      <a:pt x="1863" y="3528"/>
                    </a:lnTo>
                    <a:lnTo>
                      <a:pt x="2253" y="3495"/>
                    </a:lnTo>
                    <a:lnTo>
                      <a:pt x="2674" y="3462"/>
                    </a:lnTo>
                    <a:lnTo>
                      <a:pt x="3124" y="3442"/>
                    </a:lnTo>
                    <a:lnTo>
                      <a:pt x="3605" y="3422"/>
                    </a:lnTo>
                    <a:lnTo>
                      <a:pt x="7569" y="3422"/>
                    </a:lnTo>
                    <a:lnTo>
                      <a:pt x="7569" y="3356"/>
                    </a:lnTo>
                    <a:lnTo>
                      <a:pt x="7599" y="3290"/>
                    </a:lnTo>
                    <a:lnTo>
                      <a:pt x="7599" y="906"/>
                    </a:lnTo>
                    <a:lnTo>
                      <a:pt x="7629" y="793"/>
                    </a:lnTo>
                    <a:lnTo>
                      <a:pt x="7599" y="688"/>
                    </a:lnTo>
                    <a:lnTo>
                      <a:pt x="7509" y="582"/>
                    </a:lnTo>
                    <a:lnTo>
                      <a:pt x="7359" y="483"/>
                    </a:lnTo>
                    <a:lnTo>
                      <a:pt x="7149" y="384"/>
                    </a:lnTo>
                    <a:lnTo>
                      <a:pt x="7029" y="344"/>
                    </a:lnTo>
                    <a:lnTo>
                      <a:pt x="6879" y="304"/>
                    </a:lnTo>
                    <a:lnTo>
                      <a:pt x="6728" y="265"/>
                    </a:lnTo>
                    <a:lnTo>
                      <a:pt x="6548" y="232"/>
                    </a:lnTo>
                    <a:lnTo>
                      <a:pt x="6368" y="199"/>
                    </a:lnTo>
                    <a:lnTo>
                      <a:pt x="6158" y="172"/>
                    </a:lnTo>
                    <a:lnTo>
                      <a:pt x="5827" y="133"/>
                    </a:lnTo>
                    <a:lnTo>
                      <a:pt x="5467" y="93"/>
                    </a:lnTo>
                    <a:lnTo>
                      <a:pt x="5137" y="67"/>
                    </a:lnTo>
                    <a:lnTo>
                      <a:pt x="4806" y="47"/>
                    </a:lnTo>
                    <a:lnTo>
                      <a:pt x="4476" y="27"/>
                    </a:lnTo>
                    <a:lnTo>
                      <a:pt x="4145" y="14"/>
                    </a:lnTo>
                    <a:lnTo>
                      <a:pt x="3845" y="7"/>
                    </a:lnTo>
                    <a:lnTo>
                      <a:pt x="3545" y="1"/>
                    </a:lnTo>
                    <a:close/>
                  </a:path>
                </a:pathLst>
              </a:custGeom>
              <a:solidFill>
                <a:srgbClr val="FF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84"/>
              <p:cNvSpPr/>
              <p:nvPr/>
            </p:nvSpPr>
            <p:spPr>
              <a:xfrm rot="10800000">
                <a:off x="3927767" y="3193957"/>
                <a:ext cx="102089" cy="404341"/>
              </a:xfrm>
              <a:custGeom>
                <a:avLst/>
                <a:gdLst/>
                <a:ahLst/>
                <a:cxnLst/>
                <a:rect l="l" t="t" r="r" b="b"/>
                <a:pathLst>
                  <a:path w="7630" h="6725" fill="none" extrusionOk="0">
                    <a:moveTo>
                      <a:pt x="4145" y="6725"/>
                    </a:moveTo>
                    <a:lnTo>
                      <a:pt x="4145" y="6725"/>
                    </a:lnTo>
                    <a:lnTo>
                      <a:pt x="4476" y="6718"/>
                    </a:lnTo>
                    <a:lnTo>
                      <a:pt x="4776" y="6712"/>
                    </a:lnTo>
                    <a:lnTo>
                      <a:pt x="5107" y="6698"/>
                    </a:lnTo>
                    <a:lnTo>
                      <a:pt x="5407" y="6679"/>
                    </a:lnTo>
                    <a:lnTo>
                      <a:pt x="5707" y="6652"/>
                    </a:lnTo>
                    <a:lnTo>
                      <a:pt x="5978" y="6619"/>
                    </a:lnTo>
                    <a:lnTo>
                      <a:pt x="6248" y="6580"/>
                    </a:lnTo>
                    <a:lnTo>
                      <a:pt x="6518" y="6527"/>
                    </a:lnTo>
                    <a:lnTo>
                      <a:pt x="6518" y="6527"/>
                    </a:lnTo>
                    <a:lnTo>
                      <a:pt x="6758" y="6474"/>
                    </a:lnTo>
                    <a:lnTo>
                      <a:pt x="6969" y="6401"/>
                    </a:lnTo>
                    <a:lnTo>
                      <a:pt x="7149" y="6322"/>
                    </a:lnTo>
                    <a:lnTo>
                      <a:pt x="7329" y="6236"/>
                    </a:lnTo>
                    <a:lnTo>
                      <a:pt x="7449" y="6137"/>
                    </a:lnTo>
                    <a:lnTo>
                      <a:pt x="7539" y="6031"/>
                    </a:lnTo>
                    <a:lnTo>
                      <a:pt x="7599" y="5926"/>
                    </a:lnTo>
                    <a:lnTo>
                      <a:pt x="7599" y="5820"/>
                    </a:lnTo>
                    <a:lnTo>
                      <a:pt x="7599" y="5820"/>
                    </a:lnTo>
                    <a:lnTo>
                      <a:pt x="7479" y="5820"/>
                    </a:lnTo>
                    <a:lnTo>
                      <a:pt x="7479" y="5820"/>
                    </a:lnTo>
                    <a:lnTo>
                      <a:pt x="7149" y="5813"/>
                    </a:lnTo>
                    <a:lnTo>
                      <a:pt x="6788" y="5800"/>
                    </a:lnTo>
                    <a:lnTo>
                      <a:pt x="6458" y="5787"/>
                    </a:lnTo>
                    <a:lnTo>
                      <a:pt x="6128" y="5760"/>
                    </a:lnTo>
                    <a:lnTo>
                      <a:pt x="5827" y="5727"/>
                    </a:lnTo>
                    <a:lnTo>
                      <a:pt x="5527" y="5694"/>
                    </a:lnTo>
                    <a:lnTo>
                      <a:pt x="5257" y="5648"/>
                    </a:lnTo>
                    <a:lnTo>
                      <a:pt x="4986" y="5602"/>
                    </a:lnTo>
                    <a:lnTo>
                      <a:pt x="4746" y="5549"/>
                    </a:lnTo>
                    <a:lnTo>
                      <a:pt x="4506" y="5496"/>
                    </a:lnTo>
                    <a:lnTo>
                      <a:pt x="4296" y="5430"/>
                    </a:lnTo>
                    <a:lnTo>
                      <a:pt x="4145" y="5371"/>
                    </a:lnTo>
                    <a:lnTo>
                      <a:pt x="3995" y="5305"/>
                    </a:lnTo>
                    <a:lnTo>
                      <a:pt x="3875" y="5232"/>
                    </a:lnTo>
                    <a:lnTo>
                      <a:pt x="3785" y="5166"/>
                    </a:lnTo>
                    <a:lnTo>
                      <a:pt x="3755" y="5093"/>
                    </a:lnTo>
                    <a:lnTo>
                      <a:pt x="3755" y="5093"/>
                    </a:lnTo>
                    <a:lnTo>
                      <a:pt x="3395" y="5087"/>
                    </a:lnTo>
                    <a:lnTo>
                      <a:pt x="3034" y="5074"/>
                    </a:lnTo>
                    <a:lnTo>
                      <a:pt x="2674" y="5054"/>
                    </a:lnTo>
                    <a:lnTo>
                      <a:pt x="2343" y="5034"/>
                    </a:lnTo>
                    <a:lnTo>
                      <a:pt x="2013" y="5001"/>
                    </a:lnTo>
                    <a:lnTo>
                      <a:pt x="1743" y="4968"/>
                    </a:lnTo>
                    <a:lnTo>
                      <a:pt x="1472" y="4928"/>
                    </a:lnTo>
                    <a:lnTo>
                      <a:pt x="1262" y="4875"/>
                    </a:lnTo>
                    <a:lnTo>
                      <a:pt x="1262" y="4875"/>
                    </a:lnTo>
                    <a:lnTo>
                      <a:pt x="1022" y="4816"/>
                    </a:lnTo>
                    <a:lnTo>
                      <a:pt x="812" y="4750"/>
                    </a:lnTo>
                    <a:lnTo>
                      <a:pt x="631" y="4677"/>
                    </a:lnTo>
                    <a:lnTo>
                      <a:pt x="481" y="4605"/>
                    </a:lnTo>
                    <a:lnTo>
                      <a:pt x="331" y="4525"/>
                    </a:lnTo>
                    <a:lnTo>
                      <a:pt x="241" y="4446"/>
                    </a:lnTo>
                    <a:lnTo>
                      <a:pt x="151" y="4367"/>
                    </a:lnTo>
                    <a:lnTo>
                      <a:pt x="91" y="4281"/>
                    </a:lnTo>
                    <a:lnTo>
                      <a:pt x="61" y="4202"/>
                    </a:lnTo>
                    <a:lnTo>
                      <a:pt x="91" y="4116"/>
                    </a:lnTo>
                    <a:lnTo>
                      <a:pt x="121" y="4036"/>
                    </a:lnTo>
                    <a:lnTo>
                      <a:pt x="211" y="3957"/>
                    </a:lnTo>
                    <a:lnTo>
                      <a:pt x="331" y="3878"/>
                    </a:lnTo>
                    <a:lnTo>
                      <a:pt x="511" y="3805"/>
                    </a:lnTo>
                    <a:lnTo>
                      <a:pt x="721" y="3733"/>
                    </a:lnTo>
                    <a:lnTo>
                      <a:pt x="962" y="3667"/>
                    </a:lnTo>
                    <a:lnTo>
                      <a:pt x="962" y="3667"/>
                    </a:lnTo>
                    <a:lnTo>
                      <a:pt x="1202" y="3620"/>
                    </a:lnTo>
                    <a:lnTo>
                      <a:pt x="1502" y="3574"/>
                    </a:lnTo>
                    <a:lnTo>
                      <a:pt x="1863" y="3528"/>
                    </a:lnTo>
                    <a:lnTo>
                      <a:pt x="2253" y="3495"/>
                    </a:lnTo>
                    <a:lnTo>
                      <a:pt x="2674" y="3462"/>
                    </a:lnTo>
                    <a:lnTo>
                      <a:pt x="3124" y="3442"/>
                    </a:lnTo>
                    <a:lnTo>
                      <a:pt x="3605" y="3422"/>
                    </a:lnTo>
                    <a:lnTo>
                      <a:pt x="4085" y="3422"/>
                    </a:lnTo>
                    <a:lnTo>
                      <a:pt x="4085" y="3422"/>
                    </a:lnTo>
                    <a:lnTo>
                      <a:pt x="4506" y="3422"/>
                    </a:lnTo>
                    <a:lnTo>
                      <a:pt x="7569" y="3422"/>
                    </a:lnTo>
                    <a:lnTo>
                      <a:pt x="7569" y="3422"/>
                    </a:lnTo>
                    <a:lnTo>
                      <a:pt x="7569" y="3356"/>
                    </a:lnTo>
                    <a:lnTo>
                      <a:pt x="7599" y="3290"/>
                    </a:lnTo>
                    <a:lnTo>
                      <a:pt x="7599" y="906"/>
                    </a:lnTo>
                    <a:lnTo>
                      <a:pt x="7599" y="906"/>
                    </a:lnTo>
                    <a:lnTo>
                      <a:pt x="7629" y="793"/>
                    </a:lnTo>
                    <a:lnTo>
                      <a:pt x="7599" y="688"/>
                    </a:lnTo>
                    <a:lnTo>
                      <a:pt x="7509" y="582"/>
                    </a:lnTo>
                    <a:lnTo>
                      <a:pt x="7359" y="483"/>
                    </a:lnTo>
                    <a:lnTo>
                      <a:pt x="7149" y="384"/>
                    </a:lnTo>
                    <a:lnTo>
                      <a:pt x="7029" y="344"/>
                    </a:lnTo>
                    <a:lnTo>
                      <a:pt x="6879" y="304"/>
                    </a:lnTo>
                    <a:lnTo>
                      <a:pt x="6728" y="265"/>
                    </a:lnTo>
                    <a:lnTo>
                      <a:pt x="6548" y="232"/>
                    </a:lnTo>
                    <a:lnTo>
                      <a:pt x="6368" y="199"/>
                    </a:lnTo>
                    <a:lnTo>
                      <a:pt x="6158" y="172"/>
                    </a:lnTo>
                    <a:lnTo>
                      <a:pt x="6158" y="172"/>
                    </a:lnTo>
                    <a:lnTo>
                      <a:pt x="5827" y="133"/>
                    </a:lnTo>
                    <a:lnTo>
                      <a:pt x="5467" y="93"/>
                    </a:lnTo>
                    <a:lnTo>
                      <a:pt x="5137" y="67"/>
                    </a:lnTo>
                    <a:lnTo>
                      <a:pt x="4806" y="47"/>
                    </a:lnTo>
                    <a:lnTo>
                      <a:pt x="4476" y="27"/>
                    </a:lnTo>
                    <a:lnTo>
                      <a:pt x="4145" y="14"/>
                    </a:lnTo>
                    <a:lnTo>
                      <a:pt x="3845" y="7"/>
                    </a:lnTo>
                    <a:lnTo>
                      <a:pt x="3545" y="1"/>
                    </a:lnTo>
                    <a:lnTo>
                      <a:pt x="3545" y="1"/>
                    </a:lnTo>
                    <a:lnTo>
                      <a:pt x="3154" y="7"/>
                    </a:lnTo>
                    <a:lnTo>
                      <a:pt x="2764" y="20"/>
                    </a:lnTo>
                    <a:lnTo>
                      <a:pt x="2403" y="40"/>
                    </a:lnTo>
                    <a:lnTo>
                      <a:pt x="2043" y="73"/>
                    </a:lnTo>
                    <a:lnTo>
                      <a:pt x="1713" y="106"/>
                    </a:lnTo>
                    <a:lnTo>
                      <a:pt x="1412" y="153"/>
                    </a:lnTo>
                    <a:lnTo>
                      <a:pt x="1112" y="205"/>
                    </a:lnTo>
                    <a:lnTo>
                      <a:pt x="842" y="265"/>
                    </a:lnTo>
                    <a:lnTo>
                      <a:pt x="842" y="265"/>
                    </a:lnTo>
                    <a:lnTo>
                      <a:pt x="661" y="318"/>
                    </a:lnTo>
                    <a:lnTo>
                      <a:pt x="511" y="384"/>
                    </a:lnTo>
                    <a:lnTo>
                      <a:pt x="361" y="456"/>
                    </a:lnTo>
                    <a:lnTo>
                      <a:pt x="241" y="542"/>
                    </a:lnTo>
                    <a:lnTo>
                      <a:pt x="151" y="635"/>
                    </a:lnTo>
                    <a:lnTo>
                      <a:pt x="61" y="727"/>
                    </a:lnTo>
                    <a:lnTo>
                      <a:pt x="31" y="826"/>
                    </a:lnTo>
                    <a:lnTo>
                      <a:pt x="1" y="932"/>
                    </a:lnTo>
                    <a:lnTo>
                      <a:pt x="1" y="1751"/>
                    </a:lnTo>
                    <a:lnTo>
                      <a:pt x="1" y="1751"/>
                    </a:lnTo>
                    <a:lnTo>
                      <a:pt x="451" y="1758"/>
                    </a:lnTo>
                    <a:lnTo>
                      <a:pt x="902" y="1771"/>
                    </a:lnTo>
                    <a:lnTo>
                      <a:pt x="1322" y="1797"/>
                    </a:lnTo>
                    <a:lnTo>
                      <a:pt x="1713" y="1824"/>
                    </a:lnTo>
                    <a:lnTo>
                      <a:pt x="2073" y="1857"/>
                    </a:lnTo>
                    <a:lnTo>
                      <a:pt x="2403" y="1896"/>
                    </a:lnTo>
                    <a:lnTo>
                      <a:pt x="2704" y="1943"/>
                    </a:lnTo>
                    <a:lnTo>
                      <a:pt x="2914" y="1989"/>
                    </a:lnTo>
                    <a:lnTo>
                      <a:pt x="2914" y="1989"/>
                    </a:lnTo>
                    <a:lnTo>
                      <a:pt x="3184" y="2055"/>
                    </a:lnTo>
                    <a:lnTo>
                      <a:pt x="3395" y="2128"/>
                    </a:lnTo>
                    <a:lnTo>
                      <a:pt x="3545" y="2200"/>
                    </a:lnTo>
                    <a:lnTo>
                      <a:pt x="3665" y="2279"/>
                    </a:lnTo>
                    <a:lnTo>
                      <a:pt x="3755" y="2359"/>
                    </a:lnTo>
                    <a:lnTo>
                      <a:pt x="3815" y="2438"/>
                    </a:lnTo>
                    <a:lnTo>
                      <a:pt x="3815" y="2517"/>
                    </a:lnTo>
                    <a:lnTo>
                      <a:pt x="3785" y="2597"/>
                    </a:lnTo>
                    <a:lnTo>
                      <a:pt x="3755" y="2682"/>
                    </a:lnTo>
                    <a:lnTo>
                      <a:pt x="3665" y="2762"/>
                    </a:lnTo>
                    <a:lnTo>
                      <a:pt x="3545" y="2841"/>
                    </a:lnTo>
                    <a:lnTo>
                      <a:pt x="3425" y="2914"/>
                    </a:lnTo>
                    <a:lnTo>
                      <a:pt x="3244" y="2986"/>
                    </a:lnTo>
                    <a:lnTo>
                      <a:pt x="3064" y="3059"/>
                    </a:lnTo>
                    <a:lnTo>
                      <a:pt x="2854" y="3125"/>
                    </a:lnTo>
                    <a:lnTo>
                      <a:pt x="2644" y="3184"/>
                    </a:lnTo>
                    <a:lnTo>
                      <a:pt x="2644" y="3184"/>
                    </a:lnTo>
                    <a:lnTo>
                      <a:pt x="2433" y="3237"/>
                    </a:lnTo>
                    <a:lnTo>
                      <a:pt x="2163" y="3277"/>
                    </a:lnTo>
                    <a:lnTo>
                      <a:pt x="1893" y="3317"/>
                    </a:lnTo>
                    <a:lnTo>
                      <a:pt x="1592" y="3343"/>
                    </a:lnTo>
                    <a:lnTo>
                      <a:pt x="1262" y="3369"/>
                    </a:lnTo>
                    <a:lnTo>
                      <a:pt x="932" y="3389"/>
                    </a:lnTo>
                    <a:lnTo>
                      <a:pt x="571" y="3396"/>
                    </a:lnTo>
                    <a:lnTo>
                      <a:pt x="211" y="3402"/>
                    </a:lnTo>
                    <a:lnTo>
                      <a:pt x="211" y="3402"/>
                    </a:lnTo>
                    <a:lnTo>
                      <a:pt x="1" y="3396"/>
                    </a:lnTo>
                    <a:lnTo>
                      <a:pt x="1" y="5034"/>
                    </a:lnTo>
                    <a:lnTo>
                      <a:pt x="1" y="5034"/>
                    </a:lnTo>
                    <a:lnTo>
                      <a:pt x="31" y="5054"/>
                    </a:lnTo>
                    <a:lnTo>
                      <a:pt x="31" y="5054"/>
                    </a:lnTo>
                    <a:lnTo>
                      <a:pt x="511" y="5060"/>
                    </a:lnTo>
                    <a:lnTo>
                      <a:pt x="992" y="5080"/>
                    </a:lnTo>
                    <a:lnTo>
                      <a:pt x="1412" y="5107"/>
                    </a:lnTo>
                    <a:lnTo>
                      <a:pt x="1803" y="5140"/>
                    </a:lnTo>
                    <a:lnTo>
                      <a:pt x="2163" y="5186"/>
                    </a:lnTo>
                    <a:lnTo>
                      <a:pt x="2463" y="5239"/>
                    </a:lnTo>
                    <a:lnTo>
                      <a:pt x="2764" y="5291"/>
                    </a:lnTo>
                    <a:lnTo>
                      <a:pt x="3004" y="5351"/>
                    </a:lnTo>
                    <a:lnTo>
                      <a:pt x="3214" y="5417"/>
                    </a:lnTo>
                    <a:lnTo>
                      <a:pt x="3395" y="5483"/>
                    </a:lnTo>
                    <a:lnTo>
                      <a:pt x="3545" y="5549"/>
                    </a:lnTo>
                    <a:lnTo>
                      <a:pt x="3665" y="5615"/>
                    </a:lnTo>
                    <a:lnTo>
                      <a:pt x="3755" y="5681"/>
                    </a:lnTo>
                    <a:lnTo>
                      <a:pt x="3845" y="5741"/>
                    </a:lnTo>
                    <a:lnTo>
                      <a:pt x="3875" y="5800"/>
                    </a:lnTo>
                    <a:lnTo>
                      <a:pt x="3905" y="5860"/>
                    </a:lnTo>
                    <a:lnTo>
                      <a:pt x="3905" y="5860"/>
                    </a:lnTo>
                    <a:lnTo>
                      <a:pt x="3875" y="5945"/>
                    </a:lnTo>
                    <a:lnTo>
                      <a:pt x="3845" y="6038"/>
                    </a:lnTo>
                    <a:lnTo>
                      <a:pt x="3755" y="6144"/>
                    </a:lnTo>
                    <a:lnTo>
                      <a:pt x="3605" y="6249"/>
                    </a:lnTo>
                    <a:lnTo>
                      <a:pt x="3515" y="6302"/>
                    </a:lnTo>
                    <a:lnTo>
                      <a:pt x="3364" y="6355"/>
                    </a:lnTo>
                    <a:lnTo>
                      <a:pt x="3244" y="6401"/>
                    </a:lnTo>
                    <a:lnTo>
                      <a:pt x="3064" y="6454"/>
                    </a:lnTo>
                    <a:lnTo>
                      <a:pt x="2854" y="6500"/>
                    </a:lnTo>
                    <a:lnTo>
                      <a:pt x="2644" y="6547"/>
                    </a:lnTo>
                    <a:lnTo>
                      <a:pt x="2373" y="6586"/>
                    </a:lnTo>
                    <a:lnTo>
                      <a:pt x="2103" y="6619"/>
                    </a:lnTo>
                    <a:lnTo>
                      <a:pt x="2103" y="6619"/>
                    </a:lnTo>
                    <a:lnTo>
                      <a:pt x="2584" y="6665"/>
                    </a:lnTo>
                    <a:lnTo>
                      <a:pt x="3094" y="6698"/>
                    </a:lnTo>
                    <a:lnTo>
                      <a:pt x="3605" y="6718"/>
                    </a:lnTo>
                    <a:lnTo>
                      <a:pt x="4145" y="672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84"/>
              <p:cNvSpPr/>
              <p:nvPr/>
            </p:nvSpPr>
            <p:spPr>
              <a:xfrm rot="10800000">
                <a:off x="3977594" y="3200271"/>
                <a:ext cx="52262" cy="94216"/>
              </a:xfrm>
              <a:custGeom>
                <a:avLst/>
                <a:gdLst/>
                <a:ahLst/>
                <a:cxnLst/>
                <a:rect l="l" t="t" r="r" b="b"/>
                <a:pathLst>
                  <a:path w="3906" h="1567" extrusionOk="0">
                    <a:moveTo>
                      <a:pt x="31" y="1"/>
                    </a:moveTo>
                    <a:lnTo>
                      <a:pt x="61" y="93"/>
                    </a:lnTo>
                    <a:lnTo>
                      <a:pt x="91" y="179"/>
                    </a:lnTo>
                    <a:lnTo>
                      <a:pt x="61" y="272"/>
                    </a:lnTo>
                    <a:lnTo>
                      <a:pt x="1" y="351"/>
                    </a:lnTo>
                    <a:lnTo>
                      <a:pt x="1" y="774"/>
                    </a:lnTo>
                    <a:lnTo>
                      <a:pt x="31" y="866"/>
                    </a:lnTo>
                    <a:lnTo>
                      <a:pt x="61" y="958"/>
                    </a:lnTo>
                    <a:lnTo>
                      <a:pt x="121" y="1051"/>
                    </a:lnTo>
                    <a:lnTo>
                      <a:pt x="241" y="1137"/>
                    </a:lnTo>
                    <a:lnTo>
                      <a:pt x="361" y="1216"/>
                    </a:lnTo>
                    <a:lnTo>
                      <a:pt x="541" y="1289"/>
                    </a:lnTo>
                    <a:lnTo>
                      <a:pt x="751" y="1355"/>
                    </a:lnTo>
                    <a:lnTo>
                      <a:pt x="1022" y="1414"/>
                    </a:lnTo>
                    <a:lnTo>
                      <a:pt x="1262" y="1454"/>
                    </a:lnTo>
                    <a:lnTo>
                      <a:pt x="1532" y="1500"/>
                    </a:lnTo>
                    <a:lnTo>
                      <a:pt x="1803" y="1533"/>
                    </a:lnTo>
                    <a:lnTo>
                      <a:pt x="2103" y="1566"/>
                    </a:lnTo>
                    <a:lnTo>
                      <a:pt x="2373" y="1533"/>
                    </a:lnTo>
                    <a:lnTo>
                      <a:pt x="2644" y="1494"/>
                    </a:lnTo>
                    <a:lnTo>
                      <a:pt x="2854" y="1447"/>
                    </a:lnTo>
                    <a:lnTo>
                      <a:pt x="3064" y="1401"/>
                    </a:lnTo>
                    <a:lnTo>
                      <a:pt x="3244" y="1348"/>
                    </a:lnTo>
                    <a:lnTo>
                      <a:pt x="3364" y="1302"/>
                    </a:lnTo>
                    <a:lnTo>
                      <a:pt x="3515" y="1249"/>
                    </a:lnTo>
                    <a:lnTo>
                      <a:pt x="3605" y="1196"/>
                    </a:lnTo>
                    <a:lnTo>
                      <a:pt x="3755" y="1091"/>
                    </a:lnTo>
                    <a:lnTo>
                      <a:pt x="3845" y="985"/>
                    </a:lnTo>
                    <a:lnTo>
                      <a:pt x="3875" y="892"/>
                    </a:lnTo>
                    <a:lnTo>
                      <a:pt x="3905" y="807"/>
                    </a:lnTo>
                    <a:lnTo>
                      <a:pt x="3875" y="747"/>
                    </a:lnTo>
                    <a:lnTo>
                      <a:pt x="3845" y="688"/>
                    </a:lnTo>
                    <a:lnTo>
                      <a:pt x="3755" y="628"/>
                    </a:lnTo>
                    <a:lnTo>
                      <a:pt x="3665" y="562"/>
                    </a:lnTo>
                    <a:lnTo>
                      <a:pt x="3545" y="496"/>
                    </a:lnTo>
                    <a:lnTo>
                      <a:pt x="3395" y="430"/>
                    </a:lnTo>
                    <a:lnTo>
                      <a:pt x="3214" y="364"/>
                    </a:lnTo>
                    <a:lnTo>
                      <a:pt x="3004" y="298"/>
                    </a:lnTo>
                    <a:lnTo>
                      <a:pt x="2764" y="238"/>
                    </a:lnTo>
                    <a:lnTo>
                      <a:pt x="2463" y="186"/>
                    </a:lnTo>
                    <a:lnTo>
                      <a:pt x="2163" y="133"/>
                    </a:lnTo>
                    <a:lnTo>
                      <a:pt x="1803" y="87"/>
                    </a:lnTo>
                    <a:lnTo>
                      <a:pt x="1412" y="54"/>
                    </a:lnTo>
                    <a:lnTo>
                      <a:pt x="992" y="27"/>
                    </a:lnTo>
                    <a:lnTo>
                      <a:pt x="511" y="7"/>
                    </a:lnTo>
                    <a:lnTo>
                      <a:pt x="31" y="1"/>
                    </a:lnTo>
                    <a:close/>
                  </a:path>
                </a:pathLst>
              </a:custGeom>
              <a:solidFill>
                <a:srgbClr val="715C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84"/>
              <p:cNvSpPr/>
              <p:nvPr/>
            </p:nvSpPr>
            <p:spPr>
              <a:xfrm rot="10800000">
                <a:off x="3977594" y="3200271"/>
                <a:ext cx="52262" cy="94216"/>
              </a:xfrm>
              <a:custGeom>
                <a:avLst/>
                <a:gdLst/>
                <a:ahLst/>
                <a:cxnLst/>
                <a:rect l="l" t="t" r="r" b="b"/>
                <a:pathLst>
                  <a:path w="3906" h="1567" fill="none" extrusionOk="0">
                    <a:moveTo>
                      <a:pt x="2103" y="1566"/>
                    </a:moveTo>
                    <a:lnTo>
                      <a:pt x="2103" y="1566"/>
                    </a:lnTo>
                    <a:lnTo>
                      <a:pt x="2373" y="1533"/>
                    </a:lnTo>
                    <a:lnTo>
                      <a:pt x="2644" y="1494"/>
                    </a:lnTo>
                    <a:lnTo>
                      <a:pt x="2854" y="1447"/>
                    </a:lnTo>
                    <a:lnTo>
                      <a:pt x="3064" y="1401"/>
                    </a:lnTo>
                    <a:lnTo>
                      <a:pt x="3244" y="1348"/>
                    </a:lnTo>
                    <a:lnTo>
                      <a:pt x="3364" y="1302"/>
                    </a:lnTo>
                    <a:lnTo>
                      <a:pt x="3515" y="1249"/>
                    </a:lnTo>
                    <a:lnTo>
                      <a:pt x="3605" y="1196"/>
                    </a:lnTo>
                    <a:lnTo>
                      <a:pt x="3755" y="1091"/>
                    </a:lnTo>
                    <a:lnTo>
                      <a:pt x="3845" y="985"/>
                    </a:lnTo>
                    <a:lnTo>
                      <a:pt x="3875" y="892"/>
                    </a:lnTo>
                    <a:lnTo>
                      <a:pt x="3905" y="807"/>
                    </a:lnTo>
                    <a:lnTo>
                      <a:pt x="3905" y="807"/>
                    </a:lnTo>
                    <a:lnTo>
                      <a:pt x="3875" y="747"/>
                    </a:lnTo>
                    <a:lnTo>
                      <a:pt x="3845" y="688"/>
                    </a:lnTo>
                    <a:lnTo>
                      <a:pt x="3755" y="628"/>
                    </a:lnTo>
                    <a:lnTo>
                      <a:pt x="3665" y="562"/>
                    </a:lnTo>
                    <a:lnTo>
                      <a:pt x="3545" y="496"/>
                    </a:lnTo>
                    <a:lnTo>
                      <a:pt x="3395" y="430"/>
                    </a:lnTo>
                    <a:lnTo>
                      <a:pt x="3214" y="364"/>
                    </a:lnTo>
                    <a:lnTo>
                      <a:pt x="3004" y="298"/>
                    </a:lnTo>
                    <a:lnTo>
                      <a:pt x="2764" y="238"/>
                    </a:lnTo>
                    <a:lnTo>
                      <a:pt x="2463" y="186"/>
                    </a:lnTo>
                    <a:lnTo>
                      <a:pt x="2163" y="133"/>
                    </a:lnTo>
                    <a:lnTo>
                      <a:pt x="1803" y="87"/>
                    </a:lnTo>
                    <a:lnTo>
                      <a:pt x="1412" y="54"/>
                    </a:lnTo>
                    <a:lnTo>
                      <a:pt x="992" y="27"/>
                    </a:lnTo>
                    <a:lnTo>
                      <a:pt x="511" y="7"/>
                    </a:lnTo>
                    <a:lnTo>
                      <a:pt x="31" y="1"/>
                    </a:lnTo>
                    <a:lnTo>
                      <a:pt x="31" y="1"/>
                    </a:lnTo>
                    <a:lnTo>
                      <a:pt x="61" y="93"/>
                    </a:lnTo>
                    <a:lnTo>
                      <a:pt x="91" y="179"/>
                    </a:lnTo>
                    <a:lnTo>
                      <a:pt x="61" y="272"/>
                    </a:lnTo>
                    <a:lnTo>
                      <a:pt x="1" y="351"/>
                    </a:lnTo>
                    <a:lnTo>
                      <a:pt x="1" y="774"/>
                    </a:lnTo>
                    <a:lnTo>
                      <a:pt x="1" y="774"/>
                    </a:lnTo>
                    <a:lnTo>
                      <a:pt x="31" y="866"/>
                    </a:lnTo>
                    <a:lnTo>
                      <a:pt x="61" y="958"/>
                    </a:lnTo>
                    <a:lnTo>
                      <a:pt x="121" y="1051"/>
                    </a:lnTo>
                    <a:lnTo>
                      <a:pt x="241" y="1137"/>
                    </a:lnTo>
                    <a:lnTo>
                      <a:pt x="361" y="1216"/>
                    </a:lnTo>
                    <a:lnTo>
                      <a:pt x="541" y="1289"/>
                    </a:lnTo>
                    <a:lnTo>
                      <a:pt x="751" y="1355"/>
                    </a:lnTo>
                    <a:lnTo>
                      <a:pt x="1022" y="1414"/>
                    </a:lnTo>
                    <a:lnTo>
                      <a:pt x="1022" y="1414"/>
                    </a:lnTo>
                    <a:lnTo>
                      <a:pt x="1262" y="1454"/>
                    </a:lnTo>
                    <a:lnTo>
                      <a:pt x="1532" y="1500"/>
                    </a:lnTo>
                    <a:lnTo>
                      <a:pt x="1803" y="1533"/>
                    </a:lnTo>
                    <a:lnTo>
                      <a:pt x="2103" y="15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84"/>
              <p:cNvSpPr/>
              <p:nvPr/>
            </p:nvSpPr>
            <p:spPr>
              <a:xfrm rot="10800000">
                <a:off x="3928168" y="3292021"/>
                <a:ext cx="100885" cy="100529"/>
              </a:xfrm>
              <a:custGeom>
                <a:avLst/>
                <a:gdLst/>
                <a:ahLst/>
                <a:cxnLst/>
                <a:rect l="l" t="t" r="r" b="b"/>
                <a:pathLst>
                  <a:path w="7540" h="1672" extrusionOk="0">
                    <a:moveTo>
                      <a:pt x="3545" y="0"/>
                    </a:moveTo>
                    <a:lnTo>
                      <a:pt x="3064" y="20"/>
                    </a:lnTo>
                    <a:lnTo>
                      <a:pt x="2614" y="40"/>
                    </a:lnTo>
                    <a:lnTo>
                      <a:pt x="2193" y="73"/>
                    </a:lnTo>
                    <a:lnTo>
                      <a:pt x="1803" y="106"/>
                    </a:lnTo>
                    <a:lnTo>
                      <a:pt x="1442" y="152"/>
                    </a:lnTo>
                    <a:lnTo>
                      <a:pt x="1142" y="198"/>
                    </a:lnTo>
                    <a:lnTo>
                      <a:pt x="902" y="245"/>
                    </a:lnTo>
                    <a:lnTo>
                      <a:pt x="661" y="311"/>
                    </a:lnTo>
                    <a:lnTo>
                      <a:pt x="451" y="383"/>
                    </a:lnTo>
                    <a:lnTo>
                      <a:pt x="271" y="456"/>
                    </a:lnTo>
                    <a:lnTo>
                      <a:pt x="151" y="535"/>
                    </a:lnTo>
                    <a:lnTo>
                      <a:pt x="61" y="614"/>
                    </a:lnTo>
                    <a:lnTo>
                      <a:pt x="31" y="694"/>
                    </a:lnTo>
                    <a:lnTo>
                      <a:pt x="1" y="780"/>
                    </a:lnTo>
                    <a:lnTo>
                      <a:pt x="31" y="859"/>
                    </a:lnTo>
                    <a:lnTo>
                      <a:pt x="91" y="945"/>
                    </a:lnTo>
                    <a:lnTo>
                      <a:pt x="181" y="1024"/>
                    </a:lnTo>
                    <a:lnTo>
                      <a:pt x="271" y="1103"/>
                    </a:lnTo>
                    <a:lnTo>
                      <a:pt x="421" y="1183"/>
                    </a:lnTo>
                    <a:lnTo>
                      <a:pt x="571" y="1255"/>
                    </a:lnTo>
                    <a:lnTo>
                      <a:pt x="752" y="1328"/>
                    </a:lnTo>
                    <a:lnTo>
                      <a:pt x="962" y="1394"/>
                    </a:lnTo>
                    <a:lnTo>
                      <a:pt x="1202" y="1453"/>
                    </a:lnTo>
                    <a:lnTo>
                      <a:pt x="1412" y="1506"/>
                    </a:lnTo>
                    <a:lnTo>
                      <a:pt x="1683" y="1546"/>
                    </a:lnTo>
                    <a:lnTo>
                      <a:pt x="1953" y="1579"/>
                    </a:lnTo>
                    <a:lnTo>
                      <a:pt x="2283" y="1612"/>
                    </a:lnTo>
                    <a:lnTo>
                      <a:pt x="2614" y="1632"/>
                    </a:lnTo>
                    <a:lnTo>
                      <a:pt x="2974" y="1652"/>
                    </a:lnTo>
                    <a:lnTo>
                      <a:pt x="3335" y="1665"/>
                    </a:lnTo>
                    <a:lnTo>
                      <a:pt x="3695" y="1671"/>
                    </a:lnTo>
                    <a:lnTo>
                      <a:pt x="3665" y="1618"/>
                    </a:lnTo>
                    <a:lnTo>
                      <a:pt x="3695" y="1453"/>
                    </a:lnTo>
                    <a:lnTo>
                      <a:pt x="3725" y="1374"/>
                    </a:lnTo>
                    <a:lnTo>
                      <a:pt x="3785" y="1295"/>
                    </a:lnTo>
                    <a:lnTo>
                      <a:pt x="3875" y="1216"/>
                    </a:lnTo>
                    <a:lnTo>
                      <a:pt x="3995" y="1136"/>
                    </a:lnTo>
                    <a:lnTo>
                      <a:pt x="4115" y="1064"/>
                    </a:lnTo>
                    <a:lnTo>
                      <a:pt x="4296" y="991"/>
                    </a:lnTo>
                    <a:lnTo>
                      <a:pt x="4506" y="925"/>
                    </a:lnTo>
                    <a:lnTo>
                      <a:pt x="4776" y="865"/>
                    </a:lnTo>
                    <a:lnTo>
                      <a:pt x="5077" y="813"/>
                    </a:lnTo>
                    <a:lnTo>
                      <a:pt x="5437" y="766"/>
                    </a:lnTo>
                    <a:lnTo>
                      <a:pt x="5827" y="727"/>
                    </a:lnTo>
                    <a:lnTo>
                      <a:pt x="6278" y="700"/>
                    </a:lnTo>
                    <a:lnTo>
                      <a:pt x="6819" y="681"/>
                    </a:lnTo>
                    <a:lnTo>
                      <a:pt x="7539" y="681"/>
                    </a:lnTo>
                    <a:lnTo>
                      <a:pt x="7539" y="53"/>
                    </a:lnTo>
                    <a:lnTo>
                      <a:pt x="7509" y="0"/>
                    </a:lnTo>
                    <a:close/>
                  </a:path>
                </a:pathLst>
              </a:custGeom>
              <a:solidFill>
                <a:srgbClr val="FF64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84"/>
              <p:cNvSpPr/>
              <p:nvPr/>
            </p:nvSpPr>
            <p:spPr>
              <a:xfrm rot="10800000">
                <a:off x="3928168" y="3292021"/>
                <a:ext cx="100885" cy="100529"/>
              </a:xfrm>
              <a:custGeom>
                <a:avLst/>
                <a:gdLst/>
                <a:ahLst/>
                <a:cxnLst/>
                <a:rect l="l" t="t" r="r" b="b"/>
                <a:pathLst>
                  <a:path w="7540" h="1672" fill="none" extrusionOk="0">
                    <a:moveTo>
                      <a:pt x="3695" y="1671"/>
                    </a:moveTo>
                    <a:lnTo>
                      <a:pt x="3695" y="1671"/>
                    </a:lnTo>
                    <a:lnTo>
                      <a:pt x="3665" y="1618"/>
                    </a:lnTo>
                    <a:lnTo>
                      <a:pt x="3665" y="1618"/>
                    </a:lnTo>
                    <a:lnTo>
                      <a:pt x="3695" y="1453"/>
                    </a:lnTo>
                    <a:lnTo>
                      <a:pt x="3725" y="1374"/>
                    </a:lnTo>
                    <a:lnTo>
                      <a:pt x="3785" y="1295"/>
                    </a:lnTo>
                    <a:lnTo>
                      <a:pt x="3875" y="1216"/>
                    </a:lnTo>
                    <a:lnTo>
                      <a:pt x="3995" y="1136"/>
                    </a:lnTo>
                    <a:lnTo>
                      <a:pt x="4115" y="1064"/>
                    </a:lnTo>
                    <a:lnTo>
                      <a:pt x="4296" y="991"/>
                    </a:lnTo>
                    <a:lnTo>
                      <a:pt x="4506" y="925"/>
                    </a:lnTo>
                    <a:lnTo>
                      <a:pt x="4776" y="865"/>
                    </a:lnTo>
                    <a:lnTo>
                      <a:pt x="5077" y="813"/>
                    </a:lnTo>
                    <a:lnTo>
                      <a:pt x="5437" y="766"/>
                    </a:lnTo>
                    <a:lnTo>
                      <a:pt x="5827" y="727"/>
                    </a:lnTo>
                    <a:lnTo>
                      <a:pt x="6278" y="700"/>
                    </a:lnTo>
                    <a:lnTo>
                      <a:pt x="6819" y="681"/>
                    </a:lnTo>
                    <a:lnTo>
                      <a:pt x="7389" y="681"/>
                    </a:lnTo>
                    <a:lnTo>
                      <a:pt x="7389" y="681"/>
                    </a:lnTo>
                    <a:lnTo>
                      <a:pt x="7419" y="681"/>
                    </a:lnTo>
                    <a:lnTo>
                      <a:pt x="7419" y="681"/>
                    </a:lnTo>
                    <a:lnTo>
                      <a:pt x="7539" y="681"/>
                    </a:lnTo>
                    <a:lnTo>
                      <a:pt x="7539" y="53"/>
                    </a:lnTo>
                    <a:lnTo>
                      <a:pt x="7539" y="53"/>
                    </a:lnTo>
                    <a:lnTo>
                      <a:pt x="7509" y="0"/>
                    </a:lnTo>
                    <a:lnTo>
                      <a:pt x="4446" y="0"/>
                    </a:lnTo>
                    <a:lnTo>
                      <a:pt x="4446" y="0"/>
                    </a:lnTo>
                    <a:lnTo>
                      <a:pt x="4025" y="0"/>
                    </a:lnTo>
                    <a:lnTo>
                      <a:pt x="4025" y="0"/>
                    </a:lnTo>
                    <a:lnTo>
                      <a:pt x="3545" y="0"/>
                    </a:lnTo>
                    <a:lnTo>
                      <a:pt x="3064" y="20"/>
                    </a:lnTo>
                    <a:lnTo>
                      <a:pt x="2614" y="40"/>
                    </a:lnTo>
                    <a:lnTo>
                      <a:pt x="2193" y="73"/>
                    </a:lnTo>
                    <a:lnTo>
                      <a:pt x="1803" y="106"/>
                    </a:lnTo>
                    <a:lnTo>
                      <a:pt x="1442" y="152"/>
                    </a:lnTo>
                    <a:lnTo>
                      <a:pt x="1142" y="198"/>
                    </a:lnTo>
                    <a:lnTo>
                      <a:pt x="902" y="245"/>
                    </a:lnTo>
                    <a:lnTo>
                      <a:pt x="902" y="245"/>
                    </a:lnTo>
                    <a:lnTo>
                      <a:pt x="661" y="311"/>
                    </a:lnTo>
                    <a:lnTo>
                      <a:pt x="451" y="383"/>
                    </a:lnTo>
                    <a:lnTo>
                      <a:pt x="271" y="456"/>
                    </a:lnTo>
                    <a:lnTo>
                      <a:pt x="151" y="535"/>
                    </a:lnTo>
                    <a:lnTo>
                      <a:pt x="61" y="614"/>
                    </a:lnTo>
                    <a:lnTo>
                      <a:pt x="31" y="694"/>
                    </a:lnTo>
                    <a:lnTo>
                      <a:pt x="1" y="780"/>
                    </a:lnTo>
                    <a:lnTo>
                      <a:pt x="31" y="859"/>
                    </a:lnTo>
                    <a:lnTo>
                      <a:pt x="91" y="945"/>
                    </a:lnTo>
                    <a:lnTo>
                      <a:pt x="181" y="1024"/>
                    </a:lnTo>
                    <a:lnTo>
                      <a:pt x="271" y="1103"/>
                    </a:lnTo>
                    <a:lnTo>
                      <a:pt x="421" y="1183"/>
                    </a:lnTo>
                    <a:lnTo>
                      <a:pt x="571" y="1255"/>
                    </a:lnTo>
                    <a:lnTo>
                      <a:pt x="752" y="1328"/>
                    </a:lnTo>
                    <a:lnTo>
                      <a:pt x="962" y="1394"/>
                    </a:lnTo>
                    <a:lnTo>
                      <a:pt x="1202" y="1453"/>
                    </a:lnTo>
                    <a:lnTo>
                      <a:pt x="1202" y="1453"/>
                    </a:lnTo>
                    <a:lnTo>
                      <a:pt x="1412" y="1506"/>
                    </a:lnTo>
                    <a:lnTo>
                      <a:pt x="1683" y="1546"/>
                    </a:lnTo>
                    <a:lnTo>
                      <a:pt x="1953" y="1579"/>
                    </a:lnTo>
                    <a:lnTo>
                      <a:pt x="2283" y="1612"/>
                    </a:lnTo>
                    <a:lnTo>
                      <a:pt x="2614" y="1632"/>
                    </a:lnTo>
                    <a:lnTo>
                      <a:pt x="2974" y="1652"/>
                    </a:lnTo>
                    <a:lnTo>
                      <a:pt x="3335" y="1665"/>
                    </a:lnTo>
                    <a:lnTo>
                      <a:pt x="3695" y="167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84"/>
              <p:cNvSpPr/>
              <p:nvPr/>
            </p:nvSpPr>
            <p:spPr>
              <a:xfrm rot="10800000">
                <a:off x="3928169" y="3248371"/>
                <a:ext cx="51459" cy="43711"/>
              </a:xfrm>
              <a:custGeom>
                <a:avLst/>
                <a:gdLst/>
                <a:ahLst/>
                <a:cxnLst/>
                <a:rect l="l" t="t" r="r" b="b"/>
                <a:pathLst>
                  <a:path w="3846" h="727" extrusionOk="0">
                    <a:moveTo>
                      <a:pt x="1" y="0"/>
                    </a:moveTo>
                    <a:lnTo>
                      <a:pt x="31" y="73"/>
                    </a:lnTo>
                    <a:lnTo>
                      <a:pt x="121" y="139"/>
                    </a:lnTo>
                    <a:lnTo>
                      <a:pt x="241" y="212"/>
                    </a:lnTo>
                    <a:lnTo>
                      <a:pt x="391" y="278"/>
                    </a:lnTo>
                    <a:lnTo>
                      <a:pt x="542" y="337"/>
                    </a:lnTo>
                    <a:lnTo>
                      <a:pt x="752" y="403"/>
                    </a:lnTo>
                    <a:lnTo>
                      <a:pt x="992" y="456"/>
                    </a:lnTo>
                    <a:lnTo>
                      <a:pt x="1232" y="509"/>
                    </a:lnTo>
                    <a:lnTo>
                      <a:pt x="1503" y="555"/>
                    </a:lnTo>
                    <a:lnTo>
                      <a:pt x="1773" y="601"/>
                    </a:lnTo>
                    <a:lnTo>
                      <a:pt x="2073" y="634"/>
                    </a:lnTo>
                    <a:lnTo>
                      <a:pt x="2374" y="667"/>
                    </a:lnTo>
                    <a:lnTo>
                      <a:pt x="2704" y="694"/>
                    </a:lnTo>
                    <a:lnTo>
                      <a:pt x="3034" y="707"/>
                    </a:lnTo>
                    <a:lnTo>
                      <a:pt x="3395" y="720"/>
                    </a:lnTo>
                    <a:lnTo>
                      <a:pt x="3725" y="727"/>
                    </a:lnTo>
                    <a:lnTo>
                      <a:pt x="3845" y="727"/>
                    </a:lnTo>
                    <a:lnTo>
                      <a:pt x="3845" y="654"/>
                    </a:lnTo>
                    <a:lnTo>
                      <a:pt x="3845" y="0"/>
                    </a:lnTo>
                    <a:close/>
                  </a:path>
                </a:pathLst>
              </a:custGeom>
              <a:solidFill>
                <a:srgbClr val="FF64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84"/>
              <p:cNvSpPr/>
              <p:nvPr/>
            </p:nvSpPr>
            <p:spPr>
              <a:xfrm rot="10800000">
                <a:off x="3928169" y="3248371"/>
                <a:ext cx="51459" cy="43711"/>
              </a:xfrm>
              <a:custGeom>
                <a:avLst/>
                <a:gdLst/>
                <a:ahLst/>
                <a:cxnLst/>
                <a:rect l="l" t="t" r="r" b="b"/>
                <a:pathLst>
                  <a:path w="3846" h="727" fill="none" extrusionOk="0">
                    <a:moveTo>
                      <a:pt x="3725" y="727"/>
                    </a:moveTo>
                    <a:lnTo>
                      <a:pt x="3725" y="727"/>
                    </a:lnTo>
                    <a:lnTo>
                      <a:pt x="3845" y="727"/>
                    </a:lnTo>
                    <a:lnTo>
                      <a:pt x="3845" y="727"/>
                    </a:lnTo>
                    <a:lnTo>
                      <a:pt x="3845" y="654"/>
                    </a:lnTo>
                    <a:lnTo>
                      <a:pt x="3845" y="0"/>
                    </a:lnTo>
                    <a:lnTo>
                      <a:pt x="391" y="0"/>
                    </a:lnTo>
                    <a:lnTo>
                      <a:pt x="391" y="0"/>
                    </a:lnTo>
                    <a:lnTo>
                      <a:pt x="1" y="0"/>
                    </a:lnTo>
                    <a:lnTo>
                      <a:pt x="1" y="0"/>
                    </a:lnTo>
                    <a:lnTo>
                      <a:pt x="31" y="73"/>
                    </a:lnTo>
                    <a:lnTo>
                      <a:pt x="121" y="139"/>
                    </a:lnTo>
                    <a:lnTo>
                      <a:pt x="241" y="212"/>
                    </a:lnTo>
                    <a:lnTo>
                      <a:pt x="391" y="278"/>
                    </a:lnTo>
                    <a:lnTo>
                      <a:pt x="542" y="337"/>
                    </a:lnTo>
                    <a:lnTo>
                      <a:pt x="752" y="403"/>
                    </a:lnTo>
                    <a:lnTo>
                      <a:pt x="992" y="456"/>
                    </a:lnTo>
                    <a:lnTo>
                      <a:pt x="1232" y="509"/>
                    </a:lnTo>
                    <a:lnTo>
                      <a:pt x="1503" y="555"/>
                    </a:lnTo>
                    <a:lnTo>
                      <a:pt x="1773" y="601"/>
                    </a:lnTo>
                    <a:lnTo>
                      <a:pt x="2073" y="634"/>
                    </a:lnTo>
                    <a:lnTo>
                      <a:pt x="2374" y="667"/>
                    </a:lnTo>
                    <a:lnTo>
                      <a:pt x="2704" y="694"/>
                    </a:lnTo>
                    <a:lnTo>
                      <a:pt x="3034" y="707"/>
                    </a:lnTo>
                    <a:lnTo>
                      <a:pt x="3395" y="720"/>
                    </a:lnTo>
                    <a:lnTo>
                      <a:pt x="3725" y="7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84"/>
              <p:cNvSpPr/>
              <p:nvPr/>
            </p:nvSpPr>
            <p:spPr>
              <a:xfrm rot="10800000">
                <a:off x="3928169" y="3292022"/>
                <a:ext cx="51861" cy="59644"/>
              </a:xfrm>
              <a:custGeom>
                <a:avLst/>
                <a:gdLst/>
                <a:ahLst/>
                <a:cxnLst/>
                <a:rect l="l" t="t" r="r" b="b"/>
                <a:pathLst>
                  <a:path w="3876" h="992" extrusionOk="0">
                    <a:moveTo>
                      <a:pt x="3155" y="1"/>
                    </a:moveTo>
                    <a:lnTo>
                      <a:pt x="2614" y="20"/>
                    </a:lnTo>
                    <a:lnTo>
                      <a:pt x="2163" y="47"/>
                    </a:lnTo>
                    <a:lnTo>
                      <a:pt x="1773" y="86"/>
                    </a:lnTo>
                    <a:lnTo>
                      <a:pt x="1413" y="133"/>
                    </a:lnTo>
                    <a:lnTo>
                      <a:pt x="1112" y="185"/>
                    </a:lnTo>
                    <a:lnTo>
                      <a:pt x="842" y="245"/>
                    </a:lnTo>
                    <a:lnTo>
                      <a:pt x="632" y="311"/>
                    </a:lnTo>
                    <a:lnTo>
                      <a:pt x="451" y="384"/>
                    </a:lnTo>
                    <a:lnTo>
                      <a:pt x="331" y="456"/>
                    </a:lnTo>
                    <a:lnTo>
                      <a:pt x="211" y="536"/>
                    </a:lnTo>
                    <a:lnTo>
                      <a:pt x="121" y="615"/>
                    </a:lnTo>
                    <a:lnTo>
                      <a:pt x="61" y="694"/>
                    </a:lnTo>
                    <a:lnTo>
                      <a:pt x="31" y="773"/>
                    </a:lnTo>
                    <a:lnTo>
                      <a:pt x="1" y="938"/>
                    </a:lnTo>
                    <a:lnTo>
                      <a:pt x="31" y="991"/>
                    </a:lnTo>
                    <a:lnTo>
                      <a:pt x="3875" y="991"/>
                    </a:lnTo>
                    <a:lnTo>
                      <a:pt x="3875" y="1"/>
                    </a:lnTo>
                    <a:close/>
                  </a:path>
                </a:pathLst>
              </a:custGeom>
              <a:solidFill>
                <a:srgbClr val="FF3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84"/>
              <p:cNvSpPr/>
              <p:nvPr/>
            </p:nvSpPr>
            <p:spPr>
              <a:xfrm rot="10800000">
                <a:off x="3928169" y="3292022"/>
                <a:ext cx="51861" cy="59644"/>
              </a:xfrm>
              <a:custGeom>
                <a:avLst/>
                <a:gdLst/>
                <a:ahLst/>
                <a:cxnLst/>
                <a:rect l="l" t="t" r="r" b="b"/>
                <a:pathLst>
                  <a:path w="3876" h="992" fill="none" extrusionOk="0">
                    <a:moveTo>
                      <a:pt x="421" y="991"/>
                    </a:moveTo>
                    <a:lnTo>
                      <a:pt x="3875" y="991"/>
                    </a:lnTo>
                    <a:lnTo>
                      <a:pt x="3875" y="1"/>
                    </a:lnTo>
                    <a:lnTo>
                      <a:pt x="3875" y="1"/>
                    </a:lnTo>
                    <a:lnTo>
                      <a:pt x="3755" y="1"/>
                    </a:lnTo>
                    <a:lnTo>
                      <a:pt x="3755" y="1"/>
                    </a:lnTo>
                    <a:lnTo>
                      <a:pt x="3725" y="1"/>
                    </a:lnTo>
                    <a:lnTo>
                      <a:pt x="3725" y="1"/>
                    </a:lnTo>
                    <a:lnTo>
                      <a:pt x="3155" y="1"/>
                    </a:lnTo>
                    <a:lnTo>
                      <a:pt x="2614" y="20"/>
                    </a:lnTo>
                    <a:lnTo>
                      <a:pt x="2163" y="47"/>
                    </a:lnTo>
                    <a:lnTo>
                      <a:pt x="1773" y="86"/>
                    </a:lnTo>
                    <a:lnTo>
                      <a:pt x="1413" y="133"/>
                    </a:lnTo>
                    <a:lnTo>
                      <a:pt x="1112" y="185"/>
                    </a:lnTo>
                    <a:lnTo>
                      <a:pt x="842" y="245"/>
                    </a:lnTo>
                    <a:lnTo>
                      <a:pt x="632" y="311"/>
                    </a:lnTo>
                    <a:lnTo>
                      <a:pt x="451" y="384"/>
                    </a:lnTo>
                    <a:lnTo>
                      <a:pt x="331" y="456"/>
                    </a:lnTo>
                    <a:lnTo>
                      <a:pt x="211" y="536"/>
                    </a:lnTo>
                    <a:lnTo>
                      <a:pt x="121" y="615"/>
                    </a:lnTo>
                    <a:lnTo>
                      <a:pt x="61" y="694"/>
                    </a:lnTo>
                    <a:lnTo>
                      <a:pt x="31" y="773"/>
                    </a:lnTo>
                    <a:lnTo>
                      <a:pt x="1" y="938"/>
                    </a:lnTo>
                    <a:lnTo>
                      <a:pt x="1" y="938"/>
                    </a:lnTo>
                    <a:lnTo>
                      <a:pt x="31" y="991"/>
                    </a:lnTo>
                    <a:lnTo>
                      <a:pt x="31" y="991"/>
                    </a:lnTo>
                    <a:lnTo>
                      <a:pt x="421" y="99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84"/>
              <p:cNvSpPr/>
              <p:nvPr/>
            </p:nvSpPr>
            <p:spPr>
              <a:xfrm rot="10800000">
                <a:off x="4029441" y="3294427"/>
                <a:ext cx="415" cy="1263"/>
              </a:xfrm>
              <a:custGeom>
                <a:avLst/>
                <a:gdLst/>
                <a:ahLst/>
                <a:cxnLst/>
                <a:rect l="l" t="t" r="r" b="b"/>
                <a:pathLst>
                  <a:path w="31" h="21" extrusionOk="0">
                    <a:moveTo>
                      <a:pt x="1" y="1"/>
                    </a:moveTo>
                    <a:lnTo>
                      <a:pt x="1" y="21"/>
                    </a:lnTo>
                    <a:lnTo>
                      <a:pt x="31" y="21"/>
                    </a:lnTo>
                    <a:lnTo>
                      <a:pt x="1" y="1"/>
                    </a:lnTo>
                    <a:close/>
                  </a:path>
                </a:pathLst>
              </a:custGeom>
              <a:solidFill>
                <a:srgbClr val="FF4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84"/>
              <p:cNvSpPr/>
              <p:nvPr/>
            </p:nvSpPr>
            <p:spPr>
              <a:xfrm rot="10800000">
                <a:off x="4029441" y="3294427"/>
                <a:ext cx="415" cy="1263"/>
              </a:xfrm>
              <a:custGeom>
                <a:avLst/>
                <a:gdLst/>
                <a:ahLst/>
                <a:cxnLst/>
                <a:rect l="l" t="t" r="r" b="b"/>
                <a:pathLst>
                  <a:path w="31" h="21" fill="none" extrusionOk="0">
                    <a:moveTo>
                      <a:pt x="31" y="21"/>
                    </a:moveTo>
                    <a:lnTo>
                      <a:pt x="31" y="21"/>
                    </a:lnTo>
                    <a:lnTo>
                      <a:pt x="1" y="1"/>
                    </a:lnTo>
                    <a:lnTo>
                      <a:pt x="1" y="21"/>
                    </a:lnTo>
                    <a:lnTo>
                      <a:pt x="1" y="21"/>
                    </a:lnTo>
                    <a:lnTo>
                      <a:pt x="31" y="2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84"/>
              <p:cNvSpPr/>
              <p:nvPr/>
            </p:nvSpPr>
            <p:spPr>
              <a:xfrm rot="10800000">
                <a:off x="4028639" y="3273383"/>
                <a:ext cx="1218" cy="21104"/>
              </a:xfrm>
              <a:custGeom>
                <a:avLst/>
                <a:gdLst/>
                <a:ahLst/>
                <a:cxnLst/>
                <a:rect l="l" t="t" r="r" b="b"/>
                <a:pathLst>
                  <a:path w="91" h="351" extrusionOk="0">
                    <a:moveTo>
                      <a:pt x="1" y="1"/>
                    </a:moveTo>
                    <a:lnTo>
                      <a:pt x="1" y="351"/>
                    </a:lnTo>
                    <a:lnTo>
                      <a:pt x="61" y="272"/>
                    </a:lnTo>
                    <a:lnTo>
                      <a:pt x="91" y="179"/>
                    </a:lnTo>
                    <a:lnTo>
                      <a:pt x="61" y="93"/>
                    </a:lnTo>
                    <a:lnTo>
                      <a:pt x="31" y="1"/>
                    </a:lnTo>
                    <a:close/>
                  </a:path>
                </a:pathLst>
              </a:custGeom>
              <a:solidFill>
                <a:srgbClr val="7125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84"/>
              <p:cNvSpPr/>
              <p:nvPr/>
            </p:nvSpPr>
            <p:spPr>
              <a:xfrm rot="10800000">
                <a:off x="4028639" y="3273383"/>
                <a:ext cx="1218" cy="21104"/>
              </a:xfrm>
              <a:custGeom>
                <a:avLst/>
                <a:gdLst/>
                <a:ahLst/>
                <a:cxnLst/>
                <a:rect l="l" t="t" r="r" b="b"/>
                <a:pathLst>
                  <a:path w="91" h="351" fill="none" extrusionOk="0">
                    <a:moveTo>
                      <a:pt x="1" y="351"/>
                    </a:moveTo>
                    <a:lnTo>
                      <a:pt x="1" y="351"/>
                    </a:lnTo>
                    <a:lnTo>
                      <a:pt x="61" y="272"/>
                    </a:lnTo>
                    <a:lnTo>
                      <a:pt x="91" y="179"/>
                    </a:lnTo>
                    <a:lnTo>
                      <a:pt x="61" y="93"/>
                    </a:lnTo>
                    <a:lnTo>
                      <a:pt x="31" y="1"/>
                    </a:lnTo>
                    <a:lnTo>
                      <a:pt x="31" y="1"/>
                    </a:lnTo>
                    <a:lnTo>
                      <a:pt x="1" y="1"/>
                    </a:lnTo>
                    <a:lnTo>
                      <a:pt x="1" y="35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84"/>
              <p:cNvSpPr/>
              <p:nvPr/>
            </p:nvSpPr>
            <p:spPr>
              <a:xfrm rot="10800000">
                <a:off x="4680039" y="3342045"/>
                <a:ext cx="97661" cy="52128"/>
              </a:xfrm>
              <a:custGeom>
                <a:avLst/>
                <a:gdLst/>
                <a:ahLst/>
                <a:cxnLst/>
                <a:rect l="l" t="t" r="r" b="b"/>
                <a:pathLst>
                  <a:path w="7299" h="867" extrusionOk="0">
                    <a:moveTo>
                      <a:pt x="3604" y="1"/>
                    </a:moveTo>
                    <a:lnTo>
                      <a:pt x="3154" y="7"/>
                    </a:lnTo>
                    <a:lnTo>
                      <a:pt x="2643" y="21"/>
                    </a:lnTo>
                    <a:lnTo>
                      <a:pt x="2133" y="47"/>
                    </a:lnTo>
                    <a:lnTo>
                      <a:pt x="1892" y="67"/>
                    </a:lnTo>
                    <a:lnTo>
                      <a:pt x="1652" y="93"/>
                    </a:lnTo>
                    <a:lnTo>
                      <a:pt x="1412" y="120"/>
                    </a:lnTo>
                    <a:lnTo>
                      <a:pt x="1171" y="153"/>
                    </a:lnTo>
                    <a:lnTo>
                      <a:pt x="961" y="192"/>
                    </a:lnTo>
                    <a:lnTo>
                      <a:pt x="751" y="245"/>
                    </a:lnTo>
                    <a:lnTo>
                      <a:pt x="571" y="298"/>
                    </a:lnTo>
                    <a:lnTo>
                      <a:pt x="391" y="364"/>
                    </a:lnTo>
                    <a:lnTo>
                      <a:pt x="240" y="437"/>
                    </a:lnTo>
                    <a:lnTo>
                      <a:pt x="150" y="523"/>
                    </a:lnTo>
                    <a:lnTo>
                      <a:pt x="60" y="615"/>
                    </a:lnTo>
                    <a:lnTo>
                      <a:pt x="0" y="721"/>
                    </a:lnTo>
                    <a:lnTo>
                      <a:pt x="0" y="866"/>
                    </a:lnTo>
                    <a:lnTo>
                      <a:pt x="7298" y="866"/>
                    </a:lnTo>
                    <a:lnTo>
                      <a:pt x="7298" y="840"/>
                    </a:lnTo>
                    <a:lnTo>
                      <a:pt x="7298" y="714"/>
                    </a:lnTo>
                    <a:lnTo>
                      <a:pt x="7208" y="608"/>
                    </a:lnTo>
                    <a:lnTo>
                      <a:pt x="7118" y="509"/>
                    </a:lnTo>
                    <a:lnTo>
                      <a:pt x="6968" y="417"/>
                    </a:lnTo>
                    <a:lnTo>
                      <a:pt x="6758" y="338"/>
                    </a:lnTo>
                    <a:lnTo>
                      <a:pt x="6548" y="272"/>
                    </a:lnTo>
                    <a:lnTo>
                      <a:pt x="6307" y="212"/>
                    </a:lnTo>
                    <a:lnTo>
                      <a:pt x="6037" y="166"/>
                    </a:lnTo>
                    <a:lnTo>
                      <a:pt x="5737" y="120"/>
                    </a:lnTo>
                    <a:lnTo>
                      <a:pt x="5436" y="87"/>
                    </a:lnTo>
                    <a:lnTo>
                      <a:pt x="5106" y="60"/>
                    </a:lnTo>
                    <a:lnTo>
                      <a:pt x="4806" y="34"/>
                    </a:lnTo>
                    <a:lnTo>
                      <a:pt x="4505" y="21"/>
                    </a:lnTo>
                    <a:lnTo>
                      <a:pt x="4175" y="7"/>
                    </a:lnTo>
                    <a:lnTo>
                      <a:pt x="3875" y="7"/>
                    </a:lnTo>
                    <a:lnTo>
                      <a:pt x="3604" y="1"/>
                    </a:lnTo>
                    <a:close/>
                  </a:path>
                </a:pathLst>
              </a:custGeom>
              <a:solidFill>
                <a:srgbClr val="8B29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84"/>
              <p:cNvSpPr/>
              <p:nvPr/>
            </p:nvSpPr>
            <p:spPr>
              <a:xfrm rot="10800000">
                <a:off x="4680039" y="3342045"/>
                <a:ext cx="97661" cy="52128"/>
              </a:xfrm>
              <a:custGeom>
                <a:avLst/>
                <a:gdLst/>
                <a:ahLst/>
                <a:cxnLst/>
                <a:rect l="l" t="t" r="r" b="b"/>
                <a:pathLst>
                  <a:path w="7299" h="867" fill="none" extrusionOk="0">
                    <a:moveTo>
                      <a:pt x="7298" y="866"/>
                    </a:moveTo>
                    <a:lnTo>
                      <a:pt x="7298" y="866"/>
                    </a:lnTo>
                    <a:lnTo>
                      <a:pt x="7298" y="840"/>
                    </a:lnTo>
                    <a:lnTo>
                      <a:pt x="7298" y="840"/>
                    </a:lnTo>
                    <a:lnTo>
                      <a:pt x="7298" y="714"/>
                    </a:lnTo>
                    <a:lnTo>
                      <a:pt x="7208" y="608"/>
                    </a:lnTo>
                    <a:lnTo>
                      <a:pt x="7118" y="509"/>
                    </a:lnTo>
                    <a:lnTo>
                      <a:pt x="6968" y="417"/>
                    </a:lnTo>
                    <a:lnTo>
                      <a:pt x="6758" y="338"/>
                    </a:lnTo>
                    <a:lnTo>
                      <a:pt x="6548" y="272"/>
                    </a:lnTo>
                    <a:lnTo>
                      <a:pt x="6307" y="212"/>
                    </a:lnTo>
                    <a:lnTo>
                      <a:pt x="6037" y="166"/>
                    </a:lnTo>
                    <a:lnTo>
                      <a:pt x="5737" y="120"/>
                    </a:lnTo>
                    <a:lnTo>
                      <a:pt x="5436" y="87"/>
                    </a:lnTo>
                    <a:lnTo>
                      <a:pt x="5106" y="60"/>
                    </a:lnTo>
                    <a:lnTo>
                      <a:pt x="4806" y="34"/>
                    </a:lnTo>
                    <a:lnTo>
                      <a:pt x="4505" y="21"/>
                    </a:lnTo>
                    <a:lnTo>
                      <a:pt x="4175" y="7"/>
                    </a:lnTo>
                    <a:lnTo>
                      <a:pt x="3875" y="7"/>
                    </a:lnTo>
                    <a:lnTo>
                      <a:pt x="3604" y="1"/>
                    </a:lnTo>
                    <a:lnTo>
                      <a:pt x="3604" y="1"/>
                    </a:lnTo>
                    <a:lnTo>
                      <a:pt x="3154" y="7"/>
                    </a:lnTo>
                    <a:lnTo>
                      <a:pt x="3154" y="7"/>
                    </a:lnTo>
                    <a:lnTo>
                      <a:pt x="2643" y="21"/>
                    </a:lnTo>
                    <a:lnTo>
                      <a:pt x="2133" y="47"/>
                    </a:lnTo>
                    <a:lnTo>
                      <a:pt x="1892" y="67"/>
                    </a:lnTo>
                    <a:lnTo>
                      <a:pt x="1652" y="93"/>
                    </a:lnTo>
                    <a:lnTo>
                      <a:pt x="1412" y="120"/>
                    </a:lnTo>
                    <a:lnTo>
                      <a:pt x="1171" y="153"/>
                    </a:lnTo>
                    <a:lnTo>
                      <a:pt x="961" y="192"/>
                    </a:lnTo>
                    <a:lnTo>
                      <a:pt x="751" y="245"/>
                    </a:lnTo>
                    <a:lnTo>
                      <a:pt x="571" y="298"/>
                    </a:lnTo>
                    <a:lnTo>
                      <a:pt x="391" y="364"/>
                    </a:lnTo>
                    <a:lnTo>
                      <a:pt x="240" y="437"/>
                    </a:lnTo>
                    <a:lnTo>
                      <a:pt x="150" y="523"/>
                    </a:lnTo>
                    <a:lnTo>
                      <a:pt x="60" y="615"/>
                    </a:lnTo>
                    <a:lnTo>
                      <a:pt x="0" y="721"/>
                    </a:lnTo>
                    <a:lnTo>
                      <a:pt x="0" y="866"/>
                    </a:lnTo>
                    <a:lnTo>
                      <a:pt x="0" y="866"/>
                    </a:lnTo>
                    <a:lnTo>
                      <a:pt x="2853" y="866"/>
                    </a:lnTo>
                    <a:lnTo>
                      <a:pt x="2853" y="866"/>
                    </a:lnTo>
                    <a:lnTo>
                      <a:pt x="7298" y="8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84"/>
              <p:cNvSpPr/>
              <p:nvPr/>
            </p:nvSpPr>
            <p:spPr>
              <a:xfrm rot="10800000">
                <a:off x="4680039" y="3293645"/>
                <a:ext cx="97661" cy="48461"/>
              </a:xfrm>
              <a:custGeom>
                <a:avLst/>
                <a:gdLst/>
                <a:ahLst/>
                <a:cxnLst/>
                <a:rect l="l" t="t" r="r" b="b"/>
                <a:pathLst>
                  <a:path w="7299" h="806" extrusionOk="0">
                    <a:moveTo>
                      <a:pt x="0" y="0"/>
                    </a:moveTo>
                    <a:lnTo>
                      <a:pt x="0" y="66"/>
                    </a:lnTo>
                    <a:lnTo>
                      <a:pt x="60" y="165"/>
                    </a:lnTo>
                    <a:lnTo>
                      <a:pt x="150" y="251"/>
                    </a:lnTo>
                    <a:lnTo>
                      <a:pt x="300" y="337"/>
                    </a:lnTo>
                    <a:lnTo>
                      <a:pt x="481" y="410"/>
                    </a:lnTo>
                    <a:lnTo>
                      <a:pt x="661" y="476"/>
                    </a:lnTo>
                    <a:lnTo>
                      <a:pt x="901" y="535"/>
                    </a:lnTo>
                    <a:lnTo>
                      <a:pt x="1141" y="588"/>
                    </a:lnTo>
                    <a:lnTo>
                      <a:pt x="1382" y="641"/>
                    </a:lnTo>
                    <a:lnTo>
                      <a:pt x="1652" y="680"/>
                    </a:lnTo>
                    <a:lnTo>
                      <a:pt x="1922" y="713"/>
                    </a:lnTo>
                    <a:lnTo>
                      <a:pt x="2223" y="740"/>
                    </a:lnTo>
                    <a:lnTo>
                      <a:pt x="2493" y="766"/>
                    </a:lnTo>
                    <a:lnTo>
                      <a:pt x="2763" y="779"/>
                    </a:lnTo>
                    <a:lnTo>
                      <a:pt x="3034" y="793"/>
                    </a:lnTo>
                    <a:lnTo>
                      <a:pt x="3274" y="799"/>
                    </a:lnTo>
                    <a:lnTo>
                      <a:pt x="3514" y="806"/>
                    </a:lnTo>
                    <a:lnTo>
                      <a:pt x="3574" y="806"/>
                    </a:lnTo>
                    <a:lnTo>
                      <a:pt x="4055" y="799"/>
                    </a:lnTo>
                    <a:lnTo>
                      <a:pt x="4355" y="793"/>
                    </a:lnTo>
                    <a:lnTo>
                      <a:pt x="4625" y="779"/>
                    </a:lnTo>
                    <a:lnTo>
                      <a:pt x="4926" y="766"/>
                    </a:lnTo>
                    <a:lnTo>
                      <a:pt x="5226" y="740"/>
                    </a:lnTo>
                    <a:lnTo>
                      <a:pt x="5526" y="713"/>
                    </a:lnTo>
                    <a:lnTo>
                      <a:pt x="5827" y="674"/>
                    </a:lnTo>
                    <a:lnTo>
                      <a:pt x="6097" y="628"/>
                    </a:lnTo>
                    <a:lnTo>
                      <a:pt x="6367" y="575"/>
                    </a:lnTo>
                    <a:lnTo>
                      <a:pt x="6608" y="509"/>
                    </a:lnTo>
                    <a:lnTo>
                      <a:pt x="6818" y="436"/>
                    </a:lnTo>
                    <a:lnTo>
                      <a:pt x="6998" y="344"/>
                    </a:lnTo>
                    <a:lnTo>
                      <a:pt x="7148" y="244"/>
                    </a:lnTo>
                    <a:lnTo>
                      <a:pt x="7238" y="132"/>
                    </a:lnTo>
                    <a:lnTo>
                      <a:pt x="7298" y="0"/>
                    </a:lnTo>
                    <a:close/>
                  </a:path>
                </a:pathLst>
              </a:custGeom>
              <a:solidFill>
                <a:srgbClr val="3E17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84"/>
              <p:cNvSpPr/>
              <p:nvPr/>
            </p:nvSpPr>
            <p:spPr>
              <a:xfrm rot="10800000">
                <a:off x="4680039" y="3293645"/>
                <a:ext cx="97661" cy="48461"/>
              </a:xfrm>
              <a:custGeom>
                <a:avLst/>
                <a:gdLst/>
                <a:ahLst/>
                <a:cxnLst/>
                <a:rect l="l" t="t" r="r" b="b"/>
                <a:pathLst>
                  <a:path w="7299" h="806" fill="none" extrusionOk="0">
                    <a:moveTo>
                      <a:pt x="3574" y="806"/>
                    </a:moveTo>
                    <a:lnTo>
                      <a:pt x="3574" y="806"/>
                    </a:lnTo>
                    <a:lnTo>
                      <a:pt x="4055" y="799"/>
                    </a:lnTo>
                    <a:lnTo>
                      <a:pt x="4355" y="793"/>
                    </a:lnTo>
                    <a:lnTo>
                      <a:pt x="4625" y="779"/>
                    </a:lnTo>
                    <a:lnTo>
                      <a:pt x="4926" y="766"/>
                    </a:lnTo>
                    <a:lnTo>
                      <a:pt x="5226" y="740"/>
                    </a:lnTo>
                    <a:lnTo>
                      <a:pt x="5526" y="713"/>
                    </a:lnTo>
                    <a:lnTo>
                      <a:pt x="5827" y="674"/>
                    </a:lnTo>
                    <a:lnTo>
                      <a:pt x="6097" y="628"/>
                    </a:lnTo>
                    <a:lnTo>
                      <a:pt x="6367" y="575"/>
                    </a:lnTo>
                    <a:lnTo>
                      <a:pt x="6608" y="509"/>
                    </a:lnTo>
                    <a:lnTo>
                      <a:pt x="6818" y="436"/>
                    </a:lnTo>
                    <a:lnTo>
                      <a:pt x="6998" y="344"/>
                    </a:lnTo>
                    <a:lnTo>
                      <a:pt x="7148" y="244"/>
                    </a:lnTo>
                    <a:lnTo>
                      <a:pt x="7238" y="132"/>
                    </a:lnTo>
                    <a:lnTo>
                      <a:pt x="7298" y="0"/>
                    </a:lnTo>
                    <a:lnTo>
                      <a:pt x="7298" y="0"/>
                    </a:lnTo>
                    <a:lnTo>
                      <a:pt x="2853" y="0"/>
                    </a:lnTo>
                    <a:lnTo>
                      <a:pt x="2853" y="0"/>
                    </a:lnTo>
                    <a:lnTo>
                      <a:pt x="0" y="0"/>
                    </a:lnTo>
                    <a:lnTo>
                      <a:pt x="0" y="66"/>
                    </a:lnTo>
                    <a:lnTo>
                      <a:pt x="0" y="66"/>
                    </a:lnTo>
                    <a:lnTo>
                      <a:pt x="60" y="165"/>
                    </a:lnTo>
                    <a:lnTo>
                      <a:pt x="150" y="251"/>
                    </a:lnTo>
                    <a:lnTo>
                      <a:pt x="300" y="337"/>
                    </a:lnTo>
                    <a:lnTo>
                      <a:pt x="481" y="410"/>
                    </a:lnTo>
                    <a:lnTo>
                      <a:pt x="661" y="476"/>
                    </a:lnTo>
                    <a:lnTo>
                      <a:pt x="901" y="535"/>
                    </a:lnTo>
                    <a:lnTo>
                      <a:pt x="1141" y="588"/>
                    </a:lnTo>
                    <a:lnTo>
                      <a:pt x="1382" y="641"/>
                    </a:lnTo>
                    <a:lnTo>
                      <a:pt x="1652" y="680"/>
                    </a:lnTo>
                    <a:lnTo>
                      <a:pt x="1922" y="713"/>
                    </a:lnTo>
                    <a:lnTo>
                      <a:pt x="2223" y="740"/>
                    </a:lnTo>
                    <a:lnTo>
                      <a:pt x="2493" y="766"/>
                    </a:lnTo>
                    <a:lnTo>
                      <a:pt x="2763" y="779"/>
                    </a:lnTo>
                    <a:lnTo>
                      <a:pt x="3034" y="793"/>
                    </a:lnTo>
                    <a:lnTo>
                      <a:pt x="3274" y="799"/>
                    </a:lnTo>
                    <a:lnTo>
                      <a:pt x="3514" y="806"/>
                    </a:lnTo>
                    <a:lnTo>
                      <a:pt x="3514" y="806"/>
                    </a:lnTo>
                    <a:lnTo>
                      <a:pt x="3574" y="80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84"/>
              <p:cNvSpPr/>
              <p:nvPr/>
            </p:nvSpPr>
            <p:spPr>
              <a:xfrm rot="10800000">
                <a:off x="4725450" y="3496987"/>
                <a:ext cx="52249" cy="52068"/>
              </a:xfrm>
              <a:custGeom>
                <a:avLst/>
                <a:gdLst/>
                <a:ahLst/>
                <a:cxnLst/>
                <a:rect l="l" t="t" r="r" b="b"/>
                <a:pathLst>
                  <a:path w="3905" h="866" extrusionOk="0">
                    <a:moveTo>
                      <a:pt x="0" y="1"/>
                    </a:moveTo>
                    <a:lnTo>
                      <a:pt x="0" y="866"/>
                    </a:lnTo>
                    <a:lnTo>
                      <a:pt x="3905" y="866"/>
                    </a:lnTo>
                    <a:lnTo>
                      <a:pt x="3905" y="840"/>
                    </a:lnTo>
                    <a:lnTo>
                      <a:pt x="3905" y="714"/>
                    </a:lnTo>
                    <a:lnTo>
                      <a:pt x="3844" y="608"/>
                    </a:lnTo>
                    <a:lnTo>
                      <a:pt x="3724" y="509"/>
                    </a:lnTo>
                    <a:lnTo>
                      <a:pt x="3574" y="417"/>
                    </a:lnTo>
                    <a:lnTo>
                      <a:pt x="3394" y="338"/>
                    </a:lnTo>
                    <a:lnTo>
                      <a:pt x="3154" y="272"/>
                    </a:lnTo>
                    <a:lnTo>
                      <a:pt x="2913" y="212"/>
                    </a:lnTo>
                    <a:lnTo>
                      <a:pt x="2643" y="166"/>
                    </a:lnTo>
                    <a:lnTo>
                      <a:pt x="2343" y="120"/>
                    </a:lnTo>
                    <a:lnTo>
                      <a:pt x="2042" y="87"/>
                    </a:lnTo>
                    <a:lnTo>
                      <a:pt x="1742" y="60"/>
                    </a:lnTo>
                    <a:lnTo>
                      <a:pt x="1412" y="34"/>
                    </a:lnTo>
                    <a:lnTo>
                      <a:pt x="1111" y="21"/>
                    </a:lnTo>
                    <a:lnTo>
                      <a:pt x="811" y="7"/>
                    </a:lnTo>
                    <a:lnTo>
                      <a:pt x="511" y="7"/>
                    </a:lnTo>
                    <a:lnTo>
                      <a:pt x="210" y="1"/>
                    </a:lnTo>
                    <a:close/>
                  </a:path>
                </a:pathLst>
              </a:custGeom>
              <a:solidFill>
                <a:srgbClr val="A47D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84"/>
              <p:cNvSpPr/>
              <p:nvPr/>
            </p:nvSpPr>
            <p:spPr>
              <a:xfrm rot="10800000">
                <a:off x="4725450" y="3496987"/>
                <a:ext cx="52249" cy="52068"/>
              </a:xfrm>
              <a:custGeom>
                <a:avLst/>
                <a:gdLst/>
                <a:ahLst/>
                <a:cxnLst/>
                <a:rect l="l" t="t" r="r" b="b"/>
                <a:pathLst>
                  <a:path w="3905" h="866" fill="none" extrusionOk="0">
                    <a:moveTo>
                      <a:pt x="0" y="866"/>
                    </a:moveTo>
                    <a:lnTo>
                      <a:pt x="3875" y="866"/>
                    </a:lnTo>
                    <a:lnTo>
                      <a:pt x="3875" y="866"/>
                    </a:lnTo>
                    <a:lnTo>
                      <a:pt x="3905" y="866"/>
                    </a:lnTo>
                    <a:lnTo>
                      <a:pt x="3905" y="866"/>
                    </a:lnTo>
                    <a:lnTo>
                      <a:pt x="3905" y="840"/>
                    </a:lnTo>
                    <a:lnTo>
                      <a:pt x="3905" y="840"/>
                    </a:lnTo>
                    <a:lnTo>
                      <a:pt x="3905" y="714"/>
                    </a:lnTo>
                    <a:lnTo>
                      <a:pt x="3844" y="608"/>
                    </a:lnTo>
                    <a:lnTo>
                      <a:pt x="3724" y="509"/>
                    </a:lnTo>
                    <a:lnTo>
                      <a:pt x="3574" y="417"/>
                    </a:lnTo>
                    <a:lnTo>
                      <a:pt x="3394" y="338"/>
                    </a:lnTo>
                    <a:lnTo>
                      <a:pt x="3154" y="272"/>
                    </a:lnTo>
                    <a:lnTo>
                      <a:pt x="2913" y="212"/>
                    </a:lnTo>
                    <a:lnTo>
                      <a:pt x="2643" y="166"/>
                    </a:lnTo>
                    <a:lnTo>
                      <a:pt x="2343" y="120"/>
                    </a:lnTo>
                    <a:lnTo>
                      <a:pt x="2042" y="87"/>
                    </a:lnTo>
                    <a:lnTo>
                      <a:pt x="1742" y="60"/>
                    </a:lnTo>
                    <a:lnTo>
                      <a:pt x="1412" y="34"/>
                    </a:lnTo>
                    <a:lnTo>
                      <a:pt x="1111" y="21"/>
                    </a:lnTo>
                    <a:lnTo>
                      <a:pt x="811" y="7"/>
                    </a:lnTo>
                    <a:lnTo>
                      <a:pt x="511" y="7"/>
                    </a:lnTo>
                    <a:lnTo>
                      <a:pt x="210" y="1"/>
                    </a:lnTo>
                    <a:lnTo>
                      <a:pt x="210" y="1"/>
                    </a:lnTo>
                    <a:lnTo>
                      <a:pt x="0" y="1"/>
                    </a:lnTo>
                    <a:lnTo>
                      <a:pt x="0" y="8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84"/>
              <p:cNvSpPr/>
              <p:nvPr/>
            </p:nvSpPr>
            <p:spPr>
              <a:xfrm rot="10800000">
                <a:off x="4275371" y="2648685"/>
                <a:ext cx="97674" cy="47318"/>
              </a:xfrm>
              <a:custGeom>
                <a:avLst/>
                <a:gdLst/>
                <a:ahLst/>
                <a:cxnLst/>
                <a:rect l="l" t="t" r="r" b="b"/>
                <a:pathLst>
                  <a:path w="7300" h="787" extrusionOk="0">
                    <a:moveTo>
                      <a:pt x="1" y="1"/>
                    </a:moveTo>
                    <a:lnTo>
                      <a:pt x="31" y="107"/>
                    </a:lnTo>
                    <a:lnTo>
                      <a:pt x="121" y="199"/>
                    </a:lnTo>
                    <a:lnTo>
                      <a:pt x="271" y="292"/>
                    </a:lnTo>
                    <a:lnTo>
                      <a:pt x="421" y="371"/>
                    </a:lnTo>
                    <a:lnTo>
                      <a:pt x="632" y="437"/>
                    </a:lnTo>
                    <a:lnTo>
                      <a:pt x="842" y="503"/>
                    </a:lnTo>
                    <a:lnTo>
                      <a:pt x="1082" y="562"/>
                    </a:lnTo>
                    <a:lnTo>
                      <a:pt x="1353" y="609"/>
                    </a:lnTo>
                    <a:lnTo>
                      <a:pt x="1623" y="655"/>
                    </a:lnTo>
                    <a:lnTo>
                      <a:pt x="1893" y="688"/>
                    </a:lnTo>
                    <a:lnTo>
                      <a:pt x="2194" y="721"/>
                    </a:lnTo>
                    <a:lnTo>
                      <a:pt x="2464" y="741"/>
                    </a:lnTo>
                    <a:lnTo>
                      <a:pt x="2764" y="761"/>
                    </a:lnTo>
                    <a:lnTo>
                      <a:pt x="3034" y="774"/>
                    </a:lnTo>
                    <a:lnTo>
                      <a:pt x="3275" y="780"/>
                    </a:lnTo>
                    <a:lnTo>
                      <a:pt x="3515" y="787"/>
                    </a:lnTo>
                    <a:lnTo>
                      <a:pt x="3575" y="787"/>
                    </a:lnTo>
                    <a:lnTo>
                      <a:pt x="4086" y="780"/>
                    </a:lnTo>
                    <a:lnTo>
                      <a:pt x="4356" y="774"/>
                    </a:lnTo>
                    <a:lnTo>
                      <a:pt x="4626" y="761"/>
                    </a:lnTo>
                    <a:lnTo>
                      <a:pt x="4927" y="747"/>
                    </a:lnTo>
                    <a:lnTo>
                      <a:pt x="5227" y="721"/>
                    </a:lnTo>
                    <a:lnTo>
                      <a:pt x="5527" y="695"/>
                    </a:lnTo>
                    <a:lnTo>
                      <a:pt x="5828" y="661"/>
                    </a:lnTo>
                    <a:lnTo>
                      <a:pt x="6098" y="615"/>
                    </a:lnTo>
                    <a:lnTo>
                      <a:pt x="6368" y="562"/>
                    </a:lnTo>
                    <a:lnTo>
                      <a:pt x="6609" y="496"/>
                    </a:lnTo>
                    <a:lnTo>
                      <a:pt x="6819" y="424"/>
                    </a:lnTo>
                    <a:lnTo>
                      <a:pt x="6999" y="338"/>
                    </a:lnTo>
                    <a:lnTo>
                      <a:pt x="7149" y="239"/>
                    </a:lnTo>
                    <a:lnTo>
                      <a:pt x="7239" y="126"/>
                    </a:lnTo>
                    <a:lnTo>
                      <a:pt x="7299" y="1"/>
                    </a:lnTo>
                    <a:close/>
                  </a:path>
                </a:pathLst>
              </a:custGeom>
              <a:solidFill>
                <a:srgbClr val="FFCA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84"/>
              <p:cNvSpPr/>
              <p:nvPr/>
            </p:nvSpPr>
            <p:spPr>
              <a:xfrm rot="10800000">
                <a:off x="4275371" y="2648685"/>
                <a:ext cx="97674" cy="47318"/>
              </a:xfrm>
              <a:custGeom>
                <a:avLst/>
                <a:gdLst/>
                <a:ahLst/>
                <a:cxnLst/>
                <a:rect l="l" t="t" r="r" b="b"/>
                <a:pathLst>
                  <a:path w="7300" h="787" fill="none" extrusionOk="0">
                    <a:moveTo>
                      <a:pt x="3575" y="787"/>
                    </a:moveTo>
                    <a:lnTo>
                      <a:pt x="3575" y="787"/>
                    </a:lnTo>
                    <a:lnTo>
                      <a:pt x="4086" y="780"/>
                    </a:lnTo>
                    <a:lnTo>
                      <a:pt x="4356" y="774"/>
                    </a:lnTo>
                    <a:lnTo>
                      <a:pt x="4626" y="761"/>
                    </a:lnTo>
                    <a:lnTo>
                      <a:pt x="4927" y="747"/>
                    </a:lnTo>
                    <a:lnTo>
                      <a:pt x="5227" y="721"/>
                    </a:lnTo>
                    <a:lnTo>
                      <a:pt x="5527" y="695"/>
                    </a:lnTo>
                    <a:lnTo>
                      <a:pt x="5828" y="661"/>
                    </a:lnTo>
                    <a:lnTo>
                      <a:pt x="6098" y="615"/>
                    </a:lnTo>
                    <a:lnTo>
                      <a:pt x="6368" y="562"/>
                    </a:lnTo>
                    <a:lnTo>
                      <a:pt x="6609" y="496"/>
                    </a:lnTo>
                    <a:lnTo>
                      <a:pt x="6819" y="424"/>
                    </a:lnTo>
                    <a:lnTo>
                      <a:pt x="6999" y="338"/>
                    </a:lnTo>
                    <a:lnTo>
                      <a:pt x="7149" y="239"/>
                    </a:lnTo>
                    <a:lnTo>
                      <a:pt x="7239" y="126"/>
                    </a:lnTo>
                    <a:lnTo>
                      <a:pt x="7299" y="1"/>
                    </a:lnTo>
                    <a:lnTo>
                      <a:pt x="1" y="1"/>
                    </a:lnTo>
                    <a:lnTo>
                      <a:pt x="1" y="1"/>
                    </a:lnTo>
                    <a:lnTo>
                      <a:pt x="1" y="1"/>
                    </a:lnTo>
                    <a:lnTo>
                      <a:pt x="31" y="107"/>
                    </a:lnTo>
                    <a:lnTo>
                      <a:pt x="121" y="199"/>
                    </a:lnTo>
                    <a:lnTo>
                      <a:pt x="271" y="292"/>
                    </a:lnTo>
                    <a:lnTo>
                      <a:pt x="421" y="371"/>
                    </a:lnTo>
                    <a:lnTo>
                      <a:pt x="632" y="437"/>
                    </a:lnTo>
                    <a:lnTo>
                      <a:pt x="842" y="503"/>
                    </a:lnTo>
                    <a:lnTo>
                      <a:pt x="1082" y="562"/>
                    </a:lnTo>
                    <a:lnTo>
                      <a:pt x="1353" y="609"/>
                    </a:lnTo>
                    <a:lnTo>
                      <a:pt x="1623" y="655"/>
                    </a:lnTo>
                    <a:lnTo>
                      <a:pt x="1893" y="688"/>
                    </a:lnTo>
                    <a:lnTo>
                      <a:pt x="2194" y="721"/>
                    </a:lnTo>
                    <a:lnTo>
                      <a:pt x="2464" y="741"/>
                    </a:lnTo>
                    <a:lnTo>
                      <a:pt x="2764" y="761"/>
                    </a:lnTo>
                    <a:lnTo>
                      <a:pt x="3034" y="774"/>
                    </a:lnTo>
                    <a:lnTo>
                      <a:pt x="3275" y="780"/>
                    </a:lnTo>
                    <a:lnTo>
                      <a:pt x="3515" y="787"/>
                    </a:lnTo>
                    <a:lnTo>
                      <a:pt x="3515" y="787"/>
                    </a:lnTo>
                    <a:lnTo>
                      <a:pt x="3575" y="78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84"/>
              <p:cNvSpPr/>
              <p:nvPr/>
            </p:nvSpPr>
            <p:spPr>
              <a:xfrm rot="10800000">
                <a:off x="4275371" y="2695944"/>
                <a:ext cx="97674" cy="53271"/>
              </a:xfrm>
              <a:custGeom>
                <a:avLst/>
                <a:gdLst/>
                <a:ahLst/>
                <a:cxnLst/>
                <a:rect l="l" t="t" r="r" b="b"/>
                <a:pathLst>
                  <a:path w="7300" h="886" extrusionOk="0">
                    <a:moveTo>
                      <a:pt x="3605" y="1"/>
                    </a:moveTo>
                    <a:lnTo>
                      <a:pt x="3155" y="7"/>
                    </a:lnTo>
                    <a:lnTo>
                      <a:pt x="2644" y="21"/>
                    </a:lnTo>
                    <a:lnTo>
                      <a:pt x="2133" y="54"/>
                    </a:lnTo>
                    <a:lnTo>
                      <a:pt x="1863" y="73"/>
                    </a:lnTo>
                    <a:lnTo>
                      <a:pt x="1623" y="93"/>
                    </a:lnTo>
                    <a:lnTo>
                      <a:pt x="1353" y="126"/>
                    </a:lnTo>
                    <a:lnTo>
                      <a:pt x="1142" y="166"/>
                    </a:lnTo>
                    <a:lnTo>
                      <a:pt x="902" y="206"/>
                    </a:lnTo>
                    <a:lnTo>
                      <a:pt x="692" y="258"/>
                    </a:lnTo>
                    <a:lnTo>
                      <a:pt x="512" y="318"/>
                    </a:lnTo>
                    <a:lnTo>
                      <a:pt x="361" y="384"/>
                    </a:lnTo>
                    <a:lnTo>
                      <a:pt x="211" y="463"/>
                    </a:lnTo>
                    <a:lnTo>
                      <a:pt x="121" y="556"/>
                    </a:lnTo>
                    <a:lnTo>
                      <a:pt x="31" y="655"/>
                    </a:lnTo>
                    <a:lnTo>
                      <a:pt x="1" y="767"/>
                    </a:lnTo>
                    <a:lnTo>
                      <a:pt x="1" y="886"/>
                    </a:lnTo>
                    <a:lnTo>
                      <a:pt x="7299" y="886"/>
                    </a:lnTo>
                    <a:lnTo>
                      <a:pt x="7299" y="840"/>
                    </a:lnTo>
                    <a:lnTo>
                      <a:pt x="7299" y="714"/>
                    </a:lnTo>
                    <a:lnTo>
                      <a:pt x="7239" y="609"/>
                    </a:lnTo>
                    <a:lnTo>
                      <a:pt x="7119" y="509"/>
                    </a:lnTo>
                    <a:lnTo>
                      <a:pt x="6969" y="417"/>
                    </a:lnTo>
                    <a:lnTo>
                      <a:pt x="6789" y="338"/>
                    </a:lnTo>
                    <a:lnTo>
                      <a:pt x="6549" y="272"/>
                    </a:lnTo>
                    <a:lnTo>
                      <a:pt x="6308" y="212"/>
                    </a:lnTo>
                    <a:lnTo>
                      <a:pt x="6038" y="166"/>
                    </a:lnTo>
                    <a:lnTo>
                      <a:pt x="5738" y="120"/>
                    </a:lnTo>
                    <a:lnTo>
                      <a:pt x="5437" y="87"/>
                    </a:lnTo>
                    <a:lnTo>
                      <a:pt x="5137" y="60"/>
                    </a:lnTo>
                    <a:lnTo>
                      <a:pt x="4807" y="34"/>
                    </a:lnTo>
                    <a:lnTo>
                      <a:pt x="4506" y="21"/>
                    </a:lnTo>
                    <a:lnTo>
                      <a:pt x="4206" y="7"/>
                    </a:lnTo>
                    <a:lnTo>
                      <a:pt x="3905" y="7"/>
                    </a:lnTo>
                    <a:lnTo>
                      <a:pt x="3605" y="1"/>
                    </a:lnTo>
                    <a:close/>
                  </a:path>
                </a:pathLst>
              </a:custGeom>
              <a:solidFill>
                <a:srgbClr val="FFAF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84"/>
              <p:cNvSpPr/>
              <p:nvPr/>
            </p:nvSpPr>
            <p:spPr>
              <a:xfrm rot="10800000">
                <a:off x="4275371" y="2695944"/>
                <a:ext cx="97674" cy="53271"/>
              </a:xfrm>
              <a:custGeom>
                <a:avLst/>
                <a:gdLst/>
                <a:ahLst/>
                <a:cxnLst/>
                <a:rect l="l" t="t" r="r" b="b"/>
                <a:pathLst>
                  <a:path w="7300" h="886" fill="none" extrusionOk="0">
                    <a:moveTo>
                      <a:pt x="1" y="886"/>
                    </a:moveTo>
                    <a:lnTo>
                      <a:pt x="7299" y="886"/>
                    </a:lnTo>
                    <a:lnTo>
                      <a:pt x="7299" y="886"/>
                    </a:lnTo>
                    <a:lnTo>
                      <a:pt x="7299" y="840"/>
                    </a:lnTo>
                    <a:lnTo>
                      <a:pt x="7299" y="840"/>
                    </a:lnTo>
                    <a:lnTo>
                      <a:pt x="7299" y="714"/>
                    </a:lnTo>
                    <a:lnTo>
                      <a:pt x="7239" y="609"/>
                    </a:lnTo>
                    <a:lnTo>
                      <a:pt x="7119" y="509"/>
                    </a:lnTo>
                    <a:lnTo>
                      <a:pt x="6969" y="417"/>
                    </a:lnTo>
                    <a:lnTo>
                      <a:pt x="6789" y="338"/>
                    </a:lnTo>
                    <a:lnTo>
                      <a:pt x="6549" y="272"/>
                    </a:lnTo>
                    <a:lnTo>
                      <a:pt x="6308" y="212"/>
                    </a:lnTo>
                    <a:lnTo>
                      <a:pt x="6038" y="166"/>
                    </a:lnTo>
                    <a:lnTo>
                      <a:pt x="5738" y="120"/>
                    </a:lnTo>
                    <a:lnTo>
                      <a:pt x="5437" y="87"/>
                    </a:lnTo>
                    <a:lnTo>
                      <a:pt x="5137" y="60"/>
                    </a:lnTo>
                    <a:lnTo>
                      <a:pt x="4807" y="34"/>
                    </a:lnTo>
                    <a:lnTo>
                      <a:pt x="4506" y="21"/>
                    </a:lnTo>
                    <a:lnTo>
                      <a:pt x="4206" y="7"/>
                    </a:lnTo>
                    <a:lnTo>
                      <a:pt x="3905" y="7"/>
                    </a:lnTo>
                    <a:lnTo>
                      <a:pt x="3605" y="1"/>
                    </a:lnTo>
                    <a:lnTo>
                      <a:pt x="3605" y="1"/>
                    </a:lnTo>
                    <a:lnTo>
                      <a:pt x="3155" y="7"/>
                    </a:lnTo>
                    <a:lnTo>
                      <a:pt x="3155" y="7"/>
                    </a:lnTo>
                    <a:lnTo>
                      <a:pt x="2644" y="21"/>
                    </a:lnTo>
                    <a:lnTo>
                      <a:pt x="2133" y="54"/>
                    </a:lnTo>
                    <a:lnTo>
                      <a:pt x="1863" y="73"/>
                    </a:lnTo>
                    <a:lnTo>
                      <a:pt x="1623" y="93"/>
                    </a:lnTo>
                    <a:lnTo>
                      <a:pt x="1353" y="126"/>
                    </a:lnTo>
                    <a:lnTo>
                      <a:pt x="1142" y="166"/>
                    </a:lnTo>
                    <a:lnTo>
                      <a:pt x="902" y="206"/>
                    </a:lnTo>
                    <a:lnTo>
                      <a:pt x="692" y="258"/>
                    </a:lnTo>
                    <a:lnTo>
                      <a:pt x="512" y="318"/>
                    </a:lnTo>
                    <a:lnTo>
                      <a:pt x="361" y="384"/>
                    </a:lnTo>
                    <a:lnTo>
                      <a:pt x="211" y="463"/>
                    </a:lnTo>
                    <a:lnTo>
                      <a:pt x="121" y="556"/>
                    </a:lnTo>
                    <a:lnTo>
                      <a:pt x="31" y="655"/>
                    </a:lnTo>
                    <a:lnTo>
                      <a:pt x="1" y="767"/>
                    </a:lnTo>
                    <a:lnTo>
                      <a:pt x="1" y="88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84"/>
              <p:cNvSpPr/>
              <p:nvPr/>
            </p:nvSpPr>
            <p:spPr>
              <a:xfrm rot="10800000">
                <a:off x="4373031" y="2695944"/>
                <a:ext cx="13" cy="60"/>
              </a:xfrm>
              <a:custGeom>
                <a:avLst/>
                <a:gdLst/>
                <a:ahLst/>
                <a:cxnLst/>
                <a:rect l="l" t="t" r="r" b="b"/>
                <a:pathLst>
                  <a:path w="1" h="1" extrusionOk="0">
                    <a:moveTo>
                      <a:pt x="1" y="1"/>
                    </a:moveTo>
                    <a:lnTo>
                      <a:pt x="1" y="1"/>
                    </a:lnTo>
                    <a:lnTo>
                      <a:pt x="1" y="1"/>
                    </a:lnTo>
                    <a:lnTo>
                      <a:pt x="1" y="1"/>
                    </a:lnTo>
                    <a:lnTo>
                      <a:pt x="1" y="1"/>
                    </a:lnTo>
                    <a:close/>
                  </a:path>
                </a:pathLst>
              </a:custGeom>
              <a:solidFill>
                <a:srgbClr val="FFAF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84"/>
              <p:cNvSpPr/>
              <p:nvPr/>
            </p:nvSpPr>
            <p:spPr>
              <a:xfrm rot="10800000">
                <a:off x="4373031" y="2695944"/>
                <a:ext cx="13" cy="60"/>
              </a:xfrm>
              <a:custGeom>
                <a:avLst/>
                <a:gdLst/>
                <a:ahLst/>
                <a:cxnLst/>
                <a:rect l="l" t="t" r="r" b="b"/>
                <a:pathLst>
                  <a:path w="1" h="1" fill="none" extrusionOk="0">
                    <a:moveTo>
                      <a:pt x="1" y="1"/>
                    </a:moveTo>
                    <a:lnTo>
                      <a:pt x="1" y="1"/>
                    </a:lnTo>
                    <a:lnTo>
                      <a:pt x="1" y="1"/>
                    </a:lnTo>
                    <a:lnTo>
                      <a:pt x="1"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84"/>
              <p:cNvSpPr/>
              <p:nvPr/>
            </p:nvSpPr>
            <p:spPr>
              <a:xfrm rot="10800000">
                <a:off x="4373031" y="2695944"/>
                <a:ext cx="415" cy="7155"/>
              </a:xfrm>
              <a:custGeom>
                <a:avLst/>
                <a:gdLst/>
                <a:ahLst/>
                <a:cxnLst/>
                <a:rect l="l" t="t" r="r" b="b"/>
                <a:pathLst>
                  <a:path w="31" h="119" extrusionOk="0">
                    <a:moveTo>
                      <a:pt x="31" y="0"/>
                    </a:moveTo>
                    <a:lnTo>
                      <a:pt x="1" y="26"/>
                    </a:lnTo>
                    <a:lnTo>
                      <a:pt x="31" y="119"/>
                    </a:lnTo>
                    <a:lnTo>
                      <a:pt x="31" y="0"/>
                    </a:lnTo>
                    <a:close/>
                  </a:path>
                </a:pathLst>
              </a:custGeom>
              <a:solidFill>
                <a:srgbClr val="FF98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84"/>
              <p:cNvSpPr/>
              <p:nvPr/>
            </p:nvSpPr>
            <p:spPr>
              <a:xfrm rot="10800000">
                <a:off x="4373031" y="2695944"/>
                <a:ext cx="415" cy="7155"/>
              </a:xfrm>
              <a:custGeom>
                <a:avLst/>
                <a:gdLst/>
                <a:ahLst/>
                <a:cxnLst/>
                <a:rect l="l" t="t" r="r" b="b"/>
                <a:pathLst>
                  <a:path w="31" h="119" fill="none" extrusionOk="0">
                    <a:moveTo>
                      <a:pt x="31" y="119"/>
                    </a:moveTo>
                    <a:lnTo>
                      <a:pt x="31" y="119"/>
                    </a:lnTo>
                    <a:lnTo>
                      <a:pt x="31" y="0"/>
                    </a:lnTo>
                    <a:lnTo>
                      <a:pt x="31" y="0"/>
                    </a:lnTo>
                    <a:lnTo>
                      <a:pt x="1" y="26"/>
                    </a:lnTo>
                    <a:lnTo>
                      <a:pt x="1" y="26"/>
                    </a:lnTo>
                    <a:lnTo>
                      <a:pt x="31" y="1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84"/>
              <p:cNvSpPr/>
              <p:nvPr/>
            </p:nvSpPr>
            <p:spPr>
              <a:xfrm rot="10800000">
                <a:off x="4422455" y="3095052"/>
                <a:ext cx="50643" cy="55255"/>
              </a:xfrm>
              <a:custGeom>
                <a:avLst/>
                <a:gdLst/>
                <a:ahLst/>
                <a:cxnLst/>
                <a:rect l="l" t="t" r="r" b="b"/>
                <a:pathLst>
                  <a:path w="3785" h="919" extrusionOk="0">
                    <a:moveTo>
                      <a:pt x="3785" y="0"/>
                    </a:moveTo>
                    <a:lnTo>
                      <a:pt x="3454" y="14"/>
                    </a:lnTo>
                    <a:lnTo>
                      <a:pt x="3124" y="33"/>
                    </a:lnTo>
                    <a:lnTo>
                      <a:pt x="2734" y="40"/>
                    </a:lnTo>
                    <a:lnTo>
                      <a:pt x="2313" y="47"/>
                    </a:lnTo>
                    <a:lnTo>
                      <a:pt x="0" y="47"/>
                    </a:lnTo>
                    <a:lnTo>
                      <a:pt x="0" y="826"/>
                    </a:lnTo>
                    <a:lnTo>
                      <a:pt x="30" y="919"/>
                    </a:lnTo>
                    <a:lnTo>
                      <a:pt x="60" y="919"/>
                    </a:lnTo>
                    <a:lnTo>
                      <a:pt x="571" y="912"/>
                    </a:lnTo>
                    <a:lnTo>
                      <a:pt x="841" y="905"/>
                    </a:lnTo>
                    <a:lnTo>
                      <a:pt x="1142" y="892"/>
                    </a:lnTo>
                    <a:lnTo>
                      <a:pt x="1442" y="879"/>
                    </a:lnTo>
                    <a:lnTo>
                      <a:pt x="1742" y="853"/>
                    </a:lnTo>
                    <a:lnTo>
                      <a:pt x="2043" y="820"/>
                    </a:lnTo>
                    <a:lnTo>
                      <a:pt x="2343" y="786"/>
                    </a:lnTo>
                    <a:lnTo>
                      <a:pt x="2613" y="740"/>
                    </a:lnTo>
                    <a:lnTo>
                      <a:pt x="2884" y="681"/>
                    </a:lnTo>
                    <a:lnTo>
                      <a:pt x="3124" y="615"/>
                    </a:lnTo>
                    <a:lnTo>
                      <a:pt x="3334" y="535"/>
                    </a:lnTo>
                    <a:lnTo>
                      <a:pt x="3514" y="443"/>
                    </a:lnTo>
                    <a:lnTo>
                      <a:pt x="3665" y="337"/>
                    </a:lnTo>
                    <a:lnTo>
                      <a:pt x="3755" y="218"/>
                    </a:lnTo>
                    <a:lnTo>
                      <a:pt x="3785" y="86"/>
                    </a:lnTo>
                    <a:lnTo>
                      <a:pt x="3785" y="0"/>
                    </a:lnTo>
                    <a:close/>
                  </a:path>
                </a:pathLst>
              </a:custGeom>
              <a:solidFill>
                <a:srgbClr val="0089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84"/>
              <p:cNvSpPr/>
              <p:nvPr/>
            </p:nvSpPr>
            <p:spPr>
              <a:xfrm rot="10800000">
                <a:off x="4422455" y="3095052"/>
                <a:ext cx="50643" cy="55255"/>
              </a:xfrm>
              <a:custGeom>
                <a:avLst/>
                <a:gdLst/>
                <a:ahLst/>
                <a:cxnLst/>
                <a:rect l="l" t="t" r="r" b="b"/>
                <a:pathLst>
                  <a:path w="3785" h="919" fill="none" extrusionOk="0">
                    <a:moveTo>
                      <a:pt x="60" y="919"/>
                    </a:moveTo>
                    <a:lnTo>
                      <a:pt x="60" y="919"/>
                    </a:lnTo>
                    <a:lnTo>
                      <a:pt x="571" y="912"/>
                    </a:lnTo>
                    <a:lnTo>
                      <a:pt x="841" y="905"/>
                    </a:lnTo>
                    <a:lnTo>
                      <a:pt x="1142" y="892"/>
                    </a:lnTo>
                    <a:lnTo>
                      <a:pt x="1442" y="879"/>
                    </a:lnTo>
                    <a:lnTo>
                      <a:pt x="1742" y="853"/>
                    </a:lnTo>
                    <a:lnTo>
                      <a:pt x="2043" y="820"/>
                    </a:lnTo>
                    <a:lnTo>
                      <a:pt x="2343" y="786"/>
                    </a:lnTo>
                    <a:lnTo>
                      <a:pt x="2613" y="740"/>
                    </a:lnTo>
                    <a:lnTo>
                      <a:pt x="2884" y="681"/>
                    </a:lnTo>
                    <a:lnTo>
                      <a:pt x="3124" y="615"/>
                    </a:lnTo>
                    <a:lnTo>
                      <a:pt x="3334" y="535"/>
                    </a:lnTo>
                    <a:lnTo>
                      <a:pt x="3514" y="443"/>
                    </a:lnTo>
                    <a:lnTo>
                      <a:pt x="3665" y="337"/>
                    </a:lnTo>
                    <a:lnTo>
                      <a:pt x="3755" y="218"/>
                    </a:lnTo>
                    <a:lnTo>
                      <a:pt x="3785" y="86"/>
                    </a:lnTo>
                    <a:lnTo>
                      <a:pt x="3785" y="86"/>
                    </a:lnTo>
                    <a:lnTo>
                      <a:pt x="3785" y="0"/>
                    </a:lnTo>
                    <a:lnTo>
                      <a:pt x="3785" y="0"/>
                    </a:lnTo>
                    <a:lnTo>
                      <a:pt x="3454" y="14"/>
                    </a:lnTo>
                    <a:lnTo>
                      <a:pt x="3124" y="33"/>
                    </a:lnTo>
                    <a:lnTo>
                      <a:pt x="2734" y="40"/>
                    </a:lnTo>
                    <a:lnTo>
                      <a:pt x="2313" y="47"/>
                    </a:lnTo>
                    <a:lnTo>
                      <a:pt x="2313" y="47"/>
                    </a:lnTo>
                    <a:lnTo>
                      <a:pt x="2133" y="47"/>
                    </a:lnTo>
                    <a:lnTo>
                      <a:pt x="2133" y="47"/>
                    </a:lnTo>
                    <a:lnTo>
                      <a:pt x="1953" y="47"/>
                    </a:lnTo>
                    <a:lnTo>
                      <a:pt x="0" y="47"/>
                    </a:lnTo>
                    <a:lnTo>
                      <a:pt x="0" y="826"/>
                    </a:lnTo>
                    <a:lnTo>
                      <a:pt x="0" y="826"/>
                    </a:lnTo>
                    <a:lnTo>
                      <a:pt x="30" y="919"/>
                    </a:lnTo>
                    <a:lnTo>
                      <a:pt x="30" y="919"/>
                    </a:lnTo>
                    <a:lnTo>
                      <a:pt x="60" y="9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84"/>
              <p:cNvSpPr/>
              <p:nvPr/>
            </p:nvSpPr>
            <p:spPr>
              <a:xfrm rot="10800000">
                <a:off x="4619763" y="2695943"/>
                <a:ext cx="101688" cy="199374"/>
              </a:xfrm>
              <a:custGeom>
                <a:avLst/>
                <a:gdLst/>
                <a:ahLst/>
                <a:cxnLst/>
                <a:rect l="l" t="t" r="r" b="b"/>
                <a:pathLst>
                  <a:path w="7600" h="3316" extrusionOk="0">
                    <a:moveTo>
                      <a:pt x="3125" y="0"/>
                    </a:moveTo>
                    <a:lnTo>
                      <a:pt x="2854" y="13"/>
                    </a:lnTo>
                    <a:lnTo>
                      <a:pt x="2584" y="20"/>
                    </a:lnTo>
                    <a:lnTo>
                      <a:pt x="2314" y="40"/>
                    </a:lnTo>
                    <a:lnTo>
                      <a:pt x="2043" y="60"/>
                    </a:lnTo>
                    <a:lnTo>
                      <a:pt x="1803" y="86"/>
                    </a:lnTo>
                    <a:lnTo>
                      <a:pt x="1563" y="119"/>
                    </a:lnTo>
                    <a:lnTo>
                      <a:pt x="1322" y="152"/>
                    </a:lnTo>
                    <a:lnTo>
                      <a:pt x="1112" y="198"/>
                    </a:lnTo>
                    <a:lnTo>
                      <a:pt x="902" y="244"/>
                    </a:lnTo>
                    <a:lnTo>
                      <a:pt x="722" y="297"/>
                    </a:lnTo>
                    <a:lnTo>
                      <a:pt x="542" y="363"/>
                    </a:lnTo>
                    <a:lnTo>
                      <a:pt x="391" y="436"/>
                    </a:lnTo>
                    <a:lnTo>
                      <a:pt x="241" y="515"/>
                    </a:lnTo>
                    <a:lnTo>
                      <a:pt x="151" y="601"/>
                    </a:lnTo>
                    <a:lnTo>
                      <a:pt x="61" y="687"/>
                    </a:lnTo>
                    <a:lnTo>
                      <a:pt x="1" y="779"/>
                    </a:lnTo>
                    <a:lnTo>
                      <a:pt x="1" y="978"/>
                    </a:lnTo>
                    <a:lnTo>
                      <a:pt x="1" y="1440"/>
                    </a:lnTo>
                    <a:lnTo>
                      <a:pt x="31" y="1513"/>
                    </a:lnTo>
                    <a:lnTo>
                      <a:pt x="1" y="1585"/>
                    </a:lnTo>
                    <a:lnTo>
                      <a:pt x="1" y="3270"/>
                    </a:lnTo>
                    <a:lnTo>
                      <a:pt x="1" y="3316"/>
                    </a:lnTo>
                    <a:lnTo>
                      <a:pt x="7600" y="3316"/>
                    </a:lnTo>
                    <a:lnTo>
                      <a:pt x="7600" y="3065"/>
                    </a:lnTo>
                    <a:lnTo>
                      <a:pt x="7329" y="2999"/>
                    </a:lnTo>
                    <a:lnTo>
                      <a:pt x="7119" y="2933"/>
                    </a:lnTo>
                    <a:lnTo>
                      <a:pt x="6939" y="2860"/>
                    </a:lnTo>
                    <a:lnTo>
                      <a:pt x="6789" y="2788"/>
                    </a:lnTo>
                    <a:lnTo>
                      <a:pt x="6669" y="2715"/>
                    </a:lnTo>
                    <a:lnTo>
                      <a:pt x="6609" y="2649"/>
                    </a:lnTo>
                    <a:lnTo>
                      <a:pt x="6548" y="2583"/>
                    </a:lnTo>
                    <a:lnTo>
                      <a:pt x="6548" y="2523"/>
                    </a:lnTo>
                    <a:lnTo>
                      <a:pt x="6548" y="2451"/>
                    </a:lnTo>
                    <a:lnTo>
                      <a:pt x="6579" y="2378"/>
                    </a:lnTo>
                    <a:lnTo>
                      <a:pt x="6639" y="2299"/>
                    </a:lnTo>
                    <a:lnTo>
                      <a:pt x="6729" y="2213"/>
                    </a:lnTo>
                    <a:lnTo>
                      <a:pt x="6849" y="2127"/>
                    </a:lnTo>
                    <a:lnTo>
                      <a:pt x="7029" y="2041"/>
                    </a:lnTo>
                    <a:lnTo>
                      <a:pt x="7269" y="1962"/>
                    </a:lnTo>
                    <a:lnTo>
                      <a:pt x="7419" y="1922"/>
                    </a:lnTo>
                    <a:lnTo>
                      <a:pt x="7600" y="1883"/>
                    </a:lnTo>
                    <a:lnTo>
                      <a:pt x="7600" y="1612"/>
                    </a:lnTo>
                    <a:lnTo>
                      <a:pt x="7329" y="1605"/>
                    </a:lnTo>
                    <a:lnTo>
                      <a:pt x="7059" y="1599"/>
                    </a:lnTo>
                    <a:lnTo>
                      <a:pt x="6759" y="1585"/>
                    </a:lnTo>
                    <a:lnTo>
                      <a:pt x="6488" y="1566"/>
                    </a:lnTo>
                    <a:lnTo>
                      <a:pt x="6188" y="1546"/>
                    </a:lnTo>
                    <a:lnTo>
                      <a:pt x="5888" y="1519"/>
                    </a:lnTo>
                    <a:lnTo>
                      <a:pt x="5587" y="1486"/>
                    </a:lnTo>
                    <a:lnTo>
                      <a:pt x="5287" y="1447"/>
                    </a:lnTo>
                    <a:lnTo>
                      <a:pt x="5107" y="1420"/>
                    </a:lnTo>
                    <a:lnTo>
                      <a:pt x="4927" y="1387"/>
                    </a:lnTo>
                    <a:lnTo>
                      <a:pt x="4746" y="1354"/>
                    </a:lnTo>
                    <a:lnTo>
                      <a:pt x="4596" y="1315"/>
                    </a:lnTo>
                    <a:lnTo>
                      <a:pt x="4476" y="1275"/>
                    </a:lnTo>
                    <a:lnTo>
                      <a:pt x="4356" y="1229"/>
                    </a:lnTo>
                    <a:lnTo>
                      <a:pt x="4176" y="1136"/>
                    </a:lnTo>
                    <a:lnTo>
                      <a:pt x="4026" y="1037"/>
                    </a:lnTo>
                    <a:lnTo>
                      <a:pt x="3935" y="931"/>
                    </a:lnTo>
                    <a:lnTo>
                      <a:pt x="3905" y="819"/>
                    </a:lnTo>
                    <a:lnTo>
                      <a:pt x="3935" y="713"/>
                    </a:lnTo>
                    <a:lnTo>
                      <a:pt x="3935" y="7"/>
                    </a:lnTo>
                    <a:lnTo>
                      <a:pt x="3845" y="0"/>
                    </a:lnTo>
                    <a:close/>
                  </a:path>
                </a:pathLst>
              </a:custGeom>
              <a:solidFill>
                <a:srgbClr val="73B5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84"/>
              <p:cNvSpPr/>
              <p:nvPr/>
            </p:nvSpPr>
            <p:spPr>
              <a:xfrm rot="10800000">
                <a:off x="4619763" y="2695943"/>
                <a:ext cx="101688" cy="199374"/>
              </a:xfrm>
              <a:custGeom>
                <a:avLst/>
                <a:gdLst/>
                <a:ahLst/>
                <a:cxnLst/>
                <a:rect l="l" t="t" r="r" b="b"/>
                <a:pathLst>
                  <a:path w="7600" h="3316" fill="none" extrusionOk="0">
                    <a:moveTo>
                      <a:pt x="7600" y="3316"/>
                    </a:moveTo>
                    <a:lnTo>
                      <a:pt x="7600" y="3065"/>
                    </a:lnTo>
                    <a:lnTo>
                      <a:pt x="7600" y="3065"/>
                    </a:lnTo>
                    <a:lnTo>
                      <a:pt x="7329" y="2999"/>
                    </a:lnTo>
                    <a:lnTo>
                      <a:pt x="7119" y="2933"/>
                    </a:lnTo>
                    <a:lnTo>
                      <a:pt x="6939" y="2860"/>
                    </a:lnTo>
                    <a:lnTo>
                      <a:pt x="6789" y="2788"/>
                    </a:lnTo>
                    <a:lnTo>
                      <a:pt x="6669" y="2715"/>
                    </a:lnTo>
                    <a:lnTo>
                      <a:pt x="6609" y="2649"/>
                    </a:lnTo>
                    <a:lnTo>
                      <a:pt x="6548" y="2583"/>
                    </a:lnTo>
                    <a:lnTo>
                      <a:pt x="6548" y="2523"/>
                    </a:lnTo>
                    <a:lnTo>
                      <a:pt x="6548" y="2523"/>
                    </a:lnTo>
                    <a:lnTo>
                      <a:pt x="6548" y="2451"/>
                    </a:lnTo>
                    <a:lnTo>
                      <a:pt x="6579" y="2378"/>
                    </a:lnTo>
                    <a:lnTo>
                      <a:pt x="6639" y="2299"/>
                    </a:lnTo>
                    <a:lnTo>
                      <a:pt x="6729" y="2213"/>
                    </a:lnTo>
                    <a:lnTo>
                      <a:pt x="6849" y="2127"/>
                    </a:lnTo>
                    <a:lnTo>
                      <a:pt x="7029" y="2041"/>
                    </a:lnTo>
                    <a:lnTo>
                      <a:pt x="7269" y="1962"/>
                    </a:lnTo>
                    <a:lnTo>
                      <a:pt x="7419" y="1922"/>
                    </a:lnTo>
                    <a:lnTo>
                      <a:pt x="7600" y="1883"/>
                    </a:lnTo>
                    <a:lnTo>
                      <a:pt x="7600" y="1612"/>
                    </a:lnTo>
                    <a:lnTo>
                      <a:pt x="7600" y="1612"/>
                    </a:lnTo>
                    <a:lnTo>
                      <a:pt x="7329" y="1605"/>
                    </a:lnTo>
                    <a:lnTo>
                      <a:pt x="7059" y="1599"/>
                    </a:lnTo>
                    <a:lnTo>
                      <a:pt x="6759" y="1585"/>
                    </a:lnTo>
                    <a:lnTo>
                      <a:pt x="6488" y="1566"/>
                    </a:lnTo>
                    <a:lnTo>
                      <a:pt x="6188" y="1546"/>
                    </a:lnTo>
                    <a:lnTo>
                      <a:pt x="5888" y="1519"/>
                    </a:lnTo>
                    <a:lnTo>
                      <a:pt x="5587" y="1486"/>
                    </a:lnTo>
                    <a:lnTo>
                      <a:pt x="5287" y="1447"/>
                    </a:lnTo>
                    <a:lnTo>
                      <a:pt x="5287" y="1447"/>
                    </a:lnTo>
                    <a:lnTo>
                      <a:pt x="5107" y="1420"/>
                    </a:lnTo>
                    <a:lnTo>
                      <a:pt x="4927" y="1387"/>
                    </a:lnTo>
                    <a:lnTo>
                      <a:pt x="4746" y="1354"/>
                    </a:lnTo>
                    <a:lnTo>
                      <a:pt x="4596" y="1315"/>
                    </a:lnTo>
                    <a:lnTo>
                      <a:pt x="4476" y="1275"/>
                    </a:lnTo>
                    <a:lnTo>
                      <a:pt x="4356" y="1229"/>
                    </a:lnTo>
                    <a:lnTo>
                      <a:pt x="4176" y="1136"/>
                    </a:lnTo>
                    <a:lnTo>
                      <a:pt x="4026" y="1037"/>
                    </a:lnTo>
                    <a:lnTo>
                      <a:pt x="3935" y="931"/>
                    </a:lnTo>
                    <a:lnTo>
                      <a:pt x="3905" y="819"/>
                    </a:lnTo>
                    <a:lnTo>
                      <a:pt x="3935" y="713"/>
                    </a:lnTo>
                    <a:lnTo>
                      <a:pt x="3935" y="7"/>
                    </a:lnTo>
                    <a:lnTo>
                      <a:pt x="3935" y="7"/>
                    </a:lnTo>
                    <a:lnTo>
                      <a:pt x="3845" y="0"/>
                    </a:lnTo>
                    <a:lnTo>
                      <a:pt x="3845" y="0"/>
                    </a:lnTo>
                    <a:lnTo>
                      <a:pt x="3125" y="0"/>
                    </a:lnTo>
                    <a:lnTo>
                      <a:pt x="3125" y="0"/>
                    </a:lnTo>
                    <a:lnTo>
                      <a:pt x="2854" y="13"/>
                    </a:lnTo>
                    <a:lnTo>
                      <a:pt x="2584" y="20"/>
                    </a:lnTo>
                    <a:lnTo>
                      <a:pt x="2314" y="40"/>
                    </a:lnTo>
                    <a:lnTo>
                      <a:pt x="2043" y="60"/>
                    </a:lnTo>
                    <a:lnTo>
                      <a:pt x="1803" y="86"/>
                    </a:lnTo>
                    <a:lnTo>
                      <a:pt x="1563" y="119"/>
                    </a:lnTo>
                    <a:lnTo>
                      <a:pt x="1322" y="152"/>
                    </a:lnTo>
                    <a:lnTo>
                      <a:pt x="1112" y="198"/>
                    </a:lnTo>
                    <a:lnTo>
                      <a:pt x="1112" y="198"/>
                    </a:lnTo>
                    <a:lnTo>
                      <a:pt x="902" y="244"/>
                    </a:lnTo>
                    <a:lnTo>
                      <a:pt x="722" y="297"/>
                    </a:lnTo>
                    <a:lnTo>
                      <a:pt x="542" y="363"/>
                    </a:lnTo>
                    <a:lnTo>
                      <a:pt x="391" y="436"/>
                    </a:lnTo>
                    <a:lnTo>
                      <a:pt x="241" y="515"/>
                    </a:lnTo>
                    <a:lnTo>
                      <a:pt x="151" y="601"/>
                    </a:lnTo>
                    <a:lnTo>
                      <a:pt x="61" y="687"/>
                    </a:lnTo>
                    <a:lnTo>
                      <a:pt x="1" y="779"/>
                    </a:lnTo>
                    <a:lnTo>
                      <a:pt x="1" y="978"/>
                    </a:lnTo>
                    <a:lnTo>
                      <a:pt x="1" y="978"/>
                    </a:lnTo>
                    <a:lnTo>
                      <a:pt x="1" y="978"/>
                    </a:lnTo>
                    <a:lnTo>
                      <a:pt x="1" y="1440"/>
                    </a:lnTo>
                    <a:lnTo>
                      <a:pt x="1" y="1440"/>
                    </a:lnTo>
                    <a:lnTo>
                      <a:pt x="31" y="1513"/>
                    </a:lnTo>
                    <a:lnTo>
                      <a:pt x="1" y="1585"/>
                    </a:lnTo>
                    <a:lnTo>
                      <a:pt x="1" y="3270"/>
                    </a:lnTo>
                    <a:lnTo>
                      <a:pt x="1" y="3270"/>
                    </a:lnTo>
                    <a:lnTo>
                      <a:pt x="1" y="3316"/>
                    </a:lnTo>
                    <a:lnTo>
                      <a:pt x="1" y="3316"/>
                    </a:lnTo>
                    <a:lnTo>
                      <a:pt x="7600" y="331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84"/>
              <p:cNvSpPr/>
              <p:nvPr/>
            </p:nvSpPr>
            <p:spPr>
              <a:xfrm rot="10800000">
                <a:off x="4619765" y="2711035"/>
                <a:ext cx="14076" cy="71128"/>
              </a:xfrm>
              <a:custGeom>
                <a:avLst/>
                <a:gdLst/>
                <a:ahLst/>
                <a:cxnLst/>
                <a:rect l="l" t="t" r="r" b="b"/>
                <a:pathLst>
                  <a:path w="1052" h="1183" extrusionOk="0">
                    <a:moveTo>
                      <a:pt x="1052" y="1"/>
                    </a:moveTo>
                    <a:lnTo>
                      <a:pt x="871" y="40"/>
                    </a:lnTo>
                    <a:lnTo>
                      <a:pt x="721" y="80"/>
                    </a:lnTo>
                    <a:lnTo>
                      <a:pt x="481" y="159"/>
                    </a:lnTo>
                    <a:lnTo>
                      <a:pt x="301" y="245"/>
                    </a:lnTo>
                    <a:lnTo>
                      <a:pt x="181" y="331"/>
                    </a:lnTo>
                    <a:lnTo>
                      <a:pt x="91" y="417"/>
                    </a:lnTo>
                    <a:lnTo>
                      <a:pt x="31" y="496"/>
                    </a:lnTo>
                    <a:lnTo>
                      <a:pt x="0" y="569"/>
                    </a:lnTo>
                    <a:lnTo>
                      <a:pt x="0" y="641"/>
                    </a:lnTo>
                    <a:lnTo>
                      <a:pt x="0" y="701"/>
                    </a:lnTo>
                    <a:lnTo>
                      <a:pt x="61" y="767"/>
                    </a:lnTo>
                    <a:lnTo>
                      <a:pt x="121" y="833"/>
                    </a:lnTo>
                    <a:lnTo>
                      <a:pt x="241" y="906"/>
                    </a:lnTo>
                    <a:lnTo>
                      <a:pt x="391" y="978"/>
                    </a:lnTo>
                    <a:lnTo>
                      <a:pt x="571" y="1051"/>
                    </a:lnTo>
                    <a:lnTo>
                      <a:pt x="781" y="1117"/>
                    </a:lnTo>
                    <a:lnTo>
                      <a:pt x="1052" y="1183"/>
                    </a:lnTo>
                    <a:lnTo>
                      <a:pt x="1052" y="1"/>
                    </a:lnTo>
                    <a:close/>
                  </a:path>
                </a:pathLst>
              </a:custGeom>
              <a:solidFill>
                <a:srgbClr val="739D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84"/>
              <p:cNvSpPr/>
              <p:nvPr/>
            </p:nvSpPr>
            <p:spPr>
              <a:xfrm rot="10800000">
                <a:off x="4619765" y="2711035"/>
                <a:ext cx="14076" cy="71128"/>
              </a:xfrm>
              <a:custGeom>
                <a:avLst/>
                <a:gdLst/>
                <a:ahLst/>
                <a:cxnLst/>
                <a:rect l="l" t="t" r="r" b="b"/>
                <a:pathLst>
                  <a:path w="1052" h="1183" fill="none" extrusionOk="0">
                    <a:moveTo>
                      <a:pt x="1052" y="1183"/>
                    </a:moveTo>
                    <a:lnTo>
                      <a:pt x="1052" y="1"/>
                    </a:lnTo>
                    <a:lnTo>
                      <a:pt x="1052" y="1"/>
                    </a:lnTo>
                    <a:lnTo>
                      <a:pt x="871" y="40"/>
                    </a:lnTo>
                    <a:lnTo>
                      <a:pt x="721" y="80"/>
                    </a:lnTo>
                    <a:lnTo>
                      <a:pt x="481" y="159"/>
                    </a:lnTo>
                    <a:lnTo>
                      <a:pt x="301" y="245"/>
                    </a:lnTo>
                    <a:lnTo>
                      <a:pt x="181" y="331"/>
                    </a:lnTo>
                    <a:lnTo>
                      <a:pt x="91" y="417"/>
                    </a:lnTo>
                    <a:lnTo>
                      <a:pt x="31" y="496"/>
                    </a:lnTo>
                    <a:lnTo>
                      <a:pt x="0" y="569"/>
                    </a:lnTo>
                    <a:lnTo>
                      <a:pt x="0" y="641"/>
                    </a:lnTo>
                    <a:lnTo>
                      <a:pt x="0" y="641"/>
                    </a:lnTo>
                    <a:lnTo>
                      <a:pt x="0" y="701"/>
                    </a:lnTo>
                    <a:lnTo>
                      <a:pt x="61" y="767"/>
                    </a:lnTo>
                    <a:lnTo>
                      <a:pt x="121" y="833"/>
                    </a:lnTo>
                    <a:lnTo>
                      <a:pt x="241" y="906"/>
                    </a:lnTo>
                    <a:lnTo>
                      <a:pt x="391" y="978"/>
                    </a:lnTo>
                    <a:lnTo>
                      <a:pt x="571" y="1051"/>
                    </a:lnTo>
                    <a:lnTo>
                      <a:pt x="781" y="1117"/>
                    </a:lnTo>
                    <a:lnTo>
                      <a:pt x="1052" y="118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84"/>
              <p:cNvSpPr/>
              <p:nvPr/>
            </p:nvSpPr>
            <p:spPr>
              <a:xfrm rot="10800000">
                <a:off x="4721438" y="2695944"/>
                <a:ext cx="13" cy="2826"/>
              </a:xfrm>
              <a:custGeom>
                <a:avLst/>
                <a:gdLst/>
                <a:ahLst/>
                <a:cxnLst/>
                <a:rect l="l" t="t" r="r" b="b"/>
                <a:pathLst>
                  <a:path w="1" h="47" extrusionOk="0">
                    <a:moveTo>
                      <a:pt x="1" y="47"/>
                    </a:moveTo>
                    <a:lnTo>
                      <a:pt x="1" y="47"/>
                    </a:lnTo>
                    <a:lnTo>
                      <a:pt x="1" y="1"/>
                    </a:lnTo>
                    <a:lnTo>
                      <a:pt x="1" y="47"/>
                    </a:lnTo>
                    <a:lnTo>
                      <a:pt x="1" y="47"/>
                    </a:lnTo>
                    <a:lnTo>
                      <a:pt x="1" y="47"/>
                    </a:lnTo>
                    <a:close/>
                  </a:path>
                </a:pathLst>
              </a:custGeom>
              <a:solidFill>
                <a:srgbClr val="348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84"/>
              <p:cNvSpPr/>
              <p:nvPr/>
            </p:nvSpPr>
            <p:spPr>
              <a:xfrm rot="10800000">
                <a:off x="4721438" y="2695944"/>
                <a:ext cx="13" cy="2826"/>
              </a:xfrm>
              <a:custGeom>
                <a:avLst/>
                <a:gdLst/>
                <a:ahLst/>
                <a:cxnLst/>
                <a:rect l="l" t="t" r="r" b="b"/>
                <a:pathLst>
                  <a:path w="1" h="47" fill="none" extrusionOk="0">
                    <a:moveTo>
                      <a:pt x="1" y="47"/>
                    </a:moveTo>
                    <a:lnTo>
                      <a:pt x="1" y="47"/>
                    </a:lnTo>
                    <a:lnTo>
                      <a:pt x="1" y="1"/>
                    </a:lnTo>
                    <a:lnTo>
                      <a:pt x="1" y="47"/>
                    </a:lnTo>
                    <a:lnTo>
                      <a:pt x="1" y="47"/>
                    </a:lnTo>
                    <a:lnTo>
                      <a:pt x="1" y="4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84"/>
              <p:cNvSpPr/>
              <p:nvPr/>
            </p:nvSpPr>
            <p:spPr>
              <a:xfrm rot="10800000">
                <a:off x="4721438" y="2836516"/>
                <a:ext cx="415" cy="11965"/>
              </a:xfrm>
              <a:custGeom>
                <a:avLst/>
                <a:gdLst/>
                <a:ahLst/>
                <a:cxnLst/>
                <a:rect l="l" t="t" r="r" b="b"/>
                <a:pathLst>
                  <a:path w="31" h="199" extrusionOk="0">
                    <a:moveTo>
                      <a:pt x="31" y="0"/>
                    </a:moveTo>
                    <a:lnTo>
                      <a:pt x="1" y="100"/>
                    </a:lnTo>
                    <a:lnTo>
                      <a:pt x="31" y="199"/>
                    </a:lnTo>
                    <a:lnTo>
                      <a:pt x="31" y="0"/>
                    </a:lnTo>
                    <a:close/>
                  </a:path>
                </a:pathLst>
              </a:custGeom>
              <a:solidFill>
                <a:srgbClr val="539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84"/>
              <p:cNvSpPr/>
              <p:nvPr/>
            </p:nvSpPr>
            <p:spPr>
              <a:xfrm rot="10800000">
                <a:off x="4721438" y="2836516"/>
                <a:ext cx="415" cy="11965"/>
              </a:xfrm>
              <a:custGeom>
                <a:avLst/>
                <a:gdLst/>
                <a:ahLst/>
                <a:cxnLst/>
                <a:rect l="l" t="t" r="r" b="b"/>
                <a:pathLst>
                  <a:path w="31" h="199" fill="none" extrusionOk="0">
                    <a:moveTo>
                      <a:pt x="31" y="199"/>
                    </a:moveTo>
                    <a:lnTo>
                      <a:pt x="31" y="0"/>
                    </a:lnTo>
                    <a:lnTo>
                      <a:pt x="31" y="0"/>
                    </a:lnTo>
                    <a:lnTo>
                      <a:pt x="1" y="100"/>
                    </a:lnTo>
                    <a:lnTo>
                      <a:pt x="31" y="19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84"/>
              <p:cNvSpPr/>
              <p:nvPr/>
            </p:nvSpPr>
            <p:spPr>
              <a:xfrm rot="10800000">
                <a:off x="4619763" y="2597399"/>
                <a:ext cx="101688" cy="98605"/>
              </a:xfrm>
              <a:custGeom>
                <a:avLst/>
                <a:gdLst/>
                <a:ahLst/>
                <a:cxnLst/>
                <a:rect l="l" t="t" r="r" b="b"/>
                <a:pathLst>
                  <a:path w="7600" h="1640" extrusionOk="0">
                    <a:moveTo>
                      <a:pt x="1" y="1"/>
                    </a:moveTo>
                    <a:lnTo>
                      <a:pt x="1" y="21"/>
                    </a:lnTo>
                    <a:lnTo>
                      <a:pt x="1" y="741"/>
                    </a:lnTo>
                    <a:lnTo>
                      <a:pt x="1" y="939"/>
                    </a:lnTo>
                    <a:lnTo>
                      <a:pt x="61" y="1025"/>
                    </a:lnTo>
                    <a:lnTo>
                      <a:pt x="151" y="1104"/>
                    </a:lnTo>
                    <a:lnTo>
                      <a:pt x="271" y="1177"/>
                    </a:lnTo>
                    <a:lnTo>
                      <a:pt x="451" y="1249"/>
                    </a:lnTo>
                    <a:lnTo>
                      <a:pt x="632" y="1315"/>
                    </a:lnTo>
                    <a:lnTo>
                      <a:pt x="872" y="1375"/>
                    </a:lnTo>
                    <a:lnTo>
                      <a:pt x="1142" y="1428"/>
                    </a:lnTo>
                    <a:lnTo>
                      <a:pt x="1473" y="1474"/>
                    </a:lnTo>
                    <a:lnTo>
                      <a:pt x="1803" y="1514"/>
                    </a:lnTo>
                    <a:lnTo>
                      <a:pt x="2163" y="1547"/>
                    </a:lnTo>
                    <a:lnTo>
                      <a:pt x="2494" y="1580"/>
                    </a:lnTo>
                    <a:lnTo>
                      <a:pt x="2824" y="1599"/>
                    </a:lnTo>
                    <a:lnTo>
                      <a:pt x="3155" y="1619"/>
                    </a:lnTo>
                    <a:lnTo>
                      <a:pt x="3455" y="1632"/>
                    </a:lnTo>
                    <a:lnTo>
                      <a:pt x="3785" y="1639"/>
                    </a:lnTo>
                    <a:lnTo>
                      <a:pt x="4476" y="1639"/>
                    </a:lnTo>
                    <a:lnTo>
                      <a:pt x="4836" y="1626"/>
                    </a:lnTo>
                    <a:lnTo>
                      <a:pt x="5227" y="1606"/>
                    </a:lnTo>
                    <a:lnTo>
                      <a:pt x="5557" y="1573"/>
                    </a:lnTo>
                    <a:lnTo>
                      <a:pt x="5888" y="1533"/>
                    </a:lnTo>
                    <a:lnTo>
                      <a:pt x="6188" y="1494"/>
                    </a:lnTo>
                    <a:lnTo>
                      <a:pt x="6488" y="1441"/>
                    </a:lnTo>
                    <a:lnTo>
                      <a:pt x="6759" y="1381"/>
                    </a:lnTo>
                    <a:lnTo>
                      <a:pt x="6939" y="1329"/>
                    </a:lnTo>
                    <a:lnTo>
                      <a:pt x="7119" y="1263"/>
                    </a:lnTo>
                    <a:lnTo>
                      <a:pt x="7239" y="1190"/>
                    </a:lnTo>
                    <a:lnTo>
                      <a:pt x="7359" y="1104"/>
                    </a:lnTo>
                    <a:lnTo>
                      <a:pt x="7450" y="1012"/>
                    </a:lnTo>
                    <a:lnTo>
                      <a:pt x="7540" y="912"/>
                    </a:lnTo>
                    <a:lnTo>
                      <a:pt x="7570" y="813"/>
                    </a:lnTo>
                    <a:lnTo>
                      <a:pt x="7600" y="714"/>
                    </a:lnTo>
                    <a:lnTo>
                      <a:pt x="7600" y="1"/>
                    </a:lnTo>
                    <a:close/>
                  </a:path>
                </a:pathLst>
              </a:custGeom>
              <a:solidFill>
                <a:srgbClr val="539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84"/>
              <p:cNvSpPr/>
              <p:nvPr/>
            </p:nvSpPr>
            <p:spPr>
              <a:xfrm rot="10800000">
                <a:off x="4619763" y="2597399"/>
                <a:ext cx="101688" cy="98605"/>
              </a:xfrm>
              <a:custGeom>
                <a:avLst/>
                <a:gdLst/>
                <a:ahLst/>
                <a:cxnLst/>
                <a:rect l="l" t="t" r="r" b="b"/>
                <a:pathLst>
                  <a:path w="7600" h="1640" fill="none" extrusionOk="0">
                    <a:moveTo>
                      <a:pt x="4086" y="1639"/>
                    </a:moveTo>
                    <a:lnTo>
                      <a:pt x="4086" y="1639"/>
                    </a:lnTo>
                    <a:lnTo>
                      <a:pt x="4476" y="1639"/>
                    </a:lnTo>
                    <a:lnTo>
                      <a:pt x="4836" y="1626"/>
                    </a:lnTo>
                    <a:lnTo>
                      <a:pt x="5227" y="1606"/>
                    </a:lnTo>
                    <a:lnTo>
                      <a:pt x="5557" y="1573"/>
                    </a:lnTo>
                    <a:lnTo>
                      <a:pt x="5888" y="1533"/>
                    </a:lnTo>
                    <a:lnTo>
                      <a:pt x="6188" y="1494"/>
                    </a:lnTo>
                    <a:lnTo>
                      <a:pt x="6488" y="1441"/>
                    </a:lnTo>
                    <a:lnTo>
                      <a:pt x="6759" y="1381"/>
                    </a:lnTo>
                    <a:lnTo>
                      <a:pt x="6759" y="1381"/>
                    </a:lnTo>
                    <a:lnTo>
                      <a:pt x="6939" y="1329"/>
                    </a:lnTo>
                    <a:lnTo>
                      <a:pt x="7119" y="1263"/>
                    </a:lnTo>
                    <a:lnTo>
                      <a:pt x="7239" y="1190"/>
                    </a:lnTo>
                    <a:lnTo>
                      <a:pt x="7359" y="1104"/>
                    </a:lnTo>
                    <a:lnTo>
                      <a:pt x="7450" y="1012"/>
                    </a:lnTo>
                    <a:lnTo>
                      <a:pt x="7540" y="912"/>
                    </a:lnTo>
                    <a:lnTo>
                      <a:pt x="7570" y="813"/>
                    </a:lnTo>
                    <a:lnTo>
                      <a:pt x="7600" y="714"/>
                    </a:lnTo>
                    <a:lnTo>
                      <a:pt x="7600" y="1"/>
                    </a:lnTo>
                    <a:lnTo>
                      <a:pt x="7600" y="1"/>
                    </a:lnTo>
                    <a:lnTo>
                      <a:pt x="1" y="1"/>
                    </a:lnTo>
                    <a:lnTo>
                      <a:pt x="1" y="1"/>
                    </a:lnTo>
                    <a:lnTo>
                      <a:pt x="1" y="21"/>
                    </a:lnTo>
                    <a:lnTo>
                      <a:pt x="1" y="741"/>
                    </a:lnTo>
                    <a:lnTo>
                      <a:pt x="1" y="741"/>
                    </a:lnTo>
                    <a:lnTo>
                      <a:pt x="1" y="741"/>
                    </a:lnTo>
                    <a:lnTo>
                      <a:pt x="1" y="939"/>
                    </a:lnTo>
                    <a:lnTo>
                      <a:pt x="1" y="939"/>
                    </a:lnTo>
                    <a:lnTo>
                      <a:pt x="61" y="1025"/>
                    </a:lnTo>
                    <a:lnTo>
                      <a:pt x="151" y="1104"/>
                    </a:lnTo>
                    <a:lnTo>
                      <a:pt x="271" y="1177"/>
                    </a:lnTo>
                    <a:lnTo>
                      <a:pt x="451" y="1249"/>
                    </a:lnTo>
                    <a:lnTo>
                      <a:pt x="632" y="1315"/>
                    </a:lnTo>
                    <a:lnTo>
                      <a:pt x="872" y="1375"/>
                    </a:lnTo>
                    <a:lnTo>
                      <a:pt x="1142" y="1428"/>
                    </a:lnTo>
                    <a:lnTo>
                      <a:pt x="1473" y="1474"/>
                    </a:lnTo>
                    <a:lnTo>
                      <a:pt x="1473" y="1474"/>
                    </a:lnTo>
                    <a:lnTo>
                      <a:pt x="1803" y="1514"/>
                    </a:lnTo>
                    <a:lnTo>
                      <a:pt x="2163" y="1547"/>
                    </a:lnTo>
                    <a:lnTo>
                      <a:pt x="2494" y="1580"/>
                    </a:lnTo>
                    <a:lnTo>
                      <a:pt x="2824" y="1599"/>
                    </a:lnTo>
                    <a:lnTo>
                      <a:pt x="3155" y="1619"/>
                    </a:lnTo>
                    <a:lnTo>
                      <a:pt x="3455" y="1632"/>
                    </a:lnTo>
                    <a:lnTo>
                      <a:pt x="3785" y="1639"/>
                    </a:lnTo>
                    <a:lnTo>
                      <a:pt x="4086" y="163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84"/>
              <p:cNvSpPr/>
              <p:nvPr/>
            </p:nvSpPr>
            <p:spPr>
              <a:xfrm rot="10800000">
                <a:off x="4721438" y="2694741"/>
                <a:ext cx="13" cy="1263"/>
              </a:xfrm>
              <a:custGeom>
                <a:avLst/>
                <a:gdLst/>
                <a:ahLst/>
                <a:cxnLst/>
                <a:rect l="l" t="t" r="r" b="b"/>
                <a:pathLst>
                  <a:path w="1" h="21" extrusionOk="0">
                    <a:moveTo>
                      <a:pt x="1" y="21"/>
                    </a:moveTo>
                    <a:lnTo>
                      <a:pt x="1" y="21"/>
                    </a:lnTo>
                    <a:lnTo>
                      <a:pt x="1" y="1"/>
                    </a:lnTo>
                    <a:lnTo>
                      <a:pt x="1" y="1"/>
                    </a:lnTo>
                    <a:lnTo>
                      <a:pt x="1" y="1"/>
                    </a:lnTo>
                    <a:lnTo>
                      <a:pt x="1" y="21"/>
                    </a:lnTo>
                    <a:close/>
                  </a:path>
                </a:pathLst>
              </a:custGeom>
              <a:solidFill>
                <a:srgbClr val="256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84"/>
              <p:cNvSpPr/>
              <p:nvPr/>
            </p:nvSpPr>
            <p:spPr>
              <a:xfrm rot="10800000">
                <a:off x="4721438" y="2694741"/>
                <a:ext cx="13" cy="1263"/>
              </a:xfrm>
              <a:custGeom>
                <a:avLst/>
                <a:gdLst/>
                <a:ahLst/>
                <a:cxnLst/>
                <a:rect l="l" t="t" r="r" b="b"/>
                <a:pathLst>
                  <a:path w="1" h="21" fill="none" extrusionOk="0">
                    <a:moveTo>
                      <a:pt x="1" y="21"/>
                    </a:moveTo>
                    <a:lnTo>
                      <a:pt x="1" y="21"/>
                    </a:lnTo>
                    <a:lnTo>
                      <a:pt x="1" y="1"/>
                    </a:lnTo>
                    <a:lnTo>
                      <a:pt x="1" y="1"/>
                    </a:lnTo>
                    <a:lnTo>
                      <a:pt x="1" y="1"/>
                    </a:lnTo>
                    <a:lnTo>
                      <a:pt x="1" y="2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84"/>
              <p:cNvSpPr/>
              <p:nvPr/>
            </p:nvSpPr>
            <p:spPr>
              <a:xfrm rot="10800000">
                <a:off x="4721438" y="2639547"/>
                <a:ext cx="415" cy="11965"/>
              </a:xfrm>
              <a:custGeom>
                <a:avLst/>
                <a:gdLst/>
                <a:ahLst/>
                <a:cxnLst/>
                <a:rect l="l" t="t" r="r" b="b"/>
                <a:pathLst>
                  <a:path w="31" h="199" extrusionOk="0">
                    <a:moveTo>
                      <a:pt x="31" y="1"/>
                    </a:moveTo>
                    <a:lnTo>
                      <a:pt x="1" y="100"/>
                    </a:lnTo>
                    <a:lnTo>
                      <a:pt x="31" y="199"/>
                    </a:lnTo>
                    <a:lnTo>
                      <a:pt x="31" y="1"/>
                    </a:lnTo>
                    <a:close/>
                  </a:path>
                </a:pathLst>
              </a:custGeom>
              <a:solidFill>
                <a:srgbClr val="3C7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84"/>
              <p:cNvSpPr/>
              <p:nvPr/>
            </p:nvSpPr>
            <p:spPr>
              <a:xfrm rot="10800000">
                <a:off x="4721438" y="2639547"/>
                <a:ext cx="415" cy="11965"/>
              </a:xfrm>
              <a:custGeom>
                <a:avLst/>
                <a:gdLst/>
                <a:ahLst/>
                <a:cxnLst/>
                <a:rect l="l" t="t" r="r" b="b"/>
                <a:pathLst>
                  <a:path w="31" h="199" fill="none" extrusionOk="0">
                    <a:moveTo>
                      <a:pt x="31" y="199"/>
                    </a:moveTo>
                    <a:lnTo>
                      <a:pt x="31" y="1"/>
                    </a:lnTo>
                    <a:lnTo>
                      <a:pt x="31" y="1"/>
                    </a:lnTo>
                    <a:lnTo>
                      <a:pt x="1" y="100"/>
                    </a:lnTo>
                    <a:lnTo>
                      <a:pt x="31" y="19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84"/>
              <p:cNvSpPr/>
              <p:nvPr/>
            </p:nvSpPr>
            <p:spPr>
              <a:xfrm rot="10800000">
                <a:off x="4669993" y="2895258"/>
                <a:ext cx="9660" cy="60"/>
              </a:xfrm>
              <a:custGeom>
                <a:avLst/>
                <a:gdLst/>
                <a:ahLst/>
                <a:cxnLst/>
                <a:rect l="l" t="t" r="r" b="b"/>
                <a:pathLst>
                  <a:path w="722" h="1" extrusionOk="0">
                    <a:moveTo>
                      <a:pt x="721" y="0"/>
                    </a:moveTo>
                    <a:lnTo>
                      <a:pt x="721" y="0"/>
                    </a:lnTo>
                    <a:lnTo>
                      <a:pt x="361" y="0"/>
                    </a:lnTo>
                    <a:lnTo>
                      <a:pt x="361" y="0"/>
                    </a:lnTo>
                    <a:lnTo>
                      <a:pt x="1" y="0"/>
                    </a:lnTo>
                    <a:lnTo>
                      <a:pt x="1" y="0"/>
                    </a:lnTo>
                    <a:lnTo>
                      <a:pt x="721" y="0"/>
                    </a:lnTo>
                    <a:close/>
                  </a:path>
                </a:pathLst>
              </a:custGeom>
              <a:solidFill>
                <a:srgbClr val="0088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84"/>
              <p:cNvSpPr/>
              <p:nvPr/>
            </p:nvSpPr>
            <p:spPr>
              <a:xfrm rot="10800000">
                <a:off x="4669993" y="2895258"/>
                <a:ext cx="9660" cy="60"/>
              </a:xfrm>
              <a:custGeom>
                <a:avLst/>
                <a:gdLst/>
                <a:ahLst/>
                <a:cxnLst/>
                <a:rect l="l" t="t" r="r" b="b"/>
                <a:pathLst>
                  <a:path w="722" h="1" fill="none" extrusionOk="0">
                    <a:moveTo>
                      <a:pt x="721" y="0"/>
                    </a:moveTo>
                    <a:lnTo>
                      <a:pt x="721" y="0"/>
                    </a:lnTo>
                    <a:lnTo>
                      <a:pt x="361" y="0"/>
                    </a:lnTo>
                    <a:lnTo>
                      <a:pt x="361" y="0"/>
                    </a:lnTo>
                    <a:lnTo>
                      <a:pt x="1" y="0"/>
                    </a:lnTo>
                    <a:lnTo>
                      <a:pt x="1" y="0"/>
                    </a:lnTo>
                    <a:lnTo>
                      <a:pt x="72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84"/>
              <p:cNvSpPr/>
              <p:nvPr/>
            </p:nvSpPr>
            <p:spPr>
              <a:xfrm rot="10800000">
                <a:off x="4473082" y="2396461"/>
                <a:ext cx="101688" cy="100950"/>
              </a:xfrm>
              <a:custGeom>
                <a:avLst/>
                <a:gdLst/>
                <a:ahLst/>
                <a:cxnLst/>
                <a:rect l="l" t="t" r="r" b="b"/>
                <a:pathLst>
                  <a:path w="7600" h="1679" extrusionOk="0">
                    <a:moveTo>
                      <a:pt x="61" y="1"/>
                    </a:moveTo>
                    <a:lnTo>
                      <a:pt x="61" y="67"/>
                    </a:lnTo>
                    <a:lnTo>
                      <a:pt x="31" y="133"/>
                    </a:lnTo>
                    <a:lnTo>
                      <a:pt x="31" y="780"/>
                    </a:lnTo>
                    <a:lnTo>
                      <a:pt x="1" y="886"/>
                    </a:lnTo>
                    <a:lnTo>
                      <a:pt x="31" y="998"/>
                    </a:lnTo>
                    <a:lnTo>
                      <a:pt x="121" y="1104"/>
                    </a:lnTo>
                    <a:lnTo>
                      <a:pt x="271" y="1203"/>
                    </a:lnTo>
                    <a:lnTo>
                      <a:pt x="481" y="1295"/>
                    </a:lnTo>
                    <a:lnTo>
                      <a:pt x="601" y="1341"/>
                    </a:lnTo>
                    <a:lnTo>
                      <a:pt x="751" y="1381"/>
                    </a:lnTo>
                    <a:lnTo>
                      <a:pt x="902" y="1421"/>
                    </a:lnTo>
                    <a:lnTo>
                      <a:pt x="1082" y="1454"/>
                    </a:lnTo>
                    <a:lnTo>
                      <a:pt x="1262" y="1487"/>
                    </a:lnTo>
                    <a:lnTo>
                      <a:pt x="1472" y="1513"/>
                    </a:lnTo>
                    <a:lnTo>
                      <a:pt x="1833" y="1553"/>
                    </a:lnTo>
                    <a:lnTo>
                      <a:pt x="2163" y="1586"/>
                    </a:lnTo>
                    <a:lnTo>
                      <a:pt x="2493" y="1619"/>
                    </a:lnTo>
                    <a:lnTo>
                      <a:pt x="2824" y="1639"/>
                    </a:lnTo>
                    <a:lnTo>
                      <a:pt x="3154" y="1659"/>
                    </a:lnTo>
                    <a:lnTo>
                      <a:pt x="3485" y="1672"/>
                    </a:lnTo>
                    <a:lnTo>
                      <a:pt x="3785" y="1678"/>
                    </a:lnTo>
                    <a:lnTo>
                      <a:pt x="4476" y="1678"/>
                    </a:lnTo>
                    <a:lnTo>
                      <a:pt x="4866" y="1665"/>
                    </a:lnTo>
                    <a:lnTo>
                      <a:pt x="5227" y="1639"/>
                    </a:lnTo>
                    <a:lnTo>
                      <a:pt x="5587" y="1612"/>
                    </a:lnTo>
                    <a:lnTo>
                      <a:pt x="5917" y="1573"/>
                    </a:lnTo>
                    <a:lnTo>
                      <a:pt x="6218" y="1533"/>
                    </a:lnTo>
                    <a:lnTo>
                      <a:pt x="6518" y="1480"/>
                    </a:lnTo>
                    <a:lnTo>
                      <a:pt x="6788" y="1421"/>
                    </a:lnTo>
                    <a:lnTo>
                      <a:pt x="6969" y="1368"/>
                    </a:lnTo>
                    <a:lnTo>
                      <a:pt x="7119" y="1302"/>
                    </a:lnTo>
                    <a:lnTo>
                      <a:pt x="7269" y="1229"/>
                    </a:lnTo>
                    <a:lnTo>
                      <a:pt x="7389" y="1143"/>
                    </a:lnTo>
                    <a:lnTo>
                      <a:pt x="7479" y="1051"/>
                    </a:lnTo>
                    <a:lnTo>
                      <a:pt x="7539" y="952"/>
                    </a:lnTo>
                    <a:lnTo>
                      <a:pt x="7599" y="853"/>
                    </a:lnTo>
                    <a:lnTo>
                      <a:pt x="7599" y="754"/>
                    </a:lnTo>
                    <a:lnTo>
                      <a:pt x="7599" y="641"/>
                    </a:lnTo>
                    <a:lnTo>
                      <a:pt x="7599" y="536"/>
                    </a:lnTo>
                    <a:lnTo>
                      <a:pt x="7599" y="430"/>
                    </a:lnTo>
                    <a:lnTo>
                      <a:pt x="7599" y="1"/>
                    </a:lnTo>
                    <a:close/>
                  </a:path>
                </a:pathLst>
              </a:custGeom>
              <a:solidFill>
                <a:srgbClr val="FFA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84"/>
              <p:cNvSpPr/>
              <p:nvPr/>
            </p:nvSpPr>
            <p:spPr>
              <a:xfrm rot="10800000">
                <a:off x="4473082" y="2596617"/>
                <a:ext cx="101688" cy="60"/>
              </a:xfrm>
              <a:custGeom>
                <a:avLst/>
                <a:gdLst/>
                <a:ahLst/>
                <a:cxnLst/>
                <a:rect l="l" t="t" r="r" b="b"/>
                <a:pathLst>
                  <a:path w="7600" h="1" fill="none" extrusionOk="0">
                    <a:moveTo>
                      <a:pt x="7599" y="0"/>
                    </a:moveTo>
                    <a:lnTo>
                      <a:pt x="7599" y="0"/>
                    </a:lnTo>
                    <a:lnTo>
                      <a:pt x="7599" y="0"/>
                    </a:lnTo>
                    <a:lnTo>
                      <a:pt x="1" y="0"/>
                    </a:lnTo>
                    <a:lnTo>
                      <a:pt x="1" y="0"/>
                    </a:lnTo>
                    <a:lnTo>
                      <a:pt x="1" y="0"/>
                    </a:lnTo>
                    <a:lnTo>
                      <a:pt x="1" y="0"/>
                    </a:lnTo>
                    <a:lnTo>
                      <a:pt x="759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84"/>
              <p:cNvSpPr/>
              <p:nvPr/>
            </p:nvSpPr>
            <p:spPr>
              <a:xfrm rot="10800000">
                <a:off x="4473082" y="2396461"/>
                <a:ext cx="101688" cy="100950"/>
              </a:xfrm>
              <a:custGeom>
                <a:avLst/>
                <a:gdLst/>
                <a:ahLst/>
                <a:cxnLst/>
                <a:rect l="l" t="t" r="r" b="b"/>
                <a:pathLst>
                  <a:path w="7600" h="1679" fill="none" extrusionOk="0">
                    <a:moveTo>
                      <a:pt x="4085" y="1678"/>
                    </a:moveTo>
                    <a:lnTo>
                      <a:pt x="4085" y="1678"/>
                    </a:lnTo>
                    <a:lnTo>
                      <a:pt x="4476" y="1678"/>
                    </a:lnTo>
                    <a:lnTo>
                      <a:pt x="4866" y="1665"/>
                    </a:lnTo>
                    <a:lnTo>
                      <a:pt x="5227" y="1639"/>
                    </a:lnTo>
                    <a:lnTo>
                      <a:pt x="5587" y="1612"/>
                    </a:lnTo>
                    <a:lnTo>
                      <a:pt x="5917" y="1573"/>
                    </a:lnTo>
                    <a:lnTo>
                      <a:pt x="6218" y="1533"/>
                    </a:lnTo>
                    <a:lnTo>
                      <a:pt x="6518" y="1480"/>
                    </a:lnTo>
                    <a:lnTo>
                      <a:pt x="6788" y="1421"/>
                    </a:lnTo>
                    <a:lnTo>
                      <a:pt x="6788" y="1421"/>
                    </a:lnTo>
                    <a:lnTo>
                      <a:pt x="6969" y="1368"/>
                    </a:lnTo>
                    <a:lnTo>
                      <a:pt x="7119" y="1302"/>
                    </a:lnTo>
                    <a:lnTo>
                      <a:pt x="7269" y="1229"/>
                    </a:lnTo>
                    <a:lnTo>
                      <a:pt x="7389" y="1143"/>
                    </a:lnTo>
                    <a:lnTo>
                      <a:pt x="7479" y="1051"/>
                    </a:lnTo>
                    <a:lnTo>
                      <a:pt x="7539" y="952"/>
                    </a:lnTo>
                    <a:lnTo>
                      <a:pt x="7599" y="853"/>
                    </a:lnTo>
                    <a:lnTo>
                      <a:pt x="7599" y="754"/>
                    </a:lnTo>
                    <a:lnTo>
                      <a:pt x="7599" y="641"/>
                    </a:lnTo>
                    <a:lnTo>
                      <a:pt x="7599" y="641"/>
                    </a:lnTo>
                    <a:lnTo>
                      <a:pt x="7599" y="536"/>
                    </a:lnTo>
                    <a:lnTo>
                      <a:pt x="7599" y="430"/>
                    </a:lnTo>
                    <a:lnTo>
                      <a:pt x="7599" y="1"/>
                    </a:lnTo>
                    <a:lnTo>
                      <a:pt x="61" y="1"/>
                    </a:lnTo>
                    <a:lnTo>
                      <a:pt x="61" y="1"/>
                    </a:lnTo>
                    <a:lnTo>
                      <a:pt x="61" y="67"/>
                    </a:lnTo>
                    <a:lnTo>
                      <a:pt x="31" y="133"/>
                    </a:lnTo>
                    <a:lnTo>
                      <a:pt x="31" y="780"/>
                    </a:lnTo>
                    <a:lnTo>
                      <a:pt x="31" y="780"/>
                    </a:lnTo>
                    <a:lnTo>
                      <a:pt x="1" y="886"/>
                    </a:lnTo>
                    <a:lnTo>
                      <a:pt x="31" y="998"/>
                    </a:lnTo>
                    <a:lnTo>
                      <a:pt x="121" y="1104"/>
                    </a:lnTo>
                    <a:lnTo>
                      <a:pt x="271" y="1203"/>
                    </a:lnTo>
                    <a:lnTo>
                      <a:pt x="481" y="1295"/>
                    </a:lnTo>
                    <a:lnTo>
                      <a:pt x="601" y="1341"/>
                    </a:lnTo>
                    <a:lnTo>
                      <a:pt x="751" y="1381"/>
                    </a:lnTo>
                    <a:lnTo>
                      <a:pt x="902" y="1421"/>
                    </a:lnTo>
                    <a:lnTo>
                      <a:pt x="1082" y="1454"/>
                    </a:lnTo>
                    <a:lnTo>
                      <a:pt x="1262" y="1487"/>
                    </a:lnTo>
                    <a:lnTo>
                      <a:pt x="1472" y="1513"/>
                    </a:lnTo>
                    <a:lnTo>
                      <a:pt x="1472" y="1513"/>
                    </a:lnTo>
                    <a:lnTo>
                      <a:pt x="1833" y="1553"/>
                    </a:lnTo>
                    <a:lnTo>
                      <a:pt x="2163" y="1586"/>
                    </a:lnTo>
                    <a:lnTo>
                      <a:pt x="2493" y="1619"/>
                    </a:lnTo>
                    <a:lnTo>
                      <a:pt x="2824" y="1639"/>
                    </a:lnTo>
                    <a:lnTo>
                      <a:pt x="3154" y="1659"/>
                    </a:lnTo>
                    <a:lnTo>
                      <a:pt x="3485" y="1672"/>
                    </a:lnTo>
                    <a:lnTo>
                      <a:pt x="3785" y="1678"/>
                    </a:lnTo>
                    <a:lnTo>
                      <a:pt x="4085" y="167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84"/>
              <p:cNvSpPr/>
              <p:nvPr/>
            </p:nvSpPr>
            <p:spPr>
              <a:xfrm rot="10800000">
                <a:off x="4473082" y="2497351"/>
                <a:ext cx="101688" cy="99326"/>
              </a:xfrm>
              <a:custGeom>
                <a:avLst/>
                <a:gdLst/>
                <a:ahLst/>
                <a:cxnLst/>
                <a:rect l="l" t="t" r="r" b="b"/>
                <a:pathLst>
                  <a:path w="7600" h="1652" extrusionOk="0">
                    <a:moveTo>
                      <a:pt x="1" y="0"/>
                    </a:moveTo>
                    <a:lnTo>
                      <a:pt x="31" y="119"/>
                    </a:lnTo>
                    <a:lnTo>
                      <a:pt x="31" y="1533"/>
                    </a:lnTo>
                    <a:lnTo>
                      <a:pt x="61" y="1586"/>
                    </a:lnTo>
                    <a:lnTo>
                      <a:pt x="61" y="1645"/>
                    </a:lnTo>
                    <a:lnTo>
                      <a:pt x="61" y="1652"/>
                    </a:lnTo>
                    <a:lnTo>
                      <a:pt x="7599" y="1652"/>
                    </a:lnTo>
                    <a:lnTo>
                      <a:pt x="7599" y="40"/>
                    </a:lnTo>
                    <a:lnTo>
                      <a:pt x="7599" y="0"/>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84"/>
              <p:cNvSpPr/>
              <p:nvPr/>
            </p:nvSpPr>
            <p:spPr>
              <a:xfrm rot="10800000">
                <a:off x="4473082" y="2497351"/>
                <a:ext cx="101688" cy="99326"/>
              </a:xfrm>
              <a:custGeom>
                <a:avLst/>
                <a:gdLst/>
                <a:ahLst/>
                <a:cxnLst/>
                <a:rect l="l" t="t" r="r" b="b"/>
                <a:pathLst>
                  <a:path w="7600" h="1652" fill="none" extrusionOk="0">
                    <a:moveTo>
                      <a:pt x="61" y="1652"/>
                    </a:moveTo>
                    <a:lnTo>
                      <a:pt x="7599" y="1652"/>
                    </a:lnTo>
                    <a:lnTo>
                      <a:pt x="7599" y="40"/>
                    </a:lnTo>
                    <a:lnTo>
                      <a:pt x="7599" y="40"/>
                    </a:lnTo>
                    <a:lnTo>
                      <a:pt x="7599" y="0"/>
                    </a:lnTo>
                    <a:lnTo>
                      <a:pt x="7599" y="0"/>
                    </a:lnTo>
                    <a:lnTo>
                      <a:pt x="1" y="0"/>
                    </a:lnTo>
                    <a:lnTo>
                      <a:pt x="1" y="0"/>
                    </a:lnTo>
                    <a:lnTo>
                      <a:pt x="31" y="119"/>
                    </a:lnTo>
                    <a:lnTo>
                      <a:pt x="31" y="1533"/>
                    </a:lnTo>
                    <a:lnTo>
                      <a:pt x="31" y="1533"/>
                    </a:lnTo>
                    <a:lnTo>
                      <a:pt x="61" y="1586"/>
                    </a:lnTo>
                    <a:lnTo>
                      <a:pt x="61" y="1645"/>
                    </a:lnTo>
                    <a:lnTo>
                      <a:pt x="61" y="1645"/>
                    </a:lnTo>
                    <a:lnTo>
                      <a:pt x="61"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84"/>
              <p:cNvSpPr/>
              <p:nvPr/>
            </p:nvSpPr>
            <p:spPr>
              <a:xfrm rot="10800000">
                <a:off x="4473082" y="2596617"/>
                <a:ext cx="101688" cy="51287"/>
              </a:xfrm>
              <a:custGeom>
                <a:avLst/>
                <a:gdLst/>
                <a:ahLst/>
                <a:cxnLst/>
                <a:rect l="l" t="t" r="r" b="b"/>
                <a:pathLst>
                  <a:path w="7600" h="853" extrusionOk="0">
                    <a:moveTo>
                      <a:pt x="3184" y="0"/>
                    </a:moveTo>
                    <a:lnTo>
                      <a:pt x="2854" y="7"/>
                    </a:lnTo>
                    <a:lnTo>
                      <a:pt x="2554" y="20"/>
                    </a:lnTo>
                    <a:lnTo>
                      <a:pt x="2223" y="46"/>
                    </a:lnTo>
                    <a:lnTo>
                      <a:pt x="1923" y="73"/>
                    </a:lnTo>
                    <a:lnTo>
                      <a:pt x="1652" y="106"/>
                    </a:lnTo>
                    <a:lnTo>
                      <a:pt x="1382" y="146"/>
                    </a:lnTo>
                    <a:lnTo>
                      <a:pt x="1112" y="192"/>
                    </a:lnTo>
                    <a:lnTo>
                      <a:pt x="902" y="245"/>
                    </a:lnTo>
                    <a:lnTo>
                      <a:pt x="691" y="311"/>
                    </a:lnTo>
                    <a:lnTo>
                      <a:pt x="511" y="383"/>
                    </a:lnTo>
                    <a:lnTo>
                      <a:pt x="361" y="463"/>
                    </a:lnTo>
                    <a:lnTo>
                      <a:pt x="211" y="555"/>
                    </a:lnTo>
                    <a:lnTo>
                      <a:pt x="91" y="648"/>
                    </a:lnTo>
                    <a:lnTo>
                      <a:pt x="31" y="747"/>
                    </a:lnTo>
                    <a:lnTo>
                      <a:pt x="1" y="852"/>
                    </a:lnTo>
                    <a:lnTo>
                      <a:pt x="7599" y="852"/>
                    </a:lnTo>
                    <a:lnTo>
                      <a:pt x="7599" y="760"/>
                    </a:lnTo>
                    <a:lnTo>
                      <a:pt x="7539" y="681"/>
                    </a:lnTo>
                    <a:lnTo>
                      <a:pt x="7449" y="595"/>
                    </a:lnTo>
                    <a:lnTo>
                      <a:pt x="7359" y="515"/>
                    </a:lnTo>
                    <a:lnTo>
                      <a:pt x="7239" y="436"/>
                    </a:lnTo>
                    <a:lnTo>
                      <a:pt x="7059" y="370"/>
                    </a:lnTo>
                    <a:lnTo>
                      <a:pt x="6848" y="311"/>
                    </a:lnTo>
                    <a:lnTo>
                      <a:pt x="6608" y="258"/>
                    </a:lnTo>
                    <a:lnTo>
                      <a:pt x="6308" y="198"/>
                    </a:lnTo>
                    <a:lnTo>
                      <a:pt x="5947" y="152"/>
                    </a:lnTo>
                    <a:lnTo>
                      <a:pt x="5557" y="106"/>
                    </a:lnTo>
                    <a:lnTo>
                      <a:pt x="5167" y="66"/>
                    </a:lnTo>
                    <a:lnTo>
                      <a:pt x="4776" y="40"/>
                    </a:lnTo>
                    <a:lnTo>
                      <a:pt x="4356" y="13"/>
                    </a:lnTo>
                    <a:lnTo>
                      <a:pt x="3905" y="0"/>
                    </a:lnTo>
                    <a:close/>
                  </a:path>
                </a:pathLst>
              </a:custGeom>
              <a:solidFill>
                <a:srgbClr val="B98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84"/>
              <p:cNvSpPr/>
              <p:nvPr/>
            </p:nvSpPr>
            <p:spPr>
              <a:xfrm rot="10800000">
                <a:off x="4473082" y="2596617"/>
                <a:ext cx="101688" cy="51287"/>
              </a:xfrm>
              <a:custGeom>
                <a:avLst/>
                <a:gdLst/>
                <a:ahLst/>
                <a:cxnLst/>
                <a:rect l="l" t="t" r="r" b="b"/>
                <a:pathLst>
                  <a:path w="7600" h="853" fill="none" extrusionOk="0">
                    <a:moveTo>
                      <a:pt x="1" y="852"/>
                    </a:moveTo>
                    <a:lnTo>
                      <a:pt x="7599" y="852"/>
                    </a:lnTo>
                    <a:lnTo>
                      <a:pt x="7599" y="852"/>
                    </a:lnTo>
                    <a:lnTo>
                      <a:pt x="7599" y="760"/>
                    </a:lnTo>
                    <a:lnTo>
                      <a:pt x="7539" y="681"/>
                    </a:lnTo>
                    <a:lnTo>
                      <a:pt x="7449" y="595"/>
                    </a:lnTo>
                    <a:lnTo>
                      <a:pt x="7359" y="515"/>
                    </a:lnTo>
                    <a:lnTo>
                      <a:pt x="7239" y="436"/>
                    </a:lnTo>
                    <a:lnTo>
                      <a:pt x="7059" y="370"/>
                    </a:lnTo>
                    <a:lnTo>
                      <a:pt x="6848" y="311"/>
                    </a:lnTo>
                    <a:lnTo>
                      <a:pt x="6608" y="258"/>
                    </a:lnTo>
                    <a:lnTo>
                      <a:pt x="6608" y="258"/>
                    </a:lnTo>
                    <a:lnTo>
                      <a:pt x="6308" y="198"/>
                    </a:lnTo>
                    <a:lnTo>
                      <a:pt x="5947" y="152"/>
                    </a:lnTo>
                    <a:lnTo>
                      <a:pt x="5557" y="106"/>
                    </a:lnTo>
                    <a:lnTo>
                      <a:pt x="5167" y="66"/>
                    </a:lnTo>
                    <a:lnTo>
                      <a:pt x="4776" y="40"/>
                    </a:lnTo>
                    <a:lnTo>
                      <a:pt x="4356" y="13"/>
                    </a:lnTo>
                    <a:lnTo>
                      <a:pt x="3905" y="0"/>
                    </a:lnTo>
                    <a:lnTo>
                      <a:pt x="3485" y="0"/>
                    </a:lnTo>
                    <a:lnTo>
                      <a:pt x="3485" y="0"/>
                    </a:lnTo>
                    <a:lnTo>
                      <a:pt x="3184" y="0"/>
                    </a:lnTo>
                    <a:lnTo>
                      <a:pt x="2854" y="7"/>
                    </a:lnTo>
                    <a:lnTo>
                      <a:pt x="2554" y="20"/>
                    </a:lnTo>
                    <a:lnTo>
                      <a:pt x="2223" y="46"/>
                    </a:lnTo>
                    <a:lnTo>
                      <a:pt x="1923" y="73"/>
                    </a:lnTo>
                    <a:lnTo>
                      <a:pt x="1652" y="106"/>
                    </a:lnTo>
                    <a:lnTo>
                      <a:pt x="1382" y="146"/>
                    </a:lnTo>
                    <a:lnTo>
                      <a:pt x="1112" y="192"/>
                    </a:lnTo>
                    <a:lnTo>
                      <a:pt x="1112" y="192"/>
                    </a:lnTo>
                    <a:lnTo>
                      <a:pt x="902" y="245"/>
                    </a:lnTo>
                    <a:lnTo>
                      <a:pt x="691" y="311"/>
                    </a:lnTo>
                    <a:lnTo>
                      <a:pt x="511" y="383"/>
                    </a:lnTo>
                    <a:lnTo>
                      <a:pt x="361" y="463"/>
                    </a:lnTo>
                    <a:lnTo>
                      <a:pt x="211" y="555"/>
                    </a:lnTo>
                    <a:lnTo>
                      <a:pt x="91" y="648"/>
                    </a:lnTo>
                    <a:lnTo>
                      <a:pt x="31" y="747"/>
                    </a:lnTo>
                    <a:lnTo>
                      <a:pt x="1" y="8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84"/>
              <p:cNvSpPr/>
              <p:nvPr/>
            </p:nvSpPr>
            <p:spPr>
              <a:xfrm rot="10800000">
                <a:off x="4473084" y="2458811"/>
                <a:ext cx="13" cy="12807"/>
              </a:xfrm>
              <a:custGeom>
                <a:avLst/>
                <a:gdLst/>
                <a:ahLst/>
                <a:cxnLst/>
                <a:rect l="l" t="t" r="r" b="b"/>
                <a:pathLst>
                  <a:path w="1" h="213" extrusionOk="0">
                    <a:moveTo>
                      <a:pt x="0" y="212"/>
                    </a:moveTo>
                    <a:lnTo>
                      <a:pt x="0" y="1"/>
                    </a:lnTo>
                    <a:lnTo>
                      <a:pt x="0" y="1"/>
                    </a:lnTo>
                    <a:lnTo>
                      <a:pt x="0" y="107"/>
                    </a:lnTo>
                    <a:lnTo>
                      <a:pt x="0" y="212"/>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84"/>
              <p:cNvSpPr/>
              <p:nvPr/>
            </p:nvSpPr>
            <p:spPr>
              <a:xfrm rot="10800000">
                <a:off x="4473084" y="2458811"/>
                <a:ext cx="13" cy="12807"/>
              </a:xfrm>
              <a:custGeom>
                <a:avLst/>
                <a:gdLst/>
                <a:ahLst/>
                <a:cxnLst/>
                <a:rect l="l" t="t" r="r" b="b"/>
                <a:pathLst>
                  <a:path w="1" h="213" fill="none" extrusionOk="0">
                    <a:moveTo>
                      <a:pt x="0" y="212"/>
                    </a:moveTo>
                    <a:lnTo>
                      <a:pt x="0" y="1"/>
                    </a:lnTo>
                    <a:lnTo>
                      <a:pt x="0" y="1"/>
                    </a:lnTo>
                    <a:lnTo>
                      <a:pt x="0" y="107"/>
                    </a:lnTo>
                    <a:lnTo>
                      <a:pt x="0" y="21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84"/>
              <p:cNvSpPr/>
              <p:nvPr/>
            </p:nvSpPr>
            <p:spPr>
              <a:xfrm rot="10800000">
                <a:off x="4572747" y="3099802"/>
                <a:ext cx="94449" cy="430194"/>
              </a:xfrm>
              <a:custGeom>
                <a:avLst/>
                <a:gdLst/>
                <a:ahLst/>
                <a:cxnLst/>
                <a:rect l="l" t="t" r="r" b="b"/>
                <a:pathLst>
                  <a:path w="7059" h="7155" extrusionOk="0">
                    <a:moveTo>
                      <a:pt x="3034" y="1"/>
                    </a:moveTo>
                    <a:lnTo>
                      <a:pt x="2644" y="27"/>
                    </a:lnTo>
                    <a:lnTo>
                      <a:pt x="2193" y="54"/>
                    </a:lnTo>
                    <a:lnTo>
                      <a:pt x="1773" y="100"/>
                    </a:lnTo>
                    <a:lnTo>
                      <a:pt x="1322" y="153"/>
                    </a:lnTo>
                    <a:lnTo>
                      <a:pt x="1142" y="179"/>
                    </a:lnTo>
                    <a:lnTo>
                      <a:pt x="962" y="212"/>
                    </a:lnTo>
                    <a:lnTo>
                      <a:pt x="812" y="245"/>
                    </a:lnTo>
                    <a:lnTo>
                      <a:pt x="661" y="285"/>
                    </a:lnTo>
                    <a:lnTo>
                      <a:pt x="511" y="324"/>
                    </a:lnTo>
                    <a:lnTo>
                      <a:pt x="421" y="371"/>
                    </a:lnTo>
                    <a:lnTo>
                      <a:pt x="211" y="463"/>
                    </a:lnTo>
                    <a:lnTo>
                      <a:pt x="91" y="562"/>
                    </a:lnTo>
                    <a:lnTo>
                      <a:pt x="1" y="668"/>
                    </a:lnTo>
                    <a:lnTo>
                      <a:pt x="1" y="780"/>
                    </a:lnTo>
                    <a:lnTo>
                      <a:pt x="1" y="886"/>
                    </a:lnTo>
                    <a:lnTo>
                      <a:pt x="1" y="1196"/>
                    </a:lnTo>
                    <a:lnTo>
                      <a:pt x="61" y="1309"/>
                    </a:lnTo>
                    <a:lnTo>
                      <a:pt x="1" y="1427"/>
                    </a:lnTo>
                    <a:lnTo>
                      <a:pt x="1" y="3125"/>
                    </a:lnTo>
                    <a:lnTo>
                      <a:pt x="3274" y="3125"/>
                    </a:lnTo>
                    <a:lnTo>
                      <a:pt x="3274" y="2418"/>
                    </a:lnTo>
                    <a:lnTo>
                      <a:pt x="3274" y="2299"/>
                    </a:lnTo>
                    <a:lnTo>
                      <a:pt x="3304" y="2187"/>
                    </a:lnTo>
                    <a:lnTo>
                      <a:pt x="3395" y="2068"/>
                    </a:lnTo>
                    <a:lnTo>
                      <a:pt x="3515" y="1963"/>
                    </a:lnTo>
                    <a:lnTo>
                      <a:pt x="3695" y="1863"/>
                    </a:lnTo>
                    <a:lnTo>
                      <a:pt x="3905" y="1771"/>
                    </a:lnTo>
                    <a:lnTo>
                      <a:pt x="4145" y="1698"/>
                    </a:lnTo>
                    <a:lnTo>
                      <a:pt x="4386" y="1639"/>
                    </a:lnTo>
                    <a:lnTo>
                      <a:pt x="4626" y="1593"/>
                    </a:lnTo>
                    <a:lnTo>
                      <a:pt x="4866" y="1560"/>
                    </a:lnTo>
                    <a:lnTo>
                      <a:pt x="5106" y="1527"/>
                    </a:lnTo>
                    <a:lnTo>
                      <a:pt x="5377" y="1500"/>
                    </a:lnTo>
                    <a:lnTo>
                      <a:pt x="5647" y="1480"/>
                    </a:lnTo>
                    <a:lnTo>
                      <a:pt x="5917" y="1461"/>
                    </a:lnTo>
                    <a:lnTo>
                      <a:pt x="6188" y="1447"/>
                    </a:lnTo>
                    <a:lnTo>
                      <a:pt x="6488" y="1441"/>
                    </a:lnTo>
                    <a:lnTo>
                      <a:pt x="5767" y="1441"/>
                    </a:lnTo>
                    <a:lnTo>
                      <a:pt x="5347" y="1434"/>
                    </a:lnTo>
                    <a:lnTo>
                      <a:pt x="4926" y="1414"/>
                    </a:lnTo>
                    <a:lnTo>
                      <a:pt x="4536" y="1394"/>
                    </a:lnTo>
                    <a:lnTo>
                      <a:pt x="4175" y="1368"/>
                    </a:lnTo>
                    <a:lnTo>
                      <a:pt x="3845" y="1328"/>
                    </a:lnTo>
                    <a:lnTo>
                      <a:pt x="3545" y="1282"/>
                    </a:lnTo>
                    <a:lnTo>
                      <a:pt x="3274" y="1223"/>
                    </a:lnTo>
                    <a:lnTo>
                      <a:pt x="3064" y="1163"/>
                    </a:lnTo>
                    <a:lnTo>
                      <a:pt x="2854" y="1097"/>
                    </a:lnTo>
                    <a:lnTo>
                      <a:pt x="2674" y="1025"/>
                    </a:lnTo>
                    <a:lnTo>
                      <a:pt x="2493" y="952"/>
                    </a:lnTo>
                    <a:lnTo>
                      <a:pt x="2373" y="873"/>
                    </a:lnTo>
                    <a:lnTo>
                      <a:pt x="2253" y="793"/>
                    </a:lnTo>
                    <a:lnTo>
                      <a:pt x="2163" y="714"/>
                    </a:lnTo>
                    <a:lnTo>
                      <a:pt x="2133" y="628"/>
                    </a:lnTo>
                    <a:lnTo>
                      <a:pt x="2103" y="549"/>
                    </a:lnTo>
                    <a:lnTo>
                      <a:pt x="2103" y="463"/>
                    </a:lnTo>
                    <a:lnTo>
                      <a:pt x="2163" y="384"/>
                    </a:lnTo>
                    <a:lnTo>
                      <a:pt x="2253" y="305"/>
                    </a:lnTo>
                    <a:lnTo>
                      <a:pt x="2373" y="225"/>
                    </a:lnTo>
                    <a:lnTo>
                      <a:pt x="2524" y="153"/>
                    </a:lnTo>
                    <a:lnTo>
                      <a:pt x="2734" y="80"/>
                    </a:lnTo>
                    <a:lnTo>
                      <a:pt x="3004" y="14"/>
                    </a:lnTo>
                    <a:lnTo>
                      <a:pt x="3034" y="1"/>
                    </a:lnTo>
                    <a:close/>
                    <a:moveTo>
                      <a:pt x="1" y="4710"/>
                    </a:moveTo>
                    <a:lnTo>
                      <a:pt x="451" y="4724"/>
                    </a:lnTo>
                    <a:lnTo>
                      <a:pt x="842" y="4737"/>
                    </a:lnTo>
                    <a:lnTo>
                      <a:pt x="1202" y="4757"/>
                    </a:lnTo>
                    <a:lnTo>
                      <a:pt x="1532" y="4790"/>
                    </a:lnTo>
                    <a:lnTo>
                      <a:pt x="1833" y="4829"/>
                    </a:lnTo>
                    <a:lnTo>
                      <a:pt x="2133" y="4882"/>
                    </a:lnTo>
                    <a:lnTo>
                      <a:pt x="2373" y="4942"/>
                    </a:lnTo>
                    <a:lnTo>
                      <a:pt x="2584" y="5014"/>
                    </a:lnTo>
                    <a:lnTo>
                      <a:pt x="2794" y="5100"/>
                    </a:lnTo>
                    <a:lnTo>
                      <a:pt x="2944" y="5193"/>
                    </a:lnTo>
                    <a:lnTo>
                      <a:pt x="3094" y="5278"/>
                    </a:lnTo>
                    <a:lnTo>
                      <a:pt x="3214" y="5364"/>
                    </a:lnTo>
                    <a:lnTo>
                      <a:pt x="3274" y="5444"/>
                    </a:lnTo>
                    <a:lnTo>
                      <a:pt x="3334" y="5523"/>
                    </a:lnTo>
                    <a:lnTo>
                      <a:pt x="3334" y="5457"/>
                    </a:lnTo>
                    <a:lnTo>
                      <a:pt x="3364" y="5397"/>
                    </a:lnTo>
                    <a:lnTo>
                      <a:pt x="3425" y="5331"/>
                    </a:lnTo>
                    <a:lnTo>
                      <a:pt x="3485" y="5265"/>
                    </a:lnTo>
                    <a:lnTo>
                      <a:pt x="3605" y="5199"/>
                    </a:lnTo>
                    <a:lnTo>
                      <a:pt x="3725" y="5133"/>
                    </a:lnTo>
                    <a:lnTo>
                      <a:pt x="3875" y="5067"/>
                    </a:lnTo>
                    <a:lnTo>
                      <a:pt x="4085" y="5008"/>
                    </a:lnTo>
                    <a:lnTo>
                      <a:pt x="4326" y="4942"/>
                    </a:lnTo>
                    <a:lnTo>
                      <a:pt x="4596" y="4889"/>
                    </a:lnTo>
                    <a:lnTo>
                      <a:pt x="4956" y="4836"/>
                    </a:lnTo>
                    <a:lnTo>
                      <a:pt x="5317" y="4796"/>
                    </a:lnTo>
                    <a:lnTo>
                      <a:pt x="5767" y="4757"/>
                    </a:lnTo>
                    <a:lnTo>
                      <a:pt x="6278" y="4730"/>
                    </a:lnTo>
                    <a:lnTo>
                      <a:pt x="6818" y="4717"/>
                    </a:lnTo>
                    <a:lnTo>
                      <a:pt x="6638" y="4710"/>
                    </a:lnTo>
                    <a:close/>
                    <a:moveTo>
                      <a:pt x="3334" y="5602"/>
                    </a:moveTo>
                    <a:lnTo>
                      <a:pt x="3304" y="5681"/>
                    </a:lnTo>
                    <a:lnTo>
                      <a:pt x="3274" y="5754"/>
                    </a:lnTo>
                    <a:lnTo>
                      <a:pt x="3184" y="5827"/>
                    </a:lnTo>
                    <a:lnTo>
                      <a:pt x="3064" y="5893"/>
                    </a:lnTo>
                    <a:lnTo>
                      <a:pt x="2944" y="5959"/>
                    </a:lnTo>
                    <a:lnTo>
                      <a:pt x="2794" y="6018"/>
                    </a:lnTo>
                    <a:lnTo>
                      <a:pt x="2584" y="6078"/>
                    </a:lnTo>
                    <a:lnTo>
                      <a:pt x="2373" y="6137"/>
                    </a:lnTo>
                    <a:lnTo>
                      <a:pt x="2133" y="6183"/>
                    </a:lnTo>
                    <a:lnTo>
                      <a:pt x="1983" y="6216"/>
                    </a:lnTo>
                    <a:lnTo>
                      <a:pt x="1773" y="6243"/>
                    </a:lnTo>
                    <a:lnTo>
                      <a:pt x="1532" y="6269"/>
                    </a:lnTo>
                    <a:lnTo>
                      <a:pt x="1262" y="6296"/>
                    </a:lnTo>
                    <a:lnTo>
                      <a:pt x="962" y="6315"/>
                    </a:lnTo>
                    <a:lnTo>
                      <a:pt x="661" y="6335"/>
                    </a:lnTo>
                    <a:lnTo>
                      <a:pt x="1" y="6362"/>
                    </a:lnTo>
                    <a:lnTo>
                      <a:pt x="1" y="6368"/>
                    </a:lnTo>
                    <a:lnTo>
                      <a:pt x="301" y="6362"/>
                    </a:lnTo>
                    <a:lnTo>
                      <a:pt x="751" y="6368"/>
                    </a:lnTo>
                    <a:lnTo>
                      <a:pt x="1232" y="6381"/>
                    </a:lnTo>
                    <a:lnTo>
                      <a:pt x="1683" y="6408"/>
                    </a:lnTo>
                    <a:lnTo>
                      <a:pt x="2103" y="6434"/>
                    </a:lnTo>
                    <a:lnTo>
                      <a:pt x="2493" y="6467"/>
                    </a:lnTo>
                    <a:lnTo>
                      <a:pt x="2854" y="6514"/>
                    </a:lnTo>
                    <a:lnTo>
                      <a:pt x="3154" y="6560"/>
                    </a:lnTo>
                    <a:lnTo>
                      <a:pt x="3395" y="6606"/>
                    </a:lnTo>
                    <a:lnTo>
                      <a:pt x="3605" y="6666"/>
                    </a:lnTo>
                    <a:lnTo>
                      <a:pt x="3815" y="6732"/>
                    </a:lnTo>
                    <a:lnTo>
                      <a:pt x="3965" y="6798"/>
                    </a:lnTo>
                    <a:lnTo>
                      <a:pt x="4085" y="6864"/>
                    </a:lnTo>
                    <a:lnTo>
                      <a:pt x="4175" y="6936"/>
                    </a:lnTo>
                    <a:lnTo>
                      <a:pt x="4235" y="7009"/>
                    </a:lnTo>
                    <a:lnTo>
                      <a:pt x="4266" y="7082"/>
                    </a:lnTo>
                    <a:lnTo>
                      <a:pt x="4266" y="7154"/>
                    </a:lnTo>
                    <a:lnTo>
                      <a:pt x="4776" y="7115"/>
                    </a:lnTo>
                    <a:lnTo>
                      <a:pt x="5287" y="7062"/>
                    </a:lnTo>
                    <a:lnTo>
                      <a:pt x="5737" y="7002"/>
                    </a:lnTo>
                    <a:lnTo>
                      <a:pt x="6128" y="6930"/>
                    </a:lnTo>
                    <a:lnTo>
                      <a:pt x="6338" y="6877"/>
                    </a:lnTo>
                    <a:lnTo>
                      <a:pt x="6518" y="6817"/>
                    </a:lnTo>
                    <a:lnTo>
                      <a:pt x="6698" y="6751"/>
                    </a:lnTo>
                    <a:lnTo>
                      <a:pt x="6818" y="6685"/>
                    </a:lnTo>
                    <a:lnTo>
                      <a:pt x="6909" y="6606"/>
                    </a:lnTo>
                    <a:lnTo>
                      <a:pt x="6969" y="6527"/>
                    </a:lnTo>
                    <a:lnTo>
                      <a:pt x="7029" y="6448"/>
                    </a:lnTo>
                    <a:lnTo>
                      <a:pt x="7059" y="6362"/>
                    </a:lnTo>
                    <a:lnTo>
                      <a:pt x="6578" y="6355"/>
                    </a:lnTo>
                    <a:lnTo>
                      <a:pt x="6128" y="6335"/>
                    </a:lnTo>
                    <a:lnTo>
                      <a:pt x="5707" y="6302"/>
                    </a:lnTo>
                    <a:lnTo>
                      <a:pt x="5347" y="6269"/>
                    </a:lnTo>
                    <a:lnTo>
                      <a:pt x="4986" y="6223"/>
                    </a:lnTo>
                    <a:lnTo>
                      <a:pt x="4686" y="6177"/>
                    </a:lnTo>
                    <a:lnTo>
                      <a:pt x="4416" y="6124"/>
                    </a:lnTo>
                    <a:lnTo>
                      <a:pt x="4175" y="6064"/>
                    </a:lnTo>
                    <a:lnTo>
                      <a:pt x="3965" y="5998"/>
                    </a:lnTo>
                    <a:lnTo>
                      <a:pt x="3815" y="5939"/>
                    </a:lnTo>
                    <a:lnTo>
                      <a:pt x="3665" y="5873"/>
                    </a:lnTo>
                    <a:lnTo>
                      <a:pt x="3545" y="5807"/>
                    </a:lnTo>
                    <a:lnTo>
                      <a:pt x="3455" y="5741"/>
                    </a:lnTo>
                    <a:lnTo>
                      <a:pt x="3395" y="5681"/>
                    </a:lnTo>
                    <a:lnTo>
                      <a:pt x="3334" y="5622"/>
                    </a:lnTo>
                    <a:lnTo>
                      <a:pt x="3334" y="5602"/>
                    </a:lnTo>
                    <a:close/>
                  </a:path>
                </a:pathLst>
              </a:custGeom>
              <a:solidFill>
                <a:srgbClr val="A47D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84"/>
              <p:cNvSpPr/>
              <p:nvPr/>
            </p:nvSpPr>
            <p:spPr>
              <a:xfrm rot="10800000">
                <a:off x="4572750" y="3443356"/>
                <a:ext cx="415" cy="60"/>
              </a:xfrm>
              <a:custGeom>
                <a:avLst/>
                <a:gdLst/>
                <a:ahLst/>
                <a:cxnLst/>
                <a:rect l="l" t="t" r="r" b="b"/>
                <a:pathLst>
                  <a:path w="31" h="1" fill="none" extrusionOk="0">
                    <a:moveTo>
                      <a:pt x="31" y="1"/>
                    </a:moveTo>
                    <a:lnTo>
                      <a:pt x="31" y="1"/>
                    </a:lnTo>
                    <a:lnTo>
                      <a:pt x="1" y="1"/>
                    </a:lnTo>
                    <a:lnTo>
                      <a:pt x="1" y="1"/>
                    </a:lnTo>
                    <a:lnTo>
                      <a:pt x="3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84"/>
              <p:cNvSpPr/>
              <p:nvPr/>
            </p:nvSpPr>
            <p:spPr>
              <a:xfrm rot="10800000">
                <a:off x="4580374" y="3342045"/>
                <a:ext cx="86823" cy="187951"/>
              </a:xfrm>
              <a:custGeom>
                <a:avLst/>
                <a:gdLst/>
                <a:ahLst/>
                <a:cxnLst/>
                <a:rect l="l" t="t" r="r" b="b"/>
                <a:pathLst>
                  <a:path w="6489" h="3126" fill="none" extrusionOk="0">
                    <a:moveTo>
                      <a:pt x="3274" y="3125"/>
                    </a:moveTo>
                    <a:lnTo>
                      <a:pt x="3274" y="2418"/>
                    </a:lnTo>
                    <a:lnTo>
                      <a:pt x="3274" y="2418"/>
                    </a:lnTo>
                    <a:lnTo>
                      <a:pt x="3274" y="2299"/>
                    </a:lnTo>
                    <a:lnTo>
                      <a:pt x="3304" y="2187"/>
                    </a:lnTo>
                    <a:lnTo>
                      <a:pt x="3395" y="2068"/>
                    </a:lnTo>
                    <a:lnTo>
                      <a:pt x="3515" y="1963"/>
                    </a:lnTo>
                    <a:lnTo>
                      <a:pt x="3695" y="1863"/>
                    </a:lnTo>
                    <a:lnTo>
                      <a:pt x="3905" y="1771"/>
                    </a:lnTo>
                    <a:lnTo>
                      <a:pt x="4145" y="1698"/>
                    </a:lnTo>
                    <a:lnTo>
                      <a:pt x="4386" y="1639"/>
                    </a:lnTo>
                    <a:lnTo>
                      <a:pt x="4386" y="1639"/>
                    </a:lnTo>
                    <a:lnTo>
                      <a:pt x="4626" y="1593"/>
                    </a:lnTo>
                    <a:lnTo>
                      <a:pt x="4866" y="1560"/>
                    </a:lnTo>
                    <a:lnTo>
                      <a:pt x="5106" y="1527"/>
                    </a:lnTo>
                    <a:lnTo>
                      <a:pt x="5377" y="1500"/>
                    </a:lnTo>
                    <a:lnTo>
                      <a:pt x="5647" y="1480"/>
                    </a:lnTo>
                    <a:lnTo>
                      <a:pt x="5917" y="1461"/>
                    </a:lnTo>
                    <a:lnTo>
                      <a:pt x="6188" y="1447"/>
                    </a:lnTo>
                    <a:lnTo>
                      <a:pt x="6488" y="1441"/>
                    </a:lnTo>
                    <a:lnTo>
                      <a:pt x="6188" y="1441"/>
                    </a:lnTo>
                    <a:lnTo>
                      <a:pt x="6188" y="1441"/>
                    </a:lnTo>
                    <a:lnTo>
                      <a:pt x="5767" y="1441"/>
                    </a:lnTo>
                    <a:lnTo>
                      <a:pt x="5347" y="1434"/>
                    </a:lnTo>
                    <a:lnTo>
                      <a:pt x="4926" y="1414"/>
                    </a:lnTo>
                    <a:lnTo>
                      <a:pt x="4536" y="1394"/>
                    </a:lnTo>
                    <a:lnTo>
                      <a:pt x="4175" y="1368"/>
                    </a:lnTo>
                    <a:lnTo>
                      <a:pt x="3845" y="1328"/>
                    </a:lnTo>
                    <a:lnTo>
                      <a:pt x="3545" y="1282"/>
                    </a:lnTo>
                    <a:lnTo>
                      <a:pt x="3274" y="1223"/>
                    </a:lnTo>
                    <a:lnTo>
                      <a:pt x="3274" y="1223"/>
                    </a:lnTo>
                    <a:lnTo>
                      <a:pt x="3064" y="1163"/>
                    </a:lnTo>
                    <a:lnTo>
                      <a:pt x="2854" y="1097"/>
                    </a:lnTo>
                    <a:lnTo>
                      <a:pt x="2674" y="1025"/>
                    </a:lnTo>
                    <a:lnTo>
                      <a:pt x="2493" y="952"/>
                    </a:lnTo>
                    <a:lnTo>
                      <a:pt x="2373" y="873"/>
                    </a:lnTo>
                    <a:lnTo>
                      <a:pt x="2253" y="793"/>
                    </a:lnTo>
                    <a:lnTo>
                      <a:pt x="2163" y="714"/>
                    </a:lnTo>
                    <a:lnTo>
                      <a:pt x="2133" y="628"/>
                    </a:lnTo>
                    <a:lnTo>
                      <a:pt x="2103" y="549"/>
                    </a:lnTo>
                    <a:lnTo>
                      <a:pt x="2103" y="463"/>
                    </a:lnTo>
                    <a:lnTo>
                      <a:pt x="2163" y="384"/>
                    </a:lnTo>
                    <a:lnTo>
                      <a:pt x="2253" y="305"/>
                    </a:lnTo>
                    <a:lnTo>
                      <a:pt x="2373" y="225"/>
                    </a:lnTo>
                    <a:lnTo>
                      <a:pt x="2524" y="153"/>
                    </a:lnTo>
                    <a:lnTo>
                      <a:pt x="2734" y="80"/>
                    </a:lnTo>
                    <a:lnTo>
                      <a:pt x="3004" y="14"/>
                    </a:lnTo>
                    <a:lnTo>
                      <a:pt x="3004" y="14"/>
                    </a:lnTo>
                    <a:lnTo>
                      <a:pt x="3034" y="1"/>
                    </a:lnTo>
                    <a:lnTo>
                      <a:pt x="3034" y="1"/>
                    </a:lnTo>
                    <a:lnTo>
                      <a:pt x="2644" y="27"/>
                    </a:lnTo>
                    <a:lnTo>
                      <a:pt x="2193" y="54"/>
                    </a:lnTo>
                    <a:lnTo>
                      <a:pt x="1773" y="100"/>
                    </a:lnTo>
                    <a:lnTo>
                      <a:pt x="1322" y="153"/>
                    </a:lnTo>
                    <a:lnTo>
                      <a:pt x="1322" y="153"/>
                    </a:lnTo>
                    <a:lnTo>
                      <a:pt x="1142" y="179"/>
                    </a:lnTo>
                    <a:lnTo>
                      <a:pt x="962" y="212"/>
                    </a:lnTo>
                    <a:lnTo>
                      <a:pt x="812" y="245"/>
                    </a:lnTo>
                    <a:lnTo>
                      <a:pt x="661" y="285"/>
                    </a:lnTo>
                    <a:lnTo>
                      <a:pt x="511" y="324"/>
                    </a:lnTo>
                    <a:lnTo>
                      <a:pt x="421" y="371"/>
                    </a:lnTo>
                    <a:lnTo>
                      <a:pt x="211" y="463"/>
                    </a:lnTo>
                    <a:lnTo>
                      <a:pt x="91" y="562"/>
                    </a:lnTo>
                    <a:lnTo>
                      <a:pt x="1" y="668"/>
                    </a:lnTo>
                    <a:lnTo>
                      <a:pt x="1" y="780"/>
                    </a:lnTo>
                    <a:lnTo>
                      <a:pt x="1" y="886"/>
                    </a:lnTo>
                    <a:lnTo>
                      <a:pt x="1" y="1196"/>
                    </a:lnTo>
                    <a:lnTo>
                      <a:pt x="1" y="1196"/>
                    </a:lnTo>
                    <a:lnTo>
                      <a:pt x="61" y="1309"/>
                    </a:lnTo>
                    <a:lnTo>
                      <a:pt x="1" y="1427"/>
                    </a:lnTo>
                    <a:lnTo>
                      <a:pt x="1" y="3125"/>
                    </a:lnTo>
                    <a:lnTo>
                      <a:pt x="1" y="3125"/>
                    </a:lnTo>
                    <a:lnTo>
                      <a:pt x="3274" y="312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84"/>
              <p:cNvSpPr/>
              <p:nvPr/>
            </p:nvSpPr>
            <p:spPr>
              <a:xfrm rot="10800000">
                <a:off x="4572747" y="3099802"/>
                <a:ext cx="94449" cy="147006"/>
              </a:xfrm>
              <a:custGeom>
                <a:avLst/>
                <a:gdLst/>
                <a:ahLst/>
                <a:cxnLst/>
                <a:rect l="l" t="t" r="r" b="b"/>
                <a:pathLst>
                  <a:path w="7059" h="2445" fill="none" extrusionOk="0">
                    <a:moveTo>
                      <a:pt x="4266" y="2444"/>
                    </a:moveTo>
                    <a:lnTo>
                      <a:pt x="4266" y="2444"/>
                    </a:lnTo>
                    <a:lnTo>
                      <a:pt x="4776" y="2405"/>
                    </a:lnTo>
                    <a:lnTo>
                      <a:pt x="5287" y="2352"/>
                    </a:lnTo>
                    <a:lnTo>
                      <a:pt x="5737" y="2292"/>
                    </a:lnTo>
                    <a:lnTo>
                      <a:pt x="6128" y="2220"/>
                    </a:lnTo>
                    <a:lnTo>
                      <a:pt x="6128" y="2220"/>
                    </a:lnTo>
                    <a:lnTo>
                      <a:pt x="6338" y="2167"/>
                    </a:lnTo>
                    <a:lnTo>
                      <a:pt x="6518" y="2107"/>
                    </a:lnTo>
                    <a:lnTo>
                      <a:pt x="6698" y="2041"/>
                    </a:lnTo>
                    <a:lnTo>
                      <a:pt x="6818" y="1975"/>
                    </a:lnTo>
                    <a:lnTo>
                      <a:pt x="6909" y="1896"/>
                    </a:lnTo>
                    <a:lnTo>
                      <a:pt x="6969" y="1817"/>
                    </a:lnTo>
                    <a:lnTo>
                      <a:pt x="7029" y="1738"/>
                    </a:lnTo>
                    <a:lnTo>
                      <a:pt x="7059" y="1652"/>
                    </a:lnTo>
                    <a:lnTo>
                      <a:pt x="7059" y="1652"/>
                    </a:lnTo>
                    <a:lnTo>
                      <a:pt x="6578" y="1645"/>
                    </a:lnTo>
                    <a:lnTo>
                      <a:pt x="6128" y="1625"/>
                    </a:lnTo>
                    <a:lnTo>
                      <a:pt x="5707" y="1592"/>
                    </a:lnTo>
                    <a:lnTo>
                      <a:pt x="5347" y="1559"/>
                    </a:lnTo>
                    <a:lnTo>
                      <a:pt x="4986" y="1513"/>
                    </a:lnTo>
                    <a:lnTo>
                      <a:pt x="4686" y="1467"/>
                    </a:lnTo>
                    <a:lnTo>
                      <a:pt x="4416" y="1414"/>
                    </a:lnTo>
                    <a:lnTo>
                      <a:pt x="4175" y="1354"/>
                    </a:lnTo>
                    <a:lnTo>
                      <a:pt x="3965" y="1288"/>
                    </a:lnTo>
                    <a:lnTo>
                      <a:pt x="3815" y="1229"/>
                    </a:lnTo>
                    <a:lnTo>
                      <a:pt x="3665" y="1163"/>
                    </a:lnTo>
                    <a:lnTo>
                      <a:pt x="3545" y="1097"/>
                    </a:lnTo>
                    <a:lnTo>
                      <a:pt x="3455" y="1031"/>
                    </a:lnTo>
                    <a:lnTo>
                      <a:pt x="3395" y="971"/>
                    </a:lnTo>
                    <a:lnTo>
                      <a:pt x="3334" y="912"/>
                    </a:lnTo>
                    <a:lnTo>
                      <a:pt x="3334" y="859"/>
                    </a:lnTo>
                    <a:lnTo>
                      <a:pt x="3334" y="859"/>
                    </a:lnTo>
                    <a:lnTo>
                      <a:pt x="3334" y="747"/>
                    </a:lnTo>
                    <a:lnTo>
                      <a:pt x="3364" y="687"/>
                    </a:lnTo>
                    <a:lnTo>
                      <a:pt x="3425" y="621"/>
                    </a:lnTo>
                    <a:lnTo>
                      <a:pt x="3485" y="555"/>
                    </a:lnTo>
                    <a:lnTo>
                      <a:pt x="3605" y="489"/>
                    </a:lnTo>
                    <a:lnTo>
                      <a:pt x="3725" y="423"/>
                    </a:lnTo>
                    <a:lnTo>
                      <a:pt x="3875" y="357"/>
                    </a:lnTo>
                    <a:lnTo>
                      <a:pt x="4085" y="298"/>
                    </a:lnTo>
                    <a:lnTo>
                      <a:pt x="4326" y="232"/>
                    </a:lnTo>
                    <a:lnTo>
                      <a:pt x="4596" y="179"/>
                    </a:lnTo>
                    <a:lnTo>
                      <a:pt x="4956" y="126"/>
                    </a:lnTo>
                    <a:lnTo>
                      <a:pt x="5317" y="86"/>
                    </a:lnTo>
                    <a:lnTo>
                      <a:pt x="5767" y="47"/>
                    </a:lnTo>
                    <a:lnTo>
                      <a:pt x="6278" y="20"/>
                    </a:lnTo>
                    <a:lnTo>
                      <a:pt x="6818" y="7"/>
                    </a:lnTo>
                    <a:lnTo>
                      <a:pt x="6818" y="7"/>
                    </a:lnTo>
                    <a:lnTo>
                      <a:pt x="6638" y="0"/>
                    </a:lnTo>
                    <a:lnTo>
                      <a:pt x="1" y="0"/>
                    </a:lnTo>
                    <a:lnTo>
                      <a:pt x="1" y="0"/>
                    </a:lnTo>
                    <a:lnTo>
                      <a:pt x="1" y="0"/>
                    </a:lnTo>
                    <a:lnTo>
                      <a:pt x="451" y="14"/>
                    </a:lnTo>
                    <a:lnTo>
                      <a:pt x="842" y="27"/>
                    </a:lnTo>
                    <a:lnTo>
                      <a:pt x="1202" y="47"/>
                    </a:lnTo>
                    <a:lnTo>
                      <a:pt x="1532" y="80"/>
                    </a:lnTo>
                    <a:lnTo>
                      <a:pt x="1833" y="119"/>
                    </a:lnTo>
                    <a:lnTo>
                      <a:pt x="2133" y="172"/>
                    </a:lnTo>
                    <a:lnTo>
                      <a:pt x="2373" y="232"/>
                    </a:lnTo>
                    <a:lnTo>
                      <a:pt x="2584" y="304"/>
                    </a:lnTo>
                    <a:lnTo>
                      <a:pt x="2584" y="304"/>
                    </a:lnTo>
                    <a:lnTo>
                      <a:pt x="2794" y="390"/>
                    </a:lnTo>
                    <a:lnTo>
                      <a:pt x="2944" y="483"/>
                    </a:lnTo>
                    <a:lnTo>
                      <a:pt x="3094" y="568"/>
                    </a:lnTo>
                    <a:lnTo>
                      <a:pt x="3214" y="654"/>
                    </a:lnTo>
                    <a:lnTo>
                      <a:pt x="3274" y="734"/>
                    </a:lnTo>
                    <a:lnTo>
                      <a:pt x="3334" y="813"/>
                    </a:lnTo>
                    <a:lnTo>
                      <a:pt x="3334" y="892"/>
                    </a:lnTo>
                    <a:lnTo>
                      <a:pt x="3304" y="971"/>
                    </a:lnTo>
                    <a:lnTo>
                      <a:pt x="3274" y="1044"/>
                    </a:lnTo>
                    <a:lnTo>
                      <a:pt x="3184" y="1117"/>
                    </a:lnTo>
                    <a:lnTo>
                      <a:pt x="3064" y="1183"/>
                    </a:lnTo>
                    <a:lnTo>
                      <a:pt x="2944" y="1249"/>
                    </a:lnTo>
                    <a:lnTo>
                      <a:pt x="2794" y="1308"/>
                    </a:lnTo>
                    <a:lnTo>
                      <a:pt x="2584" y="1368"/>
                    </a:lnTo>
                    <a:lnTo>
                      <a:pt x="2373" y="1427"/>
                    </a:lnTo>
                    <a:lnTo>
                      <a:pt x="2133" y="1473"/>
                    </a:lnTo>
                    <a:lnTo>
                      <a:pt x="2133" y="1473"/>
                    </a:lnTo>
                    <a:lnTo>
                      <a:pt x="1983" y="1506"/>
                    </a:lnTo>
                    <a:lnTo>
                      <a:pt x="1773" y="1533"/>
                    </a:lnTo>
                    <a:lnTo>
                      <a:pt x="1532" y="1559"/>
                    </a:lnTo>
                    <a:lnTo>
                      <a:pt x="1262" y="1586"/>
                    </a:lnTo>
                    <a:lnTo>
                      <a:pt x="962" y="1605"/>
                    </a:lnTo>
                    <a:lnTo>
                      <a:pt x="661" y="1625"/>
                    </a:lnTo>
                    <a:lnTo>
                      <a:pt x="1" y="1652"/>
                    </a:lnTo>
                    <a:lnTo>
                      <a:pt x="1" y="1652"/>
                    </a:lnTo>
                    <a:lnTo>
                      <a:pt x="1" y="1658"/>
                    </a:lnTo>
                    <a:lnTo>
                      <a:pt x="1" y="1658"/>
                    </a:lnTo>
                    <a:lnTo>
                      <a:pt x="301" y="1652"/>
                    </a:lnTo>
                    <a:lnTo>
                      <a:pt x="301" y="1652"/>
                    </a:lnTo>
                    <a:lnTo>
                      <a:pt x="751" y="1658"/>
                    </a:lnTo>
                    <a:lnTo>
                      <a:pt x="1232" y="1671"/>
                    </a:lnTo>
                    <a:lnTo>
                      <a:pt x="1683" y="1698"/>
                    </a:lnTo>
                    <a:lnTo>
                      <a:pt x="2103" y="1724"/>
                    </a:lnTo>
                    <a:lnTo>
                      <a:pt x="2493" y="1757"/>
                    </a:lnTo>
                    <a:lnTo>
                      <a:pt x="2854" y="1804"/>
                    </a:lnTo>
                    <a:lnTo>
                      <a:pt x="3154" y="1850"/>
                    </a:lnTo>
                    <a:lnTo>
                      <a:pt x="3395" y="1896"/>
                    </a:lnTo>
                    <a:lnTo>
                      <a:pt x="3395" y="1896"/>
                    </a:lnTo>
                    <a:lnTo>
                      <a:pt x="3605" y="1956"/>
                    </a:lnTo>
                    <a:lnTo>
                      <a:pt x="3815" y="2022"/>
                    </a:lnTo>
                    <a:lnTo>
                      <a:pt x="3965" y="2088"/>
                    </a:lnTo>
                    <a:lnTo>
                      <a:pt x="4085" y="2154"/>
                    </a:lnTo>
                    <a:lnTo>
                      <a:pt x="4175" y="2226"/>
                    </a:lnTo>
                    <a:lnTo>
                      <a:pt x="4235" y="2299"/>
                    </a:lnTo>
                    <a:lnTo>
                      <a:pt x="4266" y="2372"/>
                    </a:lnTo>
                    <a:lnTo>
                      <a:pt x="4266" y="244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84"/>
              <p:cNvSpPr/>
              <p:nvPr/>
            </p:nvSpPr>
            <p:spPr>
              <a:xfrm rot="10800000">
                <a:off x="4622574" y="3147481"/>
                <a:ext cx="44622" cy="99326"/>
              </a:xfrm>
              <a:custGeom>
                <a:avLst/>
                <a:gdLst/>
                <a:ahLst/>
                <a:cxnLst/>
                <a:rect l="l" t="t" r="r" b="b"/>
                <a:pathLst>
                  <a:path w="3335" h="1652" extrusionOk="0">
                    <a:moveTo>
                      <a:pt x="1" y="0"/>
                    </a:moveTo>
                    <a:lnTo>
                      <a:pt x="1" y="1500"/>
                    </a:lnTo>
                    <a:lnTo>
                      <a:pt x="1" y="1579"/>
                    </a:lnTo>
                    <a:lnTo>
                      <a:pt x="1" y="1652"/>
                    </a:lnTo>
                    <a:lnTo>
                      <a:pt x="661" y="1625"/>
                    </a:lnTo>
                    <a:lnTo>
                      <a:pt x="962" y="1605"/>
                    </a:lnTo>
                    <a:lnTo>
                      <a:pt x="1262" y="1586"/>
                    </a:lnTo>
                    <a:lnTo>
                      <a:pt x="1532" y="1559"/>
                    </a:lnTo>
                    <a:lnTo>
                      <a:pt x="1773" y="1533"/>
                    </a:lnTo>
                    <a:lnTo>
                      <a:pt x="1983" y="1506"/>
                    </a:lnTo>
                    <a:lnTo>
                      <a:pt x="2133" y="1473"/>
                    </a:lnTo>
                    <a:lnTo>
                      <a:pt x="2373" y="1427"/>
                    </a:lnTo>
                    <a:lnTo>
                      <a:pt x="2584" y="1368"/>
                    </a:lnTo>
                    <a:lnTo>
                      <a:pt x="2794" y="1308"/>
                    </a:lnTo>
                    <a:lnTo>
                      <a:pt x="2944" y="1249"/>
                    </a:lnTo>
                    <a:lnTo>
                      <a:pt x="3064" y="1183"/>
                    </a:lnTo>
                    <a:lnTo>
                      <a:pt x="3184" y="1117"/>
                    </a:lnTo>
                    <a:lnTo>
                      <a:pt x="3274" y="1044"/>
                    </a:lnTo>
                    <a:lnTo>
                      <a:pt x="3304" y="971"/>
                    </a:lnTo>
                    <a:lnTo>
                      <a:pt x="3334" y="892"/>
                    </a:lnTo>
                    <a:lnTo>
                      <a:pt x="3334" y="813"/>
                    </a:lnTo>
                    <a:lnTo>
                      <a:pt x="3274" y="734"/>
                    </a:lnTo>
                    <a:lnTo>
                      <a:pt x="3214" y="654"/>
                    </a:lnTo>
                    <a:lnTo>
                      <a:pt x="3094" y="568"/>
                    </a:lnTo>
                    <a:lnTo>
                      <a:pt x="2944" y="483"/>
                    </a:lnTo>
                    <a:lnTo>
                      <a:pt x="2794" y="390"/>
                    </a:lnTo>
                    <a:lnTo>
                      <a:pt x="2584" y="304"/>
                    </a:lnTo>
                    <a:lnTo>
                      <a:pt x="2373" y="232"/>
                    </a:lnTo>
                    <a:lnTo>
                      <a:pt x="2133" y="172"/>
                    </a:lnTo>
                    <a:lnTo>
                      <a:pt x="1833" y="119"/>
                    </a:lnTo>
                    <a:lnTo>
                      <a:pt x="1532" y="80"/>
                    </a:lnTo>
                    <a:lnTo>
                      <a:pt x="1202" y="47"/>
                    </a:lnTo>
                    <a:lnTo>
                      <a:pt x="842" y="27"/>
                    </a:lnTo>
                    <a:lnTo>
                      <a:pt x="451" y="14"/>
                    </a:lnTo>
                    <a:lnTo>
                      <a:pt x="1" y="0"/>
                    </a:lnTo>
                    <a:close/>
                  </a:path>
                </a:pathLst>
              </a:custGeom>
              <a:solidFill>
                <a:srgbClr val="2366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84"/>
              <p:cNvSpPr/>
              <p:nvPr/>
            </p:nvSpPr>
            <p:spPr>
              <a:xfrm rot="10800000">
                <a:off x="4622574" y="3147481"/>
                <a:ext cx="44622" cy="99326"/>
              </a:xfrm>
              <a:custGeom>
                <a:avLst/>
                <a:gdLst/>
                <a:ahLst/>
                <a:cxnLst/>
                <a:rect l="l" t="t" r="r" b="b"/>
                <a:pathLst>
                  <a:path w="3335" h="1652" fill="none" extrusionOk="0">
                    <a:moveTo>
                      <a:pt x="1" y="1652"/>
                    </a:moveTo>
                    <a:lnTo>
                      <a:pt x="1" y="1652"/>
                    </a:lnTo>
                    <a:lnTo>
                      <a:pt x="661" y="1625"/>
                    </a:lnTo>
                    <a:lnTo>
                      <a:pt x="962" y="1605"/>
                    </a:lnTo>
                    <a:lnTo>
                      <a:pt x="1262" y="1586"/>
                    </a:lnTo>
                    <a:lnTo>
                      <a:pt x="1532" y="1559"/>
                    </a:lnTo>
                    <a:lnTo>
                      <a:pt x="1773" y="1533"/>
                    </a:lnTo>
                    <a:lnTo>
                      <a:pt x="1983" y="1506"/>
                    </a:lnTo>
                    <a:lnTo>
                      <a:pt x="2133" y="1473"/>
                    </a:lnTo>
                    <a:lnTo>
                      <a:pt x="2133" y="1473"/>
                    </a:lnTo>
                    <a:lnTo>
                      <a:pt x="2373" y="1427"/>
                    </a:lnTo>
                    <a:lnTo>
                      <a:pt x="2584" y="1368"/>
                    </a:lnTo>
                    <a:lnTo>
                      <a:pt x="2794" y="1308"/>
                    </a:lnTo>
                    <a:lnTo>
                      <a:pt x="2944" y="1249"/>
                    </a:lnTo>
                    <a:lnTo>
                      <a:pt x="3064" y="1183"/>
                    </a:lnTo>
                    <a:lnTo>
                      <a:pt x="3184" y="1117"/>
                    </a:lnTo>
                    <a:lnTo>
                      <a:pt x="3274" y="1044"/>
                    </a:lnTo>
                    <a:lnTo>
                      <a:pt x="3304" y="971"/>
                    </a:lnTo>
                    <a:lnTo>
                      <a:pt x="3334" y="892"/>
                    </a:lnTo>
                    <a:lnTo>
                      <a:pt x="3334" y="813"/>
                    </a:lnTo>
                    <a:lnTo>
                      <a:pt x="3274" y="734"/>
                    </a:lnTo>
                    <a:lnTo>
                      <a:pt x="3214" y="654"/>
                    </a:lnTo>
                    <a:lnTo>
                      <a:pt x="3094" y="568"/>
                    </a:lnTo>
                    <a:lnTo>
                      <a:pt x="2944" y="483"/>
                    </a:lnTo>
                    <a:lnTo>
                      <a:pt x="2794" y="390"/>
                    </a:lnTo>
                    <a:lnTo>
                      <a:pt x="2584" y="304"/>
                    </a:lnTo>
                    <a:lnTo>
                      <a:pt x="2584" y="304"/>
                    </a:lnTo>
                    <a:lnTo>
                      <a:pt x="2373" y="232"/>
                    </a:lnTo>
                    <a:lnTo>
                      <a:pt x="2133" y="172"/>
                    </a:lnTo>
                    <a:lnTo>
                      <a:pt x="1833" y="119"/>
                    </a:lnTo>
                    <a:lnTo>
                      <a:pt x="1532" y="80"/>
                    </a:lnTo>
                    <a:lnTo>
                      <a:pt x="1202" y="47"/>
                    </a:lnTo>
                    <a:lnTo>
                      <a:pt x="842" y="27"/>
                    </a:lnTo>
                    <a:lnTo>
                      <a:pt x="451" y="14"/>
                    </a:lnTo>
                    <a:lnTo>
                      <a:pt x="1" y="0"/>
                    </a:lnTo>
                    <a:lnTo>
                      <a:pt x="1" y="1500"/>
                    </a:lnTo>
                    <a:lnTo>
                      <a:pt x="1" y="1500"/>
                    </a:lnTo>
                    <a:lnTo>
                      <a:pt x="1" y="1579"/>
                    </a:lnTo>
                    <a:lnTo>
                      <a:pt x="1"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84"/>
              <p:cNvSpPr/>
              <p:nvPr/>
            </p:nvSpPr>
            <p:spPr>
              <a:xfrm rot="10800000">
                <a:off x="4578367" y="3246747"/>
                <a:ext cx="88830" cy="95358"/>
              </a:xfrm>
              <a:custGeom>
                <a:avLst/>
                <a:gdLst/>
                <a:ahLst/>
                <a:cxnLst/>
                <a:rect l="l" t="t" r="r" b="b"/>
                <a:pathLst>
                  <a:path w="6639" h="1586" extrusionOk="0">
                    <a:moveTo>
                      <a:pt x="1" y="0"/>
                    </a:moveTo>
                    <a:lnTo>
                      <a:pt x="1" y="1585"/>
                    </a:lnTo>
                    <a:lnTo>
                      <a:pt x="6638" y="1585"/>
                    </a:lnTo>
                    <a:lnTo>
                      <a:pt x="6188" y="1566"/>
                    </a:lnTo>
                    <a:lnTo>
                      <a:pt x="5707" y="1533"/>
                    </a:lnTo>
                    <a:lnTo>
                      <a:pt x="5227" y="1486"/>
                    </a:lnTo>
                    <a:lnTo>
                      <a:pt x="4746" y="1433"/>
                    </a:lnTo>
                    <a:lnTo>
                      <a:pt x="4536" y="1407"/>
                    </a:lnTo>
                    <a:lnTo>
                      <a:pt x="4356" y="1374"/>
                    </a:lnTo>
                    <a:lnTo>
                      <a:pt x="4175" y="1334"/>
                    </a:lnTo>
                    <a:lnTo>
                      <a:pt x="4025" y="1301"/>
                    </a:lnTo>
                    <a:lnTo>
                      <a:pt x="3875" y="1262"/>
                    </a:lnTo>
                    <a:lnTo>
                      <a:pt x="3755" y="1215"/>
                    </a:lnTo>
                    <a:lnTo>
                      <a:pt x="3545" y="1123"/>
                    </a:lnTo>
                    <a:lnTo>
                      <a:pt x="3395" y="1024"/>
                    </a:lnTo>
                    <a:lnTo>
                      <a:pt x="3304" y="918"/>
                    </a:lnTo>
                    <a:lnTo>
                      <a:pt x="3244" y="806"/>
                    </a:lnTo>
                    <a:lnTo>
                      <a:pt x="3274" y="694"/>
                    </a:lnTo>
                    <a:lnTo>
                      <a:pt x="3274" y="0"/>
                    </a:lnTo>
                    <a:close/>
                  </a:path>
                </a:pathLst>
              </a:custGeom>
              <a:solidFill>
                <a:srgbClr val="4948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84"/>
              <p:cNvSpPr/>
              <p:nvPr/>
            </p:nvSpPr>
            <p:spPr>
              <a:xfrm rot="10800000">
                <a:off x="4578367" y="3246747"/>
                <a:ext cx="88830" cy="95358"/>
              </a:xfrm>
              <a:custGeom>
                <a:avLst/>
                <a:gdLst/>
                <a:ahLst/>
                <a:cxnLst/>
                <a:rect l="l" t="t" r="r" b="b"/>
                <a:pathLst>
                  <a:path w="6639" h="1586" fill="none" extrusionOk="0">
                    <a:moveTo>
                      <a:pt x="1" y="1585"/>
                    </a:moveTo>
                    <a:lnTo>
                      <a:pt x="6638" y="1585"/>
                    </a:lnTo>
                    <a:lnTo>
                      <a:pt x="6638" y="1585"/>
                    </a:lnTo>
                    <a:lnTo>
                      <a:pt x="6188" y="1566"/>
                    </a:lnTo>
                    <a:lnTo>
                      <a:pt x="5707" y="1533"/>
                    </a:lnTo>
                    <a:lnTo>
                      <a:pt x="5227" y="1486"/>
                    </a:lnTo>
                    <a:lnTo>
                      <a:pt x="4746" y="1433"/>
                    </a:lnTo>
                    <a:lnTo>
                      <a:pt x="4746" y="1433"/>
                    </a:lnTo>
                    <a:lnTo>
                      <a:pt x="4536" y="1407"/>
                    </a:lnTo>
                    <a:lnTo>
                      <a:pt x="4356" y="1374"/>
                    </a:lnTo>
                    <a:lnTo>
                      <a:pt x="4175" y="1334"/>
                    </a:lnTo>
                    <a:lnTo>
                      <a:pt x="4025" y="1301"/>
                    </a:lnTo>
                    <a:lnTo>
                      <a:pt x="3875" y="1262"/>
                    </a:lnTo>
                    <a:lnTo>
                      <a:pt x="3755" y="1215"/>
                    </a:lnTo>
                    <a:lnTo>
                      <a:pt x="3545" y="1123"/>
                    </a:lnTo>
                    <a:lnTo>
                      <a:pt x="3395" y="1024"/>
                    </a:lnTo>
                    <a:lnTo>
                      <a:pt x="3304" y="918"/>
                    </a:lnTo>
                    <a:lnTo>
                      <a:pt x="3244" y="806"/>
                    </a:lnTo>
                    <a:lnTo>
                      <a:pt x="3274" y="694"/>
                    </a:lnTo>
                    <a:lnTo>
                      <a:pt x="3274" y="0"/>
                    </a:lnTo>
                    <a:lnTo>
                      <a:pt x="3274" y="0"/>
                    </a:lnTo>
                    <a:lnTo>
                      <a:pt x="1" y="0"/>
                    </a:lnTo>
                    <a:lnTo>
                      <a:pt x="1" y="158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84"/>
              <p:cNvSpPr/>
              <p:nvPr/>
            </p:nvSpPr>
            <p:spPr>
              <a:xfrm rot="10800000">
                <a:off x="4572748" y="3246386"/>
                <a:ext cx="50643" cy="197030"/>
              </a:xfrm>
              <a:custGeom>
                <a:avLst/>
                <a:gdLst/>
                <a:ahLst/>
                <a:cxnLst/>
                <a:rect l="l" t="t" r="r" b="b"/>
                <a:pathLst>
                  <a:path w="3785" h="3277" extrusionOk="0">
                    <a:moveTo>
                      <a:pt x="3214" y="1"/>
                    </a:moveTo>
                    <a:lnTo>
                      <a:pt x="2914" y="7"/>
                    </a:lnTo>
                    <a:lnTo>
                      <a:pt x="2643" y="21"/>
                    </a:lnTo>
                    <a:lnTo>
                      <a:pt x="2373" y="40"/>
                    </a:lnTo>
                    <a:lnTo>
                      <a:pt x="2103" y="60"/>
                    </a:lnTo>
                    <a:lnTo>
                      <a:pt x="1832" y="87"/>
                    </a:lnTo>
                    <a:lnTo>
                      <a:pt x="1592" y="120"/>
                    </a:lnTo>
                    <a:lnTo>
                      <a:pt x="1352" y="153"/>
                    </a:lnTo>
                    <a:lnTo>
                      <a:pt x="1112" y="199"/>
                    </a:lnTo>
                    <a:lnTo>
                      <a:pt x="871" y="258"/>
                    </a:lnTo>
                    <a:lnTo>
                      <a:pt x="631" y="331"/>
                    </a:lnTo>
                    <a:lnTo>
                      <a:pt x="421" y="423"/>
                    </a:lnTo>
                    <a:lnTo>
                      <a:pt x="241" y="523"/>
                    </a:lnTo>
                    <a:lnTo>
                      <a:pt x="121" y="628"/>
                    </a:lnTo>
                    <a:lnTo>
                      <a:pt x="30" y="747"/>
                    </a:lnTo>
                    <a:lnTo>
                      <a:pt x="0" y="859"/>
                    </a:lnTo>
                    <a:lnTo>
                      <a:pt x="0" y="978"/>
                    </a:lnTo>
                    <a:lnTo>
                      <a:pt x="0" y="1685"/>
                    </a:lnTo>
                    <a:lnTo>
                      <a:pt x="3785" y="1685"/>
                    </a:lnTo>
                    <a:lnTo>
                      <a:pt x="3785" y="1"/>
                    </a:lnTo>
                    <a:close/>
                    <a:moveTo>
                      <a:pt x="3364" y="3270"/>
                    </a:moveTo>
                    <a:lnTo>
                      <a:pt x="3544" y="3277"/>
                    </a:lnTo>
                    <a:lnTo>
                      <a:pt x="3785" y="3270"/>
                    </a:lnTo>
                    <a:close/>
                  </a:path>
                </a:pathLst>
              </a:custGeom>
              <a:solidFill>
                <a:srgbClr val="5914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84"/>
              <p:cNvSpPr/>
              <p:nvPr/>
            </p:nvSpPr>
            <p:spPr>
              <a:xfrm rot="10800000">
                <a:off x="4572748" y="3342045"/>
                <a:ext cx="50643" cy="101371"/>
              </a:xfrm>
              <a:custGeom>
                <a:avLst/>
                <a:gdLst/>
                <a:ahLst/>
                <a:cxnLst/>
                <a:rect l="l" t="t" r="r" b="b"/>
                <a:pathLst>
                  <a:path w="3785" h="1686" fill="none" extrusionOk="0">
                    <a:moveTo>
                      <a:pt x="3785" y="1685"/>
                    </a:moveTo>
                    <a:lnTo>
                      <a:pt x="3785" y="1"/>
                    </a:lnTo>
                    <a:lnTo>
                      <a:pt x="3785" y="1"/>
                    </a:lnTo>
                    <a:lnTo>
                      <a:pt x="3755" y="1"/>
                    </a:lnTo>
                    <a:lnTo>
                      <a:pt x="3214" y="1"/>
                    </a:lnTo>
                    <a:lnTo>
                      <a:pt x="3214" y="1"/>
                    </a:lnTo>
                    <a:lnTo>
                      <a:pt x="2914" y="7"/>
                    </a:lnTo>
                    <a:lnTo>
                      <a:pt x="2643" y="21"/>
                    </a:lnTo>
                    <a:lnTo>
                      <a:pt x="2373" y="40"/>
                    </a:lnTo>
                    <a:lnTo>
                      <a:pt x="2103" y="60"/>
                    </a:lnTo>
                    <a:lnTo>
                      <a:pt x="1832" y="87"/>
                    </a:lnTo>
                    <a:lnTo>
                      <a:pt x="1592" y="120"/>
                    </a:lnTo>
                    <a:lnTo>
                      <a:pt x="1352" y="153"/>
                    </a:lnTo>
                    <a:lnTo>
                      <a:pt x="1112" y="199"/>
                    </a:lnTo>
                    <a:lnTo>
                      <a:pt x="1112" y="199"/>
                    </a:lnTo>
                    <a:lnTo>
                      <a:pt x="871" y="258"/>
                    </a:lnTo>
                    <a:lnTo>
                      <a:pt x="631" y="331"/>
                    </a:lnTo>
                    <a:lnTo>
                      <a:pt x="421" y="423"/>
                    </a:lnTo>
                    <a:lnTo>
                      <a:pt x="241" y="523"/>
                    </a:lnTo>
                    <a:lnTo>
                      <a:pt x="121" y="628"/>
                    </a:lnTo>
                    <a:lnTo>
                      <a:pt x="30" y="747"/>
                    </a:lnTo>
                    <a:lnTo>
                      <a:pt x="0" y="859"/>
                    </a:lnTo>
                    <a:lnTo>
                      <a:pt x="0" y="978"/>
                    </a:lnTo>
                    <a:lnTo>
                      <a:pt x="0" y="1685"/>
                    </a:lnTo>
                    <a:lnTo>
                      <a:pt x="0" y="1685"/>
                    </a:lnTo>
                    <a:lnTo>
                      <a:pt x="3394" y="1685"/>
                    </a:lnTo>
                    <a:lnTo>
                      <a:pt x="3394" y="1685"/>
                    </a:lnTo>
                    <a:lnTo>
                      <a:pt x="3785" y="168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84"/>
              <p:cNvSpPr/>
              <p:nvPr/>
            </p:nvSpPr>
            <p:spPr>
              <a:xfrm rot="10800000">
                <a:off x="4572749" y="3246387"/>
                <a:ext cx="5633" cy="421"/>
              </a:xfrm>
              <a:custGeom>
                <a:avLst/>
                <a:gdLst/>
                <a:ahLst/>
                <a:cxnLst/>
                <a:rect l="l" t="t" r="r" b="b"/>
                <a:pathLst>
                  <a:path w="421" h="7" fill="none" extrusionOk="0">
                    <a:moveTo>
                      <a:pt x="180" y="7"/>
                    </a:moveTo>
                    <a:lnTo>
                      <a:pt x="180" y="7"/>
                    </a:lnTo>
                    <a:lnTo>
                      <a:pt x="421" y="0"/>
                    </a:lnTo>
                    <a:lnTo>
                      <a:pt x="421" y="0"/>
                    </a:lnTo>
                    <a:lnTo>
                      <a:pt x="0" y="0"/>
                    </a:lnTo>
                    <a:lnTo>
                      <a:pt x="0" y="0"/>
                    </a:lnTo>
                    <a:lnTo>
                      <a:pt x="180"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84"/>
              <p:cNvSpPr/>
              <p:nvPr/>
            </p:nvSpPr>
            <p:spPr>
              <a:xfrm rot="10800000">
                <a:off x="4572748" y="3246747"/>
                <a:ext cx="51045" cy="95358"/>
              </a:xfrm>
              <a:custGeom>
                <a:avLst/>
                <a:gdLst/>
                <a:ahLst/>
                <a:cxnLst/>
                <a:rect l="l" t="t" r="r" b="b"/>
                <a:pathLst>
                  <a:path w="3815" h="1586" extrusionOk="0">
                    <a:moveTo>
                      <a:pt x="30" y="0"/>
                    </a:moveTo>
                    <a:lnTo>
                      <a:pt x="30" y="694"/>
                    </a:lnTo>
                    <a:lnTo>
                      <a:pt x="0" y="806"/>
                    </a:lnTo>
                    <a:lnTo>
                      <a:pt x="60" y="918"/>
                    </a:lnTo>
                    <a:lnTo>
                      <a:pt x="151" y="1024"/>
                    </a:lnTo>
                    <a:lnTo>
                      <a:pt x="301" y="1123"/>
                    </a:lnTo>
                    <a:lnTo>
                      <a:pt x="511" y="1215"/>
                    </a:lnTo>
                    <a:lnTo>
                      <a:pt x="631" y="1262"/>
                    </a:lnTo>
                    <a:lnTo>
                      <a:pt x="781" y="1301"/>
                    </a:lnTo>
                    <a:lnTo>
                      <a:pt x="931" y="1334"/>
                    </a:lnTo>
                    <a:lnTo>
                      <a:pt x="1112" y="1374"/>
                    </a:lnTo>
                    <a:lnTo>
                      <a:pt x="1292" y="1407"/>
                    </a:lnTo>
                    <a:lnTo>
                      <a:pt x="1502" y="1433"/>
                    </a:lnTo>
                    <a:lnTo>
                      <a:pt x="1983" y="1486"/>
                    </a:lnTo>
                    <a:lnTo>
                      <a:pt x="2463" y="1533"/>
                    </a:lnTo>
                    <a:lnTo>
                      <a:pt x="2944" y="1566"/>
                    </a:lnTo>
                    <a:lnTo>
                      <a:pt x="3394" y="1585"/>
                    </a:lnTo>
                    <a:lnTo>
                      <a:pt x="3815" y="1585"/>
                    </a:lnTo>
                    <a:lnTo>
                      <a:pt x="3815" y="0"/>
                    </a:lnTo>
                    <a:close/>
                  </a:path>
                </a:pathLst>
              </a:custGeom>
              <a:solidFill>
                <a:srgbClr val="280C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84"/>
              <p:cNvSpPr/>
              <p:nvPr/>
            </p:nvSpPr>
            <p:spPr>
              <a:xfrm rot="10800000">
                <a:off x="4572748" y="3246747"/>
                <a:ext cx="51045" cy="95358"/>
              </a:xfrm>
              <a:custGeom>
                <a:avLst/>
                <a:gdLst/>
                <a:ahLst/>
                <a:cxnLst/>
                <a:rect l="l" t="t" r="r" b="b"/>
                <a:pathLst>
                  <a:path w="3815" h="1586" fill="none" extrusionOk="0">
                    <a:moveTo>
                      <a:pt x="3394" y="1585"/>
                    </a:moveTo>
                    <a:lnTo>
                      <a:pt x="3815" y="1585"/>
                    </a:lnTo>
                    <a:lnTo>
                      <a:pt x="3815" y="0"/>
                    </a:lnTo>
                    <a:lnTo>
                      <a:pt x="3815" y="0"/>
                    </a:lnTo>
                    <a:lnTo>
                      <a:pt x="3424" y="0"/>
                    </a:lnTo>
                    <a:lnTo>
                      <a:pt x="3424" y="0"/>
                    </a:lnTo>
                    <a:lnTo>
                      <a:pt x="30" y="0"/>
                    </a:lnTo>
                    <a:lnTo>
                      <a:pt x="30" y="694"/>
                    </a:lnTo>
                    <a:lnTo>
                      <a:pt x="30" y="694"/>
                    </a:lnTo>
                    <a:lnTo>
                      <a:pt x="0" y="806"/>
                    </a:lnTo>
                    <a:lnTo>
                      <a:pt x="60" y="918"/>
                    </a:lnTo>
                    <a:lnTo>
                      <a:pt x="151" y="1024"/>
                    </a:lnTo>
                    <a:lnTo>
                      <a:pt x="301" y="1123"/>
                    </a:lnTo>
                    <a:lnTo>
                      <a:pt x="511" y="1215"/>
                    </a:lnTo>
                    <a:lnTo>
                      <a:pt x="631" y="1262"/>
                    </a:lnTo>
                    <a:lnTo>
                      <a:pt x="781" y="1301"/>
                    </a:lnTo>
                    <a:lnTo>
                      <a:pt x="931" y="1334"/>
                    </a:lnTo>
                    <a:lnTo>
                      <a:pt x="1112" y="1374"/>
                    </a:lnTo>
                    <a:lnTo>
                      <a:pt x="1292" y="1407"/>
                    </a:lnTo>
                    <a:lnTo>
                      <a:pt x="1502" y="1433"/>
                    </a:lnTo>
                    <a:lnTo>
                      <a:pt x="1502" y="1433"/>
                    </a:lnTo>
                    <a:lnTo>
                      <a:pt x="1983" y="1486"/>
                    </a:lnTo>
                    <a:lnTo>
                      <a:pt x="2463" y="1533"/>
                    </a:lnTo>
                    <a:lnTo>
                      <a:pt x="2944" y="1566"/>
                    </a:lnTo>
                    <a:lnTo>
                      <a:pt x="3394" y="158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84"/>
              <p:cNvSpPr/>
              <p:nvPr/>
            </p:nvSpPr>
            <p:spPr>
              <a:xfrm rot="10800000">
                <a:off x="4574353" y="2798396"/>
                <a:ext cx="94449" cy="96922"/>
              </a:xfrm>
              <a:custGeom>
                <a:avLst/>
                <a:gdLst/>
                <a:ahLst/>
                <a:cxnLst/>
                <a:rect l="l" t="t" r="r" b="b"/>
                <a:pathLst>
                  <a:path w="7059" h="1612" extrusionOk="0">
                    <a:moveTo>
                      <a:pt x="0" y="0"/>
                    </a:moveTo>
                    <a:lnTo>
                      <a:pt x="0" y="7"/>
                    </a:lnTo>
                    <a:lnTo>
                      <a:pt x="361" y="20"/>
                    </a:lnTo>
                    <a:lnTo>
                      <a:pt x="721" y="33"/>
                    </a:lnTo>
                    <a:lnTo>
                      <a:pt x="1082" y="60"/>
                    </a:lnTo>
                    <a:lnTo>
                      <a:pt x="1442" y="93"/>
                    </a:lnTo>
                    <a:lnTo>
                      <a:pt x="1773" y="126"/>
                    </a:lnTo>
                    <a:lnTo>
                      <a:pt x="2103" y="165"/>
                    </a:lnTo>
                    <a:lnTo>
                      <a:pt x="2403" y="211"/>
                    </a:lnTo>
                    <a:lnTo>
                      <a:pt x="2674" y="258"/>
                    </a:lnTo>
                    <a:lnTo>
                      <a:pt x="2914" y="317"/>
                    </a:lnTo>
                    <a:lnTo>
                      <a:pt x="3124" y="383"/>
                    </a:lnTo>
                    <a:lnTo>
                      <a:pt x="3304" y="456"/>
                    </a:lnTo>
                    <a:lnTo>
                      <a:pt x="3424" y="535"/>
                    </a:lnTo>
                    <a:lnTo>
                      <a:pt x="3545" y="621"/>
                    </a:lnTo>
                    <a:lnTo>
                      <a:pt x="3605" y="713"/>
                    </a:lnTo>
                    <a:lnTo>
                      <a:pt x="3635" y="806"/>
                    </a:lnTo>
                    <a:lnTo>
                      <a:pt x="3665" y="898"/>
                    </a:lnTo>
                    <a:lnTo>
                      <a:pt x="3665" y="1612"/>
                    </a:lnTo>
                    <a:lnTo>
                      <a:pt x="3785" y="1612"/>
                    </a:lnTo>
                    <a:lnTo>
                      <a:pt x="4145" y="1605"/>
                    </a:lnTo>
                    <a:lnTo>
                      <a:pt x="4506" y="1592"/>
                    </a:lnTo>
                    <a:lnTo>
                      <a:pt x="4836" y="1572"/>
                    </a:lnTo>
                    <a:lnTo>
                      <a:pt x="5166" y="1546"/>
                    </a:lnTo>
                    <a:lnTo>
                      <a:pt x="5467" y="1506"/>
                    </a:lnTo>
                    <a:lnTo>
                      <a:pt x="5737" y="1460"/>
                    </a:lnTo>
                    <a:lnTo>
                      <a:pt x="6007" y="1414"/>
                    </a:lnTo>
                    <a:lnTo>
                      <a:pt x="6278" y="1354"/>
                    </a:lnTo>
                    <a:lnTo>
                      <a:pt x="6428" y="1301"/>
                    </a:lnTo>
                    <a:lnTo>
                      <a:pt x="6578" y="1235"/>
                    </a:lnTo>
                    <a:lnTo>
                      <a:pt x="6698" y="1163"/>
                    </a:lnTo>
                    <a:lnTo>
                      <a:pt x="6818" y="1083"/>
                    </a:lnTo>
                    <a:lnTo>
                      <a:pt x="6908" y="997"/>
                    </a:lnTo>
                    <a:lnTo>
                      <a:pt x="6969" y="905"/>
                    </a:lnTo>
                    <a:lnTo>
                      <a:pt x="7029" y="806"/>
                    </a:lnTo>
                    <a:lnTo>
                      <a:pt x="7059" y="707"/>
                    </a:lnTo>
                    <a:lnTo>
                      <a:pt x="7059" y="99"/>
                    </a:lnTo>
                    <a:lnTo>
                      <a:pt x="7029" y="0"/>
                    </a:lnTo>
                    <a:close/>
                  </a:path>
                </a:pathLst>
              </a:custGeom>
              <a:solidFill>
                <a:srgbClr val="00C1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84"/>
              <p:cNvSpPr/>
              <p:nvPr/>
            </p:nvSpPr>
            <p:spPr>
              <a:xfrm rot="10800000">
                <a:off x="4622977" y="2994584"/>
                <a:ext cx="13273" cy="60"/>
              </a:xfrm>
              <a:custGeom>
                <a:avLst/>
                <a:gdLst/>
                <a:ahLst/>
                <a:cxnLst/>
                <a:rect l="l" t="t" r="r" b="b"/>
                <a:pathLst>
                  <a:path w="992" h="1" fill="none" extrusionOk="0">
                    <a:moveTo>
                      <a:pt x="0" y="1"/>
                    </a:moveTo>
                    <a:lnTo>
                      <a:pt x="991" y="1"/>
                    </a:lnTo>
                    <a:lnTo>
                      <a:pt x="991" y="1"/>
                    </a:lnTo>
                    <a:lnTo>
                      <a:pt x="991" y="1"/>
                    </a:lnTo>
                    <a:lnTo>
                      <a:pt x="60" y="1"/>
                    </a:lnTo>
                    <a:lnTo>
                      <a:pt x="60"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84"/>
              <p:cNvSpPr/>
              <p:nvPr/>
            </p:nvSpPr>
            <p:spPr>
              <a:xfrm rot="10800000">
                <a:off x="4574353" y="2798396"/>
                <a:ext cx="94449" cy="96922"/>
              </a:xfrm>
              <a:custGeom>
                <a:avLst/>
                <a:gdLst/>
                <a:ahLst/>
                <a:cxnLst/>
                <a:rect l="l" t="t" r="r" b="b"/>
                <a:pathLst>
                  <a:path w="7059" h="1612" fill="none" extrusionOk="0">
                    <a:moveTo>
                      <a:pt x="3785" y="1612"/>
                    </a:moveTo>
                    <a:lnTo>
                      <a:pt x="3785" y="1612"/>
                    </a:lnTo>
                    <a:lnTo>
                      <a:pt x="4145" y="1605"/>
                    </a:lnTo>
                    <a:lnTo>
                      <a:pt x="4506" y="1592"/>
                    </a:lnTo>
                    <a:lnTo>
                      <a:pt x="4836" y="1572"/>
                    </a:lnTo>
                    <a:lnTo>
                      <a:pt x="5166" y="1546"/>
                    </a:lnTo>
                    <a:lnTo>
                      <a:pt x="5467" y="1506"/>
                    </a:lnTo>
                    <a:lnTo>
                      <a:pt x="5737" y="1460"/>
                    </a:lnTo>
                    <a:lnTo>
                      <a:pt x="6007" y="1414"/>
                    </a:lnTo>
                    <a:lnTo>
                      <a:pt x="6278" y="1354"/>
                    </a:lnTo>
                    <a:lnTo>
                      <a:pt x="6278" y="1354"/>
                    </a:lnTo>
                    <a:lnTo>
                      <a:pt x="6428" y="1301"/>
                    </a:lnTo>
                    <a:lnTo>
                      <a:pt x="6578" y="1235"/>
                    </a:lnTo>
                    <a:lnTo>
                      <a:pt x="6698" y="1163"/>
                    </a:lnTo>
                    <a:lnTo>
                      <a:pt x="6818" y="1083"/>
                    </a:lnTo>
                    <a:lnTo>
                      <a:pt x="6908" y="997"/>
                    </a:lnTo>
                    <a:lnTo>
                      <a:pt x="6969" y="905"/>
                    </a:lnTo>
                    <a:lnTo>
                      <a:pt x="7029" y="806"/>
                    </a:lnTo>
                    <a:lnTo>
                      <a:pt x="7059" y="707"/>
                    </a:lnTo>
                    <a:lnTo>
                      <a:pt x="7059" y="99"/>
                    </a:lnTo>
                    <a:lnTo>
                      <a:pt x="7059" y="99"/>
                    </a:lnTo>
                    <a:lnTo>
                      <a:pt x="7029" y="0"/>
                    </a:lnTo>
                    <a:lnTo>
                      <a:pt x="7029" y="0"/>
                    </a:lnTo>
                    <a:lnTo>
                      <a:pt x="0" y="0"/>
                    </a:lnTo>
                    <a:lnTo>
                      <a:pt x="0" y="7"/>
                    </a:lnTo>
                    <a:lnTo>
                      <a:pt x="0" y="7"/>
                    </a:lnTo>
                    <a:lnTo>
                      <a:pt x="361" y="20"/>
                    </a:lnTo>
                    <a:lnTo>
                      <a:pt x="721" y="33"/>
                    </a:lnTo>
                    <a:lnTo>
                      <a:pt x="1082" y="60"/>
                    </a:lnTo>
                    <a:lnTo>
                      <a:pt x="1442" y="93"/>
                    </a:lnTo>
                    <a:lnTo>
                      <a:pt x="1773" y="126"/>
                    </a:lnTo>
                    <a:lnTo>
                      <a:pt x="2103" y="165"/>
                    </a:lnTo>
                    <a:lnTo>
                      <a:pt x="2403" y="211"/>
                    </a:lnTo>
                    <a:lnTo>
                      <a:pt x="2674" y="258"/>
                    </a:lnTo>
                    <a:lnTo>
                      <a:pt x="2674" y="258"/>
                    </a:lnTo>
                    <a:lnTo>
                      <a:pt x="2914" y="317"/>
                    </a:lnTo>
                    <a:lnTo>
                      <a:pt x="3124" y="383"/>
                    </a:lnTo>
                    <a:lnTo>
                      <a:pt x="3304" y="456"/>
                    </a:lnTo>
                    <a:lnTo>
                      <a:pt x="3424" y="535"/>
                    </a:lnTo>
                    <a:lnTo>
                      <a:pt x="3545" y="621"/>
                    </a:lnTo>
                    <a:lnTo>
                      <a:pt x="3605" y="713"/>
                    </a:lnTo>
                    <a:lnTo>
                      <a:pt x="3635" y="806"/>
                    </a:lnTo>
                    <a:lnTo>
                      <a:pt x="3665" y="898"/>
                    </a:lnTo>
                    <a:lnTo>
                      <a:pt x="3665" y="1612"/>
                    </a:lnTo>
                    <a:lnTo>
                      <a:pt x="3665" y="1612"/>
                    </a:lnTo>
                    <a:lnTo>
                      <a:pt x="3785" y="161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84"/>
              <p:cNvSpPr/>
              <p:nvPr/>
            </p:nvSpPr>
            <p:spPr>
              <a:xfrm rot="10800000">
                <a:off x="4574353" y="2895257"/>
                <a:ext cx="94851" cy="99387"/>
              </a:xfrm>
              <a:custGeom>
                <a:avLst/>
                <a:gdLst/>
                <a:ahLst/>
                <a:cxnLst/>
                <a:rect l="l" t="t" r="r" b="b"/>
                <a:pathLst>
                  <a:path w="7089" h="1653" extrusionOk="0">
                    <a:moveTo>
                      <a:pt x="2463" y="1"/>
                    </a:moveTo>
                    <a:lnTo>
                      <a:pt x="2073" y="27"/>
                    </a:lnTo>
                    <a:lnTo>
                      <a:pt x="1712" y="67"/>
                    </a:lnTo>
                    <a:lnTo>
                      <a:pt x="1382" y="113"/>
                    </a:lnTo>
                    <a:lnTo>
                      <a:pt x="1052" y="179"/>
                    </a:lnTo>
                    <a:lnTo>
                      <a:pt x="811" y="239"/>
                    </a:lnTo>
                    <a:lnTo>
                      <a:pt x="601" y="318"/>
                    </a:lnTo>
                    <a:lnTo>
                      <a:pt x="421" y="404"/>
                    </a:lnTo>
                    <a:lnTo>
                      <a:pt x="241" y="503"/>
                    </a:lnTo>
                    <a:lnTo>
                      <a:pt x="121" y="615"/>
                    </a:lnTo>
                    <a:lnTo>
                      <a:pt x="30" y="727"/>
                    </a:lnTo>
                    <a:lnTo>
                      <a:pt x="0" y="840"/>
                    </a:lnTo>
                    <a:lnTo>
                      <a:pt x="30" y="959"/>
                    </a:lnTo>
                    <a:lnTo>
                      <a:pt x="30" y="1652"/>
                    </a:lnTo>
                    <a:lnTo>
                      <a:pt x="7059" y="1652"/>
                    </a:lnTo>
                    <a:lnTo>
                      <a:pt x="7089" y="1560"/>
                    </a:lnTo>
                    <a:lnTo>
                      <a:pt x="7089" y="879"/>
                    </a:lnTo>
                    <a:lnTo>
                      <a:pt x="7059" y="774"/>
                    </a:lnTo>
                    <a:lnTo>
                      <a:pt x="6608" y="760"/>
                    </a:lnTo>
                    <a:lnTo>
                      <a:pt x="6188" y="741"/>
                    </a:lnTo>
                    <a:lnTo>
                      <a:pt x="5797" y="714"/>
                    </a:lnTo>
                    <a:lnTo>
                      <a:pt x="5437" y="681"/>
                    </a:lnTo>
                    <a:lnTo>
                      <a:pt x="5106" y="635"/>
                    </a:lnTo>
                    <a:lnTo>
                      <a:pt x="4806" y="589"/>
                    </a:lnTo>
                    <a:lnTo>
                      <a:pt x="4566" y="536"/>
                    </a:lnTo>
                    <a:lnTo>
                      <a:pt x="4325" y="483"/>
                    </a:lnTo>
                    <a:lnTo>
                      <a:pt x="4115" y="423"/>
                    </a:lnTo>
                    <a:lnTo>
                      <a:pt x="3935" y="364"/>
                    </a:lnTo>
                    <a:lnTo>
                      <a:pt x="3815" y="298"/>
                    </a:lnTo>
                    <a:lnTo>
                      <a:pt x="3695" y="239"/>
                    </a:lnTo>
                    <a:lnTo>
                      <a:pt x="3605" y="172"/>
                    </a:lnTo>
                    <a:lnTo>
                      <a:pt x="3514" y="113"/>
                    </a:lnTo>
                    <a:lnTo>
                      <a:pt x="3484" y="60"/>
                    </a:lnTo>
                    <a:lnTo>
                      <a:pt x="3454" y="1"/>
                    </a:lnTo>
                    <a:close/>
                  </a:path>
                </a:pathLst>
              </a:custGeom>
              <a:solidFill>
                <a:srgbClr val="0091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84"/>
              <p:cNvSpPr/>
              <p:nvPr/>
            </p:nvSpPr>
            <p:spPr>
              <a:xfrm rot="10800000">
                <a:off x="4574353" y="2895257"/>
                <a:ext cx="94851" cy="99387"/>
              </a:xfrm>
              <a:custGeom>
                <a:avLst/>
                <a:gdLst/>
                <a:ahLst/>
                <a:cxnLst/>
                <a:rect l="l" t="t" r="r" b="b"/>
                <a:pathLst>
                  <a:path w="7089" h="1653" fill="none" extrusionOk="0">
                    <a:moveTo>
                      <a:pt x="7059" y="1652"/>
                    </a:moveTo>
                    <a:lnTo>
                      <a:pt x="7059" y="1652"/>
                    </a:lnTo>
                    <a:lnTo>
                      <a:pt x="7089" y="1560"/>
                    </a:lnTo>
                    <a:lnTo>
                      <a:pt x="7089" y="879"/>
                    </a:lnTo>
                    <a:lnTo>
                      <a:pt x="7089" y="879"/>
                    </a:lnTo>
                    <a:lnTo>
                      <a:pt x="7059" y="774"/>
                    </a:lnTo>
                    <a:lnTo>
                      <a:pt x="7059" y="774"/>
                    </a:lnTo>
                    <a:lnTo>
                      <a:pt x="6608" y="760"/>
                    </a:lnTo>
                    <a:lnTo>
                      <a:pt x="6188" y="741"/>
                    </a:lnTo>
                    <a:lnTo>
                      <a:pt x="5797" y="714"/>
                    </a:lnTo>
                    <a:lnTo>
                      <a:pt x="5437" y="681"/>
                    </a:lnTo>
                    <a:lnTo>
                      <a:pt x="5106" y="635"/>
                    </a:lnTo>
                    <a:lnTo>
                      <a:pt x="4806" y="589"/>
                    </a:lnTo>
                    <a:lnTo>
                      <a:pt x="4566" y="536"/>
                    </a:lnTo>
                    <a:lnTo>
                      <a:pt x="4325" y="483"/>
                    </a:lnTo>
                    <a:lnTo>
                      <a:pt x="4115" y="423"/>
                    </a:lnTo>
                    <a:lnTo>
                      <a:pt x="3935" y="364"/>
                    </a:lnTo>
                    <a:lnTo>
                      <a:pt x="3815" y="298"/>
                    </a:lnTo>
                    <a:lnTo>
                      <a:pt x="3695" y="239"/>
                    </a:lnTo>
                    <a:lnTo>
                      <a:pt x="3605" y="172"/>
                    </a:lnTo>
                    <a:lnTo>
                      <a:pt x="3514" y="113"/>
                    </a:lnTo>
                    <a:lnTo>
                      <a:pt x="3484" y="60"/>
                    </a:lnTo>
                    <a:lnTo>
                      <a:pt x="3454" y="1"/>
                    </a:lnTo>
                    <a:lnTo>
                      <a:pt x="2463" y="1"/>
                    </a:lnTo>
                    <a:lnTo>
                      <a:pt x="2463" y="1"/>
                    </a:lnTo>
                    <a:lnTo>
                      <a:pt x="2073" y="27"/>
                    </a:lnTo>
                    <a:lnTo>
                      <a:pt x="1712" y="67"/>
                    </a:lnTo>
                    <a:lnTo>
                      <a:pt x="1382" y="113"/>
                    </a:lnTo>
                    <a:lnTo>
                      <a:pt x="1052" y="179"/>
                    </a:lnTo>
                    <a:lnTo>
                      <a:pt x="1052" y="179"/>
                    </a:lnTo>
                    <a:lnTo>
                      <a:pt x="811" y="239"/>
                    </a:lnTo>
                    <a:lnTo>
                      <a:pt x="601" y="318"/>
                    </a:lnTo>
                    <a:lnTo>
                      <a:pt x="421" y="404"/>
                    </a:lnTo>
                    <a:lnTo>
                      <a:pt x="241" y="503"/>
                    </a:lnTo>
                    <a:lnTo>
                      <a:pt x="121" y="615"/>
                    </a:lnTo>
                    <a:lnTo>
                      <a:pt x="30" y="727"/>
                    </a:lnTo>
                    <a:lnTo>
                      <a:pt x="0" y="840"/>
                    </a:lnTo>
                    <a:lnTo>
                      <a:pt x="30" y="959"/>
                    </a:lnTo>
                    <a:lnTo>
                      <a:pt x="30" y="1652"/>
                    </a:lnTo>
                    <a:lnTo>
                      <a:pt x="30" y="1652"/>
                    </a:lnTo>
                    <a:lnTo>
                      <a:pt x="7059"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84"/>
              <p:cNvSpPr/>
              <p:nvPr/>
            </p:nvSpPr>
            <p:spPr>
              <a:xfrm rot="10800000">
                <a:off x="4619765" y="2798396"/>
                <a:ext cx="49439" cy="96561"/>
              </a:xfrm>
              <a:custGeom>
                <a:avLst/>
                <a:gdLst/>
                <a:ahLst/>
                <a:cxnLst/>
                <a:rect l="l" t="t" r="r" b="b"/>
                <a:pathLst>
                  <a:path w="3695" h="1606" extrusionOk="0">
                    <a:moveTo>
                      <a:pt x="30" y="1"/>
                    </a:moveTo>
                    <a:lnTo>
                      <a:pt x="30" y="707"/>
                    </a:lnTo>
                    <a:lnTo>
                      <a:pt x="0" y="813"/>
                    </a:lnTo>
                    <a:lnTo>
                      <a:pt x="30" y="925"/>
                    </a:lnTo>
                    <a:lnTo>
                      <a:pt x="121" y="1031"/>
                    </a:lnTo>
                    <a:lnTo>
                      <a:pt x="271" y="1130"/>
                    </a:lnTo>
                    <a:lnTo>
                      <a:pt x="451" y="1223"/>
                    </a:lnTo>
                    <a:lnTo>
                      <a:pt x="571" y="1269"/>
                    </a:lnTo>
                    <a:lnTo>
                      <a:pt x="691" y="1309"/>
                    </a:lnTo>
                    <a:lnTo>
                      <a:pt x="841" y="1348"/>
                    </a:lnTo>
                    <a:lnTo>
                      <a:pt x="1022" y="1381"/>
                    </a:lnTo>
                    <a:lnTo>
                      <a:pt x="1202" y="1414"/>
                    </a:lnTo>
                    <a:lnTo>
                      <a:pt x="1382" y="1441"/>
                    </a:lnTo>
                    <a:lnTo>
                      <a:pt x="1682" y="1480"/>
                    </a:lnTo>
                    <a:lnTo>
                      <a:pt x="1983" y="1513"/>
                    </a:lnTo>
                    <a:lnTo>
                      <a:pt x="2283" y="1540"/>
                    </a:lnTo>
                    <a:lnTo>
                      <a:pt x="2583" y="1560"/>
                    </a:lnTo>
                    <a:lnTo>
                      <a:pt x="2854" y="1579"/>
                    </a:lnTo>
                    <a:lnTo>
                      <a:pt x="3154" y="1593"/>
                    </a:lnTo>
                    <a:lnTo>
                      <a:pt x="3424" y="1599"/>
                    </a:lnTo>
                    <a:lnTo>
                      <a:pt x="3695" y="1606"/>
                    </a:lnTo>
                    <a:lnTo>
                      <a:pt x="3695" y="892"/>
                    </a:lnTo>
                    <a:lnTo>
                      <a:pt x="3665" y="800"/>
                    </a:lnTo>
                    <a:lnTo>
                      <a:pt x="3635" y="707"/>
                    </a:lnTo>
                    <a:lnTo>
                      <a:pt x="3575" y="615"/>
                    </a:lnTo>
                    <a:lnTo>
                      <a:pt x="3454" y="529"/>
                    </a:lnTo>
                    <a:lnTo>
                      <a:pt x="3334" y="450"/>
                    </a:lnTo>
                    <a:lnTo>
                      <a:pt x="3154" y="377"/>
                    </a:lnTo>
                    <a:lnTo>
                      <a:pt x="2944" y="311"/>
                    </a:lnTo>
                    <a:lnTo>
                      <a:pt x="2704" y="252"/>
                    </a:lnTo>
                    <a:lnTo>
                      <a:pt x="2433" y="205"/>
                    </a:lnTo>
                    <a:lnTo>
                      <a:pt x="2133" y="159"/>
                    </a:lnTo>
                    <a:lnTo>
                      <a:pt x="1803" y="120"/>
                    </a:lnTo>
                    <a:lnTo>
                      <a:pt x="1472" y="87"/>
                    </a:lnTo>
                    <a:lnTo>
                      <a:pt x="1112" y="54"/>
                    </a:lnTo>
                    <a:lnTo>
                      <a:pt x="751" y="27"/>
                    </a:lnTo>
                    <a:lnTo>
                      <a:pt x="391" y="14"/>
                    </a:lnTo>
                    <a:lnTo>
                      <a:pt x="30" y="1"/>
                    </a:lnTo>
                    <a:close/>
                  </a:path>
                </a:pathLst>
              </a:custGeom>
              <a:solidFill>
                <a:srgbClr val="008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84"/>
              <p:cNvSpPr/>
              <p:nvPr/>
            </p:nvSpPr>
            <p:spPr>
              <a:xfrm rot="10800000">
                <a:off x="4619765" y="2798396"/>
                <a:ext cx="49439" cy="96561"/>
              </a:xfrm>
              <a:custGeom>
                <a:avLst/>
                <a:gdLst/>
                <a:ahLst/>
                <a:cxnLst/>
                <a:rect l="l" t="t" r="r" b="b"/>
                <a:pathLst>
                  <a:path w="3695" h="1606" fill="none" extrusionOk="0">
                    <a:moveTo>
                      <a:pt x="3695" y="1606"/>
                    </a:moveTo>
                    <a:lnTo>
                      <a:pt x="3695" y="892"/>
                    </a:lnTo>
                    <a:lnTo>
                      <a:pt x="3695" y="892"/>
                    </a:lnTo>
                    <a:lnTo>
                      <a:pt x="3665" y="800"/>
                    </a:lnTo>
                    <a:lnTo>
                      <a:pt x="3635" y="707"/>
                    </a:lnTo>
                    <a:lnTo>
                      <a:pt x="3575" y="615"/>
                    </a:lnTo>
                    <a:lnTo>
                      <a:pt x="3454" y="529"/>
                    </a:lnTo>
                    <a:lnTo>
                      <a:pt x="3334" y="450"/>
                    </a:lnTo>
                    <a:lnTo>
                      <a:pt x="3154" y="377"/>
                    </a:lnTo>
                    <a:lnTo>
                      <a:pt x="2944" y="311"/>
                    </a:lnTo>
                    <a:lnTo>
                      <a:pt x="2704" y="252"/>
                    </a:lnTo>
                    <a:lnTo>
                      <a:pt x="2704" y="252"/>
                    </a:lnTo>
                    <a:lnTo>
                      <a:pt x="2433" y="205"/>
                    </a:lnTo>
                    <a:lnTo>
                      <a:pt x="2133" y="159"/>
                    </a:lnTo>
                    <a:lnTo>
                      <a:pt x="1803" y="120"/>
                    </a:lnTo>
                    <a:lnTo>
                      <a:pt x="1472" y="87"/>
                    </a:lnTo>
                    <a:lnTo>
                      <a:pt x="1112" y="54"/>
                    </a:lnTo>
                    <a:lnTo>
                      <a:pt x="751" y="27"/>
                    </a:lnTo>
                    <a:lnTo>
                      <a:pt x="391" y="14"/>
                    </a:lnTo>
                    <a:lnTo>
                      <a:pt x="30" y="1"/>
                    </a:lnTo>
                    <a:lnTo>
                      <a:pt x="30" y="707"/>
                    </a:lnTo>
                    <a:lnTo>
                      <a:pt x="30" y="707"/>
                    </a:lnTo>
                    <a:lnTo>
                      <a:pt x="0" y="813"/>
                    </a:lnTo>
                    <a:lnTo>
                      <a:pt x="30" y="925"/>
                    </a:lnTo>
                    <a:lnTo>
                      <a:pt x="121" y="1031"/>
                    </a:lnTo>
                    <a:lnTo>
                      <a:pt x="271" y="1130"/>
                    </a:lnTo>
                    <a:lnTo>
                      <a:pt x="451" y="1223"/>
                    </a:lnTo>
                    <a:lnTo>
                      <a:pt x="571" y="1269"/>
                    </a:lnTo>
                    <a:lnTo>
                      <a:pt x="691" y="1309"/>
                    </a:lnTo>
                    <a:lnTo>
                      <a:pt x="841" y="1348"/>
                    </a:lnTo>
                    <a:lnTo>
                      <a:pt x="1022" y="1381"/>
                    </a:lnTo>
                    <a:lnTo>
                      <a:pt x="1202" y="1414"/>
                    </a:lnTo>
                    <a:lnTo>
                      <a:pt x="1382" y="1441"/>
                    </a:lnTo>
                    <a:lnTo>
                      <a:pt x="1382" y="1441"/>
                    </a:lnTo>
                    <a:lnTo>
                      <a:pt x="1682" y="1480"/>
                    </a:lnTo>
                    <a:lnTo>
                      <a:pt x="1983" y="1513"/>
                    </a:lnTo>
                    <a:lnTo>
                      <a:pt x="2283" y="1540"/>
                    </a:lnTo>
                    <a:lnTo>
                      <a:pt x="2583" y="1560"/>
                    </a:lnTo>
                    <a:lnTo>
                      <a:pt x="2854" y="1579"/>
                    </a:lnTo>
                    <a:lnTo>
                      <a:pt x="3154" y="1593"/>
                    </a:lnTo>
                    <a:lnTo>
                      <a:pt x="3424" y="1599"/>
                    </a:lnTo>
                    <a:lnTo>
                      <a:pt x="3695" y="160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84"/>
              <p:cNvSpPr/>
              <p:nvPr/>
            </p:nvSpPr>
            <p:spPr>
              <a:xfrm rot="10800000">
                <a:off x="4774474" y="3147060"/>
                <a:ext cx="50255" cy="99747"/>
              </a:xfrm>
              <a:custGeom>
                <a:avLst/>
                <a:gdLst/>
                <a:ahLst/>
                <a:cxnLst/>
                <a:rect l="l" t="t" r="r" b="b"/>
                <a:pathLst>
                  <a:path w="3756" h="1659" extrusionOk="0">
                    <a:moveTo>
                      <a:pt x="3515" y="0"/>
                    </a:moveTo>
                    <a:lnTo>
                      <a:pt x="3515" y="7"/>
                    </a:lnTo>
                    <a:lnTo>
                      <a:pt x="3755" y="0"/>
                    </a:lnTo>
                    <a:close/>
                    <a:moveTo>
                      <a:pt x="1" y="885"/>
                    </a:moveTo>
                    <a:lnTo>
                      <a:pt x="31" y="958"/>
                    </a:lnTo>
                    <a:lnTo>
                      <a:pt x="31" y="1658"/>
                    </a:lnTo>
                    <a:lnTo>
                      <a:pt x="3395" y="1658"/>
                    </a:lnTo>
                    <a:lnTo>
                      <a:pt x="3065" y="1645"/>
                    </a:lnTo>
                    <a:lnTo>
                      <a:pt x="2734" y="1632"/>
                    </a:lnTo>
                    <a:lnTo>
                      <a:pt x="2434" y="1612"/>
                    </a:lnTo>
                    <a:lnTo>
                      <a:pt x="2133" y="1592"/>
                    </a:lnTo>
                    <a:lnTo>
                      <a:pt x="1863" y="1559"/>
                    </a:lnTo>
                    <a:lnTo>
                      <a:pt x="1593" y="1526"/>
                    </a:lnTo>
                    <a:lnTo>
                      <a:pt x="1383" y="1487"/>
                    </a:lnTo>
                    <a:lnTo>
                      <a:pt x="1172" y="1440"/>
                    </a:lnTo>
                    <a:lnTo>
                      <a:pt x="962" y="1381"/>
                    </a:lnTo>
                    <a:lnTo>
                      <a:pt x="782" y="1321"/>
                    </a:lnTo>
                    <a:lnTo>
                      <a:pt x="602" y="1255"/>
                    </a:lnTo>
                    <a:lnTo>
                      <a:pt x="452" y="1183"/>
                    </a:lnTo>
                    <a:lnTo>
                      <a:pt x="301" y="1110"/>
                    </a:lnTo>
                    <a:lnTo>
                      <a:pt x="181" y="1037"/>
                    </a:lnTo>
                    <a:lnTo>
                      <a:pt x="121" y="965"/>
                    </a:lnTo>
                    <a:lnTo>
                      <a:pt x="31" y="885"/>
                    </a:lnTo>
                    <a:close/>
                  </a:path>
                </a:pathLst>
              </a:custGeom>
              <a:solidFill>
                <a:srgbClr val="00BF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84"/>
              <p:cNvSpPr/>
              <p:nvPr/>
            </p:nvSpPr>
            <p:spPr>
              <a:xfrm rot="10800000">
                <a:off x="4774475" y="3246387"/>
                <a:ext cx="3225" cy="421"/>
              </a:xfrm>
              <a:custGeom>
                <a:avLst/>
                <a:gdLst/>
                <a:ahLst/>
                <a:cxnLst/>
                <a:rect l="l" t="t" r="r" b="b"/>
                <a:pathLst>
                  <a:path w="241" h="7" fill="none" extrusionOk="0">
                    <a:moveTo>
                      <a:pt x="0" y="7"/>
                    </a:moveTo>
                    <a:lnTo>
                      <a:pt x="0" y="7"/>
                    </a:lnTo>
                    <a:lnTo>
                      <a:pt x="240" y="0"/>
                    </a:lnTo>
                    <a:lnTo>
                      <a:pt x="0" y="0"/>
                    </a:lnTo>
                    <a:lnTo>
                      <a:pt x="0" y="0"/>
                    </a:lnTo>
                    <a:lnTo>
                      <a:pt x="0"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84"/>
              <p:cNvSpPr/>
              <p:nvPr/>
            </p:nvSpPr>
            <p:spPr>
              <a:xfrm rot="10800000">
                <a:off x="4779304" y="3147060"/>
                <a:ext cx="45425" cy="46537"/>
              </a:xfrm>
              <a:custGeom>
                <a:avLst/>
                <a:gdLst/>
                <a:ahLst/>
                <a:cxnLst/>
                <a:rect l="l" t="t" r="r" b="b"/>
                <a:pathLst>
                  <a:path w="3395" h="774" fill="none" extrusionOk="0">
                    <a:moveTo>
                      <a:pt x="31" y="773"/>
                    </a:moveTo>
                    <a:lnTo>
                      <a:pt x="3395" y="773"/>
                    </a:lnTo>
                    <a:lnTo>
                      <a:pt x="3395" y="773"/>
                    </a:lnTo>
                    <a:lnTo>
                      <a:pt x="3065" y="760"/>
                    </a:lnTo>
                    <a:lnTo>
                      <a:pt x="2734" y="747"/>
                    </a:lnTo>
                    <a:lnTo>
                      <a:pt x="2434" y="727"/>
                    </a:lnTo>
                    <a:lnTo>
                      <a:pt x="2133" y="707"/>
                    </a:lnTo>
                    <a:lnTo>
                      <a:pt x="1863" y="674"/>
                    </a:lnTo>
                    <a:lnTo>
                      <a:pt x="1593" y="641"/>
                    </a:lnTo>
                    <a:lnTo>
                      <a:pt x="1383" y="602"/>
                    </a:lnTo>
                    <a:lnTo>
                      <a:pt x="1172" y="555"/>
                    </a:lnTo>
                    <a:lnTo>
                      <a:pt x="1172" y="555"/>
                    </a:lnTo>
                    <a:lnTo>
                      <a:pt x="962" y="496"/>
                    </a:lnTo>
                    <a:lnTo>
                      <a:pt x="782" y="436"/>
                    </a:lnTo>
                    <a:lnTo>
                      <a:pt x="602" y="370"/>
                    </a:lnTo>
                    <a:lnTo>
                      <a:pt x="452" y="298"/>
                    </a:lnTo>
                    <a:lnTo>
                      <a:pt x="301" y="225"/>
                    </a:lnTo>
                    <a:lnTo>
                      <a:pt x="181" y="152"/>
                    </a:lnTo>
                    <a:lnTo>
                      <a:pt x="121" y="80"/>
                    </a:lnTo>
                    <a:lnTo>
                      <a:pt x="31" y="0"/>
                    </a:lnTo>
                    <a:lnTo>
                      <a:pt x="31" y="0"/>
                    </a:lnTo>
                    <a:lnTo>
                      <a:pt x="1" y="0"/>
                    </a:lnTo>
                    <a:lnTo>
                      <a:pt x="1" y="0"/>
                    </a:lnTo>
                    <a:lnTo>
                      <a:pt x="31" y="73"/>
                    </a:lnTo>
                    <a:lnTo>
                      <a:pt x="31" y="77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84"/>
              <p:cNvSpPr/>
              <p:nvPr/>
            </p:nvSpPr>
            <p:spPr>
              <a:xfrm rot="10800000">
                <a:off x="4729865" y="3147060"/>
                <a:ext cx="94449" cy="99747"/>
              </a:xfrm>
              <a:custGeom>
                <a:avLst/>
                <a:gdLst/>
                <a:ahLst/>
                <a:cxnLst/>
                <a:rect l="l" t="t" r="r" b="b"/>
                <a:pathLst>
                  <a:path w="7059" h="1659" extrusionOk="0">
                    <a:moveTo>
                      <a:pt x="3724" y="0"/>
                    </a:moveTo>
                    <a:lnTo>
                      <a:pt x="3484" y="7"/>
                    </a:lnTo>
                    <a:lnTo>
                      <a:pt x="3484" y="73"/>
                    </a:lnTo>
                    <a:lnTo>
                      <a:pt x="3424" y="192"/>
                    </a:lnTo>
                    <a:lnTo>
                      <a:pt x="3364" y="298"/>
                    </a:lnTo>
                    <a:lnTo>
                      <a:pt x="3244" y="397"/>
                    </a:lnTo>
                    <a:lnTo>
                      <a:pt x="3124" y="476"/>
                    </a:lnTo>
                    <a:lnTo>
                      <a:pt x="2943" y="549"/>
                    </a:lnTo>
                    <a:lnTo>
                      <a:pt x="2763" y="615"/>
                    </a:lnTo>
                    <a:lnTo>
                      <a:pt x="2553" y="667"/>
                    </a:lnTo>
                    <a:lnTo>
                      <a:pt x="2343" y="714"/>
                    </a:lnTo>
                    <a:lnTo>
                      <a:pt x="2102" y="753"/>
                    </a:lnTo>
                    <a:lnTo>
                      <a:pt x="1832" y="786"/>
                    </a:lnTo>
                    <a:lnTo>
                      <a:pt x="1562" y="813"/>
                    </a:lnTo>
                    <a:lnTo>
                      <a:pt x="1292" y="833"/>
                    </a:lnTo>
                    <a:lnTo>
                      <a:pt x="1021" y="852"/>
                    </a:lnTo>
                    <a:lnTo>
                      <a:pt x="751" y="866"/>
                    </a:lnTo>
                    <a:lnTo>
                      <a:pt x="210" y="879"/>
                    </a:lnTo>
                    <a:lnTo>
                      <a:pt x="0" y="885"/>
                    </a:lnTo>
                    <a:lnTo>
                      <a:pt x="90" y="965"/>
                    </a:lnTo>
                    <a:lnTo>
                      <a:pt x="150" y="1037"/>
                    </a:lnTo>
                    <a:lnTo>
                      <a:pt x="270" y="1110"/>
                    </a:lnTo>
                    <a:lnTo>
                      <a:pt x="421" y="1183"/>
                    </a:lnTo>
                    <a:lnTo>
                      <a:pt x="571" y="1255"/>
                    </a:lnTo>
                    <a:lnTo>
                      <a:pt x="751" y="1321"/>
                    </a:lnTo>
                    <a:lnTo>
                      <a:pt x="931" y="1381"/>
                    </a:lnTo>
                    <a:lnTo>
                      <a:pt x="1141" y="1440"/>
                    </a:lnTo>
                    <a:lnTo>
                      <a:pt x="1352" y="1487"/>
                    </a:lnTo>
                    <a:lnTo>
                      <a:pt x="1562" y="1526"/>
                    </a:lnTo>
                    <a:lnTo>
                      <a:pt x="1832" y="1559"/>
                    </a:lnTo>
                    <a:lnTo>
                      <a:pt x="2102" y="1592"/>
                    </a:lnTo>
                    <a:lnTo>
                      <a:pt x="2403" y="1612"/>
                    </a:lnTo>
                    <a:lnTo>
                      <a:pt x="2703" y="1632"/>
                    </a:lnTo>
                    <a:lnTo>
                      <a:pt x="3034" y="1645"/>
                    </a:lnTo>
                    <a:lnTo>
                      <a:pt x="3364" y="1658"/>
                    </a:lnTo>
                    <a:lnTo>
                      <a:pt x="7058" y="1658"/>
                    </a:lnTo>
                    <a:lnTo>
                      <a:pt x="7058" y="879"/>
                    </a:lnTo>
                    <a:lnTo>
                      <a:pt x="7028" y="786"/>
                    </a:lnTo>
                    <a:lnTo>
                      <a:pt x="6998" y="694"/>
                    </a:lnTo>
                    <a:lnTo>
                      <a:pt x="6938" y="608"/>
                    </a:lnTo>
                    <a:lnTo>
                      <a:pt x="6848" y="522"/>
                    </a:lnTo>
                    <a:lnTo>
                      <a:pt x="6698" y="436"/>
                    </a:lnTo>
                    <a:lnTo>
                      <a:pt x="6548" y="364"/>
                    </a:lnTo>
                    <a:lnTo>
                      <a:pt x="6367" y="298"/>
                    </a:lnTo>
                    <a:lnTo>
                      <a:pt x="6127" y="238"/>
                    </a:lnTo>
                    <a:lnTo>
                      <a:pt x="5887" y="199"/>
                    </a:lnTo>
                    <a:lnTo>
                      <a:pt x="5647" y="159"/>
                    </a:lnTo>
                    <a:lnTo>
                      <a:pt x="5406" y="119"/>
                    </a:lnTo>
                    <a:lnTo>
                      <a:pt x="5136" y="86"/>
                    </a:lnTo>
                    <a:lnTo>
                      <a:pt x="4866" y="60"/>
                    </a:lnTo>
                    <a:lnTo>
                      <a:pt x="4565" y="33"/>
                    </a:lnTo>
                    <a:lnTo>
                      <a:pt x="4265" y="14"/>
                    </a:lnTo>
                    <a:lnTo>
                      <a:pt x="3965" y="0"/>
                    </a:lnTo>
                    <a:close/>
                  </a:path>
                </a:pathLst>
              </a:custGeom>
              <a:solidFill>
                <a:srgbClr val="009C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84"/>
              <p:cNvSpPr/>
              <p:nvPr/>
            </p:nvSpPr>
            <p:spPr>
              <a:xfrm rot="10800000">
                <a:off x="4729865" y="3147060"/>
                <a:ext cx="94449" cy="99747"/>
              </a:xfrm>
              <a:custGeom>
                <a:avLst/>
                <a:gdLst/>
                <a:ahLst/>
                <a:cxnLst/>
                <a:rect l="l" t="t" r="r" b="b"/>
                <a:pathLst>
                  <a:path w="7059" h="1659" fill="none" extrusionOk="0">
                    <a:moveTo>
                      <a:pt x="3364" y="1658"/>
                    </a:moveTo>
                    <a:lnTo>
                      <a:pt x="7058" y="1658"/>
                    </a:lnTo>
                    <a:lnTo>
                      <a:pt x="7058" y="879"/>
                    </a:lnTo>
                    <a:lnTo>
                      <a:pt x="7058" y="879"/>
                    </a:lnTo>
                    <a:lnTo>
                      <a:pt x="7028" y="786"/>
                    </a:lnTo>
                    <a:lnTo>
                      <a:pt x="6998" y="694"/>
                    </a:lnTo>
                    <a:lnTo>
                      <a:pt x="6938" y="608"/>
                    </a:lnTo>
                    <a:lnTo>
                      <a:pt x="6848" y="522"/>
                    </a:lnTo>
                    <a:lnTo>
                      <a:pt x="6698" y="436"/>
                    </a:lnTo>
                    <a:lnTo>
                      <a:pt x="6548" y="364"/>
                    </a:lnTo>
                    <a:lnTo>
                      <a:pt x="6367" y="298"/>
                    </a:lnTo>
                    <a:lnTo>
                      <a:pt x="6127" y="238"/>
                    </a:lnTo>
                    <a:lnTo>
                      <a:pt x="6127" y="238"/>
                    </a:lnTo>
                    <a:lnTo>
                      <a:pt x="5887" y="199"/>
                    </a:lnTo>
                    <a:lnTo>
                      <a:pt x="5647" y="159"/>
                    </a:lnTo>
                    <a:lnTo>
                      <a:pt x="5406" y="119"/>
                    </a:lnTo>
                    <a:lnTo>
                      <a:pt x="5136" y="86"/>
                    </a:lnTo>
                    <a:lnTo>
                      <a:pt x="4866" y="60"/>
                    </a:lnTo>
                    <a:lnTo>
                      <a:pt x="4565" y="33"/>
                    </a:lnTo>
                    <a:lnTo>
                      <a:pt x="4265" y="14"/>
                    </a:lnTo>
                    <a:lnTo>
                      <a:pt x="3965" y="0"/>
                    </a:lnTo>
                    <a:lnTo>
                      <a:pt x="3724" y="0"/>
                    </a:lnTo>
                    <a:lnTo>
                      <a:pt x="3724" y="0"/>
                    </a:lnTo>
                    <a:lnTo>
                      <a:pt x="3484" y="7"/>
                    </a:lnTo>
                    <a:lnTo>
                      <a:pt x="3484" y="7"/>
                    </a:lnTo>
                    <a:lnTo>
                      <a:pt x="3484" y="73"/>
                    </a:lnTo>
                    <a:lnTo>
                      <a:pt x="3484" y="73"/>
                    </a:lnTo>
                    <a:lnTo>
                      <a:pt x="3424" y="192"/>
                    </a:lnTo>
                    <a:lnTo>
                      <a:pt x="3364" y="298"/>
                    </a:lnTo>
                    <a:lnTo>
                      <a:pt x="3244" y="397"/>
                    </a:lnTo>
                    <a:lnTo>
                      <a:pt x="3124" y="476"/>
                    </a:lnTo>
                    <a:lnTo>
                      <a:pt x="2943" y="549"/>
                    </a:lnTo>
                    <a:lnTo>
                      <a:pt x="2763" y="615"/>
                    </a:lnTo>
                    <a:lnTo>
                      <a:pt x="2553" y="667"/>
                    </a:lnTo>
                    <a:lnTo>
                      <a:pt x="2343" y="714"/>
                    </a:lnTo>
                    <a:lnTo>
                      <a:pt x="2102" y="753"/>
                    </a:lnTo>
                    <a:lnTo>
                      <a:pt x="1832" y="786"/>
                    </a:lnTo>
                    <a:lnTo>
                      <a:pt x="1562" y="813"/>
                    </a:lnTo>
                    <a:lnTo>
                      <a:pt x="1292" y="833"/>
                    </a:lnTo>
                    <a:lnTo>
                      <a:pt x="1021" y="852"/>
                    </a:lnTo>
                    <a:lnTo>
                      <a:pt x="751" y="866"/>
                    </a:lnTo>
                    <a:lnTo>
                      <a:pt x="210" y="879"/>
                    </a:lnTo>
                    <a:lnTo>
                      <a:pt x="210" y="879"/>
                    </a:lnTo>
                    <a:lnTo>
                      <a:pt x="0" y="885"/>
                    </a:lnTo>
                    <a:lnTo>
                      <a:pt x="0" y="885"/>
                    </a:lnTo>
                    <a:lnTo>
                      <a:pt x="90" y="965"/>
                    </a:lnTo>
                    <a:lnTo>
                      <a:pt x="150" y="1037"/>
                    </a:lnTo>
                    <a:lnTo>
                      <a:pt x="270" y="1110"/>
                    </a:lnTo>
                    <a:lnTo>
                      <a:pt x="421" y="1183"/>
                    </a:lnTo>
                    <a:lnTo>
                      <a:pt x="571" y="1255"/>
                    </a:lnTo>
                    <a:lnTo>
                      <a:pt x="751" y="1321"/>
                    </a:lnTo>
                    <a:lnTo>
                      <a:pt x="931" y="1381"/>
                    </a:lnTo>
                    <a:lnTo>
                      <a:pt x="1141" y="1440"/>
                    </a:lnTo>
                    <a:lnTo>
                      <a:pt x="1141" y="1440"/>
                    </a:lnTo>
                    <a:lnTo>
                      <a:pt x="1352" y="1487"/>
                    </a:lnTo>
                    <a:lnTo>
                      <a:pt x="1562" y="1526"/>
                    </a:lnTo>
                    <a:lnTo>
                      <a:pt x="1832" y="1559"/>
                    </a:lnTo>
                    <a:lnTo>
                      <a:pt x="2102" y="1592"/>
                    </a:lnTo>
                    <a:lnTo>
                      <a:pt x="2403" y="1612"/>
                    </a:lnTo>
                    <a:lnTo>
                      <a:pt x="2703" y="1632"/>
                    </a:lnTo>
                    <a:lnTo>
                      <a:pt x="3034" y="1645"/>
                    </a:lnTo>
                    <a:lnTo>
                      <a:pt x="3364" y="165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84"/>
              <p:cNvSpPr/>
              <p:nvPr/>
            </p:nvSpPr>
            <p:spPr>
              <a:xfrm rot="10800000">
                <a:off x="4771665" y="3246748"/>
                <a:ext cx="6034" cy="842"/>
              </a:xfrm>
              <a:custGeom>
                <a:avLst/>
                <a:gdLst/>
                <a:ahLst/>
                <a:cxnLst/>
                <a:rect l="l" t="t" r="r" b="b"/>
                <a:pathLst>
                  <a:path w="451" h="14" extrusionOk="0">
                    <a:moveTo>
                      <a:pt x="0" y="0"/>
                    </a:moveTo>
                    <a:lnTo>
                      <a:pt x="0" y="7"/>
                    </a:lnTo>
                    <a:lnTo>
                      <a:pt x="0" y="13"/>
                    </a:lnTo>
                    <a:lnTo>
                      <a:pt x="451" y="13"/>
                    </a:lnTo>
                    <a:lnTo>
                      <a:pt x="0" y="0"/>
                    </a:lnTo>
                    <a:close/>
                  </a:path>
                </a:pathLst>
              </a:custGeom>
              <a:solidFill>
                <a:srgbClr val="006D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84"/>
              <p:cNvSpPr/>
              <p:nvPr/>
            </p:nvSpPr>
            <p:spPr>
              <a:xfrm rot="10800000">
                <a:off x="4771665" y="3246748"/>
                <a:ext cx="6034" cy="842"/>
              </a:xfrm>
              <a:custGeom>
                <a:avLst/>
                <a:gdLst/>
                <a:ahLst/>
                <a:cxnLst/>
                <a:rect l="l" t="t" r="r" b="b"/>
                <a:pathLst>
                  <a:path w="451" h="14" fill="none" extrusionOk="0">
                    <a:moveTo>
                      <a:pt x="0" y="13"/>
                    </a:moveTo>
                    <a:lnTo>
                      <a:pt x="240" y="13"/>
                    </a:lnTo>
                    <a:lnTo>
                      <a:pt x="240" y="13"/>
                    </a:lnTo>
                    <a:lnTo>
                      <a:pt x="451" y="13"/>
                    </a:lnTo>
                    <a:lnTo>
                      <a:pt x="451" y="13"/>
                    </a:lnTo>
                    <a:lnTo>
                      <a:pt x="0" y="0"/>
                    </a:lnTo>
                    <a:lnTo>
                      <a:pt x="0" y="7"/>
                    </a:lnTo>
                    <a:lnTo>
                      <a:pt x="0" y="7"/>
                    </a:lnTo>
                    <a:lnTo>
                      <a:pt x="0" y="1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84"/>
              <p:cNvSpPr/>
              <p:nvPr/>
            </p:nvSpPr>
            <p:spPr>
              <a:xfrm rot="10800000">
                <a:off x="4771264" y="3246748"/>
                <a:ext cx="3225" cy="60"/>
              </a:xfrm>
              <a:custGeom>
                <a:avLst/>
                <a:gdLst/>
                <a:ahLst/>
                <a:cxnLst/>
                <a:rect l="l" t="t" r="r" b="b"/>
                <a:pathLst>
                  <a:path w="241" h="1" extrusionOk="0">
                    <a:moveTo>
                      <a:pt x="0" y="0"/>
                    </a:moveTo>
                    <a:lnTo>
                      <a:pt x="241" y="0"/>
                    </a:lnTo>
                    <a:lnTo>
                      <a:pt x="241" y="0"/>
                    </a:lnTo>
                    <a:lnTo>
                      <a:pt x="211" y="0"/>
                    </a:lnTo>
                    <a:lnTo>
                      <a:pt x="211" y="0"/>
                    </a:lnTo>
                    <a:lnTo>
                      <a:pt x="0" y="0"/>
                    </a:lnTo>
                    <a:close/>
                  </a:path>
                </a:pathLst>
              </a:custGeom>
              <a:solidFill>
                <a:srgbClr val="0059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84"/>
              <p:cNvSpPr/>
              <p:nvPr/>
            </p:nvSpPr>
            <p:spPr>
              <a:xfrm rot="10800000">
                <a:off x="4771264" y="3246748"/>
                <a:ext cx="3225" cy="60"/>
              </a:xfrm>
              <a:custGeom>
                <a:avLst/>
                <a:gdLst/>
                <a:ahLst/>
                <a:cxnLst/>
                <a:rect l="l" t="t" r="r" b="b"/>
                <a:pathLst>
                  <a:path w="241" h="1" fill="none" extrusionOk="0">
                    <a:moveTo>
                      <a:pt x="0" y="0"/>
                    </a:moveTo>
                    <a:lnTo>
                      <a:pt x="241" y="0"/>
                    </a:lnTo>
                    <a:lnTo>
                      <a:pt x="241" y="0"/>
                    </a:lnTo>
                    <a:lnTo>
                      <a:pt x="211" y="0"/>
                    </a:lnTo>
                    <a:lnTo>
                      <a:pt x="211" y="0"/>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84"/>
              <p:cNvSpPr/>
              <p:nvPr/>
            </p:nvSpPr>
            <p:spPr>
              <a:xfrm rot="10800000">
                <a:off x="4376641" y="2795210"/>
                <a:ext cx="96456" cy="99747"/>
              </a:xfrm>
              <a:custGeom>
                <a:avLst/>
                <a:gdLst/>
                <a:ahLst/>
                <a:cxnLst/>
                <a:rect l="l" t="t" r="r" b="b"/>
                <a:pathLst>
                  <a:path w="7209" h="1659" extrusionOk="0">
                    <a:moveTo>
                      <a:pt x="2974" y="1"/>
                    </a:moveTo>
                    <a:lnTo>
                      <a:pt x="2673" y="7"/>
                    </a:lnTo>
                    <a:lnTo>
                      <a:pt x="2373" y="20"/>
                    </a:lnTo>
                    <a:lnTo>
                      <a:pt x="2073" y="47"/>
                    </a:lnTo>
                    <a:lnTo>
                      <a:pt x="1802" y="73"/>
                    </a:lnTo>
                    <a:lnTo>
                      <a:pt x="1532" y="106"/>
                    </a:lnTo>
                    <a:lnTo>
                      <a:pt x="1262" y="146"/>
                    </a:lnTo>
                    <a:lnTo>
                      <a:pt x="1022" y="192"/>
                    </a:lnTo>
                    <a:lnTo>
                      <a:pt x="811" y="245"/>
                    </a:lnTo>
                    <a:lnTo>
                      <a:pt x="631" y="311"/>
                    </a:lnTo>
                    <a:lnTo>
                      <a:pt x="451" y="390"/>
                    </a:lnTo>
                    <a:lnTo>
                      <a:pt x="331" y="470"/>
                    </a:lnTo>
                    <a:lnTo>
                      <a:pt x="211" y="569"/>
                    </a:lnTo>
                    <a:lnTo>
                      <a:pt x="120" y="668"/>
                    </a:lnTo>
                    <a:lnTo>
                      <a:pt x="60" y="773"/>
                    </a:lnTo>
                    <a:lnTo>
                      <a:pt x="0" y="892"/>
                    </a:lnTo>
                    <a:lnTo>
                      <a:pt x="0" y="1659"/>
                    </a:lnTo>
                    <a:lnTo>
                      <a:pt x="7209" y="1659"/>
                    </a:lnTo>
                    <a:lnTo>
                      <a:pt x="7209" y="892"/>
                    </a:lnTo>
                    <a:lnTo>
                      <a:pt x="7179" y="800"/>
                    </a:lnTo>
                    <a:lnTo>
                      <a:pt x="7149" y="707"/>
                    </a:lnTo>
                    <a:lnTo>
                      <a:pt x="7089" y="622"/>
                    </a:lnTo>
                    <a:lnTo>
                      <a:pt x="6998" y="536"/>
                    </a:lnTo>
                    <a:lnTo>
                      <a:pt x="6848" y="450"/>
                    </a:lnTo>
                    <a:lnTo>
                      <a:pt x="6698" y="377"/>
                    </a:lnTo>
                    <a:lnTo>
                      <a:pt x="6488" y="311"/>
                    </a:lnTo>
                    <a:lnTo>
                      <a:pt x="6278" y="258"/>
                    </a:lnTo>
                    <a:lnTo>
                      <a:pt x="5977" y="199"/>
                    </a:lnTo>
                    <a:lnTo>
                      <a:pt x="5647" y="153"/>
                    </a:lnTo>
                    <a:lnTo>
                      <a:pt x="5286" y="106"/>
                    </a:lnTo>
                    <a:lnTo>
                      <a:pt x="4896" y="67"/>
                    </a:lnTo>
                    <a:lnTo>
                      <a:pt x="4506" y="40"/>
                    </a:lnTo>
                    <a:lnTo>
                      <a:pt x="4115" y="14"/>
                    </a:lnTo>
                    <a:lnTo>
                      <a:pt x="3695" y="1"/>
                    </a:lnTo>
                    <a:close/>
                  </a:path>
                </a:pathLst>
              </a:custGeom>
              <a:solidFill>
                <a:srgbClr val="FFA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84"/>
              <p:cNvSpPr/>
              <p:nvPr/>
            </p:nvSpPr>
            <p:spPr>
              <a:xfrm rot="10800000">
                <a:off x="4376641" y="2795210"/>
                <a:ext cx="96456" cy="99747"/>
              </a:xfrm>
              <a:custGeom>
                <a:avLst/>
                <a:gdLst/>
                <a:ahLst/>
                <a:cxnLst/>
                <a:rect l="l" t="t" r="r" b="b"/>
                <a:pathLst>
                  <a:path w="7209" h="1659" fill="none" extrusionOk="0">
                    <a:moveTo>
                      <a:pt x="7209" y="1659"/>
                    </a:moveTo>
                    <a:lnTo>
                      <a:pt x="7209" y="892"/>
                    </a:lnTo>
                    <a:lnTo>
                      <a:pt x="7209" y="892"/>
                    </a:lnTo>
                    <a:lnTo>
                      <a:pt x="7179" y="800"/>
                    </a:lnTo>
                    <a:lnTo>
                      <a:pt x="7149" y="707"/>
                    </a:lnTo>
                    <a:lnTo>
                      <a:pt x="7089" y="622"/>
                    </a:lnTo>
                    <a:lnTo>
                      <a:pt x="6998" y="536"/>
                    </a:lnTo>
                    <a:lnTo>
                      <a:pt x="6848" y="450"/>
                    </a:lnTo>
                    <a:lnTo>
                      <a:pt x="6698" y="377"/>
                    </a:lnTo>
                    <a:lnTo>
                      <a:pt x="6488" y="311"/>
                    </a:lnTo>
                    <a:lnTo>
                      <a:pt x="6278" y="258"/>
                    </a:lnTo>
                    <a:lnTo>
                      <a:pt x="6278" y="258"/>
                    </a:lnTo>
                    <a:lnTo>
                      <a:pt x="5977" y="199"/>
                    </a:lnTo>
                    <a:lnTo>
                      <a:pt x="5647" y="153"/>
                    </a:lnTo>
                    <a:lnTo>
                      <a:pt x="5286" y="106"/>
                    </a:lnTo>
                    <a:lnTo>
                      <a:pt x="4896" y="67"/>
                    </a:lnTo>
                    <a:lnTo>
                      <a:pt x="4506" y="40"/>
                    </a:lnTo>
                    <a:lnTo>
                      <a:pt x="4115" y="14"/>
                    </a:lnTo>
                    <a:lnTo>
                      <a:pt x="3695" y="1"/>
                    </a:lnTo>
                    <a:lnTo>
                      <a:pt x="3274" y="1"/>
                    </a:lnTo>
                    <a:lnTo>
                      <a:pt x="3274" y="1"/>
                    </a:lnTo>
                    <a:lnTo>
                      <a:pt x="2974" y="1"/>
                    </a:lnTo>
                    <a:lnTo>
                      <a:pt x="2673" y="7"/>
                    </a:lnTo>
                    <a:lnTo>
                      <a:pt x="2373" y="20"/>
                    </a:lnTo>
                    <a:lnTo>
                      <a:pt x="2073" y="47"/>
                    </a:lnTo>
                    <a:lnTo>
                      <a:pt x="1802" y="73"/>
                    </a:lnTo>
                    <a:lnTo>
                      <a:pt x="1532" y="106"/>
                    </a:lnTo>
                    <a:lnTo>
                      <a:pt x="1262" y="146"/>
                    </a:lnTo>
                    <a:lnTo>
                      <a:pt x="1022" y="192"/>
                    </a:lnTo>
                    <a:lnTo>
                      <a:pt x="1022" y="192"/>
                    </a:lnTo>
                    <a:lnTo>
                      <a:pt x="811" y="245"/>
                    </a:lnTo>
                    <a:lnTo>
                      <a:pt x="631" y="311"/>
                    </a:lnTo>
                    <a:lnTo>
                      <a:pt x="451" y="390"/>
                    </a:lnTo>
                    <a:lnTo>
                      <a:pt x="331" y="470"/>
                    </a:lnTo>
                    <a:lnTo>
                      <a:pt x="211" y="569"/>
                    </a:lnTo>
                    <a:lnTo>
                      <a:pt x="120" y="668"/>
                    </a:lnTo>
                    <a:lnTo>
                      <a:pt x="60" y="773"/>
                    </a:lnTo>
                    <a:lnTo>
                      <a:pt x="0" y="892"/>
                    </a:lnTo>
                    <a:lnTo>
                      <a:pt x="0" y="1659"/>
                    </a:lnTo>
                    <a:lnTo>
                      <a:pt x="0" y="1659"/>
                    </a:lnTo>
                    <a:lnTo>
                      <a:pt x="2013" y="1659"/>
                    </a:lnTo>
                    <a:lnTo>
                      <a:pt x="2013" y="1659"/>
                    </a:lnTo>
                    <a:lnTo>
                      <a:pt x="4055" y="1659"/>
                    </a:lnTo>
                    <a:lnTo>
                      <a:pt x="4055" y="1659"/>
                    </a:lnTo>
                    <a:lnTo>
                      <a:pt x="4085" y="1659"/>
                    </a:lnTo>
                    <a:lnTo>
                      <a:pt x="4085" y="1659"/>
                    </a:lnTo>
                    <a:lnTo>
                      <a:pt x="4085" y="1659"/>
                    </a:lnTo>
                    <a:lnTo>
                      <a:pt x="4085" y="1659"/>
                    </a:lnTo>
                    <a:lnTo>
                      <a:pt x="7209" y="165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84"/>
              <p:cNvSpPr/>
              <p:nvPr/>
            </p:nvSpPr>
            <p:spPr>
              <a:xfrm rot="10800000">
                <a:off x="4376641" y="2753904"/>
                <a:ext cx="96456" cy="41366"/>
              </a:xfrm>
              <a:custGeom>
                <a:avLst/>
                <a:gdLst/>
                <a:ahLst/>
                <a:cxnLst/>
                <a:rect l="l" t="t" r="r" b="b"/>
                <a:pathLst>
                  <a:path w="7209" h="688" extrusionOk="0">
                    <a:moveTo>
                      <a:pt x="4415" y="1"/>
                    </a:moveTo>
                    <a:lnTo>
                      <a:pt x="4716" y="14"/>
                    </a:lnTo>
                    <a:lnTo>
                      <a:pt x="5016" y="27"/>
                    </a:lnTo>
                    <a:lnTo>
                      <a:pt x="5347" y="47"/>
                    </a:lnTo>
                    <a:lnTo>
                      <a:pt x="5617" y="73"/>
                    </a:lnTo>
                    <a:lnTo>
                      <a:pt x="5917" y="106"/>
                    </a:lnTo>
                    <a:lnTo>
                      <a:pt x="6187" y="146"/>
                    </a:lnTo>
                    <a:lnTo>
                      <a:pt x="6428" y="192"/>
                    </a:lnTo>
                    <a:lnTo>
                      <a:pt x="6548" y="225"/>
                    </a:lnTo>
                    <a:lnTo>
                      <a:pt x="6668" y="258"/>
                    </a:lnTo>
                    <a:lnTo>
                      <a:pt x="6878" y="331"/>
                    </a:lnTo>
                    <a:lnTo>
                      <a:pt x="7059" y="423"/>
                    </a:lnTo>
                    <a:lnTo>
                      <a:pt x="7209" y="522"/>
                    </a:lnTo>
                    <a:lnTo>
                      <a:pt x="7209" y="1"/>
                    </a:lnTo>
                    <a:close/>
                    <a:moveTo>
                      <a:pt x="0" y="1"/>
                    </a:moveTo>
                    <a:lnTo>
                      <a:pt x="0" y="688"/>
                    </a:lnTo>
                    <a:lnTo>
                      <a:pt x="60" y="628"/>
                    </a:lnTo>
                    <a:lnTo>
                      <a:pt x="120" y="562"/>
                    </a:lnTo>
                    <a:lnTo>
                      <a:pt x="211" y="503"/>
                    </a:lnTo>
                    <a:lnTo>
                      <a:pt x="331" y="443"/>
                    </a:lnTo>
                    <a:lnTo>
                      <a:pt x="451" y="390"/>
                    </a:lnTo>
                    <a:lnTo>
                      <a:pt x="601" y="344"/>
                    </a:lnTo>
                    <a:lnTo>
                      <a:pt x="781" y="298"/>
                    </a:lnTo>
                    <a:lnTo>
                      <a:pt x="961" y="258"/>
                    </a:lnTo>
                    <a:lnTo>
                      <a:pt x="1292" y="199"/>
                    </a:lnTo>
                    <a:lnTo>
                      <a:pt x="1622" y="153"/>
                    </a:lnTo>
                    <a:lnTo>
                      <a:pt x="2013" y="106"/>
                    </a:lnTo>
                    <a:lnTo>
                      <a:pt x="2403" y="73"/>
                    </a:lnTo>
                    <a:lnTo>
                      <a:pt x="2794" y="40"/>
                    </a:lnTo>
                    <a:lnTo>
                      <a:pt x="3214" y="20"/>
                    </a:lnTo>
                    <a:lnTo>
                      <a:pt x="3635" y="7"/>
                    </a:lnTo>
                    <a:lnTo>
                      <a:pt x="4055" y="1"/>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84"/>
              <p:cNvSpPr/>
              <p:nvPr/>
            </p:nvSpPr>
            <p:spPr>
              <a:xfrm rot="10800000">
                <a:off x="4376643" y="2763825"/>
                <a:ext cx="41799" cy="31445"/>
              </a:xfrm>
              <a:custGeom>
                <a:avLst/>
                <a:gdLst/>
                <a:ahLst/>
                <a:cxnLst/>
                <a:rect l="l" t="t" r="r" b="b"/>
                <a:pathLst>
                  <a:path w="3124" h="523" fill="none" extrusionOk="0">
                    <a:moveTo>
                      <a:pt x="3124" y="522"/>
                    </a:moveTo>
                    <a:lnTo>
                      <a:pt x="3124" y="1"/>
                    </a:lnTo>
                    <a:lnTo>
                      <a:pt x="3124" y="1"/>
                    </a:lnTo>
                    <a:lnTo>
                      <a:pt x="0" y="1"/>
                    </a:lnTo>
                    <a:lnTo>
                      <a:pt x="0" y="1"/>
                    </a:lnTo>
                    <a:lnTo>
                      <a:pt x="330" y="1"/>
                    </a:lnTo>
                    <a:lnTo>
                      <a:pt x="631" y="14"/>
                    </a:lnTo>
                    <a:lnTo>
                      <a:pt x="931" y="27"/>
                    </a:lnTo>
                    <a:lnTo>
                      <a:pt x="1262" y="47"/>
                    </a:lnTo>
                    <a:lnTo>
                      <a:pt x="1532" y="73"/>
                    </a:lnTo>
                    <a:lnTo>
                      <a:pt x="1832" y="106"/>
                    </a:lnTo>
                    <a:lnTo>
                      <a:pt x="2102" y="146"/>
                    </a:lnTo>
                    <a:lnTo>
                      <a:pt x="2343" y="192"/>
                    </a:lnTo>
                    <a:lnTo>
                      <a:pt x="2343" y="192"/>
                    </a:lnTo>
                    <a:lnTo>
                      <a:pt x="2463" y="225"/>
                    </a:lnTo>
                    <a:lnTo>
                      <a:pt x="2583" y="258"/>
                    </a:lnTo>
                    <a:lnTo>
                      <a:pt x="2793" y="331"/>
                    </a:lnTo>
                    <a:lnTo>
                      <a:pt x="2974" y="423"/>
                    </a:lnTo>
                    <a:lnTo>
                      <a:pt x="3124" y="52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84"/>
              <p:cNvSpPr/>
              <p:nvPr/>
            </p:nvSpPr>
            <p:spPr>
              <a:xfrm rot="10800000">
                <a:off x="4418842" y="2753904"/>
                <a:ext cx="54256" cy="41366"/>
              </a:xfrm>
              <a:custGeom>
                <a:avLst/>
                <a:gdLst/>
                <a:ahLst/>
                <a:cxnLst/>
                <a:rect l="l" t="t" r="r" b="b"/>
                <a:pathLst>
                  <a:path w="4055" h="688" fill="none" extrusionOk="0">
                    <a:moveTo>
                      <a:pt x="0" y="688"/>
                    </a:moveTo>
                    <a:lnTo>
                      <a:pt x="0" y="688"/>
                    </a:lnTo>
                    <a:lnTo>
                      <a:pt x="60" y="628"/>
                    </a:lnTo>
                    <a:lnTo>
                      <a:pt x="120" y="562"/>
                    </a:lnTo>
                    <a:lnTo>
                      <a:pt x="211" y="503"/>
                    </a:lnTo>
                    <a:lnTo>
                      <a:pt x="331" y="443"/>
                    </a:lnTo>
                    <a:lnTo>
                      <a:pt x="451" y="390"/>
                    </a:lnTo>
                    <a:lnTo>
                      <a:pt x="601" y="344"/>
                    </a:lnTo>
                    <a:lnTo>
                      <a:pt x="781" y="298"/>
                    </a:lnTo>
                    <a:lnTo>
                      <a:pt x="961" y="258"/>
                    </a:lnTo>
                    <a:lnTo>
                      <a:pt x="961" y="258"/>
                    </a:lnTo>
                    <a:lnTo>
                      <a:pt x="1292" y="199"/>
                    </a:lnTo>
                    <a:lnTo>
                      <a:pt x="1622" y="153"/>
                    </a:lnTo>
                    <a:lnTo>
                      <a:pt x="2013" y="106"/>
                    </a:lnTo>
                    <a:lnTo>
                      <a:pt x="2403" y="73"/>
                    </a:lnTo>
                    <a:lnTo>
                      <a:pt x="2794" y="40"/>
                    </a:lnTo>
                    <a:lnTo>
                      <a:pt x="3214" y="20"/>
                    </a:lnTo>
                    <a:lnTo>
                      <a:pt x="3635" y="7"/>
                    </a:lnTo>
                    <a:lnTo>
                      <a:pt x="4055" y="1"/>
                    </a:lnTo>
                    <a:lnTo>
                      <a:pt x="4055" y="1"/>
                    </a:lnTo>
                    <a:lnTo>
                      <a:pt x="2013" y="1"/>
                    </a:lnTo>
                    <a:lnTo>
                      <a:pt x="2013" y="1"/>
                    </a:lnTo>
                    <a:lnTo>
                      <a:pt x="0" y="1"/>
                    </a:lnTo>
                    <a:lnTo>
                      <a:pt x="0" y="68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84"/>
              <p:cNvSpPr/>
              <p:nvPr/>
            </p:nvSpPr>
            <p:spPr>
              <a:xfrm rot="10800000">
                <a:off x="4418428" y="2795210"/>
                <a:ext cx="415" cy="60"/>
              </a:xfrm>
              <a:custGeom>
                <a:avLst/>
                <a:gdLst/>
                <a:ahLst/>
                <a:cxnLst/>
                <a:rect l="l" t="t" r="r" b="b"/>
                <a:pathLst>
                  <a:path w="31" h="1" extrusionOk="0">
                    <a:moveTo>
                      <a:pt x="30" y="1"/>
                    </a:moveTo>
                    <a:lnTo>
                      <a:pt x="30" y="1"/>
                    </a:lnTo>
                    <a:lnTo>
                      <a:pt x="30" y="1"/>
                    </a:lnTo>
                    <a:lnTo>
                      <a:pt x="30" y="1"/>
                    </a:lnTo>
                    <a:lnTo>
                      <a:pt x="0" y="1"/>
                    </a:lnTo>
                    <a:lnTo>
                      <a:pt x="0" y="1"/>
                    </a:lnTo>
                    <a:lnTo>
                      <a:pt x="30" y="1"/>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84"/>
              <p:cNvSpPr/>
              <p:nvPr/>
            </p:nvSpPr>
            <p:spPr>
              <a:xfrm rot="10800000">
                <a:off x="4418428" y="2795210"/>
                <a:ext cx="415" cy="60"/>
              </a:xfrm>
              <a:custGeom>
                <a:avLst/>
                <a:gdLst/>
                <a:ahLst/>
                <a:cxnLst/>
                <a:rect l="l" t="t" r="r" b="b"/>
                <a:pathLst>
                  <a:path w="31" h="1" fill="none" extrusionOk="0">
                    <a:moveTo>
                      <a:pt x="30" y="1"/>
                    </a:moveTo>
                    <a:lnTo>
                      <a:pt x="30" y="1"/>
                    </a:lnTo>
                    <a:lnTo>
                      <a:pt x="30" y="1"/>
                    </a:lnTo>
                    <a:lnTo>
                      <a:pt x="30" y="1"/>
                    </a:lnTo>
                    <a:lnTo>
                      <a:pt x="0" y="1"/>
                    </a:lnTo>
                    <a:lnTo>
                      <a:pt x="0" y="1"/>
                    </a:lnTo>
                    <a:lnTo>
                      <a:pt x="3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84"/>
              <p:cNvSpPr/>
              <p:nvPr/>
            </p:nvSpPr>
            <p:spPr>
              <a:xfrm rot="10800000">
                <a:off x="4376641" y="2696725"/>
                <a:ext cx="96456" cy="98545"/>
              </a:xfrm>
              <a:custGeom>
                <a:avLst/>
                <a:gdLst/>
                <a:ahLst/>
                <a:cxnLst/>
                <a:rect l="l" t="t" r="r" b="b"/>
                <a:pathLst>
                  <a:path w="7209" h="1639" extrusionOk="0">
                    <a:moveTo>
                      <a:pt x="4055" y="1"/>
                    </a:moveTo>
                    <a:lnTo>
                      <a:pt x="3635" y="7"/>
                    </a:lnTo>
                    <a:lnTo>
                      <a:pt x="3214" y="20"/>
                    </a:lnTo>
                    <a:lnTo>
                      <a:pt x="2794" y="40"/>
                    </a:lnTo>
                    <a:lnTo>
                      <a:pt x="2403" y="73"/>
                    </a:lnTo>
                    <a:lnTo>
                      <a:pt x="2013" y="106"/>
                    </a:lnTo>
                    <a:lnTo>
                      <a:pt x="1622" y="153"/>
                    </a:lnTo>
                    <a:lnTo>
                      <a:pt x="1292" y="199"/>
                    </a:lnTo>
                    <a:lnTo>
                      <a:pt x="961" y="258"/>
                    </a:lnTo>
                    <a:lnTo>
                      <a:pt x="781" y="298"/>
                    </a:lnTo>
                    <a:lnTo>
                      <a:pt x="601" y="344"/>
                    </a:lnTo>
                    <a:lnTo>
                      <a:pt x="451" y="390"/>
                    </a:lnTo>
                    <a:lnTo>
                      <a:pt x="331" y="443"/>
                    </a:lnTo>
                    <a:lnTo>
                      <a:pt x="211" y="503"/>
                    </a:lnTo>
                    <a:lnTo>
                      <a:pt x="120" y="562"/>
                    </a:lnTo>
                    <a:lnTo>
                      <a:pt x="60" y="628"/>
                    </a:lnTo>
                    <a:lnTo>
                      <a:pt x="0" y="688"/>
                    </a:lnTo>
                    <a:lnTo>
                      <a:pt x="0" y="892"/>
                    </a:lnTo>
                    <a:lnTo>
                      <a:pt x="0" y="1011"/>
                    </a:lnTo>
                    <a:lnTo>
                      <a:pt x="60" y="1084"/>
                    </a:lnTo>
                    <a:lnTo>
                      <a:pt x="120" y="1157"/>
                    </a:lnTo>
                    <a:lnTo>
                      <a:pt x="241" y="1216"/>
                    </a:lnTo>
                    <a:lnTo>
                      <a:pt x="391" y="1275"/>
                    </a:lnTo>
                    <a:lnTo>
                      <a:pt x="571" y="1328"/>
                    </a:lnTo>
                    <a:lnTo>
                      <a:pt x="781" y="1381"/>
                    </a:lnTo>
                    <a:lnTo>
                      <a:pt x="1052" y="1427"/>
                    </a:lnTo>
                    <a:lnTo>
                      <a:pt x="1352" y="1474"/>
                    </a:lnTo>
                    <a:lnTo>
                      <a:pt x="1682" y="1513"/>
                    </a:lnTo>
                    <a:lnTo>
                      <a:pt x="1983" y="1546"/>
                    </a:lnTo>
                    <a:lnTo>
                      <a:pt x="2313" y="1573"/>
                    </a:lnTo>
                    <a:lnTo>
                      <a:pt x="2613" y="1599"/>
                    </a:lnTo>
                    <a:lnTo>
                      <a:pt x="2944" y="1619"/>
                    </a:lnTo>
                    <a:lnTo>
                      <a:pt x="3244" y="1632"/>
                    </a:lnTo>
                    <a:lnTo>
                      <a:pt x="3544" y="1639"/>
                    </a:lnTo>
                    <a:lnTo>
                      <a:pt x="3845" y="1639"/>
                    </a:lnTo>
                    <a:lnTo>
                      <a:pt x="4205" y="1632"/>
                    </a:lnTo>
                    <a:lnTo>
                      <a:pt x="4596" y="1619"/>
                    </a:lnTo>
                    <a:lnTo>
                      <a:pt x="4926" y="1599"/>
                    </a:lnTo>
                    <a:lnTo>
                      <a:pt x="5286" y="1573"/>
                    </a:lnTo>
                    <a:lnTo>
                      <a:pt x="5587" y="1533"/>
                    </a:lnTo>
                    <a:lnTo>
                      <a:pt x="5887" y="1487"/>
                    </a:lnTo>
                    <a:lnTo>
                      <a:pt x="6157" y="1441"/>
                    </a:lnTo>
                    <a:lnTo>
                      <a:pt x="6428" y="1381"/>
                    </a:lnTo>
                    <a:lnTo>
                      <a:pt x="6578" y="1328"/>
                    </a:lnTo>
                    <a:lnTo>
                      <a:pt x="6728" y="1262"/>
                    </a:lnTo>
                    <a:lnTo>
                      <a:pt x="6878" y="1183"/>
                    </a:lnTo>
                    <a:lnTo>
                      <a:pt x="6968" y="1104"/>
                    </a:lnTo>
                    <a:lnTo>
                      <a:pt x="7059" y="1011"/>
                    </a:lnTo>
                    <a:lnTo>
                      <a:pt x="7149" y="912"/>
                    </a:lnTo>
                    <a:lnTo>
                      <a:pt x="7179" y="813"/>
                    </a:lnTo>
                    <a:lnTo>
                      <a:pt x="7209" y="714"/>
                    </a:lnTo>
                    <a:lnTo>
                      <a:pt x="7209" y="522"/>
                    </a:lnTo>
                    <a:lnTo>
                      <a:pt x="7059" y="423"/>
                    </a:lnTo>
                    <a:lnTo>
                      <a:pt x="6878" y="331"/>
                    </a:lnTo>
                    <a:lnTo>
                      <a:pt x="6668" y="258"/>
                    </a:lnTo>
                    <a:lnTo>
                      <a:pt x="6548" y="225"/>
                    </a:lnTo>
                    <a:lnTo>
                      <a:pt x="6428" y="192"/>
                    </a:lnTo>
                    <a:lnTo>
                      <a:pt x="6187" y="146"/>
                    </a:lnTo>
                    <a:lnTo>
                      <a:pt x="5917" y="106"/>
                    </a:lnTo>
                    <a:lnTo>
                      <a:pt x="5617" y="73"/>
                    </a:lnTo>
                    <a:lnTo>
                      <a:pt x="5347" y="47"/>
                    </a:lnTo>
                    <a:lnTo>
                      <a:pt x="5016" y="27"/>
                    </a:lnTo>
                    <a:lnTo>
                      <a:pt x="4716" y="14"/>
                    </a:lnTo>
                    <a:lnTo>
                      <a:pt x="4415" y="1"/>
                    </a:lnTo>
                    <a:close/>
                  </a:path>
                </a:pathLst>
              </a:custGeom>
              <a:solidFill>
                <a:srgbClr val="FF7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84"/>
              <p:cNvSpPr/>
              <p:nvPr/>
            </p:nvSpPr>
            <p:spPr>
              <a:xfrm rot="10800000">
                <a:off x="4376641" y="2696725"/>
                <a:ext cx="96456" cy="98545"/>
              </a:xfrm>
              <a:custGeom>
                <a:avLst/>
                <a:gdLst/>
                <a:ahLst/>
                <a:cxnLst/>
                <a:rect l="l" t="t" r="r" b="b"/>
                <a:pathLst>
                  <a:path w="7209" h="1639" fill="none" extrusionOk="0">
                    <a:moveTo>
                      <a:pt x="3845" y="1639"/>
                    </a:moveTo>
                    <a:lnTo>
                      <a:pt x="3845" y="1639"/>
                    </a:lnTo>
                    <a:lnTo>
                      <a:pt x="4205" y="1632"/>
                    </a:lnTo>
                    <a:lnTo>
                      <a:pt x="4596" y="1619"/>
                    </a:lnTo>
                    <a:lnTo>
                      <a:pt x="4926" y="1599"/>
                    </a:lnTo>
                    <a:lnTo>
                      <a:pt x="5286" y="1573"/>
                    </a:lnTo>
                    <a:lnTo>
                      <a:pt x="5587" y="1533"/>
                    </a:lnTo>
                    <a:lnTo>
                      <a:pt x="5887" y="1487"/>
                    </a:lnTo>
                    <a:lnTo>
                      <a:pt x="6157" y="1441"/>
                    </a:lnTo>
                    <a:lnTo>
                      <a:pt x="6428" y="1381"/>
                    </a:lnTo>
                    <a:lnTo>
                      <a:pt x="6428" y="1381"/>
                    </a:lnTo>
                    <a:lnTo>
                      <a:pt x="6578" y="1328"/>
                    </a:lnTo>
                    <a:lnTo>
                      <a:pt x="6728" y="1262"/>
                    </a:lnTo>
                    <a:lnTo>
                      <a:pt x="6878" y="1183"/>
                    </a:lnTo>
                    <a:lnTo>
                      <a:pt x="6968" y="1104"/>
                    </a:lnTo>
                    <a:lnTo>
                      <a:pt x="7059" y="1011"/>
                    </a:lnTo>
                    <a:lnTo>
                      <a:pt x="7149" y="912"/>
                    </a:lnTo>
                    <a:lnTo>
                      <a:pt x="7179" y="813"/>
                    </a:lnTo>
                    <a:lnTo>
                      <a:pt x="7209" y="714"/>
                    </a:lnTo>
                    <a:lnTo>
                      <a:pt x="7209" y="522"/>
                    </a:lnTo>
                    <a:lnTo>
                      <a:pt x="7209" y="522"/>
                    </a:lnTo>
                    <a:lnTo>
                      <a:pt x="7059" y="423"/>
                    </a:lnTo>
                    <a:lnTo>
                      <a:pt x="6878" y="331"/>
                    </a:lnTo>
                    <a:lnTo>
                      <a:pt x="6668" y="258"/>
                    </a:lnTo>
                    <a:lnTo>
                      <a:pt x="6548" y="225"/>
                    </a:lnTo>
                    <a:lnTo>
                      <a:pt x="6428" y="192"/>
                    </a:lnTo>
                    <a:lnTo>
                      <a:pt x="6428" y="192"/>
                    </a:lnTo>
                    <a:lnTo>
                      <a:pt x="6187" y="146"/>
                    </a:lnTo>
                    <a:lnTo>
                      <a:pt x="5917" y="106"/>
                    </a:lnTo>
                    <a:lnTo>
                      <a:pt x="5617" y="73"/>
                    </a:lnTo>
                    <a:lnTo>
                      <a:pt x="5347" y="47"/>
                    </a:lnTo>
                    <a:lnTo>
                      <a:pt x="5016" y="27"/>
                    </a:lnTo>
                    <a:lnTo>
                      <a:pt x="4716" y="14"/>
                    </a:lnTo>
                    <a:lnTo>
                      <a:pt x="4415" y="1"/>
                    </a:lnTo>
                    <a:lnTo>
                      <a:pt x="4085" y="1"/>
                    </a:lnTo>
                    <a:lnTo>
                      <a:pt x="4085" y="1"/>
                    </a:lnTo>
                    <a:lnTo>
                      <a:pt x="4055" y="1"/>
                    </a:lnTo>
                    <a:lnTo>
                      <a:pt x="4055" y="1"/>
                    </a:lnTo>
                    <a:lnTo>
                      <a:pt x="3635" y="7"/>
                    </a:lnTo>
                    <a:lnTo>
                      <a:pt x="3214" y="20"/>
                    </a:lnTo>
                    <a:lnTo>
                      <a:pt x="2794" y="40"/>
                    </a:lnTo>
                    <a:lnTo>
                      <a:pt x="2403" y="73"/>
                    </a:lnTo>
                    <a:lnTo>
                      <a:pt x="2013" y="106"/>
                    </a:lnTo>
                    <a:lnTo>
                      <a:pt x="1622" y="153"/>
                    </a:lnTo>
                    <a:lnTo>
                      <a:pt x="1292" y="199"/>
                    </a:lnTo>
                    <a:lnTo>
                      <a:pt x="961" y="258"/>
                    </a:lnTo>
                    <a:lnTo>
                      <a:pt x="961" y="258"/>
                    </a:lnTo>
                    <a:lnTo>
                      <a:pt x="781" y="298"/>
                    </a:lnTo>
                    <a:lnTo>
                      <a:pt x="601" y="344"/>
                    </a:lnTo>
                    <a:lnTo>
                      <a:pt x="451" y="390"/>
                    </a:lnTo>
                    <a:lnTo>
                      <a:pt x="331" y="443"/>
                    </a:lnTo>
                    <a:lnTo>
                      <a:pt x="211" y="503"/>
                    </a:lnTo>
                    <a:lnTo>
                      <a:pt x="120" y="562"/>
                    </a:lnTo>
                    <a:lnTo>
                      <a:pt x="60" y="628"/>
                    </a:lnTo>
                    <a:lnTo>
                      <a:pt x="0" y="688"/>
                    </a:lnTo>
                    <a:lnTo>
                      <a:pt x="0" y="892"/>
                    </a:lnTo>
                    <a:lnTo>
                      <a:pt x="0" y="892"/>
                    </a:lnTo>
                    <a:lnTo>
                      <a:pt x="0" y="1011"/>
                    </a:lnTo>
                    <a:lnTo>
                      <a:pt x="0" y="1011"/>
                    </a:lnTo>
                    <a:lnTo>
                      <a:pt x="60" y="1084"/>
                    </a:lnTo>
                    <a:lnTo>
                      <a:pt x="120" y="1157"/>
                    </a:lnTo>
                    <a:lnTo>
                      <a:pt x="241" y="1216"/>
                    </a:lnTo>
                    <a:lnTo>
                      <a:pt x="391" y="1275"/>
                    </a:lnTo>
                    <a:lnTo>
                      <a:pt x="571" y="1328"/>
                    </a:lnTo>
                    <a:lnTo>
                      <a:pt x="781" y="1381"/>
                    </a:lnTo>
                    <a:lnTo>
                      <a:pt x="1052" y="1427"/>
                    </a:lnTo>
                    <a:lnTo>
                      <a:pt x="1352" y="1474"/>
                    </a:lnTo>
                    <a:lnTo>
                      <a:pt x="1352" y="1474"/>
                    </a:lnTo>
                    <a:lnTo>
                      <a:pt x="1682" y="1513"/>
                    </a:lnTo>
                    <a:lnTo>
                      <a:pt x="1983" y="1546"/>
                    </a:lnTo>
                    <a:lnTo>
                      <a:pt x="2313" y="1573"/>
                    </a:lnTo>
                    <a:lnTo>
                      <a:pt x="2613" y="1599"/>
                    </a:lnTo>
                    <a:lnTo>
                      <a:pt x="2944" y="1619"/>
                    </a:lnTo>
                    <a:lnTo>
                      <a:pt x="3244" y="1632"/>
                    </a:lnTo>
                    <a:lnTo>
                      <a:pt x="3544" y="1639"/>
                    </a:lnTo>
                    <a:lnTo>
                      <a:pt x="3845" y="163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84"/>
              <p:cNvSpPr/>
              <p:nvPr/>
            </p:nvSpPr>
            <p:spPr>
              <a:xfrm rot="10800000">
                <a:off x="4719417" y="2335315"/>
                <a:ext cx="2837" cy="21885"/>
              </a:xfrm>
              <a:custGeom>
                <a:avLst/>
                <a:gdLst/>
                <a:ahLst/>
                <a:cxnLst/>
                <a:rect l="l" t="t" r="r" b="b"/>
                <a:pathLst>
                  <a:path w="212" h="364" extrusionOk="0">
                    <a:moveTo>
                      <a:pt x="211" y="0"/>
                    </a:moveTo>
                    <a:lnTo>
                      <a:pt x="181" y="93"/>
                    </a:lnTo>
                    <a:lnTo>
                      <a:pt x="151" y="185"/>
                    </a:lnTo>
                    <a:lnTo>
                      <a:pt x="91" y="271"/>
                    </a:lnTo>
                    <a:lnTo>
                      <a:pt x="1" y="357"/>
                    </a:lnTo>
                    <a:lnTo>
                      <a:pt x="211" y="364"/>
                    </a:lnTo>
                    <a:lnTo>
                      <a:pt x="211" y="0"/>
                    </a:lnTo>
                    <a:close/>
                  </a:path>
                </a:pathLst>
              </a:custGeom>
              <a:solidFill>
                <a:srgbClr val="73B5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84"/>
              <p:cNvSpPr/>
              <p:nvPr/>
            </p:nvSpPr>
            <p:spPr>
              <a:xfrm rot="10800000">
                <a:off x="4719417" y="2335315"/>
                <a:ext cx="2837" cy="21885"/>
              </a:xfrm>
              <a:custGeom>
                <a:avLst/>
                <a:gdLst/>
                <a:ahLst/>
                <a:cxnLst/>
                <a:rect l="l" t="t" r="r" b="b"/>
                <a:pathLst>
                  <a:path w="212" h="364" fill="none" extrusionOk="0">
                    <a:moveTo>
                      <a:pt x="211" y="364"/>
                    </a:moveTo>
                    <a:lnTo>
                      <a:pt x="211" y="0"/>
                    </a:lnTo>
                    <a:lnTo>
                      <a:pt x="211" y="0"/>
                    </a:lnTo>
                    <a:lnTo>
                      <a:pt x="181" y="93"/>
                    </a:lnTo>
                    <a:lnTo>
                      <a:pt x="151" y="185"/>
                    </a:lnTo>
                    <a:lnTo>
                      <a:pt x="91" y="271"/>
                    </a:lnTo>
                    <a:lnTo>
                      <a:pt x="1" y="357"/>
                    </a:lnTo>
                    <a:lnTo>
                      <a:pt x="1" y="357"/>
                    </a:lnTo>
                    <a:lnTo>
                      <a:pt x="211" y="36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84"/>
              <p:cNvSpPr/>
              <p:nvPr/>
            </p:nvSpPr>
            <p:spPr>
              <a:xfrm rot="10800000">
                <a:off x="4719416" y="2335735"/>
                <a:ext cx="49452" cy="160894"/>
              </a:xfrm>
              <a:custGeom>
                <a:avLst/>
                <a:gdLst/>
                <a:ahLst/>
                <a:cxnLst/>
                <a:rect l="l" t="t" r="r" b="b"/>
                <a:pathLst>
                  <a:path w="3696" h="2676" extrusionOk="0">
                    <a:moveTo>
                      <a:pt x="3485" y="1"/>
                    </a:moveTo>
                    <a:lnTo>
                      <a:pt x="3184" y="7"/>
                    </a:lnTo>
                    <a:lnTo>
                      <a:pt x="2854" y="14"/>
                    </a:lnTo>
                    <a:lnTo>
                      <a:pt x="2554" y="27"/>
                    </a:lnTo>
                    <a:lnTo>
                      <a:pt x="2253" y="47"/>
                    </a:lnTo>
                    <a:lnTo>
                      <a:pt x="1953" y="73"/>
                    </a:lnTo>
                    <a:lnTo>
                      <a:pt x="1653" y="107"/>
                    </a:lnTo>
                    <a:lnTo>
                      <a:pt x="1382" y="153"/>
                    </a:lnTo>
                    <a:lnTo>
                      <a:pt x="1112" y="199"/>
                    </a:lnTo>
                    <a:lnTo>
                      <a:pt x="872" y="258"/>
                    </a:lnTo>
                    <a:lnTo>
                      <a:pt x="632" y="338"/>
                    </a:lnTo>
                    <a:lnTo>
                      <a:pt x="451" y="424"/>
                    </a:lnTo>
                    <a:lnTo>
                      <a:pt x="271" y="523"/>
                    </a:lnTo>
                    <a:lnTo>
                      <a:pt x="121" y="628"/>
                    </a:lnTo>
                    <a:lnTo>
                      <a:pt x="31" y="747"/>
                    </a:lnTo>
                    <a:lnTo>
                      <a:pt x="1" y="860"/>
                    </a:lnTo>
                    <a:lnTo>
                      <a:pt x="31" y="978"/>
                    </a:lnTo>
                    <a:lnTo>
                      <a:pt x="31" y="1784"/>
                    </a:lnTo>
                    <a:lnTo>
                      <a:pt x="1" y="1897"/>
                    </a:lnTo>
                    <a:lnTo>
                      <a:pt x="31" y="2002"/>
                    </a:lnTo>
                    <a:lnTo>
                      <a:pt x="121" y="2108"/>
                    </a:lnTo>
                    <a:lnTo>
                      <a:pt x="271" y="2214"/>
                    </a:lnTo>
                    <a:lnTo>
                      <a:pt x="481" y="2306"/>
                    </a:lnTo>
                    <a:lnTo>
                      <a:pt x="602" y="2346"/>
                    </a:lnTo>
                    <a:lnTo>
                      <a:pt x="752" y="2392"/>
                    </a:lnTo>
                    <a:lnTo>
                      <a:pt x="902" y="2425"/>
                    </a:lnTo>
                    <a:lnTo>
                      <a:pt x="1082" y="2465"/>
                    </a:lnTo>
                    <a:lnTo>
                      <a:pt x="1262" y="2491"/>
                    </a:lnTo>
                    <a:lnTo>
                      <a:pt x="1473" y="2524"/>
                    </a:lnTo>
                    <a:lnTo>
                      <a:pt x="2013" y="2577"/>
                    </a:lnTo>
                    <a:lnTo>
                      <a:pt x="2524" y="2623"/>
                    </a:lnTo>
                    <a:lnTo>
                      <a:pt x="3004" y="2656"/>
                    </a:lnTo>
                    <a:lnTo>
                      <a:pt x="3485" y="2676"/>
                    </a:lnTo>
                    <a:lnTo>
                      <a:pt x="3575" y="2590"/>
                    </a:lnTo>
                    <a:lnTo>
                      <a:pt x="3635" y="2504"/>
                    </a:lnTo>
                    <a:lnTo>
                      <a:pt x="3665" y="2412"/>
                    </a:lnTo>
                    <a:lnTo>
                      <a:pt x="3695" y="2319"/>
                    </a:lnTo>
                    <a:lnTo>
                      <a:pt x="3695" y="1"/>
                    </a:lnTo>
                    <a:close/>
                  </a:path>
                </a:pathLst>
              </a:custGeom>
              <a:solidFill>
                <a:srgbClr val="008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84"/>
              <p:cNvSpPr/>
              <p:nvPr/>
            </p:nvSpPr>
            <p:spPr>
              <a:xfrm rot="10800000">
                <a:off x="4719416" y="2335735"/>
                <a:ext cx="49452" cy="160894"/>
              </a:xfrm>
              <a:custGeom>
                <a:avLst/>
                <a:gdLst/>
                <a:ahLst/>
                <a:cxnLst/>
                <a:rect l="l" t="t" r="r" b="b"/>
                <a:pathLst>
                  <a:path w="3696" h="2676" fill="none" extrusionOk="0">
                    <a:moveTo>
                      <a:pt x="3485" y="2676"/>
                    </a:moveTo>
                    <a:lnTo>
                      <a:pt x="3485" y="2676"/>
                    </a:lnTo>
                    <a:lnTo>
                      <a:pt x="3575" y="2590"/>
                    </a:lnTo>
                    <a:lnTo>
                      <a:pt x="3635" y="2504"/>
                    </a:lnTo>
                    <a:lnTo>
                      <a:pt x="3665" y="2412"/>
                    </a:lnTo>
                    <a:lnTo>
                      <a:pt x="3695" y="2319"/>
                    </a:lnTo>
                    <a:lnTo>
                      <a:pt x="3695" y="1"/>
                    </a:lnTo>
                    <a:lnTo>
                      <a:pt x="3695" y="1"/>
                    </a:lnTo>
                    <a:lnTo>
                      <a:pt x="3485" y="1"/>
                    </a:lnTo>
                    <a:lnTo>
                      <a:pt x="3485" y="1"/>
                    </a:lnTo>
                    <a:lnTo>
                      <a:pt x="3184" y="7"/>
                    </a:lnTo>
                    <a:lnTo>
                      <a:pt x="2854" y="14"/>
                    </a:lnTo>
                    <a:lnTo>
                      <a:pt x="2554" y="27"/>
                    </a:lnTo>
                    <a:lnTo>
                      <a:pt x="2253" y="47"/>
                    </a:lnTo>
                    <a:lnTo>
                      <a:pt x="1953" y="73"/>
                    </a:lnTo>
                    <a:lnTo>
                      <a:pt x="1653" y="107"/>
                    </a:lnTo>
                    <a:lnTo>
                      <a:pt x="1382" y="153"/>
                    </a:lnTo>
                    <a:lnTo>
                      <a:pt x="1112" y="199"/>
                    </a:lnTo>
                    <a:lnTo>
                      <a:pt x="1112" y="199"/>
                    </a:lnTo>
                    <a:lnTo>
                      <a:pt x="872" y="258"/>
                    </a:lnTo>
                    <a:lnTo>
                      <a:pt x="632" y="338"/>
                    </a:lnTo>
                    <a:lnTo>
                      <a:pt x="451" y="424"/>
                    </a:lnTo>
                    <a:lnTo>
                      <a:pt x="271" y="523"/>
                    </a:lnTo>
                    <a:lnTo>
                      <a:pt x="121" y="628"/>
                    </a:lnTo>
                    <a:lnTo>
                      <a:pt x="31" y="747"/>
                    </a:lnTo>
                    <a:lnTo>
                      <a:pt x="1" y="860"/>
                    </a:lnTo>
                    <a:lnTo>
                      <a:pt x="31" y="978"/>
                    </a:lnTo>
                    <a:lnTo>
                      <a:pt x="31" y="1784"/>
                    </a:lnTo>
                    <a:lnTo>
                      <a:pt x="31" y="1784"/>
                    </a:lnTo>
                    <a:lnTo>
                      <a:pt x="1" y="1897"/>
                    </a:lnTo>
                    <a:lnTo>
                      <a:pt x="31" y="2002"/>
                    </a:lnTo>
                    <a:lnTo>
                      <a:pt x="121" y="2108"/>
                    </a:lnTo>
                    <a:lnTo>
                      <a:pt x="271" y="2214"/>
                    </a:lnTo>
                    <a:lnTo>
                      <a:pt x="481" y="2306"/>
                    </a:lnTo>
                    <a:lnTo>
                      <a:pt x="602" y="2346"/>
                    </a:lnTo>
                    <a:lnTo>
                      <a:pt x="752" y="2392"/>
                    </a:lnTo>
                    <a:lnTo>
                      <a:pt x="902" y="2425"/>
                    </a:lnTo>
                    <a:lnTo>
                      <a:pt x="1082" y="2465"/>
                    </a:lnTo>
                    <a:lnTo>
                      <a:pt x="1262" y="2491"/>
                    </a:lnTo>
                    <a:lnTo>
                      <a:pt x="1473" y="2524"/>
                    </a:lnTo>
                    <a:lnTo>
                      <a:pt x="1473" y="2524"/>
                    </a:lnTo>
                    <a:lnTo>
                      <a:pt x="2013" y="2577"/>
                    </a:lnTo>
                    <a:lnTo>
                      <a:pt x="2524" y="2623"/>
                    </a:lnTo>
                    <a:lnTo>
                      <a:pt x="3004" y="2656"/>
                    </a:lnTo>
                    <a:lnTo>
                      <a:pt x="3485" y="267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84"/>
              <p:cNvSpPr/>
              <p:nvPr/>
            </p:nvSpPr>
            <p:spPr>
              <a:xfrm rot="10800000">
                <a:off x="4667182" y="2334893"/>
                <a:ext cx="52249" cy="161736"/>
              </a:xfrm>
              <a:custGeom>
                <a:avLst/>
                <a:gdLst/>
                <a:ahLst/>
                <a:cxnLst/>
                <a:rect l="l" t="t" r="r" b="b"/>
                <a:pathLst>
                  <a:path w="3905" h="2690" extrusionOk="0">
                    <a:moveTo>
                      <a:pt x="0" y="1"/>
                    </a:moveTo>
                    <a:lnTo>
                      <a:pt x="0" y="2319"/>
                    </a:lnTo>
                    <a:lnTo>
                      <a:pt x="0" y="2683"/>
                    </a:lnTo>
                    <a:lnTo>
                      <a:pt x="391" y="2689"/>
                    </a:lnTo>
                    <a:lnTo>
                      <a:pt x="811" y="2683"/>
                    </a:lnTo>
                    <a:lnTo>
                      <a:pt x="1171" y="2669"/>
                    </a:lnTo>
                    <a:lnTo>
                      <a:pt x="1532" y="2650"/>
                    </a:lnTo>
                    <a:lnTo>
                      <a:pt x="1892" y="2617"/>
                    </a:lnTo>
                    <a:lnTo>
                      <a:pt x="2223" y="2584"/>
                    </a:lnTo>
                    <a:lnTo>
                      <a:pt x="2523" y="2537"/>
                    </a:lnTo>
                    <a:lnTo>
                      <a:pt x="2823" y="2484"/>
                    </a:lnTo>
                    <a:lnTo>
                      <a:pt x="3094" y="2425"/>
                    </a:lnTo>
                    <a:lnTo>
                      <a:pt x="3274" y="2372"/>
                    </a:lnTo>
                    <a:lnTo>
                      <a:pt x="3424" y="2306"/>
                    </a:lnTo>
                    <a:lnTo>
                      <a:pt x="3574" y="2233"/>
                    </a:lnTo>
                    <a:lnTo>
                      <a:pt x="3694" y="2148"/>
                    </a:lnTo>
                    <a:lnTo>
                      <a:pt x="3784" y="2055"/>
                    </a:lnTo>
                    <a:lnTo>
                      <a:pt x="3875" y="1963"/>
                    </a:lnTo>
                    <a:lnTo>
                      <a:pt x="3905" y="1864"/>
                    </a:lnTo>
                    <a:lnTo>
                      <a:pt x="3905" y="1764"/>
                    </a:lnTo>
                    <a:lnTo>
                      <a:pt x="3905" y="899"/>
                    </a:lnTo>
                    <a:lnTo>
                      <a:pt x="3905" y="807"/>
                    </a:lnTo>
                    <a:lnTo>
                      <a:pt x="3875" y="714"/>
                    </a:lnTo>
                    <a:lnTo>
                      <a:pt x="3784" y="622"/>
                    </a:lnTo>
                    <a:lnTo>
                      <a:pt x="3694" y="536"/>
                    </a:lnTo>
                    <a:lnTo>
                      <a:pt x="3574" y="457"/>
                    </a:lnTo>
                    <a:lnTo>
                      <a:pt x="3394" y="384"/>
                    </a:lnTo>
                    <a:lnTo>
                      <a:pt x="3184" y="318"/>
                    </a:lnTo>
                    <a:lnTo>
                      <a:pt x="2943" y="258"/>
                    </a:lnTo>
                    <a:lnTo>
                      <a:pt x="2613" y="206"/>
                    </a:lnTo>
                    <a:lnTo>
                      <a:pt x="2283" y="159"/>
                    </a:lnTo>
                    <a:lnTo>
                      <a:pt x="1952" y="120"/>
                    </a:lnTo>
                    <a:lnTo>
                      <a:pt x="1562" y="80"/>
                    </a:lnTo>
                    <a:lnTo>
                      <a:pt x="1201" y="47"/>
                    </a:lnTo>
                    <a:lnTo>
                      <a:pt x="781" y="27"/>
                    </a:lnTo>
                    <a:lnTo>
                      <a:pt x="391" y="7"/>
                    </a:lnTo>
                    <a:lnTo>
                      <a:pt x="0" y="1"/>
                    </a:lnTo>
                    <a:close/>
                  </a:path>
                </a:pathLst>
              </a:custGeom>
              <a:solidFill>
                <a:srgbClr val="539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84"/>
              <p:cNvSpPr/>
              <p:nvPr/>
            </p:nvSpPr>
            <p:spPr>
              <a:xfrm rot="10800000">
                <a:off x="4667182" y="2334893"/>
                <a:ext cx="52249" cy="161736"/>
              </a:xfrm>
              <a:custGeom>
                <a:avLst/>
                <a:gdLst/>
                <a:ahLst/>
                <a:cxnLst/>
                <a:rect l="l" t="t" r="r" b="b"/>
                <a:pathLst>
                  <a:path w="3905" h="2690" fill="none" extrusionOk="0">
                    <a:moveTo>
                      <a:pt x="391" y="2689"/>
                    </a:moveTo>
                    <a:lnTo>
                      <a:pt x="391" y="2689"/>
                    </a:lnTo>
                    <a:lnTo>
                      <a:pt x="811" y="2683"/>
                    </a:lnTo>
                    <a:lnTo>
                      <a:pt x="1171" y="2669"/>
                    </a:lnTo>
                    <a:lnTo>
                      <a:pt x="1532" y="2650"/>
                    </a:lnTo>
                    <a:lnTo>
                      <a:pt x="1892" y="2617"/>
                    </a:lnTo>
                    <a:lnTo>
                      <a:pt x="2223" y="2584"/>
                    </a:lnTo>
                    <a:lnTo>
                      <a:pt x="2523" y="2537"/>
                    </a:lnTo>
                    <a:lnTo>
                      <a:pt x="2823" y="2484"/>
                    </a:lnTo>
                    <a:lnTo>
                      <a:pt x="3094" y="2425"/>
                    </a:lnTo>
                    <a:lnTo>
                      <a:pt x="3094" y="2425"/>
                    </a:lnTo>
                    <a:lnTo>
                      <a:pt x="3274" y="2372"/>
                    </a:lnTo>
                    <a:lnTo>
                      <a:pt x="3424" y="2306"/>
                    </a:lnTo>
                    <a:lnTo>
                      <a:pt x="3574" y="2233"/>
                    </a:lnTo>
                    <a:lnTo>
                      <a:pt x="3694" y="2148"/>
                    </a:lnTo>
                    <a:lnTo>
                      <a:pt x="3784" y="2055"/>
                    </a:lnTo>
                    <a:lnTo>
                      <a:pt x="3875" y="1963"/>
                    </a:lnTo>
                    <a:lnTo>
                      <a:pt x="3905" y="1864"/>
                    </a:lnTo>
                    <a:lnTo>
                      <a:pt x="3905" y="1764"/>
                    </a:lnTo>
                    <a:lnTo>
                      <a:pt x="3905" y="899"/>
                    </a:lnTo>
                    <a:lnTo>
                      <a:pt x="3905" y="899"/>
                    </a:lnTo>
                    <a:lnTo>
                      <a:pt x="3905" y="807"/>
                    </a:lnTo>
                    <a:lnTo>
                      <a:pt x="3875" y="714"/>
                    </a:lnTo>
                    <a:lnTo>
                      <a:pt x="3784" y="622"/>
                    </a:lnTo>
                    <a:lnTo>
                      <a:pt x="3694" y="536"/>
                    </a:lnTo>
                    <a:lnTo>
                      <a:pt x="3574" y="457"/>
                    </a:lnTo>
                    <a:lnTo>
                      <a:pt x="3394" y="384"/>
                    </a:lnTo>
                    <a:lnTo>
                      <a:pt x="3184" y="318"/>
                    </a:lnTo>
                    <a:lnTo>
                      <a:pt x="2943" y="258"/>
                    </a:lnTo>
                    <a:lnTo>
                      <a:pt x="2943" y="258"/>
                    </a:lnTo>
                    <a:lnTo>
                      <a:pt x="2613" y="206"/>
                    </a:lnTo>
                    <a:lnTo>
                      <a:pt x="2283" y="159"/>
                    </a:lnTo>
                    <a:lnTo>
                      <a:pt x="1952" y="120"/>
                    </a:lnTo>
                    <a:lnTo>
                      <a:pt x="1562" y="80"/>
                    </a:lnTo>
                    <a:lnTo>
                      <a:pt x="1201" y="47"/>
                    </a:lnTo>
                    <a:lnTo>
                      <a:pt x="781" y="27"/>
                    </a:lnTo>
                    <a:lnTo>
                      <a:pt x="391" y="7"/>
                    </a:lnTo>
                    <a:lnTo>
                      <a:pt x="0" y="1"/>
                    </a:lnTo>
                    <a:lnTo>
                      <a:pt x="0" y="2319"/>
                    </a:lnTo>
                    <a:lnTo>
                      <a:pt x="0" y="2319"/>
                    </a:lnTo>
                    <a:lnTo>
                      <a:pt x="0" y="2683"/>
                    </a:lnTo>
                    <a:lnTo>
                      <a:pt x="0" y="2683"/>
                    </a:lnTo>
                    <a:lnTo>
                      <a:pt x="391" y="268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84"/>
              <p:cNvSpPr/>
              <p:nvPr/>
            </p:nvSpPr>
            <p:spPr>
              <a:xfrm rot="10800000">
                <a:off x="4375434" y="2994584"/>
                <a:ext cx="239917" cy="60"/>
              </a:xfrm>
              <a:custGeom>
                <a:avLst/>
                <a:gdLst/>
                <a:ahLst/>
                <a:cxnLst/>
                <a:rect l="l" t="t" r="r" b="b"/>
                <a:pathLst>
                  <a:path w="17931" h="1" extrusionOk="0">
                    <a:moveTo>
                      <a:pt x="60" y="1"/>
                    </a:moveTo>
                    <a:lnTo>
                      <a:pt x="17931" y="1"/>
                    </a:lnTo>
                    <a:lnTo>
                      <a:pt x="17931" y="1"/>
                    </a:lnTo>
                    <a:lnTo>
                      <a:pt x="17931" y="1"/>
                    </a:lnTo>
                    <a:lnTo>
                      <a:pt x="0" y="1"/>
                    </a:lnTo>
                    <a:lnTo>
                      <a:pt x="0" y="1"/>
                    </a:lnTo>
                    <a:lnTo>
                      <a:pt x="60" y="1"/>
                    </a:lnTo>
                    <a:close/>
                  </a:path>
                </a:pathLst>
              </a:custGeom>
              <a:solidFill>
                <a:srgbClr val="00BF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84"/>
              <p:cNvSpPr/>
              <p:nvPr/>
            </p:nvSpPr>
            <p:spPr>
              <a:xfrm rot="10800000">
                <a:off x="4375434" y="2994584"/>
                <a:ext cx="239917" cy="60"/>
              </a:xfrm>
              <a:custGeom>
                <a:avLst/>
                <a:gdLst/>
                <a:ahLst/>
                <a:cxnLst/>
                <a:rect l="l" t="t" r="r" b="b"/>
                <a:pathLst>
                  <a:path w="17931" h="1" fill="none" extrusionOk="0">
                    <a:moveTo>
                      <a:pt x="60" y="1"/>
                    </a:moveTo>
                    <a:lnTo>
                      <a:pt x="17931" y="1"/>
                    </a:lnTo>
                    <a:lnTo>
                      <a:pt x="17931" y="1"/>
                    </a:lnTo>
                    <a:lnTo>
                      <a:pt x="17931" y="1"/>
                    </a:lnTo>
                    <a:lnTo>
                      <a:pt x="0" y="1"/>
                    </a:lnTo>
                    <a:lnTo>
                      <a:pt x="0" y="1"/>
                    </a:lnTo>
                    <a:lnTo>
                      <a:pt x="6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84"/>
              <p:cNvSpPr/>
              <p:nvPr/>
            </p:nvSpPr>
            <p:spPr>
              <a:xfrm rot="10800000">
                <a:off x="4375434" y="2948107"/>
                <a:ext cx="239114" cy="46537"/>
              </a:xfrm>
              <a:custGeom>
                <a:avLst/>
                <a:gdLst/>
                <a:ahLst/>
                <a:cxnLst/>
                <a:rect l="l" t="t" r="r" b="b"/>
                <a:pathLst>
                  <a:path w="17871" h="774" extrusionOk="0">
                    <a:moveTo>
                      <a:pt x="0" y="1"/>
                    </a:moveTo>
                    <a:lnTo>
                      <a:pt x="300" y="21"/>
                    </a:lnTo>
                    <a:lnTo>
                      <a:pt x="571" y="40"/>
                    </a:lnTo>
                    <a:lnTo>
                      <a:pt x="841" y="67"/>
                    </a:lnTo>
                    <a:lnTo>
                      <a:pt x="1111" y="93"/>
                    </a:lnTo>
                    <a:lnTo>
                      <a:pt x="1382" y="126"/>
                    </a:lnTo>
                    <a:lnTo>
                      <a:pt x="1622" y="159"/>
                    </a:lnTo>
                    <a:lnTo>
                      <a:pt x="1862" y="199"/>
                    </a:lnTo>
                    <a:lnTo>
                      <a:pt x="2073" y="239"/>
                    </a:lnTo>
                    <a:lnTo>
                      <a:pt x="2283" y="291"/>
                    </a:lnTo>
                    <a:lnTo>
                      <a:pt x="2433" y="344"/>
                    </a:lnTo>
                    <a:lnTo>
                      <a:pt x="2583" y="404"/>
                    </a:lnTo>
                    <a:lnTo>
                      <a:pt x="2703" y="470"/>
                    </a:lnTo>
                    <a:lnTo>
                      <a:pt x="2823" y="542"/>
                    </a:lnTo>
                    <a:lnTo>
                      <a:pt x="2883" y="615"/>
                    </a:lnTo>
                    <a:lnTo>
                      <a:pt x="2944" y="694"/>
                    </a:lnTo>
                    <a:lnTo>
                      <a:pt x="2974" y="774"/>
                    </a:lnTo>
                    <a:lnTo>
                      <a:pt x="14177" y="774"/>
                    </a:lnTo>
                    <a:lnTo>
                      <a:pt x="14717" y="767"/>
                    </a:lnTo>
                    <a:lnTo>
                      <a:pt x="15198" y="747"/>
                    </a:lnTo>
                    <a:lnTo>
                      <a:pt x="15618" y="727"/>
                    </a:lnTo>
                    <a:lnTo>
                      <a:pt x="16009" y="694"/>
                    </a:lnTo>
                    <a:lnTo>
                      <a:pt x="16339" y="661"/>
                    </a:lnTo>
                    <a:lnTo>
                      <a:pt x="16639" y="622"/>
                    </a:lnTo>
                    <a:lnTo>
                      <a:pt x="16880" y="575"/>
                    </a:lnTo>
                    <a:lnTo>
                      <a:pt x="17090" y="523"/>
                    </a:lnTo>
                    <a:lnTo>
                      <a:pt x="17270" y="470"/>
                    </a:lnTo>
                    <a:lnTo>
                      <a:pt x="17420" y="410"/>
                    </a:lnTo>
                    <a:lnTo>
                      <a:pt x="17540" y="357"/>
                    </a:lnTo>
                    <a:lnTo>
                      <a:pt x="17631" y="298"/>
                    </a:lnTo>
                    <a:lnTo>
                      <a:pt x="17721" y="239"/>
                    </a:lnTo>
                    <a:lnTo>
                      <a:pt x="17781" y="179"/>
                    </a:lnTo>
                    <a:lnTo>
                      <a:pt x="17841" y="60"/>
                    </a:lnTo>
                    <a:lnTo>
                      <a:pt x="17871" y="1"/>
                    </a:lnTo>
                    <a:close/>
                  </a:path>
                </a:pathLst>
              </a:custGeom>
              <a:solidFill>
                <a:srgbClr val="008F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84"/>
              <p:cNvSpPr/>
              <p:nvPr/>
            </p:nvSpPr>
            <p:spPr>
              <a:xfrm rot="10800000">
                <a:off x="4375434" y="2948107"/>
                <a:ext cx="239114" cy="46537"/>
              </a:xfrm>
              <a:custGeom>
                <a:avLst/>
                <a:gdLst/>
                <a:ahLst/>
                <a:cxnLst/>
                <a:rect l="l" t="t" r="r" b="b"/>
                <a:pathLst>
                  <a:path w="17871" h="774" fill="none" extrusionOk="0">
                    <a:moveTo>
                      <a:pt x="3274" y="774"/>
                    </a:moveTo>
                    <a:lnTo>
                      <a:pt x="13816" y="774"/>
                    </a:lnTo>
                    <a:lnTo>
                      <a:pt x="13816" y="774"/>
                    </a:lnTo>
                    <a:lnTo>
                      <a:pt x="13996" y="774"/>
                    </a:lnTo>
                    <a:lnTo>
                      <a:pt x="13996" y="774"/>
                    </a:lnTo>
                    <a:lnTo>
                      <a:pt x="14177" y="774"/>
                    </a:lnTo>
                    <a:lnTo>
                      <a:pt x="14177" y="774"/>
                    </a:lnTo>
                    <a:lnTo>
                      <a:pt x="14717" y="767"/>
                    </a:lnTo>
                    <a:lnTo>
                      <a:pt x="15198" y="747"/>
                    </a:lnTo>
                    <a:lnTo>
                      <a:pt x="15618" y="727"/>
                    </a:lnTo>
                    <a:lnTo>
                      <a:pt x="16009" y="694"/>
                    </a:lnTo>
                    <a:lnTo>
                      <a:pt x="16339" y="661"/>
                    </a:lnTo>
                    <a:lnTo>
                      <a:pt x="16639" y="622"/>
                    </a:lnTo>
                    <a:lnTo>
                      <a:pt x="16880" y="575"/>
                    </a:lnTo>
                    <a:lnTo>
                      <a:pt x="17090" y="523"/>
                    </a:lnTo>
                    <a:lnTo>
                      <a:pt x="17270" y="470"/>
                    </a:lnTo>
                    <a:lnTo>
                      <a:pt x="17420" y="410"/>
                    </a:lnTo>
                    <a:lnTo>
                      <a:pt x="17540" y="357"/>
                    </a:lnTo>
                    <a:lnTo>
                      <a:pt x="17631" y="298"/>
                    </a:lnTo>
                    <a:lnTo>
                      <a:pt x="17721" y="239"/>
                    </a:lnTo>
                    <a:lnTo>
                      <a:pt x="17781" y="179"/>
                    </a:lnTo>
                    <a:lnTo>
                      <a:pt x="17841" y="60"/>
                    </a:lnTo>
                    <a:lnTo>
                      <a:pt x="17841" y="60"/>
                    </a:lnTo>
                    <a:lnTo>
                      <a:pt x="17871" y="1"/>
                    </a:lnTo>
                    <a:lnTo>
                      <a:pt x="0" y="1"/>
                    </a:lnTo>
                    <a:lnTo>
                      <a:pt x="0" y="1"/>
                    </a:lnTo>
                    <a:lnTo>
                      <a:pt x="300" y="21"/>
                    </a:lnTo>
                    <a:lnTo>
                      <a:pt x="571" y="40"/>
                    </a:lnTo>
                    <a:lnTo>
                      <a:pt x="841" y="67"/>
                    </a:lnTo>
                    <a:lnTo>
                      <a:pt x="1111" y="93"/>
                    </a:lnTo>
                    <a:lnTo>
                      <a:pt x="1382" y="126"/>
                    </a:lnTo>
                    <a:lnTo>
                      <a:pt x="1622" y="159"/>
                    </a:lnTo>
                    <a:lnTo>
                      <a:pt x="1862" y="199"/>
                    </a:lnTo>
                    <a:lnTo>
                      <a:pt x="2073" y="239"/>
                    </a:lnTo>
                    <a:lnTo>
                      <a:pt x="2073" y="239"/>
                    </a:lnTo>
                    <a:lnTo>
                      <a:pt x="2283" y="291"/>
                    </a:lnTo>
                    <a:lnTo>
                      <a:pt x="2433" y="344"/>
                    </a:lnTo>
                    <a:lnTo>
                      <a:pt x="2583" y="404"/>
                    </a:lnTo>
                    <a:lnTo>
                      <a:pt x="2703" y="470"/>
                    </a:lnTo>
                    <a:lnTo>
                      <a:pt x="2823" y="542"/>
                    </a:lnTo>
                    <a:lnTo>
                      <a:pt x="2883" y="615"/>
                    </a:lnTo>
                    <a:lnTo>
                      <a:pt x="2944" y="694"/>
                    </a:lnTo>
                    <a:lnTo>
                      <a:pt x="2974" y="774"/>
                    </a:lnTo>
                    <a:lnTo>
                      <a:pt x="2974" y="774"/>
                    </a:lnTo>
                    <a:lnTo>
                      <a:pt x="3244" y="774"/>
                    </a:lnTo>
                    <a:lnTo>
                      <a:pt x="3244" y="774"/>
                    </a:lnTo>
                    <a:lnTo>
                      <a:pt x="3274" y="774"/>
                    </a:lnTo>
                    <a:lnTo>
                      <a:pt x="3274" y="77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84"/>
              <p:cNvSpPr/>
              <p:nvPr/>
            </p:nvSpPr>
            <p:spPr>
              <a:xfrm rot="10800000">
                <a:off x="4614534" y="2994584"/>
                <a:ext cx="8456" cy="60"/>
              </a:xfrm>
              <a:custGeom>
                <a:avLst/>
                <a:gdLst/>
                <a:ahLst/>
                <a:cxnLst/>
                <a:rect l="l" t="t" r="r" b="b"/>
                <a:pathLst>
                  <a:path w="632" h="1" extrusionOk="0">
                    <a:moveTo>
                      <a:pt x="0" y="1"/>
                    </a:moveTo>
                    <a:lnTo>
                      <a:pt x="631" y="1"/>
                    </a:lnTo>
                    <a:lnTo>
                      <a:pt x="631" y="1"/>
                    </a:lnTo>
                    <a:lnTo>
                      <a:pt x="571" y="1"/>
                    </a:lnTo>
                    <a:lnTo>
                      <a:pt x="0" y="1"/>
                    </a:lnTo>
                    <a:lnTo>
                      <a:pt x="0" y="1"/>
                    </a:lnTo>
                    <a:lnTo>
                      <a:pt x="0" y="1"/>
                    </a:lnTo>
                    <a:close/>
                  </a:path>
                </a:pathLst>
              </a:custGeom>
              <a:solidFill>
                <a:srgbClr val="0091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84"/>
              <p:cNvSpPr/>
              <p:nvPr/>
            </p:nvSpPr>
            <p:spPr>
              <a:xfrm rot="10800000">
                <a:off x="4614534" y="2994584"/>
                <a:ext cx="8456" cy="60"/>
              </a:xfrm>
              <a:custGeom>
                <a:avLst/>
                <a:gdLst/>
                <a:ahLst/>
                <a:cxnLst/>
                <a:rect l="l" t="t" r="r" b="b"/>
                <a:pathLst>
                  <a:path w="632" h="1" fill="none" extrusionOk="0">
                    <a:moveTo>
                      <a:pt x="0" y="1"/>
                    </a:moveTo>
                    <a:lnTo>
                      <a:pt x="631" y="1"/>
                    </a:lnTo>
                    <a:lnTo>
                      <a:pt x="631" y="1"/>
                    </a:lnTo>
                    <a:lnTo>
                      <a:pt x="571" y="1"/>
                    </a:lnTo>
                    <a:lnTo>
                      <a:pt x="0" y="1"/>
                    </a:lnTo>
                    <a:lnTo>
                      <a:pt x="0"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84"/>
              <p:cNvSpPr/>
              <p:nvPr/>
            </p:nvSpPr>
            <p:spPr>
              <a:xfrm rot="10800000">
                <a:off x="4574755" y="2948107"/>
                <a:ext cx="48235" cy="46537"/>
              </a:xfrm>
              <a:custGeom>
                <a:avLst/>
                <a:gdLst/>
                <a:ahLst/>
                <a:cxnLst/>
                <a:rect l="l" t="t" r="r" b="b"/>
                <a:pathLst>
                  <a:path w="3605" h="774" extrusionOk="0">
                    <a:moveTo>
                      <a:pt x="0" y="1"/>
                    </a:moveTo>
                    <a:lnTo>
                      <a:pt x="30" y="60"/>
                    </a:lnTo>
                    <a:lnTo>
                      <a:pt x="60" y="113"/>
                    </a:lnTo>
                    <a:lnTo>
                      <a:pt x="151" y="172"/>
                    </a:lnTo>
                    <a:lnTo>
                      <a:pt x="241" y="239"/>
                    </a:lnTo>
                    <a:lnTo>
                      <a:pt x="361" y="298"/>
                    </a:lnTo>
                    <a:lnTo>
                      <a:pt x="481" y="364"/>
                    </a:lnTo>
                    <a:lnTo>
                      <a:pt x="661" y="423"/>
                    </a:lnTo>
                    <a:lnTo>
                      <a:pt x="871" y="483"/>
                    </a:lnTo>
                    <a:lnTo>
                      <a:pt x="1112" y="536"/>
                    </a:lnTo>
                    <a:lnTo>
                      <a:pt x="1352" y="589"/>
                    </a:lnTo>
                    <a:lnTo>
                      <a:pt x="1652" y="635"/>
                    </a:lnTo>
                    <a:lnTo>
                      <a:pt x="1983" y="681"/>
                    </a:lnTo>
                    <a:lnTo>
                      <a:pt x="2343" y="714"/>
                    </a:lnTo>
                    <a:lnTo>
                      <a:pt x="2734" y="741"/>
                    </a:lnTo>
                    <a:lnTo>
                      <a:pt x="3154" y="760"/>
                    </a:lnTo>
                    <a:lnTo>
                      <a:pt x="3605" y="774"/>
                    </a:lnTo>
                    <a:lnTo>
                      <a:pt x="3575" y="694"/>
                    </a:lnTo>
                    <a:lnTo>
                      <a:pt x="3514" y="615"/>
                    </a:lnTo>
                    <a:lnTo>
                      <a:pt x="3454" y="542"/>
                    </a:lnTo>
                    <a:lnTo>
                      <a:pt x="3334" y="470"/>
                    </a:lnTo>
                    <a:lnTo>
                      <a:pt x="3214" y="404"/>
                    </a:lnTo>
                    <a:lnTo>
                      <a:pt x="3064" y="344"/>
                    </a:lnTo>
                    <a:lnTo>
                      <a:pt x="2914" y="291"/>
                    </a:lnTo>
                    <a:lnTo>
                      <a:pt x="2704" y="239"/>
                    </a:lnTo>
                    <a:lnTo>
                      <a:pt x="2493" y="199"/>
                    </a:lnTo>
                    <a:lnTo>
                      <a:pt x="2253" y="159"/>
                    </a:lnTo>
                    <a:lnTo>
                      <a:pt x="2013" y="126"/>
                    </a:lnTo>
                    <a:lnTo>
                      <a:pt x="1742" y="93"/>
                    </a:lnTo>
                    <a:lnTo>
                      <a:pt x="1472" y="67"/>
                    </a:lnTo>
                    <a:lnTo>
                      <a:pt x="1202" y="40"/>
                    </a:lnTo>
                    <a:lnTo>
                      <a:pt x="931" y="21"/>
                    </a:lnTo>
                    <a:lnTo>
                      <a:pt x="631" y="1"/>
                    </a:lnTo>
                    <a:close/>
                  </a:path>
                </a:pathLst>
              </a:custGeom>
              <a:solidFill>
                <a:srgbClr val="006D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84"/>
              <p:cNvSpPr/>
              <p:nvPr/>
            </p:nvSpPr>
            <p:spPr>
              <a:xfrm rot="10800000">
                <a:off x="4574755" y="2948107"/>
                <a:ext cx="48235" cy="46537"/>
              </a:xfrm>
              <a:custGeom>
                <a:avLst/>
                <a:gdLst/>
                <a:ahLst/>
                <a:cxnLst/>
                <a:rect l="l" t="t" r="r" b="b"/>
                <a:pathLst>
                  <a:path w="3605" h="774" fill="none" extrusionOk="0">
                    <a:moveTo>
                      <a:pt x="3605" y="774"/>
                    </a:moveTo>
                    <a:lnTo>
                      <a:pt x="3605" y="774"/>
                    </a:lnTo>
                    <a:lnTo>
                      <a:pt x="3575" y="694"/>
                    </a:lnTo>
                    <a:lnTo>
                      <a:pt x="3514" y="615"/>
                    </a:lnTo>
                    <a:lnTo>
                      <a:pt x="3454" y="542"/>
                    </a:lnTo>
                    <a:lnTo>
                      <a:pt x="3334" y="470"/>
                    </a:lnTo>
                    <a:lnTo>
                      <a:pt x="3214" y="404"/>
                    </a:lnTo>
                    <a:lnTo>
                      <a:pt x="3064" y="344"/>
                    </a:lnTo>
                    <a:lnTo>
                      <a:pt x="2914" y="291"/>
                    </a:lnTo>
                    <a:lnTo>
                      <a:pt x="2704" y="239"/>
                    </a:lnTo>
                    <a:lnTo>
                      <a:pt x="2704" y="239"/>
                    </a:lnTo>
                    <a:lnTo>
                      <a:pt x="2493" y="199"/>
                    </a:lnTo>
                    <a:lnTo>
                      <a:pt x="2253" y="159"/>
                    </a:lnTo>
                    <a:lnTo>
                      <a:pt x="2013" y="126"/>
                    </a:lnTo>
                    <a:lnTo>
                      <a:pt x="1742" y="93"/>
                    </a:lnTo>
                    <a:lnTo>
                      <a:pt x="1472" y="67"/>
                    </a:lnTo>
                    <a:lnTo>
                      <a:pt x="1202" y="40"/>
                    </a:lnTo>
                    <a:lnTo>
                      <a:pt x="931" y="21"/>
                    </a:lnTo>
                    <a:lnTo>
                      <a:pt x="631" y="1"/>
                    </a:lnTo>
                    <a:lnTo>
                      <a:pt x="0" y="1"/>
                    </a:lnTo>
                    <a:lnTo>
                      <a:pt x="0" y="1"/>
                    </a:lnTo>
                    <a:lnTo>
                      <a:pt x="30" y="60"/>
                    </a:lnTo>
                    <a:lnTo>
                      <a:pt x="60" y="113"/>
                    </a:lnTo>
                    <a:lnTo>
                      <a:pt x="151" y="172"/>
                    </a:lnTo>
                    <a:lnTo>
                      <a:pt x="241" y="239"/>
                    </a:lnTo>
                    <a:lnTo>
                      <a:pt x="361" y="298"/>
                    </a:lnTo>
                    <a:lnTo>
                      <a:pt x="481" y="364"/>
                    </a:lnTo>
                    <a:lnTo>
                      <a:pt x="661" y="423"/>
                    </a:lnTo>
                    <a:lnTo>
                      <a:pt x="871" y="483"/>
                    </a:lnTo>
                    <a:lnTo>
                      <a:pt x="1112" y="536"/>
                    </a:lnTo>
                    <a:lnTo>
                      <a:pt x="1352" y="589"/>
                    </a:lnTo>
                    <a:lnTo>
                      <a:pt x="1652" y="635"/>
                    </a:lnTo>
                    <a:lnTo>
                      <a:pt x="1983" y="681"/>
                    </a:lnTo>
                    <a:lnTo>
                      <a:pt x="2343" y="714"/>
                    </a:lnTo>
                    <a:lnTo>
                      <a:pt x="2734" y="741"/>
                    </a:lnTo>
                    <a:lnTo>
                      <a:pt x="3154" y="760"/>
                    </a:lnTo>
                    <a:lnTo>
                      <a:pt x="3605" y="77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84"/>
              <p:cNvSpPr/>
              <p:nvPr/>
            </p:nvSpPr>
            <p:spPr>
              <a:xfrm rot="10800000">
                <a:off x="4392711" y="3150247"/>
                <a:ext cx="80387" cy="93013"/>
              </a:xfrm>
              <a:custGeom>
                <a:avLst/>
                <a:gdLst/>
                <a:ahLst/>
                <a:cxnLst/>
                <a:rect l="l" t="t" r="r" b="b"/>
                <a:pathLst>
                  <a:path w="6008" h="1547" extrusionOk="0">
                    <a:moveTo>
                      <a:pt x="0" y="1"/>
                    </a:moveTo>
                    <a:lnTo>
                      <a:pt x="0" y="793"/>
                    </a:lnTo>
                    <a:lnTo>
                      <a:pt x="90" y="793"/>
                    </a:lnTo>
                    <a:lnTo>
                      <a:pt x="631" y="807"/>
                    </a:lnTo>
                    <a:lnTo>
                      <a:pt x="931" y="813"/>
                    </a:lnTo>
                    <a:lnTo>
                      <a:pt x="1232" y="826"/>
                    </a:lnTo>
                    <a:lnTo>
                      <a:pt x="1532" y="846"/>
                    </a:lnTo>
                    <a:lnTo>
                      <a:pt x="1832" y="873"/>
                    </a:lnTo>
                    <a:lnTo>
                      <a:pt x="2133" y="906"/>
                    </a:lnTo>
                    <a:lnTo>
                      <a:pt x="2403" y="939"/>
                    </a:lnTo>
                    <a:lnTo>
                      <a:pt x="2673" y="985"/>
                    </a:lnTo>
                    <a:lnTo>
                      <a:pt x="2914" y="1038"/>
                    </a:lnTo>
                    <a:lnTo>
                      <a:pt x="3154" y="1097"/>
                    </a:lnTo>
                    <a:lnTo>
                      <a:pt x="3334" y="1170"/>
                    </a:lnTo>
                    <a:lnTo>
                      <a:pt x="3514" y="1249"/>
                    </a:lnTo>
                    <a:lnTo>
                      <a:pt x="3635" y="1335"/>
                    </a:lnTo>
                    <a:lnTo>
                      <a:pt x="3725" y="1434"/>
                    </a:lnTo>
                    <a:lnTo>
                      <a:pt x="3785" y="1546"/>
                    </a:lnTo>
                    <a:lnTo>
                      <a:pt x="4085" y="1520"/>
                    </a:lnTo>
                    <a:lnTo>
                      <a:pt x="4385" y="1494"/>
                    </a:lnTo>
                    <a:lnTo>
                      <a:pt x="4626" y="1461"/>
                    </a:lnTo>
                    <a:lnTo>
                      <a:pt x="4836" y="1428"/>
                    </a:lnTo>
                    <a:lnTo>
                      <a:pt x="5046" y="1388"/>
                    </a:lnTo>
                    <a:lnTo>
                      <a:pt x="5226" y="1348"/>
                    </a:lnTo>
                    <a:lnTo>
                      <a:pt x="5377" y="1302"/>
                    </a:lnTo>
                    <a:lnTo>
                      <a:pt x="5497" y="1262"/>
                    </a:lnTo>
                    <a:lnTo>
                      <a:pt x="5617" y="1216"/>
                    </a:lnTo>
                    <a:lnTo>
                      <a:pt x="5707" y="1163"/>
                    </a:lnTo>
                    <a:lnTo>
                      <a:pt x="5827" y="1071"/>
                    </a:lnTo>
                    <a:lnTo>
                      <a:pt x="5917" y="972"/>
                    </a:lnTo>
                    <a:lnTo>
                      <a:pt x="5977" y="879"/>
                    </a:lnTo>
                    <a:lnTo>
                      <a:pt x="6007" y="820"/>
                    </a:lnTo>
                    <a:lnTo>
                      <a:pt x="3785" y="820"/>
                    </a:lnTo>
                    <a:lnTo>
                      <a:pt x="3214" y="813"/>
                    </a:lnTo>
                    <a:lnTo>
                      <a:pt x="2673" y="793"/>
                    </a:lnTo>
                    <a:lnTo>
                      <a:pt x="2223" y="767"/>
                    </a:lnTo>
                    <a:lnTo>
                      <a:pt x="1832" y="727"/>
                    </a:lnTo>
                    <a:lnTo>
                      <a:pt x="1472" y="681"/>
                    </a:lnTo>
                    <a:lnTo>
                      <a:pt x="1172" y="628"/>
                    </a:lnTo>
                    <a:lnTo>
                      <a:pt x="901" y="569"/>
                    </a:lnTo>
                    <a:lnTo>
                      <a:pt x="661" y="503"/>
                    </a:lnTo>
                    <a:lnTo>
                      <a:pt x="481" y="430"/>
                    </a:lnTo>
                    <a:lnTo>
                      <a:pt x="331" y="357"/>
                    </a:lnTo>
                    <a:lnTo>
                      <a:pt x="211" y="285"/>
                    </a:lnTo>
                    <a:lnTo>
                      <a:pt x="120" y="212"/>
                    </a:lnTo>
                    <a:lnTo>
                      <a:pt x="60" y="140"/>
                    </a:lnTo>
                    <a:lnTo>
                      <a:pt x="30" y="73"/>
                    </a:lnTo>
                    <a:lnTo>
                      <a:pt x="0" y="1"/>
                    </a:lnTo>
                    <a:close/>
                  </a:path>
                </a:pathLst>
              </a:custGeom>
              <a:solidFill>
                <a:srgbClr val="0089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84"/>
              <p:cNvSpPr/>
              <p:nvPr/>
            </p:nvSpPr>
            <p:spPr>
              <a:xfrm rot="10800000">
                <a:off x="4392711" y="3150247"/>
                <a:ext cx="80387" cy="96561"/>
              </a:xfrm>
              <a:custGeom>
                <a:avLst/>
                <a:gdLst/>
                <a:ahLst/>
                <a:cxnLst/>
                <a:rect l="l" t="t" r="r" b="b"/>
                <a:pathLst>
                  <a:path w="6008" h="1606" fill="none" extrusionOk="0">
                    <a:moveTo>
                      <a:pt x="3785" y="1605"/>
                    </a:moveTo>
                    <a:lnTo>
                      <a:pt x="3785" y="1605"/>
                    </a:lnTo>
                    <a:lnTo>
                      <a:pt x="4085" y="1579"/>
                    </a:lnTo>
                    <a:lnTo>
                      <a:pt x="4385" y="1553"/>
                    </a:lnTo>
                    <a:lnTo>
                      <a:pt x="4626" y="1520"/>
                    </a:lnTo>
                    <a:lnTo>
                      <a:pt x="4836" y="1487"/>
                    </a:lnTo>
                    <a:lnTo>
                      <a:pt x="5046" y="1447"/>
                    </a:lnTo>
                    <a:lnTo>
                      <a:pt x="5226" y="1407"/>
                    </a:lnTo>
                    <a:lnTo>
                      <a:pt x="5377" y="1361"/>
                    </a:lnTo>
                    <a:lnTo>
                      <a:pt x="5497" y="1321"/>
                    </a:lnTo>
                    <a:lnTo>
                      <a:pt x="5617" y="1275"/>
                    </a:lnTo>
                    <a:lnTo>
                      <a:pt x="5707" y="1222"/>
                    </a:lnTo>
                    <a:lnTo>
                      <a:pt x="5827" y="1130"/>
                    </a:lnTo>
                    <a:lnTo>
                      <a:pt x="5917" y="1031"/>
                    </a:lnTo>
                    <a:lnTo>
                      <a:pt x="5977" y="938"/>
                    </a:lnTo>
                    <a:lnTo>
                      <a:pt x="5977" y="938"/>
                    </a:lnTo>
                    <a:lnTo>
                      <a:pt x="6007" y="879"/>
                    </a:lnTo>
                    <a:lnTo>
                      <a:pt x="6007" y="879"/>
                    </a:lnTo>
                    <a:lnTo>
                      <a:pt x="5737" y="879"/>
                    </a:lnTo>
                    <a:lnTo>
                      <a:pt x="5737" y="879"/>
                    </a:lnTo>
                    <a:lnTo>
                      <a:pt x="3905" y="879"/>
                    </a:lnTo>
                    <a:lnTo>
                      <a:pt x="3905" y="879"/>
                    </a:lnTo>
                    <a:lnTo>
                      <a:pt x="3785" y="879"/>
                    </a:lnTo>
                    <a:lnTo>
                      <a:pt x="3785" y="879"/>
                    </a:lnTo>
                    <a:lnTo>
                      <a:pt x="3214" y="872"/>
                    </a:lnTo>
                    <a:lnTo>
                      <a:pt x="2673" y="852"/>
                    </a:lnTo>
                    <a:lnTo>
                      <a:pt x="2223" y="826"/>
                    </a:lnTo>
                    <a:lnTo>
                      <a:pt x="1832" y="786"/>
                    </a:lnTo>
                    <a:lnTo>
                      <a:pt x="1472" y="740"/>
                    </a:lnTo>
                    <a:lnTo>
                      <a:pt x="1172" y="687"/>
                    </a:lnTo>
                    <a:lnTo>
                      <a:pt x="901" y="628"/>
                    </a:lnTo>
                    <a:lnTo>
                      <a:pt x="661" y="562"/>
                    </a:lnTo>
                    <a:lnTo>
                      <a:pt x="481" y="489"/>
                    </a:lnTo>
                    <a:lnTo>
                      <a:pt x="331" y="416"/>
                    </a:lnTo>
                    <a:lnTo>
                      <a:pt x="211" y="344"/>
                    </a:lnTo>
                    <a:lnTo>
                      <a:pt x="120" y="271"/>
                    </a:lnTo>
                    <a:lnTo>
                      <a:pt x="60" y="199"/>
                    </a:lnTo>
                    <a:lnTo>
                      <a:pt x="30" y="132"/>
                    </a:lnTo>
                    <a:lnTo>
                      <a:pt x="0" y="60"/>
                    </a:lnTo>
                    <a:lnTo>
                      <a:pt x="0" y="0"/>
                    </a:lnTo>
                    <a:lnTo>
                      <a:pt x="0" y="0"/>
                    </a:lnTo>
                    <a:lnTo>
                      <a:pt x="0" y="0"/>
                    </a:lnTo>
                    <a:lnTo>
                      <a:pt x="0" y="852"/>
                    </a:lnTo>
                    <a:lnTo>
                      <a:pt x="0" y="852"/>
                    </a:lnTo>
                    <a:lnTo>
                      <a:pt x="90" y="852"/>
                    </a:lnTo>
                    <a:lnTo>
                      <a:pt x="90" y="852"/>
                    </a:lnTo>
                    <a:lnTo>
                      <a:pt x="631" y="866"/>
                    </a:lnTo>
                    <a:lnTo>
                      <a:pt x="931" y="872"/>
                    </a:lnTo>
                    <a:lnTo>
                      <a:pt x="1232" y="885"/>
                    </a:lnTo>
                    <a:lnTo>
                      <a:pt x="1532" y="905"/>
                    </a:lnTo>
                    <a:lnTo>
                      <a:pt x="1832" y="932"/>
                    </a:lnTo>
                    <a:lnTo>
                      <a:pt x="2133" y="965"/>
                    </a:lnTo>
                    <a:lnTo>
                      <a:pt x="2403" y="998"/>
                    </a:lnTo>
                    <a:lnTo>
                      <a:pt x="2673" y="1044"/>
                    </a:lnTo>
                    <a:lnTo>
                      <a:pt x="2914" y="1097"/>
                    </a:lnTo>
                    <a:lnTo>
                      <a:pt x="3154" y="1156"/>
                    </a:lnTo>
                    <a:lnTo>
                      <a:pt x="3334" y="1229"/>
                    </a:lnTo>
                    <a:lnTo>
                      <a:pt x="3514" y="1308"/>
                    </a:lnTo>
                    <a:lnTo>
                      <a:pt x="3635" y="1394"/>
                    </a:lnTo>
                    <a:lnTo>
                      <a:pt x="3725" y="1493"/>
                    </a:lnTo>
                    <a:lnTo>
                      <a:pt x="3785" y="160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84"/>
              <p:cNvSpPr/>
              <p:nvPr/>
            </p:nvSpPr>
            <p:spPr>
              <a:xfrm rot="10800000">
                <a:off x="4392711" y="3193958"/>
                <a:ext cx="80387" cy="52850"/>
              </a:xfrm>
              <a:custGeom>
                <a:avLst/>
                <a:gdLst/>
                <a:ahLst/>
                <a:cxnLst/>
                <a:rect l="l" t="t" r="r" b="b"/>
                <a:pathLst>
                  <a:path w="6008" h="879" extrusionOk="0">
                    <a:moveTo>
                      <a:pt x="0" y="0"/>
                    </a:moveTo>
                    <a:lnTo>
                      <a:pt x="0" y="60"/>
                    </a:lnTo>
                    <a:lnTo>
                      <a:pt x="30" y="132"/>
                    </a:lnTo>
                    <a:lnTo>
                      <a:pt x="60" y="199"/>
                    </a:lnTo>
                    <a:lnTo>
                      <a:pt x="120" y="271"/>
                    </a:lnTo>
                    <a:lnTo>
                      <a:pt x="211" y="344"/>
                    </a:lnTo>
                    <a:lnTo>
                      <a:pt x="331" y="416"/>
                    </a:lnTo>
                    <a:lnTo>
                      <a:pt x="481" y="489"/>
                    </a:lnTo>
                    <a:lnTo>
                      <a:pt x="661" y="562"/>
                    </a:lnTo>
                    <a:lnTo>
                      <a:pt x="901" y="628"/>
                    </a:lnTo>
                    <a:lnTo>
                      <a:pt x="1172" y="687"/>
                    </a:lnTo>
                    <a:lnTo>
                      <a:pt x="1472" y="740"/>
                    </a:lnTo>
                    <a:lnTo>
                      <a:pt x="1832" y="786"/>
                    </a:lnTo>
                    <a:lnTo>
                      <a:pt x="2223" y="826"/>
                    </a:lnTo>
                    <a:lnTo>
                      <a:pt x="2673" y="852"/>
                    </a:lnTo>
                    <a:lnTo>
                      <a:pt x="3214" y="872"/>
                    </a:lnTo>
                    <a:lnTo>
                      <a:pt x="3785" y="879"/>
                    </a:lnTo>
                    <a:lnTo>
                      <a:pt x="6007" y="879"/>
                    </a:lnTo>
                    <a:lnTo>
                      <a:pt x="6007" y="819"/>
                    </a:lnTo>
                    <a:lnTo>
                      <a:pt x="6007" y="747"/>
                    </a:lnTo>
                    <a:lnTo>
                      <a:pt x="5977" y="681"/>
                    </a:lnTo>
                    <a:lnTo>
                      <a:pt x="5917" y="608"/>
                    </a:lnTo>
                    <a:lnTo>
                      <a:pt x="5827" y="535"/>
                    </a:lnTo>
                    <a:lnTo>
                      <a:pt x="5707" y="463"/>
                    </a:lnTo>
                    <a:lnTo>
                      <a:pt x="5557" y="390"/>
                    </a:lnTo>
                    <a:lnTo>
                      <a:pt x="5377" y="317"/>
                    </a:lnTo>
                    <a:lnTo>
                      <a:pt x="5166" y="258"/>
                    </a:lnTo>
                    <a:lnTo>
                      <a:pt x="4896" y="192"/>
                    </a:lnTo>
                    <a:lnTo>
                      <a:pt x="4566" y="139"/>
                    </a:lnTo>
                    <a:lnTo>
                      <a:pt x="4235" y="93"/>
                    </a:lnTo>
                    <a:lnTo>
                      <a:pt x="3815" y="53"/>
                    </a:lnTo>
                    <a:lnTo>
                      <a:pt x="3364" y="27"/>
                    </a:lnTo>
                    <a:lnTo>
                      <a:pt x="2824" y="7"/>
                    </a:lnTo>
                    <a:lnTo>
                      <a:pt x="2253" y="0"/>
                    </a:lnTo>
                    <a:close/>
                  </a:path>
                </a:pathLst>
              </a:custGeom>
              <a:solidFill>
                <a:srgbClr val="004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84"/>
              <p:cNvSpPr/>
              <p:nvPr/>
            </p:nvSpPr>
            <p:spPr>
              <a:xfrm rot="10800000">
                <a:off x="4392711" y="3193958"/>
                <a:ext cx="80387" cy="52850"/>
              </a:xfrm>
              <a:custGeom>
                <a:avLst/>
                <a:gdLst/>
                <a:ahLst/>
                <a:cxnLst/>
                <a:rect l="l" t="t" r="r" b="b"/>
                <a:pathLst>
                  <a:path w="6008" h="879" fill="none" extrusionOk="0">
                    <a:moveTo>
                      <a:pt x="3785" y="879"/>
                    </a:moveTo>
                    <a:lnTo>
                      <a:pt x="3785" y="879"/>
                    </a:lnTo>
                    <a:lnTo>
                      <a:pt x="3905" y="879"/>
                    </a:lnTo>
                    <a:lnTo>
                      <a:pt x="3905" y="879"/>
                    </a:lnTo>
                    <a:lnTo>
                      <a:pt x="5737" y="879"/>
                    </a:lnTo>
                    <a:lnTo>
                      <a:pt x="5737" y="879"/>
                    </a:lnTo>
                    <a:lnTo>
                      <a:pt x="6007" y="879"/>
                    </a:lnTo>
                    <a:lnTo>
                      <a:pt x="6007" y="879"/>
                    </a:lnTo>
                    <a:lnTo>
                      <a:pt x="6007" y="819"/>
                    </a:lnTo>
                    <a:lnTo>
                      <a:pt x="6007" y="747"/>
                    </a:lnTo>
                    <a:lnTo>
                      <a:pt x="5977" y="681"/>
                    </a:lnTo>
                    <a:lnTo>
                      <a:pt x="5917" y="608"/>
                    </a:lnTo>
                    <a:lnTo>
                      <a:pt x="5827" y="535"/>
                    </a:lnTo>
                    <a:lnTo>
                      <a:pt x="5707" y="463"/>
                    </a:lnTo>
                    <a:lnTo>
                      <a:pt x="5557" y="390"/>
                    </a:lnTo>
                    <a:lnTo>
                      <a:pt x="5377" y="317"/>
                    </a:lnTo>
                    <a:lnTo>
                      <a:pt x="5166" y="258"/>
                    </a:lnTo>
                    <a:lnTo>
                      <a:pt x="4896" y="192"/>
                    </a:lnTo>
                    <a:lnTo>
                      <a:pt x="4566" y="139"/>
                    </a:lnTo>
                    <a:lnTo>
                      <a:pt x="4235" y="93"/>
                    </a:lnTo>
                    <a:lnTo>
                      <a:pt x="3815" y="53"/>
                    </a:lnTo>
                    <a:lnTo>
                      <a:pt x="3364" y="27"/>
                    </a:lnTo>
                    <a:lnTo>
                      <a:pt x="2824" y="7"/>
                    </a:lnTo>
                    <a:lnTo>
                      <a:pt x="2253" y="0"/>
                    </a:lnTo>
                    <a:lnTo>
                      <a:pt x="2253" y="0"/>
                    </a:lnTo>
                    <a:lnTo>
                      <a:pt x="2103" y="0"/>
                    </a:lnTo>
                    <a:lnTo>
                      <a:pt x="2103" y="0"/>
                    </a:lnTo>
                    <a:lnTo>
                      <a:pt x="1682" y="0"/>
                    </a:lnTo>
                    <a:lnTo>
                      <a:pt x="1682" y="0"/>
                    </a:lnTo>
                    <a:lnTo>
                      <a:pt x="0" y="0"/>
                    </a:lnTo>
                    <a:lnTo>
                      <a:pt x="0" y="0"/>
                    </a:lnTo>
                    <a:lnTo>
                      <a:pt x="0" y="60"/>
                    </a:lnTo>
                    <a:lnTo>
                      <a:pt x="30" y="132"/>
                    </a:lnTo>
                    <a:lnTo>
                      <a:pt x="60" y="199"/>
                    </a:lnTo>
                    <a:lnTo>
                      <a:pt x="120" y="271"/>
                    </a:lnTo>
                    <a:lnTo>
                      <a:pt x="211" y="344"/>
                    </a:lnTo>
                    <a:lnTo>
                      <a:pt x="331" y="416"/>
                    </a:lnTo>
                    <a:lnTo>
                      <a:pt x="481" y="489"/>
                    </a:lnTo>
                    <a:lnTo>
                      <a:pt x="661" y="562"/>
                    </a:lnTo>
                    <a:lnTo>
                      <a:pt x="901" y="628"/>
                    </a:lnTo>
                    <a:lnTo>
                      <a:pt x="1172" y="687"/>
                    </a:lnTo>
                    <a:lnTo>
                      <a:pt x="1472" y="740"/>
                    </a:lnTo>
                    <a:lnTo>
                      <a:pt x="1832" y="786"/>
                    </a:lnTo>
                    <a:lnTo>
                      <a:pt x="2223" y="826"/>
                    </a:lnTo>
                    <a:lnTo>
                      <a:pt x="2673" y="852"/>
                    </a:lnTo>
                    <a:lnTo>
                      <a:pt x="3214" y="872"/>
                    </a:lnTo>
                    <a:lnTo>
                      <a:pt x="3785" y="87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84"/>
              <p:cNvSpPr/>
              <p:nvPr/>
            </p:nvSpPr>
            <p:spPr>
              <a:xfrm rot="10800000">
                <a:off x="4422455" y="3147481"/>
                <a:ext cx="50643" cy="48100"/>
              </a:xfrm>
              <a:custGeom>
                <a:avLst/>
                <a:gdLst/>
                <a:ahLst/>
                <a:cxnLst/>
                <a:rect l="l" t="t" r="r" b="b"/>
                <a:pathLst>
                  <a:path w="3785" h="800" extrusionOk="0">
                    <a:moveTo>
                      <a:pt x="0" y="0"/>
                    </a:moveTo>
                    <a:lnTo>
                      <a:pt x="0" y="800"/>
                    </a:lnTo>
                    <a:lnTo>
                      <a:pt x="2313" y="800"/>
                    </a:lnTo>
                    <a:lnTo>
                      <a:pt x="2734" y="793"/>
                    </a:lnTo>
                    <a:lnTo>
                      <a:pt x="3124" y="786"/>
                    </a:lnTo>
                    <a:lnTo>
                      <a:pt x="3454" y="767"/>
                    </a:lnTo>
                    <a:lnTo>
                      <a:pt x="3785" y="753"/>
                    </a:lnTo>
                    <a:lnTo>
                      <a:pt x="3725" y="641"/>
                    </a:lnTo>
                    <a:lnTo>
                      <a:pt x="3635" y="542"/>
                    </a:lnTo>
                    <a:lnTo>
                      <a:pt x="3514" y="456"/>
                    </a:lnTo>
                    <a:lnTo>
                      <a:pt x="3334" y="377"/>
                    </a:lnTo>
                    <a:lnTo>
                      <a:pt x="3154" y="304"/>
                    </a:lnTo>
                    <a:lnTo>
                      <a:pt x="2914" y="245"/>
                    </a:lnTo>
                    <a:lnTo>
                      <a:pt x="2673" y="192"/>
                    </a:lnTo>
                    <a:lnTo>
                      <a:pt x="2403" y="146"/>
                    </a:lnTo>
                    <a:lnTo>
                      <a:pt x="2133" y="113"/>
                    </a:lnTo>
                    <a:lnTo>
                      <a:pt x="1832" y="80"/>
                    </a:lnTo>
                    <a:lnTo>
                      <a:pt x="1532" y="53"/>
                    </a:lnTo>
                    <a:lnTo>
                      <a:pt x="1232" y="33"/>
                    </a:lnTo>
                    <a:lnTo>
                      <a:pt x="931" y="20"/>
                    </a:lnTo>
                    <a:lnTo>
                      <a:pt x="631" y="14"/>
                    </a:lnTo>
                    <a:lnTo>
                      <a:pt x="90" y="0"/>
                    </a:lnTo>
                    <a:close/>
                  </a:path>
                </a:pathLst>
              </a:custGeom>
              <a:solidFill>
                <a:srgbClr val="004A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84"/>
              <p:cNvSpPr/>
              <p:nvPr/>
            </p:nvSpPr>
            <p:spPr>
              <a:xfrm rot="10800000">
                <a:off x="4422455" y="3147481"/>
                <a:ext cx="50643" cy="48100"/>
              </a:xfrm>
              <a:custGeom>
                <a:avLst/>
                <a:gdLst/>
                <a:ahLst/>
                <a:cxnLst/>
                <a:rect l="l" t="t" r="r" b="b"/>
                <a:pathLst>
                  <a:path w="3785" h="800" fill="none" extrusionOk="0">
                    <a:moveTo>
                      <a:pt x="2133" y="800"/>
                    </a:moveTo>
                    <a:lnTo>
                      <a:pt x="2133" y="800"/>
                    </a:lnTo>
                    <a:lnTo>
                      <a:pt x="2313" y="800"/>
                    </a:lnTo>
                    <a:lnTo>
                      <a:pt x="2313" y="800"/>
                    </a:lnTo>
                    <a:lnTo>
                      <a:pt x="2734" y="793"/>
                    </a:lnTo>
                    <a:lnTo>
                      <a:pt x="3124" y="786"/>
                    </a:lnTo>
                    <a:lnTo>
                      <a:pt x="3454" y="767"/>
                    </a:lnTo>
                    <a:lnTo>
                      <a:pt x="3785" y="753"/>
                    </a:lnTo>
                    <a:lnTo>
                      <a:pt x="3785" y="753"/>
                    </a:lnTo>
                    <a:lnTo>
                      <a:pt x="3725" y="641"/>
                    </a:lnTo>
                    <a:lnTo>
                      <a:pt x="3635" y="542"/>
                    </a:lnTo>
                    <a:lnTo>
                      <a:pt x="3514" y="456"/>
                    </a:lnTo>
                    <a:lnTo>
                      <a:pt x="3334" y="377"/>
                    </a:lnTo>
                    <a:lnTo>
                      <a:pt x="3154" y="304"/>
                    </a:lnTo>
                    <a:lnTo>
                      <a:pt x="2914" y="245"/>
                    </a:lnTo>
                    <a:lnTo>
                      <a:pt x="2673" y="192"/>
                    </a:lnTo>
                    <a:lnTo>
                      <a:pt x="2403" y="146"/>
                    </a:lnTo>
                    <a:lnTo>
                      <a:pt x="2133" y="113"/>
                    </a:lnTo>
                    <a:lnTo>
                      <a:pt x="1832" y="80"/>
                    </a:lnTo>
                    <a:lnTo>
                      <a:pt x="1532" y="53"/>
                    </a:lnTo>
                    <a:lnTo>
                      <a:pt x="1232" y="33"/>
                    </a:lnTo>
                    <a:lnTo>
                      <a:pt x="931" y="20"/>
                    </a:lnTo>
                    <a:lnTo>
                      <a:pt x="631" y="14"/>
                    </a:lnTo>
                    <a:lnTo>
                      <a:pt x="90" y="0"/>
                    </a:lnTo>
                    <a:lnTo>
                      <a:pt x="90" y="0"/>
                    </a:lnTo>
                    <a:lnTo>
                      <a:pt x="0" y="0"/>
                    </a:lnTo>
                    <a:lnTo>
                      <a:pt x="0" y="800"/>
                    </a:lnTo>
                    <a:lnTo>
                      <a:pt x="1953" y="800"/>
                    </a:lnTo>
                    <a:lnTo>
                      <a:pt x="1953" y="800"/>
                    </a:lnTo>
                    <a:lnTo>
                      <a:pt x="2133" y="80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84"/>
              <p:cNvSpPr/>
              <p:nvPr/>
            </p:nvSpPr>
            <p:spPr>
              <a:xfrm rot="10800000">
                <a:off x="4572750" y="3147481"/>
                <a:ext cx="13" cy="4389"/>
              </a:xfrm>
              <a:custGeom>
                <a:avLst/>
                <a:gdLst/>
                <a:ahLst/>
                <a:cxnLst/>
                <a:rect l="l" t="t" r="r" b="b"/>
                <a:pathLst>
                  <a:path w="1" h="73" extrusionOk="0">
                    <a:moveTo>
                      <a:pt x="1" y="73"/>
                    </a:moveTo>
                    <a:lnTo>
                      <a:pt x="1" y="0"/>
                    </a:lnTo>
                    <a:lnTo>
                      <a:pt x="1" y="0"/>
                    </a:lnTo>
                    <a:lnTo>
                      <a:pt x="1" y="73"/>
                    </a:lnTo>
                    <a:lnTo>
                      <a:pt x="1" y="73"/>
                    </a:lnTo>
                    <a:lnTo>
                      <a:pt x="1" y="73"/>
                    </a:lnTo>
                    <a:close/>
                  </a:path>
                </a:pathLst>
              </a:custGeom>
              <a:solidFill>
                <a:srgbClr val="0089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84"/>
              <p:cNvSpPr/>
              <p:nvPr/>
            </p:nvSpPr>
            <p:spPr>
              <a:xfrm rot="10800000">
                <a:off x="4572750" y="3147481"/>
                <a:ext cx="13" cy="4389"/>
              </a:xfrm>
              <a:custGeom>
                <a:avLst/>
                <a:gdLst/>
                <a:ahLst/>
                <a:cxnLst/>
                <a:rect l="l" t="t" r="r" b="b"/>
                <a:pathLst>
                  <a:path w="1" h="73" fill="none" extrusionOk="0">
                    <a:moveTo>
                      <a:pt x="1" y="73"/>
                    </a:moveTo>
                    <a:lnTo>
                      <a:pt x="1" y="0"/>
                    </a:lnTo>
                    <a:lnTo>
                      <a:pt x="1" y="0"/>
                    </a:lnTo>
                    <a:lnTo>
                      <a:pt x="1" y="73"/>
                    </a:lnTo>
                    <a:lnTo>
                      <a:pt x="1" y="73"/>
                    </a:lnTo>
                    <a:lnTo>
                      <a:pt x="1" y="7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84"/>
              <p:cNvSpPr/>
              <p:nvPr/>
            </p:nvSpPr>
            <p:spPr>
              <a:xfrm rot="10800000">
                <a:off x="4572748" y="3147481"/>
                <a:ext cx="49840" cy="98966"/>
              </a:xfrm>
              <a:custGeom>
                <a:avLst/>
                <a:gdLst/>
                <a:ahLst/>
                <a:cxnLst/>
                <a:rect l="l" t="t" r="r" b="b"/>
                <a:pathLst>
                  <a:path w="3725" h="1646" extrusionOk="0">
                    <a:moveTo>
                      <a:pt x="3484" y="1"/>
                    </a:moveTo>
                    <a:lnTo>
                      <a:pt x="2944" y="14"/>
                    </a:lnTo>
                    <a:lnTo>
                      <a:pt x="2433" y="41"/>
                    </a:lnTo>
                    <a:lnTo>
                      <a:pt x="1983" y="80"/>
                    </a:lnTo>
                    <a:lnTo>
                      <a:pt x="1622" y="120"/>
                    </a:lnTo>
                    <a:lnTo>
                      <a:pt x="1262" y="173"/>
                    </a:lnTo>
                    <a:lnTo>
                      <a:pt x="992" y="226"/>
                    </a:lnTo>
                    <a:lnTo>
                      <a:pt x="751" y="292"/>
                    </a:lnTo>
                    <a:lnTo>
                      <a:pt x="541" y="351"/>
                    </a:lnTo>
                    <a:lnTo>
                      <a:pt x="391" y="417"/>
                    </a:lnTo>
                    <a:lnTo>
                      <a:pt x="271" y="483"/>
                    </a:lnTo>
                    <a:lnTo>
                      <a:pt x="151" y="549"/>
                    </a:lnTo>
                    <a:lnTo>
                      <a:pt x="91" y="615"/>
                    </a:lnTo>
                    <a:lnTo>
                      <a:pt x="30" y="681"/>
                    </a:lnTo>
                    <a:lnTo>
                      <a:pt x="0" y="741"/>
                    </a:lnTo>
                    <a:lnTo>
                      <a:pt x="0" y="853"/>
                    </a:lnTo>
                    <a:lnTo>
                      <a:pt x="0" y="906"/>
                    </a:lnTo>
                    <a:lnTo>
                      <a:pt x="61" y="965"/>
                    </a:lnTo>
                    <a:lnTo>
                      <a:pt x="121" y="1025"/>
                    </a:lnTo>
                    <a:lnTo>
                      <a:pt x="211" y="1091"/>
                    </a:lnTo>
                    <a:lnTo>
                      <a:pt x="331" y="1157"/>
                    </a:lnTo>
                    <a:lnTo>
                      <a:pt x="481" y="1223"/>
                    </a:lnTo>
                    <a:lnTo>
                      <a:pt x="631" y="1282"/>
                    </a:lnTo>
                    <a:lnTo>
                      <a:pt x="841" y="1348"/>
                    </a:lnTo>
                    <a:lnTo>
                      <a:pt x="1082" y="1408"/>
                    </a:lnTo>
                    <a:lnTo>
                      <a:pt x="1352" y="1461"/>
                    </a:lnTo>
                    <a:lnTo>
                      <a:pt x="1652" y="1507"/>
                    </a:lnTo>
                    <a:lnTo>
                      <a:pt x="2013" y="1553"/>
                    </a:lnTo>
                    <a:lnTo>
                      <a:pt x="2373" y="1586"/>
                    </a:lnTo>
                    <a:lnTo>
                      <a:pt x="2794" y="1619"/>
                    </a:lnTo>
                    <a:lnTo>
                      <a:pt x="3244" y="1639"/>
                    </a:lnTo>
                    <a:lnTo>
                      <a:pt x="3725" y="1646"/>
                    </a:lnTo>
                    <a:lnTo>
                      <a:pt x="3725" y="1573"/>
                    </a:lnTo>
                    <a:lnTo>
                      <a:pt x="3725" y="8"/>
                    </a:lnTo>
                    <a:lnTo>
                      <a:pt x="3484" y="1"/>
                    </a:lnTo>
                    <a:close/>
                  </a:path>
                </a:pathLst>
              </a:custGeom>
              <a:solidFill>
                <a:srgbClr val="0043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84"/>
              <p:cNvSpPr/>
              <p:nvPr/>
            </p:nvSpPr>
            <p:spPr>
              <a:xfrm rot="10800000">
                <a:off x="4572748" y="3147481"/>
                <a:ext cx="49840" cy="98966"/>
              </a:xfrm>
              <a:custGeom>
                <a:avLst/>
                <a:gdLst/>
                <a:ahLst/>
                <a:cxnLst/>
                <a:rect l="l" t="t" r="r" b="b"/>
                <a:pathLst>
                  <a:path w="3725" h="1646" fill="none" extrusionOk="0">
                    <a:moveTo>
                      <a:pt x="3725" y="1646"/>
                    </a:moveTo>
                    <a:lnTo>
                      <a:pt x="3725" y="1646"/>
                    </a:lnTo>
                    <a:lnTo>
                      <a:pt x="3725" y="1573"/>
                    </a:lnTo>
                    <a:lnTo>
                      <a:pt x="3725" y="8"/>
                    </a:lnTo>
                    <a:lnTo>
                      <a:pt x="3725" y="8"/>
                    </a:lnTo>
                    <a:lnTo>
                      <a:pt x="3484" y="1"/>
                    </a:lnTo>
                    <a:lnTo>
                      <a:pt x="3484" y="1"/>
                    </a:lnTo>
                    <a:lnTo>
                      <a:pt x="2944" y="14"/>
                    </a:lnTo>
                    <a:lnTo>
                      <a:pt x="2433" y="41"/>
                    </a:lnTo>
                    <a:lnTo>
                      <a:pt x="1983" y="80"/>
                    </a:lnTo>
                    <a:lnTo>
                      <a:pt x="1622" y="120"/>
                    </a:lnTo>
                    <a:lnTo>
                      <a:pt x="1262" y="173"/>
                    </a:lnTo>
                    <a:lnTo>
                      <a:pt x="992" y="226"/>
                    </a:lnTo>
                    <a:lnTo>
                      <a:pt x="751" y="292"/>
                    </a:lnTo>
                    <a:lnTo>
                      <a:pt x="541" y="351"/>
                    </a:lnTo>
                    <a:lnTo>
                      <a:pt x="391" y="417"/>
                    </a:lnTo>
                    <a:lnTo>
                      <a:pt x="271" y="483"/>
                    </a:lnTo>
                    <a:lnTo>
                      <a:pt x="151" y="549"/>
                    </a:lnTo>
                    <a:lnTo>
                      <a:pt x="91" y="615"/>
                    </a:lnTo>
                    <a:lnTo>
                      <a:pt x="30" y="681"/>
                    </a:lnTo>
                    <a:lnTo>
                      <a:pt x="0" y="741"/>
                    </a:lnTo>
                    <a:lnTo>
                      <a:pt x="0" y="853"/>
                    </a:lnTo>
                    <a:lnTo>
                      <a:pt x="0" y="853"/>
                    </a:lnTo>
                    <a:lnTo>
                      <a:pt x="0" y="906"/>
                    </a:lnTo>
                    <a:lnTo>
                      <a:pt x="61" y="965"/>
                    </a:lnTo>
                    <a:lnTo>
                      <a:pt x="121" y="1025"/>
                    </a:lnTo>
                    <a:lnTo>
                      <a:pt x="211" y="1091"/>
                    </a:lnTo>
                    <a:lnTo>
                      <a:pt x="331" y="1157"/>
                    </a:lnTo>
                    <a:lnTo>
                      <a:pt x="481" y="1223"/>
                    </a:lnTo>
                    <a:lnTo>
                      <a:pt x="631" y="1282"/>
                    </a:lnTo>
                    <a:lnTo>
                      <a:pt x="841" y="1348"/>
                    </a:lnTo>
                    <a:lnTo>
                      <a:pt x="1082" y="1408"/>
                    </a:lnTo>
                    <a:lnTo>
                      <a:pt x="1352" y="1461"/>
                    </a:lnTo>
                    <a:lnTo>
                      <a:pt x="1652" y="1507"/>
                    </a:lnTo>
                    <a:lnTo>
                      <a:pt x="2013" y="1553"/>
                    </a:lnTo>
                    <a:lnTo>
                      <a:pt x="2373" y="1586"/>
                    </a:lnTo>
                    <a:lnTo>
                      <a:pt x="2794" y="1619"/>
                    </a:lnTo>
                    <a:lnTo>
                      <a:pt x="3244" y="1639"/>
                    </a:lnTo>
                    <a:lnTo>
                      <a:pt x="3725" y="164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84"/>
              <p:cNvSpPr/>
              <p:nvPr/>
            </p:nvSpPr>
            <p:spPr>
              <a:xfrm rot="10800000">
                <a:off x="4572750" y="3245966"/>
                <a:ext cx="3225" cy="842"/>
              </a:xfrm>
              <a:custGeom>
                <a:avLst/>
                <a:gdLst/>
                <a:ahLst/>
                <a:cxnLst/>
                <a:rect l="l" t="t" r="r" b="b"/>
                <a:pathLst>
                  <a:path w="241" h="14" extrusionOk="0">
                    <a:moveTo>
                      <a:pt x="241" y="0"/>
                    </a:moveTo>
                    <a:lnTo>
                      <a:pt x="0" y="7"/>
                    </a:lnTo>
                    <a:lnTo>
                      <a:pt x="241" y="14"/>
                    </a:lnTo>
                    <a:lnTo>
                      <a:pt x="241" y="0"/>
                    </a:lnTo>
                    <a:close/>
                  </a:path>
                </a:pathLst>
              </a:custGeom>
              <a:solidFill>
                <a:srgbClr val="000B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84"/>
              <p:cNvSpPr/>
              <p:nvPr/>
            </p:nvSpPr>
            <p:spPr>
              <a:xfrm rot="10800000">
                <a:off x="4572750" y="3245966"/>
                <a:ext cx="3225" cy="842"/>
              </a:xfrm>
              <a:custGeom>
                <a:avLst/>
                <a:gdLst/>
                <a:ahLst/>
                <a:cxnLst/>
                <a:rect l="l" t="t" r="r" b="b"/>
                <a:pathLst>
                  <a:path w="241" h="14" fill="none" extrusionOk="0">
                    <a:moveTo>
                      <a:pt x="241" y="14"/>
                    </a:moveTo>
                    <a:lnTo>
                      <a:pt x="241" y="0"/>
                    </a:lnTo>
                    <a:lnTo>
                      <a:pt x="241" y="0"/>
                    </a:lnTo>
                    <a:lnTo>
                      <a:pt x="0" y="7"/>
                    </a:lnTo>
                    <a:lnTo>
                      <a:pt x="0" y="7"/>
                    </a:lnTo>
                    <a:lnTo>
                      <a:pt x="241" y="1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84"/>
              <p:cNvSpPr/>
              <p:nvPr/>
            </p:nvSpPr>
            <p:spPr>
              <a:xfrm rot="10800000">
                <a:off x="4221916" y="2994584"/>
                <a:ext cx="735418" cy="99326"/>
              </a:xfrm>
              <a:custGeom>
                <a:avLst/>
                <a:gdLst/>
                <a:ahLst/>
                <a:cxnLst/>
                <a:rect l="l" t="t" r="r" b="b"/>
                <a:pathLst>
                  <a:path w="54964" h="1652" extrusionOk="0">
                    <a:moveTo>
                      <a:pt x="25920" y="0"/>
                    </a:moveTo>
                    <a:lnTo>
                      <a:pt x="25860" y="80"/>
                    </a:lnTo>
                    <a:lnTo>
                      <a:pt x="25770" y="152"/>
                    </a:lnTo>
                    <a:lnTo>
                      <a:pt x="25680" y="232"/>
                    </a:lnTo>
                    <a:lnTo>
                      <a:pt x="25530" y="304"/>
                    </a:lnTo>
                    <a:lnTo>
                      <a:pt x="25380" y="377"/>
                    </a:lnTo>
                    <a:lnTo>
                      <a:pt x="25200" y="443"/>
                    </a:lnTo>
                    <a:lnTo>
                      <a:pt x="25019" y="502"/>
                    </a:lnTo>
                    <a:lnTo>
                      <a:pt x="24779" y="562"/>
                    </a:lnTo>
                    <a:lnTo>
                      <a:pt x="24539" y="621"/>
                    </a:lnTo>
                    <a:lnTo>
                      <a:pt x="24239" y="668"/>
                    </a:lnTo>
                    <a:lnTo>
                      <a:pt x="23908" y="707"/>
                    </a:lnTo>
                    <a:lnTo>
                      <a:pt x="23518" y="734"/>
                    </a:lnTo>
                    <a:lnTo>
                      <a:pt x="23127" y="760"/>
                    </a:lnTo>
                    <a:lnTo>
                      <a:pt x="22737" y="773"/>
                    </a:lnTo>
                    <a:lnTo>
                      <a:pt x="22316" y="780"/>
                    </a:lnTo>
                    <a:lnTo>
                      <a:pt x="21896" y="786"/>
                    </a:lnTo>
                    <a:lnTo>
                      <a:pt x="16970" y="786"/>
                    </a:lnTo>
                    <a:lnTo>
                      <a:pt x="16940" y="872"/>
                    </a:lnTo>
                    <a:lnTo>
                      <a:pt x="16910" y="965"/>
                    </a:lnTo>
                    <a:lnTo>
                      <a:pt x="16820" y="1051"/>
                    </a:lnTo>
                    <a:lnTo>
                      <a:pt x="16730" y="1130"/>
                    </a:lnTo>
                    <a:lnTo>
                      <a:pt x="16640" y="1203"/>
                    </a:lnTo>
                    <a:lnTo>
                      <a:pt x="16490" y="1269"/>
                    </a:lnTo>
                    <a:lnTo>
                      <a:pt x="16369" y="1328"/>
                    </a:lnTo>
                    <a:lnTo>
                      <a:pt x="16219" y="1374"/>
                    </a:lnTo>
                    <a:lnTo>
                      <a:pt x="15949" y="1434"/>
                    </a:lnTo>
                    <a:lnTo>
                      <a:pt x="15679" y="1487"/>
                    </a:lnTo>
                    <a:lnTo>
                      <a:pt x="15408" y="1533"/>
                    </a:lnTo>
                    <a:lnTo>
                      <a:pt x="15108" y="1572"/>
                    </a:lnTo>
                    <a:lnTo>
                      <a:pt x="14778" y="1599"/>
                    </a:lnTo>
                    <a:lnTo>
                      <a:pt x="14447" y="1619"/>
                    </a:lnTo>
                    <a:lnTo>
                      <a:pt x="14087" y="1632"/>
                    </a:lnTo>
                    <a:lnTo>
                      <a:pt x="13726" y="1639"/>
                    </a:lnTo>
                    <a:lnTo>
                      <a:pt x="13426" y="1632"/>
                    </a:lnTo>
                    <a:lnTo>
                      <a:pt x="13156" y="1625"/>
                    </a:lnTo>
                    <a:lnTo>
                      <a:pt x="12855" y="1612"/>
                    </a:lnTo>
                    <a:lnTo>
                      <a:pt x="12555" y="1599"/>
                    </a:lnTo>
                    <a:lnTo>
                      <a:pt x="12255" y="1572"/>
                    </a:lnTo>
                    <a:lnTo>
                      <a:pt x="11924" y="1546"/>
                    </a:lnTo>
                    <a:lnTo>
                      <a:pt x="11624" y="1513"/>
                    </a:lnTo>
                    <a:lnTo>
                      <a:pt x="11294" y="1473"/>
                    </a:lnTo>
                    <a:lnTo>
                      <a:pt x="11113" y="1447"/>
                    </a:lnTo>
                    <a:lnTo>
                      <a:pt x="10933" y="1414"/>
                    </a:lnTo>
                    <a:lnTo>
                      <a:pt x="10783" y="1381"/>
                    </a:lnTo>
                    <a:lnTo>
                      <a:pt x="10633" y="1348"/>
                    </a:lnTo>
                    <a:lnTo>
                      <a:pt x="10393" y="1269"/>
                    </a:lnTo>
                    <a:lnTo>
                      <a:pt x="10212" y="1183"/>
                    </a:lnTo>
                    <a:lnTo>
                      <a:pt x="10062" y="1090"/>
                    </a:lnTo>
                    <a:lnTo>
                      <a:pt x="9972" y="991"/>
                    </a:lnTo>
                    <a:lnTo>
                      <a:pt x="9912" y="886"/>
                    </a:lnTo>
                    <a:lnTo>
                      <a:pt x="9912" y="786"/>
                    </a:lnTo>
                    <a:lnTo>
                      <a:pt x="7269" y="786"/>
                    </a:lnTo>
                    <a:lnTo>
                      <a:pt x="6788" y="780"/>
                    </a:lnTo>
                    <a:lnTo>
                      <a:pt x="6338" y="773"/>
                    </a:lnTo>
                    <a:lnTo>
                      <a:pt x="5917" y="753"/>
                    </a:lnTo>
                    <a:lnTo>
                      <a:pt x="5497" y="734"/>
                    </a:lnTo>
                    <a:lnTo>
                      <a:pt x="5106" y="707"/>
                    </a:lnTo>
                    <a:lnTo>
                      <a:pt x="4776" y="674"/>
                    </a:lnTo>
                    <a:lnTo>
                      <a:pt x="4476" y="641"/>
                    </a:lnTo>
                    <a:lnTo>
                      <a:pt x="4235" y="601"/>
                    </a:lnTo>
                    <a:lnTo>
                      <a:pt x="3965" y="542"/>
                    </a:lnTo>
                    <a:lnTo>
                      <a:pt x="3725" y="476"/>
                    </a:lnTo>
                    <a:lnTo>
                      <a:pt x="3515" y="410"/>
                    </a:lnTo>
                    <a:lnTo>
                      <a:pt x="3364" y="337"/>
                    </a:lnTo>
                    <a:lnTo>
                      <a:pt x="3214" y="265"/>
                    </a:lnTo>
                    <a:lnTo>
                      <a:pt x="3124" y="185"/>
                    </a:lnTo>
                    <a:lnTo>
                      <a:pt x="3064" y="99"/>
                    </a:lnTo>
                    <a:lnTo>
                      <a:pt x="3034" y="14"/>
                    </a:lnTo>
                    <a:lnTo>
                      <a:pt x="2554" y="40"/>
                    </a:lnTo>
                    <a:lnTo>
                      <a:pt x="2133" y="73"/>
                    </a:lnTo>
                    <a:lnTo>
                      <a:pt x="1743" y="113"/>
                    </a:lnTo>
                    <a:lnTo>
                      <a:pt x="1412" y="159"/>
                    </a:lnTo>
                    <a:lnTo>
                      <a:pt x="1112" y="205"/>
                    </a:lnTo>
                    <a:lnTo>
                      <a:pt x="872" y="265"/>
                    </a:lnTo>
                    <a:lnTo>
                      <a:pt x="661" y="324"/>
                    </a:lnTo>
                    <a:lnTo>
                      <a:pt x="481" y="384"/>
                    </a:lnTo>
                    <a:lnTo>
                      <a:pt x="361" y="443"/>
                    </a:lnTo>
                    <a:lnTo>
                      <a:pt x="241" y="509"/>
                    </a:lnTo>
                    <a:lnTo>
                      <a:pt x="151" y="575"/>
                    </a:lnTo>
                    <a:lnTo>
                      <a:pt x="91" y="635"/>
                    </a:lnTo>
                    <a:lnTo>
                      <a:pt x="31" y="753"/>
                    </a:lnTo>
                    <a:lnTo>
                      <a:pt x="1" y="852"/>
                    </a:lnTo>
                    <a:lnTo>
                      <a:pt x="31" y="912"/>
                    </a:lnTo>
                    <a:lnTo>
                      <a:pt x="61" y="971"/>
                    </a:lnTo>
                    <a:lnTo>
                      <a:pt x="121" y="1031"/>
                    </a:lnTo>
                    <a:lnTo>
                      <a:pt x="211" y="1097"/>
                    </a:lnTo>
                    <a:lnTo>
                      <a:pt x="331" y="1163"/>
                    </a:lnTo>
                    <a:lnTo>
                      <a:pt x="511" y="1229"/>
                    </a:lnTo>
                    <a:lnTo>
                      <a:pt x="691" y="1295"/>
                    </a:lnTo>
                    <a:lnTo>
                      <a:pt x="902" y="1361"/>
                    </a:lnTo>
                    <a:lnTo>
                      <a:pt x="1142" y="1421"/>
                    </a:lnTo>
                    <a:lnTo>
                      <a:pt x="1412" y="1473"/>
                    </a:lnTo>
                    <a:lnTo>
                      <a:pt x="1743" y="1520"/>
                    </a:lnTo>
                    <a:lnTo>
                      <a:pt x="2103" y="1566"/>
                    </a:lnTo>
                    <a:lnTo>
                      <a:pt x="2463" y="1599"/>
                    </a:lnTo>
                    <a:lnTo>
                      <a:pt x="2914" y="1625"/>
                    </a:lnTo>
                    <a:lnTo>
                      <a:pt x="3364" y="1645"/>
                    </a:lnTo>
                    <a:lnTo>
                      <a:pt x="3875" y="1652"/>
                    </a:lnTo>
                    <a:lnTo>
                      <a:pt x="24058" y="1652"/>
                    </a:lnTo>
                    <a:lnTo>
                      <a:pt x="24419" y="1639"/>
                    </a:lnTo>
                    <a:lnTo>
                      <a:pt x="24779" y="1632"/>
                    </a:lnTo>
                    <a:lnTo>
                      <a:pt x="24989" y="1632"/>
                    </a:lnTo>
                    <a:lnTo>
                      <a:pt x="24989" y="1520"/>
                    </a:lnTo>
                    <a:lnTo>
                      <a:pt x="25049" y="1454"/>
                    </a:lnTo>
                    <a:lnTo>
                      <a:pt x="25080" y="1388"/>
                    </a:lnTo>
                    <a:lnTo>
                      <a:pt x="25170" y="1315"/>
                    </a:lnTo>
                    <a:lnTo>
                      <a:pt x="25290" y="1249"/>
                    </a:lnTo>
                    <a:lnTo>
                      <a:pt x="25410" y="1176"/>
                    </a:lnTo>
                    <a:lnTo>
                      <a:pt x="25620" y="1110"/>
                    </a:lnTo>
                    <a:lnTo>
                      <a:pt x="25830" y="1044"/>
                    </a:lnTo>
                    <a:lnTo>
                      <a:pt x="26101" y="985"/>
                    </a:lnTo>
                    <a:lnTo>
                      <a:pt x="26431" y="925"/>
                    </a:lnTo>
                    <a:lnTo>
                      <a:pt x="26791" y="879"/>
                    </a:lnTo>
                    <a:lnTo>
                      <a:pt x="27242" y="839"/>
                    </a:lnTo>
                    <a:lnTo>
                      <a:pt x="27723" y="806"/>
                    </a:lnTo>
                    <a:lnTo>
                      <a:pt x="28293" y="786"/>
                    </a:lnTo>
                    <a:lnTo>
                      <a:pt x="28924" y="773"/>
                    </a:lnTo>
                    <a:lnTo>
                      <a:pt x="31537" y="773"/>
                    </a:lnTo>
                    <a:lnTo>
                      <a:pt x="31086" y="747"/>
                    </a:lnTo>
                    <a:lnTo>
                      <a:pt x="30636" y="714"/>
                    </a:lnTo>
                    <a:lnTo>
                      <a:pt x="30426" y="687"/>
                    </a:lnTo>
                    <a:lnTo>
                      <a:pt x="30215" y="661"/>
                    </a:lnTo>
                    <a:lnTo>
                      <a:pt x="30005" y="628"/>
                    </a:lnTo>
                    <a:lnTo>
                      <a:pt x="29825" y="588"/>
                    </a:lnTo>
                    <a:lnTo>
                      <a:pt x="29615" y="542"/>
                    </a:lnTo>
                    <a:lnTo>
                      <a:pt x="29435" y="483"/>
                    </a:lnTo>
                    <a:lnTo>
                      <a:pt x="29254" y="417"/>
                    </a:lnTo>
                    <a:lnTo>
                      <a:pt x="29104" y="344"/>
                    </a:lnTo>
                    <a:lnTo>
                      <a:pt x="28984" y="265"/>
                    </a:lnTo>
                    <a:lnTo>
                      <a:pt x="28864" y="179"/>
                    </a:lnTo>
                    <a:lnTo>
                      <a:pt x="28804" y="93"/>
                    </a:lnTo>
                    <a:lnTo>
                      <a:pt x="28744" y="0"/>
                    </a:lnTo>
                    <a:close/>
                    <a:moveTo>
                      <a:pt x="36222" y="0"/>
                    </a:moveTo>
                    <a:lnTo>
                      <a:pt x="36222" y="73"/>
                    </a:lnTo>
                    <a:lnTo>
                      <a:pt x="36162" y="152"/>
                    </a:lnTo>
                    <a:lnTo>
                      <a:pt x="36102" y="225"/>
                    </a:lnTo>
                    <a:lnTo>
                      <a:pt x="35982" y="298"/>
                    </a:lnTo>
                    <a:lnTo>
                      <a:pt x="35832" y="364"/>
                    </a:lnTo>
                    <a:lnTo>
                      <a:pt x="35682" y="423"/>
                    </a:lnTo>
                    <a:lnTo>
                      <a:pt x="35472" y="476"/>
                    </a:lnTo>
                    <a:lnTo>
                      <a:pt x="35261" y="529"/>
                    </a:lnTo>
                    <a:lnTo>
                      <a:pt x="34991" y="568"/>
                    </a:lnTo>
                    <a:lnTo>
                      <a:pt x="34721" y="615"/>
                    </a:lnTo>
                    <a:lnTo>
                      <a:pt x="34420" y="654"/>
                    </a:lnTo>
                    <a:lnTo>
                      <a:pt x="34120" y="687"/>
                    </a:lnTo>
                    <a:lnTo>
                      <a:pt x="33820" y="714"/>
                    </a:lnTo>
                    <a:lnTo>
                      <a:pt x="33489" y="740"/>
                    </a:lnTo>
                    <a:lnTo>
                      <a:pt x="33129" y="760"/>
                    </a:lnTo>
                    <a:lnTo>
                      <a:pt x="32798" y="773"/>
                    </a:lnTo>
                    <a:lnTo>
                      <a:pt x="39736" y="773"/>
                    </a:lnTo>
                    <a:lnTo>
                      <a:pt x="40307" y="780"/>
                    </a:lnTo>
                    <a:lnTo>
                      <a:pt x="40818" y="800"/>
                    </a:lnTo>
                    <a:lnTo>
                      <a:pt x="41298" y="826"/>
                    </a:lnTo>
                    <a:lnTo>
                      <a:pt x="41689" y="866"/>
                    </a:lnTo>
                    <a:lnTo>
                      <a:pt x="42049" y="912"/>
                    </a:lnTo>
                    <a:lnTo>
                      <a:pt x="42349" y="965"/>
                    </a:lnTo>
                    <a:lnTo>
                      <a:pt x="42620" y="1024"/>
                    </a:lnTo>
                    <a:lnTo>
                      <a:pt x="42860" y="1090"/>
                    </a:lnTo>
                    <a:lnTo>
                      <a:pt x="43040" y="1163"/>
                    </a:lnTo>
                    <a:lnTo>
                      <a:pt x="43190" y="1236"/>
                    </a:lnTo>
                    <a:lnTo>
                      <a:pt x="43281" y="1308"/>
                    </a:lnTo>
                    <a:lnTo>
                      <a:pt x="43371" y="1381"/>
                    </a:lnTo>
                    <a:lnTo>
                      <a:pt x="43431" y="1454"/>
                    </a:lnTo>
                    <a:lnTo>
                      <a:pt x="43461" y="1520"/>
                    </a:lnTo>
                    <a:lnTo>
                      <a:pt x="43491" y="1586"/>
                    </a:lnTo>
                    <a:lnTo>
                      <a:pt x="43491" y="1652"/>
                    </a:lnTo>
                    <a:lnTo>
                      <a:pt x="51270" y="1652"/>
                    </a:lnTo>
                    <a:lnTo>
                      <a:pt x="51810" y="1639"/>
                    </a:lnTo>
                    <a:lnTo>
                      <a:pt x="52291" y="1625"/>
                    </a:lnTo>
                    <a:lnTo>
                      <a:pt x="52711" y="1599"/>
                    </a:lnTo>
                    <a:lnTo>
                      <a:pt x="53102" y="1572"/>
                    </a:lnTo>
                    <a:lnTo>
                      <a:pt x="53432" y="1533"/>
                    </a:lnTo>
                    <a:lnTo>
                      <a:pt x="53733" y="1493"/>
                    </a:lnTo>
                    <a:lnTo>
                      <a:pt x="53973" y="1447"/>
                    </a:lnTo>
                    <a:lnTo>
                      <a:pt x="54183" y="1401"/>
                    </a:lnTo>
                    <a:lnTo>
                      <a:pt x="54363" y="1348"/>
                    </a:lnTo>
                    <a:lnTo>
                      <a:pt x="54514" y="1288"/>
                    </a:lnTo>
                    <a:lnTo>
                      <a:pt x="54634" y="1229"/>
                    </a:lnTo>
                    <a:lnTo>
                      <a:pt x="54724" y="1170"/>
                    </a:lnTo>
                    <a:lnTo>
                      <a:pt x="54814" y="1110"/>
                    </a:lnTo>
                    <a:lnTo>
                      <a:pt x="54874" y="1051"/>
                    </a:lnTo>
                    <a:lnTo>
                      <a:pt x="54934" y="938"/>
                    </a:lnTo>
                    <a:lnTo>
                      <a:pt x="54964" y="819"/>
                    </a:lnTo>
                    <a:lnTo>
                      <a:pt x="54964" y="753"/>
                    </a:lnTo>
                    <a:lnTo>
                      <a:pt x="54904" y="687"/>
                    </a:lnTo>
                    <a:lnTo>
                      <a:pt x="54874" y="615"/>
                    </a:lnTo>
                    <a:lnTo>
                      <a:pt x="54784" y="542"/>
                    </a:lnTo>
                    <a:lnTo>
                      <a:pt x="54664" y="469"/>
                    </a:lnTo>
                    <a:lnTo>
                      <a:pt x="54544" y="397"/>
                    </a:lnTo>
                    <a:lnTo>
                      <a:pt x="54363" y="331"/>
                    </a:lnTo>
                    <a:lnTo>
                      <a:pt x="54153" y="265"/>
                    </a:lnTo>
                    <a:lnTo>
                      <a:pt x="53883" y="205"/>
                    </a:lnTo>
                    <a:lnTo>
                      <a:pt x="53612" y="152"/>
                    </a:lnTo>
                    <a:lnTo>
                      <a:pt x="53252" y="99"/>
                    </a:lnTo>
                    <a:lnTo>
                      <a:pt x="52862" y="60"/>
                    </a:lnTo>
                    <a:lnTo>
                      <a:pt x="52441" y="27"/>
                    </a:lnTo>
                    <a:lnTo>
                      <a:pt x="51931" y="7"/>
                    </a:lnTo>
                    <a:lnTo>
                      <a:pt x="44842" y="7"/>
                    </a:lnTo>
                    <a:lnTo>
                      <a:pt x="44482" y="0"/>
                    </a:lnTo>
                    <a:close/>
                  </a:path>
                </a:pathLst>
              </a:custGeom>
              <a:solidFill>
                <a:srgbClr val="36D0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84"/>
              <p:cNvSpPr/>
              <p:nvPr/>
            </p:nvSpPr>
            <p:spPr>
              <a:xfrm rot="10800000">
                <a:off x="4221927" y="2994584"/>
                <a:ext cx="296581" cy="99326"/>
              </a:xfrm>
              <a:custGeom>
                <a:avLst/>
                <a:gdLst/>
                <a:ahLst/>
                <a:cxnLst/>
                <a:rect l="l" t="t" r="r" b="b"/>
                <a:pathLst>
                  <a:path w="22166" h="1652" fill="none" extrusionOk="0">
                    <a:moveTo>
                      <a:pt x="18292" y="1652"/>
                    </a:moveTo>
                    <a:lnTo>
                      <a:pt x="18292" y="1652"/>
                    </a:lnTo>
                    <a:lnTo>
                      <a:pt x="18472" y="1652"/>
                    </a:lnTo>
                    <a:lnTo>
                      <a:pt x="18472" y="1652"/>
                    </a:lnTo>
                    <a:lnTo>
                      <a:pt x="19012" y="1639"/>
                    </a:lnTo>
                    <a:lnTo>
                      <a:pt x="19493" y="1625"/>
                    </a:lnTo>
                    <a:lnTo>
                      <a:pt x="19913" y="1599"/>
                    </a:lnTo>
                    <a:lnTo>
                      <a:pt x="20304" y="1572"/>
                    </a:lnTo>
                    <a:lnTo>
                      <a:pt x="20634" y="1533"/>
                    </a:lnTo>
                    <a:lnTo>
                      <a:pt x="20935" y="1493"/>
                    </a:lnTo>
                    <a:lnTo>
                      <a:pt x="21175" y="1447"/>
                    </a:lnTo>
                    <a:lnTo>
                      <a:pt x="21385" y="1401"/>
                    </a:lnTo>
                    <a:lnTo>
                      <a:pt x="21565" y="1348"/>
                    </a:lnTo>
                    <a:lnTo>
                      <a:pt x="21716" y="1288"/>
                    </a:lnTo>
                    <a:lnTo>
                      <a:pt x="21836" y="1229"/>
                    </a:lnTo>
                    <a:lnTo>
                      <a:pt x="21926" y="1170"/>
                    </a:lnTo>
                    <a:lnTo>
                      <a:pt x="22016" y="1110"/>
                    </a:lnTo>
                    <a:lnTo>
                      <a:pt x="22076" y="1051"/>
                    </a:lnTo>
                    <a:lnTo>
                      <a:pt x="22136" y="938"/>
                    </a:lnTo>
                    <a:lnTo>
                      <a:pt x="22136" y="938"/>
                    </a:lnTo>
                    <a:lnTo>
                      <a:pt x="22166" y="819"/>
                    </a:lnTo>
                    <a:lnTo>
                      <a:pt x="22166" y="753"/>
                    </a:lnTo>
                    <a:lnTo>
                      <a:pt x="22106" y="687"/>
                    </a:lnTo>
                    <a:lnTo>
                      <a:pt x="22076" y="615"/>
                    </a:lnTo>
                    <a:lnTo>
                      <a:pt x="21986" y="542"/>
                    </a:lnTo>
                    <a:lnTo>
                      <a:pt x="21866" y="469"/>
                    </a:lnTo>
                    <a:lnTo>
                      <a:pt x="21746" y="397"/>
                    </a:lnTo>
                    <a:lnTo>
                      <a:pt x="21565" y="331"/>
                    </a:lnTo>
                    <a:lnTo>
                      <a:pt x="21355" y="265"/>
                    </a:lnTo>
                    <a:lnTo>
                      <a:pt x="21085" y="205"/>
                    </a:lnTo>
                    <a:lnTo>
                      <a:pt x="20814" y="152"/>
                    </a:lnTo>
                    <a:lnTo>
                      <a:pt x="20454" y="99"/>
                    </a:lnTo>
                    <a:lnTo>
                      <a:pt x="20064" y="60"/>
                    </a:lnTo>
                    <a:lnTo>
                      <a:pt x="19643" y="27"/>
                    </a:lnTo>
                    <a:lnTo>
                      <a:pt x="19133" y="7"/>
                    </a:lnTo>
                    <a:lnTo>
                      <a:pt x="19133" y="7"/>
                    </a:lnTo>
                    <a:lnTo>
                      <a:pt x="14537" y="7"/>
                    </a:lnTo>
                    <a:lnTo>
                      <a:pt x="14537" y="7"/>
                    </a:lnTo>
                    <a:lnTo>
                      <a:pt x="12555" y="7"/>
                    </a:lnTo>
                    <a:lnTo>
                      <a:pt x="12555" y="7"/>
                    </a:lnTo>
                    <a:lnTo>
                      <a:pt x="12405" y="7"/>
                    </a:lnTo>
                    <a:lnTo>
                      <a:pt x="12405" y="7"/>
                    </a:lnTo>
                    <a:lnTo>
                      <a:pt x="12044" y="7"/>
                    </a:lnTo>
                    <a:lnTo>
                      <a:pt x="11684" y="0"/>
                    </a:lnTo>
                    <a:lnTo>
                      <a:pt x="11684" y="0"/>
                    </a:lnTo>
                    <a:lnTo>
                      <a:pt x="3424" y="0"/>
                    </a:lnTo>
                    <a:lnTo>
                      <a:pt x="3424" y="0"/>
                    </a:lnTo>
                    <a:lnTo>
                      <a:pt x="3424" y="73"/>
                    </a:lnTo>
                    <a:lnTo>
                      <a:pt x="3364" y="152"/>
                    </a:lnTo>
                    <a:lnTo>
                      <a:pt x="3304" y="225"/>
                    </a:lnTo>
                    <a:lnTo>
                      <a:pt x="3184" y="298"/>
                    </a:lnTo>
                    <a:lnTo>
                      <a:pt x="3034" y="364"/>
                    </a:lnTo>
                    <a:lnTo>
                      <a:pt x="2884" y="423"/>
                    </a:lnTo>
                    <a:lnTo>
                      <a:pt x="2674" y="476"/>
                    </a:lnTo>
                    <a:lnTo>
                      <a:pt x="2463" y="529"/>
                    </a:lnTo>
                    <a:lnTo>
                      <a:pt x="2463" y="529"/>
                    </a:lnTo>
                    <a:lnTo>
                      <a:pt x="2193" y="568"/>
                    </a:lnTo>
                    <a:lnTo>
                      <a:pt x="1923" y="615"/>
                    </a:lnTo>
                    <a:lnTo>
                      <a:pt x="1622" y="654"/>
                    </a:lnTo>
                    <a:lnTo>
                      <a:pt x="1322" y="687"/>
                    </a:lnTo>
                    <a:lnTo>
                      <a:pt x="1022" y="714"/>
                    </a:lnTo>
                    <a:lnTo>
                      <a:pt x="691" y="740"/>
                    </a:lnTo>
                    <a:lnTo>
                      <a:pt x="331" y="760"/>
                    </a:lnTo>
                    <a:lnTo>
                      <a:pt x="0" y="773"/>
                    </a:lnTo>
                    <a:lnTo>
                      <a:pt x="0" y="773"/>
                    </a:lnTo>
                    <a:lnTo>
                      <a:pt x="2523" y="773"/>
                    </a:lnTo>
                    <a:lnTo>
                      <a:pt x="2523" y="773"/>
                    </a:lnTo>
                    <a:lnTo>
                      <a:pt x="6308" y="773"/>
                    </a:lnTo>
                    <a:lnTo>
                      <a:pt x="6308" y="773"/>
                    </a:lnTo>
                    <a:lnTo>
                      <a:pt x="6788" y="773"/>
                    </a:lnTo>
                    <a:lnTo>
                      <a:pt x="6788" y="773"/>
                    </a:lnTo>
                    <a:lnTo>
                      <a:pt x="6938" y="773"/>
                    </a:lnTo>
                    <a:lnTo>
                      <a:pt x="6938" y="773"/>
                    </a:lnTo>
                    <a:lnTo>
                      <a:pt x="7509" y="780"/>
                    </a:lnTo>
                    <a:lnTo>
                      <a:pt x="8020" y="800"/>
                    </a:lnTo>
                    <a:lnTo>
                      <a:pt x="8500" y="826"/>
                    </a:lnTo>
                    <a:lnTo>
                      <a:pt x="8891" y="866"/>
                    </a:lnTo>
                    <a:lnTo>
                      <a:pt x="9251" y="912"/>
                    </a:lnTo>
                    <a:lnTo>
                      <a:pt x="9551" y="965"/>
                    </a:lnTo>
                    <a:lnTo>
                      <a:pt x="9822" y="1024"/>
                    </a:lnTo>
                    <a:lnTo>
                      <a:pt x="10062" y="1090"/>
                    </a:lnTo>
                    <a:lnTo>
                      <a:pt x="10242" y="1163"/>
                    </a:lnTo>
                    <a:lnTo>
                      <a:pt x="10392" y="1236"/>
                    </a:lnTo>
                    <a:lnTo>
                      <a:pt x="10483" y="1308"/>
                    </a:lnTo>
                    <a:lnTo>
                      <a:pt x="10573" y="1381"/>
                    </a:lnTo>
                    <a:lnTo>
                      <a:pt x="10633" y="1454"/>
                    </a:lnTo>
                    <a:lnTo>
                      <a:pt x="10663" y="1520"/>
                    </a:lnTo>
                    <a:lnTo>
                      <a:pt x="10693" y="1586"/>
                    </a:lnTo>
                    <a:lnTo>
                      <a:pt x="10693" y="1652"/>
                    </a:lnTo>
                    <a:lnTo>
                      <a:pt x="18111" y="1652"/>
                    </a:lnTo>
                    <a:lnTo>
                      <a:pt x="18111" y="1652"/>
                    </a:lnTo>
                    <a:lnTo>
                      <a:pt x="18292"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84"/>
              <p:cNvSpPr/>
              <p:nvPr/>
            </p:nvSpPr>
            <p:spPr>
              <a:xfrm rot="10800000">
                <a:off x="4535370" y="2994584"/>
                <a:ext cx="421965" cy="99326"/>
              </a:xfrm>
              <a:custGeom>
                <a:avLst/>
                <a:gdLst/>
                <a:ahLst/>
                <a:cxnLst/>
                <a:rect l="l" t="t" r="r" b="b"/>
                <a:pathLst>
                  <a:path w="31537" h="1652" fill="none" extrusionOk="0">
                    <a:moveTo>
                      <a:pt x="14477" y="1652"/>
                    </a:moveTo>
                    <a:lnTo>
                      <a:pt x="24058" y="1652"/>
                    </a:lnTo>
                    <a:lnTo>
                      <a:pt x="24058" y="1652"/>
                    </a:lnTo>
                    <a:lnTo>
                      <a:pt x="24419" y="1639"/>
                    </a:lnTo>
                    <a:lnTo>
                      <a:pt x="24779" y="1632"/>
                    </a:lnTo>
                    <a:lnTo>
                      <a:pt x="24779" y="1632"/>
                    </a:lnTo>
                    <a:lnTo>
                      <a:pt x="24989" y="1632"/>
                    </a:lnTo>
                    <a:lnTo>
                      <a:pt x="24989" y="1632"/>
                    </a:lnTo>
                    <a:lnTo>
                      <a:pt x="24989" y="1632"/>
                    </a:lnTo>
                    <a:lnTo>
                      <a:pt x="24989" y="1632"/>
                    </a:lnTo>
                    <a:lnTo>
                      <a:pt x="24989" y="1520"/>
                    </a:lnTo>
                    <a:lnTo>
                      <a:pt x="25049" y="1454"/>
                    </a:lnTo>
                    <a:lnTo>
                      <a:pt x="25080" y="1388"/>
                    </a:lnTo>
                    <a:lnTo>
                      <a:pt x="25170" y="1315"/>
                    </a:lnTo>
                    <a:lnTo>
                      <a:pt x="25290" y="1249"/>
                    </a:lnTo>
                    <a:lnTo>
                      <a:pt x="25410" y="1176"/>
                    </a:lnTo>
                    <a:lnTo>
                      <a:pt x="25620" y="1110"/>
                    </a:lnTo>
                    <a:lnTo>
                      <a:pt x="25830" y="1044"/>
                    </a:lnTo>
                    <a:lnTo>
                      <a:pt x="26101" y="985"/>
                    </a:lnTo>
                    <a:lnTo>
                      <a:pt x="26431" y="925"/>
                    </a:lnTo>
                    <a:lnTo>
                      <a:pt x="26791" y="879"/>
                    </a:lnTo>
                    <a:lnTo>
                      <a:pt x="27242" y="839"/>
                    </a:lnTo>
                    <a:lnTo>
                      <a:pt x="27723" y="806"/>
                    </a:lnTo>
                    <a:lnTo>
                      <a:pt x="28293" y="786"/>
                    </a:lnTo>
                    <a:lnTo>
                      <a:pt x="28924" y="773"/>
                    </a:lnTo>
                    <a:lnTo>
                      <a:pt x="28924" y="773"/>
                    </a:lnTo>
                    <a:lnTo>
                      <a:pt x="31056" y="773"/>
                    </a:lnTo>
                    <a:lnTo>
                      <a:pt x="31056" y="773"/>
                    </a:lnTo>
                    <a:lnTo>
                      <a:pt x="31537" y="773"/>
                    </a:lnTo>
                    <a:lnTo>
                      <a:pt x="31537" y="773"/>
                    </a:lnTo>
                    <a:lnTo>
                      <a:pt x="31086" y="747"/>
                    </a:lnTo>
                    <a:lnTo>
                      <a:pt x="30636" y="714"/>
                    </a:lnTo>
                    <a:lnTo>
                      <a:pt x="30426" y="687"/>
                    </a:lnTo>
                    <a:lnTo>
                      <a:pt x="30215" y="661"/>
                    </a:lnTo>
                    <a:lnTo>
                      <a:pt x="30005" y="628"/>
                    </a:lnTo>
                    <a:lnTo>
                      <a:pt x="29825" y="588"/>
                    </a:lnTo>
                    <a:lnTo>
                      <a:pt x="29825" y="588"/>
                    </a:lnTo>
                    <a:lnTo>
                      <a:pt x="29615" y="542"/>
                    </a:lnTo>
                    <a:lnTo>
                      <a:pt x="29435" y="483"/>
                    </a:lnTo>
                    <a:lnTo>
                      <a:pt x="29254" y="417"/>
                    </a:lnTo>
                    <a:lnTo>
                      <a:pt x="29104" y="344"/>
                    </a:lnTo>
                    <a:lnTo>
                      <a:pt x="28984" y="265"/>
                    </a:lnTo>
                    <a:lnTo>
                      <a:pt x="28864" y="179"/>
                    </a:lnTo>
                    <a:lnTo>
                      <a:pt x="28804" y="93"/>
                    </a:lnTo>
                    <a:lnTo>
                      <a:pt x="28744" y="0"/>
                    </a:lnTo>
                    <a:lnTo>
                      <a:pt x="28744" y="0"/>
                    </a:lnTo>
                    <a:lnTo>
                      <a:pt x="25920" y="0"/>
                    </a:lnTo>
                    <a:lnTo>
                      <a:pt x="25920" y="0"/>
                    </a:lnTo>
                    <a:lnTo>
                      <a:pt x="25860" y="80"/>
                    </a:lnTo>
                    <a:lnTo>
                      <a:pt x="25770" y="152"/>
                    </a:lnTo>
                    <a:lnTo>
                      <a:pt x="25680" y="232"/>
                    </a:lnTo>
                    <a:lnTo>
                      <a:pt x="25530" y="304"/>
                    </a:lnTo>
                    <a:lnTo>
                      <a:pt x="25380" y="377"/>
                    </a:lnTo>
                    <a:lnTo>
                      <a:pt x="25200" y="443"/>
                    </a:lnTo>
                    <a:lnTo>
                      <a:pt x="25019" y="502"/>
                    </a:lnTo>
                    <a:lnTo>
                      <a:pt x="24779" y="562"/>
                    </a:lnTo>
                    <a:lnTo>
                      <a:pt x="24779" y="562"/>
                    </a:lnTo>
                    <a:lnTo>
                      <a:pt x="24539" y="621"/>
                    </a:lnTo>
                    <a:lnTo>
                      <a:pt x="24239" y="668"/>
                    </a:lnTo>
                    <a:lnTo>
                      <a:pt x="23908" y="707"/>
                    </a:lnTo>
                    <a:lnTo>
                      <a:pt x="23518" y="734"/>
                    </a:lnTo>
                    <a:lnTo>
                      <a:pt x="23127" y="760"/>
                    </a:lnTo>
                    <a:lnTo>
                      <a:pt x="22737" y="773"/>
                    </a:lnTo>
                    <a:lnTo>
                      <a:pt x="22316" y="780"/>
                    </a:lnTo>
                    <a:lnTo>
                      <a:pt x="21896" y="786"/>
                    </a:lnTo>
                    <a:lnTo>
                      <a:pt x="16970" y="786"/>
                    </a:lnTo>
                    <a:lnTo>
                      <a:pt x="16970" y="786"/>
                    </a:lnTo>
                    <a:lnTo>
                      <a:pt x="16940" y="872"/>
                    </a:lnTo>
                    <a:lnTo>
                      <a:pt x="16910" y="965"/>
                    </a:lnTo>
                    <a:lnTo>
                      <a:pt x="16820" y="1051"/>
                    </a:lnTo>
                    <a:lnTo>
                      <a:pt x="16730" y="1130"/>
                    </a:lnTo>
                    <a:lnTo>
                      <a:pt x="16640" y="1203"/>
                    </a:lnTo>
                    <a:lnTo>
                      <a:pt x="16490" y="1269"/>
                    </a:lnTo>
                    <a:lnTo>
                      <a:pt x="16369" y="1328"/>
                    </a:lnTo>
                    <a:lnTo>
                      <a:pt x="16219" y="1374"/>
                    </a:lnTo>
                    <a:lnTo>
                      <a:pt x="16219" y="1374"/>
                    </a:lnTo>
                    <a:lnTo>
                      <a:pt x="15949" y="1434"/>
                    </a:lnTo>
                    <a:lnTo>
                      <a:pt x="15679" y="1487"/>
                    </a:lnTo>
                    <a:lnTo>
                      <a:pt x="15408" y="1533"/>
                    </a:lnTo>
                    <a:lnTo>
                      <a:pt x="15108" y="1572"/>
                    </a:lnTo>
                    <a:lnTo>
                      <a:pt x="14778" y="1599"/>
                    </a:lnTo>
                    <a:lnTo>
                      <a:pt x="14447" y="1619"/>
                    </a:lnTo>
                    <a:lnTo>
                      <a:pt x="14087" y="1632"/>
                    </a:lnTo>
                    <a:lnTo>
                      <a:pt x="13726" y="1639"/>
                    </a:lnTo>
                    <a:lnTo>
                      <a:pt x="13726" y="1639"/>
                    </a:lnTo>
                    <a:lnTo>
                      <a:pt x="13426" y="1632"/>
                    </a:lnTo>
                    <a:lnTo>
                      <a:pt x="13156" y="1625"/>
                    </a:lnTo>
                    <a:lnTo>
                      <a:pt x="12855" y="1612"/>
                    </a:lnTo>
                    <a:lnTo>
                      <a:pt x="12555" y="1599"/>
                    </a:lnTo>
                    <a:lnTo>
                      <a:pt x="12255" y="1572"/>
                    </a:lnTo>
                    <a:lnTo>
                      <a:pt x="11924" y="1546"/>
                    </a:lnTo>
                    <a:lnTo>
                      <a:pt x="11624" y="1513"/>
                    </a:lnTo>
                    <a:lnTo>
                      <a:pt x="11294" y="1473"/>
                    </a:lnTo>
                    <a:lnTo>
                      <a:pt x="11294" y="1473"/>
                    </a:lnTo>
                    <a:lnTo>
                      <a:pt x="11113" y="1447"/>
                    </a:lnTo>
                    <a:lnTo>
                      <a:pt x="10933" y="1414"/>
                    </a:lnTo>
                    <a:lnTo>
                      <a:pt x="10783" y="1381"/>
                    </a:lnTo>
                    <a:lnTo>
                      <a:pt x="10633" y="1348"/>
                    </a:lnTo>
                    <a:lnTo>
                      <a:pt x="10393" y="1269"/>
                    </a:lnTo>
                    <a:lnTo>
                      <a:pt x="10212" y="1183"/>
                    </a:lnTo>
                    <a:lnTo>
                      <a:pt x="10062" y="1090"/>
                    </a:lnTo>
                    <a:lnTo>
                      <a:pt x="9972" y="991"/>
                    </a:lnTo>
                    <a:lnTo>
                      <a:pt x="9912" y="886"/>
                    </a:lnTo>
                    <a:lnTo>
                      <a:pt x="9912" y="786"/>
                    </a:lnTo>
                    <a:lnTo>
                      <a:pt x="7269" y="786"/>
                    </a:lnTo>
                    <a:lnTo>
                      <a:pt x="7269" y="786"/>
                    </a:lnTo>
                    <a:lnTo>
                      <a:pt x="6788" y="780"/>
                    </a:lnTo>
                    <a:lnTo>
                      <a:pt x="6338" y="773"/>
                    </a:lnTo>
                    <a:lnTo>
                      <a:pt x="5917" y="753"/>
                    </a:lnTo>
                    <a:lnTo>
                      <a:pt x="5497" y="734"/>
                    </a:lnTo>
                    <a:lnTo>
                      <a:pt x="5106" y="707"/>
                    </a:lnTo>
                    <a:lnTo>
                      <a:pt x="4776" y="674"/>
                    </a:lnTo>
                    <a:lnTo>
                      <a:pt x="4476" y="641"/>
                    </a:lnTo>
                    <a:lnTo>
                      <a:pt x="4235" y="601"/>
                    </a:lnTo>
                    <a:lnTo>
                      <a:pt x="4235" y="601"/>
                    </a:lnTo>
                    <a:lnTo>
                      <a:pt x="3965" y="542"/>
                    </a:lnTo>
                    <a:lnTo>
                      <a:pt x="3725" y="476"/>
                    </a:lnTo>
                    <a:lnTo>
                      <a:pt x="3515" y="410"/>
                    </a:lnTo>
                    <a:lnTo>
                      <a:pt x="3364" y="337"/>
                    </a:lnTo>
                    <a:lnTo>
                      <a:pt x="3214" y="265"/>
                    </a:lnTo>
                    <a:lnTo>
                      <a:pt x="3124" y="185"/>
                    </a:lnTo>
                    <a:lnTo>
                      <a:pt x="3064" y="99"/>
                    </a:lnTo>
                    <a:lnTo>
                      <a:pt x="3034" y="14"/>
                    </a:lnTo>
                    <a:lnTo>
                      <a:pt x="3034" y="14"/>
                    </a:lnTo>
                    <a:lnTo>
                      <a:pt x="2554" y="40"/>
                    </a:lnTo>
                    <a:lnTo>
                      <a:pt x="2133" y="73"/>
                    </a:lnTo>
                    <a:lnTo>
                      <a:pt x="1743" y="113"/>
                    </a:lnTo>
                    <a:lnTo>
                      <a:pt x="1412" y="159"/>
                    </a:lnTo>
                    <a:lnTo>
                      <a:pt x="1112" y="205"/>
                    </a:lnTo>
                    <a:lnTo>
                      <a:pt x="872" y="265"/>
                    </a:lnTo>
                    <a:lnTo>
                      <a:pt x="661" y="324"/>
                    </a:lnTo>
                    <a:lnTo>
                      <a:pt x="481" y="384"/>
                    </a:lnTo>
                    <a:lnTo>
                      <a:pt x="361" y="443"/>
                    </a:lnTo>
                    <a:lnTo>
                      <a:pt x="241" y="509"/>
                    </a:lnTo>
                    <a:lnTo>
                      <a:pt x="151" y="575"/>
                    </a:lnTo>
                    <a:lnTo>
                      <a:pt x="91" y="635"/>
                    </a:lnTo>
                    <a:lnTo>
                      <a:pt x="31" y="753"/>
                    </a:lnTo>
                    <a:lnTo>
                      <a:pt x="1" y="852"/>
                    </a:lnTo>
                    <a:lnTo>
                      <a:pt x="1" y="852"/>
                    </a:lnTo>
                    <a:lnTo>
                      <a:pt x="31" y="912"/>
                    </a:lnTo>
                    <a:lnTo>
                      <a:pt x="61" y="971"/>
                    </a:lnTo>
                    <a:lnTo>
                      <a:pt x="121" y="1031"/>
                    </a:lnTo>
                    <a:lnTo>
                      <a:pt x="211" y="1097"/>
                    </a:lnTo>
                    <a:lnTo>
                      <a:pt x="331" y="1163"/>
                    </a:lnTo>
                    <a:lnTo>
                      <a:pt x="511" y="1229"/>
                    </a:lnTo>
                    <a:lnTo>
                      <a:pt x="691" y="1295"/>
                    </a:lnTo>
                    <a:lnTo>
                      <a:pt x="902" y="1361"/>
                    </a:lnTo>
                    <a:lnTo>
                      <a:pt x="1142" y="1421"/>
                    </a:lnTo>
                    <a:lnTo>
                      <a:pt x="1412" y="1473"/>
                    </a:lnTo>
                    <a:lnTo>
                      <a:pt x="1743" y="1520"/>
                    </a:lnTo>
                    <a:lnTo>
                      <a:pt x="2103" y="1566"/>
                    </a:lnTo>
                    <a:lnTo>
                      <a:pt x="2463" y="1599"/>
                    </a:lnTo>
                    <a:lnTo>
                      <a:pt x="2914" y="1625"/>
                    </a:lnTo>
                    <a:lnTo>
                      <a:pt x="3364" y="1645"/>
                    </a:lnTo>
                    <a:lnTo>
                      <a:pt x="3875" y="1652"/>
                    </a:lnTo>
                    <a:lnTo>
                      <a:pt x="3875" y="1652"/>
                    </a:lnTo>
                    <a:lnTo>
                      <a:pt x="3905" y="1652"/>
                    </a:lnTo>
                    <a:lnTo>
                      <a:pt x="14477"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84"/>
              <p:cNvSpPr/>
              <p:nvPr/>
            </p:nvSpPr>
            <p:spPr>
              <a:xfrm rot="10800000">
                <a:off x="4262513" y="3093489"/>
                <a:ext cx="99681" cy="421"/>
              </a:xfrm>
              <a:custGeom>
                <a:avLst/>
                <a:gdLst/>
                <a:ahLst/>
                <a:cxnLst/>
                <a:rect l="l" t="t" r="r" b="b"/>
                <a:pathLst>
                  <a:path w="7450" h="7" extrusionOk="0">
                    <a:moveTo>
                      <a:pt x="1" y="0"/>
                    </a:moveTo>
                    <a:lnTo>
                      <a:pt x="361" y="7"/>
                    </a:lnTo>
                    <a:lnTo>
                      <a:pt x="7450" y="7"/>
                    </a:lnTo>
                    <a:lnTo>
                      <a:pt x="7089" y="0"/>
                    </a:lnTo>
                    <a:close/>
                  </a:path>
                </a:pathLst>
              </a:custGeom>
              <a:solidFill>
                <a:srgbClr val="007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84"/>
              <p:cNvSpPr/>
              <p:nvPr/>
            </p:nvSpPr>
            <p:spPr>
              <a:xfrm rot="10800000">
                <a:off x="4262513" y="3093489"/>
                <a:ext cx="99681" cy="421"/>
              </a:xfrm>
              <a:custGeom>
                <a:avLst/>
                <a:gdLst/>
                <a:ahLst/>
                <a:cxnLst/>
                <a:rect l="l" t="t" r="r" b="b"/>
                <a:pathLst>
                  <a:path w="7450" h="7" fill="none" extrusionOk="0">
                    <a:moveTo>
                      <a:pt x="722" y="7"/>
                    </a:moveTo>
                    <a:lnTo>
                      <a:pt x="722" y="7"/>
                    </a:lnTo>
                    <a:lnTo>
                      <a:pt x="872" y="7"/>
                    </a:lnTo>
                    <a:lnTo>
                      <a:pt x="872" y="7"/>
                    </a:lnTo>
                    <a:lnTo>
                      <a:pt x="2854" y="7"/>
                    </a:lnTo>
                    <a:lnTo>
                      <a:pt x="2854" y="7"/>
                    </a:lnTo>
                    <a:lnTo>
                      <a:pt x="7450" y="7"/>
                    </a:lnTo>
                    <a:lnTo>
                      <a:pt x="7450" y="7"/>
                    </a:lnTo>
                    <a:lnTo>
                      <a:pt x="7089" y="0"/>
                    </a:lnTo>
                    <a:lnTo>
                      <a:pt x="6729" y="0"/>
                    </a:lnTo>
                    <a:lnTo>
                      <a:pt x="6729" y="0"/>
                    </a:lnTo>
                    <a:lnTo>
                      <a:pt x="6579" y="0"/>
                    </a:lnTo>
                    <a:lnTo>
                      <a:pt x="6579" y="0"/>
                    </a:lnTo>
                    <a:lnTo>
                      <a:pt x="4476" y="0"/>
                    </a:lnTo>
                    <a:lnTo>
                      <a:pt x="4476" y="0"/>
                    </a:lnTo>
                    <a:lnTo>
                      <a:pt x="1" y="0"/>
                    </a:lnTo>
                    <a:lnTo>
                      <a:pt x="1" y="0"/>
                    </a:lnTo>
                    <a:lnTo>
                      <a:pt x="361" y="7"/>
                    </a:lnTo>
                    <a:lnTo>
                      <a:pt x="722"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84"/>
              <p:cNvSpPr/>
              <p:nvPr/>
            </p:nvSpPr>
            <p:spPr>
              <a:xfrm rot="10800000">
                <a:off x="4622977" y="2994584"/>
                <a:ext cx="12470" cy="1263"/>
              </a:xfrm>
              <a:custGeom>
                <a:avLst/>
                <a:gdLst/>
                <a:ahLst/>
                <a:cxnLst/>
                <a:rect l="l" t="t" r="r" b="b"/>
                <a:pathLst>
                  <a:path w="932" h="21" extrusionOk="0">
                    <a:moveTo>
                      <a:pt x="721" y="1"/>
                    </a:moveTo>
                    <a:lnTo>
                      <a:pt x="361" y="8"/>
                    </a:lnTo>
                    <a:lnTo>
                      <a:pt x="0" y="21"/>
                    </a:lnTo>
                    <a:lnTo>
                      <a:pt x="931" y="21"/>
                    </a:lnTo>
                    <a:lnTo>
                      <a:pt x="931" y="1"/>
                    </a:lnTo>
                    <a:close/>
                  </a:path>
                </a:pathLst>
              </a:custGeom>
              <a:solidFill>
                <a:srgbClr val="009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84"/>
              <p:cNvSpPr/>
              <p:nvPr/>
            </p:nvSpPr>
            <p:spPr>
              <a:xfrm rot="10800000">
                <a:off x="4622977" y="2994584"/>
                <a:ext cx="12470" cy="1263"/>
              </a:xfrm>
              <a:custGeom>
                <a:avLst/>
                <a:gdLst/>
                <a:ahLst/>
                <a:cxnLst/>
                <a:rect l="l" t="t" r="r" b="b"/>
                <a:pathLst>
                  <a:path w="932" h="21" fill="none" extrusionOk="0">
                    <a:moveTo>
                      <a:pt x="0" y="21"/>
                    </a:moveTo>
                    <a:lnTo>
                      <a:pt x="931" y="21"/>
                    </a:lnTo>
                    <a:lnTo>
                      <a:pt x="931" y="21"/>
                    </a:lnTo>
                    <a:lnTo>
                      <a:pt x="931" y="1"/>
                    </a:lnTo>
                    <a:lnTo>
                      <a:pt x="931" y="1"/>
                    </a:lnTo>
                    <a:lnTo>
                      <a:pt x="721" y="1"/>
                    </a:lnTo>
                    <a:lnTo>
                      <a:pt x="721" y="1"/>
                    </a:lnTo>
                    <a:lnTo>
                      <a:pt x="361" y="8"/>
                    </a:lnTo>
                    <a:lnTo>
                      <a:pt x="0" y="2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84"/>
              <p:cNvSpPr/>
              <p:nvPr/>
            </p:nvSpPr>
            <p:spPr>
              <a:xfrm rot="10800000">
                <a:off x="4730266" y="2995365"/>
                <a:ext cx="94463" cy="51287"/>
              </a:xfrm>
              <a:custGeom>
                <a:avLst/>
                <a:gdLst/>
                <a:ahLst/>
                <a:cxnLst/>
                <a:rect l="l" t="t" r="r" b="b"/>
                <a:pathLst>
                  <a:path w="7060" h="853" extrusionOk="0">
                    <a:moveTo>
                      <a:pt x="1" y="0"/>
                    </a:moveTo>
                    <a:lnTo>
                      <a:pt x="1" y="100"/>
                    </a:lnTo>
                    <a:lnTo>
                      <a:pt x="61" y="205"/>
                    </a:lnTo>
                    <a:lnTo>
                      <a:pt x="151" y="304"/>
                    </a:lnTo>
                    <a:lnTo>
                      <a:pt x="301" y="397"/>
                    </a:lnTo>
                    <a:lnTo>
                      <a:pt x="482" y="483"/>
                    </a:lnTo>
                    <a:lnTo>
                      <a:pt x="722" y="562"/>
                    </a:lnTo>
                    <a:lnTo>
                      <a:pt x="872" y="595"/>
                    </a:lnTo>
                    <a:lnTo>
                      <a:pt x="1022" y="628"/>
                    </a:lnTo>
                    <a:lnTo>
                      <a:pt x="1202" y="661"/>
                    </a:lnTo>
                    <a:lnTo>
                      <a:pt x="1383" y="687"/>
                    </a:lnTo>
                    <a:lnTo>
                      <a:pt x="1713" y="727"/>
                    </a:lnTo>
                    <a:lnTo>
                      <a:pt x="2013" y="760"/>
                    </a:lnTo>
                    <a:lnTo>
                      <a:pt x="2344" y="786"/>
                    </a:lnTo>
                    <a:lnTo>
                      <a:pt x="2644" y="813"/>
                    </a:lnTo>
                    <a:lnTo>
                      <a:pt x="2944" y="826"/>
                    </a:lnTo>
                    <a:lnTo>
                      <a:pt x="3245" y="839"/>
                    </a:lnTo>
                    <a:lnTo>
                      <a:pt x="3515" y="846"/>
                    </a:lnTo>
                    <a:lnTo>
                      <a:pt x="3815" y="853"/>
                    </a:lnTo>
                    <a:lnTo>
                      <a:pt x="4176" y="846"/>
                    </a:lnTo>
                    <a:lnTo>
                      <a:pt x="4536" y="833"/>
                    </a:lnTo>
                    <a:lnTo>
                      <a:pt x="4867" y="813"/>
                    </a:lnTo>
                    <a:lnTo>
                      <a:pt x="5197" y="786"/>
                    </a:lnTo>
                    <a:lnTo>
                      <a:pt x="5497" y="747"/>
                    </a:lnTo>
                    <a:lnTo>
                      <a:pt x="5768" y="701"/>
                    </a:lnTo>
                    <a:lnTo>
                      <a:pt x="6038" y="648"/>
                    </a:lnTo>
                    <a:lnTo>
                      <a:pt x="6308" y="588"/>
                    </a:lnTo>
                    <a:lnTo>
                      <a:pt x="6458" y="542"/>
                    </a:lnTo>
                    <a:lnTo>
                      <a:pt x="6579" y="483"/>
                    </a:lnTo>
                    <a:lnTo>
                      <a:pt x="6729" y="417"/>
                    </a:lnTo>
                    <a:lnTo>
                      <a:pt x="6819" y="344"/>
                    </a:lnTo>
                    <a:lnTo>
                      <a:pt x="6909" y="265"/>
                    </a:lnTo>
                    <a:lnTo>
                      <a:pt x="6999" y="179"/>
                    </a:lnTo>
                    <a:lnTo>
                      <a:pt x="7029" y="86"/>
                    </a:lnTo>
                    <a:lnTo>
                      <a:pt x="7059" y="0"/>
                    </a:lnTo>
                    <a:close/>
                  </a:path>
                </a:pathLst>
              </a:custGeom>
              <a:solidFill>
                <a:srgbClr val="009C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84"/>
              <p:cNvSpPr/>
              <p:nvPr/>
            </p:nvSpPr>
            <p:spPr>
              <a:xfrm rot="10800000">
                <a:off x="4730266" y="2995365"/>
                <a:ext cx="94463" cy="51287"/>
              </a:xfrm>
              <a:custGeom>
                <a:avLst/>
                <a:gdLst/>
                <a:ahLst/>
                <a:cxnLst/>
                <a:rect l="l" t="t" r="r" b="b"/>
                <a:pathLst>
                  <a:path w="7060" h="853" fill="none" extrusionOk="0">
                    <a:moveTo>
                      <a:pt x="3815" y="853"/>
                    </a:moveTo>
                    <a:lnTo>
                      <a:pt x="3815" y="853"/>
                    </a:lnTo>
                    <a:lnTo>
                      <a:pt x="4176" y="846"/>
                    </a:lnTo>
                    <a:lnTo>
                      <a:pt x="4536" y="833"/>
                    </a:lnTo>
                    <a:lnTo>
                      <a:pt x="4867" y="813"/>
                    </a:lnTo>
                    <a:lnTo>
                      <a:pt x="5197" y="786"/>
                    </a:lnTo>
                    <a:lnTo>
                      <a:pt x="5497" y="747"/>
                    </a:lnTo>
                    <a:lnTo>
                      <a:pt x="5768" y="701"/>
                    </a:lnTo>
                    <a:lnTo>
                      <a:pt x="6038" y="648"/>
                    </a:lnTo>
                    <a:lnTo>
                      <a:pt x="6308" y="588"/>
                    </a:lnTo>
                    <a:lnTo>
                      <a:pt x="6308" y="588"/>
                    </a:lnTo>
                    <a:lnTo>
                      <a:pt x="6458" y="542"/>
                    </a:lnTo>
                    <a:lnTo>
                      <a:pt x="6579" y="483"/>
                    </a:lnTo>
                    <a:lnTo>
                      <a:pt x="6729" y="417"/>
                    </a:lnTo>
                    <a:lnTo>
                      <a:pt x="6819" y="344"/>
                    </a:lnTo>
                    <a:lnTo>
                      <a:pt x="6909" y="265"/>
                    </a:lnTo>
                    <a:lnTo>
                      <a:pt x="6999" y="179"/>
                    </a:lnTo>
                    <a:lnTo>
                      <a:pt x="7029" y="86"/>
                    </a:lnTo>
                    <a:lnTo>
                      <a:pt x="7059" y="0"/>
                    </a:lnTo>
                    <a:lnTo>
                      <a:pt x="1" y="0"/>
                    </a:lnTo>
                    <a:lnTo>
                      <a:pt x="1" y="0"/>
                    </a:lnTo>
                    <a:lnTo>
                      <a:pt x="1" y="100"/>
                    </a:lnTo>
                    <a:lnTo>
                      <a:pt x="61" y="205"/>
                    </a:lnTo>
                    <a:lnTo>
                      <a:pt x="151" y="304"/>
                    </a:lnTo>
                    <a:lnTo>
                      <a:pt x="301" y="397"/>
                    </a:lnTo>
                    <a:lnTo>
                      <a:pt x="482" y="483"/>
                    </a:lnTo>
                    <a:lnTo>
                      <a:pt x="722" y="562"/>
                    </a:lnTo>
                    <a:lnTo>
                      <a:pt x="872" y="595"/>
                    </a:lnTo>
                    <a:lnTo>
                      <a:pt x="1022" y="628"/>
                    </a:lnTo>
                    <a:lnTo>
                      <a:pt x="1202" y="661"/>
                    </a:lnTo>
                    <a:lnTo>
                      <a:pt x="1383" y="687"/>
                    </a:lnTo>
                    <a:lnTo>
                      <a:pt x="1383" y="687"/>
                    </a:lnTo>
                    <a:lnTo>
                      <a:pt x="1713" y="727"/>
                    </a:lnTo>
                    <a:lnTo>
                      <a:pt x="2013" y="760"/>
                    </a:lnTo>
                    <a:lnTo>
                      <a:pt x="2344" y="786"/>
                    </a:lnTo>
                    <a:lnTo>
                      <a:pt x="2644" y="813"/>
                    </a:lnTo>
                    <a:lnTo>
                      <a:pt x="2944" y="826"/>
                    </a:lnTo>
                    <a:lnTo>
                      <a:pt x="3245" y="839"/>
                    </a:lnTo>
                    <a:lnTo>
                      <a:pt x="3515" y="846"/>
                    </a:lnTo>
                    <a:lnTo>
                      <a:pt x="3815" y="85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84"/>
              <p:cNvSpPr/>
              <p:nvPr/>
            </p:nvSpPr>
            <p:spPr>
              <a:xfrm rot="10800000">
                <a:off x="4375433" y="2994584"/>
                <a:ext cx="247557" cy="52850"/>
              </a:xfrm>
              <a:custGeom>
                <a:avLst/>
                <a:gdLst/>
                <a:ahLst/>
                <a:cxnLst/>
                <a:rect l="l" t="t" r="r" b="b"/>
                <a:pathLst>
                  <a:path w="18502" h="879" extrusionOk="0">
                    <a:moveTo>
                      <a:pt x="3935" y="0"/>
                    </a:moveTo>
                    <a:lnTo>
                      <a:pt x="3304" y="13"/>
                    </a:lnTo>
                    <a:lnTo>
                      <a:pt x="2734" y="33"/>
                    </a:lnTo>
                    <a:lnTo>
                      <a:pt x="2253" y="66"/>
                    </a:lnTo>
                    <a:lnTo>
                      <a:pt x="1802" y="106"/>
                    </a:lnTo>
                    <a:lnTo>
                      <a:pt x="1442" y="152"/>
                    </a:lnTo>
                    <a:lnTo>
                      <a:pt x="1112" y="212"/>
                    </a:lnTo>
                    <a:lnTo>
                      <a:pt x="841" y="271"/>
                    </a:lnTo>
                    <a:lnTo>
                      <a:pt x="631" y="337"/>
                    </a:lnTo>
                    <a:lnTo>
                      <a:pt x="421" y="403"/>
                    </a:lnTo>
                    <a:lnTo>
                      <a:pt x="301" y="476"/>
                    </a:lnTo>
                    <a:lnTo>
                      <a:pt x="181" y="542"/>
                    </a:lnTo>
                    <a:lnTo>
                      <a:pt x="91" y="615"/>
                    </a:lnTo>
                    <a:lnTo>
                      <a:pt x="60" y="681"/>
                    </a:lnTo>
                    <a:lnTo>
                      <a:pt x="0" y="747"/>
                    </a:lnTo>
                    <a:lnTo>
                      <a:pt x="0" y="859"/>
                    </a:lnTo>
                    <a:lnTo>
                      <a:pt x="271" y="866"/>
                    </a:lnTo>
                    <a:lnTo>
                      <a:pt x="571" y="879"/>
                    </a:lnTo>
                    <a:lnTo>
                      <a:pt x="18502" y="879"/>
                    </a:lnTo>
                    <a:lnTo>
                      <a:pt x="18502" y="813"/>
                    </a:lnTo>
                    <a:lnTo>
                      <a:pt x="18472" y="747"/>
                    </a:lnTo>
                    <a:lnTo>
                      <a:pt x="18442" y="681"/>
                    </a:lnTo>
                    <a:lnTo>
                      <a:pt x="18382" y="608"/>
                    </a:lnTo>
                    <a:lnTo>
                      <a:pt x="18292" y="535"/>
                    </a:lnTo>
                    <a:lnTo>
                      <a:pt x="18201" y="463"/>
                    </a:lnTo>
                    <a:lnTo>
                      <a:pt x="18051" y="390"/>
                    </a:lnTo>
                    <a:lnTo>
                      <a:pt x="17871" y="317"/>
                    </a:lnTo>
                    <a:lnTo>
                      <a:pt x="17631" y="251"/>
                    </a:lnTo>
                    <a:lnTo>
                      <a:pt x="17360" y="192"/>
                    </a:lnTo>
                    <a:lnTo>
                      <a:pt x="17060" y="139"/>
                    </a:lnTo>
                    <a:lnTo>
                      <a:pt x="16700" y="93"/>
                    </a:lnTo>
                    <a:lnTo>
                      <a:pt x="16309" y="53"/>
                    </a:lnTo>
                    <a:lnTo>
                      <a:pt x="15829" y="27"/>
                    </a:lnTo>
                    <a:lnTo>
                      <a:pt x="15318" y="7"/>
                    </a:lnTo>
                    <a:lnTo>
                      <a:pt x="14747" y="0"/>
                    </a:lnTo>
                    <a:lnTo>
                      <a:pt x="7809" y="0"/>
                    </a:lnTo>
                    <a:lnTo>
                      <a:pt x="7509" y="7"/>
                    </a:lnTo>
                    <a:lnTo>
                      <a:pt x="7179" y="13"/>
                    </a:lnTo>
                    <a:lnTo>
                      <a:pt x="6878" y="7"/>
                    </a:lnTo>
                    <a:lnTo>
                      <a:pt x="6548" y="0"/>
                    </a:lnTo>
                    <a:close/>
                  </a:path>
                </a:pathLst>
              </a:custGeom>
              <a:solidFill>
                <a:srgbClr val="009C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84"/>
              <p:cNvSpPr/>
              <p:nvPr/>
            </p:nvSpPr>
            <p:spPr>
              <a:xfrm rot="10800000">
                <a:off x="4375433" y="2994584"/>
                <a:ext cx="247557" cy="52850"/>
              </a:xfrm>
              <a:custGeom>
                <a:avLst/>
                <a:gdLst/>
                <a:ahLst/>
                <a:cxnLst/>
                <a:rect l="l" t="t" r="r" b="b"/>
                <a:pathLst>
                  <a:path w="18502" h="879" fill="none" extrusionOk="0">
                    <a:moveTo>
                      <a:pt x="571" y="879"/>
                    </a:moveTo>
                    <a:lnTo>
                      <a:pt x="18502" y="879"/>
                    </a:lnTo>
                    <a:lnTo>
                      <a:pt x="18502" y="879"/>
                    </a:lnTo>
                    <a:lnTo>
                      <a:pt x="18502" y="813"/>
                    </a:lnTo>
                    <a:lnTo>
                      <a:pt x="18472" y="747"/>
                    </a:lnTo>
                    <a:lnTo>
                      <a:pt x="18442" y="681"/>
                    </a:lnTo>
                    <a:lnTo>
                      <a:pt x="18382" y="608"/>
                    </a:lnTo>
                    <a:lnTo>
                      <a:pt x="18292" y="535"/>
                    </a:lnTo>
                    <a:lnTo>
                      <a:pt x="18201" y="463"/>
                    </a:lnTo>
                    <a:lnTo>
                      <a:pt x="18051" y="390"/>
                    </a:lnTo>
                    <a:lnTo>
                      <a:pt x="17871" y="317"/>
                    </a:lnTo>
                    <a:lnTo>
                      <a:pt x="17631" y="251"/>
                    </a:lnTo>
                    <a:lnTo>
                      <a:pt x="17360" y="192"/>
                    </a:lnTo>
                    <a:lnTo>
                      <a:pt x="17060" y="139"/>
                    </a:lnTo>
                    <a:lnTo>
                      <a:pt x="16700" y="93"/>
                    </a:lnTo>
                    <a:lnTo>
                      <a:pt x="16309" y="53"/>
                    </a:lnTo>
                    <a:lnTo>
                      <a:pt x="15829" y="27"/>
                    </a:lnTo>
                    <a:lnTo>
                      <a:pt x="15318" y="7"/>
                    </a:lnTo>
                    <a:lnTo>
                      <a:pt x="14747" y="0"/>
                    </a:lnTo>
                    <a:lnTo>
                      <a:pt x="14747" y="0"/>
                    </a:lnTo>
                    <a:lnTo>
                      <a:pt x="14597" y="0"/>
                    </a:lnTo>
                    <a:lnTo>
                      <a:pt x="14597" y="0"/>
                    </a:lnTo>
                    <a:lnTo>
                      <a:pt x="14117" y="0"/>
                    </a:lnTo>
                    <a:lnTo>
                      <a:pt x="14117" y="0"/>
                    </a:lnTo>
                    <a:lnTo>
                      <a:pt x="10332" y="0"/>
                    </a:lnTo>
                    <a:lnTo>
                      <a:pt x="10332" y="0"/>
                    </a:lnTo>
                    <a:lnTo>
                      <a:pt x="7809" y="0"/>
                    </a:lnTo>
                    <a:lnTo>
                      <a:pt x="7809" y="0"/>
                    </a:lnTo>
                    <a:lnTo>
                      <a:pt x="7509" y="7"/>
                    </a:lnTo>
                    <a:lnTo>
                      <a:pt x="7179" y="13"/>
                    </a:lnTo>
                    <a:lnTo>
                      <a:pt x="7179" y="13"/>
                    </a:lnTo>
                    <a:lnTo>
                      <a:pt x="6878" y="7"/>
                    </a:lnTo>
                    <a:lnTo>
                      <a:pt x="6548" y="0"/>
                    </a:lnTo>
                    <a:lnTo>
                      <a:pt x="6548" y="0"/>
                    </a:lnTo>
                    <a:lnTo>
                      <a:pt x="6067" y="0"/>
                    </a:lnTo>
                    <a:lnTo>
                      <a:pt x="6067" y="0"/>
                    </a:lnTo>
                    <a:lnTo>
                      <a:pt x="3935" y="0"/>
                    </a:lnTo>
                    <a:lnTo>
                      <a:pt x="3935" y="0"/>
                    </a:lnTo>
                    <a:lnTo>
                      <a:pt x="3304" y="13"/>
                    </a:lnTo>
                    <a:lnTo>
                      <a:pt x="2734" y="33"/>
                    </a:lnTo>
                    <a:lnTo>
                      <a:pt x="2253" y="66"/>
                    </a:lnTo>
                    <a:lnTo>
                      <a:pt x="1802" y="106"/>
                    </a:lnTo>
                    <a:lnTo>
                      <a:pt x="1442" y="152"/>
                    </a:lnTo>
                    <a:lnTo>
                      <a:pt x="1112" y="212"/>
                    </a:lnTo>
                    <a:lnTo>
                      <a:pt x="841" y="271"/>
                    </a:lnTo>
                    <a:lnTo>
                      <a:pt x="631" y="337"/>
                    </a:lnTo>
                    <a:lnTo>
                      <a:pt x="421" y="403"/>
                    </a:lnTo>
                    <a:lnTo>
                      <a:pt x="301" y="476"/>
                    </a:lnTo>
                    <a:lnTo>
                      <a:pt x="181" y="542"/>
                    </a:lnTo>
                    <a:lnTo>
                      <a:pt x="91" y="615"/>
                    </a:lnTo>
                    <a:lnTo>
                      <a:pt x="60" y="681"/>
                    </a:lnTo>
                    <a:lnTo>
                      <a:pt x="0" y="747"/>
                    </a:lnTo>
                    <a:lnTo>
                      <a:pt x="0" y="859"/>
                    </a:lnTo>
                    <a:lnTo>
                      <a:pt x="0" y="859"/>
                    </a:lnTo>
                    <a:lnTo>
                      <a:pt x="0" y="859"/>
                    </a:lnTo>
                    <a:lnTo>
                      <a:pt x="0" y="859"/>
                    </a:lnTo>
                    <a:lnTo>
                      <a:pt x="271" y="866"/>
                    </a:lnTo>
                    <a:lnTo>
                      <a:pt x="571" y="87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84"/>
              <p:cNvSpPr/>
              <p:nvPr/>
            </p:nvSpPr>
            <p:spPr>
              <a:xfrm rot="10800000">
                <a:off x="4615337" y="2994584"/>
                <a:ext cx="7653" cy="1263"/>
              </a:xfrm>
              <a:custGeom>
                <a:avLst/>
                <a:gdLst/>
                <a:ahLst/>
                <a:cxnLst/>
                <a:rect l="l" t="t" r="r" b="b"/>
                <a:pathLst>
                  <a:path w="572" h="21" extrusionOk="0">
                    <a:moveTo>
                      <a:pt x="0" y="1"/>
                    </a:moveTo>
                    <a:lnTo>
                      <a:pt x="0" y="21"/>
                    </a:lnTo>
                    <a:lnTo>
                      <a:pt x="571" y="21"/>
                    </a:lnTo>
                    <a:lnTo>
                      <a:pt x="271" y="8"/>
                    </a:lnTo>
                    <a:lnTo>
                      <a:pt x="0" y="1"/>
                    </a:lnTo>
                    <a:close/>
                  </a:path>
                </a:pathLst>
              </a:custGeom>
              <a:solidFill>
                <a:srgbClr val="0076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84"/>
              <p:cNvSpPr/>
              <p:nvPr/>
            </p:nvSpPr>
            <p:spPr>
              <a:xfrm rot="10800000">
                <a:off x="4615337" y="2994584"/>
                <a:ext cx="7653" cy="1263"/>
              </a:xfrm>
              <a:custGeom>
                <a:avLst/>
                <a:gdLst/>
                <a:ahLst/>
                <a:cxnLst/>
                <a:rect l="l" t="t" r="r" b="b"/>
                <a:pathLst>
                  <a:path w="572" h="21" fill="none" extrusionOk="0">
                    <a:moveTo>
                      <a:pt x="0" y="21"/>
                    </a:moveTo>
                    <a:lnTo>
                      <a:pt x="571" y="21"/>
                    </a:lnTo>
                    <a:lnTo>
                      <a:pt x="571" y="21"/>
                    </a:lnTo>
                    <a:lnTo>
                      <a:pt x="271" y="8"/>
                    </a:lnTo>
                    <a:lnTo>
                      <a:pt x="0" y="1"/>
                    </a:lnTo>
                    <a:lnTo>
                      <a:pt x="0" y="1"/>
                    </a:lnTo>
                    <a:lnTo>
                      <a:pt x="0" y="2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84"/>
              <p:cNvSpPr/>
              <p:nvPr/>
            </p:nvSpPr>
            <p:spPr>
              <a:xfrm rot="10800000">
                <a:off x="4821084" y="2749936"/>
                <a:ext cx="206172" cy="100108"/>
              </a:xfrm>
              <a:custGeom>
                <a:avLst/>
                <a:gdLst/>
                <a:ahLst/>
                <a:cxnLst/>
                <a:rect l="l" t="t" r="r" b="b"/>
                <a:pathLst>
                  <a:path w="15409" h="1665" extrusionOk="0">
                    <a:moveTo>
                      <a:pt x="3184" y="0"/>
                    </a:moveTo>
                    <a:lnTo>
                      <a:pt x="2794" y="13"/>
                    </a:lnTo>
                    <a:lnTo>
                      <a:pt x="2433" y="33"/>
                    </a:lnTo>
                    <a:lnTo>
                      <a:pt x="2103" y="60"/>
                    </a:lnTo>
                    <a:lnTo>
                      <a:pt x="1773" y="93"/>
                    </a:lnTo>
                    <a:lnTo>
                      <a:pt x="1472" y="139"/>
                    </a:lnTo>
                    <a:lnTo>
                      <a:pt x="1202" y="185"/>
                    </a:lnTo>
                    <a:lnTo>
                      <a:pt x="962" y="244"/>
                    </a:lnTo>
                    <a:lnTo>
                      <a:pt x="751" y="317"/>
                    </a:lnTo>
                    <a:lnTo>
                      <a:pt x="541" y="403"/>
                    </a:lnTo>
                    <a:lnTo>
                      <a:pt x="391" y="489"/>
                    </a:lnTo>
                    <a:lnTo>
                      <a:pt x="241" y="575"/>
                    </a:lnTo>
                    <a:lnTo>
                      <a:pt x="121" y="661"/>
                    </a:lnTo>
                    <a:lnTo>
                      <a:pt x="61" y="746"/>
                    </a:lnTo>
                    <a:lnTo>
                      <a:pt x="1" y="826"/>
                    </a:lnTo>
                    <a:lnTo>
                      <a:pt x="1" y="905"/>
                    </a:lnTo>
                    <a:lnTo>
                      <a:pt x="31" y="978"/>
                    </a:lnTo>
                    <a:lnTo>
                      <a:pt x="61" y="1050"/>
                    </a:lnTo>
                    <a:lnTo>
                      <a:pt x="151" y="1123"/>
                    </a:lnTo>
                    <a:lnTo>
                      <a:pt x="271" y="1189"/>
                    </a:lnTo>
                    <a:lnTo>
                      <a:pt x="391" y="1255"/>
                    </a:lnTo>
                    <a:lnTo>
                      <a:pt x="541" y="1315"/>
                    </a:lnTo>
                    <a:lnTo>
                      <a:pt x="751" y="1374"/>
                    </a:lnTo>
                    <a:lnTo>
                      <a:pt x="962" y="1433"/>
                    </a:lnTo>
                    <a:lnTo>
                      <a:pt x="1202" y="1480"/>
                    </a:lnTo>
                    <a:lnTo>
                      <a:pt x="1412" y="1519"/>
                    </a:lnTo>
                    <a:lnTo>
                      <a:pt x="1712" y="1559"/>
                    </a:lnTo>
                    <a:lnTo>
                      <a:pt x="2073" y="1592"/>
                    </a:lnTo>
                    <a:lnTo>
                      <a:pt x="2463" y="1618"/>
                    </a:lnTo>
                    <a:lnTo>
                      <a:pt x="2854" y="1638"/>
                    </a:lnTo>
                    <a:lnTo>
                      <a:pt x="3304" y="1651"/>
                    </a:lnTo>
                    <a:lnTo>
                      <a:pt x="3755" y="1665"/>
                    </a:lnTo>
                    <a:lnTo>
                      <a:pt x="15408" y="1665"/>
                    </a:lnTo>
                    <a:lnTo>
                      <a:pt x="15408" y="0"/>
                    </a:lnTo>
                    <a:lnTo>
                      <a:pt x="15138" y="0"/>
                    </a:lnTo>
                    <a:lnTo>
                      <a:pt x="15138" y="40"/>
                    </a:lnTo>
                    <a:lnTo>
                      <a:pt x="15078" y="152"/>
                    </a:lnTo>
                    <a:lnTo>
                      <a:pt x="15018" y="258"/>
                    </a:lnTo>
                    <a:lnTo>
                      <a:pt x="14898" y="350"/>
                    </a:lnTo>
                    <a:lnTo>
                      <a:pt x="14778" y="429"/>
                    </a:lnTo>
                    <a:lnTo>
                      <a:pt x="14627" y="502"/>
                    </a:lnTo>
                    <a:lnTo>
                      <a:pt x="14417" y="568"/>
                    </a:lnTo>
                    <a:lnTo>
                      <a:pt x="14237" y="621"/>
                    </a:lnTo>
                    <a:lnTo>
                      <a:pt x="13997" y="661"/>
                    </a:lnTo>
                    <a:lnTo>
                      <a:pt x="13756" y="700"/>
                    </a:lnTo>
                    <a:lnTo>
                      <a:pt x="13516" y="733"/>
                    </a:lnTo>
                    <a:lnTo>
                      <a:pt x="13246" y="760"/>
                    </a:lnTo>
                    <a:lnTo>
                      <a:pt x="13006" y="780"/>
                    </a:lnTo>
                    <a:lnTo>
                      <a:pt x="12465" y="806"/>
                    </a:lnTo>
                    <a:lnTo>
                      <a:pt x="11954" y="819"/>
                    </a:lnTo>
                    <a:lnTo>
                      <a:pt x="11504" y="826"/>
                    </a:lnTo>
                    <a:lnTo>
                      <a:pt x="11203" y="826"/>
                    </a:lnTo>
                    <a:lnTo>
                      <a:pt x="10903" y="819"/>
                    </a:lnTo>
                    <a:lnTo>
                      <a:pt x="10603" y="806"/>
                    </a:lnTo>
                    <a:lnTo>
                      <a:pt x="10302" y="793"/>
                    </a:lnTo>
                    <a:lnTo>
                      <a:pt x="9972" y="773"/>
                    </a:lnTo>
                    <a:lnTo>
                      <a:pt x="9672" y="746"/>
                    </a:lnTo>
                    <a:lnTo>
                      <a:pt x="9371" y="707"/>
                    </a:lnTo>
                    <a:lnTo>
                      <a:pt x="9071" y="667"/>
                    </a:lnTo>
                    <a:lnTo>
                      <a:pt x="8801" y="614"/>
                    </a:lnTo>
                    <a:lnTo>
                      <a:pt x="8560" y="562"/>
                    </a:lnTo>
                    <a:lnTo>
                      <a:pt x="8350" y="489"/>
                    </a:lnTo>
                    <a:lnTo>
                      <a:pt x="8140" y="416"/>
                    </a:lnTo>
                    <a:lnTo>
                      <a:pt x="7990" y="330"/>
                    </a:lnTo>
                    <a:lnTo>
                      <a:pt x="7870" y="231"/>
                    </a:lnTo>
                    <a:lnTo>
                      <a:pt x="7810" y="119"/>
                    </a:lnTo>
                    <a:lnTo>
                      <a:pt x="7810" y="0"/>
                    </a:lnTo>
                    <a:close/>
                  </a:path>
                </a:pathLst>
              </a:custGeom>
              <a:solidFill>
                <a:srgbClr val="00C1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84"/>
              <p:cNvSpPr/>
              <p:nvPr/>
            </p:nvSpPr>
            <p:spPr>
              <a:xfrm rot="10800000">
                <a:off x="4721438" y="2799960"/>
                <a:ext cx="13" cy="8778"/>
              </a:xfrm>
              <a:custGeom>
                <a:avLst/>
                <a:gdLst/>
                <a:ahLst/>
                <a:cxnLst/>
                <a:rect l="l" t="t" r="r" b="b"/>
                <a:pathLst>
                  <a:path w="1" h="146" fill="none" extrusionOk="0">
                    <a:moveTo>
                      <a:pt x="1" y="145"/>
                    </a:moveTo>
                    <a:lnTo>
                      <a:pt x="1" y="145"/>
                    </a:lnTo>
                    <a:lnTo>
                      <a:pt x="1" y="145"/>
                    </a:lnTo>
                    <a:lnTo>
                      <a:pt x="1" y="0"/>
                    </a:lnTo>
                    <a:lnTo>
                      <a:pt x="1" y="0"/>
                    </a:lnTo>
                    <a:lnTo>
                      <a:pt x="1" y="0"/>
                    </a:lnTo>
                    <a:lnTo>
                      <a:pt x="1" y="14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84"/>
              <p:cNvSpPr/>
              <p:nvPr/>
            </p:nvSpPr>
            <p:spPr>
              <a:xfrm rot="10800000">
                <a:off x="4821084" y="2749936"/>
                <a:ext cx="206172" cy="100108"/>
              </a:xfrm>
              <a:custGeom>
                <a:avLst/>
                <a:gdLst/>
                <a:ahLst/>
                <a:cxnLst/>
                <a:rect l="l" t="t" r="r" b="b"/>
                <a:pathLst>
                  <a:path w="15409" h="1665" fill="none" extrusionOk="0">
                    <a:moveTo>
                      <a:pt x="4205" y="1665"/>
                    </a:moveTo>
                    <a:lnTo>
                      <a:pt x="11354" y="1665"/>
                    </a:lnTo>
                    <a:lnTo>
                      <a:pt x="11354" y="1665"/>
                    </a:lnTo>
                    <a:lnTo>
                      <a:pt x="11864" y="1665"/>
                    </a:lnTo>
                    <a:lnTo>
                      <a:pt x="11864" y="1665"/>
                    </a:lnTo>
                    <a:lnTo>
                      <a:pt x="12345" y="1665"/>
                    </a:lnTo>
                    <a:lnTo>
                      <a:pt x="15408" y="1665"/>
                    </a:lnTo>
                    <a:lnTo>
                      <a:pt x="15408" y="0"/>
                    </a:lnTo>
                    <a:lnTo>
                      <a:pt x="15138" y="0"/>
                    </a:lnTo>
                    <a:lnTo>
                      <a:pt x="15138" y="0"/>
                    </a:lnTo>
                    <a:lnTo>
                      <a:pt x="15138" y="40"/>
                    </a:lnTo>
                    <a:lnTo>
                      <a:pt x="15138" y="40"/>
                    </a:lnTo>
                    <a:lnTo>
                      <a:pt x="15078" y="152"/>
                    </a:lnTo>
                    <a:lnTo>
                      <a:pt x="15018" y="258"/>
                    </a:lnTo>
                    <a:lnTo>
                      <a:pt x="14898" y="350"/>
                    </a:lnTo>
                    <a:lnTo>
                      <a:pt x="14778" y="429"/>
                    </a:lnTo>
                    <a:lnTo>
                      <a:pt x="14627" y="502"/>
                    </a:lnTo>
                    <a:lnTo>
                      <a:pt x="14417" y="568"/>
                    </a:lnTo>
                    <a:lnTo>
                      <a:pt x="14237" y="621"/>
                    </a:lnTo>
                    <a:lnTo>
                      <a:pt x="13997" y="661"/>
                    </a:lnTo>
                    <a:lnTo>
                      <a:pt x="13756" y="700"/>
                    </a:lnTo>
                    <a:lnTo>
                      <a:pt x="13516" y="733"/>
                    </a:lnTo>
                    <a:lnTo>
                      <a:pt x="13246" y="760"/>
                    </a:lnTo>
                    <a:lnTo>
                      <a:pt x="13006" y="780"/>
                    </a:lnTo>
                    <a:lnTo>
                      <a:pt x="12465" y="806"/>
                    </a:lnTo>
                    <a:lnTo>
                      <a:pt x="11954" y="819"/>
                    </a:lnTo>
                    <a:lnTo>
                      <a:pt x="11954" y="819"/>
                    </a:lnTo>
                    <a:lnTo>
                      <a:pt x="11504" y="826"/>
                    </a:lnTo>
                    <a:lnTo>
                      <a:pt x="11504" y="826"/>
                    </a:lnTo>
                    <a:lnTo>
                      <a:pt x="11203" y="826"/>
                    </a:lnTo>
                    <a:lnTo>
                      <a:pt x="10903" y="819"/>
                    </a:lnTo>
                    <a:lnTo>
                      <a:pt x="10603" y="806"/>
                    </a:lnTo>
                    <a:lnTo>
                      <a:pt x="10302" y="793"/>
                    </a:lnTo>
                    <a:lnTo>
                      <a:pt x="9972" y="773"/>
                    </a:lnTo>
                    <a:lnTo>
                      <a:pt x="9672" y="746"/>
                    </a:lnTo>
                    <a:lnTo>
                      <a:pt x="9371" y="707"/>
                    </a:lnTo>
                    <a:lnTo>
                      <a:pt x="9071" y="667"/>
                    </a:lnTo>
                    <a:lnTo>
                      <a:pt x="8801" y="614"/>
                    </a:lnTo>
                    <a:lnTo>
                      <a:pt x="8560" y="562"/>
                    </a:lnTo>
                    <a:lnTo>
                      <a:pt x="8350" y="489"/>
                    </a:lnTo>
                    <a:lnTo>
                      <a:pt x="8140" y="416"/>
                    </a:lnTo>
                    <a:lnTo>
                      <a:pt x="7990" y="330"/>
                    </a:lnTo>
                    <a:lnTo>
                      <a:pt x="7870" y="231"/>
                    </a:lnTo>
                    <a:lnTo>
                      <a:pt x="7810" y="119"/>
                    </a:lnTo>
                    <a:lnTo>
                      <a:pt x="7810" y="0"/>
                    </a:lnTo>
                    <a:lnTo>
                      <a:pt x="3184" y="0"/>
                    </a:lnTo>
                    <a:lnTo>
                      <a:pt x="3184" y="0"/>
                    </a:lnTo>
                    <a:lnTo>
                      <a:pt x="2794" y="13"/>
                    </a:lnTo>
                    <a:lnTo>
                      <a:pt x="2433" y="33"/>
                    </a:lnTo>
                    <a:lnTo>
                      <a:pt x="2103" y="60"/>
                    </a:lnTo>
                    <a:lnTo>
                      <a:pt x="1773" y="93"/>
                    </a:lnTo>
                    <a:lnTo>
                      <a:pt x="1472" y="139"/>
                    </a:lnTo>
                    <a:lnTo>
                      <a:pt x="1202" y="185"/>
                    </a:lnTo>
                    <a:lnTo>
                      <a:pt x="962" y="244"/>
                    </a:lnTo>
                    <a:lnTo>
                      <a:pt x="751" y="317"/>
                    </a:lnTo>
                    <a:lnTo>
                      <a:pt x="751" y="317"/>
                    </a:lnTo>
                    <a:lnTo>
                      <a:pt x="541" y="403"/>
                    </a:lnTo>
                    <a:lnTo>
                      <a:pt x="391" y="489"/>
                    </a:lnTo>
                    <a:lnTo>
                      <a:pt x="241" y="575"/>
                    </a:lnTo>
                    <a:lnTo>
                      <a:pt x="121" y="661"/>
                    </a:lnTo>
                    <a:lnTo>
                      <a:pt x="61" y="746"/>
                    </a:lnTo>
                    <a:lnTo>
                      <a:pt x="1" y="826"/>
                    </a:lnTo>
                    <a:lnTo>
                      <a:pt x="1" y="905"/>
                    </a:lnTo>
                    <a:lnTo>
                      <a:pt x="31" y="978"/>
                    </a:lnTo>
                    <a:lnTo>
                      <a:pt x="61" y="1050"/>
                    </a:lnTo>
                    <a:lnTo>
                      <a:pt x="151" y="1123"/>
                    </a:lnTo>
                    <a:lnTo>
                      <a:pt x="271" y="1189"/>
                    </a:lnTo>
                    <a:lnTo>
                      <a:pt x="391" y="1255"/>
                    </a:lnTo>
                    <a:lnTo>
                      <a:pt x="541" y="1315"/>
                    </a:lnTo>
                    <a:lnTo>
                      <a:pt x="751" y="1374"/>
                    </a:lnTo>
                    <a:lnTo>
                      <a:pt x="962" y="1433"/>
                    </a:lnTo>
                    <a:lnTo>
                      <a:pt x="1202" y="1480"/>
                    </a:lnTo>
                    <a:lnTo>
                      <a:pt x="1202" y="1480"/>
                    </a:lnTo>
                    <a:lnTo>
                      <a:pt x="1412" y="1519"/>
                    </a:lnTo>
                    <a:lnTo>
                      <a:pt x="1712" y="1559"/>
                    </a:lnTo>
                    <a:lnTo>
                      <a:pt x="2073" y="1592"/>
                    </a:lnTo>
                    <a:lnTo>
                      <a:pt x="2463" y="1618"/>
                    </a:lnTo>
                    <a:lnTo>
                      <a:pt x="2854" y="1638"/>
                    </a:lnTo>
                    <a:lnTo>
                      <a:pt x="3304" y="1651"/>
                    </a:lnTo>
                    <a:lnTo>
                      <a:pt x="3755" y="1665"/>
                    </a:lnTo>
                    <a:lnTo>
                      <a:pt x="4205" y="16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84"/>
              <p:cNvSpPr/>
              <p:nvPr/>
            </p:nvSpPr>
            <p:spPr>
              <a:xfrm rot="10800000">
                <a:off x="4821088" y="2749936"/>
                <a:ext cx="54269" cy="60"/>
              </a:xfrm>
              <a:custGeom>
                <a:avLst/>
                <a:gdLst/>
                <a:ahLst/>
                <a:cxnLst/>
                <a:rect l="l" t="t" r="r" b="b"/>
                <a:pathLst>
                  <a:path w="4056" h="1" extrusionOk="0">
                    <a:moveTo>
                      <a:pt x="1" y="1"/>
                    </a:moveTo>
                    <a:lnTo>
                      <a:pt x="4055" y="1"/>
                    </a:lnTo>
                    <a:lnTo>
                      <a:pt x="992" y="1"/>
                    </a:lnTo>
                    <a:lnTo>
                      <a:pt x="992" y="1"/>
                    </a:lnTo>
                    <a:lnTo>
                      <a:pt x="511" y="1"/>
                    </a:lnTo>
                    <a:lnTo>
                      <a:pt x="511" y="1"/>
                    </a:lnTo>
                    <a:lnTo>
                      <a:pt x="1" y="1"/>
                    </a:lnTo>
                    <a:close/>
                  </a:path>
                </a:pathLst>
              </a:custGeom>
              <a:solidFill>
                <a:srgbClr val="008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84"/>
              <p:cNvSpPr/>
              <p:nvPr/>
            </p:nvSpPr>
            <p:spPr>
              <a:xfrm rot="10800000">
                <a:off x="4821088" y="2749936"/>
                <a:ext cx="54269" cy="60"/>
              </a:xfrm>
              <a:custGeom>
                <a:avLst/>
                <a:gdLst/>
                <a:ahLst/>
                <a:cxnLst/>
                <a:rect l="l" t="t" r="r" b="b"/>
                <a:pathLst>
                  <a:path w="4056" h="1" fill="none" extrusionOk="0">
                    <a:moveTo>
                      <a:pt x="1" y="1"/>
                    </a:moveTo>
                    <a:lnTo>
                      <a:pt x="4055" y="1"/>
                    </a:lnTo>
                    <a:lnTo>
                      <a:pt x="992" y="1"/>
                    </a:lnTo>
                    <a:lnTo>
                      <a:pt x="992" y="1"/>
                    </a:lnTo>
                    <a:lnTo>
                      <a:pt x="511" y="1"/>
                    </a:lnTo>
                    <a:lnTo>
                      <a:pt x="511"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84"/>
              <p:cNvSpPr/>
              <p:nvPr/>
            </p:nvSpPr>
            <p:spPr>
              <a:xfrm rot="10800000">
                <a:off x="4721435" y="2749936"/>
                <a:ext cx="99668" cy="100529"/>
              </a:xfrm>
              <a:custGeom>
                <a:avLst/>
                <a:gdLst/>
                <a:ahLst/>
                <a:cxnLst/>
                <a:rect l="l" t="t" r="r" b="b"/>
                <a:pathLst>
                  <a:path w="7449" h="1672" extrusionOk="0">
                    <a:moveTo>
                      <a:pt x="3514" y="0"/>
                    </a:moveTo>
                    <a:lnTo>
                      <a:pt x="3064" y="7"/>
                    </a:lnTo>
                    <a:lnTo>
                      <a:pt x="0" y="7"/>
                    </a:lnTo>
                    <a:lnTo>
                      <a:pt x="0" y="1672"/>
                    </a:lnTo>
                    <a:lnTo>
                      <a:pt x="3995" y="1672"/>
                    </a:lnTo>
                    <a:lnTo>
                      <a:pt x="4355" y="1658"/>
                    </a:lnTo>
                    <a:lnTo>
                      <a:pt x="4686" y="1645"/>
                    </a:lnTo>
                    <a:lnTo>
                      <a:pt x="4986" y="1632"/>
                    </a:lnTo>
                    <a:lnTo>
                      <a:pt x="5286" y="1606"/>
                    </a:lnTo>
                    <a:lnTo>
                      <a:pt x="5587" y="1579"/>
                    </a:lnTo>
                    <a:lnTo>
                      <a:pt x="5857" y="1540"/>
                    </a:lnTo>
                    <a:lnTo>
                      <a:pt x="6097" y="1500"/>
                    </a:lnTo>
                    <a:lnTo>
                      <a:pt x="6308" y="1454"/>
                    </a:lnTo>
                    <a:lnTo>
                      <a:pt x="6518" y="1388"/>
                    </a:lnTo>
                    <a:lnTo>
                      <a:pt x="6728" y="1322"/>
                    </a:lnTo>
                    <a:lnTo>
                      <a:pt x="6908" y="1249"/>
                    </a:lnTo>
                    <a:lnTo>
                      <a:pt x="7088" y="1170"/>
                    </a:lnTo>
                    <a:lnTo>
                      <a:pt x="7209" y="1090"/>
                    </a:lnTo>
                    <a:lnTo>
                      <a:pt x="7329" y="1011"/>
                    </a:lnTo>
                    <a:lnTo>
                      <a:pt x="7419" y="925"/>
                    </a:lnTo>
                    <a:lnTo>
                      <a:pt x="7449" y="839"/>
                    </a:lnTo>
                    <a:lnTo>
                      <a:pt x="7449" y="694"/>
                    </a:lnTo>
                    <a:lnTo>
                      <a:pt x="7419" y="628"/>
                    </a:lnTo>
                    <a:lnTo>
                      <a:pt x="7359" y="569"/>
                    </a:lnTo>
                    <a:lnTo>
                      <a:pt x="7299" y="509"/>
                    </a:lnTo>
                    <a:lnTo>
                      <a:pt x="7209" y="456"/>
                    </a:lnTo>
                    <a:lnTo>
                      <a:pt x="7088" y="397"/>
                    </a:lnTo>
                    <a:lnTo>
                      <a:pt x="6938" y="344"/>
                    </a:lnTo>
                    <a:lnTo>
                      <a:pt x="6758" y="291"/>
                    </a:lnTo>
                    <a:lnTo>
                      <a:pt x="6578" y="245"/>
                    </a:lnTo>
                    <a:lnTo>
                      <a:pt x="6338" y="192"/>
                    </a:lnTo>
                    <a:lnTo>
                      <a:pt x="6037" y="146"/>
                    </a:lnTo>
                    <a:lnTo>
                      <a:pt x="5707" y="106"/>
                    </a:lnTo>
                    <a:lnTo>
                      <a:pt x="5316" y="73"/>
                    </a:lnTo>
                    <a:lnTo>
                      <a:pt x="4896" y="40"/>
                    </a:lnTo>
                    <a:lnTo>
                      <a:pt x="4445" y="20"/>
                    </a:lnTo>
                    <a:lnTo>
                      <a:pt x="3995" y="7"/>
                    </a:lnTo>
                    <a:lnTo>
                      <a:pt x="3514" y="0"/>
                    </a:lnTo>
                    <a:close/>
                  </a:path>
                </a:pathLst>
              </a:custGeom>
              <a:solidFill>
                <a:srgbClr val="00A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84"/>
              <p:cNvSpPr/>
              <p:nvPr/>
            </p:nvSpPr>
            <p:spPr>
              <a:xfrm rot="10800000">
                <a:off x="4721435" y="2749936"/>
                <a:ext cx="99668" cy="100529"/>
              </a:xfrm>
              <a:custGeom>
                <a:avLst/>
                <a:gdLst/>
                <a:ahLst/>
                <a:cxnLst/>
                <a:rect l="l" t="t" r="r" b="b"/>
                <a:pathLst>
                  <a:path w="7449" h="1672" fill="none" extrusionOk="0">
                    <a:moveTo>
                      <a:pt x="0" y="1672"/>
                    </a:moveTo>
                    <a:lnTo>
                      <a:pt x="3364" y="1672"/>
                    </a:lnTo>
                    <a:lnTo>
                      <a:pt x="3364" y="1672"/>
                    </a:lnTo>
                    <a:lnTo>
                      <a:pt x="3875" y="1672"/>
                    </a:lnTo>
                    <a:lnTo>
                      <a:pt x="3875" y="1672"/>
                    </a:lnTo>
                    <a:lnTo>
                      <a:pt x="3995" y="1672"/>
                    </a:lnTo>
                    <a:lnTo>
                      <a:pt x="3995" y="1672"/>
                    </a:lnTo>
                    <a:lnTo>
                      <a:pt x="4355" y="1658"/>
                    </a:lnTo>
                    <a:lnTo>
                      <a:pt x="4686" y="1645"/>
                    </a:lnTo>
                    <a:lnTo>
                      <a:pt x="4986" y="1632"/>
                    </a:lnTo>
                    <a:lnTo>
                      <a:pt x="5286" y="1606"/>
                    </a:lnTo>
                    <a:lnTo>
                      <a:pt x="5587" y="1579"/>
                    </a:lnTo>
                    <a:lnTo>
                      <a:pt x="5857" y="1540"/>
                    </a:lnTo>
                    <a:lnTo>
                      <a:pt x="6097" y="1500"/>
                    </a:lnTo>
                    <a:lnTo>
                      <a:pt x="6308" y="1454"/>
                    </a:lnTo>
                    <a:lnTo>
                      <a:pt x="6308" y="1454"/>
                    </a:lnTo>
                    <a:lnTo>
                      <a:pt x="6518" y="1388"/>
                    </a:lnTo>
                    <a:lnTo>
                      <a:pt x="6728" y="1322"/>
                    </a:lnTo>
                    <a:lnTo>
                      <a:pt x="6908" y="1249"/>
                    </a:lnTo>
                    <a:lnTo>
                      <a:pt x="7088" y="1170"/>
                    </a:lnTo>
                    <a:lnTo>
                      <a:pt x="7209" y="1090"/>
                    </a:lnTo>
                    <a:lnTo>
                      <a:pt x="7329" y="1011"/>
                    </a:lnTo>
                    <a:lnTo>
                      <a:pt x="7419" y="925"/>
                    </a:lnTo>
                    <a:lnTo>
                      <a:pt x="7449" y="839"/>
                    </a:lnTo>
                    <a:lnTo>
                      <a:pt x="7449" y="694"/>
                    </a:lnTo>
                    <a:lnTo>
                      <a:pt x="7449" y="694"/>
                    </a:lnTo>
                    <a:lnTo>
                      <a:pt x="7419" y="628"/>
                    </a:lnTo>
                    <a:lnTo>
                      <a:pt x="7359" y="569"/>
                    </a:lnTo>
                    <a:lnTo>
                      <a:pt x="7299" y="509"/>
                    </a:lnTo>
                    <a:lnTo>
                      <a:pt x="7209" y="456"/>
                    </a:lnTo>
                    <a:lnTo>
                      <a:pt x="7088" y="397"/>
                    </a:lnTo>
                    <a:lnTo>
                      <a:pt x="6938" y="344"/>
                    </a:lnTo>
                    <a:lnTo>
                      <a:pt x="6758" y="291"/>
                    </a:lnTo>
                    <a:lnTo>
                      <a:pt x="6578" y="245"/>
                    </a:lnTo>
                    <a:lnTo>
                      <a:pt x="6578" y="245"/>
                    </a:lnTo>
                    <a:lnTo>
                      <a:pt x="6338" y="192"/>
                    </a:lnTo>
                    <a:lnTo>
                      <a:pt x="6037" y="146"/>
                    </a:lnTo>
                    <a:lnTo>
                      <a:pt x="5707" y="106"/>
                    </a:lnTo>
                    <a:lnTo>
                      <a:pt x="5316" y="73"/>
                    </a:lnTo>
                    <a:lnTo>
                      <a:pt x="4896" y="40"/>
                    </a:lnTo>
                    <a:lnTo>
                      <a:pt x="4445" y="20"/>
                    </a:lnTo>
                    <a:lnTo>
                      <a:pt x="3995" y="7"/>
                    </a:lnTo>
                    <a:lnTo>
                      <a:pt x="3514" y="0"/>
                    </a:lnTo>
                    <a:lnTo>
                      <a:pt x="3514" y="0"/>
                    </a:lnTo>
                    <a:lnTo>
                      <a:pt x="3064" y="7"/>
                    </a:lnTo>
                    <a:lnTo>
                      <a:pt x="181" y="7"/>
                    </a:lnTo>
                    <a:lnTo>
                      <a:pt x="181" y="7"/>
                    </a:lnTo>
                    <a:lnTo>
                      <a:pt x="0" y="7"/>
                    </a:lnTo>
                    <a:lnTo>
                      <a:pt x="0" y="167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84"/>
              <p:cNvSpPr/>
              <p:nvPr/>
            </p:nvSpPr>
            <p:spPr>
              <a:xfrm rot="10800000">
                <a:off x="4767650" y="2749936"/>
                <a:ext cx="53453" cy="60"/>
              </a:xfrm>
              <a:custGeom>
                <a:avLst/>
                <a:gdLst/>
                <a:ahLst/>
                <a:cxnLst/>
                <a:rect l="l" t="t" r="r" b="b"/>
                <a:pathLst>
                  <a:path w="3995" h="1" extrusionOk="0">
                    <a:moveTo>
                      <a:pt x="0" y="1"/>
                    </a:moveTo>
                    <a:lnTo>
                      <a:pt x="3454" y="1"/>
                    </a:lnTo>
                    <a:lnTo>
                      <a:pt x="3454" y="1"/>
                    </a:lnTo>
                    <a:lnTo>
                      <a:pt x="3995" y="1"/>
                    </a:lnTo>
                    <a:lnTo>
                      <a:pt x="3995" y="1"/>
                    </a:lnTo>
                    <a:lnTo>
                      <a:pt x="3875" y="1"/>
                    </a:lnTo>
                    <a:lnTo>
                      <a:pt x="3875" y="1"/>
                    </a:lnTo>
                    <a:lnTo>
                      <a:pt x="3364" y="1"/>
                    </a:lnTo>
                    <a:lnTo>
                      <a:pt x="0" y="1"/>
                    </a:lnTo>
                    <a:close/>
                  </a:path>
                </a:pathLst>
              </a:custGeom>
              <a:solidFill>
                <a:srgbClr val="00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84"/>
              <p:cNvSpPr/>
              <p:nvPr/>
            </p:nvSpPr>
            <p:spPr>
              <a:xfrm rot="10800000">
                <a:off x="4767650" y="2749936"/>
                <a:ext cx="53453" cy="60"/>
              </a:xfrm>
              <a:custGeom>
                <a:avLst/>
                <a:gdLst/>
                <a:ahLst/>
                <a:cxnLst/>
                <a:rect l="l" t="t" r="r" b="b"/>
                <a:pathLst>
                  <a:path w="3995" h="1" fill="none" extrusionOk="0">
                    <a:moveTo>
                      <a:pt x="0" y="1"/>
                    </a:moveTo>
                    <a:lnTo>
                      <a:pt x="3454" y="1"/>
                    </a:lnTo>
                    <a:lnTo>
                      <a:pt x="3454" y="1"/>
                    </a:lnTo>
                    <a:lnTo>
                      <a:pt x="3995" y="1"/>
                    </a:lnTo>
                    <a:lnTo>
                      <a:pt x="3995" y="1"/>
                    </a:lnTo>
                    <a:lnTo>
                      <a:pt x="3875" y="1"/>
                    </a:lnTo>
                    <a:lnTo>
                      <a:pt x="3875" y="1"/>
                    </a:lnTo>
                    <a:lnTo>
                      <a:pt x="3364"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84"/>
              <p:cNvSpPr/>
              <p:nvPr/>
            </p:nvSpPr>
            <p:spPr>
              <a:xfrm rot="10800000">
                <a:off x="4721036" y="2799960"/>
                <a:ext cx="415" cy="8778"/>
              </a:xfrm>
              <a:custGeom>
                <a:avLst/>
                <a:gdLst/>
                <a:ahLst/>
                <a:cxnLst/>
                <a:rect l="l" t="t" r="r" b="b"/>
                <a:pathLst>
                  <a:path w="31" h="146" extrusionOk="0">
                    <a:moveTo>
                      <a:pt x="1" y="0"/>
                    </a:moveTo>
                    <a:lnTo>
                      <a:pt x="1" y="145"/>
                    </a:lnTo>
                    <a:lnTo>
                      <a:pt x="31" y="73"/>
                    </a:lnTo>
                    <a:lnTo>
                      <a:pt x="1" y="0"/>
                    </a:lnTo>
                    <a:close/>
                  </a:path>
                </a:pathLst>
              </a:custGeom>
              <a:solidFill>
                <a:srgbClr val="008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84"/>
              <p:cNvSpPr/>
              <p:nvPr/>
            </p:nvSpPr>
            <p:spPr>
              <a:xfrm rot="10800000">
                <a:off x="4721036" y="2799960"/>
                <a:ext cx="415" cy="8778"/>
              </a:xfrm>
              <a:custGeom>
                <a:avLst/>
                <a:gdLst/>
                <a:ahLst/>
                <a:cxnLst/>
                <a:rect l="l" t="t" r="r" b="b"/>
                <a:pathLst>
                  <a:path w="31" h="146" fill="none" extrusionOk="0">
                    <a:moveTo>
                      <a:pt x="1" y="145"/>
                    </a:moveTo>
                    <a:lnTo>
                      <a:pt x="1" y="145"/>
                    </a:lnTo>
                    <a:lnTo>
                      <a:pt x="31" y="73"/>
                    </a:lnTo>
                    <a:lnTo>
                      <a:pt x="1" y="0"/>
                    </a:lnTo>
                    <a:lnTo>
                      <a:pt x="1" y="14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84"/>
              <p:cNvSpPr/>
              <p:nvPr/>
            </p:nvSpPr>
            <p:spPr>
              <a:xfrm rot="10800000">
                <a:off x="4821083" y="2849983"/>
                <a:ext cx="249577" cy="100950"/>
              </a:xfrm>
              <a:custGeom>
                <a:avLst/>
                <a:gdLst/>
                <a:ahLst/>
                <a:cxnLst/>
                <a:rect l="l" t="t" r="r" b="b"/>
                <a:pathLst>
                  <a:path w="18653" h="1679" extrusionOk="0">
                    <a:moveTo>
                      <a:pt x="3635" y="0"/>
                    </a:moveTo>
                    <a:lnTo>
                      <a:pt x="3184" y="7"/>
                    </a:lnTo>
                    <a:lnTo>
                      <a:pt x="2764" y="20"/>
                    </a:lnTo>
                    <a:lnTo>
                      <a:pt x="2343" y="47"/>
                    </a:lnTo>
                    <a:lnTo>
                      <a:pt x="1953" y="80"/>
                    </a:lnTo>
                    <a:lnTo>
                      <a:pt x="1593" y="126"/>
                    </a:lnTo>
                    <a:lnTo>
                      <a:pt x="1262" y="179"/>
                    </a:lnTo>
                    <a:lnTo>
                      <a:pt x="992" y="245"/>
                    </a:lnTo>
                    <a:lnTo>
                      <a:pt x="752" y="324"/>
                    </a:lnTo>
                    <a:lnTo>
                      <a:pt x="541" y="410"/>
                    </a:lnTo>
                    <a:lnTo>
                      <a:pt x="361" y="502"/>
                    </a:lnTo>
                    <a:lnTo>
                      <a:pt x="241" y="588"/>
                    </a:lnTo>
                    <a:lnTo>
                      <a:pt x="121" y="667"/>
                    </a:lnTo>
                    <a:lnTo>
                      <a:pt x="61" y="753"/>
                    </a:lnTo>
                    <a:lnTo>
                      <a:pt x="1" y="833"/>
                    </a:lnTo>
                    <a:lnTo>
                      <a:pt x="1" y="912"/>
                    </a:lnTo>
                    <a:lnTo>
                      <a:pt x="1" y="985"/>
                    </a:lnTo>
                    <a:lnTo>
                      <a:pt x="61" y="1057"/>
                    </a:lnTo>
                    <a:lnTo>
                      <a:pt x="151" y="1130"/>
                    </a:lnTo>
                    <a:lnTo>
                      <a:pt x="241" y="1196"/>
                    </a:lnTo>
                    <a:lnTo>
                      <a:pt x="391" y="1262"/>
                    </a:lnTo>
                    <a:lnTo>
                      <a:pt x="541" y="1328"/>
                    </a:lnTo>
                    <a:lnTo>
                      <a:pt x="722" y="1387"/>
                    </a:lnTo>
                    <a:lnTo>
                      <a:pt x="932" y="1440"/>
                    </a:lnTo>
                    <a:lnTo>
                      <a:pt x="1172" y="1493"/>
                    </a:lnTo>
                    <a:lnTo>
                      <a:pt x="1412" y="1533"/>
                    </a:lnTo>
                    <a:lnTo>
                      <a:pt x="1713" y="1566"/>
                    </a:lnTo>
                    <a:lnTo>
                      <a:pt x="2043" y="1599"/>
                    </a:lnTo>
                    <a:lnTo>
                      <a:pt x="2434" y="1625"/>
                    </a:lnTo>
                    <a:lnTo>
                      <a:pt x="2854" y="1645"/>
                    </a:lnTo>
                    <a:lnTo>
                      <a:pt x="3305" y="1665"/>
                    </a:lnTo>
                    <a:lnTo>
                      <a:pt x="3755" y="1671"/>
                    </a:lnTo>
                    <a:lnTo>
                      <a:pt x="4206" y="1678"/>
                    </a:lnTo>
                    <a:lnTo>
                      <a:pt x="6428" y="1678"/>
                    </a:lnTo>
                    <a:lnTo>
                      <a:pt x="6879" y="1671"/>
                    </a:lnTo>
                    <a:lnTo>
                      <a:pt x="7359" y="1678"/>
                    </a:lnTo>
                    <a:lnTo>
                      <a:pt x="11054" y="1678"/>
                    </a:lnTo>
                    <a:lnTo>
                      <a:pt x="11054" y="1665"/>
                    </a:lnTo>
                    <a:lnTo>
                      <a:pt x="11084" y="1533"/>
                    </a:lnTo>
                    <a:lnTo>
                      <a:pt x="11174" y="1414"/>
                    </a:lnTo>
                    <a:lnTo>
                      <a:pt x="11324" y="1315"/>
                    </a:lnTo>
                    <a:lnTo>
                      <a:pt x="11474" y="1222"/>
                    </a:lnTo>
                    <a:lnTo>
                      <a:pt x="11684" y="1143"/>
                    </a:lnTo>
                    <a:lnTo>
                      <a:pt x="11925" y="1077"/>
                    </a:lnTo>
                    <a:lnTo>
                      <a:pt x="12195" y="1018"/>
                    </a:lnTo>
                    <a:lnTo>
                      <a:pt x="12495" y="971"/>
                    </a:lnTo>
                    <a:lnTo>
                      <a:pt x="12766" y="932"/>
                    </a:lnTo>
                    <a:lnTo>
                      <a:pt x="13096" y="899"/>
                    </a:lnTo>
                    <a:lnTo>
                      <a:pt x="13396" y="879"/>
                    </a:lnTo>
                    <a:lnTo>
                      <a:pt x="13697" y="859"/>
                    </a:lnTo>
                    <a:lnTo>
                      <a:pt x="13997" y="852"/>
                    </a:lnTo>
                    <a:lnTo>
                      <a:pt x="14267" y="839"/>
                    </a:lnTo>
                    <a:lnTo>
                      <a:pt x="15078" y="839"/>
                    </a:lnTo>
                    <a:lnTo>
                      <a:pt x="15348" y="846"/>
                    </a:lnTo>
                    <a:lnTo>
                      <a:pt x="15619" y="859"/>
                    </a:lnTo>
                    <a:lnTo>
                      <a:pt x="15919" y="879"/>
                    </a:lnTo>
                    <a:lnTo>
                      <a:pt x="16220" y="905"/>
                    </a:lnTo>
                    <a:lnTo>
                      <a:pt x="16490" y="938"/>
                    </a:lnTo>
                    <a:lnTo>
                      <a:pt x="16790" y="978"/>
                    </a:lnTo>
                    <a:lnTo>
                      <a:pt x="17060" y="1024"/>
                    </a:lnTo>
                    <a:lnTo>
                      <a:pt x="17331" y="1077"/>
                    </a:lnTo>
                    <a:lnTo>
                      <a:pt x="17571" y="1136"/>
                    </a:lnTo>
                    <a:lnTo>
                      <a:pt x="17811" y="1209"/>
                    </a:lnTo>
                    <a:lnTo>
                      <a:pt x="17992" y="1282"/>
                    </a:lnTo>
                    <a:lnTo>
                      <a:pt x="18142" y="1368"/>
                    </a:lnTo>
                    <a:lnTo>
                      <a:pt x="18262" y="1460"/>
                    </a:lnTo>
                    <a:lnTo>
                      <a:pt x="18352" y="1566"/>
                    </a:lnTo>
                    <a:lnTo>
                      <a:pt x="18382" y="1678"/>
                    </a:lnTo>
                    <a:lnTo>
                      <a:pt x="18652" y="1678"/>
                    </a:lnTo>
                    <a:lnTo>
                      <a:pt x="18652" y="925"/>
                    </a:lnTo>
                    <a:lnTo>
                      <a:pt x="18022" y="925"/>
                    </a:lnTo>
                    <a:lnTo>
                      <a:pt x="17421" y="918"/>
                    </a:lnTo>
                    <a:lnTo>
                      <a:pt x="16880" y="899"/>
                    </a:lnTo>
                    <a:lnTo>
                      <a:pt x="16400" y="872"/>
                    </a:lnTo>
                    <a:lnTo>
                      <a:pt x="15979" y="826"/>
                    </a:lnTo>
                    <a:lnTo>
                      <a:pt x="15619" y="773"/>
                    </a:lnTo>
                    <a:lnTo>
                      <a:pt x="15318" y="720"/>
                    </a:lnTo>
                    <a:lnTo>
                      <a:pt x="15048" y="654"/>
                    </a:lnTo>
                    <a:lnTo>
                      <a:pt x="14838" y="582"/>
                    </a:lnTo>
                    <a:lnTo>
                      <a:pt x="14658" y="509"/>
                    </a:lnTo>
                    <a:lnTo>
                      <a:pt x="14508" y="430"/>
                    </a:lnTo>
                    <a:lnTo>
                      <a:pt x="14417" y="357"/>
                    </a:lnTo>
                    <a:lnTo>
                      <a:pt x="14327" y="278"/>
                    </a:lnTo>
                    <a:lnTo>
                      <a:pt x="14297" y="205"/>
                    </a:lnTo>
                    <a:lnTo>
                      <a:pt x="14267" y="132"/>
                    </a:lnTo>
                    <a:lnTo>
                      <a:pt x="14267" y="66"/>
                    </a:lnTo>
                    <a:lnTo>
                      <a:pt x="14297" y="7"/>
                    </a:lnTo>
                    <a:lnTo>
                      <a:pt x="4085" y="7"/>
                    </a:lnTo>
                    <a:lnTo>
                      <a:pt x="3635" y="0"/>
                    </a:lnTo>
                    <a:close/>
                  </a:path>
                </a:pathLst>
              </a:custGeom>
              <a:solidFill>
                <a:srgbClr val="36D0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84"/>
              <p:cNvSpPr/>
              <p:nvPr/>
            </p:nvSpPr>
            <p:spPr>
              <a:xfrm rot="10800000">
                <a:off x="4821083" y="2849983"/>
                <a:ext cx="249577" cy="100950"/>
              </a:xfrm>
              <a:custGeom>
                <a:avLst/>
                <a:gdLst/>
                <a:ahLst/>
                <a:cxnLst/>
                <a:rect l="l" t="t" r="r" b="b"/>
                <a:pathLst>
                  <a:path w="18653" h="1679" fill="none" extrusionOk="0">
                    <a:moveTo>
                      <a:pt x="4206" y="1678"/>
                    </a:moveTo>
                    <a:lnTo>
                      <a:pt x="6428" y="1678"/>
                    </a:lnTo>
                    <a:lnTo>
                      <a:pt x="6428" y="1678"/>
                    </a:lnTo>
                    <a:lnTo>
                      <a:pt x="6879" y="1671"/>
                    </a:lnTo>
                    <a:lnTo>
                      <a:pt x="6879" y="1671"/>
                    </a:lnTo>
                    <a:lnTo>
                      <a:pt x="7359" y="1678"/>
                    </a:lnTo>
                    <a:lnTo>
                      <a:pt x="11054" y="1678"/>
                    </a:lnTo>
                    <a:lnTo>
                      <a:pt x="11054" y="1678"/>
                    </a:lnTo>
                    <a:lnTo>
                      <a:pt x="11054" y="1665"/>
                    </a:lnTo>
                    <a:lnTo>
                      <a:pt x="11054" y="1665"/>
                    </a:lnTo>
                    <a:lnTo>
                      <a:pt x="11084" y="1533"/>
                    </a:lnTo>
                    <a:lnTo>
                      <a:pt x="11174" y="1414"/>
                    </a:lnTo>
                    <a:lnTo>
                      <a:pt x="11324" y="1315"/>
                    </a:lnTo>
                    <a:lnTo>
                      <a:pt x="11474" y="1222"/>
                    </a:lnTo>
                    <a:lnTo>
                      <a:pt x="11684" y="1143"/>
                    </a:lnTo>
                    <a:lnTo>
                      <a:pt x="11925" y="1077"/>
                    </a:lnTo>
                    <a:lnTo>
                      <a:pt x="12195" y="1018"/>
                    </a:lnTo>
                    <a:lnTo>
                      <a:pt x="12495" y="971"/>
                    </a:lnTo>
                    <a:lnTo>
                      <a:pt x="12766" y="932"/>
                    </a:lnTo>
                    <a:lnTo>
                      <a:pt x="13096" y="899"/>
                    </a:lnTo>
                    <a:lnTo>
                      <a:pt x="13396" y="879"/>
                    </a:lnTo>
                    <a:lnTo>
                      <a:pt x="13697" y="859"/>
                    </a:lnTo>
                    <a:lnTo>
                      <a:pt x="13997" y="852"/>
                    </a:lnTo>
                    <a:lnTo>
                      <a:pt x="14267" y="839"/>
                    </a:lnTo>
                    <a:lnTo>
                      <a:pt x="14778" y="839"/>
                    </a:lnTo>
                    <a:lnTo>
                      <a:pt x="14778" y="839"/>
                    </a:lnTo>
                    <a:lnTo>
                      <a:pt x="14838" y="839"/>
                    </a:lnTo>
                    <a:lnTo>
                      <a:pt x="14838" y="839"/>
                    </a:lnTo>
                    <a:lnTo>
                      <a:pt x="15078" y="839"/>
                    </a:lnTo>
                    <a:lnTo>
                      <a:pt x="15348" y="846"/>
                    </a:lnTo>
                    <a:lnTo>
                      <a:pt x="15619" y="859"/>
                    </a:lnTo>
                    <a:lnTo>
                      <a:pt x="15919" y="879"/>
                    </a:lnTo>
                    <a:lnTo>
                      <a:pt x="16220" y="905"/>
                    </a:lnTo>
                    <a:lnTo>
                      <a:pt x="16490" y="938"/>
                    </a:lnTo>
                    <a:lnTo>
                      <a:pt x="16790" y="978"/>
                    </a:lnTo>
                    <a:lnTo>
                      <a:pt x="17060" y="1024"/>
                    </a:lnTo>
                    <a:lnTo>
                      <a:pt x="17331" y="1077"/>
                    </a:lnTo>
                    <a:lnTo>
                      <a:pt x="17571" y="1136"/>
                    </a:lnTo>
                    <a:lnTo>
                      <a:pt x="17811" y="1209"/>
                    </a:lnTo>
                    <a:lnTo>
                      <a:pt x="17992" y="1282"/>
                    </a:lnTo>
                    <a:lnTo>
                      <a:pt x="18142" y="1368"/>
                    </a:lnTo>
                    <a:lnTo>
                      <a:pt x="18262" y="1460"/>
                    </a:lnTo>
                    <a:lnTo>
                      <a:pt x="18352" y="1566"/>
                    </a:lnTo>
                    <a:lnTo>
                      <a:pt x="18382" y="1678"/>
                    </a:lnTo>
                    <a:lnTo>
                      <a:pt x="18652" y="1678"/>
                    </a:lnTo>
                    <a:lnTo>
                      <a:pt x="18652" y="925"/>
                    </a:lnTo>
                    <a:lnTo>
                      <a:pt x="18652" y="925"/>
                    </a:lnTo>
                    <a:lnTo>
                      <a:pt x="18172" y="925"/>
                    </a:lnTo>
                    <a:lnTo>
                      <a:pt x="18172" y="925"/>
                    </a:lnTo>
                    <a:lnTo>
                      <a:pt x="18022" y="925"/>
                    </a:lnTo>
                    <a:lnTo>
                      <a:pt x="18022" y="925"/>
                    </a:lnTo>
                    <a:lnTo>
                      <a:pt x="17421" y="918"/>
                    </a:lnTo>
                    <a:lnTo>
                      <a:pt x="16880" y="899"/>
                    </a:lnTo>
                    <a:lnTo>
                      <a:pt x="16400" y="872"/>
                    </a:lnTo>
                    <a:lnTo>
                      <a:pt x="15979" y="826"/>
                    </a:lnTo>
                    <a:lnTo>
                      <a:pt x="15619" y="773"/>
                    </a:lnTo>
                    <a:lnTo>
                      <a:pt x="15318" y="720"/>
                    </a:lnTo>
                    <a:lnTo>
                      <a:pt x="15048" y="654"/>
                    </a:lnTo>
                    <a:lnTo>
                      <a:pt x="14838" y="582"/>
                    </a:lnTo>
                    <a:lnTo>
                      <a:pt x="14658" y="509"/>
                    </a:lnTo>
                    <a:lnTo>
                      <a:pt x="14508" y="430"/>
                    </a:lnTo>
                    <a:lnTo>
                      <a:pt x="14417" y="357"/>
                    </a:lnTo>
                    <a:lnTo>
                      <a:pt x="14327" y="278"/>
                    </a:lnTo>
                    <a:lnTo>
                      <a:pt x="14297" y="205"/>
                    </a:lnTo>
                    <a:lnTo>
                      <a:pt x="14267" y="132"/>
                    </a:lnTo>
                    <a:lnTo>
                      <a:pt x="14267" y="66"/>
                    </a:lnTo>
                    <a:lnTo>
                      <a:pt x="14297" y="7"/>
                    </a:lnTo>
                    <a:lnTo>
                      <a:pt x="4085" y="7"/>
                    </a:lnTo>
                    <a:lnTo>
                      <a:pt x="4085" y="7"/>
                    </a:lnTo>
                    <a:lnTo>
                      <a:pt x="3635" y="0"/>
                    </a:lnTo>
                    <a:lnTo>
                      <a:pt x="3635" y="0"/>
                    </a:lnTo>
                    <a:lnTo>
                      <a:pt x="3184" y="7"/>
                    </a:lnTo>
                    <a:lnTo>
                      <a:pt x="2764" y="20"/>
                    </a:lnTo>
                    <a:lnTo>
                      <a:pt x="2343" y="47"/>
                    </a:lnTo>
                    <a:lnTo>
                      <a:pt x="1953" y="80"/>
                    </a:lnTo>
                    <a:lnTo>
                      <a:pt x="1593" y="126"/>
                    </a:lnTo>
                    <a:lnTo>
                      <a:pt x="1262" y="179"/>
                    </a:lnTo>
                    <a:lnTo>
                      <a:pt x="992" y="245"/>
                    </a:lnTo>
                    <a:lnTo>
                      <a:pt x="752" y="324"/>
                    </a:lnTo>
                    <a:lnTo>
                      <a:pt x="752" y="324"/>
                    </a:lnTo>
                    <a:lnTo>
                      <a:pt x="541" y="410"/>
                    </a:lnTo>
                    <a:lnTo>
                      <a:pt x="361" y="502"/>
                    </a:lnTo>
                    <a:lnTo>
                      <a:pt x="241" y="588"/>
                    </a:lnTo>
                    <a:lnTo>
                      <a:pt x="121" y="667"/>
                    </a:lnTo>
                    <a:lnTo>
                      <a:pt x="61" y="753"/>
                    </a:lnTo>
                    <a:lnTo>
                      <a:pt x="1" y="833"/>
                    </a:lnTo>
                    <a:lnTo>
                      <a:pt x="1" y="912"/>
                    </a:lnTo>
                    <a:lnTo>
                      <a:pt x="1" y="985"/>
                    </a:lnTo>
                    <a:lnTo>
                      <a:pt x="61" y="1057"/>
                    </a:lnTo>
                    <a:lnTo>
                      <a:pt x="151" y="1130"/>
                    </a:lnTo>
                    <a:lnTo>
                      <a:pt x="241" y="1196"/>
                    </a:lnTo>
                    <a:lnTo>
                      <a:pt x="391" y="1262"/>
                    </a:lnTo>
                    <a:lnTo>
                      <a:pt x="541" y="1328"/>
                    </a:lnTo>
                    <a:lnTo>
                      <a:pt x="722" y="1387"/>
                    </a:lnTo>
                    <a:lnTo>
                      <a:pt x="932" y="1440"/>
                    </a:lnTo>
                    <a:lnTo>
                      <a:pt x="1172" y="1493"/>
                    </a:lnTo>
                    <a:lnTo>
                      <a:pt x="1172" y="1493"/>
                    </a:lnTo>
                    <a:lnTo>
                      <a:pt x="1412" y="1533"/>
                    </a:lnTo>
                    <a:lnTo>
                      <a:pt x="1713" y="1566"/>
                    </a:lnTo>
                    <a:lnTo>
                      <a:pt x="2043" y="1599"/>
                    </a:lnTo>
                    <a:lnTo>
                      <a:pt x="2434" y="1625"/>
                    </a:lnTo>
                    <a:lnTo>
                      <a:pt x="2854" y="1645"/>
                    </a:lnTo>
                    <a:lnTo>
                      <a:pt x="3305" y="1665"/>
                    </a:lnTo>
                    <a:lnTo>
                      <a:pt x="3755" y="1671"/>
                    </a:lnTo>
                    <a:lnTo>
                      <a:pt x="4206" y="167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84"/>
              <p:cNvSpPr/>
              <p:nvPr/>
            </p:nvSpPr>
            <p:spPr>
              <a:xfrm rot="10800000">
                <a:off x="4764827" y="2849983"/>
                <a:ext cx="56276" cy="45334"/>
              </a:xfrm>
              <a:custGeom>
                <a:avLst/>
                <a:gdLst/>
                <a:ahLst/>
                <a:cxnLst/>
                <a:rect l="l" t="t" r="r" b="b"/>
                <a:pathLst>
                  <a:path w="4206" h="754" extrusionOk="0">
                    <a:moveTo>
                      <a:pt x="0" y="0"/>
                    </a:moveTo>
                    <a:lnTo>
                      <a:pt x="0" y="753"/>
                    </a:lnTo>
                    <a:lnTo>
                      <a:pt x="181" y="753"/>
                    </a:lnTo>
                    <a:lnTo>
                      <a:pt x="601" y="746"/>
                    </a:lnTo>
                    <a:lnTo>
                      <a:pt x="1021" y="740"/>
                    </a:lnTo>
                    <a:lnTo>
                      <a:pt x="1442" y="727"/>
                    </a:lnTo>
                    <a:lnTo>
                      <a:pt x="1832" y="700"/>
                    </a:lnTo>
                    <a:lnTo>
                      <a:pt x="2193" y="674"/>
                    </a:lnTo>
                    <a:lnTo>
                      <a:pt x="2523" y="634"/>
                    </a:lnTo>
                    <a:lnTo>
                      <a:pt x="2824" y="588"/>
                    </a:lnTo>
                    <a:lnTo>
                      <a:pt x="3094" y="528"/>
                    </a:lnTo>
                    <a:lnTo>
                      <a:pt x="3304" y="476"/>
                    </a:lnTo>
                    <a:lnTo>
                      <a:pt x="3484" y="416"/>
                    </a:lnTo>
                    <a:lnTo>
                      <a:pt x="3635" y="350"/>
                    </a:lnTo>
                    <a:lnTo>
                      <a:pt x="3785" y="284"/>
                    </a:lnTo>
                    <a:lnTo>
                      <a:pt x="3935" y="218"/>
                    </a:lnTo>
                    <a:lnTo>
                      <a:pt x="4055" y="145"/>
                    </a:lnTo>
                    <a:lnTo>
                      <a:pt x="4145" y="79"/>
                    </a:lnTo>
                    <a:lnTo>
                      <a:pt x="4205" y="0"/>
                    </a:lnTo>
                    <a:close/>
                  </a:path>
                </a:pathLst>
              </a:custGeom>
              <a:solidFill>
                <a:srgbClr val="27A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84"/>
              <p:cNvSpPr/>
              <p:nvPr/>
            </p:nvSpPr>
            <p:spPr>
              <a:xfrm rot="10800000">
                <a:off x="4764827" y="2849983"/>
                <a:ext cx="56276" cy="45334"/>
              </a:xfrm>
              <a:custGeom>
                <a:avLst/>
                <a:gdLst/>
                <a:ahLst/>
                <a:cxnLst/>
                <a:rect l="l" t="t" r="r" b="b"/>
                <a:pathLst>
                  <a:path w="4206" h="754" fill="none" extrusionOk="0">
                    <a:moveTo>
                      <a:pt x="0" y="753"/>
                    </a:moveTo>
                    <a:lnTo>
                      <a:pt x="181" y="753"/>
                    </a:lnTo>
                    <a:lnTo>
                      <a:pt x="181" y="753"/>
                    </a:lnTo>
                    <a:lnTo>
                      <a:pt x="601" y="746"/>
                    </a:lnTo>
                    <a:lnTo>
                      <a:pt x="1021" y="740"/>
                    </a:lnTo>
                    <a:lnTo>
                      <a:pt x="1442" y="727"/>
                    </a:lnTo>
                    <a:lnTo>
                      <a:pt x="1832" y="700"/>
                    </a:lnTo>
                    <a:lnTo>
                      <a:pt x="2193" y="674"/>
                    </a:lnTo>
                    <a:lnTo>
                      <a:pt x="2523" y="634"/>
                    </a:lnTo>
                    <a:lnTo>
                      <a:pt x="2824" y="588"/>
                    </a:lnTo>
                    <a:lnTo>
                      <a:pt x="3094" y="528"/>
                    </a:lnTo>
                    <a:lnTo>
                      <a:pt x="3094" y="528"/>
                    </a:lnTo>
                    <a:lnTo>
                      <a:pt x="3304" y="476"/>
                    </a:lnTo>
                    <a:lnTo>
                      <a:pt x="3484" y="416"/>
                    </a:lnTo>
                    <a:lnTo>
                      <a:pt x="3635" y="350"/>
                    </a:lnTo>
                    <a:lnTo>
                      <a:pt x="3785" y="284"/>
                    </a:lnTo>
                    <a:lnTo>
                      <a:pt x="3935" y="218"/>
                    </a:lnTo>
                    <a:lnTo>
                      <a:pt x="4055" y="145"/>
                    </a:lnTo>
                    <a:lnTo>
                      <a:pt x="4145" y="79"/>
                    </a:lnTo>
                    <a:lnTo>
                      <a:pt x="4205" y="0"/>
                    </a:lnTo>
                    <a:lnTo>
                      <a:pt x="4205" y="0"/>
                    </a:lnTo>
                    <a:lnTo>
                      <a:pt x="3004" y="0"/>
                    </a:lnTo>
                    <a:lnTo>
                      <a:pt x="3004" y="0"/>
                    </a:lnTo>
                    <a:lnTo>
                      <a:pt x="0" y="0"/>
                    </a:lnTo>
                    <a:lnTo>
                      <a:pt x="0" y="75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84"/>
              <p:cNvSpPr/>
              <p:nvPr/>
            </p:nvSpPr>
            <p:spPr>
              <a:xfrm rot="10800000">
                <a:off x="4792161" y="2895257"/>
                <a:ext cx="87612" cy="55676"/>
              </a:xfrm>
              <a:custGeom>
                <a:avLst/>
                <a:gdLst/>
                <a:ahLst/>
                <a:cxnLst/>
                <a:rect l="l" t="t" r="r" b="b"/>
                <a:pathLst>
                  <a:path w="6548" h="926" extrusionOk="0">
                    <a:moveTo>
                      <a:pt x="4656" y="0"/>
                    </a:moveTo>
                    <a:lnTo>
                      <a:pt x="4205" y="7"/>
                    </a:lnTo>
                    <a:lnTo>
                      <a:pt x="30" y="7"/>
                    </a:lnTo>
                    <a:lnTo>
                      <a:pt x="0" y="66"/>
                    </a:lnTo>
                    <a:lnTo>
                      <a:pt x="0" y="132"/>
                    </a:lnTo>
                    <a:lnTo>
                      <a:pt x="30" y="205"/>
                    </a:lnTo>
                    <a:lnTo>
                      <a:pt x="60" y="278"/>
                    </a:lnTo>
                    <a:lnTo>
                      <a:pt x="150" y="357"/>
                    </a:lnTo>
                    <a:lnTo>
                      <a:pt x="241" y="430"/>
                    </a:lnTo>
                    <a:lnTo>
                      <a:pt x="391" y="509"/>
                    </a:lnTo>
                    <a:lnTo>
                      <a:pt x="571" y="582"/>
                    </a:lnTo>
                    <a:lnTo>
                      <a:pt x="781" y="654"/>
                    </a:lnTo>
                    <a:lnTo>
                      <a:pt x="1051" y="720"/>
                    </a:lnTo>
                    <a:lnTo>
                      <a:pt x="1352" y="773"/>
                    </a:lnTo>
                    <a:lnTo>
                      <a:pt x="1712" y="826"/>
                    </a:lnTo>
                    <a:lnTo>
                      <a:pt x="2133" y="872"/>
                    </a:lnTo>
                    <a:lnTo>
                      <a:pt x="2613" y="899"/>
                    </a:lnTo>
                    <a:lnTo>
                      <a:pt x="3154" y="918"/>
                    </a:lnTo>
                    <a:lnTo>
                      <a:pt x="3755" y="925"/>
                    </a:lnTo>
                    <a:lnTo>
                      <a:pt x="4385" y="925"/>
                    </a:lnTo>
                    <a:lnTo>
                      <a:pt x="4385" y="892"/>
                    </a:lnTo>
                    <a:lnTo>
                      <a:pt x="4355" y="786"/>
                    </a:lnTo>
                    <a:lnTo>
                      <a:pt x="4385" y="674"/>
                    </a:lnTo>
                    <a:lnTo>
                      <a:pt x="4475" y="568"/>
                    </a:lnTo>
                    <a:lnTo>
                      <a:pt x="4626" y="469"/>
                    </a:lnTo>
                    <a:lnTo>
                      <a:pt x="4806" y="377"/>
                    </a:lnTo>
                    <a:lnTo>
                      <a:pt x="4926" y="331"/>
                    </a:lnTo>
                    <a:lnTo>
                      <a:pt x="5076" y="291"/>
                    </a:lnTo>
                    <a:lnTo>
                      <a:pt x="5226" y="251"/>
                    </a:lnTo>
                    <a:lnTo>
                      <a:pt x="5406" y="218"/>
                    </a:lnTo>
                    <a:lnTo>
                      <a:pt x="5587" y="185"/>
                    </a:lnTo>
                    <a:lnTo>
                      <a:pt x="5797" y="159"/>
                    </a:lnTo>
                    <a:lnTo>
                      <a:pt x="6187" y="113"/>
                    </a:lnTo>
                    <a:lnTo>
                      <a:pt x="6548" y="80"/>
                    </a:lnTo>
                    <a:lnTo>
                      <a:pt x="6097" y="47"/>
                    </a:lnTo>
                    <a:lnTo>
                      <a:pt x="5647" y="20"/>
                    </a:lnTo>
                    <a:lnTo>
                      <a:pt x="5166" y="7"/>
                    </a:lnTo>
                    <a:lnTo>
                      <a:pt x="4656" y="0"/>
                    </a:lnTo>
                    <a:close/>
                  </a:path>
                </a:pathLst>
              </a:custGeom>
              <a:solidFill>
                <a:srgbClr val="009C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84"/>
              <p:cNvSpPr/>
              <p:nvPr/>
            </p:nvSpPr>
            <p:spPr>
              <a:xfrm rot="10800000">
                <a:off x="4792161" y="2895257"/>
                <a:ext cx="87612" cy="55676"/>
              </a:xfrm>
              <a:custGeom>
                <a:avLst/>
                <a:gdLst/>
                <a:ahLst/>
                <a:cxnLst/>
                <a:rect l="l" t="t" r="r" b="b"/>
                <a:pathLst>
                  <a:path w="6548" h="926" fill="none" extrusionOk="0">
                    <a:moveTo>
                      <a:pt x="3755" y="925"/>
                    </a:moveTo>
                    <a:lnTo>
                      <a:pt x="3755" y="925"/>
                    </a:lnTo>
                    <a:lnTo>
                      <a:pt x="3905" y="925"/>
                    </a:lnTo>
                    <a:lnTo>
                      <a:pt x="3905" y="925"/>
                    </a:lnTo>
                    <a:lnTo>
                      <a:pt x="4385" y="925"/>
                    </a:lnTo>
                    <a:lnTo>
                      <a:pt x="4385" y="892"/>
                    </a:lnTo>
                    <a:lnTo>
                      <a:pt x="4385" y="892"/>
                    </a:lnTo>
                    <a:lnTo>
                      <a:pt x="4355" y="786"/>
                    </a:lnTo>
                    <a:lnTo>
                      <a:pt x="4385" y="674"/>
                    </a:lnTo>
                    <a:lnTo>
                      <a:pt x="4475" y="568"/>
                    </a:lnTo>
                    <a:lnTo>
                      <a:pt x="4626" y="469"/>
                    </a:lnTo>
                    <a:lnTo>
                      <a:pt x="4806" y="377"/>
                    </a:lnTo>
                    <a:lnTo>
                      <a:pt x="4926" y="331"/>
                    </a:lnTo>
                    <a:lnTo>
                      <a:pt x="5076" y="291"/>
                    </a:lnTo>
                    <a:lnTo>
                      <a:pt x="5226" y="251"/>
                    </a:lnTo>
                    <a:lnTo>
                      <a:pt x="5406" y="218"/>
                    </a:lnTo>
                    <a:lnTo>
                      <a:pt x="5587" y="185"/>
                    </a:lnTo>
                    <a:lnTo>
                      <a:pt x="5797" y="159"/>
                    </a:lnTo>
                    <a:lnTo>
                      <a:pt x="5797" y="159"/>
                    </a:lnTo>
                    <a:lnTo>
                      <a:pt x="6187" y="113"/>
                    </a:lnTo>
                    <a:lnTo>
                      <a:pt x="6548" y="80"/>
                    </a:lnTo>
                    <a:lnTo>
                      <a:pt x="6548" y="80"/>
                    </a:lnTo>
                    <a:lnTo>
                      <a:pt x="6097" y="47"/>
                    </a:lnTo>
                    <a:lnTo>
                      <a:pt x="5647" y="20"/>
                    </a:lnTo>
                    <a:lnTo>
                      <a:pt x="5166" y="7"/>
                    </a:lnTo>
                    <a:lnTo>
                      <a:pt x="4656" y="0"/>
                    </a:lnTo>
                    <a:lnTo>
                      <a:pt x="4656" y="0"/>
                    </a:lnTo>
                    <a:lnTo>
                      <a:pt x="4205" y="7"/>
                    </a:lnTo>
                    <a:lnTo>
                      <a:pt x="30" y="7"/>
                    </a:lnTo>
                    <a:lnTo>
                      <a:pt x="30" y="7"/>
                    </a:lnTo>
                    <a:lnTo>
                      <a:pt x="0" y="66"/>
                    </a:lnTo>
                    <a:lnTo>
                      <a:pt x="0" y="132"/>
                    </a:lnTo>
                    <a:lnTo>
                      <a:pt x="30" y="205"/>
                    </a:lnTo>
                    <a:lnTo>
                      <a:pt x="60" y="278"/>
                    </a:lnTo>
                    <a:lnTo>
                      <a:pt x="150" y="357"/>
                    </a:lnTo>
                    <a:lnTo>
                      <a:pt x="241" y="430"/>
                    </a:lnTo>
                    <a:lnTo>
                      <a:pt x="391" y="509"/>
                    </a:lnTo>
                    <a:lnTo>
                      <a:pt x="571" y="582"/>
                    </a:lnTo>
                    <a:lnTo>
                      <a:pt x="781" y="654"/>
                    </a:lnTo>
                    <a:lnTo>
                      <a:pt x="1051" y="720"/>
                    </a:lnTo>
                    <a:lnTo>
                      <a:pt x="1352" y="773"/>
                    </a:lnTo>
                    <a:lnTo>
                      <a:pt x="1712" y="826"/>
                    </a:lnTo>
                    <a:lnTo>
                      <a:pt x="2133" y="872"/>
                    </a:lnTo>
                    <a:lnTo>
                      <a:pt x="2613" y="899"/>
                    </a:lnTo>
                    <a:lnTo>
                      <a:pt x="3154" y="918"/>
                    </a:lnTo>
                    <a:lnTo>
                      <a:pt x="3755" y="92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84"/>
              <p:cNvSpPr/>
              <p:nvPr/>
            </p:nvSpPr>
            <p:spPr>
              <a:xfrm rot="10800000">
                <a:off x="4764024" y="2895258"/>
                <a:ext cx="57480" cy="50926"/>
              </a:xfrm>
              <a:custGeom>
                <a:avLst/>
                <a:gdLst/>
                <a:ahLst/>
                <a:cxnLst/>
                <a:rect l="l" t="t" r="r" b="b"/>
                <a:pathLst>
                  <a:path w="4296" h="847" extrusionOk="0">
                    <a:moveTo>
                      <a:pt x="2193" y="1"/>
                    </a:moveTo>
                    <a:lnTo>
                      <a:pt x="1832" y="34"/>
                    </a:lnTo>
                    <a:lnTo>
                      <a:pt x="1442" y="80"/>
                    </a:lnTo>
                    <a:lnTo>
                      <a:pt x="1232" y="106"/>
                    </a:lnTo>
                    <a:lnTo>
                      <a:pt x="1051" y="139"/>
                    </a:lnTo>
                    <a:lnTo>
                      <a:pt x="871" y="172"/>
                    </a:lnTo>
                    <a:lnTo>
                      <a:pt x="721" y="212"/>
                    </a:lnTo>
                    <a:lnTo>
                      <a:pt x="571" y="252"/>
                    </a:lnTo>
                    <a:lnTo>
                      <a:pt x="451" y="298"/>
                    </a:lnTo>
                    <a:lnTo>
                      <a:pt x="271" y="390"/>
                    </a:lnTo>
                    <a:lnTo>
                      <a:pt x="120" y="489"/>
                    </a:lnTo>
                    <a:lnTo>
                      <a:pt x="30" y="595"/>
                    </a:lnTo>
                    <a:lnTo>
                      <a:pt x="0" y="707"/>
                    </a:lnTo>
                    <a:lnTo>
                      <a:pt x="30" y="813"/>
                    </a:lnTo>
                    <a:lnTo>
                      <a:pt x="30" y="846"/>
                    </a:lnTo>
                    <a:lnTo>
                      <a:pt x="4235" y="846"/>
                    </a:lnTo>
                    <a:lnTo>
                      <a:pt x="4265" y="760"/>
                    </a:lnTo>
                    <a:lnTo>
                      <a:pt x="4295" y="668"/>
                    </a:lnTo>
                    <a:lnTo>
                      <a:pt x="4265" y="575"/>
                    </a:lnTo>
                    <a:lnTo>
                      <a:pt x="4175" y="489"/>
                    </a:lnTo>
                    <a:lnTo>
                      <a:pt x="4055" y="404"/>
                    </a:lnTo>
                    <a:lnTo>
                      <a:pt x="3905" y="318"/>
                    </a:lnTo>
                    <a:lnTo>
                      <a:pt x="3665" y="238"/>
                    </a:lnTo>
                    <a:lnTo>
                      <a:pt x="3394" y="166"/>
                    </a:lnTo>
                    <a:lnTo>
                      <a:pt x="3184" y="119"/>
                    </a:lnTo>
                    <a:lnTo>
                      <a:pt x="2884" y="73"/>
                    </a:lnTo>
                    <a:lnTo>
                      <a:pt x="2553" y="34"/>
                    </a:lnTo>
                    <a:lnTo>
                      <a:pt x="2193" y="1"/>
                    </a:lnTo>
                    <a:close/>
                  </a:path>
                </a:pathLst>
              </a:custGeom>
              <a:solidFill>
                <a:srgbClr val="008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84"/>
              <p:cNvSpPr/>
              <p:nvPr/>
            </p:nvSpPr>
            <p:spPr>
              <a:xfrm rot="10800000">
                <a:off x="4764024" y="2895258"/>
                <a:ext cx="57480" cy="50926"/>
              </a:xfrm>
              <a:custGeom>
                <a:avLst/>
                <a:gdLst/>
                <a:ahLst/>
                <a:cxnLst/>
                <a:rect l="l" t="t" r="r" b="b"/>
                <a:pathLst>
                  <a:path w="4296" h="847" fill="none" extrusionOk="0">
                    <a:moveTo>
                      <a:pt x="30" y="846"/>
                    </a:moveTo>
                    <a:lnTo>
                      <a:pt x="30" y="846"/>
                    </a:lnTo>
                    <a:lnTo>
                      <a:pt x="3034" y="846"/>
                    </a:lnTo>
                    <a:lnTo>
                      <a:pt x="3034" y="846"/>
                    </a:lnTo>
                    <a:lnTo>
                      <a:pt x="4235" y="846"/>
                    </a:lnTo>
                    <a:lnTo>
                      <a:pt x="4235" y="846"/>
                    </a:lnTo>
                    <a:lnTo>
                      <a:pt x="4265" y="760"/>
                    </a:lnTo>
                    <a:lnTo>
                      <a:pt x="4295" y="668"/>
                    </a:lnTo>
                    <a:lnTo>
                      <a:pt x="4265" y="575"/>
                    </a:lnTo>
                    <a:lnTo>
                      <a:pt x="4175" y="489"/>
                    </a:lnTo>
                    <a:lnTo>
                      <a:pt x="4055" y="404"/>
                    </a:lnTo>
                    <a:lnTo>
                      <a:pt x="3905" y="318"/>
                    </a:lnTo>
                    <a:lnTo>
                      <a:pt x="3665" y="238"/>
                    </a:lnTo>
                    <a:lnTo>
                      <a:pt x="3394" y="166"/>
                    </a:lnTo>
                    <a:lnTo>
                      <a:pt x="3394" y="166"/>
                    </a:lnTo>
                    <a:lnTo>
                      <a:pt x="3184" y="119"/>
                    </a:lnTo>
                    <a:lnTo>
                      <a:pt x="2884" y="73"/>
                    </a:lnTo>
                    <a:lnTo>
                      <a:pt x="2553" y="34"/>
                    </a:lnTo>
                    <a:lnTo>
                      <a:pt x="2193" y="1"/>
                    </a:lnTo>
                    <a:lnTo>
                      <a:pt x="2193" y="1"/>
                    </a:lnTo>
                    <a:lnTo>
                      <a:pt x="1832" y="34"/>
                    </a:lnTo>
                    <a:lnTo>
                      <a:pt x="1442" y="80"/>
                    </a:lnTo>
                    <a:lnTo>
                      <a:pt x="1442" y="80"/>
                    </a:lnTo>
                    <a:lnTo>
                      <a:pt x="1232" y="106"/>
                    </a:lnTo>
                    <a:lnTo>
                      <a:pt x="1051" y="139"/>
                    </a:lnTo>
                    <a:lnTo>
                      <a:pt x="871" y="172"/>
                    </a:lnTo>
                    <a:lnTo>
                      <a:pt x="721" y="212"/>
                    </a:lnTo>
                    <a:lnTo>
                      <a:pt x="571" y="252"/>
                    </a:lnTo>
                    <a:lnTo>
                      <a:pt x="451" y="298"/>
                    </a:lnTo>
                    <a:lnTo>
                      <a:pt x="271" y="390"/>
                    </a:lnTo>
                    <a:lnTo>
                      <a:pt x="120" y="489"/>
                    </a:lnTo>
                    <a:lnTo>
                      <a:pt x="30" y="595"/>
                    </a:lnTo>
                    <a:lnTo>
                      <a:pt x="0" y="707"/>
                    </a:lnTo>
                    <a:lnTo>
                      <a:pt x="30" y="813"/>
                    </a:lnTo>
                    <a:lnTo>
                      <a:pt x="30" y="84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84"/>
              <p:cNvSpPr/>
              <p:nvPr/>
            </p:nvSpPr>
            <p:spPr>
              <a:xfrm rot="10800000">
                <a:off x="4972186" y="2849984"/>
                <a:ext cx="12470" cy="481"/>
              </a:xfrm>
              <a:custGeom>
                <a:avLst/>
                <a:gdLst/>
                <a:ahLst/>
                <a:cxnLst/>
                <a:rect l="l" t="t" r="r" b="b"/>
                <a:pathLst>
                  <a:path w="932" h="8" extrusionOk="0">
                    <a:moveTo>
                      <a:pt x="451" y="0"/>
                    </a:moveTo>
                    <a:lnTo>
                      <a:pt x="0" y="7"/>
                    </a:lnTo>
                    <a:lnTo>
                      <a:pt x="931" y="7"/>
                    </a:lnTo>
                    <a:lnTo>
                      <a:pt x="451" y="0"/>
                    </a:lnTo>
                    <a:close/>
                  </a:path>
                </a:pathLst>
              </a:custGeom>
              <a:solidFill>
                <a:srgbClr val="009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84"/>
              <p:cNvSpPr/>
              <p:nvPr/>
            </p:nvSpPr>
            <p:spPr>
              <a:xfrm rot="10800000">
                <a:off x="4821090" y="2849984"/>
                <a:ext cx="3639" cy="60"/>
              </a:xfrm>
              <a:custGeom>
                <a:avLst/>
                <a:gdLst/>
                <a:ahLst/>
                <a:cxnLst/>
                <a:rect l="l" t="t" r="r" b="b"/>
                <a:pathLst>
                  <a:path w="272" h="1" fill="none" extrusionOk="0">
                    <a:moveTo>
                      <a:pt x="1" y="0"/>
                    </a:moveTo>
                    <a:lnTo>
                      <a:pt x="271" y="0"/>
                    </a:lnTo>
                    <a:lnTo>
                      <a:pt x="1"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84"/>
              <p:cNvSpPr/>
              <p:nvPr/>
            </p:nvSpPr>
            <p:spPr>
              <a:xfrm rot="10800000">
                <a:off x="4922760" y="2849984"/>
                <a:ext cx="61896" cy="481"/>
              </a:xfrm>
              <a:custGeom>
                <a:avLst/>
                <a:gdLst/>
                <a:ahLst/>
                <a:cxnLst/>
                <a:rect l="l" t="t" r="r" b="b"/>
                <a:pathLst>
                  <a:path w="4626" h="8" fill="none" extrusionOk="0">
                    <a:moveTo>
                      <a:pt x="0" y="7"/>
                    </a:moveTo>
                    <a:lnTo>
                      <a:pt x="4626" y="7"/>
                    </a:lnTo>
                    <a:lnTo>
                      <a:pt x="4626" y="7"/>
                    </a:lnTo>
                    <a:lnTo>
                      <a:pt x="931" y="7"/>
                    </a:lnTo>
                    <a:lnTo>
                      <a:pt x="931" y="7"/>
                    </a:lnTo>
                    <a:lnTo>
                      <a:pt x="451" y="0"/>
                    </a:lnTo>
                    <a:lnTo>
                      <a:pt x="451" y="0"/>
                    </a:lnTo>
                    <a:lnTo>
                      <a:pt x="0"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84"/>
              <p:cNvSpPr/>
              <p:nvPr/>
            </p:nvSpPr>
            <p:spPr>
              <a:xfrm rot="10800000">
                <a:off x="4667177" y="3396458"/>
                <a:ext cx="256401" cy="100950"/>
              </a:xfrm>
              <a:custGeom>
                <a:avLst/>
                <a:gdLst/>
                <a:ahLst/>
                <a:cxnLst/>
                <a:rect l="l" t="t" r="r" b="b"/>
                <a:pathLst>
                  <a:path w="19163" h="1679" extrusionOk="0">
                    <a:moveTo>
                      <a:pt x="3394" y="0"/>
                    </a:moveTo>
                    <a:lnTo>
                      <a:pt x="2974" y="14"/>
                    </a:lnTo>
                    <a:lnTo>
                      <a:pt x="2583" y="27"/>
                    </a:lnTo>
                    <a:lnTo>
                      <a:pt x="2193" y="53"/>
                    </a:lnTo>
                    <a:lnTo>
                      <a:pt x="1863" y="93"/>
                    </a:lnTo>
                    <a:lnTo>
                      <a:pt x="1532" y="132"/>
                    </a:lnTo>
                    <a:lnTo>
                      <a:pt x="1232" y="185"/>
                    </a:lnTo>
                    <a:lnTo>
                      <a:pt x="962" y="251"/>
                    </a:lnTo>
                    <a:lnTo>
                      <a:pt x="751" y="324"/>
                    </a:lnTo>
                    <a:lnTo>
                      <a:pt x="541" y="410"/>
                    </a:lnTo>
                    <a:lnTo>
                      <a:pt x="361" y="502"/>
                    </a:lnTo>
                    <a:lnTo>
                      <a:pt x="211" y="588"/>
                    </a:lnTo>
                    <a:lnTo>
                      <a:pt x="121" y="668"/>
                    </a:lnTo>
                    <a:lnTo>
                      <a:pt x="31" y="753"/>
                    </a:lnTo>
                    <a:lnTo>
                      <a:pt x="0" y="833"/>
                    </a:lnTo>
                    <a:lnTo>
                      <a:pt x="0" y="912"/>
                    </a:lnTo>
                    <a:lnTo>
                      <a:pt x="0" y="985"/>
                    </a:lnTo>
                    <a:lnTo>
                      <a:pt x="61" y="1064"/>
                    </a:lnTo>
                    <a:lnTo>
                      <a:pt x="151" y="1130"/>
                    </a:lnTo>
                    <a:lnTo>
                      <a:pt x="241" y="1196"/>
                    </a:lnTo>
                    <a:lnTo>
                      <a:pt x="391" y="1262"/>
                    </a:lnTo>
                    <a:lnTo>
                      <a:pt x="541" y="1328"/>
                    </a:lnTo>
                    <a:lnTo>
                      <a:pt x="721" y="1387"/>
                    </a:lnTo>
                    <a:lnTo>
                      <a:pt x="932" y="1440"/>
                    </a:lnTo>
                    <a:lnTo>
                      <a:pt x="1172" y="1493"/>
                    </a:lnTo>
                    <a:lnTo>
                      <a:pt x="1352" y="1520"/>
                    </a:lnTo>
                    <a:lnTo>
                      <a:pt x="1562" y="1553"/>
                    </a:lnTo>
                    <a:lnTo>
                      <a:pt x="1833" y="1579"/>
                    </a:lnTo>
                    <a:lnTo>
                      <a:pt x="2103" y="1599"/>
                    </a:lnTo>
                    <a:lnTo>
                      <a:pt x="2403" y="1625"/>
                    </a:lnTo>
                    <a:lnTo>
                      <a:pt x="2704" y="1639"/>
                    </a:lnTo>
                    <a:lnTo>
                      <a:pt x="3394" y="1665"/>
                    </a:lnTo>
                    <a:lnTo>
                      <a:pt x="3394" y="0"/>
                    </a:lnTo>
                    <a:close/>
                    <a:moveTo>
                      <a:pt x="15228" y="0"/>
                    </a:moveTo>
                    <a:lnTo>
                      <a:pt x="14808" y="7"/>
                    </a:lnTo>
                    <a:lnTo>
                      <a:pt x="14778" y="132"/>
                    </a:lnTo>
                    <a:lnTo>
                      <a:pt x="14657" y="251"/>
                    </a:lnTo>
                    <a:lnTo>
                      <a:pt x="14537" y="350"/>
                    </a:lnTo>
                    <a:lnTo>
                      <a:pt x="14357" y="436"/>
                    </a:lnTo>
                    <a:lnTo>
                      <a:pt x="14147" y="516"/>
                    </a:lnTo>
                    <a:lnTo>
                      <a:pt x="13907" y="582"/>
                    </a:lnTo>
                    <a:lnTo>
                      <a:pt x="13636" y="634"/>
                    </a:lnTo>
                    <a:lnTo>
                      <a:pt x="13336" y="681"/>
                    </a:lnTo>
                    <a:lnTo>
                      <a:pt x="13066" y="720"/>
                    </a:lnTo>
                    <a:lnTo>
                      <a:pt x="12765" y="747"/>
                    </a:lnTo>
                    <a:lnTo>
                      <a:pt x="12465" y="773"/>
                    </a:lnTo>
                    <a:lnTo>
                      <a:pt x="12165" y="786"/>
                    </a:lnTo>
                    <a:lnTo>
                      <a:pt x="11864" y="800"/>
                    </a:lnTo>
                    <a:lnTo>
                      <a:pt x="11594" y="806"/>
                    </a:lnTo>
                    <a:lnTo>
                      <a:pt x="11083" y="813"/>
                    </a:lnTo>
                    <a:lnTo>
                      <a:pt x="10903" y="813"/>
                    </a:lnTo>
                    <a:lnTo>
                      <a:pt x="10903" y="1678"/>
                    </a:lnTo>
                    <a:lnTo>
                      <a:pt x="15138" y="1678"/>
                    </a:lnTo>
                    <a:lnTo>
                      <a:pt x="15558" y="1672"/>
                    </a:lnTo>
                    <a:lnTo>
                      <a:pt x="15979" y="1665"/>
                    </a:lnTo>
                    <a:lnTo>
                      <a:pt x="16369" y="1652"/>
                    </a:lnTo>
                    <a:lnTo>
                      <a:pt x="16760" y="1625"/>
                    </a:lnTo>
                    <a:lnTo>
                      <a:pt x="17150" y="1599"/>
                    </a:lnTo>
                    <a:lnTo>
                      <a:pt x="17481" y="1559"/>
                    </a:lnTo>
                    <a:lnTo>
                      <a:pt x="17781" y="1513"/>
                    </a:lnTo>
                    <a:lnTo>
                      <a:pt x="18051" y="1454"/>
                    </a:lnTo>
                    <a:lnTo>
                      <a:pt x="18262" y="1394"/>
                    </a:lnTo>
                    <a:lnTo>
                      <a:pt x="18442" y="1335"/>
                    </a:lnTo>
                    <a:lnTo>
                      <a:pt x="18622" y="1262"/>
                    </a:lnTo>
                    <a:lnTo>
                      <a:pt x="18772" y="1189"/>
                    </a:lnTo>
                    <a:lnTo>
                      <a:pt x="18922" y="1117"/>
                    </a:lnTo>
                    <a:lnTo>
                      <a:pt x="19042" y="1037"/>
                    </a:lnTo>
                    <a:lnTo>
                      <a:pt x="19133" y="965"/>
                    </a:lnTo>
                    <a:lnTo>
                      <a:pt x="19163" y="885"/>
                    </a:lnTo>
                    <a:lnTo>
                      <a:pt x="19163" y="654"/>
                    </a:lnTo>
                    <a:lnTo>
                      <a:pt x="19133" y="601"/>
                    </a:lnTo>
                    <a:lnTo>
                      <a:pt x="19072" y="542"/>
                    </a:lnTo>
                    <a:lnTo>
                      <a:pt x="19012" y="489"/>
                    </a:lnTo>
                    <a:lnTo>
                      <a:pt x="18892" y="436"/>
                    </a:lnTo>
                    <a:lnTo>
                      <a:pt x="18802" y="390"/>
                    </a:lnTo>
                    <a:lnTo>
                      <a:pt x="18652" y="337"/>
                    </a:lnTo>
                    <a:lnTo>
                      <a:pt x="18502" y="291"/>
                    </a:lnTo>
                    <a:lnTo>
                      <a:pt x="18322" y="245"/>
                    </a:lnTo>
                    <a:lnTo>
                      <a:pt x="18081" y="199"/>
                    </a:lnTo>
                    <a:lnTo>
                      <a:pt x="17781" y="152"/>
                    </a:lnTo>
                    <a:lnTo>
                      <a:pt x="17421" y="106"/>
                    </a:lnTo>
                    <a:lnTo>
                      <a:pt x="17030" y="73"/>
                    </a:lnTo>
                    <a:lnTo>
                      <a:pt x="16610" y="47"/>
                    </a:lnTo>
                    <a:lnTo>
                      <a:pt x="16159" y="20"/>
                    </a:lnTo>
                    <a:lnTo>
                      <a:pt x="15679" y="7"/>
                    </a:lnTo>
                    <a:lnTo>
                      <a:pt x="15228" y="0"/>
                    </a:lnTo>
                    <a:close/>
                  </a:path>
                </a:pathLst>
              </a:custGeom>
              <a:solidFill>
                <a:srgbClr val="A47D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84"/>
              <p:cNvSpPr/>
              <p:nvPr/>
            </p:nvSpPr>
            <p:spPr>
              <a:xfrm rot="10800000">
                <a:off x="4878153" y="3397300"/>
                <a:ext cx="45425" cy="100108"/>
              </a:xfrm>
              <a:custGeom>
                <a:avLst/>
                <a:gdLst/>
                <a:ahLst/>
                <a:cxnLst/>
                <a:rect l="l" t="t" r="r" b="b"/>
                <a:pathLst>
                  <a:path w="3395" h="1665" fill="none" extrusionOk="0">
                    <a:moveTo>
                      <a:pt x="3394" y="1665"/>
                    </a:moveTo>
                    <a:lnTo>
                      <a:pt x="3394" y="1665"/>
                    </a:lnTo>
                    <a:lnTo>
                      <a:pt x="3394" y="0"/>
                    </a:lnTo>
                    <a:lnTo>
                      <a:pt x="3394" y="0"/>
                    </a:lnTo>
                    <a:lnTo>
                      <a:pt x="2974" y="14"/>
                    </a:lnTo>
                    <a:lnTo>
                      <a:pt x="2583" y="27"/>
                    </a:lnTo>
                    <a:lnTo>
                      <a:pt x="2193" y="53"/>
                    </a:lnTo>
                    <a:lnTo>
                      <a:pt x="1863" y="93"/>
                    </a:lnTo>
                    <a:lnTo>
                      <a:pt x="1532" y="132"/>
                    </a:lnTo>
                    <a:lnTo>
                      <a:pt x="1232" y="185"/>
                    </a:lnTo>
                    <a:lnTo>
                      <a:pt x="962" y="251"/>
                    </a:lnTo>
                    <a:lnTo>
                      <a:pt x="751" y="324"/>
                    </a:lnTo>
                    <a:lnTo>
                      <a:pt x="751" y="324"/>
                    </a:lnTo>
                    <a:lnTo>
                      <a:pt x="541" y="410"/>
                    </a:lnTo>
                    <a:lnTo>
                      <a:pt x="361" y="502"/>
                    </a:lnTo>
                    <a:lnTo>
                      <a:pt x="211" y="588"/>
                    </a:lnTo>
                    <a:lnTo>
                      <a:pt x="121" y="668"/>
                    </a:lnTo>
                    <a:lnTo>
                      <a:pt x="31" y="753"/>
                    </a:lnTo>
                    <a:lnTo>
                      <a:pt x="0" y="833"/>
                    </a:lnTo>
                    <a:lnTo>
                      <a:pt x="0" y="912"/>
                    </a:lnTo>
                    <a:lnTo>
                      <a:pt x="0" y="985"/>
                    </a:lnTo>
                    <a:lnTo>
                      <a:pt x="61" y="1064"/>
                    </a:lnTo>
                    <a:lnTo>
                      <a:pt x="151" y="1130"/>
                    </a:lnTo>
                    <a:lnTo>
                      <a:pt x="241" y="1196"/>
                    </a:lnTo>
                    <a:lnTo>
                      <a:pt x="391" y="1262"/>
                    </a:lnTo>
                    <a:lnTo>
                      <a:pt x="541" y="1328"/>
                    </a:lnTo>
                    <a:lnTo>
                      <a:pt x="721" y="1387"/>
                    </a:lnTo>
                    <a:lnTo>
                      <a:pt x="932" y="1440"/>
                    </a:lnTo>
                    <a:lnTo>
                      <a:pt x="1172" y="1493"/>
                    </a:lnTo>
                    <a:lnTo>
                      <a:pt x="1172" y="1493"/>
                    </a:lnTo>
                    <a:lnTo>
                      <a:pt x="1352" y="1520"/>
                    </a:lnTo>
                    <a:lnTo>
                      <a:pt x="1562" y="1553"/>
                    </a:lnTo>
                    <a:lnTo>
                      <a:pt x="1833" y="1579"/>
                    </a:lnTo>
                    <a:lnTo>
                      <a:pt x="2103" y="1599"/>
                    </a:lnTo>
                    <a:lnTo>
                      <a:pt x="2403" y="1625"/>
                    </a:lnTo>
                    <a:lnTo>
                      <a:pt x="2704" y="1639"/>
                    </a:lnTo>
                    <a:lnTo>
                      <a:pt x="3394" y="16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84"/>
              <p:cNvSpPr/>
              <p:nvPr/>
            </p:nvSpPr>
            <p:spPr>
              <a:xfrm rot="10800000">
                <a:off x="4667181" y="3396458"/>
                <a:ext cx="110519" cy="100950"/>
              </a:xfrm>
              <a:custGeom>
                <a:avLst/>
                <a:gdLst/>
                <a:ahLst/>
                <a:cxnLst/>
                <a:rect l="l" t="t" r="r" b="b"/>
                <a:pathLst>
                  <a:path w="8260" h="1679" fill="none" extrusionOk="0">
                    <a:moveTo>
                      <a:pt x="0" y="1678"/>
                    </a:moveTo>
                    <a:lnTo>
                      <a:pt x="4235" y="1678"/>
                    </a:lnTo>
                    <a:lnTo>
                      <a:pt x="4235" y="1678"/>
                    </a:lnTo>
                    <a:lnTo>
                      <a:pt x="4655" y="1672"/>
                    </a:lnTo>
                    <a:lnTo>
                      <a:pt x="5076" y="1665"/>
                    </a:lnTo>
                    <a:lnTo>
                      <a:pt x="5466" y="1652"/>
                    </a:lnTo>
                    <a:lnTo>
                      <a:pt x="5857" y="1625"/>
                    </a:lnTo>
                    <a:lnTo>
                      <a:pt x="6247" y="1599"/>
                    </a:lnTo>
                    <a:lnTo>
                      <a:pt x="6578" y="1559"/>
                    </a:lnTo>
                    <a:lnTo>
                      <a:pt x="6878" y="1513"/>
                    </a:lnTo>
                    <a:lnTo>
                      <a:pt x="7148" y="1454"/>
                    </a:lnTo>
                    <a:lnTo>
                      <a:pt x="7148" y="1454"/>
                    </a:lnTo>
                    <a:lnTo>
                      <a:pt x="7359" y="1394"/>
                    </a:lnTo>
                    <a:lnTo>
                      <a:pt x="7539" y="1335"/>
                    </a:lnTo>
                    <a:lnTo>
                      <a:pt x="7719" y="1262"/>
                    </a:lnTo>
                    <a:lnTo>
                      <a:pt x="7869" y="1189"/>
                    </a:lnTo>
                    <a:lnTo>
                      <a:pt x="8019" y="1117"/>
                    </a:lnTo>
                    <a:lnTo>
                      <a:pt x="8139" y="1037"/>
                    </a:lnTo>
                    <a:lnTo>
                      <a:pt x="8230" y="965"/>
                    </a:lnTo>
                    <a:lnTo>
                      <a:pt x="8260" y="885"/>
                    </a:lnTo>
                    <a:lnTo>
                      <a:pt x="8260" y="654"/>
                    </a:lnTo>
                    <a:lnTo>
                      <a:pt x="8260" y="654"/>
                    </a:lnTo>
                    <a:lnTo>
                      <a:pt x="8230" y="601"/>
                    </a:lnTo>
                    <a:lnTo>
                      <a:pt x="8169" y="542"/>
                    </a:lnTo>
                    <a:lnTo>
                      <a:pt x="8109" y="489"/>
                    </a:lnTo>
                    <a:lnTo>
                      <a:pt x="7989" y="436"/>
                    </a:lnTo>
                    <a:lnTo>
                      <a:pt x="7899" y="390"/>
                    </a:lnTo>
                    <a:lnTo>
                      <a:pt x="7749" y="337"/>
                    </a:lnTo>
                    <a:lnTo>
                      <a:pt x="7599" y="291"/>
                    </a:lnTo>
                    <a:lnTo>
                      <a:pt x="7419" y="245"/>
                    </a:lnTo>
                    <a:lnTo>
                      <a:pt x="7419" y="245"/>
                    </a:lnTo>
                    <a:lnTo>
                      <a:pt x="7178" y="199"/>
                    </a:lnTo>
                    <a:lnTo>
                      <a:pt x="6878" y="152"/>
                    </a:lnTo>
                    <a:lnTo>
                      <a:pt x="6518" y="106"/>
                    </a:lnTo>
                    <a:lnTo>
                      <a:pt x="6127" y="73"/>
                    </a:lnTo>
                    <a:lnTo>
                      <a:pt x="5707" y="47"/>
                    </a:lnTo>
                    <a:lnTo>
                      <a:pt x="5256" y="20"/>
                    </a:lnTo>
                    <a:lnTo>
                      <a:pt x="4776" y="7"/>
                    </a:lnTo>
                    <a:lnTo>
                      <a:pt x="4325" y="0"/>
                    </a:lnTo>
                    <a:lnTo>
                      <a:pt x="4325" y="0"/>
                    </a:lnTo>
                    <a:lnTo>
                      <a:pt x="3905" y="7"/>
                    </a:lnTo>
                    <a:lnTo>
                      <a:pt x="3905" y="7"/>
                    </a:lnTo>
                    <a:lnTo>
                      <a:pt x="3875" y="132"/>
                    </a:lnTo>
                    <a:lnTo>
                      <a:pt x="3754" y="251"/>
                    </a:lnTo>
                    <a:lnTo>
                      <a:pt x="3634" y="350"/>
                    </a:lnTo>
                    <a:lnTo>
                      <a:pt x="3454" y="436"/>
                    </a:lnTo>
                    <a:lnTo>
                      <a:pt x="3244" y="516"/>
                    </a:lnTo>
                    <a:lnTo>
                      <a:pt x="3004" y="582"/>
                    </a:lnTo>
                    <a:lnTo>
                      <a:pt x="2733" y="634"/>
                    </a:lnTo>
                    <a:lnTo>
                      <a:pt x="2433" y="681"/>
                    </a:lnTo>
                    <a:lnTo>
                      <a:pt x="2163" y="720"/>
                    </a:lnTo>
                    <a:lnTo>
                      <a:pt x="1862" y="747"/>
                    </a:lnTo>
                    <a:lnTo>
                      <a:pt x="1562" y="773"/>
                    </a:lnTo>
                    <a:lnTo>
                      <a:pt x="1262" y="786"/>
                    </a:lnTo>
                    <a:lnTo>
                      <a:pt x="961" y="800"/>
                    </a:lnTo>
                    <a:lnTo>
                      <a:pt x="691" y="806"/>
                    </a:lnTo>
                    <a:lnTo>
                      <a:pt x="180" y="813"/>
                    </a:lnTo>
                    <a:lnTo>
                      <a:pt x="180" y="813"/>
                    </a:lnTo>
                    <a:lnTo>
                      <a:pt x="120" y="813"/>
                    </a:lnTo>
                    <a:lnTo>
                      <a:pt x="120" y="813"/>
                    </a:lnTo>
                    <a:lnTo>
                      <a:pt x="0" y="813"/>
                    </a:lnTo>
                    <a:lnTo>
                      <a:pt x="0" y="167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84"/>
              <p:cNvSpPr/>
              <p:nvPr/>
            </p:nvSpPr>
            <p:spPr>
              <a:xfrm rot="10800000">
                <a:off x="4725450" y="3448527"/>
                <a:ext cx="52249" cy="48521"/>
              </a:xfrm>
              <a:custGeom>
                <a:avLst/>
                <a:gdLst/>
                <a:ahLst/>
                <a:cxnLst/>
                <a:rect l="l" t="t" r="r" b="b"/>
                <a:pathLst>
                  <a:path w="3905" h="807" extrusionOk="0">
                    <a:moveTo>
                      <a:pt x="0" y="1"/>
                    </a:moveTo>
                    <a:lnTo>
                      <a:pt x="0" y="807"/>
                    </a:lnTo>
                    <a:lnTo>
                      <a:pt x="180" y="807"/>
                    </a:lnTo>
                    <a:lnTo>
                      <a:pt x="691" y="800"/>
                    </a:lnTo>
                    <a:lnTo>
                      <a:pt x="961" y="794"/>
                    </a:lnTo>
                    <a:lnTo>
                      <a:pt x="1262" y="780"/>
                    </a:lnTo>
                    <a:lnTo>
                      <a:pt x="1562" y="767"/>
                    </a:lnTo>
                    <a:lnTo>
                      <a:pt x="1862" y="741"/>
                    </a:lnTo>
                    <a:lnTo>
                      <a:pt x="2163" y="714"/>
                    </a:lnTo>
                    <a:lnTo>
                      <a:pt x="2433" y="675"/>
                    </a:lnTo>
                    <a:lnTo>
                      <a:pt x="2733" y="628"/>
                    </a:lnTo>
                    <a:lnTo>
                      <a:pt x="3004" y="576"/>
                    </a:lnTo>
                    <a:lnTo>
                      <a:pt x="3244" y="510"/>
                    </a:lnTo>
                    <a:lnTo>
                      <a:pt x="3454" y="430"/>
                    </a:lnTo>
                    <a:lnTo>
                      <a:pt x="3634" y="344"/>
                    </a:lnTo>
                    <a:lnTo>
                      <a:pt x="3754" y="245"/>
                    </a:lnTo>
                    <a:lnTo>
                      <a:pt x="3875" y="126"/>
                    </a:lnTo>
                    <a:lnTo>
                      <a:pt x="3905" y="1"/>
                    </a:lnTo>
                    <a:close/>
                  </a:path>
                </a:pathLst>
              </a:custGeom>
              <a:solidFill>
                <a:srgbClr val="693D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84"/>
              <p:cNvSpPr/>
              <p:nvPr/>
            </p:nvSpPr>
            <p:spPr>
              <a:xfrm rot="10800000">
                <a:off x="4725450" y="3448527"/>
                <a:ext cx="52249" cy="48521"/>
              </a:xfrm>
              <a:custGeom>
                <a:avLst/>
                <a:gdLst/>
                <a:ahLst/>
                <a:cxnLst/>
                <a:rect l="l" t="t" r="r" b="b"/>
                <a:pathLst>
                  <a:path w="3905" h="807" fill="none" extrusionOk="0">
                    <a:moveTo>
                      <a:pt x="180" y="807"/>
                    </a:moveTo>
                    <a:lnTo>
                      <a:pt x="180" y="807"/>
                    </a:lnTo>
                    <a:lnTo>
                      <a:pt x="691" y="800"/>
                    </a:lnTo>
                    <a:lnTo>
                      <a:pt x="961" y="794"/>
                    </a:lnTo>
                    <a:lnTo>
                      <a:pt x="1262" y="780"/>
                    </a:lnTo>
                    <a:lnTo>
                      <a:pt x="1562" y="767"/>
                    </a:lnTo>
                    <a:lnTo>
                      <a:pt x="1862" y="741"/>
                    </a:lnTo>
                    <a:lnTo>
                      <a:pt x="2163" y="714"/>
                    </a:lnTo>
                    <a:lnTo>
                      <a:pt x="2433" y="675"/>
                    </a:lnTo>
                    <a:lnTo>
                      <a:pt x="2733" y="628"/>
                    </a:lnTo>
                    <a:lnTo>
                      <a:pt x="3004" y="576"/>
                    </a:lnTo>
                    <a:lnTo>
                      <a:pt x="3244" y="510"/>
                    </a:lnTo>
                    <a:lnTo>
                      <a:pt x="3454" y="430"/>
                    </a:lnTo>
                    <a:lnTo>
                      <a:pt x="3634" y="344"/>
                    </a:lnTo>
                    <a:lnTo>
                      <a:pt x="3754" y="245"/>
                    </a:lnTo>
                    <a:lnTo>
                      <a:pt x="3875" y="126"/>
                    </a:lnTo>
                    <a:lnTo>
                      <a:pt x="3905" y="1"/>
                    </a:lnTo>
                    <a:lnTo>
                      <a:pt x="3905" y="1"/>
                    </a:lnTo>
                    <a:lnTo>
                      <a:pt x="3875" y="1"/>
                    </a:lnTo>
                    <a:lnTo>
                      <a:pt x="0" y="1"/>
                    </a:lnTo>
                    <a:lnTo>
                      <a:pt x="0" y="807"/>
                    </a:lnTo>
                    <a:lnTo>
                      <a:pt x="0" y="807"/>
                    </a:lnTo>
                    <a:lnTo>
                      <a:pt x="120" y="807"/>
                    </a:lnTo>
                    <a:lnTo>
                      <a:pt x="120" y="807"/>
                    </a:lnTo>
                    <a:lnTo>
                      <a:pt x="180" y="80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84"/>
              <p:cNvSpPr/>
              <p:nvPr/>
            </p:nvSpPr>
            <p:spPr>
              <a:xfrm rot="10800000">
                <a:off x="4666380" y="3444138"/>
                <a:ext cx="816" cy="13949"/>
              </a:xfrm>
              <a:custGeom>
                <a:avLst/>
                <a:gdLst/>
                <a:ahLst/>
                <a:cxnLst/>
                <a:rect l="l" t="t" r="r" b="b"/>
                <a:pathLst>
                  <a:path w="61" h="232" extrusionOk="0">
                    <a:moveTo>
                      <a:pt x="1" y="0"/>
                    </a:moveTo>
                    <a:lnTo>
                      <a:pt x="1" y="231"/>
                    </a:lnTo>
                    <a:lnTo>
                      <a:pt x="61" y="113"/>
                    </a:lnTo>
                    <a:lnTo>
                      <a:pt x="1" y="0"/>
                    </a:lnTo>
                    <a:close/>
                  </a:path>
                </a:pathLst>
              </a:custGeom>
              <a:solidFill>
                <a:srgbClr val="693D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84"/>
              <p:cNvSpPr/>
              <p:nvPr/>
            </p:nvSpPr>
            <p:spPr>
              <a:xfrm rot="10800000">
                <a:off x="4666380" y="3444138"/>
                <a:ext cx="816" cy="13949"/>
              </a:xfrm>
              <a:custGeom>
                <a:avLst/>
                <a:gdLst/>
                <a:ahLst/>
                <a:cxnLst/>
                <a:rect l="l" t="t" r="r" b="b"/>
                <a:pathLst>
                  <a:path w="61" h="232" fill="none" extrusionOk="0">
                    <a:moveTo>
                      <a:pt x="1" y="231"/>
                    </a:moveTo>
                    <a:lnTo>
                      <a:pt x="1" y="231"/>
                    </a:lnTo>
                    <a:lnTo>
                      <a:pt x="61" y="113"/>
                    </a:lnTo>
                    <a:lnTo>
                      <a:pt x="1" y="0"/>
                    </a:lnTo>
                    <a:lnTo>
                      <a:pt x="1" y="23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84"/>
              <p:cNvSpPr/>
              <p:nvPr/>
            </p:nvSpPr>
            <p:spPr>
              <a:xfrm rot="10800000">
                <a:off x="4610111" y="3093068"/>
                <a:ext cx="306629" cy="54473"/>
              </a:xfrm>
              <a:custGeom>
                <a:avLst/>
                <a:gdLst/>
                <a:ahLst/>
                <a:cxnLst/>
                <a:rect l="l" t="t" r="r" b="b"/>
                <a:pathLst>
                  <a:path w="22917" h="906" extrusionOk="0">
                    <a:moveTo>
                      <a:pt x="18471" y="7"/>
                    </a:moveTo>
                    <a:lnTo>
                      <a:pt x="18111" y="14"/>
                    </a:lnTo>
                    <a:lnTo>
                      <a:pt x="13966" y="14"/>
                    </a:lnTo>
                    <a:lnTo>
                      <a:pt x="13966" y="892"/>
                    </a:lnTo>
                    <a:lnTo>
                      <a:pt x="22886" y="892"/>
                    </a:lnTo>
                    <a:lnTo>
                      <a:pt x="22917" y="793"/>
                    </a:lnTo>
                    <a:lnTo>
                      <a:pt x="22406" y="820"/>
                    </a:lnTo>
                    <a:lnTo>
                      <a:pt x="22136" y="826"/>
                    </a:lnTo>
                    <a:lnTo>
                      <a:pt x="21565" y="826"/>
                    </a:lnTo>
                    <a:lnTo>
                      <a:pt x="21265" y="813"/>
                    </a:lnTo>
                    <a:lnTo>
                      <a:pt x="20964" y="800"/>
                    </a:lnTo>
                    <a:lnTo>
                      <a:pt x="20694" y="780"/>
                    </a:lnTo>
                    <a:lnTo>
                      <a:pt x="20424" y="754"/>
                    </a:lnTo>
                    <a:lnTo>
                      <a:pt x="20153" y="721"/>
                    </a:lnTo>
                    <a:lnTo>
                      <a:pt x="19883" y="681"/>
                    </a:lnTo>
                    <a:lnTo>
                      <a:pt x="19643" y="628"/>
                    </a:lnTo>
                    <a:lnTo>
                      <a:pt x="19463" y="582"/>
                    </a:lnTo>
                    <a:lnTo>
                      <a:pt x="19282" y="523"/>
                    </a:lnTo>
                    <a:lnTo>
                      <a:pt x="19102" y="450"/>
                    </a:lnTo>
                    <a:lnTo>
                      <a:pt x="18952" y="371"/>
                    </a:lnTo>
                    <a:lnTo>
                      <a:pt x="18832" y="285"/>
                    </a:lnTo>
                    <a:lnTo>
                      <a:pt x="18742" y="199"/>
                    </a:lnTo>
                    <a:lnTo>
                      <a:pt x="18682" y="100"/>
                    </a:lnTo>
                    <a:lnTo>
                      <a:pt x="18652" y="7"/>
                    </a:lnTo>
                    <a:close/>
                    <a:moveTo>
                      <a:pt x="3634" y="1"/>
                    </a:moveTo>
                    <a:lnTo>
                      <a:pt x="3214" y="7"/>
                    </a:lnTo>
                    <a:lnTo>
                      <a:pt x="2763" y="20"/>
                    </a:lnTo>
                    <a:lnTo>
                      <a:pt x="2373" y="47"/>
                    </a:lnTo>
                    <a:lnTo>
                      <a:pt x="1982" y="80"/>
                    </a:lnTo>
                    <a:lnTo>
                      <a:pt x="1622" y="126"/>
                    </a:lnTo>
                    <a:lnTo>
                      <a:pt x="1292" y="179"/>
                    </a:lnTo>
                    <a:lnTo>
                      <a:pt x="991" y="245"/>
                    </a:lnTo>
                    <a:lnTo>
                      <a:pt x="781" y="324"/>
                    </a:lnTo>
                    <a:lnTo>
                      <a:pt x="571" y="404"/>
                    </a:lnTo>
                    <a:lnTo>
                      <a:pt x="421" y="476"/>
                    </a:lnTo>
                    <a:lnTo>
                      <a:pt x="300" y="556"/>
                    </a:lnTo>
                    <a:lnTo>
                      <a:pt x="180" y="628"/>
                    </a:lnTo>
                    <a:lnTo>
                      <a:pt x="120" y="701"/>
                    </a:lnTo>
                    <a:lnTo>
                      <a:pt x="60" y="774"/>
                    </a:lnTo>
                    <a:lnTo>
                      <a:pt x="30" y="840"/>
                    </a:lnTo>
                    <a:lnTo>
                      <a:pt x="0" y="906"/>
                    </a:lnTo>
                    <a:lnTo>
                      <a:pt x="451" y="899"/>
                    </a:lnTo>
                    <a:lnTo>
                      <a:pt x="931" y="892"/>
                    </a:lnTo>
                    <a:lnTo>
                      <a:pt x="6908" y="892"/>
                    </a:lnTo>
                    <a:lnTo>
                      <a:pt x="6908" y="7"/>
                    </a:lnTo>
                    <a:lnTo>
                      <a:pt x="4115" y="7"/>
                    </a:lnTo>
                    <a:lnTo>
                      <a:pt x="3634" y="1"/>
                    </a:lnTo>
                    <a:close/>
                  </a:path>
                </a:pathLst>
              </a:custGeom>
              <a:solidFill>
                <a:srgbClr val="0089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84"/>
              <p:cNvSpPr/>
              <p:nvPr/>
            </p:nvSpPr>
            <p:spPr>
              <a:xfrm rot="10800000">
                <a:off x="4610116" y="3093850"/>
                <a:ext cx="119764" cy="53271"/>
              </a:xfrm>
              <a:custGeom>
                <a:avLst/>
                <a:gdLst/>
                <a:ahLst/>
                <a:cxnLst/>
                <a:rect l="l" t="t" r="r" b="b"/>
                <a:pathLst>
                  <a:path w="8951" h="886" fill="none" extrusionOk="0">
                    <a:moveTo>
                      <a:pt x="8920" y="885"/>
                    </a:moveTo>
                    <a:lnTo>
                      <a:pt x="8920" y="885"/>
                    </a:lnTo>
                    <a:lnTo>
                      <a:pt x="8951" y="786"/>
                    </a:lnTo>
                    <a:lnTo>
                      <a:pt x="8951" y="786"/>
                    </a:lnTo>
                    <a:lnTo>
                      <a:pt x="8440" y="813"/>
                    </a:lnTo>
                    <a:lnTo>
                      <a:pt x="8170" y="819"/>
                    </a:lnTo>
                    <a:lnTo>
                      <a:pt x="7899" y="819"/>
                    </a:lnTo>
                    <a:lnTo>
                      <a:pt x="7899" y="819"/>
                    </a:lnTo>
                    <a:lnTo>
                      <a:pt x="7599" y="819"/>
                    </a:lnTo>
                    <a:lnTo>
                      <a:pt x="7299" y="806"/>
                    </a:lnTo>
                    <a:lnTo>
                      <a:pt x="6998" y="793"/>
                    </a:lnTo>
                    <a:lnTo>
                      <a:pt x="6728" y="773"/>
                    </a:lnTo>
                    <a:lnTo>
                      <a:pt x="6458" y="747"/>
                    </a:lnTo>
                    <a:lnTo>
                      <a:pt x="6187" y="714"/>
                    </a:lnTo>
                    <a:lnTo>
                      <a:pt x="5917" y="674"/>
                    </a:lnTo>
                    <a:lnTo>
                      <a:pt x="5677" y="621"/>
                    </a:lnTo>
                    <a:lnTo>
                      <a:pt x="5677" y="621"/>
                    </a:lnTo>
                    <a:lnTo>
                      <a:pt x="5497" y="575"/>
                    </a:lnTo>
                    <a:lnTo>
                      <a:pt x="5316" y="516"/>
                    </a:lnTo>
                    <a:lnTo>
                      <a:pt x="5136" y="443"/>
                    </a:lnTo>
                    <a:lnTo>
                      <a:pt x="4986" y="364"/>
                    </a:lnTo>
                    <a:lnTo>
                      <a:pt x="4866" y="278"/>
                    </a:lnTo>
                    <a:lnTo>
                      <a:pt x="4776" y="192"/>
                    </a:lnTo>
                    <a:lnTo>
                      <a:pt x="4716" y="93"/>
                    </a:lnTo>
                    <a:lnTo>
                      <a:pt x="4686" y="0"/>
                    </a:lnTo>
                    <a:lnTo>
                      <a:pt x="4686" y="0"/>
                    </a:lnTo>
                    <a:lnTo>
                      <a:pt x="4535" y="0"/>
                    </a:lnTo>
                    <a:lnTo>
                      <a:pt x="4505" y="0"/>
                    </a:lnTo>
                    <a:lnTo>
                      <a:pt x="4505" y="0"/>
                    </a:lnTo>
                    <a:lnTo>
                      <a:pt x="4145" y="7"/>
                    </a:lnTo>
                    <a:lnTo>
                      <a:pt x="3815" y="7"/>
                    </a:lnTo>
                    <a:lnTo>
                      <a:pt x="0" y="7"/>
                    </a:lnTo>
                    <a:lnTo>
                      <a:pt x="0" y="885"/>
                    </a:lnTo>
                    <a:lnTo>
                      <a:pt x="0" y="885"/>
                    </a:lnTo>
                    <a:lnTo>
                      <a:pt x="8920" y="88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84"/>
              <p:cNvSpPr/>
              <p:nvPr/>
            </p:nvSpPr>
            <p:spPr>
              <a:xfrm rot="10800000">
                <a:off x="4824312" y="3093068"/>
                <a:ext cx="92429" cy="54473"/>
              </a:xfrm>
              <a:custGeom>
                <a:avLst/>
                <a:gdLst/>
                <a:ahLst/>
                <a:cxnLst/>
                <a:rect l="l" t="t" r="r" b="b"/>
                <a:pathLst>
                  <a:path w="6908" h="906" fill="none" extrusionOk="0">
                    <a:moveTo>
                      <a:pt x="0" y="906"/>
                    </a:moveTo>
                    <a:lnTo>
                      <a:pt x="0" y="906"/>
                    </a:lnTo>
                    <a:lnTo>
                      <a:pt x="451" y="899"/>
                    </a:lnTo>
                    <a:lnTo>
                      <a:pt x="931" y="892"/>
                    </a:lnTo>
                    <a:lnTo>
                      <a:pt x="931" y="892"/>
                    </a:lnTo>
                    <a:lnTo>
                      <a:pt x="6908" y="892"/>
                    </a:lnTo>
                    <a:lnTo>
                      <a:pt x="6908" y="7"/>
                    </a:lnTo>
                    <a:lnTo>
                      <a:pt x="4115" y="7"/>
                    </a:lnTo>
                    <a:lnTo>
                      <a:pt x="4115" y="7"/>
                    </a:lnTo>
                    <a:lnTo>
                      <a:pt x="3634" y="1"/>
                    </a:lnTo>
                    <a:lnTo>
                      <a:pt x="3634" y="1"/>
                    </a:lnTo>
                    <a:lnTo>
                      <a:pt x="3214" y="7"/>
                    </a:lnTo>
                    <a:lnTo>
                      <a:pt x="2763" y="20"/>
                    </a:lnTo>
                    <a:lnTo>
                      <a:pt x="2373" y="47"/>
                    </a:lnTo>
                    <a:lnTo>
                      <a:pt x="1982" y="80"/>
                    </a:lnTo>
                    <a:lnTo>
                      <a:pt x="1622" y="126"/>
                    </a:lnTo>
                    <a:lnTo>
                      <a:pt x="1292" y="179"/>
                    </a:lnTo>
                    <a:lnTo>
                      <a:pt x="991" y="245"/>
                    </a:lnTo>
                    <a:lnTo>
                      <a:pt x="781" y="324"/>
                    </a:lnTo>
                    <a:lnTo>
                      <a:pt x="781" y="324"/>
                    </a:lnTo>
                    <a:lnTo>
                      <a:pt x="571" y="404"/>
                    </a:lnTo>
                    <a:lnTo>
                      <a:pt x="421" y="476"/>
                    </a:lnTo>
                    <a:lnTo>
                      <a:pt x="300" y="556"/>
                    </a:lnTo>
                    <a:lnTo>
                      <a:pt x="180" y="628"/>
                    </a:lnTo>
                    <a:lnTo>
                      <a:pt x="120" y="701"/>
                    </a:lnTo>
                    <a:lnTo>
                      <a:pt x="60" y="774"/>
                    </a:lnTo>
                    <a:lnTo>
                      <a:pt x="30" y="840"/>
                    </a:lnTo>
                    <a:lnTo>
                      <a:pt x="0" y="90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84"/>
              <p:cNvSpPr/>
              <p:nvPr/>
            </p:nvSpPr>
            <p:spPr>
              <a:xfrm rot="10800000">
                <a:off x="4669590" y="3146700"/>
                <a:ext cx="60290" cy="421"/>
              </a:xfrm>
              <a:custGeom>
                <a:avLst/>
                <a:gdLst/>
                <a:ahLst/>
                <a:cxnLst/>
                <a:rect l="l" t="t" r="r" b="b"/>
                <a:pathLst>
                  <a:path w="4506" h="7" extrusionOk="0">
                    <a:moveTo>
                      <a:pt x="0" y="0"/>
                    </a:moveTo>
                    <a:lnTo>
                      <a:pt x="0" y="7"/>
                    </a:lnTo>
                    <a:lnTo>
                      <a:pt x="4145" y="7"/>
                    </a:lnTo>
                    <a:lnTo>
                      <a:pt x="4505" y="0"/>
                    </a:lnTo>
                    <a:close/>
                  </a:path>
                </a:pathLst>
              </a:custGeom>
              <a:solidFill>
                <a:srgbClr val="007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84"/>
              <p:cNvSpPr/>
              <p:nvPr/>
            </p:nvSpPr>
            <p:spPr>
              <a:xfrm rot="10800000">
                <a:off x="4669590" y="3146700"/>
                <a:ext cx="60290" cy="421"/>
              </a:xfrm>
              <a:custGeom>
                <a:avLst/>
                <a:gdLst/>
                <a:ahLst/>
                <a:cxnLst/>
                <a:rect l="l" t="t" r="r" b="b"/>
                <a:pathLst>
                  <a:path w="4506" h="7" fill="none" extrusionOk="0">
                    <a:moveTo>
                      <a:pt x="0" y="7"/>
                    </a:moveTo>
                    <a:lnTo>
                      <a:pt x="3815" y="7"/>
                    </a:lnTo>
                    <a:lnTo>
                      <a:pt x="3815" y="7"/>
                    </a:lnTo>
                    <a:lnTo>
                      <a:pt x="4145" y="7"/>
                    </a:lnTo>
                    <a:lnTo>
                      <a:pt x="4505" y="0"/>
                    </a:lnTo>
                    <a:lnTo>
                      <a:pt x="0" y="0"/>
                    </a:lnTo>
                    <a:lnTo>
                      <a:pt x="0"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84"/>
              <p:cNvSpPr/>
              <p:nvPr/>
            </p:nvSpPr>
            <p:spPr>
              <a:xfrm rot="10800000">
                <a:off x="4610118" y="3097818"/>
                <a:ext cx="57079" cy="49723"/>
              </a:xfrm>
              <a:custGeom>
                <a:avLst/>
                <a:gdLst/>
                <a:ahLst/>
                <a:cxnLst/>
                <a:rect l="l" t="t" r="r" b="b"/>
                <a:pathLst>
                  <a:path w="4266" h="827" extrusionOk="0">
                    <a:moveTo>
                      <a:pt x="301" y="1"/>
                    </a:moveTo>
                    <a:lnTo>
                      <a:pt x="1" y="7"/>
                    </a:lnTo>
                    <a:lnTo>
                      <a:pt x="31" y="100"/>
                    </a:lnTo>
                    <a:lnTo>
                      <a:pt x="91" y="199"/>
                    </a:lnTo>
                    <a:lnTo>
                      <a:pt x="181" y="285"/>
                    </a:lnTo>
                    <a:lnTo>
                      <a:pt x="301" y="371"/>
                    </a:lnTo>
                    <a:lnTo>
                      <a:pt x="451" y="450"/>
                    </a:lnTo>
                    <a:lnTo>
                      <a:pt x="631" y="523"/>
                    </a:lnTo>
                    <a:lnTo>
                      <a:pt x="812" y="582"/>
                    </a:lnTo>
                    <a:lnTo>
                      <a:pt x="992" y="628"/>
                    </a:lnTo>
                    <a:lnTo>
                      <a:pt x="1232" y="681"/>
                    </a:lnTo>
                    <a:lnTo>
                      <a:pt x="1502" y="721"/>
                    </a:lnTo>
                    <a:lnTo>
                      <a:pt x="1773" y="754"/>
                    </a:lnTo>
                    <a:lnTo>
                      <a:pt x="2043" y="780"/>
                    </a:lnTo>
                    <a:lnTo>
                      <a:pt x="2313" y="800"/>
                    </a:lnTo>
                    <a:lnTo>
                      <a:pt x="2614" y="813"/>
                    </a:lnTo>
                    <a:lnTo>
                      <a:pt x="2914" y="826"/>
                    </a:lnTo>
                    <a:lnTo>
                      <a:pt x="3485" y="826"/>
                    </a:lnTo>
                    <a:lnTo>
                      <a:pt x="3755" y="820"/>
                    </a:lnTo>
                    <a:lnTo>
                      <a:pt x="4266" y="793"/>
                    </a:lnTo>
                    <a:lnTo>
                      <a:pt x="4266" y="721"/>
                    </a:lnTo>
                    <a:lnTo>
                      <a:pt x="4235" y="648"/>
                    </a:lnTo>
                    <a:lnTo>
                      <a:pt x="4175" y="575"/>
                    </a:lnTo>
                    <a:lnTo>
                      <a:pt x="4085" y="503"/>
                    </a:lnTo>
                    <a:lnTo>
                      <a:pt x="3965" y="437"/>
                    </a:lnTo>
                    <a:lnTo>
                      <a:pt x="3815" y="371"/>
                    </a:lnTo>
                    <a:lnTo>
                      <a:pt x="3605" y="305"/>
                    </a:lnTo>
                    <a:lnTo>
                      <a:pt x="3395" y="245"/>
                    </a:lnTo>
                    <a:lnTo>
                      <a:pt x="3154" y="199"/>
                    </a:lnTo>
                    <a:lnTo>
                      <a:pt x="2854" y="153"/>
                    </a:lnTo>
                    <a:lnTo>
                      <a:pt x="2493" y="106"/>
                    </a:lnTo>
                    <a:lnTo>
                      <a:pt x="2103" y="73"/>
                    </a:lnTo>
                    <a:lnTo>
                      <a:pt x="1683" y="47"/>
                    </a:lnTo>
                    <a:lnTo>
                      <a:pt x="1232" y="20"/>
                    </a:lnTo>
                    <a:lnTo>
                      <a:pt x="751" y="7"/>
                    </a:lnTo>
                    <a:lnTo>
                      <a:pt x="301" y="1"/>
                    </a:lnTo>
                    <a:close/>
                  </a:path>
                </a:pathLst>
              </a:custGeom>
              <a:solidFill>
                <a:srgbClr val="0043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84"/>
              <p:cNvSpPr/>
              <p:nvPr/>
            </p:nvSpPr>
            <p:spPr>
              <a:xfrm rot="10800000">
                <a:off x="4610118" y="3097818"/>
                <a:ext cx="57079" cy="49723"/>
              </a:xfrm>
              <a:custGeom>
                <a:avLst/>
                <a:gdLst/>
                <a:ahLst/>
                <a:cxnLst/>
                <a:rect l="l" t="t" r="r" b="b"/>
                <a:pathLst>
                  <a:path w="4266" h="827" fill="none" extrusionOk="0">
                    <a:moveTo>
                      <a:pt x="3214" y="826"/>
                    </a:moveTo>
                    <a:lnTo>
                      <a:pt x="3214" y="826"/>
                    </a:lnTo>
                    <a:lnTo>
                      <a:pt x="3485" y="826"/>
                    </a:lnTo>
                    <a:lnTo>
                      <a:pt x="3755" y="820"/>
                    </a:lnTo>
                    <a:lnTo>
                      <a:pt x="4266" y="793"/>
                    </a:lnTo>
                    <a:lnTo>
                      <a:pt x="4266" y="793"/>
                    </a:lnTo>
                    <a:lnTo>
                      <a:pt x="4266" y="721"/>
                    </a:lnTo>
                    <a:lnTo>
                      <a:pt x="4235" y="648"/>
                    </a:lnTo>
                    <a:lnTo>
                      <a:pt x="4175" y="575"/>
                    </a:lnTo>
                    <a:lnTo>
                      <a:pt x="4085" y="503"/>
                    </a:lnTo>
                    <a:lnTo>
                      <a:pt x="3965" y="437"/>
                    </a:lnTo>
                    <a:lnTo>
                      <a:pt x="3815" y="371"/>
                    </a:lnTo>
                    <a:lnTo>
                      <a:pt x="3605" y="305"/>
                    </a:lnTo>
                    <a:lnTo>
                      <a:pt x="3395" y="245"/>
                    </a:lnTo>
                    <a:lnTo>
                      <a:pt x="3395" y="245"/>
                    </a:lnTo>
                    <a:lnTo>
                      <a:pt x="3154" y="199"/>
                    </a:lnTo>
                    <a:lnTo>
                      <a:pt x="2854" y="153"/>
                    </a:lnTo>
                    <a:lnTo>
                      <a:pt x="2493" y="106"/>
                    </a:lnTo>
                    <a:lnTo>
                      <a:pt x="2103" y="73"/>
                    </a:lnTo>
                    <a:lnTo>
                      <a:pt x="1683" y="47"/>
                    </a:lnTo>
                    <a:lnTo>
                      <a:pt x="1232" y="20"/>
                    </a:lnTo>
                    <a:lnTo>
                      <a:pt x="751" y="7"/>
                    </a:lnTo>
                    <a:lnTo>
                      <a:pt x="301" y="1"/>
                    </a:lnTo>
                    <a:lnTo>
                      <a:pt x="301" y="1"/>
                    </a:lnTo>
                    <a:lnTo>
                      <a:pt x="1" y="7"/>
                    </a:lnTo>
                    <a:lnTo>
                      <a:pt x="1" y="7"/>
                    </a:lnTo>
                    <a:lnTo>
                      <a:pt x="31" y="100"/>
                    </a:lnTo>
                    <a:lnTo>
                      <a:pt x="91" y="199"/>
                    </a:lnTo>
                    <a:lnTo>
                      <a:pt x="181" y="285"/>
                    </a:lnTo>
                    <a:lnTo>
                      <a:pt x="301" y="371"/>
                    </a:lnTo>
                    <a:lnTo>
                      <a:pt x="451" y="450"/>
                    </a:lnTo>
                    <a:lnTo>
                      <a:pt x="631" y="523"/>
                    </a:lnTo>
                    <a:lnTo>
                      <a:pt x="812" y="582"/>
                    </a:lnTo>
                    <a:lnTo>
                      <a:pt x="992" y="628"/>
                    </a:lnTo>
                    <a:lnTo>
                      <a:pt x="992" y="628"/>
                    </a:lnTo>
                    <a:lnTo>
                      <a:pt x="1232" y="681"/>
                    </a:lnTo>
                    <a:lnTo>
                      <a:pt x="1502" y="721"/>
                    </a:lnTo>
                    <a:lnTo>
                      <a:pt x="1773" y="754"/>
                    </a:lnTo>
                    <a:lnTo>
                      <a:pt x="2043" y="780"/>
                    </a:lnTo>
                    <a:lnTo>
                      <a:pt x="2313" y="800"/>
                    </a:lnTo>
                    <a:lnTo>
                      <a:pt x="2614" y="813"/>
                    </a:lnTo>
                    <a:lnTo>
                      <a:pt x="2914" y="826"/>
                    </a:lnTo>
                    <a:lnTo>
                      <a:pt x="3214" y="82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84"/>
              <p:cNvSpPr/>
              <p:nvPr/>
            </p:nvSpPr>
            <p:spPr>
              <a:xfrm rot="10800000">
                <a:off x="4729865" y="3093850"/>
                <a:ext cx="94449" cy="53271"/>
              </a:xfrm>
              <a:custGeom>
                <a:avLst/>
                <a:gdLst/>
                <a:ahLst/>
                <a:cxnLst/>
                <a:rect l="l" t="t" r="r" b="b"/>
                <a:pathLst>
                  <a:path w="7059" h="886" extrusionOk="0">
                    <a:moveTo>
                      <a:pt x="0" y="0"/>
                    </a:moveTo>
                    <a:lnTo>
                      <a:pt x="0" y="885"/>
                    </a:lnTo>
                    <a:lnTo>
                      <a:pt x="7058" y="885"/>
                    </a:lnTo>
                    <a:lnTo>
                      <a:pt x="7058" y="7"/>
                    </a:lnTo>
                    <a:lnTo>
                      <a:pt x="3694" y="7"/>
                    </a:lnTo>
                    <a:lnTo>
                      <a:pt x="3364" y="0"/>
                    </a:lnTo>
                    <a:close/>
                  </a:path>
                </a:pathLst>
              </a:custGeom>
              <a:solidFill>
                <a:srgbClr val="0067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84"/>
              <p:cNvSpPr/>
              <p:nvPr/>
            </p:nvSpPr>
            <p:spPr>
              <a:xfrm rot="10800000">
                <a:off x="4729865" y="3093850"/>
                <a:ext cx="94449" cy="53271"/>
              </a:xfrm>
              <a:custGeom>
                <a:avLst/>
                <a:gdLst/>
                <a:ahLst/>
                <a:cxnLst/>
                <a:rect l="l" t="t" r="r" b="b"/>
                <a:pathLst>
                  <a:path w="7059" h="886" fill="none" extrusionOk="0">
                    <a:moveTo>
                      <a:pt x="0" y="885"/>
                    </a:moveTo>
                    <a:lnTo>
                      <a:pt x="0" y="885"/>
                    </a:lnTo>
                    <a:lnTo>
                      <a:pt x="3244" y="885"/>
                    </a:lnTo>
                    <a:lnTo>
                      <a:pt x="3244" y="885"/>
                    </a:lnTo>
                    <a:lnTo>
                      <a:pt x="7058" y="885"/>
                    </a:lnTo>
                    <a:lnTo>
                      <a:pt x="7058" y="7"/>
                    </a:lnTo>
                    <a:lnTo>
                      <a:pt x="4055" y="7"/>
                    </a:lnTo>
                    <a:lnTo>
                      <a:pt x="4055" y="7"/>
                    </a:lnTo>
                    <a:lnTo>
                      <a:pt x="3694" y="7"/>
                    </a:lnTo>
                    <a:lnTo>
                      <a:pt x="3364" y="0"/>
                    </a:lnTo>
                    <a:lnTo>
                      <a:pt x="0" y="0"/>
                    </a:lnTo>
                    <a:lnTo>
                      <a:pt x="0" y="88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84"/>
              <p:cNvSpPr/>
              <p:nvPr/>
            </p:nvSpPr>
            <p:spPr>
              <a:xfrm rot="10800000">
                <a:off x="4729866" y="3146700"/>
                <a:ext cx="49452" cy="421"/>
              </a:xfrm>
              <a:custGeom>
                <a:avLst/>
                <a:gdLst/>
                <a:ahLst/>
                <a:cxnLst/>
                <a:rect l="l" t="t" r="r" b="b"/>
                <a:pathLst>
                  <a:path w="3696" h="7" extrusionOk="0">
                    <a:moveTo>
                      <a:pt x="1" y="0"/>
                    </a:moveTo>
                    <a:lnTo>
                      <a:pt x="331" y="7"/>
                    </a:lnTo>
                    <a:lnTo>
                      <a:pt x="3695" y="7"/>
                    </a:lnTo>
                    <a:lnTo>
                      <a:pt x="3695" y="0"/>
                    </a:lnTo>
                    <a:close/>
                  </a:path>
                </a:pathLst>
              </a:custGeom>
              <a:solidFill>
                <a:srgbClr val="0054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84"/>
              <p:cNvSpPr/>
              <p:nvPr/>
            </p:nvSpPr>
            <p:spPr>
              <a:xfrm rot="10800000">
                <a:off x="4729866" y="3146700"/>
                <a:ext cx="49452" cy="421"/>
              </a:xfrm>
              <a:custGeom>
                <a:avLst/>
                <a:gdLst/>
                <a:ahLst/>
                <a:cxnLst/>
                <a:rect l="l" t="t" r="r" b="b"/>
                <a:pathLst>
                  <a:path w="3696" h="7" fill="none" extrusionOk="0">
                    <a:moveTo>
                      <a:pt x="692" y="7"/>
                    </a:moveTo>
                    <a:lnTo>
                      <a:pt x="3695" y="7"/>
                    </a:lnTo>
                    <a:lnTo>
                      <a:pt x="3695" y="0"/>
                    </a:lnTo>
                    <a:lnTo>
                      <a:pt x="1" y="0"/>
                    </a:lnTo>
                    <a:lnTo>
                      <a:pt x="1" y="0"/>
                    </a:lnTo>
                    <a:lnTo>
                      <a:pt x="331" y="7"/>
                    </a:lnTo>
                    <a:lnTo>
                      <a:pt x="692"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84"/>
              <p:cNvSpPr/>
              <p:nvPr/>
            </p:nvSpPr>
            <p:spPr>
              <a:xfrm rot="10800000">
                <a:off x="4610513" y="3046592"/>
                <a:ext cx="306228" cy="47318"/>
              </a:xfrm>
              <a:custGeom>
                <a:avLst/>
                <a:gdLst/>
                <a:ahLst/>
                <a:cxnLst/>
                <a:rect l="l" t="t" r="r" b="b"/>
                <a:pathLst>
                  <a:path w="22887" h="787" extrusionOk="0">
                    <a:moveTo>
                      <a:pt x="931" y="0"/>
                    </a:moveTo>
                    <a:lnTo>
                      <a:pt x="451" y="7"/>
                    </a:lnTo>
                    <a:lnTo>
                      <a:pt x="0" y="14"/>
                    </a:lnTo>
                    <a:lnTo>
                      <a:pt x="30" y="99"/>
                    </a:lnTo>
                    <a:lnTo>
                      <a:pt x="90" y="185"/>
                    </a:lnTo>
                    <a:lnTo>
                      <a:pt x="180" y="265"/>
                    </a:lnTo>
                    <a:lnTo>
                      <a:pt x="330" y="337"/>
                    </a:lnTo>
                    <a:lnTo>
                      <a:pt x="481" y="410"/>
                    </a:lnTo>
                    <a:lnTo>
                      <a:pt x="691" y="476"/>
                    </a:lnTo>
                    <a:lnTo>
                      <a:pt x="931" y="542"/>
                    </a:lnTo>
                    <a:lnTo>
                      <a:pt x="1201" y="601"/>
                    </a:lnTo>
                    <a:lnTo>
                      <a:pt x="1442" y="641"/>
                    </a:lnTo>
                    <a:lnTo>
                      <a:pt x="1742" y="674"/>
                    </a:lnTo>
                    <a:lnTo>
                      <a:pt x="2072" y="707"/>
                    </a:lnTo>
                    <a:lnTo>
                      <a:pt x="2463" y="734"/>
                    </a:lnTo>
                    <a:lnTo>
                      <a:pt x="2883" y="753"/>
                    </a:lnTo>
                    <a:lnTo>
                      <a:pt x="3304" y="773"/>
                    </a:lnTo>
                    <a:lnTo>
                      <a:pt x="3754" y="780"/>
                    </a:lnTo>
                    <a:lnTo>
                      <a:pt x="4235" y="786"/>
                    </a:lnTo>
                    <a:lnTo>
                      <a:pt x="6878" y="786"/>
                    </a:lnTo>
                    <a:lnTo>
                      <a:pt x="6908" y="734"/>
                    </a:lnTo>
                    <a:lnTo>
                      <a:pt x="6908" y="0"/>
                    </a:lnTo>
                    <a:close/>
                    <a:moveTo>
                      <a:pt x="13966" y="0"/>
                    </a:moveTo>
                    <a:lnTo>
                      <a:pt x="13966" y="714"/>
                    </a:lnTo>
                    <a:lnTo>
                      <a:pt x="13936" y="786"/>
                    </a:lnTo>
                    <a:lnTo>
                      <a:pt x="18862" y="786"/>
                    </a:lnTo>
                    <a:lnTo>
                      <a:pt x="19282" y="780"/>
                    </a:lnTo>
                    <a:lnTo>
                      <a:pt x="19703" y="773"/>
                    </a:lnTo>
                    <a:lnTo>
                      <a:pt x="20093" y="760"/>
                    </a:lnTo>
                    <a:lnTo>
                      <a:pt x="20484" y="734"/>
                    </a:lnTo>
                    <a:lnTo>
                      <a:pt x="20874" y="707"/>
                    </a:lnTo>
                    <a:lnTo>
                      <a:pt x="21205" y="668"/>
                    </a:lnTo>
                    <a:lnTo>
                      <a:pt x="21505" y="621"/>
                    </a:lnTo>
                    <a:lnTo>
                      <a:pt x="21745" y="562"/>
                    </a:lnTo>
                    <a:lnTo>
                      <a:pt x="21985" y="502"/>
                    </a:lnTo>
                    <a:lnTo>
                      <a:pt x="22166" y="443"/>
                    </a:lnTo>
                    <a:lnTo>
                      <a:pt x="22346" y="377"/>
                    </a:lnTo>
                    <a:lnTo>
                      <a:pt x="22496" y="304"/>
                    </a:lnTo>
                    <a:lnTo>
                      <a:pt x="22646" y="232"/>
                    </a:lnTo>
                    <a:lnTo>
                      <a:pt x="22736" y="152"/>
                    </a:lnTo>
                    <a:lnTo>
                      <a:pt x="22826" y="80"/>
                    </a:lnTo>
                    <a:lnTo>
                      <a:pt x="22886" y="0"/>
                    </a:lnTo>
                    <a:close/>
                  </a:path>
                </a:pathLst>
              </a:custGeom>
              <a:solidFill>
                <a:srgbClr val="007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84"/>
              <p:cNvSpPr/>
              <p:nvPr/>
            </p:nvSpPr>
            <p:spPr>
              <a:xfrm rot="10800000">
                <a:off x="4610517" y="3046592"/>
                <a:ext cx="119764" cy="47318"/>
              </a:xfrm>
              <a:custGeom>
                <a:avLst/>
                <a:gdLst/>
                <a:ahLst/>
                <a:cxnLst/>
                <a:rect l="l" t="t" r="r" b="b"/>
                <a:pathLst>
                  <a:path w="8951" h="787" fill="none" extrusionOk="0">
                    <a:moveTo>
                      <a:pt x="0" y="786"/>
                    </a:moveTo>
                    <a:lnTo>
                      <a:pt x="4926" y="786"/>
                    </a:lnTo>
                    <a:lnTo>
                      <a:pt x="4926" y="786"/>
                    </a:lnTo>
                    <a:lnTo>
                      <a:pt x="5346" y="780"/>
                    </a:lnTo>
                    <a:lnTo>
                      <a:pt x="5767" y="773"/>
                    </a:lnTo>
                    <a:lnTo>
                      <a:pt x="6157" y="760"/>
                    </a:lnTo>
                    <a:lnTo>
                      <a:pt x="6548" y="734"/>
                    </a:lnTo>
                    <a:lnTo>
                      <a:pt x="6938" y="707"/>
                    </a:lnTo>
                    <a:lnTo>
                      <a:pt x="7269" y="668"/>
                    </a:lnTo>
                    <a:lnTo>
                      <a:pt x="7569" y="621"/>
                    </a:lnTo>
                    <a:lnTo>
                      <a:pt x="7809" y="562"/>
                    </a:lnTo>
                    <a:lnTo>
                      <a:pt x="7809" y="562"/>
                    </a:lnTo>
                    <a:lnTo>
                      <a:pt x="8049" y="502"/>
                    </a:lnTo>
                    <a:lnTo>
                      <a:pt x="8230" y="443"/>
                    </a:lnTo>
                    <a:lnTo>
                      <a:pt x="8410" y="377"/>
                    </a:lnTo>
                    <a:lnTo>
                      <a:pt x="8560" y="304"/>
                    </a:lnTo>
                    <a:lnTo>
                      <a:pt x="8710" y="232"/>
                    </a:lnTo>
                    <a:lnTo>
                      <a:pt x="8800" y="152"/>
                    </a:lnTo>
                    <a:lnTo>
                      <a:pt x="8890" y="80"/>
                    </a:lnTo>
                    <a:lnTo>
                      <a:pt x="8950" y="0"/>
                    </a:lnTo>
                    <a:lnTo>
                      <a:pt x="8950" y="0"/>
                    </a:lnTo>
                    <a:lnTo>
                      <a:pt x="30" y="0"/>
                    </a:lnTo>
                    <a:lnTo>
                      <a:pt x="30" y="714"/>
                    </a:lnTo>
                    <a:lnTo>
                      <a:pt x="30" y="714"/>
                    </a:lnTo>
                    <a:lnTo>
                      <a:pt x="0" y="78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84"/>
              <p:cNvSpPr/>
              <p:nvPr/>
            </p:nvSpPr>
            <p:spPr>
              <a:xfrm rot="10800000">
                <a:off x="4824312" y="3046592"/>
                <a:ext cx="92429" cy="47318"/>
              </a:xfrm>
              <a:custGeom>
                <a:avLst/>
                <a:gdLst/>
                <a:ahLst/>
                <a:cxnLst/>
                <a:rect l="l" t="t" r="r" b="b"/>
                <a:pathLst>
                  <a:path w="6908" h="787" fill="none" extrusionOk="0">
                    <a:moveTo>
                      <a:pt x="4235" y="786"/>
                    </a:moveTo>
                    <a:lnTo>
                      <a:pt x="6878" y="786"/>
                    </a:lnTo>
                    <a:lnTo>
                      <a:pt x="6878" y="786"/>
                    </a:lnTo>
                    <a:lnTo>
                      <a:pt x="6908" y="734"/>
                    </a:lnTo>
                    <a:lnTo>
                      <a:pt x="6908" y="0"/>
                    </a:lnTo>
                    <a:lnTo>
                      <a:pt x="6908" y="0"/>
                    </a:lnTo>
                    <a:lnTo>
                      <a:pt x="931" y="0"/>
                    </a:lnTo>
                    <a:lnTo>
                      <a:pt x="931" y="0"/>
                    </a:lnTo>
                    <a:lnTo>
                      <a:pt x="451" y="7"/>
                    </a:lnTo>
                    <a:lnTo>
                      <a:pt x="0" y="14"/>
                    </a:lnTo>
                    <a:lnTo>
                      <a:pt x="0" y="14"/>
                    </a:lnTo>
                    <a:lnTo>
                      <a:pt x="30" y="99"/>
                    </a:lnTo>
                    <a:lnTo>
                      <a:pt x="90" y="185"/>
                    </a:lnTo>
                    <a:lnTo>
                      <a:pt x="180" y="265"/>
                    </a:lnTo>
                    <a:lnTo>
                      <a:pt x="330" y="337"/>
                    </a:lnTo>
                    <a:lnTo>
                      <a:pt x="481" y="410"/>
                    </a:lnTo>
                    <a:lnTo>
                      <a:pt x="691" y="476"/>
                    </a:lnTo>
                    <a:lnTo>
                      <a:pt x="931" y="542"/>
                    </a:lnTo>
                    <a:lnTo>
                      <a:pt x="1201" y="601"/>
                    </a:lnTo>
                    <a:lnTo>
                      <a:pt x="1201" y="601"/>
                    </a:lnTo>
                    <a:lnTo>
                      <a:pt x="1442" y="641"/>
                    </a:lnTo>
                    <a:lnTo>
                      <a:pt x="1742" y="674"/>
                    </a:lnTo>
                    <a:lnTo>
                      <a:pt x="2072" y="707"/>
                    </a:lnTo>
                    <a:lnTo>
                      <a:pt x="2463" y="734"/>
                    </a:lnTo>
                    <a:lnTo>
                      <a:pt x="2883" y="753"/>
                    </a:lnTo>
                    <a:lnTo>
                      <a:pt x="3304" y="773"/>
                    </a:lnTo>
                    <a:lnTo>
                      <a:pt x="3754" y="780"/>
                    </a:lnTo>
                    <a:lnTo>
                      <a:pt x="4235" y="78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84"/>
              <p:cNvSpPr/>
              <p:nvPr/>
            </p:nvSpPr>
            <p:spPr>
              <a:xfrm rot="10800000">
                <a:off x="4729865" y="3046592"/>
                <a:ext cx="94864" cy="47318"/>
              </a:xfrm>
              <a:custGeom>
                <a:avLst/>
                <a:gdLst/>
                <a:ahLst/>
                <a:cxnLst/>
                <a:rect l="l" t="t" r="r" b="b"/>
                <a:pathLst>
                  <a:path w="7090" h="787" extrusionOk="0">
                    <a:moveTo>
                      <a:pt x="31" y="0"/>
                    </a:moveTo>
                    <a:lnTo>
                      <a:pt x="31" y="734"/>
                    </a:lnTo>
                    <a:lnTo>
                      <a:pt x="1" y="786"/>
                    </a:lnTo>
                    <a:lnTo>
                      <a:pt x="7059" y="786"/>
                    </a:lnTo>
                    <a:lnTo>
                      <a:pt x="7089" y="714"/>
                    </a:lnTo>
                    <a:lnTo>
                      <a:pt x="7089" y="0"/>
                    </a:lnTo>
                    <a:close/>
                  </a:path>
                </a:pathLst>
              </a:custGeom>
              <a:solidFill>
                <a:srgbClr val="0054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84"/>
              <p:cNvSpPr/>
              <p:nvPr/>
            </p:nvSpPr>
            <p:spPr>
              <a:xfrm rot="10800000">
                <a:off x="4729865" y="3046592"/>
                <a:ext cx="94864" cy="47318"/>
              </a:xfrm>
              <a:custGeom>
                <a:avLst/>
                <a:gdLst/>
                <a:ahLst/>
                <a:cxnLst/>
                <a:rect l="l" t="t" r="r" b="b"/>
                <a:pathLst>
                  <a:path w="7090" h="787" fill="none" extrusionOk="0">
                    <a:moveTo>
                      <a:pt x="1" y="786"/>
                    </a:moveTo>
                    <a:lnTo>
                      <a:pt x="7059" y="786"/>
                    </a:lnTo>
                    <a:lnTo>
                      <a:pt x="7059" y="786"/>
                    </a:lnTo>
                    <a:lnTo>
                      <a:pt x="7089" y="714"/>
                    </a:lnTo>
                    <a:lnTo>
                      <a:pt x="7089" y="0"/>
                    </a:lnTo>
                    <a:lnTo>
                      <a:pt x="7089" y="0"/>
                    </a:lnTo>
                    <a:lnTo>
                      <a:pt x="3275" y="0"/>
                    </a:lnTo>
                    <a:lnTo>
                      <a:pt x="3275" y="0"/>
                    </a:lnTo>
                    <a:lnTo>
                      <a:pt x="31" y="0"/>
                    </a:lnTo>
                    <a:lnTo>
                      <a:pt x="31" y="734"/>
                    </a:lnTo>
                    <a:lnTo>
                      <a:pt x="31" y="734"/>
                    </a:lnTo>
                    <a:lnTo>
                      <a:pt x="1" y="78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84"/>
              <p:cNvSpPr/>
              <p:nvPr/>
            </p:nvSpPr>
            <p:spPr>
              <a:xfrm rot="10800000">
                <a:off x="4472681" y="3093850"/>
                <a:ext cx="100484" cy="53692"/>
              </a:xfrm>
              <a:custGeom>
                <a:avLst/>
                <a:gdLst/>
                <a:ahLst/>
                <a:cxnLst/>
                <a:rect l="l" t="t" r="r" b="b"/>
                <a:pathLst>
                  <a:path w="7510" h="893" extrusionOk="0">
                    <a:moveTo>
                      <a:pt x="31" y="1"/>
                    </a:moveTo>
                    <a:lnTo>
                      <a:pt x="31" y="701"/>
                    </a:lnTo>
                    <a:lnTo>
                      <a:pt x="1" y="793"/>
                    </a:lnTo>
                    <a:lnTo>
                      <a:pt x="31" y="892"/>
                    </a:lnTo>
                    <a:lnTo>
                      <a:pt x="7509" y="892"/>
                    </a:lnTo>
                    <a:lnTo>
                      <a:pt x="7509" y="873"/>
                    </a:lnTo>
                    <a:lnTo>
                      <a:pt x="7479" y="873"/>
                    </a:lnTo>
                    <a:lnTo>
                      <a:pt x="7209" y="866"/>
                    </a:lnTo>
                    <a:lnTo>
                      <a:pt x="6939" y="859"/>
                    </a:lnTo>
                    <a:lnTo>
                      <a:pt x="6668" y="846"/>
                    </a:lnTo>
                    <a:lnTo>
                      <a:pt x="6368" y="826"/>
                    </a:lnTo>
                    <a:lnTo>
                      <a:pt x="6068" y="800"/>
                    </a:lnTo>
                    <a:lnTo>
                      <a:pt x="5767" y="767"/>
                    </a:lnTo>
                    <a:lnTo>
                      <a:pt x="5467" y="727"/>
                    </a:lnTo>
                    <a:lnTo>
                      <a:pt x="5197" y="674"/>
                    </a:lnTo>
                    <a:lnTo>
                      <a:pt x="4926" y="622"/>
                    </a:lnTo>
                    <a:lnTo>
                      <a:pt x="4686" y="562"/>
                    </a:lnTo>
                    <a:lnTo>
                      <a:pt x="4476" y="489"/>
                    </a:lnTo>
                    <a:lnTo>
                      <a:pt x="4266" y="410"/>
                    </a:lnTo>
                    <a:lnTo>
                      <a:pt x="4115" y="318"/>
                    </a:lnTo>
                    <a:lnTo>
                      <a:pt x="4025" y="225"/>
                    </a:lnTo>
                    <a:lnTo>
                      <a:pt x="3935" y="120"/>
                    </a:lnTo>
                    <a:lnTo>
                      <a:pt x="3935" y="1"/>
                    </a:lnTo>
                    <a:close/>
                  </a:path>
                </a:pathLst>
              </a:custGeom>
              <a:solidFill>
                <a:srgbClr val="36D0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84"/>
              <p:cNvSpPr/>
              <p:nvPr/>
            </p:nvSpPr>
            <p:spPr>
              <a:xfrm rot="10800000">
                <a:off x="4472681" y="3093850"/>
                <a:ext cx="100484" cy="53692"/>
              </a:xfrm>
              <a:custGeom>
                <a:avLst/>
                <a:gdLst/>
                <a:ahLst/>
                <a:cxnLst/>
                <a:rect l="l" t="t" r="r" b="b"/>
                <a:pathLst>
                  <a:path w="7510" h="893" fill="none" extrusionOk="0">
                    <a:moveTo>
                      <a:pt x="7509" y="892"/>
                    </a:moveTo>
                    <a:lnTo>
                      <a:pt x="7509" y="892"/>
                    </a:lnTo>
                    <a:lnTo>
                      <a:pt x="7509" y="873"/>
                    </a:lnTo>
                    <a:lnTo>
                      <a:pt x="7509" y="873"/>
                    </a:lnTo>
                    <a:lnTo>
                      <a:pt x="7479" y="873"/>
                    </a:lnTo>
                    <a:lnTo>
                      <a:pt x="7479" y="873"/>
                    </a:lnTo>
                    <a:lnTo>
                      <a:pt x="7209" y="866"/>
                    </a:lnTo>
                    <a:lnTo>
                      <a:pt x="6939" y="859"/>
                    </a:lnTo>
                    <a:lnTo>
                      <a:pt x="6668" y="846"/>
                    </a:lnTo>
                    <a:lnTo>
                      <a:pt x="6368" y="826"/>
                    </a:lnTo>
                    <a:lnTo>
                      <a:pt x="6068" y="800"/>
                    </a:lnTo>
                    <a:lnTo>
                      <a:pt x="5767" y="767"/>
                    </a:lnTo>
                    <a:lnTo>
                      <a:pt x="5467" y="727"/>
                    </a:lnTo>
                    <a:lnTo>
                      <a:pt x="5197" y="674"/>
                    </a:lnTo>
                    <a:lnTo>
                      <a:pt x="4926" y="622"/>
                    </a:lnTo>
                    <a:lnTo>
                      <a:pt x="4686" y="562"/>
                    </a:lnTo>
                    <a:lnTo>
                      <a:pt x="4476" y="489"/>
                    </a:lnTo>
                    <a:lnTo>
                      <a:pt x="4266" y="410"/>
                    </a:lnTo>
                    <a:lnTo>
                      <a:pt x="4115" y="318"/>
                    </a:lnTo>
                    <a:lnTo>
                      <a:pt x="4025" y="225"/>
                    </a:lnTo>
                    <a:lnTo>
                      <a:pt x="3935" y="120"/>
                    </a:lnTo>
                    <a:lnTo>
                      <a:pt x="3935" y="1"/>
                    </a:lnTo>
                    <a:lnTo>
                      <a:pt x="211" y="1"/>
                    </a:lnTo>
                    <a:lnTo>
                      <a:pt x="211" y="1"/>
                    </a:lnTo>
                    <a:lnTo>
                      <a:pt x="181" y="1"/>
                    </a:lnTo>
                    <a:lnTo>
                      <a:pt x="181" y="1"/>
                    </a:lnTo>
                    <a:lnTo>
                      <a:pt x="31" y="1"/>
                    </a:lnTo>
                    <a:lnTo>
                      <a:pt x="31" y="701"/>
                    </a:lnTo>
                    <a:lnTo>
                      <a:pt x="31" y="701"/>
                    </a:lnTo>
                    <a:lnTo>
                      <a:pt x="1" y="793"/>
                    </a:lnTo>
                    <a:lnTo>
                      <a:pt x="31" y="892"/>
                    </a:lnTo>
                    <a:lnTo>
                      <a:pt x="31" y="892"/>
                    </a:lnTo>
                    <a:lnTo>
                      <a:pt x="3395" y="892"/>
                    </a:lnTo>
                    <a:lnTo>
                      <a:pt x="3395" y="892"/>
                    </a:lnTo>
                    <a:lnTo>
                      <a:pt x="7509" y="89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84"/>
              <p:cNvSpPr/>
              <p:nvPr/>
            </p:nvSpPr>
            <p:spPr>
              <a:xfrm rot="10800000">
                <a:off x="4472682" y="3095052"/>
                <a:ext cx="47833" cy="52489"/>
              </a:xfrm>
              <a:custGeom>
                <a:avLst/>
                <a:gdLst/>
                <a:ahLst/>
                <a:cxnLst/>
                <a:rect l="l" t="t" r="r" b="b"/>
                <a:pathLst>
                  <a:path w="3575" h="873" extrusionOk="0">
                    <a:moveTo>
                      <a:pt x="0" y="1"/>
                    </a:moveTo>
                    <a:lnTo>
                      <a:pt x="0" y="120"/>
                    </a:lnTo>
                    <a:lnTo>
                      <a:pt x="90" y="225"/>
                    </a:lnTo>
                    <a:lnTo>
                      <a:pt x="180" y="318"/>
                    </a:lnTo>
                    <a:lnTo>
                      <a:pt x="331" y="410"/>
                    </a:lnTo>
                    <a:lnTo>
                      <a:pt x="541" y="489"/>
                    </a:lnTo>
                    <a:lnTo>
                      <a:pt x="751" y="562"/>
                    </a:lnTo>
                    <a:lnTo>
                      <a:pt x="991" y="622"/>
                    </a:lnTo>
                    <a:lnTo>
                      <a:pt x="1262" y="674"/>
                    </a:lnTo>
                    <a:lnTo>
                      <a:pt x="1532" y="727"/>
                    </a:lnTo>
                    <a:lnTo>
                      <a:pt x="1832" y="767"/>
                    </a:lnTo>
                    <a:lnTo>
                      <a:pt x="2133" y="800"/>
                    </a:lnTo>
                    <a:lnTo>
                      <a:pt x="2433" y="826"/>
                    </a:lnTo>
                    <a:lnTo>
                      <a:pt x="2733" y="846"/>
                    </a:lnTo>
                    <a:lnTo>
                      <a:pt x="3004" y="859"/>
                    </a:lnTo>
                    <a:lnTo>
                      <a:pt x="3274" y="866"/>
                    </a:lnTo>
                    <a:lnTo>
                      <a:pt x="3544" y="873"/>
                    </a:lnTo>
                    <a:lnTo>
                      <a:pt x="3574" y="873"/>
                    </a:lnTo>
                    <a:lnTo>
                      <a:pt x="3544" y="780"/>
                    </a:lnTo>
                    <a:lnTo>
                      <a:pt x="3544" y="1"/>
                    </a:lnTo>
                    <a:close/>
                  </a:path>
                </a:pathLst>
              </a:custGeom>
              <a:solidFill>
                <a:srgbClr val="007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84"/>
              <p:cNvSpPr/>
              <p:nvPr/>
            </p:nvSpPr>
            <p:spPr>
              <a:xfrm rot="10800000">
                <a:off x="4472682" y="3095052"/>
                <a:ext cx="47833" cy="52489"/>
              </a:xfrm>
              <a:custGeom>
                <a:avLst/>
                <a:gdLst/>
                <a:ahLst/>
                <a:cxnLst/>
                <a:rect l="l" t="t" r="r" b="b"/>
                <a:pathLst>
                  <a:path w="3575" h="873" fill="none" extrusionOk="0">
                    <a:moveTo>
                      <a:pt x="3574" y="873"/>
                    </a:moveTo>
                    <a:lnTo>
                      <a:pt x="3574" y="873"/>
                    </a:lnTo>
                    <a:lnTo>
                      <a:pt x="3544" y="780"/>
                    </a:lnTo>
                    <a:lnTo>
                      <a:pt x="3544" y="1"/>
                    </a:lnTo>
                    <a:lnTo>
                      <a:pt x="871" y="1"/>
                    </a:lnTo>
                    <a:lnTo>
                      <a:pt x="0" y="1"/>
                    </a:lnTo>
                    <a:lnTo>
                      <a:pt x="0" y="1"/>
                    </a:lnTo>
                    <a:lnTo>
                      <a:pt x="0" y="120"/>
                    </a:lnTo>
                    <a:lnTo>
                      <a:pt x="90" y="225"/>
                    </a:lnTo>
                    <a:lnTo>
                      <a:pt x="180" y="318"/>
                    </a:lnTo>
                    <a:lnTo>
                      <a:pt x="331" y="410"/>
                    </a:lnTo>
                    <a:lnTo>
                      <a:pt x="541" y="489"/>
                    </a:lnTo>
                    <a:lnTo>
                      <a:pt x="751" y="562"/>
                    </a:lnTo>
                    <a:lnTo>
                      <a:pt x="991" y="622"/>
                    </a:lnTo>
                    <a:lnTo>
                      <a:pt x="1262" y="674"/>
                    </a:lnTo>
                    <a:lnTo>
                      <a:pt x="1532" y="727"/>
                    </a:lnTo>
                    <a:lnTo>
                      <a:pt x="1832" y="767"/>
                    </a:lnTo>
                    <a:lnTo>
                      <a:pt x="2133" y="800"/>
                    </a:lnTo>
                    <a:lnTo>
                      <a:pt x="2433" y="826"/>
                    </a:lnTo>
                    <a:lnTo>
                      <a:pt x="2733" y="846"/>
                    </a:lnTo>
                    <a:lnTo>
                      <a:pt x="3004" y="859"/>
                    </a:lnTo>
                    <a:lnTo>
                      <a:pt x="3274" y="866"/>
                    </a:lnTo>
                    <a:lnTo>
                      <a:pt x="3544" y="873"/>
                    </a:lnTo>
                    <a:lnTo>
                      <a:pt x="3544" y="873"/>
                    </a:lnTo>
                    <a:lnTo>
                      <a:pt x="3574" y="87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84"/>
              <p:cNvSpPr/>
              <p:nvPr/>
            </p:nvSpPr>
            <p:spPr>
              <a:xfrm rot="10800000">
                <a:off x="4472681" y="3342045"/>
                <a:ext cx="100484" cy="270142"/>
              </a:xfrm>
              <a:custGeom>
                <a:avLst/>
                <a:gdLst/>
                <a:ahLst/>
                <a:cxnLst/>
                <a:rect l="l" t="t" r="r" b="b"/>
                <a:pathLst>
                  <a:path w="7510" h="4493" extrusionOk="0">
                    <a:moveTo>
                      <a:pt x="4055" y="0"/>
                    </a:moveTo>
                    <a:lnTo>
                      <a:pt x="3755" y="7"/>
                    </a:lnTo>
                    <a:lnTo>
                      <a:pt x="3455" y="14"/>
                    </a:lnTo>
                    <a:lnTo>
                      <a:pt x="3124" y="27"/>
                    </a:lnTo>
                    <a:lnTo>
                      <a:pt x="2824" y="40"/>
                    </a:lnTo>
                    <a:lnTo>
                      <a:pt x="2494" y="66"/>
                    </a:lnTo>
                    <a:lnTo>
                      <a:pt x="2133" y="93"/>
                    </a:lnTo>
                    <a:lnTo>
                      <a:pt x="1803" y="126"/>
                    </a:lnTo>
                    <a:lnTo>
                      <a:pt x="1442" y="166"/>
                    </a:lnTo>
                    <a:lnTo>
                      <a:pt x="1262" y="199"/>
                    </a:lnTo>
                    <a:lnTo>
                      <a:pt x="1052" y="225"/>
                    </a:lnTo>
                    <a:lnTo>
                      <a:pt x="902" y="265"/>
                    </a:lnTo>
                    <a:lnTo>
                      <a:pt x="722" y="298"/>
                    </a:lnTo>
                    <a:lnTo>
                      <a:pt x="601" y="344"/>
                    </a:lnTo>
                    <a:lnTo>
                      <a:pt x="481" y="384"/>
                    </a:lnTo>
                    <a:lnTo>
                      <a:pt x="271" y="476"/>
                    </a:lnTo>
                    <a:lnTo>
                      <a:pt x="121" y="582"/>
                    </a:lnTo>
                    <a:lnTo>
                      <a:pt x="31" y="687"/>
                    </a:lnTo>
                    <a:lnTo>
                      <a:pt x="1" y="793"/>
                    </a:lnTo>
                    <a:lnTo>
                      <a:pt x="31" y="905"/>
                    </a:lnTo>
                    <a:lnTo>
                      <a:pt x="31" y="1143"/>
                    </a:lnTo>
                    <a:lnTo>
                      <a:pt x="7479" y="1143"/>
                    </a:lnTo>
                    <a:lnTo>
                      <a:pt x="7479" y="925"/>
                    </a:lnTo>
                    <a:lnTo>
                      <a:pt x="7509" y="826"/>
                    </a:lnTo>
                    <a:lnTo>
                      <a:pt x="7509" y="727"/>
                    </a:lnTo>
                    <a:lnTo>
                      <a:pt x="7449" y="635"/>
                    </a:lnTo>
                    <a:lnTo>
                      <a:pt x="7329" y="542"/>
                    </a:lnTo>
                    <a:lnTo>
                      <a:pt x="7209" y="456"/>
                    </a:lnTo>
                    <a:lnTo>
                      <a:pt x="7059" y="384"/>
                    </a:lnTo>
                    <a:lnTo>
                      <a:pt x="6879" y="317"/>
                    </a:lnTo>
                    <a:lnTo>
                      <a:pt x="6698" y="265"/>
                    </a:lnTo>
                    <a:lnTo>
                      <a:pt x="6428" y="205"/>
                    </a:lnTo>
                    <a:lnTo>
                      <a:pt x="6158" y="152"/>
                    </a:lnTo>
                    <a:lnTo>
                      <a:pt x="5857" y="106"/>
                    </a:lnTo>
                    <a:lnTo>
                      <a:pt x="5527" y="66"/>
                    </a:lnTo>
                    <a:lnTo>
                      <a:pt x="5167" y="40"/>
                    </a:lnTo>
                    <a:lnTo>
                      <a:pt x="4806" y="20"/>
                    </a:lnTo>
                    <a:lnTo>
                      <a:pt x="4446" y="7"/>
                    </a:lnTo>
                    <a:lnTo>
                      <a:pt x="4055" y="0"/>
                    </a:lnTo>
                    <a:close/>
                    <a:moveTo>
                      <a:pt x="31" y="2808"/>
                    </a:moveTo>
                    <a:lnTo>
                      <a:pt x="421" y="2821"/>
                    </a:lnTo>
                    <a:lnTo>
                      <a:pt x="812" y="2841"/>
                    </a:lnTo>
                    <a:lnTo>
                      <a:pt x="1172" y="2861"/>
                    </a:lnTo>
                    <a:lnTo>
                      <a:pt x="1563" y="2894"/>
                    </a:lnTo>
                    <a:lnTo>
                      <a:pt x="1893" y="2927"/>
                    </a:lnTo>
                    <a:lnTo>
                      <a:pt x="2253" y="2966"/>
                    </a:lnTo>
                    <a:lnTo>
                      <a:pt x="2554" y="3012"/>
                    </a:lnTo>
                    <a:lnTo>
                      <a:pt x="2854" y="3065"/>
                    </a:lnTo>
                    <a:lnTo>
                      <a:pt x="3094" y="3125"/>
                    </a:lnTo>
                    <a:lnTo>
                      <a:pt x="3305" y="3191"/>
                    </a:lnTo>
                    <a:lnTo>
                      <a:pt x="3485" y="3263"/>
                    </a:lnTo>
                    <a:lnTo>
                      <a:pt x="3635" y="3343"/>
                    </a:lnTo>
                    <a:lnTo>
                      <a:pt x="3725" y="3429"/>
                    </a:lnTo>
                    <a:lnTo>
                      <a:pt x="3785" y="3521"/>
                    </a:lnTo>
                    <a:lnTo>
                      <a:pt x="3845" y="3614"/>
                    </a:lnTo>
                    <a:lnTo>
                      <a:pt x="3845" y="3706"/>
                    </a:lnTo>
                    <a:lnTo>
                      <a:pt x="3845" y="4492"/>
                    </a:lnTo>
                    <a:lnTo>
                      <a:pt x="7479" y="4492"/>
                    </a:lnTo>
                    <a:lnTo>
                      <a:pt x="7479" y="4386"/>
                    </a:lnTo>
                    <a:lnTo>
                      <a:pt x="7179" y="4340"/>
                    </a:lnTo>
                    <a:lnTo>
                      <a:pt x="6909" y="4287"/>
                    </a:lnTo>
                    <a:lnTo>
                      <a:pt x="6638" y="4215"/>
                    </a:lnTo>
                    <a:lnTo>
                      <a:pt x="6398" y="4135"/>
                    </a:lnTo>
                    <a:lnTo>
                      <a:pt x="6188" y="4056"/>
                    </a:lnTo>
                    <a:lnTo>
                      <a:pt x="6008" y="3964"/>
                    </a:lnTo>
                    <a:lnTo>
                      <a:pt x="5888" y="3871"/>
                    </a:lnTo>
                    <a:lnTo>
                      <a:pt x="5797" y="3779"/>
                    </a:lnTo>
                    <a:lnTo>
                      <a:pt x="5737" y="3680"/>
                    </a:lnTo>
                    <a:lnTo>
                      <a:pt x="5767" y="3587"/>
                    </a:lnTo>
                    <a:lnTo>
                      <a:pt x="5407" y="3561"/>
                    </a:lnTo>
                    <a:lnTo>
                      <a:pt x="5077" y="3528"/>
                    </a:lnTo>
                    <a:lnTo>
                      <a:pt x="4806" y="3488"/>
                    </a:lnTo>
                    <a:lnTo>
                      <a:pt x="4566" y="3455"/>
                    </a:lnTo>
                    <a:lnTo>
                      <a:pt x="4296" y="3389"/>
                    </a:lnTo>
                    <a:lnTo>
                      <a:pt x="4025" y="3316"/>
                    </a:lnTo>
                    <a:lnTo>
                      <a:pt x="3815" y="3244"/>
                    </a:lnTo>
                    <a:lnTo>
                      <a:pt x="3665" y="3164"/>
                    </a:lnTo>
                    <a:lnTo>
                      <a:pt x="3515" y="3085"/>
                    </a:lnTo>
                    <a:lnTo>
                      <a:pt x="3425" y="2999"/>
                    </a:lnTo>
                    <a:lnTo>
                      <a:pt x="3395" y="2907"/>
                    </a:lnTo>
                    <a:lnTo>
                      <a:pt x="3395" y="2808"/>
                    </a:lnTo>
                    <a:close/>
                  </a:path>
                </a:pathLst>
              </a:custGeom>
              <a:solidFill>
                <a:srgbClr val="36D0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84"/>
              <p:cNvSpPr/>
              <p:nvPr/>
            </p:nvSpPr>
            <p:spPr>
              <a:xfrm rot="10800000">
                <a:off x="4472681" y="3543404"/>
                <a:ext cx="100484" cy="68783"/>
              </a:xfrm>
              <a:custGeom>
                <a:avLst/>
                <a:gdLst/>
                <a:ahLst/>
                <a:cxnLst/>
                <a:rect l="l" t="t" r="r" b="b"/>
                <a:pathLst>
                  <a:path w="7510" h="1144" fill="none" extrusionOk="0">
                    <a:moveTo>
                      <a:pt x="31" y="1143"/>
                    </a:moveTo>
                    <a:lnTo>
                      <a:pt x="7479" y="1143"/>
                    </a:lnTo>
                    <a:lnTo>
                      <a:pt x="7479" y="925"/>
                    </a:lnTo>
                    <a:lnTo>
                      <a:pt x="7479" y="925"/>
                    </a:lnTo>
                    <a:lnTo>
                      <a:pt x="7509" y="826"/>
                    </a:lnTo>
                    <a:lnTo>
                      <a:pt x="7509" y="727"/>
                    </a:lnTo>
                    <a:lnTo>
                      <a:pt x="7449" y="635"/>
                    </a:lnTo>
                    <a:lnTo>
                      <a:pt x="7329" y="542"/>
                    </a:lnTo>
                    <a:lnTo>
                      <a:pt x="7209" y="456"/>
                    </a:lnTo>
                    <a:lnTo>
                      <a:pt x="7059" y="384"/>
                    </a:lnTo>
                    <a:lnTo>
                      <a:pt x="6879" y="317"/>
                    </a:lnTo>
                    <a:lnTo>
                      <a:pt x="6698" y="265"/>
                    </a:lnTo>
                    <a:lnTo>
                      <a:pt x="6698" y="265"/>
                    </a:lnTo>
                    <a:lnTo>
                      <a:pt x="6428" y="205"/>
                    </a:lnTo>
                    <a:lnTo>
                      <a:pt x="6158" y="152"/>
                    </a:lnTo>
                    <a:lnTo>
                      <a:pt x="5857" y="106"/>
                    </a:lnTo>
                    <a:lnTo>
                      <a:pt x="5527" y="66"/>
                    </a:lnTo>
                    <a:lnTo>
                      <a:pt x="5167" y="40"/>
                    </a:lnTo>
                    <a:lnTo>
                      <a:pt x="4806" y="20"/>
                    </a:lnTo>
                    <a:lnTo>
                      <a:pt x="4446" y="7"/>
                    </a:lnTo>
                    <a:lnTo>
                      <a:pt x="4055" y="0"/>
                    </a:lnTo>
                    <a:lnTo>
                      <a:pt x="4055" y="0"/>
                    </a:lnTo>
                    <a:lnTo>
                      <a:pt x="3755" y="7"/>
                    </a:lnTo>
                    <a:lnTo>
                      <a:pt x="3455" y="14"/>
                    </a:lnTo>
                    <a:lnTo>
                      <a:pt x="3124" y="27"/>
                    </a:lnTo>
                    <a:lnTo>
                      <a:pt x="2824" y="40"/>
                    </a:lnTo>
                    <a:lnTo>
                      <a:pt x="2494" y="66"/>
                    </a:lnTo>
                    <a:lnTo>
                      <a:pt x="2133" y="93"/>
                    </a:lnTo>
                    <a:lnTo>
                      <a:pt x="1803" y="126"/>
                    </a:lnTo>
                    <a:lnTo>
                      <a:pt x="1442" y="166"/>
                    </a:lnTo>
                    <a:lnTo>
                      <a:pt x="1442" y="166"/>
                    </a:lnTo>
                    <a:lnTo>
                      <a:pt x="1262" y="199"/>
                    </a:lnTo>
                    <a:lnTo>
                      <a:pt x="1052" y="225"/>
                    </a:lnTo>
                    <a:lnTo>
                      <a:pt x="902" y="265"/>
                    </a:lnTo>
                    <a:lnTo>
                      <a:pt x="722" y="298"/>
                    </a:lnTo>
                    <a:lnTo>
                      <a:pt x="601" y="344"/>
                    </a:lnTo>
                    <a:lnTo>
                      <a:pt x="481" y="384"/>
                    </a:lnTo>
                    <a:lnTo>
                      <a:pt x="271" y="476"/>
                    </a:lnTo>
                    <a:lnTo>
                      <a:pt x="121" y="582"/>
                    </a:lnTo>
                    <a:lnTo>
                      <a:pt x="31" y="687"/>
                    </a:lnTo>
                    <a:lnTo>
                      <a:pt x="1" y="793"/>
                    </a:lnTo>
                    <a:lnTo>
                      <a:pt x="31" y="905"/>
                    </a:lnTo>
                    <a:lnTo>
                      <a:pt x="31" y="114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84"/>
              <p:cNvSpPr/>
              <p:nvPr/>
            </p:nvSpPr>
            <p:spPr>
              <a:xfrm rot="10800000">
                <a:off x="4473082" y="3342045"/>
                <a:ext cx="99681" cy="101371"/>
              </a:xfrm>
              <a:custGeom>
                <a:avLst/>
                <a:gdLst/>
                <a:ahLst/>
                <a:cxnLst/>
                <a:rect l="l" t="t" r="r" b="b"/>
                <a:pathLst>
                  <a:path w="7450" h="1686" fill="none" extrusionOk="0">
                    <a:moveTo>
                      <a:pt x="7449" y="1685"/>
                    </a:moveTo>
                    <a:lnTo>
                      <a:pt x="7449" y="1579"/>
                    </a:lnTo>
                    <a:lnTo>
                      <a:pt x="7449" y="1579"/>
                    </a:lnTo>
                    <a:lnTo>
                      <a:pt x="7149" y="1533"/>
                    </a:lnTo>
                    <a:lnTo>
                      <a:pt x="6879" y="1480"/>
                    </a:lnTo>
                    <a:lnTo>
                      <a:pt x="6879" y="1480"/>
                    </a:lnTo>
                    <a:lnTo>
                      <a:pt x="6608" y="1408"/>
                    </a:lnTo>
                    <a:lnTo>
                      <a:pt x="6368" y="1328"/>
                    </a:lnTo>
                    <a:lnTo>
                      <a:pt x="6158" y="1249"/>
                    </a:lnTo>
                    <a:lnTo>
                      <a:pt x="5978" y="1157"/>
                    </a:lnTo>
                    <a:lnTo>
                      <a:pt x="5858" y="1064"/>
                    </a:lnTo>
                    <a:lnTo>
                      <a:pt x="5767" y="972"/>
                    </a:lnTo>
                    <a:lnTo>
                      <a:pt x="5707" y="873"/>
                    </a:lnTo>
                    <a:lnTo>
                      <a:pt x="5737" y="780"/>
                    </a:lnTo>
                    <a:lnTo>
                      <a:pt x="5737" y="780"/>
                    </a:lnTo>
                    <a:lnTo>
                      <a:pt x="5377" y="754"/>
                    </a:lnTo>
                    <a:lnTo>
                      <a:pt x="5047" y="721"/>
                    </a:lnTo>
                    <a:lnTo>
                      <a:pt x="4776" y="681"/>
                    </a:lnTo>
                    <a:lnTo>
                      <a:pt x="4536" y="648"/>
                    </a:lnTo>
                    <a:lnTo>
                      <a:pt x="4536" y="648"/>
                    </a:lnTo>
                    <a:lnTo>
                      <a:pt x="4266" y="582"/>
                    </a:lnTo>
                    <a:lnTo>
                      <a:pt x="3995" y="509"/>
                    </a:lnTo>
                    <a:lnTo>
                      <a:pt x="3785" y="437"/>
                    </a:lnTo>
                    <a:lnTo>
                      <a:pt x="3635" y="357"/>
                    </a:lnTo>
                    <a:lnTo>
                      <a:pt x="3485" y="278"/>
                    </a:lnTo>
                    <a:lnTo>
                      <a:pt x="3395" y="192"/>
                    </a:lnTo>
                    <a:lnTo>
                      <a:pt x="3365" y="100"/>
                    </a:lnTo>
                    <a:lnTo>
                      <a:pt x="3365" y="1"/>
                    </a:lnTo>
                    <a:lnTo>
                      <a:pt x="1" y="1"/>
                    </a:lnTo>
                    <a:lnTo>
                      <a:pt x="1" y="1"/>
                    </a:lnTo>
                    <a:lnTo>
                      <a:pt x="1" y="1"/>
                    </a:lnTo>
                    <a:lnTo>
                      <a:pt x="391" y="14"/>
                    </a:lnTo>
                    <a:lnTo>
                      <a:pt x="782" y="34"/>
                    </a:lnTo>
                    <a:lnTo>
                      <a:pt x="1142" y="54"/>
                    </a:lnTo>
                    <a:lnTo>
                      <a:pt x="1533" y="87"/>
                    </a:lnTo>
                    <a:lnTo>
                      <a:pt x="1863" y="120"/>
                    </a:lnTo>
                    <a:lnTo>
                      <a:pt x="2223" y="159"/>
                    </a:lnTo>
                    <a:lnTo>
                      <a:pt x="2524" y="205"/>
                    </a:lnTo>
                    <a:lnTo>
                      <a:pt x="2824" y="258"/>
                    </a:lnTo>
                    <a:lnTo>
                      <a:pt x="2824" y="258"/>
                    </a:lnTo>
                    <a:lnTo>
                      <a:pt x="3064" y="318"/>
                    </a:lnTo>
                    <a:lnTo>
                      <a:pt x="3275" y="384"/>
                    </a:lnTo>
                    <a:lnTo>
                      <a:pt x="3455" y="456"/>
                    </a:lnTo>
                    <a:lnTo>
                      <a:pt x="3605" y="536"/>
                    </a:lnTo>
                    <a:lnTo>
                      <a:pt x="3695" y="622"/>
                    </a:lnTo>
                    <a:lnTo>
                      <a:pt x="3755" y="714"/>
                    </a:lnTo>
                    <a:lnTo>
                      <a:pt x="3815" y="807"/>
                    </a:lnTo>
                    <a:lnTo>
                      <a:pt x="3815" y="899"/>
                    </a:lnTo>
                    <a:lnTo>
                      <a:pt x="3815" y="1685"/>
                    </a:lnTo>
                    <a:lnTo>
                      <a:pt x="3815" y="1685"/>
                    </a:lnTo>
                    <a:lnTo>
                      <a:pt x="7449" y="168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84"/>
              <p:cNvSpPr/>
              <p:nvPr/>
            </p:nvSpPr>
            <p:spPr>
              <a:xfrm rot="10800000">
                <a:off x="4473082" y="3246748"/>
                <a:ext cx="86421" cy="60"/>
              </a:xfrm>
              <a:custGeom>
                <a:avLst/>
                <a:gdLst/>
                <a:ahLst/>
                <a:cxnLst/>
                <a:rect l="l" t="t" r="r" b="b"/>
                <a:pathLst>
                  <a:path w="6459" h="1" fill="none" extrusionOk="0">
                    <a:moveTo>
                      <a:pt x="6458" y="0"/>
                    </a:moveTo>
                    <a:lnTo>
                      <a:pt x="6458" y="0"/>
                    </a:lnTo>
                    <a:lnTo>
                      <a:pt x="1" y="0"/>
                    </a:lnTo>
                    <a:lnTo>
                      <a:pt x="1" y="0"/>
                    </a:lnTo>
                    <a:lnTo>
                      <a:pt x="1" y="0"/>
                    </a:lnTo>
                    <a:lnTo>
                      <a:pt x="1" y="0"/>
                    </a:lnTo>
                    <a:lnTo>
                      <a:pt x="1112" y="0"/>
                    </a:lnTo>
                    <a:lnTo>
                      <a:pt x="1112" y="0"/>
                    </a:lnTo>
                    <a:lnTo>
                      <a:pt x="4836" y="0"/>
                    </a:lnTo>
                    <a:lnTo>
                      <a:pt x="4836" y="0"/>
                    </a:lnTo>
                    <a:lnTo>
                      <a:pt x="645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84"/>
              <p:cNvSpPr/>
              <p:nvPr/>
            </p:nvSpPr>
            <p:spPr>
              <a:xfrm rot="10800000">
                <a:off x="4473082" y="3246747"/>
                <a:ext cx="86421" cy="95358"/>
              </a:xfrm>
              <a:custGeom>
                <a:avLst/>
                <a:gdLst/>
                <a:ahLst/>
                <a:cxnLst/>
                <a:rect l="l" t="t" r="r" b="b"/>
                <a:pathLst>
                  <a:path w="6459" h="1586" extrusionOk="0">
                    <a:moveTo>
                      <a:pt x="2824" y="0"/>
                    </a:moveTo>
                    <a:lnTo>
                      <a:pt x="2824" y="674"/>
                    </a:lnTo>
                    <a:lnTo>
                      <a:pt x="2794" y="773"/>
                    </a:lnTo>
                    <a:lnTo>
                      <a:pt x="2764" y="872"/>
                    </a:lnTo>
                    <a:lnTo>
                      <a:pt x="2704" y="971"/>
                    </a:lnTo>
                    <a:lnTo>
                      <a:pt x="2584" y="1057"/>
                    </a:lnTo>
                    <a:lnTo>
                      <a:pt x="2464" y="1143"/>
                    </a:lnTo>
                    <a:lnTo>
                      <a:pt x="2344" y="1222"/>
                    </a:lnTo>
                    <a:lnTo>
                      <a:pt x="2163" y="1288"/>
                    </a:lnTo>
                    <a:lnTo>
                      <a:pt x="1983" y="1334"/>
                    </a:lnTo>
                    <a:lnTo>
                      <a:pt x="1773" y="1387"/>
                    </a:lnTo>
                    <a:lnTo>
                      <a:pt x="1563" y="1427"/>
                    </a:lnTo>
                    <a:lnTo>
                      <a:pt x="1322" y="1466"/>
                    </a:lnTo>
                    <a:lnTo>
                      <a:pt x="1082" y="1499"/>
                    </a:lnTo>
                    <a:lnTo>
                      <a:pt x="842" y="1526"/>
                    </a:lnTo>
                    <a:lnTo>
                      <a:pt x="572" y="1552"/>
                    </a:lnTo>
                    <a:lnTo>
                      <a:pt x="301" y="1572"/>
                    </a:lnTo>
                    <a:lnTo>
                      <a:pt x="1" y="1585"/>
                    </a:lnTo>
                    <a:lnTo>
                      <a:pt x="6458" y="1585"/>
                    </a:lnTo>
                    <a:lnTo>
                      <a:pt x="6458" y="0"/>
                    </a:lnTo>
                    <a:close/>
                  </a:path>
                </a:pathLst>
              </a:custGeom>
              <a:solidFill>
                <a:srgbClr val="187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84"/>
              <p:cNvSpPr/>
              <p:nvPr/>
            </p:nvSpPr>
            <p:spPr>
              <a:xfrm rot="10800000">
                <a:off x="4473082" y="3246747"/>
                <a:ext cx="86421" cy="95358"/>
              </a:xfrm>
              <a:custGeom>
                <a:avLst/>
                <a:gdLst/>
                <a:ahLst/>
                <a:cxnLst/>
                <a:rect l="l" t="t" r="r" b="b"/>
                <a:pathLst>
                  <a:path w="6459" h="1586" fill="none" extrusionOk="0">
                    <a:moveTo>
                      <a:pt x="1" y="1585"/>
                    </a:moveTo>
                    <a:lnTo>
                      <a:pt x="6458" y="1585"/>
                    </a:lnTo>
                    <a:lnTo>
                      <a:pt x="6458" y="0"/>
                    </a:lnTo>
                    <a:lnTo>
                      <a:pt x="6458" y="0"/>
                    </a:lnTo>
                    <a:lnTo>
                      <a:pt x="2824" y="0"/>
                    </a:lnTo>
                    <a:lnTo>
                      <a:pt x="2824" y="674"/>
                    </a:lnTo>
                    <a:lnTo>
                      <a:pt x="2824" y="674"/>
                    </a:lnTo>
                    <a:lnTo>
                      <a:pt x="2794" y="773"/>
                    </a:lnTo>
                    <a:lnTo>
                      <a:pt x="2764" y="872"/>
                    </a:lnTo>
                    <a:lnTo>
                      <a:pt x="2704" y="971"/>
                    </a:lnTo>
                    <a:lnTo>
                      <a:pt x="2584" y="1057"/>
                    </a:lnTo>
                    <a:lnTo>
                      <a:pt x="2464" y="1143"/>
                    </a:lnTo>
                    <a:lnTo>
                      <a:pt x="2344" y="1222"/>
                    </a:lnTo>
                    <a:lnTo>
                      <a:pt x="2163" y="1288"/>
                    </a:lnTo>
                    <a:lnTo>
                      <a:pt x="1983" y="1334"/>
                    </a:lnTo>
                    <a:lnTo>
                      <a:pt x="1983" y="1334"/>
                    </a:lnTo>
                    <a:lnTo>
                      <a:pt x="1773" y="1387"/>
                    </a:lnTo>
                    <a:lnTo>
                      <a:pt x="1563" y="1427"/>
                    </a:lnTo>
                    <a:lnTo>
                      <a:pt x="1322" y="1466"/>
                    </a:lnTo>
                    <a:lnTo>
                      <a:pt x="1082" y="1499"/>
                    </a:lnTo>
                    <a:lnTo>
                      <a:pt x="842" y="1526"/>
                    </a:lnTo>
                    <a:lnTo>
                      <a:pt x="572" y="1552"/>
                    </a:lnTo>
                    <a:lnTo>
                      <a:pt x="301" y="1572"/>
                    </a:lnTo>
                    <a:lnTo>
                      <a:pt x="1" y="158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84"/>
              <p:cNvSpPr/>
              <p:nvPr/>
            </p:nvSpPr>
            <p:spPr>
              <a:xfrm rot="10800000">
                <a:off x="4521705" y="3342045"/>
                <a:ext cx="51058" cy="101371"/>
              </a:xfrm>
              <a:custGeom>
                <a:avLst/>
                <a:gdLst/>
                <a:ahLst/>
                <a:cxnLst/>
                <a:rect l="l" t="t" r="r" b="b"/>
                <a:pathLst>
                  <a:path w="3816" h="1686" extrusionOk="0">
                    <a:moveTo>
                      <a:pt x="1" y="1"/>
                    </a:moveTo>
                    <a:lnTo>
                      <a:pt x="1" y="1685"/>
                    </a:lnTo>
                    <a:lnTo>
                      <a:pt x="3815" y="1685"/>
                    </a:lnTo>
                    <a:lnTo>
                      <a:pt x="3815" y="899"/>
                    </a:lnTo>
                    <a:lnTo>
                      <a:pt x="3815" y="807"/>
                    </a:lnTo>
                    <a:lnTo>
                      <a:pt x="3755" y="714"/>
                    </a:lnTo>
                    <a:lnTo>
                      <a:pt x="3695" y="622"/>
                    </a:lnTo>
                    <a:lnTo>
                      <a:pt x="3605" y="536"/>
                    </a:lnTo>
                    <a:lnTo>
                      <a:pt x="3455" y="456"/>
                    </a:lnTo>
                    <a:lnTo>
                      <a:pt x="3275" y="384"/>
                    </a:lnTo>
                    <a:lnTo>
                      <a:pt x="3064" y="318"/>
                    </a:lnTo>
                    <a:lnTo>
                      <a:pt x="2824" y="258"/>
                    </a:lnTo>
                    <a:lnTo>
                      <a:pt x="2524" y="205"/>
                    </a:lnTo>
                    <a:lnTo>
                      <a:pt x="2223" y="159"/>
                    </a:lnTo>
                    <a:lnTo>
                      <a:pt x="1863" y="120"/>
                    </a:lnTo>
                    <a:lnTo>
                      <a:pt x="1533" y="87"/>
                    </a:lnTo>
                    <a:lnTo>
                      <a:pt x="1142" y="54"/>
                    </a:lnTo>
                    <a:lnTo>
                      <a:pt x="782" y="34"/>
                    </a:lnTo>
                    <a:lnTo>
                      <a:pt x="391" y="14"/>
                    </a:lnTo>
                    <a:lnTo>
                      <a:pt x="1" y="1"/>
                    </a:lnTo>
                    <a:close/>
                  </a:path>
                </a:pathLst>
              </a:custGeom>
              <a:solidFill>
                <a:srgbClr val="1D21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84"/>
              <p:cNvSpPr/>
              <p:nvPr/>
            </p:nvSpPr>
            <p:spPr>
              <a:xfrm rot="10800000">
                <a:off x="4521705" y="3342045"/>
                <a:ext cx="51058" cy="101371"/>
              </a:xfrm>
              <a:custGeom>
                <a:avLst/>
                <a:gdLst/>
                <a:ahLst/>
                <a:cxnLst/>
                <a:rect l="l" t="t" r="r" b="b"/>
                <a:pathLst>
                  <a:path w="3816" h="1686" fill="none" extrusionOk="0">
                    <a:moveTo>
                      <a:pt x="3815" y="1685"/>
                    </a:moveTo>
                    <a:lnTo>
                      <a:pt x="3815" y="899"/>
                    </a:lnTo>
                    <a:lnTo>
                      <a:pt x="3815" y="899"/>
                    </a:lnTo>
                    <a:lnTo>
                      <a:pt x="3815" y="807"/>
                    </a:lnTo>
                    <a:lnTo>
                      <a:pt x="3755" y="714"/>
                    </a:lnTo>
                    <a:lnTo>
                      <a:pt x="3695" y="622"/>
                    </a:lnTo>
                    <a:lnTo>
                      <a:pt x="3605" y="536"/>
                    </a:lnTo>
                    <a:lnTo>
                      <a:pt x="3455" y="456"/>
                    </a:lnTo>
                    <a:lnTo>
                      <a:pt x="3275" y="384"/>
                    </a:lnTo>
                    <a:lnTo>
                      <a:pt x="3064" y="318"/>
                    </a:lnTo>
                    <a:lnTo>
                      <a:pt x="2824" y="258"/>
                    </a:lnTo>
                    <a:lnTo>
                      <a:pt x="2824" y="258"/>
                    </a:lnTo>
                    <a:lnTo>
                      <a:pt x="2524" y="205"/>
                    </a:lnTo>
                    <a:lnTo>
                      <a:pt x="2223" y="159"/>
                    </a:lnTo>
                    <a:lnTo>
                      <a:pt x="1863" y="120"/>
                    </a:lnTo>
                    <a:lnTo>
                      <a:pt x="1533" y="87"/>
                    </a:lnTo>
                    <a:lnTo>
                      <a:pt x="1142" y="54"/>
                    </a:lnTo>
                    <a:lnTo>
                      <a:pt x="782" y="34"/>
                    </a:lnTo>
                    <a:lnTo>
                      <a:pt x="391" y="14"/>
                    </a:lnTo>
                    <a:lnTo>
                      <a:pt x="1" y="1"/>
                    </a:lnTo>
                    <a:lnTo>
                      <a:pt x="1" y="1685"/>
                    </a:lnTo>
                    <a:lnTo>
                      <a:pt x="1" y="1685"/>
                    </a:lnTo>
                    <a:lnTo>
                      <a:pt x="3815" y="168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84"/>
              <p:cNvSpPr/>
              <p:nvPr/>
            </p:nvSpPr>
            <p:spPr>
              <a:xfrm rot="10800000">
                <a:off x="4559490" y="3246748"/>
                <a:ext cx="13273" cy="60"/>
              </a:xfrm>
              <a:custGeom>
                <a:avLst/>
                <a:gdLst/>
                <a:ahLst/>
                <a:cxnLst/>
                <a:rect l="l" t="t" r="r" b="b"/>
                <a:pathLst>
                  <a:path w="992" h="1" fill="none" extrusionOk="0">
                    <a:moveTo>
                      <a:pt x="1" y="0"/>
                    </a:moveTo>
                    <a:lnTo>
                      <a:pt x="1" y="0"/>
                    </a:lnTo>
                    <a:lnTo>
                      <a:pt x="211" y="0"/>
                    </a:lnTo>
                    <a:lnTo>
                      <a:pt x="211" y="0"/>
                    </a:lnTo>
                    <a:lnTo>
                      <a:pt x="992" y="0"/>
                    </a:lnTo>
                    <a:lnTo>
                      <a:pt x="992" y="0"/>
                    </a:lnTo>
                    <a:lnTo>
                      <a:pt x="992" y="0"/>
                    </a:lnTo>
                    <a:lnTo>
                      <a:pt x="1"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84"/>
              <p:cNvSpPr/>
              <p:nvPr/>
            </p:nvSpPr>
            <p:spPr>
              <a:xfrm rot="10800000">
                <a:off x="4521705" y="3246747"/>
                <a:ext cx="51058" cy="95358"/>
              </a:xfrm>
              <a:custGeom>
                <a:avLst/>
                <a:gdLst/>
                <a:ahLst/>
                <a:cxnLst/>
                <a:rect l="l" t="t" r="r" b="b"/>
                <a:pathLst>
                  <a:path w="3816" h="1586" extrusionOk="0">
                    <a:moveTo>
                      <a:pt x="1" y="0"/>
                    </a:moveTo>
                    <a:lnTo>
                      <a:pt x="1" y="1585"/>
                    </a:lnTo>
                    <a:lnTo>
                      <a:pt x="992" y="1585"/>
                    </a:lnTo>
                    <a:lnTo>
                      <a:pt x="1292" y="1572"/>
                    </a:lnTo>
                    <a:lnTo>
                      <a:pt x="1563" y="1552"/>
                    </a:lnTo>
                    <a:lnTo>
                      <a:pt x="1833" y="1526"/>
                    </a:lnTo>
                    <a:lnTo>
                      <a:pt x="2073" y="1499"/>
                    </a:lnTo>
                    <a:lnTo>
                      <a:pt x="2313" y="1466"/>
                    </a:lnTo>
                    <a:lnTo>
                      <a:pt x="2554" y="1427"/>
                    </a:lnTo>
                    <a:lnTo>
                      <a:pt x="2764" y="1387"/>
                    </a:lnTo>
                    <a:lnTo>
                      <a:pt x="2974" y="1334"/>
                    </a:lnTo>
                    <a:lnTo>
                      <a:pt x="3154" y="1288"/>
                    </a:lnTo>
                    <a:lnTo>
                      <a:pt x="3335" y="1222"/>
                    </a:lnTo>
                    <a:lnTo>
                      <a:pt x="3455" y="1143"/>
                    </a:lnTo>
                    <a:lnTo>
                      <a:pt x="3575" y="1057"/>
                    </a:lnTo>
                    <a:lnTo>
                      <a:pt x="3695" y="971"/>
                    </a:lnTo>
                    <a:lnTo>
                      <a:pt x="3755" y="872"/>
                    </a:lnTo>
                    <a:lnTo>
                      <a:pt x="3785" y="773"/>
                    </a:lnTo>
                    <a:lnTo>
                      <a:pt x="3815" y="674"/>
                    </a:lnTo>
                    <a:lnTo>
                      <a:pt x="3815" y="0"/>
                    </a:lnTo>
                    <a:close/>
                  </a:path>
                </a:pathLst>
              </a:custGeom>
              <a:solidFill>
                <a:srgbClr val="0D13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84"/>
              <p:cNvSpPr/>
              <p:nvPr/>
            </p:nvSpPr>
            <p:spPr>
              <a:xfrm rot="10800000">
                <a:off x="4521705" y="3246747"/>
                <a:ext cx="51058" cy="95358"/>
              </a:xfrm>
              <a:custGeom>
                <a:avLst/>
                <a:gdLst/>
                <a:ahLst/>
                <a:cxnLst/>
                <a:rect l="l" t="t" r="r" b="b"/>
                <a:pathLst>
                  <a:path w="3816" h="1586" fill="none" extrusionOk="0">
                    <a:moveTo>
                      <a:pt x="1" y="1585"/>
                    </a:moveTo>
                    <a:lnTo>
                      <a:pt x="992" y="1585"/>
                    </a:lnTo>
                    <a:lnTo>
                      <a:pt x="992" y="1585"/>
                    </a:lnTo>
                    <a:lnTo>
                      <a:pt x="1292" y="1572"/>
                    </a:lnTo>
                    <a:lnTo>
                      <a:pt x="1563" y="1552"/>
                    </a:lnTo>
                    <a:lnTo>
                      <a:pt x="1833" y="1526"/>
                    </a:lnTo>
                    <a:lnTo>
                      <a:pt x="2073" y="1499"/>
                    </a:lnTo>
                    <a:lnTo>
                      <a:pt x="2313" y="1466"/>
                    </a:lnTo>
                    <a:lnTo>
                      <a:pt x="2554" y="1427"/>
                    </a:lnTo>
                    <a:lnTo>
                      <a:pt x="2764" y="1387"/>
                    </a:lnTo>
                    <a:lnTo>
                      <a:pt x="2974" y="1334"/>
                    </a:lnTo>
                    <a:lnTo>
                      <a:pt x="2974" y="1334"/>
                    </a:lnTo>
                    <a:lnTo>
                      <a:pt x="3154" y="1288"/>
                    </a:lnTo>
                    <a:lnTo>
                      <a:pt x="3335" y="1222"/>
                    </a:lnTo>
                    <a:lnTo>
                      <a:pt x="3455" y="1143"/>
                    </a:lnTo>
                    <a:lnTo>
                      <a:pt x="3575" y="1057"/>
                    </a:lnTo>
                    <a:lnTo>
                      <a:pt x="3695" y="971"/>
                    </a:lnTo>
                    <a:lnTo>
                      <a:pt x="3755" y="872"/>
                    </a:lnTo>
                    <a:lnTo>
                      <a:pt x="3785" y="773"/>
                    </a:lnTo>
                    <a:lnTo>
                      <a:pt x="3815" y="674"/>
                    </a:lnTo>
                    <a:lnTo>
                      <a:pt x="3815" y="0"/>
                    </a:lnTo>
                    <a:lnTo>
                      <a:pt x="3815" y="0"/>
                    </a:lnTo>
                    <a:lnTo>
                      <a:pt x="1" y="0"/>
                    </a:lnTo>
                    <a:lnTo>
                      <a:pt x="1" y="158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84"/>
              <p:cNvSpPr/>
              <p:nvPr/>
            </p:nvSpPr>
            <p:spPr>
              <a:xfrm rot="10800000">
                <a:off x="4473082" y="3147481"/>
                <a:ext cx="99681" cy="99326"/>
              </a:xfrm>
              <a:custGeom>
                <a:avLst/>
                <a:gdLst/>
                <a:ahLst/>
                <a:cxnLst/>
                <a:rect l="l" t="t" r="r" b="b"/>
                <a:pathLst>
                  <a:path w="7450" h="1652" extrusionOk="0">
                    <a:moveTo>
                      <a:pt x="992" y="0"/>
                    </a:moveTo>
                    <a:lnTo>
                      <a:pt x="631" y="7"/>
                    </a:lnTo>
                    <a:lnTo>
                      <a:pt x="301" y="14"/>
                    </a:lnTo>
                    <a:lnTo>
                      <a:pt x="1" y="14"/>
                    </a:lnTo>
                    <a:lnTo>
                      <a:pt x="1" y="1579"/>
                    </a:lnTo>
                    <a:lnTo>
                      <a:pt x="1" y="1652"/>
                    </a:lnTo>
                    <a:lnTo>
                      <a:pt x="3905" y="1652"/>
                    </a:lnTo>
                    <a:lnTo>
                      <a:pt x="3905" y="1645"/>
                    </a:lnTo>
                    <a:lnTo>
                      <a:pt x="3935" y="1526"/>
                    </a:lnTo>
                    <a:lnTo>
                      <a:pt x="4025" y="1420"/>
                    </a:lnTo>
                    <a:lnTo>
                      <a:pt x="4115" y="1328"/>
                    </a:lnTo>
                    <a:lnTo>
                      <a:pt x="4266" y="1249"/>
                    </a:lnTo>
                    <a:lnTo>
                      <a:pt x="4416" y="1176"/>
                    </a:lnTo>
                    <a:lnTo>
                      <a:pt x="4596" y="1117"/>
                    </a:lnTo>
                    <a:lnTo>
                      <a:pt x="4806" y="1064"/>
                    </a:lnTo>
                    <a:lnTo>
                      <a:pt x="5017" y="1018"/>
                    </a:lnTo>
                    <a:lnTo>
                      <a:pt x="5257" y="985"/>
                    </a:lnTo>
                    <a:lnTo>
                      <a:pt x="5527" y="952"/>
                    </a:lnTo>
                    <a:lnTo>
                      <a:pt x="5767" y="925"/>
                    </a:lnTo>
                    <a:lnTo>
                      <a:pt x="6038" y="905"/>
                    </a:lnTo>
                    <a:lnTo>
                      <a:pt x="6578" y="879"/>
                    </a:lnTo>
                    <a:lnTo>
                      <a:pt x="7089" y="859"/>
                    </a:lnTo>
                    <a:lnTo>
                      <a:pt x="7449" y="852"/>
                    </a:lnTo>
                    <a:lnTo>
                      <a:pt x="7449" y="0"/>
                    </a:lnTo>
                    <a:close/>
                  </a:path>
                </a:pathLst>
              </a:custGeom>
              <a:solidFill>
                <a:srgbClr val="007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84"/>
              <p:cNvSpPr/>
              <p:nvPr/>
            </p:nvSpPr>
            <p:spPr>
              <a:xfrm rot="10800000">
                <a:off x="4473082" y="3147481"/>
                <a:ext cx="99681" cy="99326"/>
              </a:xfrm>
              <a:custGeom>
                <a:avLst/>
                <a:gdLst/>
                <a:ahLst/>
                <a:cxnLst/>
                <a:rect l="l" t="t" r="r" b="b"/>
                <a:pathLst>
                  <a:path w="7450" h="1652" fill="none" extrusionOk="0">
                    <a:moveTo>
                      <a:pt x="151" y="1652"/>
                    </a:moveTo>
                    <a:lnTo>
                      <a:pt x="151" y="1652"/>
                    </a:lnTo>
                    <a:lnTo>
                      <a:pt x="181" y="1652"/>
                    </a:lnTo>
                    <a:lnTo>
                      <a:pt x="3905" y="1652"/>
                    </a:lnTo>
                    <a:lnTo>
                      <a:pt x="3905" y="1652"/>
                    </a:lnTo>
                    <a:lnTo>
                      <a:pt x="3905" y="1645"/>
                    </a:lnTo>
                    <a:lnTo>
                      <a:pt x="3905" y="1645"/>
                    </a:lnTo>
                    <a:lnTo>
                      <a:pt x="3935" y="1526"/>
                    </a:lnTo>
                    <a:lnTo>
                      <a:pt x="4025" y="1420"/>
                    </a:lnTo>
                    <a:lnTo>
                      <a:pt x="4115" y="1328"/>
                    </a:lnTo>
                    <a:lnTo>
                      <a:pt x="4266" y="1249"/>
                    </a:lnTo>
                    <a:lnTo>
                      <a:pt x="4416" y="1176"/>
                    </a:lnTo>
                    <a:lnTo>
                      <a:pt x="4596" y="1117"/>
                    </a:lnTo>
                    <a:lnTo>
                      <a:pt x="4806" y="1064"/>
                    </a:lnTo>
                    <a:lnTo>
                      <a:pt x="5017" y="1018"/>
                    </a:lnTo>
                    <a:lnTo>
                      <a:pt x="5257" y="985"/>
                    </a:lnTo>
                    <a:lnTo>
                      <a:pt x="5527" y="952"/>
                    </a:lnTo>
                    <a:lnTo>
                      <a:pt x="5767" y="925"/>
                    </a:lnTo>
                    <a:lnTo>
                      <a:pt x="6038" y="905"/>
                    </a:lnTo>
                    <a:lnTo>
                      <a:pt x="6578" y="879"/>
                    </a:lnTo>
                    <a:lnTo>
                      <a:pt x="7089" y="859"/>
                    </a:lnTo>
                    <a:lnTo>
                      <a:pt x="7089" y="859"/>
                    </a:lnTo>
                    <a:lnTo>
                      <a:pt x="7449" y="852"/>
                    </a:lnTo>
                    <a:lnTo>
                      <a:pt x="7449" y="0"/>
                    </a:lnTo>
                    <a:lnTo>
                      <a:pt x="7449" y="0"/>
                    </a:lnTo>
                    <a:lnTo>
                      <a:pt x="5827" y="0"/>
                    </a:lnTo>
                    <a:lnTo>
                      <a:pt x="5827" y="0"/>
                    </a:lnTo>
                    <a:lnTo>
                      <a:pt x="2103" y="0"/>
                    </a:lnTo>
                    <a:lnTo>
                      <a:pt x="2103" y="0"/>
                    </a:lnTo>
                    <a:lnTo>
                      <a:pt x="992" y="0"/>
                    </a:lnTo>
                    <a:lnTo>
                      <a:pt x="992" y="0"/>
                    </a:lnTo>
                    <a:lnTo>
                      <a:pt x="631" y="7"/>
                    </a:lnTo>
                    <a:lnTo>
                      <a:pt x="301" y="14"/>
                    </a:lnTo>
                    <a:lnTo>
                      <a:pt x="301" y="14"/>
                    </a:lnTo>
                    <a:lnTo>
                      <a:pt x="1" y="14"/>
                    </a:lnTo>
                    <a:lnTo>
                      <a:pt x="1" y="1579"/>
                    </a:lnTo>
                    <a:lnTo>
                      <a:pt x="1" y="1579"/>
                    </a:lnTo>
                    <a:lnTo>
                      <a:pt x="1" y="1652"/>
                    </a:lnTo>
                    <a:lnTo>
                      <a:pt x="1" y="1652"/>
                    </a:lnTo>
                    <a:lnTo>
                      <a:pt x="151"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84"/>
              <p:cNvSpPr/>
              <p:nvPr/>
            </p:nvSpPr>
            <p:spPr>
              <a:xfrm rot="10800000">
                <a:off x="4473083" y="3147481"/>
                <a:ext cx="47432" cy="48100"/>
              </a:xfrm>
              <a:custGeom>
                <a:avLst/>
                <a:gdLst/>
                <a:ahLst/>
                <a:cxnLst/>
                <a:rect l="l" t="t" r="r" b="b"/>
                <a:pathLst>
                  <a:path w="3545" h="800" extrusionOk="0">
                    <a:moveTo>
                      <a:pt x="3544" y="0"/>
                    </a:moveTo>
                    <a:lnTo>
                      <a:pt x="3184" y="7"/>
                    </a:lnTo>
                    <a:lnTo>
                      <a:pt x="2673" y="27"/>
                    </a:lnTo>
                    <a:lnTo>
                      <a:pt x="2133" y="53"/>
                    </a:lnTo>
                    <a:lnTo>
                      <a:pt x="1862" y="73"/>
                    </a:lnTo>
                    <a:lnTo>
                      <a:pt x="1622" y="100"/>
                    </a:lnTo>
                    <a:lnTo>
                      <a:pt x="1352" y="133"/>
                    </a:lnTo>
                    <a:lnTo>
                      <a:pt x="1112" y="166"/>
                    </a:lnTo>
                    <a:lnTo>
                      <a:pt x="901" y="212"/>
                    </a:lnTo>
                    <a:lnTo>
                      <a:pt x="691" y="265"/>
                    </a:lnTo>
                    <a:lnTo>
                      <a:pt x="511" y="324"/>
                    </a:lnTo>
                    <a:lnTo>
                      <a:pt x="361" y="397"/>
                    </a:lnTo>
                    <a:lnTo>
                      <a:pt x="210" y="476"/>
                    </a:lnTo>
                    <a:lnTo>
                      <a:pt x="120" y="568"/>
                    </a:lnTo>
                    <a:lnTo>
                      <a:pt x="30" y="674"/>
                    </a:lnTo>
                    <a:lnTo>
                      <a:pt x="0" y="793"/>
                    </a:lnTo>
                    <a:lnTo>
                      <a:pt x="0" y="800"/>
                    </a:lnTo>
                    <a:lnTo>
                      <a:pt x="3544" y="800"/>
                    </a:lnTo>
                    <a:lnTo>
                      <a:pt x="3544" y="0"/>
                    </a:lnTo>
                    <a:close/>
                  </a:path>
                </a:pathLst>
              </a:custGeom>
              <a:solidFill>
                <a:srgbClr val="003C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84"/>
              <p:cNvSpPr/>
              <p:nvPr/>
            </p:nvSpPr>
            <p:spPr>
              <a:xfrm rot="10800000">
                <a:off x="4473083" y="3147481"/>
                <a:ext cx="47432" cy="48100"/>
              </a:xfrm>
              <a:custGeom>
                <a:avLst/>
                <a:gdLst/>
                <a:ahLst/>
                <a:cxnLst/>
                <a:rect l="l" t="t" r="r" b="b"/>
                <a:pathLst>
                  <a:path w="3545" h="800" fill="none" extrusionOk="0">
                    <a:moveTo>
                      <a:pt x="3544" y="800"/>
                    </a:moveTo>
                    <a:lnTo>
                      <a:pt x="3544" y="0"/>
                    </a:lnTo>
                    <a:lnTo>
                      <a:pt x="3544" y="0"/>
                    </a:lnTo>
                    <a:lnTo>
                      <a:pt x="3184" y="7"/>
                    </a:lnTo>
                    <a:lnTo>
                      <a:pt x="3184" y="7"/>
                    </a:lnTo>
                    <a:lnTo>
                      <a:pt x="2673" y="27"/>
                    </a:lnTo>
                    <a:lnTo>
                      <a:pt x="2133" y="53"/>
                    </a:lnTo>
                    <a:lnTo>
                      <a:pt x="1862" y="73"/>
                    </a:lnTo>
                    <a:lnTo>
                      <a:pt x="1622" y="100"/>
                    </a:lnTo>
                    <a:lnTo>
                      <a:pt x="1352" y="133"/>
                    </a:lnTo>
                    <a:lnTo>
                      <a:pt x="1112" y="166"/>
                    </a:lnTo>
                    <a:lnTo>
                      <a:pt x="901" y="212"/>
                    </a:lnTo>
                    <a:lnTo>
                      <a:pt x="691" y="265"/>
                    </a:lnTo>
                    <a:lnTo>
                      <a:pt x="511" y="324"/>
                    </a:lnTo>
                    <a:lnTo>
                      <a:pt x="361" y="397"/>
                    </a:lnTo>
                    <a:lnTo>
                      <a:pt x="210" y="476"/>
                    </a:lnTo>
                    <a:lnTo>
                      <a:pt x="120" y="568"/>
                    </a:lnTo>
                    <a:lnTo>
                      <a:pt x="30" y="674"/>
                    </a:lnTo>
                    <a:lnTo>
                      <a:pt x="0" y="793"/>
                    </a:lnTo>
                    <a:lnTo>
                      <a:pt x="0" y="793"/>
                    </a:lnTo>
                    <a:lnTo>
                      <a:pt x="0" y="800"/>
                    </a:lnTo>
                    <a:lnTo>
                      <a:pt x="871" y="800"/>
                    </a:lnTo>
                    <a:lnTo>
                      <a:pt x="3544" y="80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84"/>
              <p:cNvSpPr/>
              <p:nvPr/>
            </p:nvSpPr>
            <p:spPr>
              <a:xfrm rot="10800000">
                <a:off x="4559490" y="3245966"/>
                <a:ext cx="13273" cy="842"/>
              </a:xfrm>
              <a:custGeom>
                <a:avLst/>
                <a:gdLst/>
                <a:ahLst/>
                <a:cxnLst/>
                <a:rect l="l" t="t" r="r" b="b"/>
                <a:pathLst>
                  <a:path w="992" h="14" extrusionOk="0">
                    <a:moveTo>
                      <a:pt x="1" y="0"/>
                    </a:moveTo>
                    <a:lnTo>
                      <a:pt x="1" y="14"/>
                    </a:lnTo>
                    <a:lnTo>
                      <a:pt x="301" y="14"/>
                    </a:lnTo>
                    <a:lnTo>
                      <a:pt x="631" y="7"/>
                    </a:lnTo>
                    <a:lnTo>
                      <a:pt x="992" y="0"/>
                    </a:lnTo>
                    <a:close/>
                  </a:path>
                </a:pathLst>
              </a:custGeom>
              <a:solidFill>
                <a:srgbClr val="001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84"/>
              <p:cNvSpPr/>
              <p:nvPr/>
            </p:nvSpPr>
            <p:spPr>
              <a:xfrm rot="10800000">
                <a:off x="4559490" y="3245966"/>
                <a:ext cx="13273" cy="842"/>
              </a:xfrm>
              <a:custGeom>
                <a:avLst/>
                <a:gdLst/>
                <a:ahLst/>
                <a:cxnLst/>
                <a:rect l="l" t="t" r="r" b="b"/>
                <a:pathLst>
                  <a:path w="992" h="14" fill="none" extrusionOk="0">
                    <a:moveTo>
                      <a:pt x="301" y="14"/>
                    </a:moveTo>
                    <a:lnTo>
                      <a:pt x="301" y="14"/>
                    </a:lnTo>
                    <a:lnTo>
                      <a:pt x="631" y="7"/>
                    </a:lnTo>
                    <a:lnTo>
                      <a:pt x="992" y="0"/>
                    </a:lnTo>
                    <a:lnTo>
                      <a:pt x="992" y="0"/>
                    </a:lnTo>
                    <a:lnTo>
                      <a:pt x="211" y="0"/>
                    </a:lnTo>
                    <a:lnTo>
                      <a:pt x="211" y="0"/>
                    </a:lnTo>
                    <a:lnTo>
                      <a:pt x="1" y="0"/>
                    </a:lnTo>
                    <a:lnTo>
                      <a:pt x="1" y="14"/>
                    </a:lnTo>
                    <a:lnTo>
                      <a:pt x="1" y="14"/>
                    </a:lnTo>
                    <a:lnTo>
                      <a:pt x="301" y="1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84"/>
              <p:cNvSpPr/>
              <p:nvPr/>
            </p:nvSpPr>
            <p:spPr>
              <a:xfrm rot="10800000">
                <a:off x="4472681" y="3047373"/>
                <a:ext cx="100082" cy="46537"/>
              </a:xfrm>
              <a:custGeom>
                <a:avLst/>
                <a:gdLst/>
                <a:ahLst/>
                <a:cxnLst/>
                <a:rect l="l" t="t" r="r" b="b"/>
                <a:pathLst>
                  <a:path w="7480" h="774" extrusionOk="0">
                    <a:moveTo>
                      <a:pt x="1" y="0"/>
                    </a:moveTo>
                    <a:lnTo>
                      <a:pt x="61" y="93"/>
                    </a:lnTo>
                    <a:lnTo>
                      <a:pt x="121" y="179"/>
                    </a:lnTo>
                    <a:lnTo>
                      <a:pt x="241" y="265"/>
                    </a:lnTo>
                    <a:lnTo>
                      <a:pt x="361" y="344"/>
                    </a:lnTo>
                    <a:lnTo>
                      <a:pt x="511" y="417"/>
                    </a:lnTo>
                    <a:lnTo>
                      <a:pt x="692" y="483"/>
                    </a:lnTo>
                    <a:lnTo>
                      <a:pt x="872" y="542"/>
                    </a:lnTo>
                    <a:lnTo>
                      <a:pt x="1082" y="588"/>
                    </a:lnTo>
                    <a:lnTo>
                      <a:pt x="1262" y="628"/>
                    </a:lnTo>
                    <a:lnTo>
                      <a:pt x="1472" y="661"/>
                    </a:lnTo>
                    <a:lnTo>
                      <a:pt x="1683" y="687"/>
                    </a:lnTo>
                    <a:lnTo>
                      <a:pt x="1893" y="714"/>
                    </a:lnTo>
                    <a:lnTo>
                      <a:pt x="2343" y="747"/>
                    </a:lnTo>
                    <a:lnTo>
                      <a:pt x="2794" y="773"/>
                    </a:lnTo>
                    <a:lnTo>
                      <a:pt x="4055" y="773"/>
                    </a:lnTo>
                    <a:lnTo>
                      <a:pt x="4386" y="760"/>
                    </a:lnTo>
                    <a:lnTo>
                      <a:pt x="4746" y="740"/>
                    </a:lnTo>
                    <a:lnTo>
                      <a:pt x="5077" y="714"/>
                    </a:lnTo>
                    <a:lnTo>
                      <a:pt x="5377" y="687"/>
                    </a:lnTo>
                    <a:lnTo>
                      <a:pt x="5677" y="654"/>
                    </a:lnTo>
                    <a:lnTo>
                      <a:pt x="5978" y="615"/>
                    </a:lnTo>
                    <a:lnTo>
                      <a:pt x="6248" y="568"/>
                    </a:lnTo>
                    <a:lnTo>
                      <a:pt x="6518" y="529"/>
                    </a:lnTo>
                    <a:lnTo>
                      <a:pt x="6729" y="476"/>
                    </a:lnTo>
                    <a:lnTo>
                      <a:pt x="6939" y="423"/>
                    </a:lnTo>
                    <a:lnTo>
                      <a:pt x="7089" y="364"/>
                    </a:lnTo>
                    <a:lnTo>
                      <a:pt x="7239" y="298"/>
                    </a:lnTo>
                    <a:lnTo>
                      <a:pt x="7359" y="225"/>
                    </a:lnTo>
                    <a:lnTo>
                      <a:pt x="7419" y="152"/>
                    </a:lnTo>
                    <a:lnTo>
                      <a:pt x="7479" y="73"/>
                    </a:lnTo>
                    <a:lnTo>
                      <a:pt x="7479" y="0"/>
                    </a:lnTo>
                    <a:close/>
                  </a:path>
                </a:pathLst>
              </a:custGeom>
              <a:solidFill>
                <a:srgbClr val="0BA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84"/>
              <p:cNvSpPr/>
              <p:nvPr/>
            </p:nvSpPr>
            <p:spPr>
              <a:xfrm rot="10800000">
                <a:off x="4472681" y="3047373"/>
                <a:ext cx="100082" cy="46537"/>
              </a:xfrm>
              <a:custGeom>
                <a:avLst/>
                <a:gdLst/>
                <a:ahLst/>
                <a:cxnLst/>
                <a:rect l="l" t="t" r="r" b="b"/>
                <a:pathLst>
                  <a:path w="7480" h="774" fill="none" extrusionOk="0">
                    <a:moveTo>
                      <a:pt x="4055" y="773"/>
                    </a:moveTo>
                    <a:lnTo>
                      <a:pt x="4055" y="773"/>
                    </a:lnTo>
                    <a:lnTo>
                      <a:pt x="4386" y="760"/>
                    </a:lnTo>
                    <a:lnTo>
                      <a:pt x="4746" y="740"/>
                    </a:lnTo>
                    <a:lnTo>
                      <a:pt x="5077" y="714"/>
                    </a:lnTo>
                    <a:lnTo>
                      <a:pt x="5377" y="687"/>
                    </a:lnTo>
                    <a:lnTo>
                      <a:pt x="5677" y="654"/>
                    </a:lnTo>
                    <a:lnTo>
                      <a:pt x="5978" y="615"/>
                    </a:lnTo>
                    <a:lnTo>
                      <a:pt x="6248" y="568"/>
                    </a:lnTo>
                    <a:lnTo>
                      <a:pt x="6518" y="529"/>
                    </a:lnTo>
                    <a:lnTo>
                      <a:pt x="6518" y="529"/>
                    </a:lnTo>
                    <a:lnTo>
                      <a:pt x="6729" y="476"/>
                    </a:lnTo>
                    <a:lnTo>
                      <a:pt x="6939" y="423"/>
                    </a:lnTo>
                    <a:lnTo>
                      <a:pt x="7089" y="364"/>
                    </a:lnTo>
                    <a:lnTo>
                      <a:pt x="7239" y="298"/>
                    </a:lnTo>
                    <a:lnTo>
                      <a:pt x="7359" y="225"/>
                    </a:lnTo>
                    <a:lnTo>
                      <a:pt x="7419" y="152"/>
                    </a:lnTo>
                    <a:lnTo>
                      <a:pt x="7479" y="73"/>
                    </a:lnTo>
                    <a:lnTo>
                      <a:pt x="7479" y="0"/>
                    </a:lnTo>
                    <a:lnTo>
                      <a:pt x="7479" y="0"/>
                    </a:lnTo>
                    <a:lnTo>
                      <a:pt x="3365" y="0"/>
                    </a:lnTo>
                    <a:lnTo>
                      <a:pt x="3365" y="0"/>
                    </a:lnTo>
                    <a:lnTo>
                      <a:pt x="1" y="0"/>
                    </a:lnTo>
                    <a:lnTo>
                      <a:pt x="1" y="0"/>
                    </a:lnTo>
                    <a:lnTo>
                      <a:pt x="61" y="93"/>
                    </a:lnTo>
                    <a:lnTo>
                      <a:pt x="121" y="179"/>
                    </a:lnTo>
                    <a:lnTo>
                      <a:pt x="241" y="265"/>
                    </a:lnTo>
                    <a:lnTo>
                      <a:pt x="361" y="344"/>
                    </a:lnTo>
                    <a:lnTo>
                      <a:pt x="511" y="417"/>
                    </a:lnTo>
                    <a:lnTo>
                      <a:pt x="692" y="483"/>
                    </a:lnTo>
                    <a:lnTo>
                      <a:pt x="872" y="542"/>
                    </a:lnTo>
                    <a:lnTo>
                      <a:pt x="1082" y="588"/>
                    </a:lnTo>
                    <a:lnTo>
                      <a:pt x="1082" y="588"/>
                    </a:lnTo>
                    <a:lnTo>
                      <a:pt x="1262" y="628"/>
                    </a:lnTo>
                    <a:lnTo>
                      <a:pt x="1472" y="661"/>
                    </a:lnTo>
                    <a:lnTo>
                      <a:pt x="1683" y="687"/>
                    </a:lnTo>
                    <a:lnTo>
                      <a:pt x="1893" y="714"/>
                    </a:lnTo>
                    <a:lnTo>
                      <a:pt x="2343" y="747"/>
                    </a:lnTo>
                    <a:lnTo>
                      <a:pt x="2794" y="773"/>
                    </a:lnTo>
                    <a:lnTo>
                      <a:pt x="2794" y="773"/>
                    </a:lnTo>
                    <a:lnTo>
                      <a:pt x="4055" y="77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84"/>
              <p:cNvSpPr/>
              <p:nvPr/>
            </p:nvSpPr>
            <p:spPr>
              <a:xfrm rot="10800000">
                <a:off x="4518495" y="3046592"/>
                <a:ext cx="16899" cy="842"/>
              </a:xfrm>
              <a:custGeom>
                <a:avLst/>
                <a:gdLst/>
                <a:ahLst/>
                <a:cxnLst/>
                <a:rect l="l" t="t" r="r" b="b"/>
                <a:pathLst>
                  <a:path w="1263" h="14" extrusionOk="0">
                    <a:moveTo>
                      <a:pt x="1" y="0"/>
                    </a:moveTo>
                    <a:lnTo>
                      <a:pt x="331" y="7"/>
                    </a:lnTo>
                    <a:lnTo>
                      <a:pt x="632" y="13"/>
                    </a:lnTo>
                    <a:lnTo>
                      <a:pt x="962" y="7"/>
                    </a:lnTo>
                    <a:lnTo>
                      <a:pt x="1262" y="0"/>
                    </a:lnTo>
                    <a:close/>
                  </a:path>
                </a:pathLst>
              </a:custGeom>
              <a:solidFill>
                <a:srgbClr val="007F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84"/>
              <p:cNvSpPr/>
              <p:nvPr/>
            </p:nvSpPr>
            <p:spPr>
              <a:xfrm rot="10800000">
                <a:off x="4518495" y="3046592"/>
                <a:ext cx="16899" cy="842"/>
              </a:xfrm>
              <a:custGeom>
                <a:avLst/>
                <a:gdLst/>
                <a:ahLst/>
                <a:cxnLst/>
                <a:rect l="l" t="t" r="r" b="b"/>
                <a:pathLst>
                  <a:path w="1263" h="14" fill="none" extrusionOk="0">
                    <a:moveTo>
                      <a:pt x="632" y="13"/>
                    </a:moveTo>
                    <a:lnTo>
                      <a:pt x="632" y="13"/>
                    </a:lnTo>
                    <a:lnTo>
                      <a:pt x="962" y="7"/>
                    </a:lnTo>
                    <a:lnTo>
                      <a:pt x="1262" y="0"/>
                    </a:lnTo>
                    <a:lnTo>
                      <a:pt x="1262" y="0"/>
                    </a:lnTo>
                    <a:lnTo>
                      <a:pt x="1" y="0"/>
                    </a:lnTo>
                    <a:lnTo>
                      <a:pt x="1" y="0"/>
                    </a:lnTo>
                    <a:lnTo>
                      <a:pt x="331" y="7"/>
                    </a:lnTo>
                    <a:lnTo>
                      <a:pt x="632" y="1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84"/>
              <p:cNvSpPr/>
              <p:nvPr/>
            </p:nvSpPr>
            <p:spPr>
              <a:xfrm rot="10800000">
                <a:off x="4473082" y="2795210"/>
                <a:ext cx="101287" cy="100108"/>
              </a:xfrm>
              <a:custGeom>
                <a:avLst/>
                <a:gdLst/>
                <a:ahLst/>
                <a:cxnLst/>
                <a:rect l="l" t="t" r="r" b="b"/>
                <a:pathLst>
                  <a:path w="7570" h="1665" extrusionOk="0">
                    <a:moveTo>
                      <a:pt x="1" y="0"/>
                    </a:moveTo>
                    <a:lnTo>
                      <a:pt x="1" y="687"/>
                    </a:lnTo>
                    <a:lnTo>
                      <a:pt x="1" y="707"/>
                    </a:lnTo>
                    <a:lnTo>
                      <a:pt x="1" y="1665"/>
                    </a:lnTo>
                    <a:lnTo>
                      <a:pt x="7569" y="1665"/>
                    </a:lnTo>
                    <a:lnTo>
                      <a:pt x="7569" y="978"/>
                    </a:lnTo>
                    <a:lnTo>
                      <a:pt x="7569" y="898"/>
                    </a:lnTo>
                    <a:lnTo>
                      <a:pt x="7569" y="20"/>
                    </a:lnTo>
                    <a:lnTo>
                      <a:pt x="7569" y="0"/>
                    </a:lnTo>
                    <a:close/>
                  </a:path>
                </a:pathLst>
              </a:custGeom>
              <a:solidFill>
                <a:srgbClr val="FFCA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84"/>
              <p:cNvSpPr/>
              <p:nvPr/>
            </p:nvSpPr>
            <p:spPr>
              <a:xfrm rot="10800000">
                <a:off x="4473082" y="2795210"/>
                <a:ext cx="101287" cy="100108"/>
              </a:xfrm>
              <a:custGeom>
                <a:avLst/>
                <a:gdLst/>
                <a:ahLst/>
                <a:cxnLst/>
                <a:rect l="l" t="t" r="r" b="b"/>
                <a:pathLst>
                  <a:path w="7570" h="1665" fill="none" extrusionOk="0">
                    <a:moveTo>
                      <a:pt x="1" y="1665"/>
                    </a:moveTo>
                    <a:lnTo>
                      <a:pt x="1" y="1665"/>
                    </a:lnTo>
                    <a:lnTo>
                      <a:pt x="7569" y="1665"/>
                    </a:lnTo>
                    <a:lnTo>
                      <a:pt x="7569" y="978"/>
                    </a:lnTo>
                    <a:lnTo>
                      <a:pt x="7569" y="978"/>
                    </a:lnTo>
                    <a:lnTo>
                      <a:pt x="7569" y="898"/>
                    </a:lnTo>
                    <a:lnTo>
                      <a:pt x="7569" y="20"/>
                    </a:lnTo>
                    <a:lnTo>
                      <a:pt x="7569" y="20"/>
                    </a:lnTo>
                    <a:lnTo>
                      <a:pt x="7569" y="0"/>
                    </a:lnTo>
                    <a:lnTo>
                      <a:pt x="7569" y="0"/>
                    </a:lnTo>
                    <a:lnTo>
                      <a:pt x="3575" y="0"/>
                    </a:lnTo>
                    <a:lnTo>
                      <a:pt x="3575" y="0"/>
                    </a:lnTo>
                    <a:lnTo>
                      <a:pt x="1" y="0"/>
                    </a:lnTo>
                    <a:lnTo>
                      <a:pt x="1" y="687"/>
                    </a:lnTo>
                    <a:lnTo>
                      <a:pt x="1" y="687"/>
                    </a:lnTo>
                    <a:lnTo>
                      <a:pt x="1" y="707"/>
                    </a:lnTo>
                    <a:lnTo>
                      <a:pt x="1" y="16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84"/>
              <p:cNvSpPr/>
              <p:nvPr/>
            </p:nvSpPr>
            <p:spPr>
              <a:xfrm rot="10800000">
                <a:off x="4473082" y="2695943"/>
                <a:ext cx="101688" cy="99326"/>
              </a:xfrm>
              <a:custGeom>
                <a:avLst/>
                <a:gdLst/>
                <a:ahLst/>
                <a:cxnLst/>
                <a:rect l="l" t="t" r="r" b="b"/>
                <a:pathLst>
                  <a:path w="7600" h="1652" extrusionOk="0">
                    <a:moveTo>
                      <a:pt x="31" y="1"/>
                    </a:moveTo>
                    <a:lnTo>
                      <a:pt x="31" y="1526"/>
                    </a:lnTo>
                    <a:lnTo>
                      <a:pt x="1" y="1652"/>
                    </a:lnTo>
                    <a:lnTo>
                      <a:pt x="7569" y="1652"/>
                    </a:lnTo>
                    <a:lnTo>
                      <a:pt x="7599" y="1500"/>
                    </a:lnTo>
                    <a:lnTo>
                      <a:pt x="7599" y="1011"/>
                    </a:lnTo>
                    <a:lnTo>
                      <a:pt x="7599" y="945"/>
                    </a:lnTo>
                    <a:lnTo>
                      <a:pt x="7599" y="873"/>
                    </a:lnTo>
                    <a:lnTo>
                      <a:pt x="7569" y="793"/>
                    </a:lnTo>
                    <a:lnTo>
                      <a:pt x="7599" y="714"/>
                    </a:lnTo>
                    <a:lnTo>
                      <a:pt x="7599" y="1"/>
                    </a:lnTo>
                    <a:close/>
                  </a:path>
                </a:pathLst>
              </a:custGeom>
              <a:solidFill>
                <a:srgbClr val="FFAF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84"/>
              <p:cNvSpPr/>
              <p:nvPr/>
            </p:nvSpPr>
            <p:spPr>
              <a:xfrm rot="10800000">
                <a:off x="4473082" y="2695943"/>
                <a:ext cx="101688" cy="99326"/>
              </a:xfrm>
              <a:custGeom>
                <a:avLst/>
                <a:gdLst/>
                <a:ahLst/>
                <a:cxnLst/>
                <a:rect l="l" t="t" r="r" b="b"/>
                <a:pathLst>
                  <a:path w="7600" h="1652" fill="none" extrusionOk="0">
                    <a:moveTo>
                      <a:pt x="7569" y="1652"/>
                    </a:moveTo>
                    <a:lnTo>
                      <a:pt x="7569" y="1652"/>
                    </a:lnTo>
                    <a:lnTo>
                      <a:pt x="7599" y="1500"/>
                    </a:lnTo>
                    <a:lnTo>
                      <a:pt x="7599" y="1011"/>
                    </a:lnTo>
                    <a:lnTo>
                      <a:pt x="7599" y="1011"/>
                    </a:lnTo>
                    <a:lnTo>
                      <a:pt x="7599" y="945"/>
                    </a:lnTo>
                    <a:lnTo>
                      <a:pt x="7599" y="873"/>
                    </a:lnTo>
                    <a:lnTo>
                      <a:pt x="7599" y="873"/>
                    </a:lnTo>
                    <a:lnTo>
                      <a:pt x="7569" y="793"/>
                    </a:lnTo>
                    <a:lnTo>
                      <a:pt x="7599" y="714"/>
                    </a:lnTo>
                    <a:lnTo>
                      <a:pt x="7599" y="1"/>
                    </a:lnTo>
                    <a:lnTo>
                      <a:pt x="7599" y="1"/>
                    </a:lnTo>
                    <a:lnTo>
                      <a:pt x="31" y="1"/>
                    </a:lnTo>
                    <a:lnTo>
                      <a:pt x="31" y="1526"/>
                    </a:lnTo>
                    <a:lnTo>
                      <a:pt x="31" y="1526"/>
                    </a:lnTo>
                    <a:lnTo>
                      <a:pt x="1" y="1652"/>
                    </a:lnTo>
                    <a:lnTo>
                      <a:pt x="1" y="1652"/>
                    </a:lnTo>
                    <a:lnTo>
                      <a:pt x="7569"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84"/>
              <p:cNvSpPr/>
              <p:nvPr/>
            </p:nvSpPr>
            <p:spPr>
              <a:xfrm rot="10800000">
                <a:off x="4473483" y="2649046"/>
                <a:ext cx="101287" cy="46958"/>
              </a:xfrm>
              <a:custGeom>
                <a:avLst/>
                <a:gdLst/>
                <a:ahLst/>
                <a:cxnLst/>
                <a:rect l="l" t="t" r="r" b="b"/>
                <a:pathLst>
                  <a:path w="7570" h="781" extrusionOk="0">
                    <a:moveTo>
                      <a:pt x="1" y="1"/>
                    </a:moveTo>
                    <a:lnTo>
                      <a:pt x="31" y="93"/>
                    </a:lnTo>
                    <a:lnTo>
                      <a:pt x="121" y="186"/>
                    </a:lnTo>
                    <a:lnTo>
                      <a:pt x="211" y="272"/>
                    </a:lnTo>
                    <a:lnTo>
                      <a:pt x="391" y="358"/>
                    </a:lnTo>
                    <a:lnTo>
                      <a:pt x="601" y="430"/>
                    </a:lnTo>
                    <a:lnTo>
                      <a:pt x="842" y="503"/>
                    </a:lnTo>
                    <a:lnTo>
                      <a:pt x="1142" y="562"/>
                    </a:lnTo>
                    <a:lnTo>
                      <a:pt x="1472" y="609"/>
                    </a:lnTo>
                    <a:lnTo>
                      <a:pt x="1833" y="648"/>
                    </a:lnTo>
                    <a:lnTo>
                      <a:pt x="2163" y="688"/>
                    </a:lnTo>
                    <a:lnTo>
                      <a:pt x="2523" y="714"/>
                    </a:lnTo>
                    <a:lnTo>
                      <a:pt x="2854" y="734"/>
                    </a:lnTo>
                    <a:lnTo>
                      <a:pt x="3154" y="754"/>
                    </a:lnTo>
                    <a:lnTo>
                      <a:pt x="3485" y="767"/>
                    </a:lnTo>
                    <a:lnTo>
                      <a:pt x="3785" y="774"/>
                    </a:lnTo>
                    <a:lnTo>
                      <a:pt x="4115" y="780"/>
                    </a:lnTo>
                    <a:lnTo>
                      <a:pt x="4506" y="774"/>
                    </a:lnTo>
                    <a:lnTo>
                      <a:pt x="4866" y="761"/>
                    </a:lnTo>
                    <a:lnTo>
                      <a:pt x="5227" y="741"/>
                    </a:lnTo>
                    <a:lnTo>
                      <a:pt x="5587" y="708"/>
                    </a:lnTo>
                    <a:lnTo>
                      <a:pt x="5917" y="675"/>
                    </a:lnTo>
                    <a:lnTo>
                      <a:pt x="6218" y="628"/>
                    </a:lnTo>
                    <a:lnTo>
                      <a:pt x="6518" y="576"/>
                    </a:lnTo>
                    <a:lnTo>
                      <a:pt x="6788" y="516"/>
                    </a:lnTo>
                    <a:lnTo>
                      <a:pt x="6939" y="477"/>
                    </a:lnTo>
                    <a:lnTo>
                      <a:pt x="7059" y="424"/>
                    </a:lnTo>
                    <a:lnTo>
                      <a:pt x="7179" y="364"/>
                    </a:lnTo>
                    <a:lnTo>
                      <a:pt x="7299" y="305"/>
                    </a:lnTo>
                    <a:lnTo>
                      <a:pt x="7389" y="232"/>
                    </a:lnTo>
                    <a:lnTo>
                      <a:pt x="7479" y="159"/>
                    </a:lnTo>
                    <a:lnTo>
                      <a:pt x="7539" y="80"/>
                    </a:lnTo>
                    <a:lnTo>
                      <a:pt x="7569" y="1"/>
                    </a:lnTo>
                    <a:close/>
                  </a:path>
                </a:pathLst>
              </a:custGeom>
              <a:solidFill>
                <a:srgbClr val="B9A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84"/>
              <p:cNvSpPr/>
              <p:nvPr/>
            </p:nvSpPr>
            <p:spPr>
              <a:xfrm rot="10800000">
                <a:off x="4473483" y="2649046"/>
                <a:ext cx="101287" cy="46958"/>
              </a:xfrm>
              <a:custGeom>
                <a:avLst/>
                <a:gdLst/>
                <a:ahLst/>
                <a:cxnLst/>
                <a:rect l="l" t="t" r="r" b="b"/>
                <a:pathLst>
                  <a:path w="7570" h="781" fill="none" extrusionOk="0">
                    <a:moveTo>
                      <a:pt x="4115" y="780"/>
                    </a:moveTo>
                    <a:lnTo>
                      <a:pt x="4115" y="780"/>
                    </a:lnTo>
                    <a:lnTo>
                      <a:pt x="4506" y="774"/>
                    </a:lnTo>
                    <a:lnTo>
                      <a:pt x="4866" y="761"/>
                    </a:lnTo>
                    <a:lnTo>
                      <a:pt x="5227" y="741"/>
                    </a:lnTo>
                    <a:lnTo>
                      <a:pt x="5587" y="708"/>
                    </a:lnTo>
                    <a:lnTo>
                      <a:pt x="5917" y="675"/>
                    </a:lnTo>
                    <a:lnTo>
                      <a:pt x="6218" y="628"/>
                    </a:lnTo>
                    <a:lnTo>
                      <a:pt x="6518" y="576"/>
                    </a:lnTo>
                    <a:lnTo>
                      <a:pt x="6788" y="516"/>
                    </a:lnTo>
                    <a:lnTo>
                      <a:pt x="6788" y="516"/>
                    </a:lnTo>
                    <a:lnTo>
                      <a:pt x="6939" y="477"/>
                    </a:lnTo>
                    <a:lnTo>
                      <a:pt x="7059" y="424"/>
                    </a:lnTo>
                    <a:lnTo>
                      <a:pt x="7179" y="364"/>
                    </a:lnTo>
                    <a:lnTo>
                      <a:pt x="7299" y="305"/>
                    </a:lnTo>
                    <a:lnTo>
                      <a:pt x="7389" y="232"/>
                    </a:lnTo>
                    <a:lnTo>
                      <a:pt x="7479" y="159"/>
                    </a:lnTo>
                    <a:lnTo>
                      <a:pt x="7539" y="80"/>
                    </a:lnTo>
                    <a:lnTo>
                      <a:pt x="7569" y="1"/>
                    </a:lnTo>
                    <a:lnTo>
                      <a:pt x="1" y="1"/>
                    </a:lnTo>
                    <a:lnTo>
                      <a:pt x="1" y="1"/>
                    </a:lnTo>
                    <a:lnTo>
                      <a:pt x="31" y="93"/>
                    </a:lnTo>
                    <a:lnTo>
                      <a:pt x="121" y="186"/>
                    </a:lnTo>
                    <a:lnTo>
                      <a:pt x="211" y="272"/>
                    </a:lnTo>
                    <a:lnTo>
                      <a:pt x="391" y="358"/>
                    </a:lnTo>
                    <a:lnTo>
                      <a:pt x="601" y="430"/>
                    </a:lnTo>
                    <a:lnTo>
                      <a:pt x="842" y="503"/>
                    </a:lnTo>
                    <a:lnTo>
                      <a:pt x="1142" y="562"/>
                    </a:lnTo>
                    <a:lnTo>
                      <a:pt x="1472" y="609"/>
                    </a:lnTo>
                    <a:lnTo>
                      <a:pt x="1472" y="609"/>
                    </a:lnTo>
                    <a:lnTo>
                      <a:pt x="1833" y="648"/>
                    </a:lnTo>
                    <a:lnTo>
                      <a:pt x="2163" y="688"/>
                    </a:lnTo>
                    <a:lnTo>
                      <a:pt x="2523" y="714"/>
                    </a:lnTo>
                    <a:lnTo>
                      <a:pt x="2854" y="734"/>
                    </a:lnTo>
                    <a:lnTo>
                      <a:pt x="3154" y="754"/>
                    </a:lnTo>
                    <a:lnTo>
                      <a:pt x="3485" y="767"/>
                    </a:lnTo>
                    <a:lnTo>
                      <a:pt x="3785" y="774"/>
                    </a:lnTo>
                    <a:lnTo>
                      <a:pt x="4115" y="78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84"/>
              <p:cNvSpPr/>
              <p:nvPr/>
            </p:nvSpPr>
            <p:spPr>
              <a:xfrm rot="10800000">
                <a:off x="4473483" y="2695944"/>
                <a:ext cx="101287" cy="60"/>
              </a:xfrm>
              <a:custGeom>
                <a:avLst/>
                <a:gdLst/>
                <a:ahLst/>
                <a:cxnLst/>
                <a:rect l="l" t="t" r="r" b="b"/>
                <a:pathLst>
                  <a:path w="7570" h="1" extrusionOk="0">
                    <a:moveTo>
                      <a:pt x="1" y="1"/>
                    </a:moveTo>
                    <a:lnTo>
                      <a:pt x="7569" y="1"/>
                    </a:lnTo>
                    <a:lnTo>
                      <a:pt x="7569" y="1"/>
                    </a:lnTo>
                    <a:lnTo>
                      <a:pt x="7569" y="1"/>
                    </a:lnTo>
                    <a:lnTo>
                      <a:pt x="7569" y="1"/>
                    </a:lnTo>
                    <a:lnTo>
                      <a:pt x="1" y="1"/>
                    </a:lnTo>
                    <a:lnTo>
                      <a:pt x="1" y="1"/>
                    </a:lnTo>
                    <a:lnTo>
                      <a:pt x="1" y="1"/>
                    </a:lnTo>
                    <a:close/>
                  </a:path>
                </a:pathLst>
              </a:custGeom>
              <a:solidFill>
                <a:srgbClr val="B99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84"/>
              <p:cNvSpPr/>
              <p:nvPr/>
            </p:nvSpPr>
            <p:spPr>
              <a:xfrm rot="10800000">
                <a:off x="4473483" y="2695944"/>
                <a:ext cx="101287" cy="60"/>
              </a:xfrm>
              <a:custGeom>
                <a:avLst/>
                <a:gdLst/>
                <a:ahLst/>
                <a:cxnLst/>
                <a:rect l="l" t="t" r="r" b="b"/>
                <a:pathLst>
                  <a:path w="7570" h="1" fill="none" extrusionOk="0">
                    <a:moveTo>
                      <a:pt x="1" y="1"/>
                    </a:moveTo>
                    <a:lnTo>
                      <a:pt x="7569" y="1"/>
                    </a:lnTo>
                    <a:lnTo>
                      <a:pt x="7569" y="1"/>
                    </a:lnTo>
                    <a:lnTo>
                      <a:pt x="7569" y="1"/>
                    </a:lnTo>
                    <a:lnTo>
                      <a:pt x="7569" y="1"/>
                    </a:lnTo>
                    <a:lnTo>
                      <a:pt x="1" y="1"/>
                    </a:lnTo>
                    <a:lnTo>
                      <a:pt x="1"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84"/>
              <p:cNvSpPr/>
              <p:nvPr/>
            </p:nvSpPr>
            <p:spPr>
              <a:xfrm rot="10800000">
                <a:off x="4473082" y="2895257"/>
                <a:ext cx="101287" cy="52910"/>
              </a:xfrm>
              <a:custGeom>
                <a:avLst/>
                <a:gdLst/>
                <a:ahLst/>
                <a:cxnLst/>
                <a:rect l="l" t="t" r="r" b="b"/>
                <a:pathLst>
                  <a:path w="7570" h="880" extrusionOk="0">
                    <a:moveTo>
                      <a:pt x="3455" y="1"/>
                    </a:moveTo>
                    <a:lnTo>
                      <a:pt x="3154" y="7"/>
                    </a:lnTo>
                    <a:lnTo>
                      <a:pt x="2824" y="14"/>
                    </a:lnTo>
                    <a:lnTo>
                      <a:pt x="2524" y="27"/>
                    </a:lnTo>
                    <a:lnTo>
                      <a:pt x="2223" y="47"/>
                    </a:lnTo>
                    <a:lnTo>
                      <a:pt x="1923" y="80"/>
                    </a:lnTo>
                    <a:lnTo>
                      <a:pt x="1622" y="113"/>
                    </a:lnTo>
                    <a:lnTo>
                      <a:pt x="1352" y="152"/>
                    </a:lnTo>
                    <a:lnTo>
                      <a:pt x="1082" y="199"/>
                    </a:lnTo>
                    <a:lnTo>
                      <a:pt x="902" y="245"/>
                    </a:lnTo>
                    <a:lnTo>
                      <a:pt x="721" y="304"/>
                    </a:lnTo>
                    <a:lnTo>
                      <a:pt x="541" y="370"/>
                    </a:lnTo>
                    <a:lnTo>
                      <a:pt x="391" y="443"/>
                    </a:lnTo>
                    <a:lnTo>
                      <a:pt x="241" y="522"/>
                    </a:lnTo>
                    <a:lnTo>
                      <a:pt x="121" y="608"/>
                    </a:lnTo>
                    <a:lnTo>
                      <a:pt x="31" y="694"/>
                    </a:lnTo>
                    <a:lnTo>
                      <a:pt x="1" y="787"/>
                    </a:lnTo>
                    <a:lnTo>
                      <a:pt x="1" y="879"/>
                    </a:lnTo>
                    <a:lnTo>
                      <a:pt x="7569" y="879"/>
                    </a:lnTo>
                    <a:lnTo>
                      <a:pt x="7569" y="793"/>
                    </a:lnTo>
                    <a:lnTo>
                      <a:pt x="7509" y="701"/>
                    </a:lnTo>
                    <a:lnTo>
                      <a:pt x="7449" y="615"/>
                    </a:lnTo>
                    <a:lnTo>
                      <a:pt x="7359" y="529"/>
                    </a:lnTo>
                    <a:lnTo>
                      <a:pt x="7209" y="456"/>
                    </a:lnTo>
                    <a:lnTo>
                      <a:pt x="7059" y="384"/>
                    </a:lnTo>
                    <a:lnTo>
                      <a:pt x="6849" y="318"/>
                    </a:lnTo>
                    <a:lnTo>
                      <a:pt x="6608" y="258"/>
                    </a:lnTo>
                    <a:lnTo>
                      <a:pt x="6278" y="205"/>
                    </a:lnTo>
                    <a:lnTo>
                      <a:pt x="5917" y="159"/>
                    </a:lnTo>
                    <a:lnTo>
                      <a:pt x="5557" y="113"/>
                    </a:lnTo>
                    <a:lnTo>
                      <a:pt x="5137" y="73"/>
                    </a:lnTo>
                    <a:lnTo>
                      <a:pt x="4746" y="47"/>
                    </a:lnTo>
                    <a:lnTo>
                      <a:pt x="4326" y="20"/>
                    </a:lnTo>
                    <a:lnTo>
                      <a:pt x="3905" y="7"/>
                    </a:lnTo>
                    <a:lnTo>
                      <a:pt x="3455" y="1"/>
                    </a:lnTo>
                    <a:close/>
                  </a:path>
                </a:pathLst>
              </a:custGeom>
              <a:solidFill>
                <a:srgbClr val="009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84"/>
              <p:cNvSpPr/>
              <p:nvPr/>
            </p:nvSpPr>
            <p:spPr>
              <a:xfrm rot="10800000">
                <a:off x="4473082" y="2895257"/>
                <a:ext cx="101287" cy="52910"/>
              </a:xfrm>
              <a:custGeom>
                <a:avLst/>
                <a:gdLst/>
                <a:ahLst/>
                <a:cxnLst/>
                <a:rect l="l" t="t" r="r" b="b"/>
                <a:pathLst>
                  <a:path w="7570" h="880" fill="none" extrusionOk="0">
                    <a:moveTo>
                      <a:pt x="7569" y="879"/>
                    </a:moveTo>
                    <a:lnTo>
                      <a:pt x="7569" y="879"/>
                    </a:lnTo>
                    <a:lnTo>
                      <a:pt x="7569" y="793"/>
                    </a:lnTo>
                    <a:lnTo>
                      <a:pt x="7509" y="701"/>
                    </a:lnTo>
                    <a:lnTo>
                      <a:pt x="7449" y="615"/>
                    </a:lnTo>
                    <a:lnTo>
                      <a:pt x="7359" y="529"/>
                    </a:lnTo>
                    <a:lnTo>
                      <a:pt x="7209" y="456"/>
                    </a:lnTo>
                    <a:lnTo>
                      <a:pt x="7059" y="384"/>
                    </a:lnTo>
                    <a:lnTo>
                      <a:pt x="6849" y="318"/>
                    </a:lnTo>
                    <a:lnTo>
                      <a:pt x="6608" y="258"/>
                    </a:lnTo>
                    <a:lnTo>
                      <a:pt x="6608" y="258"/>
                    </a:lnTo>
                    <a:lnTo>
                      <a:pt x="6278" y="205"/>
                    </a:lnTo>
                    <a:lnTo>
                      <a:pt x="5917" y="159"/>
                    </a:lnTo>
                    <a:lnTo>
                      <a:pt x="5557" y="113"/>
                    </a:lnTo>
                    <a:lnTo>
                      <a:pt x="5137" y="73"/>
                    </a:lnTo>
                    <a:lnTo>
                      <a:pt x="4746" y="47"/>
                    </a:lnTo>
                    <a:lnTo>
                      <a:pt x="4326" y="20"/>
                    </a:lnTo>
                    <a:lnTo>
                      <a:pt x="3905" y="7"/>
                    </a:lnTo>
                    <a:lnTo>
                      <a:pt x="3455" y="1"/>
                    </a:lnTo>
                    <a:lnTo>
                      <a:pt x="3455" y="1"/>
                    </a:lnTo>
                    <a:lnTo>
                      <a:pt x="3154" y="7"/>
                    </a:lnTo>
                    <a:lnTo>
                      <a:pt x="2824" y="14"/>
                    </a:lnTo>
                    <a:lnTo>
                      <a:pt x="2524" y="27"/>
                    </a:lnTo>
                    <a:lnTo>
                      <a:pt x="2223" y="47"/>
                    </a:lnTo>
                    <a:lnTo>
                      <a:pt x="1923" y="80"/>
                    </a:lnTo>
                    <a:lnTo>
                      <a:pt x="1622" y="113"/>
                    </a:lnTo>
                    <a:lnTo>
                      <a:pt x="1352" y="152"/>
                    </a:lnTo>
                    <a:lnTo>
                      <a:pt x="1082" y="199"/>
                    </a:lnTo>
                    <a:lnTo>
                      <a:pt x="1082" y="199"/>
                    </a:lnTo>
                    <a:lnTo>
                      <a:pt x="902" y="245"/>
                    </a:lnTo>
                    <a:lnTo>
                      <a:pt x="721" y="304"/>
                    </a:lnTo>
                    <a:lnTo>
                      <a:pt x="541" y="370"/>
                    </a:lnTo>
                    <a:lnTo>
                      <a:pt x="391" y="443"/>
                    </a:lnTo>
                    <a:lnTo>
                      <a:pt x="241" y="522"/>
                    </a:lnTo>
                    <a:lnTo>
                      <a:pt x="121" y="608"/>
                    </a:lnTo>
                    <a:lnTo>
                      <a:pt x="31" y="694"/>
                    </a:lnTo>
                    <a:lnTo>
                      <a:pt x="1" y="787"/>
                    </a:lnTo>
                    <a:lnTo>
                      <a:pt x="1" y="879"/>
                    </a:lnTo>
                    <a:lnTo>
                      <a:pt x="1" y="879"/>
                    </a:lnTo>
                    <a:lnTo>
                      <a:pt x="3575" y="879"/>
                    </a:lnTo>
                    <a:lnTo>
                      <a:pt x="3575" y="879"/>
                    </a:lnTo>
                    <a:lnTo>
                      <a:pt x="7569" y="87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84"/>
              <p:cNvSpPr/>
              <p:nvPr/>
            </p:nvSpPr>
            <p:spPr>
              <a:xfrm rot="10800000">
                <a:off x="4473084" y="2742781"/>
                <a:ext cx="415" cy="9620"/>
              </a:xfrm>
              <a:custGeom>
                <a:avLst/>
                <a:gdLst/>
                <a:ahLst/>
                <a:cxnLst/>
                <a:rect l="l" t="t" r="r" b="b"/>
                <a:pathLst>
                  <a:path w="31" h="160" extrusionOk="0">
                    <a:moveTo>
                      <a:pt x="30" y="1"/>
                    </a:moveTo>
                    <a:lnTo>
                      <a:pt x="0" y="80"/>
                    </a:lnTo>
                    <a:lnTo>
                      <a:pt x="30" y="160"/>
                    </a:lnTo>
                    <a:lnTo>
                      <a:pt x="30" y="153"/>
                    </a:lnTo>
                    <a:lnTo>
                      <a:pt x="30" y="1"/>
                    </a:lnTo>
                    <a:close/>
                  </a:path>
                </a:pathLst>
              </a:custGeom>
              <a:solidFill>
                <a:srgbClr val="FF98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84"/>
              <p:cNvSpPr/>
              <p:nvPr/>
            </p:nvSpPr>
            <p:spPr>
              <a:xfrm rot="10800000">
                <a:off x="4473084" y="2742781"/>
                <a:ext cx="415" cy="9620"/>
              </a:xfrm>
              <a:custGeom>
                <a:avLst/>
                <a:gdLst/>
                <a:ahLst/>
                <a:cxnLst/>
                <a:rect l="l" t="t" r="r" b="b"/>
                <a:pathLst>
                  <a:path w="31" h="160" fill="none" extrusionOk="0">
                    <a:moveTo>
                      <a:pt x="30" y="160"/>
                    </a:moveTo>
                    <a:lnTo>
                      <a:pt x="30" y="160"/>
                    </a:lnTo>
                    <a:lnTo>
                      <a:pt x="30" y="153"/>
                    </a:lnTo>
                    <a:lnTo>
                      <a:pt x="30" y="1"/>
                    </a:lnTo>
                    <a:lnTo>
                      <a:pt x="30" y="1"/>
                    </a:lnTo>
                    <a:lnTo>
                      <a:pt x="0" y="80"/>
                    </a:lnTo>
                    <a:lnTo>
                      <a:pt x="30" y="16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84"/>
              <p:cNvSpPr/>
              <p:nvPr/>
            </p:nvSpPr>
            <p:spPr>
              <a:xfrm rot="10800000">
                <a:off x="4574355" y="2889305"/>
                <a:ext cx="415" cy="6013"/>
              </a:xfrm>
              <a:custGeom>
                <a:avLst/>
                <a:gdLst/>
                <a:ahLst/>
                <a:cxnLst/>
                <a:rect l="l" t="t" r="r" b="b"/>
                <a:pathLst>
                  <a:path w="31" h="100" extrusionOk="0">
                    <a:moveTo>
                      <a:pt x="1" y="0"/>
                    </a:moveTo>
                    <a:lnTo>
                      <a:pt x="31" y="99"/>
                    </a:lnTo>
                    <a:lnTo>
                      <a:pt x="31" y="0"/>
                    </a:lnTo>
                    <a:close/>
                  </a:path>
                </a:pathLst>
              </a:custGeom>
              <a:solidFill>
                <a:srgbClr val="0099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84"/>
              <p:cNvSpPr/>
              <p:nvPr/>
            </p:nvSpPr>
            <p:spPr>
              <a:xfrm rot="10800000">
                <a:off x="4574355" y="2852809"/>
                <a:ext cx="415" cy="42508"/>
              </a:xfrm>
              <a:custGeom>
                <a:avLst/>
                <a:gdLst/>
                <a:ahLst/>
                <a:cxnLst/>
                <a:rect l="l" t="t" r="r" b="b"/>
                <a:pathLst>
                  <a:path w="31" h="707" fill="none" extrusionOk="0">
                    <a:moveTo>
                      <a:pt x="31" y="707"/>
                    </a:moveTo>
                    <a:lnTo>
                      <a:pt x="31" y="707"/>
                    </a:lnTo>
                    <a:lnTo>
                      <a:pt x="31" y="687"/>
                    </a:lnTo>
                    <a:lnTo>
                      <a:pt x="31" y="0"/>
                    </a:lnTo>
                    <a:lnTo>
                      <a:pt x="31" y="0"/>
                    </a:lnTo>
                    <a:lnTo>
                      <a:pt x="1" y="0"/>
                    </a:lnTo>
                    <a:lnTo>
                      <a:pt x="1" y="0"/>
                    </a:lnTo>
                    <a:lnTo>
                      <a:pt x="31" y="99"/>
                    </a:lnTo>
                    <a:lnTo>
                      <a:pt x="31" y="70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84"/>
              <p:cNvSpPr/>
              <p:nvPr/>
            </p:nvSpPr>
            <p:spPr>
              <a:xfrm rot="10800000">
                <a:off x="4574355" y="2895258"/>
                <a:ext cx="415" cy="5652"/>
              </a:xfrm>
              <a:custGeom>
                <a:avLst/>
                <a:gdLst/>
                <a:ahLst/>
                <a:cxnLst/>
                <a:rect l="l" t="t" r="r" b="b"/>
                <a:pathLst>
                  <a:path w="31" h="94" extrusionOk="0">
                    <a:moveTo>
                      <a:pt x="31" y="1"/>
                    </a:moveTo>
                    <a:lnTo>
                      <a:pt x="1" y="93"/>
                    </a:lnTo>
                    <a:lnTo>
                      <a:pt x="31" y="93"/>
                    </a:lnTo>
                    <a:lnTo>
                      <a:pt x="31" y="1"/>
                    </a:lnTo>
                    <a:close/>
                  </a:path>
                </a:pathLst>
              </a:custGeom>
              <a:solidFill>
                <a:srgbClr val="0073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84"/>
              <p:cNvSpPr/>
              <p:nvPr/>
            </p:nvSpPr>
            <p:spPr>
              <a:xfrm rot="10800000">
                <a:off x="4574355" y="2895258"/>
                <a:ext cx="415" cy="5652"/>
              </a:xfrm>
              <a:custGeom>
                <a:avLst/>
                <a:gdLst/>
                <a:ahLst/>
                <a:cxnLst/>
                <a:rect l="l" t="t" r="r" b="b"/>
                <a:pathLst>
                  <a:path w="31" h="94" fill="none" extrusionOk="0">
                    <a:moveTo>
                      <a:pt x="31" y="93"/>
                    </a:moveTo>
                    <a:lnTo>
                      <a:pt x="31" y="1"/>
                    </a:lnTo>
                    <a:lnTo>
                      <a:pt x="31" y="1"/>
                    </a:lnTo>
                    <a:lnTo>
                      <a:pt x="1" y="93"/>
                    </a:lnTo>
                    <a:lnTo>
                      <a:pt x="1" y="93"/>
                    </a:lnTo>
                    <a:lnTo>
                      <a:pt x="31" y="9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84"/>
              <p:cNvSpPr/>
              <p:nvPr/>
            </p:nvSpPr>
            <p:spPr>
              <a:xfrm rot="10800000">
                <a:off x="4473084" y="2734424"/>
                <a:ext cx="13" cy="8417"/>
              </a:xfrm>
              <a:custGeom>
                <a:avLst/>
                <a:gdLst/>
                <a:ahLst/>
                <a:cxnLst/>
                <a:rect l="l" t="t" r="r" b="b"/>
                <a:pathLst>
                  <a:path w="1" h="140" extrusionOk="0">
                    <a:moveTo>
                      <a:pt x="0" y="139"/>
                    </a:moveTo>
                    <a:lnTo>
                      <a:pt x="0" y="20"/>
                    </a:lnTo>
                    <a:lnTo>
                      <a:pt x="0" y="20"/>
                    </a:lnTo>
                    <a:lnTo>
                      <a:pt x="0" y="1"/>
                    </a:lnTo>
                    <a:lnTo>
                      <a:pt x="0" y="1"/>
                    </a:lnTo>
                    <a:lnTo>
                      <a:pt x="0" y="73"/>
                    </a:lnTo>
                    <a:lnTo>
                      <a:pt x="0" y="139"/>
                    </a:lnTo>
                    <a:close/>
                  </a:path>
                </a:pathLst>
              </a:custGeom>
              <a:solidFill>
                <a:srgbClr val="FF6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84"/>
              <p:cNvSpPr/>
              <p:nvPr/>
            </p:nvSpPr>
            <p:spPr>
              <a:xfrm rot="10800000">
                <a:off x="4473084" y="2734424"/>
                <a:ext cx="13" cy="8417"/>
              </a:xfrm>
              <a:custGeom>
                <a:avLst/>
                <a:gdLst/>
                <a:ahLst/>
                <a:cxnLst/>
                <a:rect l="l" t="t" r="r" b="b"/>
                <a:pathLst>
                  <a:path w="1" h="140" fill="none" extrusionOk="0">
                    <a:moveTo>
                      <a:pt x="0" y="139"/>
                    </a:moveTo>
                    <a:lnTo>
                      <a:pt x="0" y="20"/>
                    </a:lnTo>
                    <a:lnTo>
                      <a:pt x="0" y="20"/>
                    </a:lnTo>
                    <a:lnTo>
                      <a:pt x="0" y="1"/>
                    </a:lnTo>
                    <a:lnTo>
                      <a:pt x="0" y="1"/>
                    </a:lnTo>
                    <a:lnTo>
                      <a:pt x="0" y="73"/>
                    </a:lnTo>
                    <a:lnTo>
                      <a:pt x="0" y="13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84"/>
              <p:cNvSpPr/>
              <p:nvPr/>
            </p:nvSpPr>
            <p:spPr>
              <a:xfrm rot="10800000">
                <a:off x="4473084" y="2795210"/>
                <a:ext cx="13" cy="46116"/>
              </a:xfrm>
              <a:custGeom>
                <a:avLst/>
                <a:gdLst/>
                <a:ahLst/>
                <a:cxnLst/>
                <a:rect l="l" t="t" r="r" b="b"/>
                <a:pathLst>
                  <a:path w="1" h="767" extrusionOk="0">
                    <a:moveTo>
                      <a:pt x="0" y="767"/>
                    </a:moveTo>
                    <a:lnTo>
                      <a:pt x="0" y="767"/>
                    </a:lnTo>
                    <a:lnTo>
                      <a:pt x="0" y="767"/>
                    </a:lnTo>
                    <a:lnTo>
                      <a:pt x="0" y="0"/>
                    </a:lnTo>
                    <a:lnTo>
                      <a:pt x="0" y="0"/>
                    </a:lnTo>
                    <a:lnTo>
                      <a:pt x="0" y="80"/>
                    </a:lnTo>
                    <a:lnTo>
                      <a:pt x="0" y="767"/>
                    </a:lnTo>
                    <a:close/>
                  </a:path>
                </a:pathLst>
              </a:custGeom>
              <a:solidFill>
                <a:srgbClr val="FF7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84"/>
              <p:cNvSpPr/>
              <p:nvPr/>
            </p:nvSpPr>
            <p:spPr>
              <a:xfrm rot="10800000">
                <a:off x="4473084" y="2795210"/>
                <a:ext cx="13" cy="46116"/>
              </a:xfrm>
              <a:custGeom>
                <a:avLst/>
                <a:gdLst/>
                <a:ahLst/>
                <a:cxnLst/>
                <a:rect l="l" t="t" r="r" b="b"/>
                <a:pathLst>
                  <a:path w="1" h="767" fill="none" extrusionOk="0">
                    <a:moveTo>
                      <a:pt x="0" y="767"/>
                    </a:moveTo>
                    <a:lnTo>
                      <a:pt x="0" y="767"/>
                    </a:lnTo>
                    <a:lnTo>
                      <a:pt x="0" y="767"/>
                    </a:lnTo>
                    <a:lnTo>
                      <a:pt x="0" y="0"/>
                    </a:lnTo>
                    <a:lnTo>
                      <a:pt x="0" y="0"/>
                    </a:lnTo>
                    <a:lnTo>
                      <a:pt x="0" y="80"/>
                    </a:lnTo>
                    <a:lnTo>
                      <a:pt x="0" y="7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84"/>
              <p:cNvSpPr/>
              <p:nvPr/>
            </p:nvSpPr>
            <p:spPr>
              <a:xfrm rot="10800000">
                <a:off x="4473084" y="2752341"/>
                <a:ext cx="13" cy="42929"/>
              </a:xfrm>
              <a:custGeom>
                <a:avLst/>
                <a:gdLst/>
                <a:ahLst/>
                <a:cxnLst/>
                <a:rect l="l" t="t" r="r" b="b"/>
                <a:pathLst>
                  <a:path w="1" h="714" extrusionOk="0">
                    <a:moveTo>
                      <a:pt x="0" y="714"/>
                    </a:moveTo>
                    <a:lnTo>
                      <a:pt x="0" y="714"/>
                    </a:lnTo>
                    <a:lnTo>
                      <a:pt x="0" y="688"/>
                    </a:lnTo>
                    <a:lnTo>
                      <a:pt x="0" y="1"/>
                    </a:lnTo>
                    <a:lnTo>
                      <a:pt x="0" y="1"/>
                    </a:lnTo>
                    <a:lnTo>
                      <a:pt x="0" y="1"/>
                    </a:lnTo>
                    <a:lnTo>
                      <a:pt x="0" y="714"/>
                    </a:lnTo>
                    <a:close/>
                  </a:path>
                </a:pathLst>
              </a:custGeom>
              <a:solidFill>
                <a:srgbClr val="FF6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84"/>
              <p:cNvSpPr/>
              <p:nvPr/>
            </p:nvSpPr>
            <p:spPr>
              <a:xfrm rot="10800000">
                <a:off x="4473084" y="2752341"/>
                <a:ext cx="13" cy="42929"/>
              </a:xfrm>
              <a:custGeom>
                <a:avLst/>
                <a:gdLst/>
                <a:ahLst/>
                <a:cxnLst/>
                <a:rect l="l" t="t" r="r" b="b"/>
                <a:pathLst>
                  <a:path w="1" h="714" fill="none" extrusionOk="0">
                    <a:moveTo>
                      <a:pt x="0" y="714"/>
                    </a:moveTo>
                    <a:lnTo>
                      <a:pt x="0" y="714"/>
                    </a:lnTo>
                    <a:lnTo>
                      <a:pt x="0" y="688"/>
                    </a:lnTo>
                    <a:lnTo>
                      <a:pt x="0" y="1"/>
                    </a:lnTo>
                    <a:lnTo>
                      <a:pt x="0" y="1"/>
                    </a:lnTo>
                    <a:lnTo>
                      <a:pt x="0" y="1"/>
                    </a:lnTo>
                    <a:lnTo>
                      <a:pt x="0" y="71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84"/>
              <p:cNvSpPr/>
              <p:nvPr/>
            </p:nvSpPr>
            <p:spPr>
              <a:xfrm rot="10800000">
                <a:off x="4473084" y="2741578"/>
                <a:ext cx="13" cy="12386"/>
              </a:xfrm>
              <a:custGeom>
                <a:avLst/>
                <a:gdLst/>
                <a:ahLst/>
                <a:cxnLst/>
                <a:rect l="l" t="t" r="r" b="b"/>
                <a:pathLst>
                  <a:path w="1" h="206" extrusionOk="0">
                    <a:moveTo>
                      <a:pt x="0" y="205"/>
                    </a:moveTo>
                    <a:lnTo>
                      <a:pt x="0" y="1"/>
                    </a:lnTo>
                    <a:lnTo>
                      <a:pt x="0" y="1"/>
                    </a:lnTo>
                    <a:lnTo>
                      <a:pt x="0" y="27"/>
                    </a:lnTo>
                    <a:lnTo>
                      <a:pt x="0" y="179"/>
                    </a:lnTo>
                    <a:lnTo>
                      <a:pt x="0" y="179"/>
                    </a:lnTo>
                    <a:lnTo>
                      <a:pt x="0" y="186"/>
                    </a:lnTo>
                    <a:lnTo>
                      <a:pt x="0" y="186"/>
                    </a:lnTo>
                    <a:lnTo>
                      <a:pt x="0" y="205"/>
                    </a:lnTo>
                    <a:close/>
                  </a:path>
                </a:pathLst>
              </a:custGeom>
              <a:solidFill>
                <a:srgbClr val="FF5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84"/>
              <p:cNvSpPr/>
              <p:nvPr/>
            </p:nvSpPr>
            <p:spPr>
              <a:xfrm rot="10800000">
                <a:off x="4473084" y="2741578"/>
                <a:ext cx="13" cy="12386"/>
              </a:xfrm>
              <a:custGeom>
                <a:avLst/>
                <a:gdLst/>
                <a:ahLst/>
                <a:cxnLst/>
                <a:rect l="l" t="t" r="r" b="b"/>
                <a:pathLst>
                  <a:path w="1" h="206" fill="none" extrusionOk="0">
                    <a:moveTo>
                      <a:pt x="0" y="205"/>
                    </a:moveTo>
                    <a:lnTo>
                      <a:pt x="0" y="1"/>
                    </a:lnTo>
                    <a:lnTo>
                      <a:pt x="0" y="1"/>
                    </a:lnTo>
                    <a:lnTo>
                      <a:pt x="0" y="27"/>
                    </a:lnTo>
                    <a:lnTo>
                      <a:pt x="0" y="179"/>
                    </a:lnTo>
                    <a:lnTo>
                      <a:pt x="0" y="179"/>
                    </a:lnTo>
                    <a:lnTo>
                      <a:pt x="0" y="186"/>
                    </a:lnTo>
                    <a:lnTo>
                      <a:pt x="0" y="186"/>
                    </a:lnTo>
                    <a:lnTo>
                      <a:pt x="0" y="20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84"/>
              <p:cNvSpPr/>
              <p:nvPr/>
            </p:nvSpPr>
            <p:spPr>
              <a:xfrm rot="10800000">
                <a:off x="4257696" y="2398085"/>
                <a:ext cx="98062" cy="99326"/>
              </a:xfrm>
              <a:custGeom>
                <a:avLst/>
                <a:gdLst/>
                <a:ahLst/>
                <a:cxnLst/>
                <a:rect l="l" t="t" r="r" b="b"/>
                <a:pathLst>
                  <a:path w="7329" h="1652" extrusionOk="0">
                    <a:moveTo>
                      <a:pt x="2764" y="1"/>
                    </a:moveTo>
                    <a:lnTo>
                      <a:pt x="2283" y="27"/>
                    </a:lnTo>
                    <a:lnTo>
                      <a:pt x="2043" y="47"/>
                    </a:lnTo>
                    <a:lnTo>
                      <a:pt x="1833" y="67"/>
                    </a:lnTo>
                    <a:lnTo>
                      <a:pt x="1592" y="93"/>
                    </a:lnTo>
                    <a:lnTo>
                      <a:pt x="1352" y="126"/>
                    </a:lnTo>
                    <a:lnTo>
                      <a:pt x="1142" y="166"/>
                    </a:lnTo>
                    <a:lnTo>
                      <a:pt x="932" y="212"/>
                    </a:lnTo>
                    <a:lnTo>
                      <a:pt x="751" y="258"/>
                    </a:lnTo>
                    <a:lnTo>
                      <a:pt x="571" y="318"/>
                    </a:lnTo>
                    <a:lnTo>
                      <a:pt x="421" y="377"/>
                    </a:lnTo>
                    <a:lnTo>
                      <a:pt x="271" y="450"/>
                    </a:lnTo>
                    <a:lnTo>
                      <a:pt x="181" y="529"/>
                    </a:lnTo>
                    <a:lnTo>
                      <a:pt x="91" y="615"/>
                    </a:lnTo>
                    <a:lnTo>
                      <a:pt x="31" y="707"/>
                    </a:lnTo>
                    <a:lnTo>
                      <a:pt x="0" y="813"/>
                    </a:lnTo>
                    <a:lnTo>
                      <a:pt x="0" y="939"/>
                    </a:lnTo>
                    <a:lnTo>
                      <a:pt x="91" y="1044"/>
                    </a:lnTo>
                    <a:lnTo>
                      <a:pt x="181" y="1143"/>
                    </a:lnTo>
                    <a:lnTo>
                      <a:pt x="331" y="1236"/>
                    </a:lnTo>
                    <a:lnTo>
                      <a:pt x="541" y="1315"/>
                    </a:lnTo>
                    <a:lnTo>
                      <a:pt x="751" y="1381"/>
                    </a:lnTo>
                    <a:lnTo>
                      <a:pt x="992" y="1441"/>
                    </a:lnTo>
                    <a:lnTo>
                      <a:pt x="1262" y="1487"/>
                    </a:lnTo>
                    <a:lnTo>
                      <a:pt x="1562" y="1533"/>
                    </a:lnTo>
                    <a:lnTo>
                      <a:pt x="1863" y="1566"/>
                    </a:lnTo>
                    <a:lnTo>
                      <a:pt x="2193" y="1593"/>
                    </a:lnTo>
                    <a:lnTo>
                      <a:pt x="2493" y="1619"/>
                    </a:lnTo>
                    <a:lnTo>
                      <a:pt x="2794" y="1632"/>
                    </a:lnTo>
                    <a:lnTo>
                      <a:pt x="3124" y="1645"/>
                    </a:lnTo>
                    <a:lnTo>
                      <a:pt x="3424" y="1645"/>
                    </a:lnTo>
                    <a:lnTo>
                      <a:pt x="3695" y="1652"/>
                    </a:lnTo>
                    <a:lnTo>
                      <a:pt x="4145" y="1645"/>
                    </a:lnTo>
                    <a:lnTo>
                      <a:pt x="4656" y="1632"/>
                    </a:lnTo>
                    <a:lnTo>
                      <a:pt x="5196" y="1599"/>
                    </a:lnTo>
                    <a:lnTo>
                      <a:pt x="5467" y="1579"/>
                    </a:lnTo>
                    <a:lnTo>
                      <a:pt x="5707" y="1553"/>
                    </a:lnTo>
                    <a:lnTo>
                      <a:pt x="5977" y="1526"/>
                    </a:lnTo>
                    <a:lnTo>
                      <a:pt x="6188" y="1487"/>
                    </a:lnTo>
                    <a:lnTo>
                      <a:pt x="6428" y="1441"/>
                    </a:lnTo>
                    <a:lnTo>
                      <a:pt x="6638" y="1388"/>
                    </a:lnTo>
                    <a:lnTo>
                      <a:pt x="6818" y="1328"/>
                    </a:lnTo>
                    <a:lnTo>
                      <a:pt x="6969" y="1256"/>
                    </a:lnTo>
                    <a:lnTo>
                      <a:pt x="7119" y="1176"/>
                    </a:lnTo>
                    <a:lnTo>
                      <a:pt x="7209" y="1084"/>
                    </a:lnTo>
                    <a:lnTo>
                      <a:pt x="7299" y="978"/>
                    </a:lnTo>
                    <a:lnTo>
                      <a:pt x="7329" y="866"/>
                    </a:lnTo>
                    <a:lnTo>
                      <a:pt x="7329" y="760"/>
                    </a:lnTo>
                    <a:lnTo>
                      <a:pt x="7269" y="668"/>
                    </a:lnTo>
                    <a:lnTo>
                      <a:pt x="7209" y="582"/>
                    </a:lnTo>
                    <a:lnTo>
                      <a:pt x="7089" y="503"/>
                    </a:lnTo>
                    <a:lnTo>
                      <a:pt x="6969" y="430"/>
                    </a:lnTo>
                    <a:lnTo>
                      <a:pt x="6788" y="364"/>
                    </a:lnTo>
                    <a:lnTo>
                      <a:pt x="6608" y="304"/>
                    </a:lnTo>
                    <a:lnTo>
                      <a:pt x="6398" y="252"/>
                    </a:lnTo>
                    <a:lnTo>
                      <a:pt x="6188" y="199"/>
                    </a:lnTo>
                    <a:lnTo>
                      <a:pt x="5947" y="159"/>
                    </a:lnTo>
                    <a:lnTo>
                      <a:pt x="5707" y="120"/>
                    </a:lnTo>
                    <a:lnTo>
                      <a:pt x="5467" y="86"/>
                    </a:lnTo>
                    <a:lnTo>
                      <a:pt x="5227" y="60"/>
                    </a:lnTo>
                    <a:lnTo>
                      <a:pt x="4956" y="34"/>
                    </a:lnTo>
                    <a:lnTo>
                      <a:pt x="4476" y="1"/>
                    </a:lnTo>
                    <a:close/>
                  </a:path>
                </a:pathLst>
              </a:custGeom>
              <a:solidFill>
                <a:srgbClr val="FFA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84"/>
              <p:cNvSpPr/>
              <p:nvPr/>
            </p:nvSpPr>
            <p:spPr>
              <a:xfrm rot="10800000">
                <a:off x="4257696" y="2398085"/>
                <a:ext cx="98062" cy="99326"/>
              </a:xfrm>
              <a:custGeom>
                <a:avLst/>
                <a:gdLst/>
                <a:ahLst/>
                <a:cxnLst/>
                <a:rect l="l" t="t" r="r" b="b"/>
                <a:pathLst>
                  <a:path w="7329" h="1652" fill="none" extrusionOk="0">
                    <a:moveTo>
                      <a:pt x="3695" y="1652"/>
                    </a:moveTo>
                    <a:lnTo>
                      <a:pt x="3695" y="1652"/>
                    </a:lnTo>
                    <a:lnTo>
                      <a:pt x="4145" y="1645"/>
                    </a:lnTo>
                    <a:lnTo>
                      <a:pt x="4145" y="1645"/>
                    </a:lnTo>
                    <a:lnTo>
                      <a:pt x="4656" y="1632"/>
                    </a:lnTo>
                    <a:lnTo>
                      <a:pt x="5196" y="1599"/>
                    </a:lnTo>
                    <a:lnTo>
                      <a:pt x="5467" y="1579"/>
                    </a:lnTo>
                    <a:lnTo>
                      <a:pt x="5707" y="1553"/>
                    </a:lnTo>
                    <a:lnTo>
                      <a:pt x="5977" y="1526"/>
                    </a:lnTo>
                    <a:lnTo>
                      <a:pt x="6188" y="1487"/>
                    </a:lnTo>
                    <a:lnTo>
                      <a:pt x="6428" y="1441"/>
                    </a:lnTo>
                    <a:lnTo>
                      <a:pt x="6638" y="1388"/>
                    </a:lnTo>
                    <a:lnTo>
                      <a:pt x="6818" y="1328"/>
                    </a:lnTo>
                    <a:lnTo>
                      <a:pt x="6969" y="1256"/>
                    </a:lnTo>
                    <a:lnTo>
                      <a:pt x="7119" y="1176"/>
                    </a:lnTo>
                    <a:lnTo>
                      <a:pt x="7209" y="1084"/>
                    </a:lnTo>
                    <a:lnTo>
                      <a:pt x="7299" y="978"/>
                    </a:lnTo>
                    <a:lnTo>
                      <a:pt x="7329" y="866"/>
                    </a:lnTo>
                    <a:lnTo>
                      <a:pt x="7329" y="866"/>
                    </a:lnTo>
                    <a:lnTo>
                      <a:pt x="7329" y="760"/>
                    </a:lnTo>
                    <a:lnTo>
                      <a:pt x="7269" y="668"/>
                    </a:lnTo>
                    <a:lnTo>
                      <a:pt x="7209" y="582"/>
                    </a:lnTo>
                    <a:lnTo>
                      <a:pt x="7089" y="503"/>
                    </a:lnTo>
                    <a:lnTo>
                      <a:pt x="6969" y="430"/>
                    </a:lnTo>
                    <a:lnTo>
                      <a:pt x="6788" y="364"/>
                    </a:lnTo>
                    <a:lnTo>
                      <a:pt x="6608" y="304"/>
                    </a:lnTo>
                    <a:lnTo>
                      <a:pt x="6398" y="252"/>
                    </a:lnTo>
                    <a:lnTo>
                      <a:pt x="6188" y="199"/>
                    </a:lnTo>
                    <a:lnTo>
                      <a:pt x="5947" y="159"/>
                    </a:lnTo>
                    <a:lnTo>
                      <a:pt x="5707" y="120"/>
                    </a:lnTo>
                    <a:lnTo>
                      <a:pt x="5467" y="86"/>
                    </a:lnTo>
                    <a:lnTo>
                      <a:pt x="5227" y="60"/>
                    </a:lnTo>
                    <a:lnTo>
                      <a:pt x="4956" y="34"/>
                    </a:lnTo>
                    <a:lnTo>
                      <a:pt x="4476" y="1"/>
                    </a:lnTo>
                    <a:lnTo>
                      <a:pt x="2764" y="1"/>
                    </a:lnTo>
                    <a:lnTo>
                      <a:pt x="2764" y="1"/>
                    </a:lnTo>
                    <a:lnTo>
                      <a:pt x="2283" y="27"/>
                    </a:lnTo>
                    <a:lnTo>
                      <a:pt x="2043" y="47"/>
                    </a:lnTo>
                    <a:lnTo>
                      <a:pt x="1833" y="67"/>
                    </a:lnTo>
                    <a:lnTo>
                      <a:pt x="1592" y="93"/>
                    </a:lnTo>
                    <a:lnTo>
                      <a:pt x="1352" y="126"/>
                    </a:lnTo>
                    <a:lnTo>
                      <a:pt x="1142" y="166"/>
                    </a:lnTo>
                    <a:lnTo>
                      <a:pt x="932" y="212"/>
                    </a:lnTo>
                    <a:lnTo>
                      <a:pt x="751" y="258"/>
                    </a:lnTo>
                    <a:lnTo>
                      <a:pt x="571" y="318"/>
                    </a:lnTo>
                    <a:lnTo>
                      <a:pt x="421" y="377"/>
                    </a:lnTo>
                    <a:lnTo>
                      <a:pt x="271" y="450"/>
                    </a:lnTo>
                    <a:lnTo>
                      <a:pt x="181" y="529"/>
                    </a:lnTo>
                    <a:lnTo>
                      <a:pt x="91" y="615"/>
                    </a:lnTo>
                    <a:lnTo>
                      <a:pt x="31" y="707"/>
                    </a:lnTo>
                    <a:lnTo>
                      <a:pt x="0" y="813"/>
                    </a:lnTo>
                    <a:lnTo>
                      <a:pt x="0" y="813"/>
                    </a:lnTo>
                    <a:lnTo>
                      <a:pt x="0" y="939"/>
                    </a:lnTo>
                    <a:lnTo>
                      <a:pt x="91" y="1044"/>
                    </a:lnTo>
                    <a:lnTo>
                      <a:pt x="181" y="1143"/>
                    </a:lnTo>
                    <a:lnTo>
                      <a:pt x="331" y="1236"/>
                    </a:lnTo>
                    <a:lnTo>
                      <a:pt x="541" y="1315"/>
                    </a:lnTo>
                    <a:lnTo>
                      <a:pt x="751" y="1381"/>
                    </a:lnTo>
                    <a:lnTo>
                      <a:pt x="992" y="1441"/>
                    </a:lnTo>
                    <a:lnTo>
                      <a:pt x="1262" y="1487"/>
                    </a:lnTo>
                    <a:lnTo>
                      <a:pt x="1562" y="1533"/>
                    </a:lnTo>
                    <a:lnTo>
                      <a:pt x="1863" y="1566"/>
                    </a:lnTo>
                    <a:lnTo>
                      <a:pt x="2193" y="1593"/>
                    </a:lnTo>
                    <a:lnTo>
                      <a:pt x="2493" y="1619"/>
                    </a:lnTo>
                    <a:lnTo>
                      <a:pt x="2794" y="1632"/>
                    </a:lnTo>
                    <a:lnTo>
                      <a:pt x="3124" y="1645"/>
                    </a:lnTo>
                    <a:lnTo>
                      <a:pt x="3424" y="1645"/>
                    </a:lnTo>
                    <a:lnTo>
                      <a:pt x="3695"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84"/>
              <p:cNvSpPr/>
              <p:nvPr/>
            </p:nvSpPr>
            <p:spPr>
              <a:xfrm rot="10800000">
                <a:off x="4295870" y="2497351"/>
                <a:ext cx="22920" cy="1263"/>
              </a:xfrm>
              <a:custGeom>
                <a:avLst/>
                <a:gdLst/>
                <a:ahLst/>
                <a:cxnLst/>
                <a:rect l="l" t="t" r="r" b="b"/>
                <a:pathLst>
                  <a:path w="1713" h="21" extrusionOk="0">
                    <a:moveTo>
                      <a:pt x="962" y="1"/>
                    </a:moveTo>
                    <a:lnTo>
                      <a:pt x="511" y="7"/>
                    </a:lnTo>
                    <a:lnTo>
                      <a:pt x="1" y="21"/>
                    </a:lnTo>
                    <a:lnTo>
                      <a:pt x="1713" y="21"/>
                    </a:lnTo>
                    <a:lnTo>
                      <a:pt x="1352" y="7"/>
                    </a:lnTo>
                    <a:lnTo>
                      <a:pt x="1022" y="1"/>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84"/>
              <p:cNvSpPr/>
              <p:nvPr/>
            </p:nvSpPr>
            <p:spPr>
              <a:xfrm rot="10800000">
                <a:off x="4295870" y="2497351"/>
                <a:ext cx="22920" cy="1263"/>
              </a:xfrm>
              <a:custGeom>
                <a:avLst/>
                <a:gdLst/>
                <a:ahLst/>
                <a:cxnLst/>
                <a:rect l="l" t="t" r="r" b="b"/>
                <a:pathLst>
                  <a:path w="1713" h="21" fill="none" extrusionOk="0">
                    <a:moveTo>
                      <a:pt x="1" y="21"/>
                    </a:moveTo>
                    <a:lnTo>
                      <a:pt x="1713" y="21"/>
                    </a:lnTo>
                    <a:lnTo>
                      <a:pt x="1713" y="21"/>
                    </a:lnTo>
                    <a:lnTo>
                      <a:pt x="1352" y="7"/>
                    </a:lnTo>
                    <a:lnTo>
                      <a:pt x="1022" y="1"/>
                    </a:lnTo>
                    <a:lnTo>
                      <a:pt x="1022" y="1"/>
                    </a:lnTo>
                    <a:lnTo>
                      <a:pt x="962" y="1"/>
                    </a:lnTo>
                    <a:lnTo>
                      <a:pt x="962" y="1"/>
                    </a:lnTo>
                    <a:lnTo>
                      <a:pt x="511" y="7"/>
                    </a:lnTo>
                    <a:lnTo>
                      <a:pt x="1" y="2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84"/>
              <p:cNvSpPr/>
              <p:nvPr/>
            </p:nvSpPr>
            <p:spPr>
              <a:xfrm rot="10800000">
                <a:off x="4824713" y="2800380"/>
                <a:ext cx="98062" cy="49663"/>
              </a:xfrm>
              <a:custGeom>
                <a:avLst/>
                <a:gdLst/>
                <a:ahLst/>
                <a:cxnLst/>
                <a:rect l="l" t="t" r="r" b="b"/>
                <a:pathLst>
                  <a:path w="7329" h="826" extrusionOk="0">
                    <a:moveTo>
                      <a:pt x="1" y="0"/>
                    </a:moveTo>
                    <a:lnTo>
                      <a:pt x="1" y="119"/>
                    </a:lnTo>
                    <a:lnTo>
                      <a:pt x="61" y="231"/>
                    </a:lnTo>
                    <a:lnTo>
                      <a:pt x="181" y="330"/>
                    </a:lnTo>
                    <a:lnTo>
                      <a:pt x="331" y="416"/>
                    </a:lnTo>
                    <a:lnTo>
                      <a:pt x="541" y="489"/>
                    </a:lnTo>
                    <a:lnTo>
                      <a:pt x="751" y="562"/>
                    </a:lnTo>
                    <a:lnTo>
                      <a:pt x="992" y="614"/>
                    </a:lnTo>
                    <a:lnTo>
                      <a:pt x="1262" y="667"/>
                    </a:lnTo>
                    <a:lnTo>
                      <a:pt x="1562" y="707"/>
                    </a:lnTo>
                    <a:lnTo>
                      <a:pt x="1863" y="746"/>
                    </a:lnTo>
                    <a:lnTo>
                      <a:pt x="2163" y="773"/>
                    </a:lnTo>
                    <a:lnTo>
                      <a:pt x="2493" y="793"/>
                    </a:lnTo>
                    <a:lnTo>
                      <a:pt x="2794" y="806"/>
                    </a:lnTo>
                    <a:lnTo>
                      <a:pt x="3094" y="819"/>
                    </a:lnTo>
                    <a:lnTo>
                      <a:pt x="3394" y="826"/>
                    </a:lnTo>
                    <a:lnTo>
                      <a:pt x="3695" y="826"/>
                    </a:lnTo>
                    <a:lnTo>
                      <a:pt x="4145" y="819"/>
                    </a:lnTo>
                    <a:lnTo>
                      <a:pt x="4656" y="806"/>
                    </a:lnTo>
                    <a:lnTo>
                      <a:pt x="5197" y="780"/>
                    </a:lnTo>
                    <a:lnTo>
                      <a:pt x="5437" y="760"/>
                    </a:lnTo>
                    <a:lnTo>
                      <a:pt x="5707" y="733"/>
                    </a:lnTo>
                    <a:lnTo>
                      <a:pt x="5947" y="700"/>
                    </a:lnTo>
                    <a:lnTo>
                      <a:pt x="6188" y="661"/>
                    </a:lnTo>
                    <a:lnTo>
                      <a:pt x="6428" y="621"/>
                    </a:lnTo>
                    <a:lnTo>
                      <a:pt x="6608" y="568"/>
                    </a:lnTo>
                    <a:lnTo>
                      <a:pt x="6818" y="502"/>
                    </a:lnTo>
                    <a:lnTo>
                      <a:pt x="6969" y="429"/>
                    </a:lnTo>
                    <a:lnTo>
                      <a:pt x="7089" y="350"/>
                    </a:lnTo>
                    <a:lnTo>
                      <a:pt x="7209" y="258"/>
                    </a:lnTo>
                    <a:lnTo>
                      <a:pt x="7269" y="152"/>
                    </a:lnTo>
                    <a:lnTo>
                      <a:pt x="7329" y="40"/>
                    </a:lnTo>
                    <a:lnTo>
                      <a:pt x="7329" y="0"/>
                    </a:lnTo>
                    <a:close/>
                  </a:path>
                </a:pathLst>
              </a:custGeom>
              <a:solidFill>
                <a:srgbClr val="006F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84"/>
              <p:cNvSpPr/>
              <p:nvPr/>
            </p:nvSpPr>
            <p:spPr>
              <a:xfrm rot="10800000">
                <a:off x="4824713" y="2800380"/>
                <a:ext cx="98062" cy="49663"/>
              </a:xfrm>
              <a:custGeom>
                <a:avLst/>
                <a:gdLst/>
                <a:ahLst/>
                <a:cxnLst/>
                <a:rect l="l" t="t" r="r" b="b"/>
                <a:pathLst>
                  <a:path w="7329" h="826" fill="none" extrusionOk="0">
                    <a:moveTo>
                      <a:pt x="3695" y="826"/>
                    </a:moveTo>
                    <a:lnTo>
                      <a:pt x="3695" y="826"/>
                    </a:lnTo>
                    <a:lnTo>
                      <a:pt x="4145" y="819"/>
                    </a:lnTo>
                    <a:lnTo>
                      <a:pt x="4145" y="819"/>
                    </a:lnTo>
                    <a:lnTo>
                      <a:pt x="4656" y="806"/>
                    </a:lnTo>
                    <a:lnTo>
                      <a:pt x="5197" y="780"/>
                    </a:lnTo>
                    <a:lnTo>
                      <a:pt x="5437" y="760"/>
                    </a:lnTo>
                    <a:lnTo>
                      <a:pt x="5707" y="733"/>
                    </a:lnTo>
                    <a:lnTo>
                      <a:pt x="5947" y="700"/>
                    </a:lnTo>
                    <a:lnTo>
                      <a:pt x="6188" y="661"/>
                    </a:lnTo>
                    <a:lnTo>
                      <a:pt x="6428" y="621"/>
                    </a:lnTo>
                    <a:lnTo>
                      <a:pt x="6608" y="568"/>
                    </a:lnTo>
                    <a:lnTo>
                      <a:pt x="6818" y="502"/>
                    </a:lnTo>
                    <a:lnTo>
                      <a:pt x="6969" y="429"/>
                    </a:lnTo>
                    <a:lnTo>
                      <a:pt x="7089" y="350"/>
                    </a:lnTo>
                    <a:lnTo>
                      <a:pt x="7209" y="258"/>
                    </a:lnTo>
                    <a:lnTo>
                      <a:pt x="7269" y="152"/>
                    </a:lnTo>
                    <a:lnTo>
                      <a:pt x="7329" y="40"/>
                    </a:lnTo>
                    <a:lnTo>
                      <a:pt x="7329" y="40"/>
                    </a:lnTo>
                    <a:lnTo>
                      <a:pt x="7329" y="0"/>
                    </a:lnTo>
                    <a:lnTo>
                      <a:pt x="1" y="0"/>
                    </a:lnTo>
                    <a:lnTo>
                      <a:pt x="1" y="0"/>
                    </a:lnTo>
                    <a:lnTo>
                      <a:pt x="1" y="119"/>
                    </a:lnTo>
                    <a:lnTo>
                      <a:pt x="61" y="231"/>
                    </a:lnTo>
                    <a:lnTo>
                      <a:pt x="181" y="330"/>
                    </a:lnTo>
                    <a:lnTo>
                      <a:pt x="331" y="416"/>
                    </a:lnTo>
                    <a:lnTo>
                      <a:pt x="541" y="489"/>
                    </a:lnTo>
                    <a:lnTo>
                      <a:pt x="751" y="562"/>
                    </a:lnTo>
                    <a:lnTo>
                      <a:pt x="992" y="614"/>
                    </a:lnTo>
                    <a:lnTo>
                      <a:pt x="1262" y="667"/>
                    </a:lnTo>
                    <a:lnTo>
                      <a:pt x="1562" y="707"/>
                    </a:lnTo>
                    <a:lnTo>
                      <a:pt x="1863" y="746"/>
                    </a:lnTo>
                    <a:lnTo>
                      <a:pt x="2163" y="773"/>
                    </a:lnTo>
                    <a:lnTo>
                      <a:pt x="2493" y="793"/>
                    </a:lnTo>
                    <a:lnTo>
                      <a:pt x="2794" y="806"/>
                    </a:lnTo>
                    <a:lnTo>
                      <a:pt x="3094" y="819"/>
                    </a:lnTo>
                    <a:lnTo>
                      <a:pt x="3394" y="826"/>
                    </a:lnTo>
                    <a:lnTo>
                      <a:pt x="3695" y="82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84"/>
              <p:cNvSpPr/>
              <p:nvPr/>
            </p:nvSpPr>
            <p:spPr>
              <a:xfrm rot="10800000">
                <a:off x="4824713" y="2849983"/>
                <a:ext cx="98062" cy="50505"/>
              </a:xfrm>
              <a:custGeom>
                <a:avLst/>
                <a:gdLst/>
                <a:ahLst/>
                <a:cxnLst/>
                <a:rect l="l" t="t" r="r" b="b"/>
                <a:pathLst>
                  <a:path w="7329" h="840" extrusionOk="0">
                    <a:moveTo>
                      <a:pt x="3214" y="0"/>
                    </a:moveTo>
                    <a:lnTo>
                      <a:pt x="2944" y="13"/>
                    </a:lnTo>
                    <a:lnTo>
                      <a:pt x="2644" y="20"/>
                    </a:lnTo>
                    <a:lnTo>
                      <a:pt x="2343" y="40"/>
                    </a:lnTo>
                    <a:lnTo>
                      <a:pt x="2043" y="60"/>
                    </a:lnTo>
                    <a:lnTo>
                      <a:pt x="1713" y="93"/>
                    </a:lnTo>
                    <a:lnTo>
                      <a:pt x="1442" y="132"/>
                    </a:lnTo>
                    <a:lnTo>
                      <a:pt x="1142" y="179"/>
                    </a:lnTo>
                    <a:lnTo>
                      <a:pt x="872" y="238"/>
                    </a:lnTo>
                    <a:lnTo>
                      <a:pt x="631" y="304"/>
                    </a:lnTo>
                    <a:lnTo>
                      <a:pt x="421" y="383"/>
                    </a:lnTo>
                    <a:lnTo>
                      <a:pt x="271" y="476"/>
                    </a:lnTo>
                    <a:lnTo>
                      <a:pt x="121" y="575"/>
                    </a:lnTo>
                    <a:lnTo>
                      <a:pt x="31" y="694"/>
                    </a:lnTo>
                    <a:lnTo>
                      <a:pt x="1" y="826"/>
                    </a:lnTo>
                    <a:lnTo>
                      <a:pt x="1" y="839"/>
                    </a:lnTo>
                    <a:lnTo>
                      <a:pt x="7329" y="839"/>
                    </a:lnTo>
                    <a:lnTo>
                      <a:pt x="7299" y="727"/>
                    </a:lnTo>
                    <a:lnTo>
                      <a:pt x="7209" y="621"/>
                    </a:lnTo>
                    <a:lnTo>
                      <a:pt x="7089" y="529"/>
                    </a:lnTo>
                    <a:lnTo>
                      <a:pt x="6939" y="443"/>
                    </a:lnTo>
                    <a:lnTo>
                      <a:pt x="6758" y="370"/>
                    </a:lnTo>
                    <a:lnTo>
                      <a:pt x="6518" y="297"/>
                    </a:lnTo>
                    <a:lnTo>
                      <a:pt x="6278" y="238"/>
                    </a:lnTo>
                    <a:lnTo>
                      <a:pt x="6007" y="185"/>
                    </a:lnTo>
                    <a:lnTo>
                      <a:pt x="5737" y="139"/>
                    </a:lnTo>
                    <a:lnTo>
                      <a:pt x="5437" y="99"/>
                    </a:lnTo>
                    <a:lnTo>
                      <a:pt x="5167" y="66"/>
                    </a:lnTo>
                    <a:lnTo>
                      <a:pt x="4866" y="40"/>
                    </a:lnTo>
                    <a:lnTo>
                      <a:pt x="4566" y="20"/>
                    </a:lnTo>
                    <a:lnTo>
                      <a:pt x="4295" y="7"/>
                    </a:lnTo>
                    <a:lnTo>
                      <a:pt x="4025" y="0"/>
                    </a:lnTo>
                    <a:close/>
                  </a:path>
                </a:pathLst>
              </a:custGeom>
              <a:solidFill>
                <a:srgbClr val="187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84"/>
              <p:cNvSpPr/>
              <p:nvPr/>
            </p:nvSpPr>
            <p:spPr>
              <a:xfrm rot="10800000">
                <a:off x="4824713" y="2849983"/>
                <a:ext cx="98062" cy="50505"/>
              </a:xfrm>
              <a:custGeom>
                <a:avLst/>
                <a:gdLst/>
                <a:ahLst/>
                <a:cxnLst/>
                <a:rect l="l" t="t" r="r" b="b"/>
                <a:pathLst>
                  <a:path w="7329" h="840" fill="none" extrusionOk="0">
                    <a:moveTo>
                      <a:pt x="1" y="839"/>
                    </a:moveTo>
                    <a:lnTo>
                      <a:pt x="7329" y="839"/>
                    </a:lnTo>
                    <a:lnTo>
                      <a:pt x="7329" y="839"/>
                    </a:lnTo>
                    <a:lnTo>
                      <a:pt x="7299" y="727"/>
                    </a:lnTo>
                    <a:lnTo>
                      <a:pt x="7209" y="621"/>
                    </a:lnTo>
                    <a:lnTo>
                      <a:pt x="7089" y="529"/>
                    </a:lnTo>
                    <a:lnTo>
                      <a:pt x="6939" y="443"/>
                    </a:lnTo>
                    <a:lnTo>
                      <a:pt x="6758" y="370"/>
                    </a:lnTo>
                    <a:lnTo>
                      <a:pt x="6518" y="297"/>
                    </a:lnTo>
                    <a:lnTo>
                      <a:pt x="6278" y="238"/>
                    </a:lnTo>
                    <a:lnTo>
                      <a:pt x="6007" y="185"/>
                    </a:lnTo>
                    <a:lnTo>
                      <a:pt x="5737" y="139"/>
                    </a:lnTo>
                    <a:lnTo>
                      <a:pt x="5437" y="99"/>
                    </a:lnTo>
                    <a:lnTo>
                      <a:pt x="5167" y="66"/>
                    </a:lnTo>
                    <a:lnTo>
                      <a:pt x="4866" y="40"/>
                    </a:lnTo>
                    <a:lnTo>
                      <a:pt x="4566" y="20"/>
                    </a:lnTo>
                    <a:lnTo>
                      <a:pt x="4295" y="7"/>
                    </a:lnTo>
                    <a:lnTo>
                      <a:pt x="4025" y="0"/>
                    </a:lnTo>
                    <a:lnTo>
                      <a:pt x="3785" y="0"/>
                    </a:lnTo>
                    <a:lnTo>
                      <a:pt x="3785" y="0"/>
                    </a:lnTo>
                    <a:lnTo>
                      <a:pt x="3725" y="0"/>
                    </a:lnTo>
                    <a:lnTo>
                      <a:pt x="3725" y="0"/>
                    </a:lnTo>
                    <a:lnTo>
                      <a:pt x="3214" y="0"/>
                    </a:lnTo>
                    <a:lnTo>
                      <a:pt x="2944" y="13"/>
                    </a:lnTo>
                    <a:lnTo>
                      <a:pt x="2644" y="20"/>
                    </a:lnTo>
                    <a:lnTo>
                      <a:pt x="2343" y="40"/>
                    </a:lnTo>
                    <a:lnTo>
                      <a:pt x="2043" y="60"/>
                    </a:lnTo>
                    <a:lnTo>
                      <a:pt x="1713" y="93"/>
                    </a:lnTo>
                    <a:lnTo>
                      <a:pt x="1442" y="132"/>
                    </a:lnTo>
                    <a:lnTo>
                      <a:pt x="1142" y="179"/>
                    </a:lnTo>
                    <a:lnTo>
                      <a:pt x="872" y="238"/>
                    </a:lnTo>
                    <a:lnTo>
                      <a:pt x="631" y="304"/>
                    </a:lnTo>
                    <a:lnTo>
                      <a:pt x="421" y="383"/>
                    </a:lnTo>
                    <a:lnTo>
                      <a:pt x="271" y="476"/>
                    </a:lnTo>
                    <a:lnTo>
                      <a:pt x="121" y="575"/>
                    </a:lnTo>
                    <a:lnTo>
                      <a:pt x="31" y="694"/>
                    </a:lnTo>
                    <a:lnTo>
                      <a:pt x="1" y="826"/>
                    </a:lnTo>
                    <a:lnTo>
                      <a:pt x="1" y="826"/>
                    </a:lnTo>
                    <a:lnTo>
                      <a:pt x="1" y="83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84"/>
              <p:cNvSpPr/>
              <p:nvPr/>
            </p:nvSpPr>
            <p:spPr>
              <a:xfrm rot="10800000">
                <a:off x="4873335" y="2599804"/>
                <a:ext cx="98062" cy="100529"/>
              </a:xfrm>
              <a:custGeom>
                <a:avLst/>
                <a:gdLst/>
                <a:ahLst/>
                <a:cxnLst/>
                <a:rect l="l" t="t" r="r" b="b"/>
                <a:pathLst>
                  <a:path w="7329" h="1672" extrusionOk="0">
                    <a:moveTo>
                      <a:pt x="3725" y="0"/>
                    </a:moveTo>
                    <a:lnTo>
                      <a:pt x="3214" y="7"/>
                    </a:lnTo>
                    <a:lnTo>
                      <a:pt x="2944" y="13"/>
                    </a:lnTo>
                    <a:lnTo>
                      <a:pt x="2643" y="27"/>
                    </a:lnTo>
                    <a:lnTo>
                      <a:pt x="2343" y="47"/>
                    </a:lnTo>
                    <a:lnTo>
                      <a:pt x="2043" y="66"/>
                    </a:lnTo>
                    <a:lnTo>
                      <a:pt x="1712" y="99"/>
                    </a:lnTo>
                    <a:lnTo>
                      <a:pt x="1442" y="139"/>
                    </a:lnTo>
                    <a:lnTo>
                      <a:pt x="1142" y="185"/>
                    </a:lnTo>
                    <a:lnTo>
                      <a:pt x="871" y="238"/>
                    </a:lnTo>
                    <a:lnTo>
                      <a:pt x="631" y="311"/>
                    </a:lnTo>
                    <a:lnTo>
                      <a:pt x="421" y="390"/>
                    </a:lnTo>
                    <a:lnTo>
                      <a:pt x="271" y="476"/>
                    </a:lnTo>
                    <a:lnTo>
                      <a:pt x="120" y="582"/>
                    </a:lnTo>
                    <a:lnTo>
                      <a:pt x="30" y="700"/>
                    </a:lnTo>
                    <a:lnTo>
                      <a:pt x="0" y="833"/>
                    </a:lnTo>
                    <a:lnTo>
                      <a:pt x="0" y="958"/>
                    </a:lnTo>
                    <a:lnTo>
                      <a:pt x="60" y="1070"/>
                    </a:lnTo>
                    <a:lnTo>
                      <a:pt x="181" y="1169"/>
                    </a:lnTo>
                    <a:lnTo>
                      <a:pt x="331" y="1255"/>
                    </a:lnTo>
                    <a:lnTo>
                      <a:pt x="511" y="1335"/>
                    </a:lnTo>
                    <a:lnTo>
                      <a:pt x="751" y="1401"/>
                    </a:lnTo>
                    <a:lnTo>
                      <a:pt x="991" y="1460"/>
                    </a:lnTo>
                    <a:lnTo>
                      <a:pt x="1262" y="1513"/>
                    </a:lnTo>
                    <a:lnTo>
                      <a:pt x="1562" y="1553"/>
                    </a:lnTo>
                    <a:lnTo>
                      <a:pt x="1862" y="1586"/>
                    </a:lnTo>
                    <a:lnTo>
                      <a:pt x="2163" y="1612"/>
                    </a:lnTo>
                    <a:lnTo>
                      <a:pt x="2493" y="1638"/>
                    </a:lnTo>
                    <a:lnTo>
                      <a:pt x="2794" y="1652"/>
                    </a:lnTo>
                    <a:lnTo>
                      <a:pt x="3094" y="1665"/>
                    </a:lnTo>
                    <a:lnTo>
                      <a:pt x="3394" y="1671"/>
                    </a:lnTo>
                    <a:lnTo>
                      <a:pt x="3695" y="1671"/>
                    </a:lnTo>
                    <a:lnTo>
                      <a:pt x="4145" y="1665"/>
                    </a:lnTo>
                    <a:lnTo>
                      <a:pt x="4656" y="1652"/>
                    </a:lnTo>
                    <a:lnTo>
                      <a:pt x="5196" y="1619"/>
                    </a:lnTo>
                    <a:lnTo>
                      <a:pt x="5437" y="1599"/>
                    </a:lnTo>
                    <a:lnTo>
                      <a:pt x="5707" y="1572"/>
                    </a:lnTo>
                    <a:lnTo>
                      <a:pt x="5947" y="1546"/>
                    </a:lnTo>
                    <a:lnTo>
                      <a:pt x="6187" y="1506"/>
                    </a:lnTo>
                    <a:lnTo>
                      <a:pt x="6428" y="1460"/>
                    </a:lnTo>
                    <a:lnTo>
                      <a:pt x="6608" y="1407"/>
                    </a:lnTo>
                    <a:lnTo>
                      <a:pt x="6818" y="1348"/>
                    </a:lnTo>
                    <a:lnTo>
                      <a:pt x="6968" y="1275"/>
                    </a:lnTo>
                    <a:lnTo>
                      <a:pt x="7089" y="1196"/>
                    </a:lnTo>
                    <a:lnTo>
                      <a:pt x="7209" y="1103"/>
                    </a:lnTo>
                    <a:lnTo>
                      <a:pt x="7269" y="998"/>
                    </a:lnTo>
                    <a:lnTo>
                      <a:pt x="7329" y="885"/>
                    </a:lnTo>
                    <a:lnTo>
                      <a:pt x="7329" y="846"/>
                    </a:lnTo>
                    <a:lnTo>
                      <a:pt x="6968" y="833"/>
                    </a:lnTo>
                    <a:lnTo>
                      <a:pt x="6608" y="819"/>
                    </a:lnTo>
                    <a:lnTo>
                      <a:pt x="6278" y="800"/>
                    </a:lnTo>
                    <a:lnTo>
                      <a:pt x="5947" y="780"/>
                    </a:lnTo>
                    <a:lnTo>
                      <a:pt x="5647" y="747"/>
                    </a:lnTo>
                    <a:lnTo>
                      <a:pt x="5377" y="714"/>
                    </a:lnTo>
                    <a:lnTo>
                      <a:pt x="5136" y="667"/>
                    </a:lnTo>
                    <a:lnTo>
                      <a:pt x="4896" y="621"/>
                    </a:lnTo>
                    <a:lnTo>
                      <a:pt x="4686" y="555"/>
                    </a:lnTo>
                    <a:lnTo>
                      <a:pt x="4476" y="489"/>
                    </a:lnTo>
                    <a:lnTo>
                      <a:pt x="4265" y="416"/>
                    </a:lnTo>
                    <a:lnTo>
                      <a:pt x="4115" y="337"/>
                    </a:lnTo>
                    <a:lnTo>
                      <a:pt x="3965" y="258"/>
                    </a:lnTo>
                    <a:lnTo>
                      <a:pt x="3875" y="172"/>
                    </a:lnTo>
                    <a:lnTo>
                      <a:pt x="3785" y="86"/>
                    </a:lnTo>
                    <a:lnTo>
                      <a:pt x="3755" y="0"/>
                    </a:lnTo>
                    <a:close/>
                  </a:path>
                </a:pathLst>
              </a:custGeom>
              <a:solidFill>
                <a:srgbClr val="B9D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84"/>
              <p:cNvSpPr/>
              <p:nvPr/>
            </p:nvSpPr>
            <p:spPr>
              <a:xfrm rot="10800000">
                <a:off x="4873335" y="2599804"/>
                <a:ext cx="98062" cy="100529"/>
              </a:xfrm>
              <a:custGeom>
                <a:avLst/>
                <a:gdLst/>
                <a:ahLst/>
                <a:cxnLst/>
                <a:rect l="l" t="t" r="r" b="b"/>
                <a:pathLst>
                  <a:path w="7329" h="1672" fill="none" extrusionOk="0">
                    <a:moveTo>
                      <a:pt x="3695" y="1671"/>
                    </a:moveTo>
                    <a:lnTo>
                      <a:pt x="3695" y="1671"/>
                    </a:lnTo>
                    <a:lnTo>
                      <a:pt x="4145" y="1665"/>
                    </a:lnTo>
                    <a:lnTo>
                      <a:pt x="4145" y="1665"/>
                    </a:lnTo>
                    <a:lnTo>
                      <a:pt x="4656" y="1652"/>
                    </a:lnTo>
                    <a:lnTo>
                      <a:pt x="5196" y="1619"/>
                    </a:lnTo>
                    <a:lnTo>
                      <a:pt x="5437" y="1599"/>
                    </a:lnTo>
                    <a:lnTo>
                      <a:pt x="5707" y="1572"/>
                    </a:lnTo>
                    <a:lnTo>
                      <a:pt x="5947" y="1546"/>
                    </a:lnTo>
                    <a:lnTo>
                      <a:pt x="6187" y="1506"/>
                    </a:lnTo>
                    <a:lnTo>
                      <a:pt x="6428" y="1460"/>
                    </a:lnTo>
                    <a:lnTo>
                      <a:pt x="6608" y="1407"/>
                    </a:lnTo>
                    <a:lnTo>
                      <a:pt x="6818" y="1348"/>
                    </a:lnTo>
                    <a:lnTo>
                      <a:pt x="6968" y="1275"/>
                    </a:lnTo>
                    <a:lnTo>
                      <a:pt x="7089" y="1196"/>
                    </a:lnTo>
                    <a:lnTo>
                      <a:pt x="7209" y="1103"/>
                    </a:lnTo>
                    <a:lnTo>
                      <a:pt x="7269" y="998"/>
                    </a:lnTo>
                    <a:lnTo>
                      <a:pt x="7329" y="885"/>
                    </a:lnTo>
                    <a:lnTo>
                      <a:pt x="7329" y="885"/>
                    </a:lnTo>
                    <a:lnTo>
                      <a:pt x="7329" y="846"/>
                    </a:lnTo>
                    <a:lnTo>
                      <a:pt x="7329" y="846"/>
                    </a:lnTo>
                    <a:lnTo>
                      <a:pt x="6968" y="833"/>
                    </a:lnTo>
                    <a:lnTo>
                      <a:pt x="6608" y="819"/>
                    </a:lnTo>
                    <a:lnTo>
                      <a:pt x="6278" y="800"/>
                    </a:lnTo>
                    <a:lnTo>
                      <a:pt x="5947" y="780"/>
                    </a:lnTo>
                    <a:lnTo>
                      <a:pt x="5647" y="747"/>
                    </a:lnTo>
                    <a:lnTo>
                      <a:pt x="5377" y="714"/>
                    </a:lnTo>
                    <a:lnTo>
                      <a:pt x="5136" y="667"/>
                    </a:lnTo>
                    <a:lnTo>
                      <a:pt x="4896" y="621"/>
                    </a:lnTo>
                    <a:lnTo>
                      <a:pt x="4896" y="621"/>
                    </a:lnTo>
                    <a:lnTo>
                      <a:pt x="4686" y="555"/>
                    </a:lnTo>
                    <a:lnTo>
                      <a:pt x="4476" y="489"/>
                    </a:lnTo>
                    <a:lnTo>
                      <a:pt x="4265" y="416"/>
                    </a:lnTo>
                    <a:lnTo>
                      <a:pt x="4115" y="337"/>
                    </a:lnTo>
                    <a:lnTo>
                      <a:pt x="3965" y="258"/>
                    </a:lnTo>
                    <a:lnTo>
                      <a:pt x="3875" y="172"/>
                    </a:lnTo>
                    <a:lnTo>
                      <a:pt x="3785" y="86"/>
                    </a:lnTo>
                    <a:lnTo>
                      <a:pt x="3755" y="0"/>
                    </a:lnTo>
                    <a:lnTo>
                      <a:pt x="3755" y="0"/>
                    </a:lnTo>
                    <a:lnTo>
                      <a:pt x="3725" y="0"/>
                    </a:lnTo>
                    <a:lnTo>
                      <a:pt x="3725" y="0"/>
                    </a:lnTo>
                    <a:lnTo>
                      <a:pt x="3214" y="7"/>
                    </a:lnTo>
                    <a:lnTo>
                      <a:pt x="2944" y="13"/>
                    </a:lnTo>
                    <a:lnTo>
                      <a:pt x="2643" y="27"/>
                    </a:lnTo>
                    <a:lnTo>
                      <a:pt x="2343" y="47"/>
                    </a:lnTo>
                    <a:lnTo>
                      <a:pt x="2043" y="66"/>
                    </a:lnTo>
                    <a:lnTo>
                      <a:pt x="1712" y="99"/>
                    </a:lnTo>
                    <a:lnTo>
                      <a:pt x="1442" y="139"/>
                    </a:lnTo>
                    <a:lnTo>
                      <a:pt x="1142" y="185"/>
                    </a:lnTo>
                    <a:lnTo>
                      <a:pt x="871" y="238"/>
                    </a:lnTo>
                    <a:lnTo>
                      <a:pt x="631" y="311"/>
                    </a:lnTo>
                    <a:lnTo>
                      <a:pt x="421" y="390"/>
                    </a:lnTo>
                    <a:lnTo>
                      <a:pt x="271" y="476"/>
                    </a:lnTo>
                    <a:lnTo>
                      <a:pt x="120" y="582"/>
                    </a:lnTo>
                    <a:lnTo>
                      <a:pt x="30" y="700"/>
                    </a:lnTo>
                    <a:lnTo>
                      <a:pt x="0" y="833"/>
                    </a:lnTo>
                    <a:lnTo>
                      <a:pt x="0" y="833"/>
                    </a:lnTo>
                    <a:lnTo>
                      <a:pt x="0" y="958"/>
                    </a:lnTo>
                    <a:lnTo>
                      <a:pt x="60" y="1070"/>
                    </a:lnTo>
                    <a:lnTo>
                      <a:pt x="181" y="1169"/>
                    </a:lnTo>
                    <a:lnTo>
                      <a:pt x="331" y="1255"/>
                    </a:lnTo>
                    <a:lnTo>
                      <a:pt x="511" y="1335"/>
                    </a:lnTo>
                    <a:lnTo>
                      <a:pt x="751" y="1401"/>
                    </a:lnTo>
                    <a:lnTo>
                      <a:pt x="991" y="1460"/>
                    </a:lnTo>
                    <a:lnTo>
                      <a:pt x="1262" y="1513"/>
                    </a:lnTo>
                    <a:lnTo>
                      <a:pt x="1562" y="1553"/>
                    </a:lnTo>
                    <a:lnTo>
                      <a:pt x="1862" y="1586"/>
                    </a:lnTo>
                    <a:lnTo>
                      <a:pt x="2163" y="1612"/>
                    </a:lnTo>
                    <a:lnTo>
                      <a:pt x="2493" y="1638"/>
                    </a:lnTo>
                    <a:lnTo>
                      <a:pt x="2794" y="1652"/>
                    </a:lnTo>
                    <a:lnTo>
                      <a:pt x="3094" y="1665"/>
                    </a:lnTo>
                    <a:lnTo>
                      <a:pt x="3394" y="1671"/>
                    </a:lnTo>
                    <a:lnTo>
                      <a:pt x="3695" y="167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84"/>
              <p:cNvSpPr/>
              <p:nvPr/>
            </p:nvSpPr>
            <p:spPr>
              <a:xfrm rot="10800000">
                <a:off x="4873336" y="2649467"/>
                <a:ext cx="47833" cy="50866"/>
              </a:xfrm>
              <a:custGeom>
                <a:avLst/>
                <a:gdLst/>
                <a:ahLst/>
                <a:cxnLst/>
                <a:rect l="l" t="t" r="r" b="b"/>
                <a:pathLst>
                  <a:path w="3575" h="846" extrusionOk="0">
                    <a:moveTo>
                      <a:pt x="1" y="0"/>
                    </a:moveTo>
                    <a:lnTo>
                      <a:pt x="31" y="86"/>
                    </a:lnTo>
                    <a:lnTo>
                      <a:pt x="121" y="172"/>
                    </a:lnTo>
                    <a:lnTo>
                      <a:pt x="211" y="258"/>
                    </a:lnTo>
                    <a:lnTo>
                      <a:pt x="361" y="337"/>
                    </a:lnTo>
                    <a:lnTo>
                      <a:pt x="511" y="416"/>
                    </a:lnTo>
                    <a:lnTo>
                      <a:pt x="722" y="489"/>
                    </a:lnTo>
                    <a:lnTo>
                      <a:pt x="932" y="555"/>
                    </a:lnTo>
                    <a:lnTo>
                      <a:pt x="1142" y="621"/>
                    </a:lnTo>
                    <a:lnTo>
                      <a:pt x="1382" y="667"/>
                    </a:lnTo>
                    <a:lnTo>
                      <a:pt x="1623" y="714"/>
                    </a:lnTo>
                    <a:lnTo>
                      <a:pt x="1893" y="747"/>
                    </a:lnTo>
                    <a:lnTo>
                      <a:pt x="2193" y="780"/>
                    </a:lnTo>
                    <a:lnTo>
                      <a:pt x="2524" y="800"/>
                    </a:lnTo>
                    <a:lnTo>
                      <a:pt x="2854" y="819"/>
                    </a:lnTo>
                    <a:lnTo>
                      <a:pt x="3214" y="833"/>
                    </a:lnTo>
                    <a:lnTo>
                      <a:pt x="3575" y="846"/>
                    </a:lnTo>
                    <a:lnTo>
                      <a:pt x="3545" y="733"/>
                    </a:lnTo>
                    <a:lnTo>
                      <a:pt x="3455" y="628"/>
                    </a:lnTo>
                    <a:lnTo>
                      <a:pt x="3335" y="535"/>
                    </a:lnTo>
                    <a:lnTo>
                      <a:pt x="3184" y="449"/>
                    </a:lnTo>
                    <a:lnTo>
                      <a:pt x="3004" y="370"/>
                    </a:lnTo>
                    <a:lnTo>
                      <a:pt x="2764" y="304"/>
                    </a:lnTo>
                    <a:lnTo>
                      <a:pt x="2524" y="245"/>
                    </a:lnTo>
                    <a:lnTo>
                      <a:pt x="2253" y="192"/>
                    </a:lnTo>
                    <a:lnTo>
                      <a:pt x="1983" y="146"/>
                    </a:lnTo>
                    <a:lnTo>
                      <a:pt x="1683" y="106"/>
                    </a:lnTo>
                    <a:lnTo>
                      <a:pt x="1412" y="73"/>
                    </a:lnTo>
                    <a:lnTo>
                      <a:pt x="1112" y="47"/>
                    </a:lnTo>
                    <a:lnTo>
                      <a:pt x="812" y="27"/>
                    </a:lnTo>
                    <a:lnTo>
                      <a:pt x="541" y="13"/>
                    </a:lnTo>
                    <a:lnTo>
                      <a:pt x="271" y="7"/>
                    </a:lnTo>
                    <a:lnTo>
                      <a:pt x="31" y="0"/>
                    </a:lnTo>
                    <a:close/>
                  </a:path>
                </a:pathLst>
              </a:custGeom>
              <a:solidFill>
                <a:srgbClr val="539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84"/>
              <p:cNvSpPr/>
              <p:nvPr/>
            </p:nvSpPr>
            <p:spPr>
              <a:xfrm rot="10800000">
                <a:off x="4873336" y="2649467"/>
                <a:ext cx="47833" cy="50866"/>
              </a:xfrm>
              <a:custGeom>
                <a:avLst/>
                <a:gdLst/>
                <a:ahLst/>
                <a:cxnLst/>
                <a:rect l="l" t="t" r="r" b="b"/>
                <a:pathLst>
                  <a:path w="3575" h="846" fill="none" extrusionOk="0">
                    <a:moveTo>
                      <a:pt x="3575" y="846"/>
                    </a:moveTo>
                    <a:lnTo>
                      <a:pt x="3575" y="846"/>
                    </a:lnTo>
                    <a:lnTo>
                      <a:pt x="3545" y="733"/>
                    </a:lnTo>
                    <a:lnTo>
                      <a:pt x="3455" y="628"/>
                    </a:lnTo>
                    <a:lnTo>
                      <a:pt x="3335" y="535"/>
                    </a:lnTo>
                    <a:lnTo>
                      <a:pt x="3184" y="449"/>
                    </a:lnTo>
                    <a:lnTo>
                      <a:pt x="3004" y="370"/>
                    </a:lnTo>
                    <a:lnTo>
                      <a:pt x="2764" y="304"/>
                    </a:lnTo>
                    <a:lnTo>
                      <a:pt x="2524" y="245"/>
                    </a:lnTo>
                    <a:lnTo>
                      <a:pt x="2253" y="192"/>
                    </a:lnTo>
                    <a:lnTo>
                      <a:pt x="1983" y="146"/>
                    </a:lnTo>
                    <a:lnTo>
                      <a:pt x="1683" y="106"/>
                    </a:lnTo>
                    <a:lnTo>
                      <a:pt x="1412" y="73"/>
                    </a:lnTo>
                    <a:lnTo>
                      <a:pt x="1112" y="47"/>
                    </a:lnTo>
                    <a:lnTo>
                      <a:pt x="812" y="27"/>
                    </a:lnTo>
                    <a:lnTo>
                      <a:pt x="541" y="13"/>
                    </a:lnTo>
                    <a:lnTo>
                      <a:pt x="271" y="7"/>
                    </a:lnTo>
                    <a:lnTo>
                      <a:pt x="31" y="0"/>
                    </a:lnTo>
                    <a:lnTo>
                      <a:pt x="31" y="0"/>
                    </a:lnTo>
                    <a:lnTo>
                      <a:pt x="1" y="0"/>
                    </a:lnTo>
                    <a:lnTo>
                      <a:pt x="1" y="0"/>
                    </a:lnTo>
                    <a:lnTo>
                      <a:pt x="31" y="86"/>
                    </a:lnTo>
                    <a:lnTo>
                      <a:pt x="121" y="172"/>
                    </a:lnTo>
                    <a:lnTo>
                      <a:pt x="211" y="258"/>
                    </a:lnTo>
                    <a:lnTo>
                      <a:pt x="361" y="337"/>
                    </a:lnTo>
                    <a:lnTo>
                      <a:pt x="511" y="416"/>
                    </a:lnTo>
                    <a:lnTo>
                      <a:pt x="722" y="489"/>
                    </a:lnTo>
                    <a:lnTo>
                      <a:pt x="932" y="555"/>
                    </a:lnTo>
                    <a:lnTo>
                      <a:pt x="1142" y="621"/>
                    </a:lnTo>
                    <a:lnTo>
                      <a:pt x="1142" y="621"/>
                    </a:lnTo>
                    <a:lnTo>
                      <a:pt x="1382" y="667"/>
                    </a:lnTo>
                    <a:lnTo>
                      <a:pt x="1623" y="714"/>
                    </a:lnTo>
                    <a:lnTo>
                      <a:pt x="1893" y="747"/>
                    </a:lnTo>
                    <a:lnTo>
                      <a:pt x="2193" y="780"/>
                    </a:lnTo>
                    <a:lnTo>
                      <a:pt x="2524" y="800"/>
                    </a:lnTo>
                    <a:lnTo>
                      <a:pt x="2854" y="819"/>
                    </a:lnTo>
                    <a:lnTo>
                      <a:pt x="3214" y="833"/>
                    </a:lnTo>
                    <a:lnTo>
                      <a:pt x="3575" y="84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84"/>
              <p:cNvSpPr/>
              <p:nvPr/>
            </p:nvSpPr>
            <p:spPr>
              <a:xfrm rot="10800000">
                <a:off x="4825114" y="3150668"/>
                <a:ext cx="97661" cy="100108"/>
              </a:xfrm>
              <a:custGeom>
                <a:avLst/>
                <a:gdLst/>
                <a:ahLst/>
                <a:cxnLst/>
                <a:rect l="l" t="t" r="r" b="b"/>
                <a:pathLst>
                  <a:path w="7299" h="1665" extrusionOk="0">
                    <a:moveTo>
                      <a:pt x="3334" y="0"/>
                    </a:moveTo>
                    <a:lnTo>
                      <a:pt x="2824" y="14"/>
                    </a:lnTo>
                    <a:lnTo>
                      <a:pt x="2553" y="27"/>
                    </a:lnTo>
                    <a:lnTo>
                      <a:pt x="2283" y="40"/>
                    </a:lnTo>
                    <a:lnTo>
                      <a:pt x="2013" y="60"/>
                    </a:lnTo>
                    <a:lnTo>
                      <a:pt x="1713" y="93"/>
                    </a:lnTo>
                    <a:lnTo>
                      <a:pt x="1472" y="126"/>
                    </a:lnTo>
                    <a:lnTo>
                      <a:pt x="1202" y="165"/>
                    </a:lnTo>
                    <a:lnTo>
                      <a:pt x="962" y="212"/>
                    </a:lnTo>
                    <a:lnTo>
                      <a:pt x="751" y="271"/>
                    </a:lnTo>
                    <a:lnTo>
                      <a:pt x="541" y="337"/>
                    </a:lnTo>
                    <a:lnTo>
                      <a:pt x="361" y="416"/>
                    </a:lnTo>
                    <a:lnTo>
                      <a:pt x="211" y="502"/>
                    </a:lnTo>
                    <a:lnTo>
                      <a:pt x="91" y="595"/>
                    </a:lnTo>
                    <a:lnTo>
                      <a:pt x="31" y="707"/>
                    </a:lnTo>
                    <a:lnTo>
                      <a:pt x="1" y="826"/>
                    </a:lnTo>
                    <a:lnTo>
                      <a:pt x="1" y="951"/>
                    </a:lnTo>
                    <a:lnTo>
                      <a:pt x="61" y="1057"/>
                    </a:lnTo>
                    <a:lnTo>
                      <a:pt x="181" y="1156"/>
                    </a:lnTo>
                    <a:lnTo>
                      <a:pt x="331" y="1249"/>
                    </a:lnTo>
                    <a:lnTo>
                      <a:pt x="511" y="1328"/>
                    </a:lnTo>
                    <a:lnTo>
                      <a:pt x="751" y="1394"/>
                    </a:lnTo>
                    <a:lnTo>
                      <a:pt x="992" y="1453"/>
                    </a:lnTo>
                    <a:lnTo>
                      <a:pt x="1262" y="1500"/>
                    </a:lnTo>
                    <a:lnTo>
                      <a:pt x="1562" y="1546"/>
                    </a:lnTo>
                    <a:lnTo>
                      <a:pt x="1863" y="1579"/>
                    </a:lnTo>
                    <a:lnTo>
                      <a:pt x="2163" y="1605"/>
                    </a:lnTo>
                    <a:lnTo>
                      <a:pt x="2493" y="1632"/>
                    </a:lnTo>
                    <a:lnTo>
                      <a:pt x="2794" y="1645"/>
                    </a:lnTo>
                    <a:lnTo>
                      <a:pt x="3094" y="1652"/>
                    </a:lnTo>
                    <a:lnTo>
                      <a:pt x="3394" y="1658"/>
                    </a:lnTo>
                    <a:lnTo>
                      <a:pt x="3695" y="1665"/>
                    </a:lnTo>
                    <a:lnTo>
                      <a:pt x="4145" y="1658"/>
                    </a:lnTo>
                    <a:lnTo>
                      <a:pt x="4626" y="1645"/>
                    </a:lnTo>
                    <a:lnTo>
                      <a:pt x="5136" y="1619"/>
                    </a:lnTo>
                    <a:lnTo>
                      <a:pt x="5407" y="1599"/>
                    </a:lnTo>
                    <a:lnTo>
                      <a:pt x="5647" y="1572"/>
                    </a:lnTo>
                    <a:lnTo>
                      <a:pt x="5887" y="1546"/>
                    </a:lnTo>
                    <a:lnTo>
                      <a:pt x="6128" y="1513"/>
                    </a:lnTo>
                    <a:lnTo>
                      <a:pt x="6338" y="1473"/>
                    </a:lnTo>
                    <a:lnTo>
                      <a:pt x="6548" y="1420"/>
                    </a:lnTo>
                    <a:lnTo>
                      <a:pt x="6728" y="1368"/>
                    </a:lnTo>
                    <a:lnTo>
                      <a:pt x="6878" y="1302"/>
                    </a:lnTo>
                    <a:lnTo>
                      <a:pt x="7029" y="1229"/>
                    </a:lnTo>
                    <a:lnTo>
                      <a:pt x="7149" y="1150"/>
                    </a:lnTo>
                    <a:lnTo>
                      <a:pt x="7239" y="1057"/>
                    </a:lnTo>
                    <a:lnTo>
                      <a:pt x="7299" y="951"/>
                    </a:lnTo>
                    <a:lnTo>
                      <a:pt x="6818" y="951"/>
                    </a:lnTo>
                    <a:lnTo>
                      <a:pt x="6518" y="945"/>
                    </a:lnTo>
                    <a:lnTo>
                      <a:pt x="6188" y="932"/>
                    </a:lnTo>
                    <a:lnTo>
                      <a:pt x="5887" y="918"/>
                    </a:lnTo>
                    <a:lnTo>
                      <a:pt x="5557" y="892"/>
                    </a:lnTo>
                    <a:lnTo>
                      <a:pt x="5227" y="866"/>
                    </a:lnTo>
                    <a:lnTo>
                      <a:pt x="4926" y="833"/>
                    </a:lnTo>
                    <a:lnTo>
                      <a:pt x="4626" y="786"/>
                    </a:lnTo>
                    <a:lnTo>
                      <a:pt x="4356" y="733"/>
                    </a:lnTo>
                    <a:lnTo>
                      <a:pt x="4085" y="674"/>
                    </a:lnTo>
                    <a:lnTo>
                      <a:pt x="3875" y="608"/>
                    </a:lnTo>
                    <a:lnTo>
                      <a:pt x="3665" y="529"/>
                    </a:lnTo>
                    <a:lnTo>
                      <a:pt x="3515" y="436"/>
                    </a:lnTo>
                    <a:lnTo>
                      <a:pt x="3394" y="337"/>
                    </a:lnTo>
                    <a:lnTo>
                      <a:pt x="3334" y="218"/>
                    </a:lnTo>
                    <a:lnTo>
                      <a:pt x="3334" y="93"/>
                    </a:lnTo>
                    <a:lnTo>
                      <a:pt x="3334" y="0"/>
                    </a:lnTo>
                    <a:close/>
                  </a:path>
                </a:pathLst>
              </a:custGeom>
              <a:solidFill>
                <a:srgbClr val="0089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84"/>
              <p:cNvSpPr/>
              <p:nvPr/>
            </p:nvSpPr>
            <p:spPr>
              <a:xfrm rot="10800000">
                <a:off x="4825114" y="3150668"/>
                <a:ext cx="97661" cy="100108"/>
              </a:xfrm>
              <a:custGeom>
                <a:avLst/>
                <a:gdLst/>
                <a:ahLst/>
                <a:cxnLst/>
                <a:rect l="l" t="t" r="r" b="b"/>
                <a:pathLst>
                  <a:path w="7299" h="1665" fill="none" extrusionOk="0">
                    <a:moveTo>
                      <a:pt x="3695" y="1665"/>
                    </a:moveTo>
                    <a:lnTo>
                      <a:pt x="3695" y="1665"/>
                    </a:lnTo>
                    <a:lnTo>
                      <a:pt x="4145" y="1658"/>
                    </a:lnTo>
                    <a:lnTo>
                      <a:pt x="4145" y="1658"/>
                    </a:lnTo>
                    <a:lnTo>
                      <a:pt x="4626" y="1645"/>
                    </a:lnTo>
                    <a:lnTo>
                      <a:pt x="5136" y="1619"/>
                    </a:lnTo>
                    <a:lnTo>
                      <a:pt x="5407" y="1599"/>
                    </a:lnTo>
                    <a:lnTo>
                      <a:pt x="5647" y="1572"/>
                    </a:lnTo>
                    <a:lnTo>
                      <a:pt x="5887" y="1546"/>
                    </a:lnTo>
                    <a:lnTo>
                      <a:pt x="6128" y="1513"/>
                    </a:lnTo>
                    <a:lnTo>
                      <a:pt x="6338" y="1473"/>
                    </a:lnTo>
                    <a:lnTo>
                      <a:pt x="6548" y="1420"/>
                    </a:lnTo>
                    <a:lnTo>
                      <a:pt x="6728" y="1368"/>
                    </a:lnTo>
                    <a:lnTo>
                      <a:pt x="6878" y="1302"/>
                    </a:lnTo>
                    <a:lnTo>
                      <a:pt x="7029" y="1229"/>
                    </a:lnTo>
                    <a:lnTo>
                      <a:pt x="7149" y="1150"/>
                    </a:lnTo>
                    <a:lnTo>
                      <a:pt x="7239" y="1057"/>
                    </a:lnTo>
                    <a:lnTo>
                      <a:pt x="7299" y="951"/>
                    </a:lnTo>
                    <a:lnTo>
                      <a:pt x="7299" y="951"/>
                    </a:lnTo>
                    <a:lnTo>
                      <a:pt x="7089" y="951"/>
                    </a:lnTo>
                    <a:lnTo>
                      <a:pt x="7089" y="951"/>
                    </a:lnTo>
                    <a:lnTo>
                      <a:pt x="6818" y="951"/>
                    </a:lnTo>
                    <a:lnTo>
                      <a:pt x="6518" y="945"/>
                    </a:lnTo>
                    <a:lnTo>
                      <a:pt x="6188" y="932"/>
                    </a:lnTo>
                    <a:lnTo>
                      <a:pt x="5887" y="918"/>
                    </a:lnTo>
                    <a:lnTo>
                      <a:pt x="5557" y="892"/>
                    </a:lnTo>
                    <a:lnTo>
                      <a:pt x="5227" y="866"/>
                    </a:lnTo>
                    <a:lnTo>
                      <a:pt x="4926" y="833"/>
                    </a:lnTo>
                    <a:lnTo>
                      <a:pt x="4626" y="786"/>
                    </a:lnTo>
                    <a:lnTo>
                      <a:pt x="4356" y="733"/>
                    </a:lnTo>
                    <a:lnTo>
                      <a:pt x="4085" y="674"/>
                    </a:lnTo>
                    <a:lnTo>
                      <a:pt x="3875" y="608"/>
                    </a:lnTo>
                    <a:lnTo>
                      <a:pt x="3665" y="529"/>
                    </a:lnTo>
                    <a:lnTo>
                      <a:pt x="3515" y="436"/>
                    </a:lnTo>
                    <a:lnTo>
                      <a:pt x="3394" y="337"/>
                    </a:lnTo>
                    <a:lnTo>
                      <a:pt x="3334" y="218"/>
                    </a:lnTo>
                    <a:lnTo>
                      <a:pt x="3334" y="93"/>
                    </a:lnTo>
                    <a:lnTo>
                      <a:pt x="3334" y="93"/>
                    </a:lnTo>
                    <a:lnTo>
                      <a:pt x="3334" y="0"/>
                    </a:lnTo>
                    <a:lnTo>
                      <a:pt x="3334" y="0"/>
                    </a:lnTo>
                    <a:lnTo>
                      <a:pt x="2824" y="14"/>
                    </a:lnTo>
                    <a:lnTo>
                      <a:pt x="2553" y="27"/>
                    </a:lnTo>
                    <a:lnTo>
                      <a:pt x="2283" y="40"/>
                    </a:lnTo>
                    <a:lnTo>
                      <a:pt x="2013" y="60"/>
                    </a:lnTo>
                    <a:lnTo>
                      <a:pt x="1713" y="93"/>
                    </a:lnTo>
                    <a:lnTo>
                      <a:pt x="1472" y="126"/>
                    </a:lnTo>
                    <a:lnTo>
                      <a:pt x="1202" y="165"/>
                    </a:lnTo>
                    <a:lnTo>
                      <a:pt x="962" y="212"/>
                    </a:lnTo>
                    <a:lnTo>
                      <a:pt x="751" y="271"/>
                    </a:lnTo>
                    <a:lnTo>
                      <a:pt x="541" y="337"/>
                    </a:lnTo>
                    <a:lnTo>
                      <a:pt x="361" y="416"/>
                    </a:lnTo>
                    <a:lnTo>
                      <a:pt x="211" y="502"/>
                    </a:lnTo>
                    <a:lnTo>
                      <a:pt x="91" y="595"/>
                    </a:lnTo>
                    <a:lnTo>
                      <a:pt x="31" y="707"/>
                    </a:lnTo>
                    <a:lnTo>
                      <a:pt x="1" y="826"/>
                    </a:lnTo>
                    <a:lnTo>
                      <a:pt x="1" y="826"/>
                    </a:lnTo>
                    <a:lnTo>
                      <a:pt x="1" y="951"/>
                    </a:lnTo>
                    <a:lnTo>
                      <a:pt x="61" y="1057"/>
                    </a:lnTo>
                    <a:lnTo>
                      <a:pt x="181" y="1156"/>
                    </a:lnTo>
                    <a:lnTo>
                      <a:pt x="331" y="1249"/>
                    </a:lnTo>
                    <a:lnTo>
                      <a:pt x="511" y="1328"/>
                    </a:lnTo>
                    <a:lnTo>
                      <a:pt x="751" y="1394"/>
                    </a:lnTo>
                    <a:lnTo>
                      <a:pt x="992" y="1453"/>
                    </a:lnTo>
                    <a:lnTo>
                      <a:pt x="1262" y="1500"/>
                    </a:lnTo>
                    <a:lnTo>
                      <a:pt x="1562" y="1546"/>
                    </a:lnTo>
                    <a:lnTo>
                      <a:pt x="1863" y="1579"/>
                    </a:lnTo>
                    <a:lnTo>
                      <a:pt x="2163" y="1605"/>
                    </a:lnTo>
                    <a:lnTo>
                      <a:pt x="2493" y="1632"/>
                    </a:lnTo>
                    <a:lnTo>
                      <a:pt x="2794" y="1645"/>
                    </a:lnTo>
                    <a:lnTo>
                      <a:pt x="3094" y="1652"/>
                    </a:lnTo>
                    <a:lnTo>
                      <a:pt x="3394" y="1658"/>
                    </a:lnTo>
                    <a:lnTo>
                      <a:pt x="3695" y="16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84"/>
              <p:cNvSpPr/>
              <p:nvPr/>
            </p:nvSpPr>
            <p:spPr>
              <a:xfrm rot="10800000">
                <a:off x="4574354" y="2440954"/>
                <a:ext cx="43819" cy="56457"/>
              </a:xfrm>
              <a:custGeom>
                <a:avLst/>
                <a:gdLst/>
                <a:ahLst/>
                <a:cxnLst/>
                <a:rect l="l" t="t" r="r" b="b"/>
                <a:pathLst>
                  <a:path w="3275" h="939" extrusionOk="0">
                    <a:moveTo>
                      <a:pt x="1" y="1"/>
                    </a:moveTo>
                    <a:lnTo>
                      <a:pt x="1" y="939"/>
                    </a:lnTo>
                    <a:lnTo>
                      <a:pt x="361" y="925"/>
                    </a:lnTo>
                    <a:lnTo>
                      <a:pt x="722" y="899"/>
                    </a:lnTo>
                    <a:lnTo>
                      <a:pt x="1022" y="873"/>
                    </a:lnTo>
                    <a:lnTo>
                      <a:pt x="1322" y="839"/>
                    </a:lnTo>
                    <a:lnTo>
                      <a:pt x="1593" y="800"/>
                    </a:lnTo>
                    <a:lnTo>
                      <a:pt x="1863" y="754"/>
                    </a:lnTo>
                    <a:lnTo>
                      <a:pt x="2073" y="707"/>
                    </a:lnTo>
                    <a:lnTo>
                      <a:pt x="2283" y="648"/>
                    </a:lnTo>
                    <a:lnTo>
                      <a:pt x="2494" y="595"/>
                    </a:lnTo>
                    <a:lnTo>
                      <a:pt x="2674" y="536"/>
                    </a:lnTo>
                    <a:lnTo>
                      <a:pt x="2824" y="470"/>
                    </a:lnTo>
                    <a:lnTo>
                      <a:pt x="2944" y="404"/>
                    </a:lnTo>
                    <a:lnTo>
                      <a:pt x="3064" y="337"/>
                    </a:lnTo>
                    <a:lnTo>
                      <a:pt x="3154" y="271"/>
                    </a:lnTo>
                    <a:lnTo>
                      <a:pt x="3215" y="199"/>
                    </a:lnTo>
                    <a:lnTo>
                      <a:pt x="3275" y="133"/>
                    </a:lnTo>
                    <a:lnTo>
                      <a:pt x="3275" y="1"/>
                    </a:lnTo>
                    <a:close/>
                  </a:path>
                </a:pathLst>
              </a:custGeom>
              <a:solidFill>
                <a:srgbClr val="FFA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84"/>
              <p:cNvSpPr/>
              <p:nvPr/>
            </p:nvSpPr>
            <p:spPr>
              <a:xfrm rot="10800000">
                <a:off x="4574354" y="2440954"/>
                <a:ext cx="43819" cy="56457"/>
              </a:xfrm>
              <a:custGeom>
                <a:avLst/>
                <a:gdLst/>
                <a:ahLst/>
                <a:cxnLst/>
                <a:rect l="l" t="t" r="r" b="b"/>
                <a:pathLst>
                  <a:path w="3275" h="939" fill="none" extrusionOk="0">
                    <a:moveTo>
                      <a:pt x="1" y="939"/>
                    </a:moveTo>
                    <a:lnTo>
                      <a:pt x="1" y="939"/>
                    </a:lnTo>
                    <a:lnTo>
                      <a:pt x="361" y="925"/>
                    </a:lnTo>
                    <a:lnTo>
                      <a:pt x="722" y="899"/>
                    </a:lnTo>
                    <a:lnTo>
                      <a:pt x="1022" y="873"/>
                    </a:lnTo>
                    <a:lnTo>
                      <a:pt x="1322" y="839"/>
                    </a:lnTo>
                    <a:lnTo>
                      <a:pt x="1593" y="800"/>
                    </a:lnTo>
                    <a:lnTo>
                      <a:pt x="1863" y="754"/>
                    </a:lnTo>
                    <a:lnTo>
                      <a:pt x="2073" y="707"/>
                    </a:lnTo>
                    <a:lnTo>
                      <a:pt x="2283" y="648"/>
                    </a:lnTo>
                    <a:lnTo>
                      <a:pt x="2494" y="595"/>
                    </a:lnTo>
                    <a:lnTo>
                      <a:pt x="2674" y="536"/>
                    </a:lnTo>
                    <a:lnTo>
                      <a:pt x="2824" y="470"/>
                    </a:lnTo>
                    <a:lnTo>
                      <a:pt x="2944" y="404"/>
                    </a:lnTo>
                    <a:lnTo>
                      <a:pt x="3064" y="337"/>
                    </a:lnTo>
                    <a:lnTo>
                      <a:pt x="3154" y="271"/>
                    </a:lnTo>
                    <a:lnTo>
                      <a:pt x="3215" y="199"/>
                    </a:lnTo>
                    <a:lnTo>
                      <a:pt x="3275" y="133"/>
                    </a:lnTo>
                    <a:lnTo>
                      <a:pt x="3275" y="1"/>
                    </a:lnTo>
                    <a:lnTo>
                      <a:pt x="1" y="1"/>
                    </a:lnTo>
                    <a:lnTo>
                      <a:pt x="1" y="93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84"/>
              <p:cNvSpPr/>
              <p:nvPr/>
            </p:nvSpPr>
            <p:spPr>
              <a:xfrm rot="10800000">
                <a:off x="4574354" y="2497351"/>
                <a:ext cx="43819" cy="49723"/>
              </a:xfrm>
              <a:custGeom>
                <a:avLst/>
                <a:gdLst/>
                <a:ahLst/>
                <a:cxnLst/>
                <a:rect l="l" t="t" r="r" b="b"/>
                <a:pathLst>
                  <a:path w="3275" h="827" extrusionOk="0">
                    <a:moveTo>
                      <a:pt x="1" y="1"/>
                    </a:moveTo>
                    <a:lnTo>
                      <a:pt x="1" y="87"/>
                    </a:lnTo>
                    <a:lnTo>
                      <a:pt x="1" y="827"/>
                    </a:lnTo>
                    <a:lnTo>
                      <a:pt x="3275" y="827"/>
                    </a:lnTo>
                    <a:lnTo>
                      <a:pt x="3275" y="708"/>
                    </a:lnTo>
                    <a:lnTo>
                      <a:pt x="3215" y="635"/>
                    </a:lnTo>
                    <a:lnTo>
                      <a:pt x="3124" y="576"/>
                    </a:lnTo>
                    <a:lnTo>
                      <a:pt x="3004" y="510"/>
                    </a:lnTo>
                    <a:lnTo>
                      <a:pt x="2884" y="450"/>
                    </a:lnTo>
                    <a:lnTo>
                      <a:pt x="2734" y="391"/>
                    </a:lnTo>
                    <a:lnTo>
                      <a:pt x="2554" y="331"/>
                    </a:lnTo>
                    <a:lnTo>
                      <a:pt x="2344" y="278"/>
                    </a:lnTo>
                    <a:lnTo>
                      <a:pt x="2133" y="226"/>
                    </a:lnTo>
                    <a:lnTo>
                      <a:pt x="1923" y="179"/>
                    </a:lnTo>
                    <a:lnTo>
                      <a:pt x="1683" y="140"/>
                    </a:lnTo>
                    <a:lnTo>
                      <a:pt x="1412" y="107"/>
                    </a:lnTo>
                    <a:lnTo>
                      <a:pt x="1142" y="74"/>
                    </a:lnTo>
                    <a:lnTo>
                      <a:pt x="872" y="47"/>
                    </a:lnTo>
                    <a:lnTo>
                      <a:pt x="602" y="21"/>
                    </a:lnTo>
                    <a:lnTo>
                      <a:pt x="301" y="8"/>
                    </a:lnTo>
                    <a:lnTo>
                      <a:pt x="1" y="1"/>
                    </a:lnTo>
                    <a:close/>
                  </a:path>
                </a:pathLst>
              </a:custGeom>
              <a:solidFill>
                <a:srgbClr val="FF8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84"/>
              <p:cNvSpPr/>
              <p:nvPr/>
            </p:nvSpPr>
            <p:spPr>
              <a:xfrm rot="10800000">
                <a:off x="4574354" y="2497351"/>
                <a:ext cx="43819" cy="49723"/>
              </a:xfrm>
              <a:custGeom>
                <a:avLst/>
                <a:gdLst/>
                <a:ahLst/>
                <a:cxnLst/>
                <a:rect l="l" t="t" r="r" b="b"/>
                <a:pathLst>
                  <a:path w="3275" h="827" fill="none" extrusionOk="0">
                    <a:moveTo>
                      <a:pt x="1" y="827"/>
                    </a:moveTo>
                    <a:lnTo>
                      <a:pt x="3275" y="827"/>
                    </a:lnTo>
                    <a:lnTo>
                      <a:pt x="3275" y="708"/>
                    </a:lnTo>
                    <a:lnTo>
                      <a:pt x="3275" y="708"/>
                    </a:lnTo>
                    <a:lnTo>
                      <a:pt x="3215" y="635"/>
                    </a:lnTo>
                    <a:lnTo>
                      <a:pt x="3124" y="576"/>
                    </a:lnTo>
                    <a:lnTo>
                      <a:pt x="3004" y="510"/>
                    </a:lnTo>
                    <a:lnTo>
                      <a:pt x="2884" y="450"/>
                    </a:lnTo>
                    <a:lnTo>
                      <a:pt x="2734" y="391"/>
                    </a:lnTo>
                    <a:lnTo>
                      <a:pt x="2554" y="331"/>
                    </a:lnTo>
                    <a:lnTo>
                      <a:pt x="2344" y="278"/>
                    </a:lnTo>
                    <a:lnTo>
                      <a:pt x="2133" y="226"/>
                    </a:lnTo>
                    <a:lnTo>
                      <a:pt x="1923" y="179"/>
                    </a:lnTo>
                    <a:lnTo>
                      <a:pt x="1683" y="140"/>
                    </a:lnTo>
                    <a:lnTo>
                      <a:pt x="1412" y="107"/>
                    </a:lnTo>
                    <a:lnTo>
                      <a:pt x="1142" y="74"/>
                    </a:lnTo>
                    <a:lnTo>
                      <a:pt x="872" y="47"/>
                    </a:lnTo>
                    <a:lnTo>
                      <a:pt x="602" y="21"/>
                    </a:lnTo>
                    <a:lnTo>
                      <a:pt x="301" y="8"/>
                    </a:lnTo>
                    <a:lnTo>
                      <a:pt x="1" y="1"/>
                    </a:lnTo>
                    <a:lnTo>
                      <a:pt x="1" y="1"/>
                    </a:lnTo>
                    <a:lnTo>
                      <a:pt x="1" y="87"/>
                    </a:lnTo>
                    <a:lnTo>
                      <a:pt x="1" y="8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84"/>
              <p:cNvSpPr/>
              <p:nvPr/>
            </p:nvSpPr>
            <p:spPr>
              <a:xfrm rot="10800000">
                <a:off x="4618159" y="2440533"/>
                <a:ext cx="60290" cy="56878"/>
              </a:xfrm>
              <a:custGeom>
                <a:avLst/>
                <a:gdLst/>
                <a:ahLst/>
                <a:cxnLst/>
                <a:rect l="l" t="t" r="r" b="b"/>
                <a:pathLst>
                  <a:path w="4506" h="946" extrusionOk="0">
                    <a:moveTo>
                      <a:pt x="1" y="1"/>
                    </a:moveTo>
                    <a:lnTo>
                      <a:pt x="31" y="80"/>
                    </a:lnTo>
                    <a:lnTo>
                      <a:pt x="61" y="166"/>
                    </a:lnTo>
                    <a:lnTo>
                      <a:pt x="151" y="245"/>
                    </a:lnTo>
                    <a:lnTo>
                      <a:pt x="271" y="324"/>
                    </a:lnTo>
                    <a:lnTo>
                      <a:pt x="421" y="404"/>
                    </a:lnTo>
                    <a:lnTo>
                      <a:pt x="631" y="483"/>
                    </a:lnTo>
                    <a:lnTo>
                      <a:pt x="842" y="555"/>
                    </a:lnTo>
                    <a:lnTo>
                      <a:pt x="1082" y="628"/>
                    </a:lnTo>
                    <a:lnTo>
                      <a:pt x="1352" y="694"/>
                    </a:lnTo>
                    <a:lnTo>
                      <a:pt x="1653" y="754"/>
                    </a:lnTo>
                    <a:lnTo>
                      <a:pt x="1983" y="806"/>
                    </a:lnTo>
                    <a:lnTo>
                      <a:pt x="2343" y="853"/>
                    </a:lnTo>
                    <a:lnTo>
                      <a:pt x="2734" y="892"/>
                    </a:lnTo>
                    <a:lnTo>
                      <a:pt x="3124" y="919"/>
                    </a:lnTo>
                    <a:lnTo>
                      <a:pt x="3575" y="939"/>
                    </a:lnTo>
                    <a:lnTo>
                      <a:pt x="4025" y="945"/>
                    </a:lnTo>
                    <a:lnTo>
                      <a:pt x="4506" y="939"/>
                    </a:lnTo>
                    <a:lnTo>
                      <a:pt x="4506" y="1"/>
                    </a:lnTo>
                    <a:close/>
                  </a:path>
                </a:pathLst>
              </a:custGeom>
              <a:solidFill>
                <a:srgbClr val="B98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84"/>
              <p:cNvSpPr/>
              <p:nvPr/>
            </p:nvSpPr>
            <p:spPr>
              <a:xfrm rot="10800000">
                <a:off x="4618159" y="2440533"/>
                <a:ext cx="60290" cy="56878"/>
              </a:xfrm>
              <a:custGeom>
                <a:avLst/>
                <a:gdLst/>
                <a:ahLst/>
                <a:cxnLst/>
                <a:rect l="l" t="t" r="r" b="b"/>
                <a:pathLst>
                  <a:path w="4506" h="946" fill="none" extrusionOk="0">
                    <a:moveTo>
                      <a:pt x="4025" y="945"/>
                    </a:moveTo>
                    <a:lnTo>
                      <a:pt x="4025" y="945"/>
                    </a:lnTo>
                    <a:lnTo>
                      <a:pt x="4506" y="939"/>
                    </a:lnTo>
                    <a:lnTo>
                      <a:pt x="4506" y="1"/>
                    </a:lnTo>
                    <a:lnTo>
                      <a:pt x="1" y="1"/>
                    </a:lnTo>
                    <a:lnTo>
                      <a:pt x="1" y="1"/>
                    </a:lnTo>
                    <a:lnTo>
                      <a:pt x="31" y="80"/>
                    </a:lnTo>
                    <a:lnTo>
                      <a:pt x="61" y="166"/>
                    </a:lnTo>
                    <a:lnTo>
                      <a:pt x="151" y="245"/>
                    </a:lnTo>
                    <a:lnTo>
                      <a:pt x="271" y="324"/>
                    </a:lnTo>
                    <a:lnTo>
                      <a:pt x="421" y="404"/>
                    </a:lnTo>
                    <a:lnTo>
                      <a:pt x="631" y="483"/>
                    </a:lnTo>
                    <a:lnTo>
                      <a:pt x="842" y="555"/>
                    </a:lnTo>
                    <a:lnTo>
                      <a:pt x="1082" y="628"/>
                    </a:lnTo>
                    <a:lnTo>
                      <a:pt x="1352" y="694"/>
                    </a:lnTo>
                    <a:lnTo>
                      <a:pt x="1653" y="754"/>
                    </a:lnTo>
                    <a:lnTo>
                      <a:pt x="1983" y="806"/>
                    </a:lnTo>
                    <a:lnTo>
                      <a:pt x="2343" y="853"/>
                    </a:lnTo>
                    <a:lnTo>
                      <a:pt x="2734" y="892"/>
                    </a:lnTo>
                    <a:lnTo>
                      <a:pt x="3124" y="919"/>
                    </a:lnTo>
                    <a:lnTo>
                      <a:pt x="3575" y="939"/>
                    </a:lnTo>
                    <a:lnTo>
                      <a:pt x="4025" y="94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84"/>
              <p:cNvSpPr/>
              <p:nvPr/>
            </p:nvSpPr>
            <p:spPr>
              <a:xfrm rot="10800000">
                <a:off x="4618159" y="2497351"/>
                <a:ext cx="60290" cy="49723"/>
              </a:xfrm>
              <a:custGeom>
                <a:avLst/>
                <a:gdLst/>
                <a:ahLst/>
                <a:cxnLst/>
                <a:rect l="l" t="t" r="r" b="b"/>
                <a:pathLst>
                  <a:path w="4506" h="827" extrusionOk="0">
                    <a:moveTo>
                      <a:pt x="3545" y="1"/>
                    </a:moveTo>
                    <a:lnTo>
                      <a:pt x="3154" y="14"/>
                    </a:lnTo>
                    <a:lnTo>
                      <a:pt x="2794" y="21"/>
                    </a:lnTo>
                    <a:lnTo>
                      <a:pt x="2433" y="41"/>
                    </a:lnTo>
                    <a:lnTo>
                      <a:pt x="2073" y="67"/>
                    </a:lnTo>
                    <a:lnTo>
                      <a:pt x="1743" y="93"/>
                    </a:lnTo>
                    <a:lnTo>
                      <a:pt x="1412" y="133"/>
                    </a:lnTo>
                    <a:lnTo>
                      <a:pt x="1112" y="186"/>
                    </a:lnTo>
                    <a:lnTo>
                      <a:pt x="842" y="239"/>
                    </a:lnTo>
                    <a:lnTo>
                      <a:pt x="601" y="305"/>
                    </a:lnTo>
                    <a:lnTo>
                      <a:pt x="391" y="384"/>
                    </a:lnTo>
                    <a:lnTo>
                      <a:pt x="241" y="477"/>
                    </a:lnTo>
                    <a:lnTo>
                      <a:pt x="91" y="576"/>
                    </a:lnTo>
                    <a:lnTo>
                      <a:pt x="31" y="695"/>
                    </a:lnTo>
                    <a:lnTo>
                      <a:pt x="1" y="820"/>
                    </a:lnTo>
                    <a:lnTo>
                      <a:pt x="1" y="827"/>
                    </a:lnTo>
                    <a:lnTo>
                      <a:pt x="4506" y="827"/>
                    </a:lnTo>
                    <a:lnTo>
                      <a:pt x="4506" y="87"/>
                    </a:lnTo>
                    <a:lnTo>
                      <a:pt x="4506" y="1"/>
                    </a:lnTo>
                    <a:close/>
                  </a:path>
                </a:pathLst>
              </a:custGeom>
              <a:solidFill>
                <a:srgbClr val="B97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84"/>
              <p:cNvSpPr/>
              <p:nvPr/>
            </p:nvSpPr>
            <p:spPr>
              <a:xfrm rot="10800000">
                <a:off x="4618159" y="2497351"/>
                <a:ext cx="60290" cy="49723"/>
              </a:xfrm>
              <a:custGeom>
                <a:avLst/>
                <a:gdLst/>
                <a:ahLst/>
                <a:cxnLst/>
                <a:rect l="l" t="t" r="r" b="b"/>
                <a:pathLst>
                  <a:path w="4506" h="827" fill="none" extrusionOk="0">
                    <a:moveTo>
                      <a:pt x="1" y="827"/>
                    </a:moveTo>
                    <a:lnTo>
                      <a:pt x="4506" y="827"/>
                    </a:lnTo>
                    <a:lnTo>
                      <a:pt x="4506" y="87"/>
                    </a:lnTo>
                    <a:lnTo>
                      <a:pt x="4506" y="87"/>
                    </a:lnTo>
                    <a:lnTo>
                      <a:pt x="4506" y="1"/>
                    </a:lnTo>
                    <a:lnTo>
                      <a:pt x="4506" y="1"/>
                    </a:lnTo>
                    <a:lnTo>
                      <a:pt x="4266" y="1"/>
                    </a:lnTo>
                    <a:lnTo>
                      <a:pt x="4266" y="1"/>
                    </a:lnTo>
                    <a:lnTo>
                      <a:pt x="3545" y="1"/>
                    </a:lnTo>
                    <a:lnTo>
                      <a:pt x="3154" y="14"/>
                    </a:lnTo>
                    <a:lnTo>
                      <a:pt x="2794" y="21"/>
                    </a:lnTo>
                    <a:lnTo>
                      <a:pt x="2433" y="41"/>
                    </a:lnTo>
                    <a:lnTo>
                      <a:pt x="2073" y="67"/>
                    </a:lnTo>
                    <a:lnTo>
                      <a:pt x="1743" y="93"/>
                    </a:lnTo>
                    <a:lnTo>
                      <a:pt x="1412" y="133"/>
                    </a:lnTo>
                    <a:lnTo>
                      <a:pt x="1112" y="186"/>
                    </a:lnTo>
                    <a:lnTo>
                      <a:pt x="842" y="239"/>
                    </a:lnTo>
                    <a:lnTo>
                      <a:pt x="601" y="305"/>
                    </a:lnTo>
                    <a:lnTo>
                      <a:pt x="391" y="384"/>
                    </a:lnTo>
                    <a:lnTo>
                      <a:pt x="241" y="477"/>
                    </a:lnTo>
                    <a:lnTo>
                      <a:pt x="91" y="576"/>
                    </a:lnTo>
                    <a:lnTo>
                      <a:pt x="31" y="695"/>
                    </a:lnTo>
                    <a:lnTo>
                      <a:pt x="1" y="820"/>
                    </a:lnTo>
                    <a:lnTo>
                      <a:pt x="1" y="820"/>
                    </a:lnTo>
                    <a:lnTo>
                      <a:pt x="1" y="8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84"/>
              <p:cNvSpPr/>
              <p:nvPr/>
            </p:nvSpPr>
            <p:spPr>
              <a:xfrm rot="10800000">
                <a:off x="4573954" y="2489415"/>
                <a:ext cx="415" cy="7997"/>
              </a:xfrm>
              <a:custGeom>
                <a:avLst/>
                <a:gdLst/>
                <a:ahLst/>
                <a:cxnLst/>
                <a:rect l="l" t="t" r="r" b="b"/>
                <a:pathLst>
                  <a:path w="31" h="133" extrusionOk="0">
                    <a:moveTo>
                      <a:pt x="1" y="1"/>
                    </a:moveTo>
                    <a:lnTo>
                      <a:pt x="1" y="133"/>
                    </a:lnTo>
                    <a:lnTo>
                      <a:pt x="31" y="67"/>
                    </a:lnTo>
                    <a:lnTo>
                      <a:pt x="31" y="1"/>
                    </a:lnTo>
                    <a:close/>
                  </a:path>
                </a:pathLst>
              </a:custGeom>
              <a:solidFill>
                <a:srgbClr val="FF6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84"/>
              <p:cNvSpPr/>
              <p:nvPr/>
            </p:nvSpPr>
            <p:spPr>
              <a:xfrm rot="10800000">
                <a:off x="4573954" y="2489415"/>
                <a:ext cx="415" cy="7997"/>
              </a:xfrm>
              <a:custGeom>
                <a:avLst/>
                <a:gdLst/>
                <a:ahLst/>
                <a:cxnLst/>
                <a:rect l="l" t="t" r="r" b="b"/>
                <a:pathLst>
                  <a:path w="31" h="133" fill="none" extrusionOk="0">
                    <a:moveTo>
                      <a:pt x="1" y="133"/>
                    </a:moveTo>
                    <a:lnTo>
                      <a:pt x="1" y="133"/>
                    </a:lnTo>
                    <a:lnTo>
                      <a:pt x="31" y="67"/>
                    </a:lnTo>
                    <a:lnTo>
                      <a:pt x="31" y="1"/>
                    </a:lnTo>
                    <a:lnTo>
                      <a:pt x="1" y="1"/>
                    </a:lnTo>
                    <a:lnTo>
                      <a:pt x="1" y="13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84"/>
              <p:cNvSpPr/>
              <p:nvPr/>
            </p:nvSpPr>
            <p:spPr>
              <a:xfrm rot="10800000">
                <a:off x="4573954" y="2497351"/>
                <a:ext cx="415" cy="7215"/>
              </a:xfrm>
              <a:custGeom>
                <a:avLst/>
                <a:gdLst/>
                <a:ahLst/>
                <a:cxnLst/>
                <a:rect l="l" t="t" r="r" b="b"/>
                <a:pathLst>
                  <a:path w="31" h="120" extrusionOk="0">
                    <a:moveTo>
                      <a:pt x="1" y="1"/>
                    </a:moveTo>
                    <a:lnTo>
                      <a:pt x="1" y="120"/>
                    </a:lnTo>
                    <a:lnTo>
                      <a:pt x="31" y="120"/>
                    </a:lnTo>
                    <a:lnTo>
                      <a:pt x="31" y="113"/>
                    </a:lnTo>
                    <a:lnTo>
                      <a:pt x="31" y="54"/>
                    </a:lnTo>
                    <a:lnTo>
                      <a:pt x="1" y="1"/>
                    </a:lnTo>
                    <a:close/>
                  </a:path>
                </a:pathLst>
              </a:custGeom>
              <a:solidFill>
                <a:srgbClr val="FF57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84"/>
              <p:cNvSpPr/>
              <p:nvPr/>
            </p:nvSpPr>
            <p:spPr>
              <a:xfrm rot="10800000">
                <a:off x="4573954" y="2497351"/>
                <a:ext cx="415" cy="7215"/>
              </a:xfrm>
              <a:custGeom>
                <a:avLst/>
                <a:gdLst/>
                <a:ahLst/>
                <a:cxnLst/>
                <a:rect l="l" t="t" r="r" b="b"/>
                <a:pathLst>
                  <a:path w="31" h="120" fill="none" extrusionOk="0">
                    <a:moveTo>
                      <a:pt x="1" y="120"/>
                    </a:moveTo>
                    <a:lnTo>
                      <a:pt x="31" y="120"/>
                    </a:lnTo>
                    <a:lnTo>
                      <a:pt x="31" y="120"/>
                    </a:lnTo>
                    <a:lnTo>
                      <a:pt x="31" y="113"/>
                    </a:lnTo>
                    <a:lnTo>
                      <a:pt x="31" y="113"/>
                    </a:lnTo>
                    <a:lnTo>
                      <a:pt x="31" y="54"/>
                    </a:lnTo>
                    <a:lnTo>
                      <a:pt x="1" y="1"/>
                    </a:lnTo>
                    <a:lnTo>
                      <a:pt x="1" y="12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84"/>
              <p:cNvSpPr/>
              <p:nvPr/>
            </p:nvSpPr>
            <p:spPr>
              <a:xfrm rot="10800000">
                <a:off x="4135930" y="3394114"/>
                <a:ext cx="10463" cy="60"/>
              </a:xfrm>
              <a:custGeom>
                <a:avLst/>
                <a:gdLst/>
                <a:ahLst/>
                <a:cxnLst/>
                <a:rect l="l" t="t" r="r" b="b"/>
                <a:pathLst>
                  <a:path w="782" h="1" extrusionOk="0">
                    <a:moveTo>
                      <a:pt x="1" y="1"/>
                    </a:moveTo>
                    <a:lnTo>
                      <a:pt x="781" y="1"/>
                    </a:lnTo>
                    <a:lnTo>
                      <a:pt x="781" y="1"/>
                    </a:lnTo>
                    <a:lnTo>
                      <a:pt x="781" y="1"/>
                    </a:lnTo>
                    <a:lnTo>
                      <a:pt x="1" y="1"/>
                    </a:lnTo>
                    <a:lnTo>
                      <a:pt x="1" y="1"/>
                    </a:lnTo>
                    <a:lnTo>
                      <a:pt x="1" y="1"/>
                    </a:lnTo>
                    <a:close/>
                  </a:path>
                </a:pathLst>
              </a:custGeom>
              <a:solidFill>
                <a:srgbClr val="FF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84"/>
              <p:cNvSpPr/>
              <p:nvPr/>
            </p:nvSpPr>
            <p:spPr>
              <a:xfrm rot="10800000">
                <a:off x="4135930" y="3394114"/>
                <a:ext cx="10463" cy="60"/>
              </a:xfrm>
              <a:custGeom>
                <a:avLst/>
                <a:gdLst/>
                <a:ahLst/>
                <a:cxnLst/>
                <a:rect l="l" t="t" r="r" b="b"/>
                <a:pathLst>
                  <a:path w="782" h="1" fill="none" extrusionOk="0">
                    <a:moveTo>
                      <a:pt x="1" y="1"/>
                    </a:moveTo>
                    <a:lnTo>
                      <a:pt x="781" y="1"/>
                    </a:lnTo>
                    <a:lnTo>
                      <a:pt x="781" y="1"/>
                    </a:lnTo>
                    <a:lnTo>
                      <a:pt x="781" y="1"/>
                    </a:lnTo>
                    <a:lnTo>
                      <a:pt x="1" y="1"/>
                    </a:lnTo>
                    <a:lnTo>
                      <a:pt x="1"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84"/>
              <p:cNvSpPr/>
              <p:nvPr/>
            </p:nvSpPr>
            <p:spPr>
              <a:xfrm rot="10800000">
                <a:off x="4116637" y="3393693"/>
                <a:ext cx="7252" cy="481"/>
              </a:xfrm>
              <a:custGeom>
                <a:avLst/>
                <a:gdLst/>
                <a:ahLst/>
                <a:cxnLst/>
                <a:rect l="l" t="t" r="r" b="b"/>
                <a:pathLst>
                  <a:path w="542" h="8" extrusionOk="0">
                    <a:moveTo>
                      <a:pt x="0" y="1"/>
                    </a:moveTo>
                    <a:lnTo>
                      <a:pt x="331" y="7"/>
                    </a:lnTo>
                    <a:lnTo>
                      <a:pt x="541" y="1"/>
                    </a:lnTo>
                    <a:close/>
                  </a:path>
                </a:pathLst>
              </a:custGeom>
              <a:solidFill>
                <a:srgbClr val="FF4A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84"/>
              <p:cNvSpPr/>
              <p:nvPr/>
            </p:nvSpPr>
            <p:spPr>
              <a:xfrm rot="10800000">
                <a:off x="4116637" y="3393693"/>
                <a:ext cx="7252" cy="481"/>
              </a:xfrm>
              <a:custGeom>
                <a:avLst/>
                <a:gdLst/>
                <a:ahLst/>
                <a:cxnLst/>
                <a:rect l="l" t="t" r="r" b="b"/>
                <a:pathLst>
                  <a:path w="542" h="8" fill="none" extrusionOk="0">
                    <a:moveTo>
                      <a:pt x="331" y="7"/>
                    </a:moveTo>
                    <a:lnTo>
                      <a:pt x="331" y="7"/>
                    </a:lnTo>
                    <a:lnTo>
                      <a:pt x="541" y="1"/>
                    </a:lnTo>
                    <a:lnTo>
                      <a:pt x="0" y="1"/>
                    </a:lnTo>
                    <a:lnTo>
                      <a:pt x="0" y="1"/>
                    </a:lnTo>
                    <a:lnTo>
                      <a:pt x="33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84"/>
              <p:cNvSpPr/>
              <p:nvPr/>
            </p:nvSpPr>
            <p:spPr>
              <a:xfrm rot="10800000">
                <a:off x="4084898" y="3492959"/>
                <a:ext cx="100069" cy="98966"/>
              </a:xfrm>
              <a:custGeom>
                <a:avLst/>
                <a:gdLst/>
                <a:ahLst/>
                <a:cxnLst/>
                <a:rect l="l" t="t" r="r" b="b"/>
                <a:pathLst>
                  <a:path w="7479" h="1646" extrusionOk="0">
                    <a:moveTo>
                      <a:pt x="3094" y="0"/>
                    </a:moveTo>
                    <a:lnTo>
                      <a:pt x="2793" y="7"/>
                    </a:lnTo>
                    <a:lnTo>
                      <a:pt x="2463" y="27"/>
                    </a:lnTo>
                    <a:lnTo>
                      <a:pt x="2163" y="47"/>
                    </a:lnTo>
                    <a:lnTo>
                      <a:pt x="1862" y="73"/>
                    </a:lnTo>
                    <a:lnTo>
                      <a:pt x="1592" y="106"/>
                    </a:lnTo>
                    <a:lnTo>
                      <a:pt x="1292" y="146"/>
                    </a:lnTo>
                    <a:lnTo>
                      <a:pt x="1051" y="192"/>
                    </a:lnTo>
                    <a:lnTo>
                      <a:pt x="841" y="238"/>
                    </a:lnTo>
                    <a:lnTo>
                      <a:pt x="661" y="298"/>
                    </a:lnTo>
                    <a:lnTo>
                      <a:pt x="511" y="357"/>
                    </a:lnTo>
                    <a:lnTo>
                      <a:pt x="361" y="430"/>
                    </a:lnTo>
                    <a:lnTo>
                      <a:pt x="240" y="502"/>
                    </a:lnTo>
                    <a:lnTo>
                      <a:pt x="150" y="588"/>
                    </a:lnTo>
                    <a:lnTo>
                      <a:pt x="60" y="674"/>
                    </a:lnTo>
                    <a:lnTo>
                      <a:pt x="0" y="760"/>
                    </a:lnTo>
                    <a:lnTo>
                      <a:pt x="0" y="978"/>
                    </a:lnTo>
                    <a:lnTo>
                      <a:pt x="0" y="1645"/>
                    </a:lnTo>
                    <a:lnTo>
                      <a:pt x="4085" y="1645"/>
                    </a:lnTo>
                    <a:lnTo>
                      <a:pt x="4115" y="1526"/>
                    </a:lnTo>
                    <a:lnTo>
                      <a:pt x="4205" y="1414"/>
                    </a:lnTo>
                    <a:lnTo>
                      <a:pt x="4295" y="1315"/>
                    </a:lnTo>
                    <a:lnTo>
                      <a:pt x="4445" y="1229"/>
                    </a:lnTo>
                    <a:lnTo>
                      <a:pt x="4626" y="1150"/>
                    </a:lnTo>
                    <a:lnTo>
                      <a:pt x="4836" y="1084"/>
                    </a:lnTo>
                    <a:lnTo>
                      <a:pt x="5076" y="1024"/>
                    </a:lnTo>
                    <a:lnTo>
                      <a:pt x="5316" y="971"/>
                    </a:lnTo>
                    <a:lnTo>
                      <a:pt x="5587" y="932"/>
                    </a:lnTo>
                    <a:lnTo>
                      <a:pt x="5857" y="892"/>
                    </a:lnTo>
                    <a:lnTo>
                      <a:pt x="6127" y="866"/>
                    </a:lnTo>
                    <a:lnTo>
                      <a:pt x="6398" y="839"/>
                    </a:lnTo>
                    <a:lnTo>
                      <a:pt x="6698" y="819"/>
                    </a:lnTo>
                    <a:lnTo>
                      <a:pt x="6968" y="806"/>
                    </a:lnTo>
                    <a:lnTo>
                      <a:pt x="7479" y="793"/>
                    </a:lnTo>
                    <a:lnTo>
                      <a:pt x="6998" y="786"/>
                    </a:lnTo>
                    <a:lnTo>
                      <a:pt x="6548" y="767"/>
                    </a:lnTo>
                    <a:lnTo>
                      <a:pt x="6127" y="740"/>
                    </a:lnTo>
                    <a:lnTo>
                      <a:pt x="5737" y="707"/>
                    </a:lnTo>
                    <a:lnTo>
                      <a:pt x="5406" y="661"/>
                    </a:lnTo>
                    <a:lnTo>
                      <a:pt x="5106" y="615"/>
                    </a:lnTo>
                    <a:lnTo>
                      <a:pt x="4836" y="562"/>
                    </a:lnTo>
                    <a:lnTo>
                      <a:pt x="4596" y="502"/>
                    </a:lnTo>
                    <a:lnTo>
                      <a:pt x="4385" y="443"/>
                    </a:lnTo>
                    <a:lnTo>
                      <a:pt x="4235" y="377"/>
                    </a:lnTo>
                    <a:lnTo>
                      <a:pt x="4085" y="317"/>
                    </a:lnTo>
                    <a:lnTo>
                      <a:pt x="3965" y="251"/>
                    </a:lnTo>
                    <a:lnTo>
                      <a:pt x="3875" y="185"/>
                    </a:lnTo>
                    <a:lnTo>
                      <a:pt x="3815" y="126"/>
                    </a:lnTo>
                    <a:lnTo>
                      <a:pt x="3785" y="73"/>
                    </a:lnTo>
                    <a:lnTo>
                      <a:pt x="3755" y="20"/>
                    </a:lnTo>
                    <a:lnTo>
                      <a:pt x="3755" y="0"/>
                    </a:lnTo>
                    <a:close/>
                  </a:path>
                </a:pathLst>
              </a:custGeom>
              <a:solidFill>
                <a:srgbClr val="FF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84"/>
              <p:cNvSpPr/>
              <p:nvPr/>
            </p:nvSpPr>
            <p:spPr>
              <a:xfrm rot="10800000">
                <a:off x="4084898" y="3492959"/>
                <a:ext cx="100069" cy="98966"/>
              </a:xfrm>
              <a:custGeom>
                <a:avLst/>
                <a:gdLst/>
                <a:ahLst/>
                <a:cxnLst/>
                <a:rect l="l" t="t" r="r" b="b"/>
                <a:pathLst>
                  <a:path w="7479" h="1646" fill="none" extrusionOk="0">
                    <a:moveTo>
                      <a:pt x="0" y="1645"/>
                    </a:moveTo>
                    <a:lnTo>
                      <a:pt x="4085" y="1645"/>
                    </a:lnTo>
                    <a:lnTo>
                      <a:pt x="4085" y="1645"/>
                    </a:lnTo>
                    <a:lnTo>
                      <a:pt x="4115" y="1526"/>
                    </a:lnTo>
                    <a:lnTo>
                      <a:pt x="4205" y="1414"/>
                    </a:lnTo>
                    <a:lnTo>
                      <a:pt x="4295" y="1315"/>
                    </a:lnTo>
                    <a:lnTo>
                      <a:pt x="4445" y="1229"/>
                    </a:lnTo>
                    <a:lnTo>
                      <a:pt x="4626" y="1150"/>
                    </a:lnTo>
                    <a:lnTo>
                      <a:pt x="4836" y="1084"/>
                    </a:lnTo>
                    <a:lnTo>
                      <a:pt x="5076" y="1024"/>
                    </a:lnTo>
                    <a:lnTo>
                      <a:pt x="5316" y="971"/>
                    </a:lnTo>
                    <a:lnTo>
                      <a:pt x="5587" y="932"/>
                    </a:lnTo>
                    <a:lnTo>
                      <a:pt x="5857" y="892"/>
                    </a:lnTo>
                    <a:lnTo>
                      <a:pt x="6127" y="866"/>
                    </a:lnTo>
                    <a:lnTo>
                      <a:pt x="6398" y="839"/>
                    </a:lnTo>
                    <a:lnTo>
                      <a:pt x="6698" y="819"/>
                    </a:lnTo>
                    <a:lnTo>
                      <a:pt x="6968" y="806"/>
                    </a:lnTo>
                    <a:lnTo>
                      <a:pt x="7479" y="793"/>
                    </a:lnTo>
                    <a:lnTo>
                      <a:pt x="7479" y="793"/>
                    </a:lnTo>
                    <a:lnTo>
                      <a:pt x="6998" y="786"/>
                    </a:lnTo>
                    <a:lnTo>
                      <a:pt x="6548" y="767"/>
                    </a:lnTo>
                    <a:lnTo>
                      <a:pt x="6127" y="740"/>
                    </a:lnTo>
                    <a:lnTo>
                      <a:pt x="5737" y="707"/>
                    </a:lnTo>
                    <a:lnTo>
                      <a:pt x="5406" y="661"/>
                    </a:lnTo>
                    <a:lnTo>
                      <a:pt x="5106" y="615"/>
                    </a:lnTo>
                    <a:lnTo>
                      <a:pt x="4836" y="562"/>
                    </a:lnTo>
                    <a:lnTo>
                      <a:pt x="4596" y="502"/>
                    </a:lnTo>
                    <a:lnTo>
                      <a:pt x="4385" y="443"/>
                    </a:lnTo>
                    <a:lnTo>
                      <a:pt x="4235" y="377"/>
                    </a:lnTo>
                    <a:lnTo>
                      <a:pt x="4085" y="317"/>
                    </a:lnTo>
                    <a:lnTo>
                      <a:pt x="3965" y="251"/>
                    </a:lnTo>
                    <a:lnTo>
                      <a:pt x="3875" y="185"/>
                    </a:lnTo>
                    <a:lnTo>
                      <a:pt x="3815" y="126"/>
                    </a:lnTo>
                    <a:lnTo>
                      <a:pt x="3785" y="73"/>
                    </a:lnTo>
                    <a:lnTo>
                      <a:pt x="3755" y="20"/>
                    </a:lnTo>
                    <a:lnTo>
                      <a:pt x="3755" y="20"/>
                    </a:lnTo>
                    <a:lnTo>
                      <a:pt x="3755" y="0"/>
                    </a:lnTo>
                    <a:lnTo>
                      <a:pt x="3755" y="0"/>
                    </a:lnTo>
                    <a:lnTo>
                      <a:pt x="3424" y="0"/>
                    </a:lnTo>
                    <a:lnTo>
                      <a:pt x="3424" y="0"/>
                    </a:lnTo>
                    <a:lnTo>
                      <a:pt x="3094" y="0"/>
                    </a:lnTo>
                    <a:lnTo>
                      <a:pt x="2793" y="7"/>
                    </a:lnTo>
                    <a:lnTo>
                      <a:pt x="2463" y="27"/>
                    </a:lnTo>
                    <a:lnTo>
                      <a:pt x="2163" y="47"/>
                    </a:lnTo>
                    <a:lnTo>
                      <a:pt x="1862" y="73"/>
                    </a:lnTo>
                    <a:lnTo>
                      <a:pt x="1592" y="106"/>
                    </a:lnTo>
                    <a:lnTo>
                      <a:pt x="1292" y="146"/>
                    </a:lnTo>
                    <a:lnTo>
                      <a:pt x="1051" y="192"/>
                    </a:lnTo>
                    <a:lnTo>
                      <a:pt x="1051" y="192"/>
                    </a:lnTo>
                    <a:lnTo>
                      <a:pt x="841" y="238"/>
                    </a:lnTo>
                    <a:lnTo>
                      <a:pt x="661" y="298"/>
                    </a:lnTo>
                    <a:lnTo>
                      <a:pt x="511" y="357"/>
                    </a:lnTo>
                    <a:lnTo>
                      <a:pt x="361" y="430"/>
                    </a:lnTo>
                    <a:lnTo>
                      <a:pt x="240" y="502"/>
                    </a:lnTo>
                    <a:lnTo>
                      <a:pt x="150" y="588"/>
                    </a:lnTo>
                    <a:lnTo>
                      <a:pt x="60" y="674"/>
                    </a:lnTo>
                    <a:lnTo>
                      <a:pt x="0" y="760"/>
                    </a:lnTo>
                    <a:lnTo>
                      <a:pt x="0" y="978"/>
                    </a:lnTo>
                    <a:lnTo>
                      <a:pt x="0" y="978"/>
                    </a:lnTo>
                    <a:lnTo>
                      <a:pt x="0" y="164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84"/>
              <p:cNvSpPr/>
              <p:nvPr/>
            </p:nvSpPr>
            <p:spPr>
              <a:xfrm rot="10800000">
                <a:off x="4083293" y="3492959"/>
                <a:ext cx="47031" cy="51347"/>
              </a:xfrm>
              <a:custGeom>
                <a:avLst/>
                <a:gdLst/>
                <a:ahLst/>
                <a:cxnLst/>
                <a:rect l="l" t="t" r="r" b="b"/>
                <a:pathLst>
                  <a:path w="3515" h="854" extrusionOk="0">
                    <a:moveTo>
                      <a:pt x="3395" y="1"/>
                    </a:moveTo>
                    <a:lnTo>
                      <a:pt x="2884" y="14"/>
                    </a:lnTo>
                    <a:lnTo>
                      <a:pt x="2614" y="27"/>
                    </a:lnTo>
                    <a:lnTo>
                      <a:pt x="2314" y="47"/>
                    </a:lnTo>
                    <a:lnTo>
                      <a:pt x="2043" y="74"/>
                    </a:lnTo>
                    <a:lnTo>
                      <a:pt x="1773" y="100"/>
                    </a:lnTo>
                    <a:lnTo>
                      <a:pt x="1503" y="140"/>
                    </a:lnTo>
                    <a:lnTo>
                      <a:pt x="1232" y="179"/>
                    </a:lnTo>
                    <a:lnTo>
                      <a:pt x="992" y="232"/>
                    </a:lnTo>
                    <a:lnTo>
                      <a:pt x="752" y="292"/>
                    </a:lnTo>
                    <a:lnTo>
                      <a:pt x="542" y="358"/>
                    </a:lnTo>
                    <a:lnTo>
                      <a:pt x="361" y="437"/>
                    </a:lnTo>
                    <a:lnTo>
                      <a:pt x="211" y="523"/>
                    </a:lnTo>
                    <a:lnTo>
                      <a:pt x="121" y="622"/>
                    </a:lnTo>
                    <a:lnTo>
                      <a:pt x="31" y="734"/>
                    </a:lnTo>
                    <a:lnTo>
                      <a:pt x="1" y="853"/>
                    </a:lnTo>
                    <a:lnTo>
                      <a:pt x="3515" y="853"/>
                    </a:lnTo>
                    <a:lnTo>
                      <a:pt x="3515" y="100"/>
                    </a:lnTo>
                    <a:lnTo>
                      <a:pt x="3515" y="1"/>
                    </a:lnTo>
                    <a:close/>
                  </a:path>
                </a:pathLst>
              </a:custGeom>
              <a:solidFill>
                <a:srgbClr val="FF4A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84"/>
              <p:cNvSpPr/>
              <p:nvPr/>
            </p:nvSpPr>
            <p:spPr>
              <a:xfrm rot="10800000">
                <a:off x="4083293" y="3492959"/>
                <a:ext cx="47031" cy="51347"/>
              </a:xfrm>
              <a:custGeom>
                <a:avLst/>
                <a:gdLst/>
                <a:ahLst/>
                <a:cxnLst/>
                <a:rect l="l" t="t" r="r" b="b"/>
                <a:pathLst>
                  <a:path w="3515" h="854" fill="none" extrusionOk="0">
                    <a:moveTo>
                      <a:pt x="1" y="853"/>
                    </a:moveTo>
                    <a:lnTo>
                      <a:pt x="3515" y="853"/>
                    </a:lnTo>
                    <a:lnTo>
                      <a:pt x="3515" y="100"/>
                    </a:lnTo>
                    <a:lnTo>
                      <a:pt x="3515" y="100"/>
                    </a:lnTo>
                    <a:lnTo>
                      <a:pt x="3515" y="1"/>
                    </a:lnTo>
                    <a:lnTo>
                      <a:pt x="3515" y="1"/>
                    </a:lnTo>
                    <a:lnTo>
                      <a:pt x="3395" y="1"/>
                    </a:lnTo>
                    <a:lnTo>
                      <a:pt x="3395" y="1"/>
                    </a:lnTo>
                    <a:lnTo>
                      <a:pt x="2884" y="14"/>
                    </a:lnTo>
                    <a:lnTo>
                      <a:pt x="2614" y="27"/>
                    </a:lnTo>
                    <a:lnTo>
                      <a:pt x="2314" y="47"/>
                    </a:lnTo>
                    <a:lnTo>
                      <a:pt x="2043" y="74"/>
                    </a:lnTo>
                    <a:lnTo>
                      <a:pt x="1773" y="100"/>
                    </a:lnTo>
                    <a:lnTo>
                      <a:pt x="1503" y="140"/>
                    </a:lnTo>
                    <a:lnTo>
                      <a:pt x="1232" y="179"/>
                    </a:lnTo>
                    <a:lnTo>
                      <a:pt x="992" y="232"/>
                    </a:lnTo>
                    <a:lnTo>
                      <a:pt x="752" y="292"/>
                    </a:lnTo>
                    <a:lnTo>
                      <a:pt x="542" y="358"/>
                    </a:lnTo>
                    <a:lnTo>
                      <a:pt x="361" y="437"/>
                    </a:lnTo>
                    <a:lnTo>
                      <a:pt x="211" y="523"/>
                    </a:lnTo>
                    <a:lnTo>
                      <a:pt x="121" y="622"/>
                    </a:lnTo>
                    <a:lnTo>
                      <a:pt x="31" y="734"/>
                    </a:lnTo>
                    <a:lnTo>
                      <a:pt x="1" y="85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84"/>
              <p:cNvSpPr/>
              <p:nvPr/>
            </p:nvSpPr>
            <p:spPr>
              <a:xfrm rot="10800000">
                <a:off x="4029843" y="3394113"/>
                <a:ext cx="13" cy="98906"/>
              </a:xfrm>
              <a:custGeom>
                <a:avLst/>
                <a:gdLst/>
                <a:ahLst/>
                <a:cxnLst/>
                <a:rect l="l" t="t" r="r" b="b"/>
                <a:pathLst>
                  <a:path w="1" h="1645" extrusionOk="0">
                    <a:moveTo>
                      <a:pt x="1" y="1645"/>
                    </a:moveTo>
                    <a:lnTo>
                      <a:pt x="1" y="0"/>
                    </a:lnTo>
                    <a:lnTo>
                      <a:pt x="1" y="0"/>
                    </a:lnTo>
                    <a:lnTo>
                      <a:pt x="1" y="0"/>
                    </a:lnTo>
                    <a:lnTo>
                      <a:pt x="1" y="0"/>
                    </a:lnTo>
                    <a:lnTo>
                      <a:pt x="1" y="0"/>
                    </a:lnTo>
                    <a:lnTo>
                      <a:pt x="1" y="0"/>
                    </a:lnTo>
                    <a:lnTo>
                      <a:pt x="1" y="1645"/>
                    </a:lnTo>
                    <a:lnTo>
                      <a:pt x="1" y="1645"/>
                    </a:lnTo>
                    <a:lnTo>
                      <a:pt x="1" y="1645"/>
                    </a:lnTo>
                    <a:close/>
                  </a:path>
                </a:pathLst>
              </a:custGeom>
              <a:solidFill>
                <a:srgbClr val="FF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84"/>
              <p:cNvSpPr/>
              <p:nvPr/>
            </p:nvSpPr>
            <p:spPr>
              <a:xfrm rot="10800000">
                <a:off x="4029843" y="3394113"/>
                <a:ext cx="13" cy="98906"/>
              </a:xfrm>
              <a:custGeom>
                <a:avLst/>
                <a:gdLst/>
                <a:ahLst/>
                <a:cxnLst/>
                <a:rect l="l" t="t" r="r" b="b"/>
                <a:pathLst>
                  <a:path w="1" h="1645" fill="none" extrusionOk="0">
                    <a:moveTo>
                      <a:pt x="1" y="1645"/>
                    </a:moveTo>
                    <a:lnTo>
                      <a:pt x="1" y="0"/>
                    </a:lnTo>
                    <a:lnTo>
                      <a:pt x="1" y="0"/>
                    </a:lnTo>
                    <a:lnTo>
                      <a:pt x="1" y="0"/>
                    </a:lnTo>
                    <a:lnTo>
                      <a:pt x="1" y="0"/>
                    </a:lnTo>
                    <a:lnTo>
                      <a:pt x="1" y="0"/>
                    </a:lnTo>
                    <a:lnTo>
                      <a:pt x="1" y="0"/>
                    </a:lnTo>
                    <a:lnTo>
                      <a:pt x="1" y="1645"/>
                    </a:lnTo>
                    <a:lnTo>
                      <a:pt x="1" y="1645"/>
                    </a:lnTo>
                    <a:lnTo>
                      <a:pt x="1" y="164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84"/>
              <p:cNvSpPr/>
              <p:nvPr/>
            </p:nvSpPr>
            <p:spPr>
              <a:xfrm rot="10800000">
                <a:off x="4029841" y="3394113"/>
                <a:ext cx="86809" cy="98906"/>
              </a:xfrm>
              <a:custGeom>
                <a:avLst/>
                <a:gdLst/>
                <a:ahLst/>
                <a:cxnLst/>
                <a:rect l="l" t="t" r="r" b="b"/>
                <a:pathLst>
                  <a:path w="6488" h="1645" extrusionOk="0">
                    <a:moveTo>
                      <a:pt x="2493" y="0"/>
                    </a:moveTo>
                    <a:lnTo>
                      <a:pt x="2493" y="753"/>
                    </a:lnTo>
                    <a:lnTo>
                      <a:pt x="2493" y="852"/>
                    </a:lnTo>
                    <a:lnTo>
                      <a:pt x="2433" y="951"/>
                    </a:lnTo>
                    <a:lnTo>
                      <a:pt x="2343" y="1044"/>
                    </a:lnTo>
                    <a:lnTo>
                      <a:pt x="2253" y="1136"/>
                    </a:lnTo>
                    <a:lnTo>
                      <a:pt x="2133" y="1222"/>
                    </a:lnTo>
                    <a:lnTo>
                      <a:pt x="1982" y="1295"/>
                    </a:lnTo>
                    <a:lnTo>
                      <a:pt x="1802" y="1361"/>
                    </a:lnTo>
                    <a:lnTo>
                      <a:pt x="1622" y="1414"/>
                    </a:lnTo>
                    <a:lnTo>
                      <a:pt x="1262" y="1493"/>
                    </a:lnTo>
                    <a:lnTo>
                      <a:pt x="871" y="1552"/>
                    </a:lnTo>
                    <a:lnTo>
                      <a:pt x="451" y="1605"/>
                    </a:lnTo>
                    <a:lnTo>
                      <a:pt x="0" y="1645"/>
                    </a:lnTo>
                    <a:lnTo>
                      <a:pt x="6488" y="1645"/>
                    </a:lnTo>
                    <a:lnTo>
                      <a:pt x="6488" y="0"/>
                    </a:lnTo>
                    <a:close/>
                  </a:path>
                </a:pathLst>
              </a:custGeom>
              <a:solidFill>
                <a:srgbClr val="FF4A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84"/>
              <p:cNvSpPr/>
              <p:nvPr/>
            </p:nvSpPr>
            <p:spPr>
              <a:xfrm rot="10800000">
                <a:off x="4029841" y="3394113"/>
                <a:ext cx="86809" cy="98906"/>
              </a:xfrm>
              <a:custGeom>
                <a:avLst/>
                <a:gdLst/>
                <a:ahLst/>
                <a:cxnLst/>
                <a:rect l="l" t="t" r="r" b="b"/>
                <a:pathLst>
                  <a:path w="6488" h="1645" fill="none" extrusionOk="0">
                    <a:moveTo>
                      <a:pt x="6488" y="1645"/>
                    </a:moveTo>
                    <a:lnTo>
                      <a:pt x="6488" y="0"/>
                    </a:lnTo>
                    <a:lnTo>
                      <a:pt x="6488" y="0"/>
                    </a:lnTo>
                    <a:lnTo>
                      <a:pt x="6488" y="0"/>
                    </a:lnTo>
                    <a:lnTo>
                      <a:pt x="6488" y="0"/>
                    </a:lnTo>
                    <a:lnTo>
                      <a:pt x="6488" y="0"/>
                    </a:lnTo>
                    <a:lnTo>
                      <a:pt x="6337" y="0"/>
                    </a:lnTo>
                    <a:lnTo>
                      <a:pt x="6337" y="0"/>
                    </a:lnTo>
                    <a:lnTo>
                      <a:pt x="5857" y="0"/>
                    </a:lnTo>
                    <a:lnTo>
                      <a:pt x="2493" y="0"/>
                    </a:lnTo>
                    <a:lnTo>
                      <a:pt x="2493" y="753"/>
                    </a:lnTo>
                    <a:lnTo>
                      <a:pt x="2493" y="753"/>
                    </a:lnTo>
                    <a:lnTo>
                      <a:pt x="2493" y="852"/>
                    </a:lnTo>
                    <a:lnTo>
                      <a:pt x="2433" y="951"/>
                    </a:lnTo>
                    <a:lnTo>
                      <a:pt x="2343" y="1044"/>
                    </a:lnTo>
                    <a:lnTo>
                      <a:pt x="2253" y="1136"/>
                    </a:lnTo>
                    <a:lnTo>
                      <a:pt x="2133" y="1222"/>
                    </a:lnTo>
                    <a:lnTo>
                      <a:pt x="1982" y="1295"/>
                    </a:lnTo>
                    <a:lnTo>
                      <a:pt x="1802" y="1361"/>
                    </a:lnTo>
                    <a:lnTo>
                      <a:pt x="1622" y="1414"/>
                    </a:lnTo>
                    <a:lnTo>
                      <a:pt x="1622" y="1414"/>
                    </a:lnTo>
                    <a:lnTo>
                      <a:pt x="1262" y="1493"/>
                    </a:lnTo>
                    <a:lnTo>
                      <a:pt x="871" y="1552"/>
                    </a:lnTo>
                    <a:lnTo>
                      <a:pt x="451" y="1605"/>
                    </a:lnTo>
                    <a:lnTo>
                      <a:pt x="0" y="1645"/>
                    </a:lnTo>
                    <a:lnTo>
                      <a:pt x="6217" y="1645"/>
                    </a:lnTo>
                    <a:lnTo>
                      <a:pt x="6217" y="1645"/>
                    </a:lnTo>
                    <a:lnTo>
                      <a:pt x="6488" y="164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84"/>
              <p:cNvSpPr/>
              <p:nvPr/>
            </p:nvSpPr>
            <p:spPr>
              <a:xfrm rot="10800000">
                <a:off x="3978811" y="3393693"/>
                <a:ext cx="51045" cy="99326"/>
              </a:xfrm>
              <a:custGeom>
                <a:avLst/>
                <a:gdLst/>
                <a:ahLst/>
                <a:cxnLst/>
                <a:rect l="l" t="t" r="r" b="b"/>
                <a:pathLst>
                  <a:path w="3815" h="1652" extrusionOk="0">
                    <a:moveTo>
                      <a:pt x="1" y="0"/>
                    </a:moveTo>
                    <a:lnTo>
                      <a:pt x="1" y="1645"/>
                    </a:lnTo>
                    <a:lnTo>
                      <a:pt x="211" y="1651"/>
                    </a:lnTo>
                    <a:lnTo>
                      <a:pt x="571" y="1645"/>
                    </a:lnTo>
                    <a:lnTo>
                      <a:pt x="932" y="1638"/>
                    </a:lnTo>
                    <a:lnTo>
                      <a:pt x="1262" y="1618"/>
                    </a:lnTo>
                    <a:lnTo>
                      <a:pt x="1592" y="1592"/>
                    </a:lnTo>
                    <a:lnTo>
                      <a:pt x="1893" y="1566"/>
                    </a:lnTo>
                    <a:lnTo>
                      <a:pt x="2163" y="1526"/>
                    </a:lnTo>
                    <a:lnTo>
                      <a:pt x="2433" y="1486"/>
                    </a:lnTo>
                    <a:lnTo>
                      <a:pt x="2644" y="1433"/>
                    </a:lnTo>
                    <a:lnTo>
                      <a:pt x="2854" y="1374"/>
                    </a:lnTo>
                    <a:lnTo>
                      <a:pt x="3064" y="1308"/>
                    </a:lnTo>
                    <a:lnTo>
                      <a:pt x="3244" y="1235"/>
                    </a:lnTo>
                    <a:lnTo>
                      <a:pt x="3425" y="1163"/>
                    </a:lnTo>
                    <a:lnTo>
                      <a:pt x="3545" y="1090"/>
                    </a:lnTo>
                    <a:lnTo>
                      <a:pt x="3665" y="1011"/>
                    </a:lnTo>
                    <a:lnTo>
                      <a:pt x="3755" y="931"/>
                    </a:lnTo>
                    <a:lnTo>
                      <a:pt x="3785" y="846"/>
                    </a:lnTo>
                    <a:lnTo>
                      <a:pt x="3815" y="766"/>
                    </a:lnTo>
                    <a:lnTo>
                      <a:pt x="3815" y="687"/>
                    </a:lnTo>
                    <a:lnTo>
                      <a:pt x="3755" y="608"/>
                    </a:lnTo>
                    <a:lnTo>
                      <a:pt x="3665" y="528"/>
                    </a:lnTo>
                    <a:lnTo>
                      <a:pt x="3545" y="449"/>
                    </a:lnTo>
                    <a:lnTo>
                      <a:pt x="3395" y="377"/>
                    </a:lnTo>
                    <a:lnTo>
                      <a:pt x="3184" y="304"/>
                    </a:lnTo>
                    <a:lnTo>
                      <a:pt x="2914" y="238"/>
                    </a:lnTo>
                    <a:lnTo>
                      <a:pt x="2704" y="192"/>
                    </a:lnTo>
                    <a:lnTo>
                      <a:pt x="2403" y="145"/>
                    </a:lnTo>
                    <a:lnTo>
                      <a:pt x="2073" y="106"/>
                    </a:lnTo>
                    <a:lnTo>
                      <a:pt x="1713" y="73"/>
                    </a:lnTo>
                    <a:lnTo>
                      <a:pt x="1322" y="46"/>
                    </a:lnTo>
                    <a:lnTo>
                      <a:pt x="902" y="20"/>
                    </a:lnTo>
                    <a:lnTo>
                      <a:pt x="451" y="7"/>
                    </a:lnTo>
                    <a:lnTo>
                      <a:pt x="1" y="0"/>
                    </a:lnTo>
                    <a:close/>
                  </a:path>
                </a:pathLst>
              </a:custGeom>
              <a:solidFill>
                <a:srgbClr val="FF64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84"/>
              <p:cNvSpPr/>
              <p:nvPr/>
            </p:nvSpPr>
            <p:spPr>
              <a:xfrm rot="10800000">
                <a:off x="3978811" y="3393693"/>
                <a:ext cx="51045" cy="99326"/>
              </a:xfrm>
              <a:custGeom>
                <a:avLst/>
                <a:gdLst/>
                <a:ahLst/>
                <a:cxnLst/>
                <a:rect l="l" t="t" r="r" b="b"/>
                <a:pathLst>
                  <a:path w="3815" h="1652" fill="none" extrusionOk="0">
                    <a:moveTo>
                      <a:pt x="211" y="1651"/>
                    </a:moveTo>
                    <a:lnTo>
                      <a:pt x="211" y="1651"/>
                    </a:lnTo>
                    <a:lnTo>
                      <a:pt x="571" y="1645"/>
                    </a:lnTo>
                    <a:lnTo>
                      <a:pt x="932" y="1638"/>
                    </a:lnTo>
                    <a:lnTo>
                      <a:pt x="1262" y="1618"/>
                    </a:lnTo>
                    <a:lnTo>
                      <a:pt x="1592" y="1592"/>
                    </a:lnTo>
                    <a:lnTo>
                      <a:pt x="1893" y="1566"/>
                    </a:lnTo>
                    <a:lnTo>
                      <a:pt x="2163" y="1526"/>
                    </a:lnTo>
                    <a:lnTo>
                      <a:pt x="2433" y="1486"/>
                    </a:lnTo>
                    <a:lnTo>
                      <a:pt x="2644" y="1433"/>
                    </a:lnTo>
                    <a:lnTo>
                      <a:pt x="2644" y="1433"/>
                    </a:lnTo>
                    <a:lnTo>
                      <a:pt x="2854" y="1374"/>
                    </a:lnTo>
                    <a:lnTo>
                      <a:pt x="3064" y="1308"/>
                    </a:lnTo>
                    <a:lnTo>
                      <a:pt x="3244" y="1235"/>
                    </a:lnTo>
                    <a:lnTo>
                      <a:pt x="3425" y="1163"/>
                    </a:lnTo>
                    <a:lnTo>
                      <a:pt x="3545" y="1090"/>
                    </a:lnTo>
                    <a:lnTo>
                      <a:pt x="3665" y="1011"/>
                    </a:lnTo>
                    <a:lnTo>
                      <a:pt x="3755" y="931"/>
                    </a:lnTo>
                    <a:lnTo>
                      <a:pt x="3785" y="846"/>
                    </a:lnTo>
                    <a:lnTo>
                      <a:pt x="3815" y="766"/>
                    </a:lnTo>
                    <a:lnTo>
                      <a:pt x="3815" y="687"/>
                    </a:lnTo>
                    <a:lnTo>
                      <a:pt x="3755" y="608"/>
                    </a:lnTo>
                    <a:lnTo>
                      <a:pt x="3665" y="528"/>
                    </a:lnTo>
                    <a:lnTo>
                      <a:pt x="3545" y="449"/>
                    </a:lnTo>
                    <a:lnTo>
                      <a:pt x="3395" y="377"/>
                    </a:lnTo>
                    <a:lnTo>
                      <a:pt x="3184" y="304"/>
                    </a:lnTo>
                    <a:lnTo>
                      <a:pt x="2914" y="238"/>
                    </a:lnTo>
                    <a:lnTo>
                      <a:pt x="2914" y="238"/>
                    </a:lnTo>
                    <a:lnTo>
                      <a:pt x="2704" y="192"/>
                    </a:lnTo>
                    <a:lnTo>
                      <a:pt x="2403" y="145"/>
                    </a:lnTo>
                    <a:lnTo>
                      <a:pt x="2073" y="106"/>
                    </a:lnTo>
                    <a:lnTo>
                      <a:pt x="1713" y="73"/>
                    </a:lnTo>
                    <a:lnTo>
                      <a:pt x="1322" y="46"/>
                    </a:lnTo>
                    <a:lnTo>
                      <a:pt x="902" y="20"/>
                    </a:lnTo>
                    <a:lnTo>
                      <a:pt x="451" y="7"/>
                    </a:lnTo>
                    <a:lnTo>
                      <a:pt x="1" y="0"/>
                    </a:lnTo>
                    <a:lnTo>
                      <a:pt x="1" y="1645"/>
                    </a:lnTo>
                    <a:lnTo>
                      <a:pt x="1" y="1645"/>
                    </a:lnTo>
                    <a:lnTo>
                      <a:pt x="211" y="165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84"/>
              <p:cNvSpPr/>
              <p:nvPr/>
            </p:nvSpPr>
            <p:spPr>
              <a:xfrm rot="10800000">
                <a:off x="4146372" y="3394113"/>
                <a:ext cx="326726" cy="96140"/>
              </a:xfrm>
              <a:custGeom>
                <a:avLst/>
                <a:gdLst/>
                <a:ahLst/>
                <a:cxnLst/>
                <a:rect l="l" t="t" r="r" b="b"/>
                <a:pathLst>
                  <a:path w="24419" h="1599" extrusionOk="0">
                    <a:moveTo>
                      <a:pt x="13966" y="0"/>
                    </a:moveTo>
                    <a:lnTo>
                      <a:pt x="13936" y="93"/>
                    </a:lnTo>
                    <a:lnTo>
                      <a:pt x="13906" y="185"/>
                    </a:lnTo>
                    <a:lnTo>
                      <a:pt x="13846" y="271"/>
                    </a:lnTo>
                    <a:lnTo>
                      <a:pt x="13726" y="357"/>
                    </a:lnTo>
                    <a:lnTo>
                      <a:pt x="13606" y="443"/>
                    </a:lnTo>
                    <a:lnTo>
                      <a:pt x="13426" y="515"/>
                    </a:lnTo>
                    <a:lnTo>
                      <a:pt x="13216" y="582"/>
                    </a:lnTo>
                    <a:lnTo>
                      <a:pt x="12945" y="634"/>
                    </a:lnTo>
                    <a:lnTo>
                      <a:pt x="12645" y="694"/>
                    </a:lnTo>
                    <a:lnTo>
                      <a:pt x="12285" y="740"/>
                    </a:lnTo>
                    <a:lnTo>
                      <a:pt x="11894" y="786"/>
                    </a:lnTo>
                    <a:lnTo>
                      <a:pt x="11504" y="826"/>
                    </a:lnTo>
                    <a:lnTo>
                      <a:pt x="11113" y="852"/>
                    </a:lnTo>
                    <a:lnTo>
                      <a:pt x="10693" y="879"/>
                    </a:lnTo>
                    <a:lnTo>
                      <a:pt x="10242" y="892"/>
                    </a:lnTo>
                    <a:lnTo>
                      <a:pt x="9491" y="892"/>
                    </a:lnTo>
                    <a:lnTo>
                      <a:pt x="9191" y="885"/>
                    </a:lnTo>
                    <a:lnTo>
                      <a:pt x="8861" y="872"/>
                    </a:lnTo>
                    <a:lnTo>
                      <a:pt x="8560" y="846"/>
                    </a:lnTo>
                    <a:lnTo>
                      <a:pt x="8260" y="819"/>
                    </a:lnTo>
                    <a:lnTo>
                      <a:pt x="7990" y="786"/>
                    </a:lnTo>
                    <a:lnTo>
                      <a:pt x="7719" y="747"/>
                    </a:lnTo>
                    <a:lnTo>
                      <a:pt x="7449" y="700"/>
                    </a:lnTo>
                    <a:lnTo>
                      <a:pt x="7239" y="648"/>
                    </a:lnTo>
                    <a:lnTo>
                      <a:pt x="7028" y="588"/>
                    </a:lnTo>
                    <a:lnTo>
                      <a:pt x="6848" y="515"/>
                    </a:lnTo>
                    <a:lnTo>
                      <a:pt x="6698" y="430"/>
                    </a:lnTo>
                    <a:lnTo>
                      <a:pt x="6548" y="344"/>
                    </a:lnTo>
                    <a:lnTo>
                      <a:pt x="6458" y="251"/>
                    </a:lnTo>
                    <a:lnTo>
                      <a:pt x="6368" y="152"/>
                    </a:lnTo>
                    <a:lnTo>
                      <a:pt x="6338" y="53"/>
                    </a:lnTo>
                    <a:lnTo>
                      <a:pt x="6308" y="132"/>
                    </a:lnTo>
                    <a:lnTo>
                      <a:pt x="6248" y="212"/>
                    </a:lnTo>
                    <a:lnTo>
                      <a:pt x="6127" y="284"/>
                    </a:lnTo>
                    <a:lnTo>
                      <a:pt x="6007" y="357"/>
                    </a:lnTo>
                    <a:lnTo>
                      <a:pt x="5827" y="423"/>
                    </a:lnTo>
                    <a:lnTo>
                      <a:pt x="5647" y="482"/>
                    </a:lnTo>
                    <a:lnTo>
                      <a:pt x="5407" y="542"/>
                    </a:lnTo>
                    <a:lnTo>
                      <a:pt x="5166" y="601"/>
                    </a:lnTo>
                    <a:lnTo>
                      <a:pt x="4926" y="641"/>
                    </a:lnTo>
                    <a:lnTo>
                      <a:pt x="4626" y="674"/>
                    </a:lnTo>
                    <a:lnTo>
                      <a:pt x="4295" y="707"/>
                    </a:lnTo>
                    <a:lnTo>
                      <a:pt x="3905" y="733"/>
                    </a:lnTo>
                    <a:lnTo>
                      <a:pt x="3484" y="753"/>
                    </a:lnTo>
                    <a:lnTo>
                      <a:pt x="3064" y="766"/>
                    </a:lnTo>
                    <a:lnTo>
                      <a:pt x="2613" y="780"/>
                    </a:lnTo>
                    <a:lnTo>
                      <a:pt x="0" y="780"/>
                    </a:lnTo>
                    <a:lnTo>
                      <a:pt x="0" y="1017"/>
                    </a:lnTo>
                    <a:lnTo>
                      <a:pt x="511" y="971"/>
                    </a:lnTo>
                    <a:lnTo>
                      <a:pt x="1052" y="938"/>
                    </a:lnTo>
                    <a:lnTo>
                      <a:pt x="1652" y="918"/>
                    </a:lnTo>
                    <a:lnTo>
                      <a:pt x="2253" y="912"/>
                    </a:lnTo>
                    <a:lnTo>
                      <a:pt x="2703" y="918"/>
                    </a:lnTo>
                    <a:lnTo>
                      <a:pt x="9101" y="918"/>
                    </a:lnTo>
                    <a:lnTo>
                      <a:pt x="9551" y="912"/>
                    </a:lnTo>
                    <a:lnTo>
                      <a:pt x="10002" y="918"/>
                    </a:lnTo>
                    <a:lnTo>
                      <a:pt x="10422" y="932"/>
                    </a:lnTo>
                    <a:lnTo>
                      <a:pt x="10843" y="951"/>
                    </a:lnTo>
                    <a:lnTo>
                      <a:pt x="11233" y="984"/>
                    </a:lnTo>
                    <a:lnTo>
                      <a:pt x="11594" y="1031"/>
                    </a:lnTo>
                    <a:lnTo>
                      <a:pt x="11924" y="1077"/>
                    </a:lnTo>
                    <a:lnTo>
                      <a:pt x="12194" y="1143"/>
                    </a:lnTo>
                    <a:lnTo>
                      <a:pt x="12435" y="1216"/>
                    </a:lnTo>
                    <a:lnTo>
                      <a:pt x="12675" y="1315"/>
                    </a:lnTo>
                    <a:lnTo>
                      <a:pt x="12885" y="1407"/>
                    </a:lnTo>
                    <a:lnTo>
                      <a:pt x="13035" y="1506"/>
                    </a:lnTo>
                    <a:lnTo>
                      <a:pt x="13126" y="1599"/>
                    </a:lnTo>
                    <a:lnTo>
                      <a:pt x="14087" y="1599"/>
                    </a:lnTo>
                    <a:lnTo>
                      <a:pt x="14537" y="1592"/>
                    </a:lnTo>
                    <a:lnTo>
                      <a:pt x="14958" y="1599"/>
                    </a:lnTo>
                    <a:lnTo>
                      <a:pt x="16700" y="1599"/>
                    </a:lnTo>
                    <a:lnTo>
                      <a:pt x="16249" y="1572"/>
                    </a:lnTo>
                    <a:lnTo>
                      <a:pt x="15829" y="1533"/>
                    </a:lnTo>
                    <a:lnTo>
                      <a:pt x="15408" y="1480"/>
                    </a:lnTo>
                    <a:lnTo>
                      <a:pt x="15228" y="1453"/>
                    </a:lnTo>
                    <a:lnTo>
                      <a:pt x="15048" y="1414"/>
                    </a:lnTo>
                    <a:lnTo>
                      <a:pt x="14777" y="1354"/>
                    </a:lnTo>
                    <a:lnTo>
                      <a:pt x="14567" y="1275"/>
                    </a:lnTo>
                    <a:lnTo>
                      <a:pt x="14357" y="1189"/>
                    </a:lnTo>
                    <a:lnTo>
                      <a:pt x="14177" y="1090"/>
                    </a:lnTo>
                    <a:lnTo>
                      <a:pt x="14057" y="978"/>
                    </a:lnTo>
                    <a:lnTo>
                      <a:pt x="13966" y="866"/>
                    </a:lnTo>
                    <a:lnTo>
                      <a:pt x="13936" y="753"/>
                    </a:lnTo>
                    <a:lnTo>
                      <a:pt x="13966" y="634"/>
                    </a:lnTo>
                    <a:lnTo>
                      <a:pt x="13966" y="0"/>
                    </a:lnTo>
                    <a:close/>
                    <a:moveTo>
                      <a:pt x="21505" y="846"/>
                    </a:moveTo>
                    <a:lnTo>
                      <a:pt x="21475" y="918"/>
                    </a:lnTo>
                    <a:lnTo>
                      <a:pt x="21415" y="991"/>
                    </a:lnTo>
                    <a:lnTo>
                      <a:pt x="21325" y="1064"/>
                    </a:lnTo>
                    <a:lnTo>
                      <a:pt x="21235" y="1130"/>
                    </a:lnTo>
                    <a:lnTo>
                      <a:pt x="21085" y="1196"/>
                    </a:lnTo>
                    <a:lnTo>
                      <a:pt x="20935" y="1255"/>
                    </a:lnTo>
                    <a:lnTo>
                      <a:pt x="20754" y="1308"/>
                    </a:lnTo>
                    <a:lnTo>
                      <a:pt x="20544" y="1354"/>
                    </a:lnTo>
                    <a:lnTo>
                      <a:pt x="20304" y="1394"/>
                    </a:lnTo>
                    <a:lnTo>
                      <a:pt x="20033" y="1440"/>
                    </a:lnTo>
                    <a:lnTo>
                      <a:pt x="19733" y="1473"/>
                    </a:lnTo>
                    <a:lnTo>
                      <a:pt x="19433" y="1506"/>
                    </a:lnTo>
                    <a:lnTo>
                      <a:pt x="19132" y="1539"/>
                    </a:lnTo>
                    <a:lnTo>
                      <a:pt x="18802" y="1559"/>
                    </a:lnTo>
                    <a:lnTo>
                      <a:pt x="18472" y="1579"/>
                    </a:lnTo>
                    <a:lnTo>
                      <a:pt x="18141" y="1599"/>
                    </a:lnTo>
                    <a:lnTo>
                      <a:pt x="24419" y="1599"/>
                    </a:lnTo>
                    <a:lnTo>
                      <a:pt x="24058" y="1572"/>
                    </a:lnTo>
                    <a:lnTo>
                      <a:pt x="23698" y="1546"/>
                    </a:lnTo>
                    <a:lnTo>
                      <a:pt x="23307" y="1506"/>
                    </a:lnTo>
                    <a:lnTo>
                      <a:pt x="22947" y="1460"/>
                    </a:lnTo>
                    <a:lnTo>
                      <a:pt x="22586" y="1414"/>
                    </a:lnTo>
                    <a:lnTo>
                      <a:pt x="22286" y="1354"/>
                    </a:lnTo>
                    <a:lnTo>
                      <a:pt x="22046" y="1282"/>
                    </a:lnTo>
                    <a:lnTo>
                      <a:pt x="21866" y="1202"/>
                    </a:lnTo>
                    <a:lnTo>
                      <a:pt x="21715" y="1123"/>
                    </a:lnTo>
                    <a:lnTo>
                      <a:pt x="21595" y="1031"/>
                    </a:lnTo>
                    <a:lnTo>
                      <a:pt x="21535" y="938"/>
                    </a:lnTo>
                    <a:lnTo>
                      <a:pt x="21505" y="846"/>
                    </a:lnTo>
                    <a:close/>
                  </a:path>
                </a:pathLst>
              </a:custGeom>
              <a:solidFill>
                <a:srgbClr val="FF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84"/>
              <p:cNvSpPr/>
              <p:nvPr/>
            </p:nvSpPr>
            <p:spPr>
              <a:xfrm rot="10800000">
                <a:off x="4388297" y="3492177"/>
                <a:ext cx="13" cy="842"/>
              </a:xfrm>
              <a:custGeom>
                <a:avLst/>
                <a:gdLst/>
                <a:ahLst/>
                <a:cxnLst/>
                <a:rect l="l" t="t" r="r" b="b"/>
                <a:pathLst>
                  <a:path w="1" h="14" fill="none" extrusionOk="0">
                    <a:moveTo>
                      <a:pt x="1" y="13"/>
                    </a:moveTo>
                    <a:lnTo>
                      <a:pt x="1" y="13"/>
                    </a:lnTo>
                    <a:lnTo>
                      <a:pt x="1" y="0"/>
                    </a:lnTo>
                    <a:lnTo>
                      <a:pt x="1" y="0"/>
                    </a:lnTo>
                    <a:lnTo>
                      <a:pt x="1" y="0"/>
                    </a:lnTo>
                    <a:lnTo>
                      <a:pt x="1" y="1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84"/>
              <p:cNvSpPr/>
              <p:nvPr/>
            </p:nvSpPr>
            <p:spPr>
              <a:xfrm rot="10800000">
                <a:off x="4184953" y="3446542"/>
                <a:ext cx="13" cy="46477"/>
              </a:xfrm>
              <a:custGeom>
                <a:avLst/>
                <a:gdLst/>
                <a:ahLst/>
                <a:cxnLst/>
                <a:rect l="l" t="t" r="r" b="b"/>
                <a:pathLst>
                  <a:path w="1" h="773" fill="none" extrusionOk="0">
                    <a:moveTo>
                      <a:pt x="0" y="773"/>
                    </a:moveTo>
                    <a:lnTo>
                      <a:pt x="0" y="773"/>
                    </a:lnTo>
                    <a:lnTo>
                      <a:pt x="0" y="773"/>
                    </a:lnTo>
                    <a:lnTo>
                      <a:pt x="0" y="0"/>
                    </a:lnTo>
                    <a:lnTo>
                      <a:pt x="0" y="760"/>
                    </a:lnTo>
                    <a:lnTo>
                      <a:pt x="0" y="760"/>
                    </a:lnTo>
                    <a:lnTo>
                      <a:pt x="0" y="77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84"/>
              <p:cNvSpPr/>
              <p:nvPr/>
            </p:nvSpPr>
            <p:spPr>
              <a:xfrm rot="10800000">
                <a:off x="4146378" y="3394114"/>
                <a:ext cx="84000" cy="45334"/>
              </a:xfrm>
              <a:custGeom>
                <a:avLst/>
                <a:gdLst/>
                <a:ahLst/>
                <a:cxnLst/>
                <a:rect l="l" t="t" r="r" b="b"/>
                <a:pathLst>
                  <a:path w="6278" h="754" fill="none" extrusionOk="0">
                    <a:moveTo>
                      <a:pt x="0" y="754"/>
                    </a:moveTo>
                    <a:lnTo>
                      <a:pt x="6278" y="754"/>
                    </a:lnTo>
                    <a:lnTo>
                      <a:pt x="6278" y="754"/>
                    </a:lnTo>
                    <a:lnTo>
                      <a:pt x="5917" y="727"/>
                    </a:lnTo>
                    <a:lnTo>
                      <a:pt x="5557" y="701"/>
                    </a:lnTo>
                    <a:lnTo>
                      <a:pt x="5166" y="661"/>
                    </a:lnTo>
                    <a:lnTo>
                      <a:pt x="4806" y="615"/>
                    </a:lnTo>
                    <a:lnTo>
                      <a:pt x="4806" y="615"/>
                    </a:lnTo>
                    <a:lnTo>
                      <a:pt x="4445" y="569"/>
                    </a:lnTo>
                    <a:lnTo>
                      <a:pt x="4145" y="509"/>
                    </a:lnTo>
                    <a:lnTo>
                      <a:pt x="3905" y="437"/>
                    </a:lnTo>
                    <a:lnTo>
                      <a:pt x="3725" y="357"/>
                    </a:lnTo>
                    <a:lnTo>
                      <a:pt x="3574" y="278"/>
                    </a:lnTo>
                    <a:lnTo>
                      <a:pt x="3454" y="186"/>
                    </a:lnTo>
                    <a:lnTo>
                      <a:pt x="3394" y="93"/>
                    </a:lnTo>
                    <a:lnTo>
                      <a:pt x="3364" y="1"/>
                    </a:lnTo>
                    <a:lnTo>
                      <a:pt x="3364" y="1"/>
                    </a:lnTo>
                    <a:lnTo>
                      <a:pt x="3334" y="73"/>
                    </a:lnTo>
                    <a:lnTo>
                      <a:pt x="3274" y="146"/>
                    </a:lnTo>
                    <a:lnTo>
                      <a:pt x="3184" y="219"/>
                    </a:lnTo>
                    <a:lnTo>
                      <a:pt x="3094" y="285"/>
                    </a:lnTo>
                    <a:lnTo>
                      <a:pt x="2944" y="351"/>
                    </a:lnTo>
                    <a:lnTo>
                      <a:pt x="2794" y="410"/>
                    </a:lnTo>
                    <a:lnTo>
                      <a:pt x="2613" y="463"/>
                    </a:lnTo>
                    <a:lnTo>
                      <a:pt x="2403" y="509"/>
                    </a:lnTo>
                    <a:lnTo>
                      <a:pt x="2403" y="509"/>
                    </a:lnTo>
                    <a:lnTo>
                      <a:pt x="2163" y="549"/>
                    </a:lnTo>
                    <a:lnTo>
                      <a:pt x="1892" y="595"/>
                    </a:lnTo>
                    <a:lnTo>
                      <a:pt x="1592" y="628"/>
                    </a:lnTo>
                    <a:lnTo>
                      <a:pt x="1292" y="661"/>
                    </a:lnTo>
                    <a:lnTo>
                      <a:pt x="991" y="694"/>
                    </a:lnTo>
                    <a:lnTo>
                      <a:pt x="661" y="714"/>
                    </a:lnTo>
                    <a:lnTo>
                      <a:pt x="331" y="734"/>
                    </a:lnTo>
                    <a:lnTo>
                      <a:pt x="0" y="75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84"/>
              <p:cNvSpPr/>
              <p:nvPr/>
            </p:nvSpPr>
            <p:spPr>
              <a:xfrm rot="10800000">
                <a:off x="4249652" y="3394113"/>
                <a:ext cx="223446" cy="98906"/>
              </a:xfrm>
              <a:custGeom>
                <a:avLst/>
                <a:gdLst/>
                <a:ahLst/>
                <a:cxnLst/>
                <a:rect l="l" t="t" r="r" b="b"/>
                <a:pathLst>
                  <a:path w="16700" h="1645" fill="none" extrusionOk="0">
                    <a:moveTo>
                      <a:pt x="13126" y="1645"/>
                    </a:moveTo>
                    <a:lnTo>
                      <a:pt x="14087" y="1645"/>
                    </a:lnTo>
                    <a:lnTo>
                      <a:pt x="14087" y="1645"/>
                    </a:lnTo>
                    <a:lnTo>
                      <a:pt x="14537" y="1638"/>
                    </a:lnTo>
                    <a:lnTo>
                      <a:pt x="14537" y="1638"/>
                    </a:lnTo>
                    <a:lnTo>
                      <a:pt x="14958" y="1645"/>
                    </a:lnTo>
                    <a:lnTo>
                      <a:pt x="16700" y="1645"/>
                    </a:lnTo>
                    <a:lnTo>
                      <a:pt x="16700" y="1645"/>
                    </a:lnTo>
                    <a:lnTo>
                      <a:pt x="16249" y="1618"/>
                    </a:lnTo>
                    <a:lnTo>
                      <a:pt x="15829" y="1579"/>
                    </a:lnTo>
                    <a:lnTo>
                      <a:pt x="15408" y="1526"/>
                    </a:lnTo>
                    <a:lnTo>
                      <a:pt x="15228" y="1499"/>
                    </a:lnTo>
                    <a:lnTo>
                      <a:pt x="15048" y="1460"/>
                    </a:lnTo>
                    <a:lnTo>
                      <a:pt x="15048" y="1460"/>
                    </a:lnTo>
                    <a:lnTo>
                      <a:pt x="14777" y="1400"/>
                    </a:lnTo>
                    <a:lnTo>
                      <a:pt x="14567" y="1321"/>
                    </a:lnTo>
                    <a:lnTo>
                      <a:pt x="14357" y="1235"/>
                    </a:lnTo>
                    <a:lnTo>
                      <a:pt x="14177" y="1136"/>
                    </a:lnTo>
                    <a:lnTo>
                      <a:pt x="14057" y="1024"/>
                    </a:lnTo>
                    <a:lnTo>
                      <a:pt x="13966" y="912"/>
                    </a:lnTo>
                    <a:lnTo>
                      <a:pt x="13936" y="799"/>
                    </a:lnTo>
                    <a:lnTo>
                      <a:pt x="13966" y="680"/>
                    </a:lnTo>
                    <a:lnTo>
                      <a:pt x="13966" y="0"/>
                    </a:lnTo>
                    <a:lnTo>
                      <a:pt x="13966" y="46"/>
                    </a:lnTo>
                    <a:lnTo>
                      <a:pt x="13966" y="46"/>
                    </a:lnTo>
                    <a:lnTo>
                      <a:pt x="13936" y="139"/>
                    </a:lnTo>
                    <a:lnTo>
                      <a:pt x="13906" y="231"/>
                    </a:lnTo>
                    <a:lnTo>
                      <a:pt x="13846" y="317"/>
                    </a:lnTo>
                    <a:lnTo>
                      <a:pt x="13726" y="403"/>
                    </a:lnTo>
                    <a:lnTo>
                      <a:pt x="13606" y="489"/>
                    </a:lnTo>
                    <a:lnTo>
                      <a:pt x="13426" y="561"/>
                    </a:lnTo>
                    <a:lnTo>
                      <a:pt x="13216" y="628"/>
                    </a:lnTo>
                    <a:lnTo>
                      <a:pt x="12945" y="680"/>
                    </a:lnTo>
                    <a:lnTo>
                      <a:pt x="12945" y="680"/>
                    </a:lnTo>
                    <a:lnTo>
                      <a:pt x="12645" y="740"/>
                    </a:lnTo>
                    <a:lnTo>
                      <a:pt x="12285" y="786"/>
                    </a:lnTo>
                    <a:lnTo>
                      <a:pt x="11894" y="832"/>
                    </a:lnTo>
                    <a:lnTo>
                      <a:pt x="11504" y="872"/>
                    </a:lnTo>
                    <a:lnTo>
                      <a:pt x="11113" y="898"/>
                    </a:lnTo>
                    <a:lnTo>
                      <a:pt x="10693" y="925"/>
                    </a:lnTo>
                    <a:lnTo>
                      <a:pt x="10242" y="938"/>
                    </a:lnTo>
                    <a:lnTo>
                      <a:pt x="9822" y="938"/>
                    </a:lnTo>
                    <a:lnTo>
                      <a:pt x="9822" y="938"/>
                    </a:lnTo>
                    <a:lnTo>
                      <a:pt x="9491" y="938"/>
                    </a:lnTo>
                    <a:lnTo>
                      <a:pt x="9191" y="931"/>
                    </a:lnTo>
                    <a:lnTo>
                      <a:pt x="8861" y="918"/>
                    </a:lnTo>
                    <a:lnTo>
                      <a:pt x="8560" y="892"/>
                    </a:lnTo>
                    <a:lnTo>
                      <a:pt x="8260" y="865"/>
                    </a:lnTo>
                    <a:lnTo>
                      <a:pt x="7990" y="832"/>
                    </a:lnTo>
                    <a:lnTo>
                      <a:pt x="7719" y="793"/>
                    </a:lnTo>
                    <a:lnTo>
                      <a:pt x="7449" y="746"/>
                    </a:lnTo>
                    <a:lnTo>
                      <a:pt x="7449" y="746"/>
                    </a:lnTo>
                    <a:lnTo>
                      <a:pt x="7239" y="694"/>
                    </a:lnTo>
                    <a:lnTo>
                      <a:pt x="7028" y="634"/>
                    </a:lnTo>
                    <a:lnTo>
                      <a:pt x="6848" y="561"/>
                    </a:lnTo>
                    <a:lnTo>
                      <a:pt x="6698" y="476"/>
                    </a:lnTo>
                    <a:lnTo>
                      <a:pt x="6548" y="390"/>
                    </a:lnTo>
                    <a:lnTo>
                      <a:pt x="6458" y="297"/>
                    </a:lnTo>
                    <a:lnTo>
                      <a:pt x="6368" y="198"/>
                    </a:lnTo>
                    <a:lnTo>
                      <a:pt x="6338" y="99"/>
                    </a:lnTo>
                    <a:lnTo>
                      <a:pt x="6338" y="99"/>
                    </a:lnTo>
                    <a:lnTo>
                      <a:pt x="6308" y="178"/>
                    </a:lnTo>
                    <a:lnTo>
                      <a:pt x="6248" y="258"/>
                    </a:lnTo>
                    <a:lnTo>
                      <a:pt x="6127" y="330"/>
                    </a:lnTo>
                    <a:lnTo>
                      <a:pt x="6007" y="403"/>
                    </a:lnTo>
                    <a:lnTo>
                      <a:pt x="5827" y="469"/>
                    </a:lnTo>
                    <a:lnTo>
                      <a:pt x="5647" y="528"/>
                    </a:lnTo>
                    <a:lnTo>
                      <a:pt x="5407" y="588"/>
                    </a:lnTo>
                    <a:lnTo>
                      <a:pt x="5166" y="647"/>
                    </a:lnTo>
                    <a:lnTo>
                      <a:pt x="5166" y="647"/>
                    </a:lnTo>
                    <a:lnTo>
                      <a:pt x="4926" y="687"/>
                    </a:lnTo>
                    <a:lnTo>
                      <a:pt x="4626" y="720"/>
                    </a:lnTo>
                    <a:lnTo>
                      <a:pt x="4295" y="753"/>
                    </a:lnTo>
                    <a:lnTo>
                      <a:pt x="3905" y="779"/>
                    </a:lnTo>
                    <a:lnTo>
                      <a:pt x="3484" y="799"/>
                    </a:lnTo>
                    <a:lnTo>
                      <a:pt x="3064" y="812"/>
                    </a:lnTo>
                    <a:lnTo>
                      <a:pt x="2613" y="826"/>
                    </a:lnTo>
                    <a:lnTo>
                      <a:pt x="2133" y="826"/>
                    </a:lnTo>
                    <a:lnTo>
                      <a:pt x="0" y="826"/>
                    </a:lnTo>
                    <a:lnTo>
                      <a:pt x="0" y="1063"/>
                    </a:lnTo>
                    <a:lnTo>
                      <a:pt x="0" y="1063"/>
                    </a:lnTo>
                    <a:lnTo>
                      <a:pt x="511" y="1017"/>
                    </a:lnTo>
                    <a:lnTo>
                      <a:pt x="1052" y="984"/>
                    </a:lnTo>
                    <a:lnTo>
                      <a:pt x="1652" y="964"/>
                    </a:lnTo>
                    <a:lnTo>
                      <a:pt x="2253" y="958"/>
                    </a:lnTo>
                    <a:lnTo>
                      <a:pt x="2253" y="958"/>
                    </a:lnTo>
                    <a:lnTo>
                      <a:pt x="2703" y="964"/>
                    </a:lnTo>
                    <a:lnTo>
                      <a:pt x="9101" y="964"/>
                    </a:lnTo>
                    <a:lnTo>
                      <a:pt x="9101" y="964"/>
                    </a:lnTo>
                    <a:lnTo>
                      <a:pt x="9551" y="958"/>
                    </a:lnTo>
                    <a:lnTo>
                      <a:pt x="9551" y="958"/>
                    </a:lnTo>
                    <a:lnTo>
                      <a:pt x="10002" y="964"/>
                    </a:lnTo>
                    <a:lnTo>
                      <a:pt x="10422" y="978"/>
                    </a:lnTo>
                    <a:lnTo>
                      <a:pt x="10843" y="997"/>
                    </a:lnTo>
                    <a:lnTo>
                      <a:pt x="11233" y="1030"/>
                    </a:lnTo>
                    <a:lnTo>
                      <a:pt x="11594" y="1077"/>
                    </a:lnTo>
                    <a:lnTo>
                      <a:pt x="11924" y="1123"/>
                    </a:lnTo>
                    <a:lnTo>
                      <a:pt x="12194" y="1189"/>
                    </a:lnTo>
                    <a:lnTo>
                      <a:pt x="12435" y="1262"/>
                    </a:lnTo>
                    <a:lnTo>
                      <a:pt x="12435" y="1262"/>
                    </a:lnTo>
                    <a:lnTo>
                      <a:pt x="12675" y="1361"/>
                    </a:lnTo>
                    <a:lnTo>
                      <a:pt x="12885" y="1453"/>
                    </a:lnTo>
                    <a:lnTo>
                      <a:pt x="13035" y="1552"/>
                    </a:lnTo>
                    <a:lnTo>
                      <a:pt x="13126" y="164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84"/>
              <p:cNvSpPr/>
              <p:nvPr/>
            </p:nvSpPr>
            <p:spPr>
              <a:xfrm rot="10800000">
                <a:off x="4473083" y="3396458"/>
                <a:ext cx="54671" cy="46958"/>
              </a:xfrm>
              <a:custGeom>
                <a:avLst/>
                <a:gdLst/>
                <a:ahLst/>
                <a:cxnLst/>
                <a:rect l="l" t="t" r="r" b="b"/>
                <a:pathLst>
                  <a:path w="4086" h="781" extrusionOk="0">
                    <a:moveTo>
                      <a:pt x="1" y="1"/>
                    </a:moveTo>
                    <a:lnTo>
                      <a:pt x="1" y="100"/>
                    </a:lnTo>
                    <a:lnTo>
                      <a:pt x="31" y="192"/>
                    </a:lnTo>
                    <a:lnTo>
                      <a:pt x="121" y="278"/>
                    </a:lnTo>
                    <a:lnTo>
                      <a:pt x="271" y="357"/>
                    </a:lnTo>
                    <a:lnTo>
                      <a:pt x="421" y="437"/>
                    </a:lnTo>
                    <a:lnTo>
                      <a:pt x="631" y="509"/>
                    </a:lnTo>
                    <a:lnTo>
                      <a:pt x="902" y="582"/>
                    </a:lnTo>
                    <a:lnTo>
                      <a:pt x="1172" y="648"/>
                    </a:lnTo>
                    <a:lnTo>
                      <a:pt x="1412" y="681"/>
                    </a:lnTo>
                    <a:lnTo>
                      <a:pt x="1683" y="721"/>
                    </a:lnTo>
                    <a:lnTo>
                      <a:pt x="2013" y="754"/>
                    </a:lnTo>
                    <a:lnTo>
                      <a:pt x="2373" y="780"/>
                    </a:lnTo>
                    <a:lnTo>
                      <a:pt x="2403" y="721"/>
                    </a:lnTo>
                    <a:lnTo>
                      <a:pt x="2433" y="668"/>
                    </a:lnTo>
                    <a:lnTo>
                      <a:pt x="2524" y="615"/>
                    </a:lnTo>
                    <a:lnTo>
                      <a:pt x="2614" y="556"/>
                    </a:lnTo>
                    <a:lnTo>
                      <a:pt x="2734" y="509"/>
                    </a:lnTo>
                    <a:lnTo>
                      <a:pt x="2884" y="456"/>
                    </a:lnTo>
                    <a:lnTo>
                      <a:pt x="3034" y="410"/>
                    </a:lnTo>
                    <a:lnTo>
                      <a:pt x="3244" y="364"/>
                    </a:lnTo>
                    <a:lnTo>
                      <a:pt x="3425" y="331"/>
                    </a:lnTo>
                    <a:lnTo>
                      <a:pt x="3605" y="298"/>
                    </a:lnTo>
                    <a:lnTo>
                      <a:pt x="3845" y="265"/>
                    </a:lnTo>
                    <a:lnTo>
                      <a:pt x="4085" y="238"/>
                    </a:lnTo>
                    <a:lnTo>
                      <a:pt x="4085" y="1"/>
                    </a:lnTo>
                    <a:close/>
                  </a:path>
                </a:pathLst>
              </a:custGeom>
              <a:solidFill>
                <a:srgbClr val="3683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84"/>
              <p:cNvSpPr/>
              <p:nvPr/>
            </p:nvSpPr>
            <p:spPr>
              <a:xfrm rot="10800000">
                <a:off x="4473083" y="3396458"/>
                <a:ext cx="54671" cy="46958"/>
              </a:xfrm>
              <a:custGeom>
                <a:avLst/>
                <a:gdLst/>
                <a:ahLst/>
                <a:cxnLst/>
                <a:rect l="l" t="t" r="r" b="b"/>
                <a:pathLst>
                  <a:path w="4086" h="781" fill="none" extrusionOk="0">
                    <a:moveTo>
                      <a:pt x="2373" y="780"/>
                    </a:moveTo>
                    <a:lnTo>
                      <a:pt x="2373" y="780"/>
                    </a:lnTo>
                    <a:lnTo>
                      <a:pt x="2403" y="721"/>
                    </a:lnTo>
                    <a:lnTo>
                      <a:pt x="2433" y="668"/>
                    </a:lnTo>
                    <a:lnTo>
                      <a:pt x="2524" y="615"/>
                    </a:lnTo>
                    <a:lnTo>
                      <a:pt x="2614" y="556"/>
                    </a:lnTo>
                    <a:lnTo>
                      <a:pt x="2734" y="509"/>
                    </a:lnTo>
                    <a:lnTo>
                      <a:pt x="2884" y="456"/>
                    </a:lnTo>
                    <a:lnTo>
                      <a:pt x="3034" y="410"/>
                    </a:lnTo>
                    <a:lnTo>
                      <a:pt x="3244" y="364"/>
                    </a:lnTo>
                    <a:lnTo>
                      <a:pt x="3244" y="364"/>
                    </a:lnTo>
                    <a:lnTo>
                      <a:pt x="3425" y="331"/>
                    </a:lnTo>
                    <a:lnTo>
                      <a:pt x="3605" y="298"/>
                    </a:lnTo>
                    <a:lnTo>
                      <a:pt x="3845" y="265"/>
                    </a:lnTo>
                    <a:lnTo>
                      <a:pt x="4085" y="238"/>
                    </a:lnTo>
                    <a:lnTo>
                      <a:pt x="4085" y="1"/>
                    </a:lnTo>
                    <a:lnTo>
                      <a:pt x="1" y="1"/>
                    </a:lnTo>
                    <a:lnTo>
                      <a:pt x="1" y="1"/>
                    </a:lnTo>
                    <a:lnTo>
                      <a:pt x="1" y="100"/>
                    </a:lnTo>
                    <a:lnTo>
                      <a:pt x="31" y="192"/>
                    </a:lnTo>
                    <a:lnTo>
                      <a:pt x="121" y="278"/>
                    </a:lnTo>
                    <a:lnTo>
                      <a:pt x="271" y="357"/>
                    </a:lnTo>
                    <a:lnTo>
                      <a:pt x="421" y="437"/>
                    </a:lnTo>
                    <a:lnTo>
                      <a:pt x="631" y="509"/>
                    </a:lnTo>
                    <a:lnTo>
                      <a:pt x="902" y="582"/>
                    </a:lnTo>
                    <a:lnTo>
                      <a:pt x="1172" y="648"/>
                    </a:lnTo>
                    <a:lnTo>
                      <a:pt x="1172" y="648"/>
                    </a:lnTo>
                    <a:lnTo>
                      <a:pt x="1412" y="681"/>
                    </a:lnTo>
                    <a:lnTo>
                      <a:pt x="1683" y="721"/>
                    </a:lnTo>
                    <a:lnTo>
                      <a:pt x="2013" y="754"/>
                    </a:lnTo>
                    <a:lnTo>
                      <a:pt x="2373" y="78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84"/>
              <p:cNvSpPr/>
              <p:nvPr/>
            </p:nvSpPr>
            <p:spPr>
              <a:xfrm rot="10800000">
                <a:off x="4130309" y="3394113"/>
                <a:ext cx="55059" cy="98906"/>
              </a:xfrm>
              <a:custGeom>
                <a:avLst/>
                <a:gdLst/>
                <a:ahLst/>
                <a:cxnLst/>
                <a:rect l="l" t="t" r="r" b="b"/>
                <a:pathLst>
                  <a:path w="4115" h="1645" extrusionOk="0">
                    <a:moveTo>
                      <a:pt x="30" y="0"/>
                    </a:moveTo>
                    <a:lnTo>
                      <a:pt x="30" y="773"/>
                    </a:lnTo>
                    <a:lnTo>
                      <a:pt x="0" y="892"/>
                    </a:lnTo>
                    <a:lnTo>
                      <a:pt x="30" y="984"/>
                    </a:lnTo>
                    <a:lnTo>
                      <a:pt x="90" y="1077"/>
                    </a:lnTo>
                    <a:lnTo>
                      <a:pt x="210" y="1169"/>
                    </a:lnTo>
                    <a:lnTo>
                      <a:pt x="361" y="1248"/>
                    </a:lnTo>
                    <a:lnTo>
                      <a:pt x="541" y="1328"/>
                    </a:lnTo>
                    <a:lnTo>
                      <a:pt x="781" y="1400"/>
                    </a:lnTo>
                    <a:lnTo>
                      <a:pt x="1081" y="1460"/>
                    </a:lnTo>
                    <a:lnTo>
                      <a:pt x="1442" y="1506"/>
                    </a:lnTo>
                    <a:lnTo>
                      <a:pt x="1802" y="1552"/>
                    </a:lnTo>
                    <a:lnTo>
                      <a:pt x="2193" y="1592"/>
                    </a:lnTo>
                    <a:lnTo>
                      <a:pt x="2553" y="1618"/>
                    </a:lnTo>
                    <a:lnTo>
                      <a:pt x="2914" y="1645"/>
                    </a:lnTo>
                    <a:lnTo>
                      <a:pt x="3694" y="1645"/>
                    </a:lnTo>
                    <a:lnTo>
                      <a:pt x="4115" y="1638"/>
                    </a:lnTo>
                    <a:lnTo>
                      <a:pt x="4115" y="13"/>
                    </a:lnTo>
                    <a:lnTo>
                      <a:pt x="4115" y="0"/>
                    </a:lnTo>
                    <a:close/>
                  </a:path>
                </a:pathLst>
              </a:custGeom>
              <a:solidFill>
                <a:srgbClr val="FF64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84"/>
              <p:cNvSpPr/>
              <p:nvPr/>
            </p:nvSpPr>
            <p:spPr>
              <a:xfrm rot="10800000">
                <a:off x="4130309" y="3394113"/>
                <a:ext cx="55059" cy="98906"/>
              </a:xfrm>
              <a:custGeom>
                <a:avLst/>
                <a:gdLst/>
                <a:ahLst/>
                <a:cxnLst/>
                <a:rect l="l" t="t" r="r" b="b"/>
                <a:pathLst>
                  <a:path w="4115" h="1645" fill="none" extrusionOk="0">
                    <a:moveTo>
                      <a:pt x="2914" y="1645"/>
                    </a:moveTo>
                    <a:lnTo>
                      <a:pt x="3694" y="1645"/>
                    </a:lnTo>
                    <a:lnTo>
                      <a:pt x="3694" y="1645"/>
                    </a:lnTo>
                    <a:lnTo>
                      <a:pt x="4115" y="1638"/>
                    </a:lnTo>
                    <a:lnTo>
                      <a:pt x="4115" y="1638"/>
                    </a:lnTo>
                    <a:lnTo>
                      <a:pt x="4115" y="13"/>
                    </a:lnTo>
                    <a:lnTo>
                      <a:pt x="4115" y="13"/>
                    </a:lnTo>
                    <a:lnTo>
                      <a:pt x="4115" y="0"/>
                    </a:lnTo>
                    <a:lnTo>
                      <a:pt x="30" y="0"/>
                    </a:lnTo>
                    <a:lnTo>
                      <a:pt x="30" y="773"/>
                    </a:lnTo>
                    <a:lnTo>
                      <a:pt x="30" y="773"/>
                    </a:lnTo>
                    <a:lnTo>
                      <a:pt x="30" y="773"/>
                    </a:lnTo>
                    <a:lnTo>
                      <a:pt x="30" y="773"/>
                    </a:lnTo>
                    <a:lnTo>
                      <a:pt x="0" y="892"/>
                    </a:lnTo>
                    <a:lnTo>
                      <a:pt x="0" y="892"/>
                    </a:lnTo>
                    <a:lnTo>
                      <a:pt x="30" y="984"/>
                    </a:lnTo>
                    <a:lnTo>
                      <a:pt x="90" y="1077"/>
                    </a:lnTo>
                    <a:lnTo>
                      <a:pt x="210" y="1169"/>
                    </a:lnTo>
                    <a:lnTo>
                      <a:pt x="361" y="1248"/>
                    </a:lnTo>
                    <a:lnTo>
                      <a:pt x="541" y="1328"/>
                    </a:lnTo>
                    <a:lnTo>
                      <a:pt x="781" y="1400"/>
                    </a:lnTo>
                    <a:lnTo>
                      <a:pt x="1081" y="1460"/>
                    </a:lnTo>
                    <a:lnTo>
                      <a:pt x="1442" y="1506"/>
                    </a:lnTo>
                    <a:lnTo>
                      <a:pt x="1442" y="1506"/>
                    </a:lnTo>
                    <a:lnTo>
                      <a:pt x="1802" y="1552"/>
                    </a:lnTo>
                    <a:lnTo>
                      <a:pt x="2193" y="1592"/>
                    </a:lnTo>
                    <a:lnTo>
                      <a:pt x="2553" y="1618"/>
                    </a:lnTo>
                    <a:lnTo>
                      <a:pt x="2914" y="164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84"/>
              <p:cNvSpPr/>
              <p:nvPr/>
            </p:nvSpPr>
            <p:spPr>
              <a:xfrm rot="10800000">
                <a:off x="4083293" y="3394113"/>
                <a:ext cx="47031" cy="98906"/>
              </a:xfrm>
              <a:custGeom>
                <a:avLst/>
                <a:gdLst/>
                <a:ahLst/>
                <a:cxnLst/>
                <a:rect l="l" t="t" r="r" b="b"/>
                <a:pathLst>
                  <a:path w="3515" h="1645" extrusionOk="0">
                    <a:moveTo>
                      <a:pt x="1" y="0"/>
                    </a:moveTo>
                    <a:lnTo>
                      <a:pt x="1" y="13"/>
                    </a:lnTo>
                    <a:lnTo>
                      <a:pt x="1" y="1638"/>
                    </a:lnTo>
                    <a:lnTo>
                      <a:pt x="31" y="1638"/>
                    </a:lnTo>
                    <a:lnTo>
                      <a:pt x="481" y="1645"/>
                    </a:lnTo>
                    <a:lnTo>
                      <a:pt x="1022" y="1645"/>
                    </a:lnTo>
                    <a:lnTo>
                      <a:pt x="1473" y="1605"/>
                    </a:lnTo>
                    <a:lnTo>
                      <a:pt x="1893" y="1552"/>
                    </a:lnTo>
                    <a:lnTo>
                      <a:pt x="2284" y="1493"/>
                    </a:lnTo>
                    <a:lnTo>
                      <a:pt x="2644" y="1414"/>
                    </a:lnTo>
                    <a:lnTo>
                      <a:pt x="2824" y="1361"/>
                    </a:lnTo>
                    <a:lnTo>
                      <a:pt x="3004" y="1295"/>
                    </a:lnTo>
                    <a:lnTo>
                      <a:pt x="3155" y="1222"/>
                    </a:lnTo>
                    <a:lnTo>
                      <a:pt x="3275" y="1136"/>
                    </a:lnTo>
                    <a:lnTo>
                      <a:pt x="3365" y="1044"/>
                    </a:lnTo>
                    <a:lnTo>
                      <a:pt x="3455" y="951"/>
                    </a:lnTo>
                    <a:lnTo>
                      <a:pt x="3515" y="852"/>
                    </a:lnTo>
                    <a:lnTo>
                      <a:pt x="3515" y="753"/>
                    </a:lnTo>
                    <a:lnTo>
                      <a:pt x="3515" y="0"/>
                    </a:lnTo>
                    <a:close/>
                  </a:path>
                </a:pathLst>
              </a:custGeom>
              <a:solidFill>
                <a:srgbClr val="FF2E1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84"/>
              <p:cNvSpPr/>
              <p:nvPr/>
            </p:nvSpPr>
            <p:spPr>
              <a:xfrm rot="10800000">
                <a:off x="4083293" y="3394113"/>
                <a:ext cx="47031" cy="98906"/>
              </a:xfrm>
              <a:custGeom>
                <a:avLst/>
                <a:gdLst/>
                <a:ahLst/>
                <a:cxnLst/>
                <a:rect l="l" t="t" r="r" b="b"/>
                <a:pathLst>
                  <a:path w="3515" h="1645" fill="none" extrusionOk="0">
                    <a:moveTo>
                      <a:pt x="481" y="1645"/>
                    </a:moveTo>
                    <a:lnTo>
                      <a:pt x="1022" y="1645"/>
                    </a:lnTo>
                    <a:lnTo>
                      <a:pt x="1022" y="1645"/>
                    </a:lnTo>
                    <a:lnTo>
                      <a:pt x="1473" y="1605"/>
                    </a:lnTo>
                    <a:lnTo>
                      <a:pt x="1893" y="1552"/>
                    </a:lnTo>
                    <a:lnTo>
                      <a:pt x="2284" y="1493"/>
                    </a:lnTo>
                    <a:lnTo>
                      <a:pt x="2644" y="1414"/>
                    </a:lnTo>
                    <a:lnTo>
                      <a:pt x="2644" y="1414"/>
                    </a:lnTo>
                    <a:lnTo>
                      <a:pt x="2824" y="1361"/>
                    </a:lnTo>
                    <a:lnTo>
                      <a:pt x="3004" y="1295"/>
                    </a:lnTo>
                    <a:lnTo>
                      <a:pt x="3155" y="1222"/>
                    </a:lnTo>
                    <a:lnTo>
                      <a:pt x="3275" y="1136"/>
                    </a:lnTo>
                    <a:lnTo>
                      <a:pt x="3365" y="1044"/>
                    </a:lnTo>
                    <a:lnTo>
                      <a:pt x="3455" y="951"/>
                    </a:lnTo>
                    <a:lnTo>
                      <a:pt x="3515" y="852"/>
                    </a:lnTo>
                    <a:lnTo>
                      <a:pt x="3515" y="753"/>
                    </a:lnTo>
                    <a:lnTo>
                      <a:pt x="3515" y="0"/>
                    </a:lnTo>
                    <a:lnTo>
                      <a:pt x="1" y="0"/>
                    </a:lnTo>
                    <a:lnTo>
                      <a:pt x="1" y="0"/>
                    </a:lnTo>
                    <a:lnTo>
                      <a:pt x="1" y="13"/>
                    </a:lnTo>
                    <a:lnTo>
                      <a:pt x="1" y="13"/>
                    </a:lnTo>
                    <a:lnTo>
                      <a:pt x="1" y="1638"/>
                    </a:lnTo>
                    <a:lnTo>
                      <a:pt x="1" y="1638"/>
                    </a:lnTo>
                    <a:lnTo>
                      <a:pt x="31" y="1638"/>
                    </a:lnTo>
                    <a:lnTo>
                      <a:pt x="31" y="1638"/>
                    </a:lnTo>
                    <a:lnTo>
                      <a:pt x="481" y="164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84"/>
              <p:cNvSpPr/>
              <p:nvPr/>
            </p:nvSpPr>
            <p:spPr>
              <a:xfrm rot="10800000">
                <a:off x="4130306" y="3294426"/>
                <a:ext cx="201744" cy="99747"/>
              </a:xfrm>
              <a:custGeom>
                <a:avLst/>
                <a:gdLst/>
                <a:ahLst/>
                <a:cxnLst/>
                <a:rect l="l" t="t" r="r" b="b"/>
                <a:pathLst>
                  <a:path w="15078" h="1659" extrusionOk="0">
                    <a:moveTo>
                      <a:pt x="3545" y="1"/>
                    </a:moveTo>
                    <a:lnTo>
                      <a:pt x="3064" y="14"/>
                    </a:lnTo>
                    <a:lnTo>
                      <a:pt x="2614" y="34"/>
                    </a:lnTo>
                    <a:lnTo>
                      <a:pt x="2644" y="133"/>
                    </a:lnTo>
                    <a:lnTo>
                      <a:pt x="2614" y="225"/>
                    </a:lnTo>
                    <a:lnTo>
                      <a:pt x="2553" y="318"/>
                    </a:lnTo>
                    <a:lnTo>
                      <a:pt x="2433" y="404"/>
                    </a:lnTo>
                    <a:lnTo>
                      <a:pt x="2253" y="483"/>
                    </a:lnTo>
                    <a:lnTo>
                      <a:pt x="2043" y="562"/>
                    </a:lnTo>
                    <a:lnTo>
                      <a:pt x="1773" y="635"/>
                    </a:lnTo>
                    <a:lnTo>
                      <a:pt x="1472" y="694"/>
                    </a:lnTo>
                    <a:lnTo>
                      <a:pt x="1202" y="741"/>
                    </a:lnTo>
                    <a:lnTo>
                      <a:pt x="841" y="774"/>
                    </a:lnTo>
                    <a:lnTo>
                      <a:pt x="451" y="807"/>
                    </a:lnTo>
                    <a:lnTo>
                      <a:pt x="1" y="833"/>
                    </a:lnTo>
                    <a:lnTo>
                      <a:pt x="31" y="866"/>
                    </a:lnTo>
                    <a:lnTo>
                      <a:pt x="3244" y="866"/>
                    </a:lnTo>
                    <a:lnTo>
                      <a:pt x="3695" y="859"/>
                    </a:lnTo>
                    <a:lnTo>
                      <a:pt x="4145" y="859"/>
                    </a:lnTo>
                    <a:lnTo>
                      <a:pt x="4566" y="879"/>
                    </a:lnTo>
                    <a:lnTo>
                      <a:pt x="4956" y="899"/>
                    </a:lnTo>
                    <a:lnTo>
                      <a:pt x="5347" y="932"/>
                    </a:lnTo>
                    <a:lnTo>
                      <a:pt x="5587" y="892"/>
                    </a:lnTo>
                    <a:lnTo>
                      <a:pt x="5857" y="853"/>
                    </a:lnTo>
                    <a:lnTo>
                      <a:pt x="6128" y="826"/>
                    </a:lnTo>
                    <a:lnTo>
                      <a:pt x="6398" y="800"/>
                    </a:lnTo>
                    <a:lnTo>
                      <a:pt x="6698" y="780"/>
                    </a:lnTo>
                    <a:lnTo>
                      <a:pt x="6999" y="760"/>
                    </a:lnTo>
                    <a:lnTo>
                      <a:pt x="7329" y="754"/>
                    </a:lnTo>
                    <a:lnTo>
                      <a:pt x="7960" y="754"/>
                    </a:lnTo>
                    <a:lnTo>
                      <a:pt x="8260" y="760"/>
                    </a:lnTo>
                    <a:lnTo>
                      <a:pt x="8590" y="774"/>
                    </a:lnTo>
                    <a:lnTo>
                      <a:pt x="8921" y="793"/>
                    </a:lnTo>
                    <a:lnTo>
                      <a:pt x="9251" y="813"/>
                    </a:lnTo>
                    <a:lnTo>
                      <a:pt x="9582" y="846"/>
                    </a:lnTo>
                    <a:lnTo>
                      <a:pt x="9942" y="879"/>
                    </a:lnTo>
                    <a:lnTo>
                      <a:pt x="10272" y="919"/>
                    </a:lnTo>
                    <a:lnTo>
                      <a:pt x="10483" y="945"/>
                    </a:lnTo>
                    <a:lnTo>
                      <a:pt x="10663" y="978"/>
                    </a:lnTo>
                    <a:lnTo>
                      <a:pt x="10843" y="1011"/>
                    </a:lnTo>
                    <a:lnTo>
                      <a:pt x="10993" y="1051"/>
                    </a:lnTo>
                    <a:lnTo>
                      <a:pt x="11143" y="1091"/>
                    </a:lnTo>
                    <a:lnTo>
                      <a:pt x="11264" y="1137"/>
                    </a:lnTo>
                    <a:lnTo>
                      <a:pt x="11474" y="1229"/>
                    </a:lnTo>
                    <a:lnTo>
                      <a:pt x="11624" y="1328"/>
                    </a:lnTo>
                    <a:lnTo>
                      <a:pt x="11684" y="1434"/>
                    </a:lnTo>
                    <a:lnTo>
                      <a:pt x="11714" y="1546"/>
                    </a:lnTo>
                    <a:lnTo>
                      <a:pt x="11684" y="1652"/>
                    </a:lnTo>
                    <a:lnTo>
                      <a:pt x="11684" y="1659"/>
                    </a:lnTo>
                    <a:lnTo>
                      <a:pt x="15078" y="1659"/>
                    </a:lnTo>
                    <a:lnTo>
                      <a:pt x="15078" y="34"/>
                    </a:lnTo>
                    <a:lnTo>
                      <a:pt x="15018" y="34"/>
                    </a:lnTo>
                    <a:lnTo>
                      <a:pt x="14748" y="27"/>
                    </a:lnTo>
                    <a:lnTo>
                      <a:pt x="14477" y="21"/>
                    </a:lnTo>
                    <a:lnTo>
                      <a:pt x="13877" y="1"/>
                    </a:lnTo>
                    <a:lnTo>
                      <a:pt x="7599" y="1"/>
                    </a:lnTo>
                    <a:lnTo>
                      <a:pt x="7239" y="7"/>
                    </a:lnTo>
                    <a:lnTo>
                      <a:pt x="6878" y="14"/>
                    </a:lnTo>
                    <a:lnTo>
                      <a:pt x="6518" y="7"/>
                    </a:lnTo>
                    <a:lnTo>
                      <a:pt x="6158" y="1"/>
                    </a:lnTo>
                    <a:close/>
                  </a:path>
                </a:pathLst>
              </a:custGeom>
              <a:solidFill>
                <a:srgbClr val="FF6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84"/>
              <p:cNvSpPr/>
              <p:nvPr/>
            </p:nvSpPr>
            <p:spPr>
              <a:xfrm rot="10800000">
                <a:off x="4130306" y="3294426"/>
                <a:ext cx="201744" cy="99747"/>
              </a:xfrm>
              <a:custGeom>
                <a:avLst/>
                <a:gdLst/>
                <a:ahLst/>
                <a:cxnLst/>
                <a:rect l="l" t="t" r="r" b="b"/>
                <a:pathLst>
                  <a:path w="15078" h="1659" fill="none" extrusionOk="0">
                    <a:moveTo>
                      <a:pt x="11684" y="1659"/>
                    </a:moveTo>
                    <a:lnTo>
                      <a:pt x="15078" y="1659"/>
                    </a:lnTo>
                    <a:lnTo>
                      <a:pt x="15078" y="1659"/>
                    </a:lnTo>
                    <a:lnTo>
                      <a:pt x="15078" y="34"/>
                    </a:lnTo>
                    <a:lnTo>
                      <a:pt x="15078" y="34"/>
                    </a:lnTo>
                    <a:lnTo>
                      <a:pt x="15018" y="34"/>
                    </a:lnTo>
                    <a:lnTo>
                      <a:pt x="15018" y="34"/>
                    </a:lnTo>
                    <a:lnTo>
                      <a:pt x="14748" y="27"/>
                    </a:lnTo>
                    <a:lnTo>
                      <a:pt x="14477" y="21"/>
                    </a:lnTo>
                    <a:lnTo>
                      <a:pt x="13877" y="1"/>
                    </a:lnTo>
                    <a:lnTo>
                      <a:pt x="7599" y="1"/>
                    </a:lnTo>
                    <a:lnTo>
                      <a:pt x="7599" y="1"/>
                    </a:lnTo>
                    <a:lnTo>
                      <a:pt x="7239" y="7"/>
                    </a:lnTo>
                    <a:lnTo>
                      <a:pt x="6878" y="14"/>
                    </a:lnTo>
                    <a:lnTo>
                      <a:pt x="6878" y="14"/>
                    </a:lnTo>
                    <a:lnTo>
                      <a:pt x="6518" y="7"/>
                    </a:lnTo>
                    <a:lnTo>
                      <a:pt x="6158" y="1"/>
                    </a:lnTo>
                    <a:lnTo>
                      <a:pt x="4446" y="1"/>
                    </a:lnTo>
                    <a:lnTo>
                      <a:pt x="4446" y="1"/>
                    </a:lnTo>
                    <a:lnTo>
                      <a:pt x="4416" y="1"/>
                    </a:lnTo>
                    <a:lnTo>
                      <a:pt x="3545" y="1"/>
                    </a:lnTo>
                    <a:lnTo>
                      <a:pt x="3545" y="1"/>
                    </a:lnTo>
                    <a:lnTo>
                      <a:pt x="3064" y="14"/>
                    </a:lnTo>
                    <a:lnTo>
                      <a:pt x="2614" y="34"/>
                    </a:lnTo>
                    <a:lnTo>
                      <a:pt x="2614" y="34"/>
                    </a:lnTo>
                    <a:lnTo>
                      <a:pt x="2644" y="133"/>
                    </a:lnTo>
                    <a:lnTo>
                      <a:pt x="2614" y="225"/>
                    </a:lnTo>
                    <a:lnTo>
                      <a:pt x="2553" y="318"/>
                    </a:lnTo>
                    <a:lnTo>
                      <a:pt x="2433" y="404"/>
                    </a:lnTo>
                    <a:lnTo>
                      <a:pt x="2253" y="483"/>
                    </a:lnTo>
                    <a:lnTo>
                      <a:pt x="2043" y="562"/>
                    </a:lnTo>
                    <a:lnTo>
                      <a:pt x="1773" y="635"/>
                    </a:lnTo>
                    <a:lnTo>
                      <a:pt x="1472" y="694"/>
                    </a:lnTo>
                    <a:lnTo>
                      <a:pt x="1472" y="694"/>
                    </a:lnTo>
                    <a:lnTo>
                      <a:pt x="1202" y="741"/>
                    </a:lnTo>
                    <a:lnTo>
                      <a:pt x="841" y="774"/>
                    </a:lnTo>
                    <a:lnTo>
                      <a:pt x="451" y="807"/>
                    </a:lnTo>
                    <a:lnTo>
                      <a:pt x="1" y="833"/>
                    </a:lnTo>
                    <a:lnTo>
                      <a:pt x="1" y="833"/>
                    </a:lnTo>
                    <a:lnTo>
                      <a:pt x="31" y="866"/>
                    </a:lnTo>
                    <a:lnTo>
                      <a:pt x="3244" y="866"/>
                    </a:lnTo>
                    <a:lnTo>
                      <a:pt x="3244" y="866"/>
                    </a:lnTo>
                    <a:lnTo>
                      <a:pt x="3695" y="859"/>
                    </a:lnTo>
                    <a:lnTo>
                      <a:pt x="3695" y="859"/>
                    </a:lnTo>
                    <a:lnTo>
                      <a:pt x="4145" y="859"/>
                    </a:lnTo>
                    <a:lnTo>
                      <a:pt x="4566" y="879"/>
                    </a:lnTo>
                    <a:lnTo>
                      <a:pt x="4956" y="899"/>
                    </a:lnTo>
                    <a:lnTo>
                      <a:pt x="5347" y="932"/>
                    </a:lnTo>
                    <a:lnTo>
                      <a:pt x="5347" y="932"/>
                    </a:lnTo>
                    <a:lnTo>
                      <a:pt x="5587" y="892"/>
                    </a:lnTo>
                    <a:lnTo>
                      <a:pt x="5857" y="853"/>
                    </a:lnTo>
                    <a:lnTo>
                      <a:pt x="6128" y="826"/>
                    </a:lnTo>
                    <a:lnTo>
                      <a:pt x="6398" y="800"/>
                    </a:lnTo>
                    <a:lnTo>
                      <a:pt x="6698" y="780"/>
                    </a:lnTo>
                    <a:lnTo>
                      <a:pt x="6999" y="760"/>
                    </a:lnTo>
                    <a:lnTo>
                      <a:pt x="7329" y="754"/>
                    </a:lnTo>
                    <a:lnTo>
                      <a:pt x="7659" y="754"/>
                    </a:lnTo>
                    <a:lnTo>
                      <a:pt x="7659" y="754"/>
                    </a:lnTo>
                    <a:lnTo>
                      <a:pt x="7960" y="754"/>
                    </a:lnTo>
                    <a:lnTo>
                      <a:pt x="8260" y="760"/>
                    </a:lnTo>
                    <a:lnTo>
                      <a:pt x="8590" y="774"/>
                    </a:lnTo>
                    <a:lnTo>
                      <a:pt x="8921" y="793"/>
                    </a:lnTo>
                    <a:lnTo>
                      <a:pt x="9251" y="813"/>
                    </a:lnTo>
                    <a:lnTo>
                      <a:pt x="9582" y="846"/>
                    </a:lnTo>
                    <a:lnTo>
                      <a:pt x="9942" y="879"/>
                    </a:lnTo>
                    <a:lnTo>
                      <a:pt x="10272" y="919"/>
                    </a:lnTo>
                    <a:lnTo>
                      <a:pt x="10272" y="919"/>
                    </a:lnTo>
                    <a:lnTo>
                      <a:pt x="10483" y="945"/>
                    </a:lnTo>
                    <a:lnTo>
                      <a:pt x="10663" y="978"/>
                    </a:lnTo>
                    <a:lnTo>
                      <a:pt x="10843" y="1011"/>
                    </a:lnTo>
                    <a:lnTo>
                      <a:pt x="10993" y="1051"/>
                    </a:lnTo>
                    <a:lnTo>
                      <a:pt x="11143" y="1091"/>
                    </a:lnTo>
                    <a:lnTo>
                      <a:pt x="11264" y="1137"/>
                    </a:lnTo>
                    <a:lnTo>
                      <a:pt x="11474" y="1229"/>
                    </a:lnTo>
                    <a:lnTo>
                      <a:pt x="11624" y="1328"/>
                    </a:lnTo>
                    <a:lnTo>
                      <a:pt x="11684" y="1434"/>
                    </a:lnTo>
                    <a:lnTo>
                      <a:pt x="11714" y="1546"/>
                    </a:lnTo>
                    <a:lnTo>
                      <a:pt x="11684" y="1652"/>
                    </a:lnTo>
                    <a:lnTo>
                      <a:pt x="11684" y="165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84"/>
              <p:cNvSpPr/>
              <p:nvPr/>
            </p:nvSpPr>
            <p:spPr>
              <a:xfrm rot="10800000">
                <a:off x="4130310" y="3294006"/>
                <a:ext cx="45412" cy="481"/>
              </a:xfrm>
              <a:custGeom>
                <a:avLst/>
                <a:gdLst/>
                <a:ahLst/>
                <a:cxnLst/>
                <a:rect l="l" t="t" r="r" b="b"/>
                <a:pathLst>
                  <a:path w="3394" h="8" extrusionOk="0">
                    <a:moveTo>
                      <a:pt x="0" y="1"/>
                    </a:moveTo>
                    <a:lnTo>
                      <a:pt x="0" y="7"/>
                    </a:lnTo>
                    <a:lnTo>
                      <a:pt x="3394" y="7"/>
                    </a:lnTo>
                    <a:lnTo>
                      <a:pt x="3394" y="1"/>
                    </a:lnTo>
                    <a:close/>
                  </a:path>
                </a:pathLst>
              </a:custGeom>
              <a:solidFill>
                <a:srgbClr val="713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84"/>
              <p:cNvSpPr/>
              <p:nvPr/>
            </p:nvSpPr>
            <p:spPr>
              <a:xfrm rot="10800000">
                <a:off x="4130310" y="3294006"/>
                <a:ext cx="45412" cy="481"/>
              </a:xfrm>
              <a:custGeom>
                <a:avLst/>
                <a:gdLst/>
                <a:ahLst/>
                <a:cxnLst/>
                <a:rect l="l" t="t" r="r" b="b"/>
                <a:pathLst>
                  <a:path w="3394" h="8" fill="none" extrusionOk="0">
                    <a:moveTo>
                      <a:pt x="0" y="7"/>
                    </a:moveTo>
                    <a:lnTo>
                      <a:pt x="2853" y="7"/>
                    </a:lnTo>
                    <a:lnTo>
                      <a:pt x="2853" y="7"/>
                    </a:lnTo>
                    <a:lnTo>
                      <a:pt x="3394" y="7"/>
                    </a:lnTo>
                    <a:lnTo>
                      <a:pt x="3394" y="7"/>
                    </a:lnTo>
                    <a:lnTo>
                      <a:pt x="3394" y="1"/>
                    </a:lnTo>
                    <a:lnTo>
                      <a:pt x="0" y="1"/>
                    </a:lnTo>
                    <a:lnTo>
                      <a:pt x="0"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84"/>
              <p:cNvSpPr/>
              <p:nvPr/>
            </p:nvSpPr>
            <p:spPr>
              <a:xfrm rot="10800000">
                <a:off x="4081273" y="3294426"/>
                <a:ext cx="49051" cy="99326"/>
              </a:xfrm>
              <a:custGeom>
                <a:avLst/>
                <a:gdLst/>
                <a:ahLst/>
                <a:cxnLst/>
                <a:rect l="l" t="t" r="r" b="b"/>
                <a:pathLst>
                  <a:path w="3666" h="1652" extrusionOk="0">
                    <a:moveTo>
                      <a:pt x="812" y="0"/>
                    </a:moveTo>
                    <a:lnTo>
                      <a:pt x="421" y="20"/>
                    </a:lnTo>
                    <a:lnTo>
                      <a:pt x="1" y="27"/>
                    </a:lnTo>
                    <a:lnTo>
                      <a:pt x="1" y="1652"/>
                    </a:lnTo>
                    <a:lnTo>
                      <a:pt x="181" y="1652"/>
                    </a:lnTo>
                    <a:lnTo>
                      <a:pt x="241" y="1546"/>
                    </a:lnTo>
                    <a:lnTo>
                      <a:pt x="361" y="1447"/>
                    </a:lnTo>
                    <a:lnTo>
                      <a:pt x="512" y="1354"/>
                    </a:lnTo>
                    <a:lnTo>
                      <a:pt x="692" y="1269"/>
                    </a:lnTo>
                    <a:lnTo>
                      <a:pt x="932" y="1189"/>
                    </a:lnTo>
                    <a:lnTo>
                      <a:pt x="1172" y="1123"/>
                    </a:lnTo>
                    <a:lnTo>
                      <a:pt x="1473" y="1070"/>
                    </a:lnTo>
                    <a:lnTo>
                      <a:pt x="1773" y="1024"/>
                    </a:lnTo>
                    <a:lnTo>
                      <a:pt x="2163" y="991"/>
                    </a:lnTo>
                    <a:lnTo>
                      <a:pt x="2614" y="958"/>
                    </a:lnTo>
                    <a:lnTo>
                      <a:pt x="3125" y="938"/>
                    </a:lnTo>
                    <a:lnTo>
                      <a:pt x="3665" y="925"/>
                    </a:lnTo>
                    <a:lnTo>
                      <a:pt x="3665" y="852"/>
                    </a:lnTo>
                    <a:lnTo>
                      <a:pt x="3665" y="780"/>
                    </a:lnTo>
                    <a:lnTo>
                      <a:pt x="3605" y="707"/>
                    </a:lnTo>
                    <a:lnTo>
                      <a:pt x="3515" y="628"/>
                    </a:lnTo>
                    <a:lnTo>
                      <a:pt x="3425" y="555"/>
                    </a:lnTo>
                    <a:lnTo>
                      <a:pt x="3275" y="476"/>
                    </a:lnTo>
                    <a:lnTo>
                      <a:pt x="3125" y="397"/>
                    </a:lnTo>
                    <a:lnTo>
                      <a:pt x="2914" y="311"/>
                    </a:lnTo>
                    <a:lnTo>
                      <a:pt x="2734" y="251"/>
                    </a:lnTo>
                    <a:lnTo>
                      <a:pt x="2524" y="199"/>
                    </a:lnTo>
                    <a:lnTo>
                      <a:pt x="2314" y="146"/>
                    </a:lnTo>
                    <a:lnTo>
                      <a:pt x="2043" y="106"/>
                    </a:lnTo>
                    <a:lnTo>
                      <a:pt x="1773" y="73"/>
                    </a:lnTo>
                    <a:lnTo>
                      <a:pt x="1473" y="40"/>
                    </a:lnTo>
                    <a:lnTo>
                      <a:pt x="1142" y="20"/>
                    </a:lnTo>
                    <a:lnTo>
                      <a:pt x="812" y="0"/>
                    </a:lnTo>
                    <a:close/>
                  </a:path>
                </a:pathLst>
              </a:custGeom>
              <a:solidFill>
                <a:srgbClr val="FF30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84"/>
              <p:cNvSpPr/>
              <p:nvPr/>
            </p:nvSpPr>
            <p:spPr>
              <a:xfrm rot="10800000">
                <a:off x="4081273" y="3294426"/>
                <a:ext cx="49051" cy="99326"/>
              </a:xfrm>
              <a:custGeom>
                <a:avLst/>
                <a:gdLst/>
                <a:ahLst/>
                <a:cxnLst/>
                <a:rect l="l" t="t" r="r" b="b"/>
                <a:pathLst>
                  <a:path w="3666" h="1652" fill="none" extrusionOk="0">
                    <a:moveTo>
                      <a:pt x="1" y="1652"/>
                    </a:moveTo>
                    <a:lnTo>
                      <a:pt x="181" y="1652"/>
                    </a:lnTo>
                    <a:lnTo>
                      <a:pt x="181" y="1652"/>
                    </a:lnTo>
                    <a:lnTo>
                      <a:pt x="241" y="1546"/>
                    </a:lnTo>
                    <a:lnTo>
                      <a:pt x="361" y="1447"/>
                    </a:lnTo>
                    <a:lnTo>
                      <a:pt x="512" y="1354"/>
                    </a:lnTo>
                    <a:lnTo>
                      <a:pt x="692" y="1269"/>
                    </a:lnTo>
                    <a:lnTo>
                      <a:pt x="932" y="1189"/>
                    </a:lnTo>
                    <a:lnTo>
                      <a:pt x="1172" y="1123"/>
                    </a:lnTo>
                    <a:lnTo>
                      <a:pt x="1473" y="1070"/>
                    </a:lnTo>
                    <a:lnTo>
                      <a:pt x="1773" y="1024"/>
                    </a:lnTo>
                    <a:lnTo>
                      <a:pt x="1773" y="1024"/>
                    </a:lnTo>
                    <a:lnTo>
                      <a:pt x="2163" y="991"/>
                    </a:lnTo>
                    <a:lnTo>
                      <a:pt x="2614" y="958"/>
                    </a:lnTo>
                    <a:lnTo>
                      <a:pt x="3125" y="938"/>
                    </a:lnTo>
                    <a:lnTo>
                      <a:pt x="3665" y="925"/>
                    </a:lnTo>
                    <a:lnTo>
                      <a:pt x="3665" y="925"/>
                    </a:lnTo>
                    <a:lnTo>
                      <a:pt x="3665" y="852"/>
                    </a:lnTo>
                    <a:lnTo>
                      <a:pt x="3665" y="780"/>
                    </a:lnTo>
                    <a:lnTo>
                      <a:pt x="3605" y="707"/>
                    </a:lnTo>
                    <a:lnTo>
                      <a:pt x="3515" y="628"/>
                    </a:lnTo>
                    <a:lnTo>
                      <a:pt x="3425" y="555"/>
                    </a:lnTo>
                    <a:lnTo>
                      <a:pt x="3275" y="476"/>
                    </a:lnTo>
                    <a:lnTo>
                      <a:pt x="3125" y="397"/>
                    </a:lnTo>
                    <a:lnTo>
                      <a:pt x="2914" y="311"/>
                    </a:lnTo>
                    <a:lnTo>
                      <a:pt x="2914" y="311"/>
                    </a:lnTo>
                    <a:lnTo>
                      <a:pt x="2734" y="251"/>
                    </a:lnTo>
                    <a:lnTo>
                      <a:pt x="2524" y="199"/>
                    </a:lnTo>
                    <a:lnTo>
                      <a:pt x="2314" y="146"/>
                    </a:lnTo>
                    <a:lnTo>
                      <a:pt x="2043" y="106"/>
                    </a:lnTo>
                    <a:lnTo>
                      <a:pt x="1773" y="73"/>
                    </a:lnTo>
                    <a:lnTo>
                      <a:pt x="1473" y="40"/>
                    </a:lnTo>
                    <a:lnTo>
                      <a:pt x="1142" y="20"/>
                    </a:lnTo>
                    <a:lnTo>
                      <a:pt x="812" y="0"/>
                    </a:lnTo>
                    <a:lnTo>
                      <a:pt x="812" y="0"/>
                    </a:lnTo>
                    <a:lnTo>
                      <a:pt x="421" y="20"/>
                    </a:lnTo>
                    <a:lnTo>
                      <a:pt x="1" y="27"/>
                    </a:lnTo>
                    <a:lnTo>
                      <a:pt x="1" y="27"/>
                    </a:lnTo>
                    <a:lnTo>
                      <a:pt x="1" y="16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84"/>
              <p:cNvSpPr/>
              <p:nvPr/>
            </p:nvSpPr>
            <p:spPr>
              <a:xfrm rot="10800000">
                <a:off x="4127889" y="3294006"/>
                <a:ext cx="2435" cy="481"/>
              </a:xfrm>
              <a:custGeom>
                <a:avLst/>
                <a:gdLst/>
                <a:ahLst/>
                <a:cxnLst/>
                <a:rect l="l" t="t" r="r" b="b"/>
                <a:pathLst>
                  <a:path w="182" h="8" extrusionOk="0">
                    <a:moveTo>
                      <a:pt x="1" y="1"/>
                    </a:moveTo>
                    <a:lnTo>
                      <a:pt x="1" y="7"/>
                    </a:lnTo>
                    <a:lnTo>
                      <a:pt x="181" y="1"/>
                    </a:lnTo>
                    <a:close/>
                  </a:path>
                </a:pathLst>
              </a:custGeom>
              <a:solidFill>
                <a:srgbClr val="711B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84"/>
              <p:cNvSpPr/>
              <p:nvPr/>
            </p:nvSpPr>
            <p:spPr>
              <a:xfrm rot="10800000">
                <a:off x="4127889" y="3294006"/>
                <a:ext cx="2435" cy="481"/>
              </a:xfrm>
              <a:custGeom>
                <a:avLst/>
                <a:gdLst/>
                <a:ahLst/>
                <a:cxnLst/>
                <a:rect l="l" t="t" r="r" b="b"/>
                <a:pathLst>
                  <a:path w="182" h="8" fill="none" extrusionOk="0">
                    <a:moveTo>
                      <a:pt x="1" y="7"/>
                    </a:moveTo>
                    <a:lnTo>
                      <a:pt x="1" y="7"/>
                    </a:lnTo>
                    <a:lnTo>
                      <a:pt x="181" y="1"/>
                    </a:lnTo>
                    <a:lnTo>
                      <a:pt x="181" y="1"/>
                    </a:lnTo>
                    <a:lnTo>
                      <a:pt x="181" y="1"/>
                    </a:lnTo>
                    <a:lnTo>
                      <a:pt x="1" y="1"/>
                    </a:lnTo>
                    <a:lnTo>
                      <a:pt x="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84"/>
              <p:cNvSpPr/>
              <p:nvPr/>
            </p:nvSpPr>
            <p:spPr>
              <a:xfrm rot="10800000">
                <a:off x="4175318" y="3294427"/>
                <a:ext cx="85204" cy="54473"/>
              </a:xfrm>
              <a:custGeom>
                <a:avLst/>
                <a:gdLst/>
                <a:ahLst/>
                <a:cxnLst/>
                <a:rect l="l" t="t" r="r" b="b"/>
                <a:pathLst>
                  <a:path w="6368" h="906" extrusionOk="0">
                    <a:moveTo>
                      <a:pt x="1983" y="1"/>
                    </a:moveTo>
                    <a:lnTo>
                      <a:pt x="1653" y="7"/>
                    </a:lnTo>
                    <a:lnTo>
                      <a:pt x="1352" y="27"/>
                    </a:lnTo>
                    <a:lnTo>
                      <a:pt x="1052" y="47"/>
                    </a:lnTo>
                    <a:lnTo>
                      <a:pt x="782" y="73"/>
                    </a:lnTo>
                    <a:lnTo>
                      <a:pt x="511" y="100"/>
                    </a:lnTo>
                    <a:lnTo>
                      <a:pt x="241" y="139"/>
                    </a:lnTo>
                    <a:lnTo>
                      <a:pt x="1" y="179"/>
                    </a:lnTo>
                    <a:lnTo>
                      <a:pt x="361" y="219"/>
                    </a:lnTo>
                    <a:lnTo>
                      <a:pt x="691" y="272"/>
                    </a:lnTo>
                    <a:lnTo>
                      <a:pt x="992" y="338"/>
                    </a:lnTo>
                    <a:lnTo>
                      <a:pt x="1232" y="410"/>
                    </a:lnTo>
                    <a:lnTo>
                      <a:pt x="1412" y="476"/>
                    </a:lnTo>
                    <a:lnTo>
                      <a:pt x="1532" y="536"/>
                    </a:lnTo>
                    <a:lnTo>
                      <a:pt x="1683" y="602"/>
                    </a:lnTo>
                    <a:lnTo>
                      <a:pt x="1773" y="668"/>
                    </a:lnTo>
                    <a:lnTo>
                      <a:pt x="1863" y="727"/>
                    </a:lnTo>
                    <a:lnTo>
                      <a:pt x="1923" y="787"/>
                    </a:lnTo>
                    <a:lnTo>
                      <a:pt x="1953" y="846"/>
                    </a:lnTo>
                    <a:lnTo>
                      <a:pt x="1983" y="906"/>
                    </a:lnTo>
                    <a:lnTo>
                      <a:pt x="6338" y="906"/>
                    </a:lnTo>
                    <a:lnTo>
                      <a:pt x="6338" y="899"/>
                    </a:lnTo>
                    <a:lnTo>
                      <a:pt x="6368" y="793"/>
                    </a:lnTo>
                    <a:lnTo>
                      <a:pt x="6338" y="681"/>
                    </a:lnTo>
                    <a:lnTo>
                      <a:pt x="6278" y="575"/>
                    </a:lnTo>
                    <a:lnTo>
                      <a:pt x="6128" y="476"/>
                    </a:lnTo>
                    <a:lnTo>
                      <a:pt x="5918" y="384"/>
                    </a:lnTo>
                    <a:lnTo>
                      <a:pt x="5797" y="338"/>
                    </a:lnTo>
                    <a:lnTo>
                      <a:pt x="5647" y="298"/>
                    </a:lnTo>
                    <a:lnTo>
                      <a:pt x="5497" y="258"/>
                    </a:lnTo>
                    <a:lnTo>
                      <a:pt x="5317" y="225"/>
                    </a:lnTo>
                    <a:lnTo>
                      <a:pt x="5137" y="192"/>
                    </a:lnTo>
                    <a:lnTo>
                      <a:pt x="4926" y="166"/>
                    </a:lnTo>
                    <a:lnTo>
                      <a:pt x="4596" y="126"/>
                    </a:lnTo>
                    <a:lnTo>
                      <a:pt x="4236" y="93"/>
                    </a:lnTo>
                    <a:lnTo>
                      <a:pt x="3905" y="60"/>
                    </a:lnTo>
                    <a:lnTo>
                      <a:pt x="3575" y="40"/>
                    </a:lnTo>
                    <a:lnTo>
                      <a:pt x="3244" y="21"/>
                    </a:lnTo>
                    <a:lnTo>
                      <a:pt x="2914" y="7"/>
                    </a:lnTo>
                    <a:lnTo>
                      <a:pt x="2614" y="1"/>
                    </a:lnTo>
                    <a:close/>
                  </a:path>
                </a:pathLst>
              </a:custGeom>
              <a:solidFill>
                <a:srgbClr val="713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84"/>
              <p:cNvSpPr/>
              <p:nvPr/>
            </p:nvSpPr>
            <p:spPr>
              <a:xfrm rot="10800000">
                <a:off x="4175318" y="3294427"/>
                <a:ext cx="85204" cy="54473"/>
              </a:xfrm>
              <a:custGeom>
                <a:avLst/>
                <a:gdLst/>
                <a:ahLst/>
                <a:cxnLst/>
                <a:rect l="l" t="t" r="r" b="b"/>
                <a:pathLst>
                  <a:path w="6368" h="906" fill="none" extrusionOk="0">
                    <a:moveTo>
                      <a:pt x="1983" y="906"/>
                    </a:moveTo>
                    <a:lnTo>
                      <a:pt x="6338" y="906"/>
                    </a:lnTo>
                    <a:lnTo>
                      <a:pt x="6338" y="899"/>
                    </a:lnTo>
                    <a:lnTo>
                      <a:pt x="6338" y="899"/>
                    </a:lnTo>
                    <a:lnTo>
                      <a:pt x="6368" y="793"/>
                    </a:lnTo>
                    <a:lnTo>
                      <a:pt x="6338" y="681"/>
                    </a:lnTo>
                    <a:lnTo>
                      <a:pt x="6278" y="575"/>
                    </a:lnTo>
                    <a:lnTo>
                      <a:pt x="6128" y="476"/>
                    </a:lnTo>
                    <a:lnTo>
                      <a:pt x="5918" y="384"/>
                    </a:lnTo>
                    <a:lnTo>
                      <a:pt x="5797" y="338"/>
                    </a:lnTo>
                    <a:lnTo>
                      <a:pt x="5647" y="298"/>
                    </a:lnTo>
                    <a:lnTo>
                      <a:pt x="5497" y="258"/>
                    </a:lnTo>
                    <a:lnTo>
                      <a:pt x="5317" y="225"/>
                    </a:lnTo>
                    <a:lnTo>
                      <a:pt x="5137" y="192"/>
                    </a:lnTo>
                    <a:lnTo>
                      <a:pt x="4926" y="166"/>
                    </a:lnTo>
                    <a:lnTo>
                      <a:pt x="4926" y="166"/>
                    </a:lnTo>
                    <a:lnTo>
                      <a:pt x="4596" y="126"/>
                    </a:lnTo>
                    <a:lnTo>
                      <a:pt x="4236" y="93"/>
                    </a:lnTo>
                    <a:lnTo>
                      <a:pt x="3905" y="60"/>
                    </a:lnTo>
                    <a:lnTo>
                      <a:pt x="3575" y="40"/>
                    </a:lnTo>
                    <a:lnTo>
                      <a:pt x="3244" y="21"/>
                    </a:lnTo>
                    <a:lnTo>
                      <a:pt x="2914" y="7"/>
                    </a:lnTo>
                    <a:lnTo>
                      <a:pt x="2614" y="1"/>
                    </a:lnTo>
                    <a:lnTo>
                      <a:pt x="2313" y="1"/>
                    </a:lnTo>
                    <a:lnTo>
                      <a:pt x="2313" y="1"/>
                    </a:lnTo>
                    <a:lnTo>
                      <a:pt x="1983" y="1"/>
                    </a:lnTo>
                    <a:lnTo>
                      <a:pt x="1653" y="7"/>
                    </a:lnTo>
                    <a:lnTo>
                      <a:pt x="1352" y="27"/>
                    </a:lnTo>
                    <a:lnTo>
                      <a:pt x="1052" y="47"/>
                    </a:lnTo>
                    <a:lnTo>
                      <a:pt x="782" y="73"/>
                    </a:lnTo>
                    <a:lnTo>
                      <a:pt x="511" y="100"/>
                    </a:lnTo>
                    <a:lnTo>
                      <a:pt x="241" y="139"/>
                    </a:lnTo>
                    <a:lnTo>
                      <a:pt x="1" y="179"/>
                    </a:lnTo>
                    <a:lnTo>
                      <a:pt x="1" y="179"/>
                    </a:lnTo>
                    <a:lnTo>
                      <a:pt x="361" y="219"/>
                    </a:lnTo>
                    <a:lnTo>
                      <a:pt x="691" y="272"/>
                    </a:lnTo>
                    <a:lnTo>
                      <a:pt x="992" y="338"/>
                    </a:lnTo>
                    <a:lnTo>
                      <a:pt x="1232" y="410"/>
                    </a:lnTo>
                    <a:lnTo>
                      <a:pt x="1232" y="410"/>
                    </a:lnTo>
                    <a:lnTo>
                      <a:pt x="1412" y="476"/>
                    </a:lnTo>
                    <a:lnTo>
                      <a:pt x="1532" y="536"/>
                    </a:lnTo>
                    <a:lnTo>
                      <a:pt x="1683" y="602"/>
                    </a:lnTo>
                    <a:lnTo>
                      <a:pt x="1773" y="668"/>
                    </a:lnTo>
                    <a:lnTo>
                      <a:pt x="1863" y="727"/>
                    </a:lnTo>
                    <a:lnTo>
                      <a:pt x="1923" y="787"/>
                    </a:lnTo>
                    <a:lnTo>
                      <a:pt x="1953" y="846"/>
                    </a:lnTo>
                    <a:lnTo>
                      <a:pt x="1983" y="90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84"/>
              <p:cNvSpPr/>
              <p:nvPr/>
            </p:nvSpPr>
            <p:spPr>
              <a:xfrm rot="10800000">
                <a:off x="4175720" y="3294006"/>
                <a:ext cx="58283" cy="481"/>
              </a:xfrm>
              <a:custGeom>
                <a:avLst/>
                <a:gdLst/>
                <a:ahLst/>
                <a:cxnLst/>
                <a:rect l="l" t="t" r="r" b="b"/>
                <a:pathLst>
                  <a:path w="4356" h="8" extrusionOk="0">
                    <a:moveTo>
                      <a:pt x="1" y="1"/>
                    </a:moveTo>
                    <a:lnTo>
                      <a:pt x="1" y="7"/>
                    </a:lnTo>
                    <a:lnTo>
                      <a:pt x="4356" y="7"/>
                    </a:lnTo>
                    <a:lnTo>
                      <a:pt x="4356" y="1"/>
                    </a:lnTo>
                    <a:close/>
                  </a:path>
                </a:pathLst>
              </a:custGeom>
              <a:solidFill>
                <a:srgbClr val="3222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84"/>
              <p:cNvSpPr/>
              <p:nvPr/>
            </p:nvSpPr>
            <p:spPr>
              <a:xfrm rot="10800000">
                <a:off x="4175720" y="3294006"/>
                <a:ext cx="58283" cy="481"/>
              </a:xfrm>
              <a:custGeom>
                <a:avLst/>
                <a:gdLst/>
                <a:ahLst/>
                <a:cxnLst/>
                <a:rect l="l" t="t" r="r" b="b"/>
                <a:pathLst>
                  <a:path w="4356" h="8" fill="none" extrusionOk="0">
                    <a:moveTo>
                      <a:pt x="1" y="7"/>
                    </a:moveTo>
                    <a:lnTo>
                      <a:pt x="4356" y="7"/>
                    </a:lnTo>
                    <a:lnTo>
                      <a:pt x="4356" y="1"/>
                    </a:lnTo>
                    <a:lnTo>
                      <a:pt x="1" y="1"/>
                    </a:lnTo>
                    <a:lnTo>
                      <a:pt x="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84"/>
              <p:cNvSpPr/>
              <p:nvPr/>
            </p:nvSpPr>
            <p:spPr>
              <a:xfrm rot="10800000">
                <a:off x="4081273" y="3294427"/>
                <a:ext cx="46629" cy="43711"/>
              </a:xfrm>
              <a:custGeom>
                <a:avLst/>
                <a:gdLst/>
                <a:ahLst/>
                <a:cxnLst/>
                <a:rect l="l" t="t" r="r" b="b"/>
                <a:pathLst>
                  <a:path w="3485" h="727" extrusionOk="0">
                    <a:moveTo>
                      <a:pt x="3484" y="0"/>
                    </a:moveTo>
                    <a:lnTo>
                      <a:pt x="2944" y="13"/>
                    </a:lnTo>
                    <a:lnTo>
                      <a:pt x="2433" y="33"/>
                    </a:lnTo>
                    <a:lnTo>
                      <a:pt x="1982" y="66"/>
                    </a:lnTo>
                    <a:lnTo>
                      <a:pt x="1592" y="99"/>
                    </a:lnTo>
                    <a:lnTo>
                      <a:pt x="1292" y="145"/>
                    </a:lnTo>
                    <a:lnTo>
                      <a:pt x="991" y="198"/>
                    </a:lnTo>
                    <a:lnTo>
                      <a:pt x="751" y="264"/>
                    </a:lnTo>
                    <a:lnTo>
                      <a:pt x="511" y="344"/>
                    </a:lnTo>
                    <a:lnTo>
                      <a:pt x="331" y="429"/>
                    </a:lnTo>
                    <a:lnTo>
                      <a:pt x="180" y="522"/>
                    </a:lnTo>
                    <a:lnTo>
                      <a:pt x="60" y="621"/>
                    </a:lnTo>
                    <a:lnTo>
                      <a:pt x="0" y="727"/>
                    </a:lnTo>
                    <a:lnTo>
                      <a:pt x="361" y="720"/>
                    </a:lnTo>
                    <a:lnTo>
                      <a:pt x="721" y="707"/>
                    </a:lnTo>
                    <a:lnTo>
                      <a:pt x="1051" y="687"/>
                    </a:lnTo>
                    <a:lnTo>
                      <a:pt x="1352" y="667"/>
                    </a:lnTo>
                    <a:lnTo>
                      <a:pt x="1652" y="641"/>
                    </a:lnTo>
                    <a:lnTo>
                      <a:pt x="1892" y="614"/>
                    </a:lnTo>
                    <a:lnTo>
                      <a:pt x="2133" y="588"/>
                    </a:lnTo>
                    <a:lnTo>
                      <a:pt x="2313" y="555"/>
                    </a:lnTo>
                    <a:lnTo>
                      <a:pt x="2553" y="496"/>
                    </a:lnTo>
                    <a:lnTo>
                      <a:pt x="2793" y="436"/>
                    </a:lnTo>
                    <a:lnTo>
                      <a:pt x="3004" y="370"/>
                    </a:lnTo>
                    <a:lnTo>
                      <a:pt x="3154" y="304"/>
                    </a:lnTo>
                    <a:lnTo>
                      <a:pt x="3304" y="231"/>
                    </a:lnTo>
                    <a:lnTo>
                      <a:pt x="3394" y="159"/>
                    </a:lnTo>
                    <a:lnTo>
                      <a:pt x="3454" y="79"/>
                    </a:lnTo>
                    <a:lnTo>
                      <a:pt x="3484" y="0"/>
                    </a:lnTo>
                    <a:close/>
                  </a:path>
                </a:pathLst>
              </a:custGeom>
              <a:solidFill>
                <a:srgbClr val="FF130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84"/>
              <p:cNvSpPr/>
              <p:nvPr/>
            </p:nvSpPr>
            <p:spPr>
              <a:xfrm rot="10800000">
                <a:off x="4081273" y="3294427"/>
                <a:ext cx="46629" cy="43711"/>
              </a:xfrm>
              <a:custGeom>
                <a:avLst/>
                <a:gdLst/>
                <a:ahLst/>
                <a:cxnLst/>
                <a:rect l="l" t="t" r="r" b="b"/>
                <a:pathLst>
                  <a:path w="3485" h="727" fill="none" extrusionOk="0">
                    <a:moveTo>
                      <a:pt x="0" y="727"/>
                    </a:moveTo>
                    <a:lnTo>
                      <a:pt x="0" y="727"/>
                    </a:lnTo>
                    <a:lnTo>
                      <a:pt x="0" y="727"/>
                    </a:lnTo>
                    <a:lnTo>
                      <a:pt x="361" y="720"/>
                    </a:lnTo>
                    <a:lnTo>
                      <a:pt x="721" y="707"/>
                    </a:lnTo>
                    <a:lnTo>
                      <a:pt x="1051" y="687"/>
                    </a:lnTo>
                    <a:lnTo>
                      <a:pt x="1352" y="667"/>
                    </a:lnTo>
                    <a:lnTo>
                      <a:pt x="1652" y="641"/>
                    </a:lnTo>
                    <a:lnTo>
                      <a:pt x="1892" y="614"/>
                    </a:lnTo>
                    <a:lnTo>
                      <a:pt x="2133" y="588"/>
                    </a:lnTo>
                    <a:lnTo>
                      <a:pt x="2313" y="555"/>
                    </a:lnTo>
                    <a:lnTo>
                      <a:pt x="2313" y="555"/>
                    </a:lnTo>
                    <a:lnTo>
                      <a:pt x="2553" y="496"/>
                    </a:lnTo>
                    <a:lnTo>
                      <a:pt x="2793" y="436"/>
                    </a:lnTo>
                    <a:lnTo>
                      <a:pt x="3004" y="370"/>
                    </a:lnTo>
                    <a:lnTo>
                      <a:pt x="3154" y="304"/>
                    </a:lnTo>
                    <a:lnTo>
                      <a:pt x="3304" y="231"/>
                    </a:lnTo>
                    <a:lnTo>
                      <a:pt x="3394" y="159"/>
                    </a:lnTo>
                    <a:lnTo>
                      <a:pt x="3454" y="79"/>
                    </a:lnTo>
                    <a:lnTo>
                      <a:pt x="3484" y="0"/>
                    </a:lnTo>
                    <a:lnTo>
                      <a:pt x="3484" y="0"/>
                    </a:lnTo>
                    <a:lnTo>
                      <a:pt x="2944" y="13"/>
                    </a:lnTo>
                    <a:lnTo>
                      <a:pt x="2433" y="33"/>
                    </a:lnTo>
                    <a:lnTo>
                      <a:pt x="1982" y="66"/>
                    </a:lnTo>
                    <a:lnTo>
                      <a:pt x="1592" y="99"/>
                    </a:lnTo>
                    <a:lnTo>
                      <a:pt x="1592" y="99"/>
                    </a:lnTo>
                    <a:lnTo>
                      <a:pt x="1292" y="145"/>
                    </a:lnTo>
                    <a:lnTo>
                      <a:pt x="991" y="198"/>
                    </a:lnTo>
                    <a:lnTo>
                      <a:pt x="751" y="264"/>
                    </a:lnTo>
                    <a:lnTo>
                      <a:pt x="511" y="344"/>
                    </a:lnTo>
                    <a:lnTo>
                      <a:pt x="331" y="429"/>
                    </a:lnTo>
                    <a:lnTo>
                      <a:pt x="180" y="522"/>
                    </a:lnTo>
                    <a:lnTo>
                      <a:pt x="60" y="621"/>
                    </a:lnTo>
                    <a:lnTo>
                      <a:pt x="0" y="7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84"/>
              <p:cNvSpPr/>
              <p:nvPr/>
            </p:nvSpPr>
            <p:spPr>
              <a:xfrm rot="10800000">
                <a:off x="4127889" y="3294427"/>
                <a:ext cx="13" cy="60"/>
              </a:xfrm>
              <a:custGeom>
                <a:avLst/>
                <a:gdLst/>
                <a:ahLst/>
                <a:cxnLst/>
                <a:rect l="l" t="t" r="r" b="b"/>
                <a:pathLst>
                  <a:path w="1" h="1" extrusionOk="0">
                    <a:moveTo>
                      <a:pt x="0" y="1"/>
                    </a:moveTo>
                    <a:lnTo>
                      <a:pt x="0" y="1"/>
                    </a:lnTo>
                    <a:lnTo>
                      <a:pt x="0" y="1"/>
                    </a:lnTo>
                    <a:lnTo>
                      <a:pt x="0" y="1"/>
                    </a:lnTo>
                    <a:lnTo>
                      <a:pt x="0" y="1"/>
                    </a:lnTo>
                    <a:lnTo>
                      <a:pt x="0" y="1"/>
                    </a:lnTo>
                    <a:close/>
                  </a:path>
                </a:pathLst>
              </a:custGeom>
              <a:solidFill>
                <a:srgbClr val="710B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84"/>
              <p:cNvSpPr/>
              <p:nvPr/>
            </p:nvSpPr>
            <p:spPr>
              <a:xfrm rot="10800000">
                <a:off x="4127889" y="3294427"/>
                <a:ext cx="13" cy="60"/>
              </a:xfrm>
              <a:custGeom>
                <a:avLst/>
                <a:gdLst/>
                <a:ahLst/>
                <a:cxnLst/>
                <a:rect l="l" t="t" r="r" b="b"/>
                <a:pathLst>
                  <a:path w="1" h="1" fill="none" extrusionOk="0">
                    <a:moveTo>
                      <a:pt x="0" y="1"/>
                    </a:moveTo>
                    <a:lnTo>
                      <a:pt x="0" y="1"/>
                    </a:lnTo>
                    <a:lnTo>
                      <a:pt x="0" y="1"/>
                    </a:lnTo>
                    <a:lnTo>
                      <a:pt x="0" y="1"/>
                    </a:lnTo>
                    <a:lnTo>
                      <a:pt x="0"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84"/>
              <p:cNvSpPr/>
              <p:nvPr/>
            </p:nvSpPr>
            <p:spPr>
              <a:xfrm rot="10800000">
                <a:off x="4130310" y="3392130"/>
                <a:ext cx="16083" cy="2044"/>
              </a:xfrm>
              <a:custGeom>
                <a:avLst/>
                <a:gdLst/>
                <a:ahLst/>
                <a:cxnLst/>
                <a:rect l="l" t="t" r="r" b="b"/>
                <a:pathLst>
                  <a:path w="1202" h="34" extrusionOk="0">
                    <a:moveTo>
                      <a:pt x="1" y="1"/>
                    </a:moveTo>
                    <a:lnTo>
                      <a:pt x="601" y="21"/>
                    </a:lnTo>
                    <a:lnTo>
                      <a:pt x="872" y="27"/>
                    </a:lnTo>
                    <a:lnTo>
                      <a:pt x="1142" y="34"/>
                    </a:lnTo>
                    <a:lnTo>
                      <a:pt x="1202" y="34"/>
                    </a:lnTo>
                    <a:lnTo>
                      <a:pt x="1202" y="1"/>
                    </a:lnTo>
                    <a:close/>
                  </a:path>
                </a:pathLst>
              </a:custGeom>
              <a:solidFill>
                <a:srgbClr val="FF4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84"/>
              <p:cNvSpPr/>
              <p:nvPr/>
            </p:nvSpPr>
            <p:spPr>
              <a:xfrm rot="10800000">
                <a:off x="4130310" y="3392130"/>
                <a:ext cx="16083" cy="2044"/>
              </a:xfrm>
              <a:custGeom>
                <a:avLst/>
                <a:gdLst/>
                <a:ahLst/>
                <a:cxnLst/>
                <a:rect l="l" t="t" r="r" b="b"/>
                <a:pathLst>
                  <a:path w="1202" h="34" fill="none" extrusionOk="0">
                    <a:moveTo>
                      <a:pt x="1142" y="34"/>
                    </a:moveTo>
                    <a:lnTo>
                      <a:pt x="1142" y="34"/>
                    </a:lnTo>
                    <a:lnTo>
                      <a:pt x="1202" y="34"/>
                    </a:lnTo>
                    <a:lnTo>
                      <a:pt x="1202" y="34"/>
                    </a:lnTo>
                    <a:lnTo>
                      <a:pt x="1202" y="1"/>
                    </a:lnTo>
                    <a:lnTo>
                      <a:pt x="781" y="1"/>
                    </a:lnTo>
                    <a:lnTo>
                      <a:pt x="781" y="1"/>
                    </a:lnTo>
                    <a:lnTo>
                      <a:pt x="781" y="1"/>
                    </a:lnTo>
                    <a:lnTo>
                      <a:pt x="1" y="1"/>
                    </a:lnTo>
                    <a:lnTo>
                      <a:pt x="1" y="1"/>
                    </a:lnTo>
                    <a:lnTo>
                      <a:pt x="601" y="21"/>
                    </a:lnTo>
                    <a:lnTo>
                      <a:pt x="872" y="27"/>
                    </a:lnTo>
                    <a:lnTo>
                      <a:pt x="1142" y="3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84"/>
              <p:cNvSpPr/>
              <p:nvPr/>
            </p:nvSpPr>
            <p:spPr>
              <a:xfrm rot="10800000">
                <a:off x="4119460" y="3392130"/>
                <a:ext cx="10865" cy="2044"/>
              </a:xfrm>
              <a:custGeom>
                <a:avLst/>
                <a:gdLst/>
                <a:ahLst/>
                <a:cxnLst/>
                <a:rect l="l" t="t" r="r" b="b"/>
                <a:pathLst>
                  <a:path w="812" h="34" extrusionOk="0">
                    <a:moveTo>
                      <a:pt x="1" y="1"/>
                    </a:moveTo>
                    <a:lnTo>
                      <a:pt x="1" y="34"/>
                    </a:lnTo>
                    <a:lnTo>
                      <a:pt x="421" y="27"/>
                    </a:lnTo>
                    <a:lnTo>
                      <a:pt x="812" y="7"/>
                    </a:lnTo>
                    <a:lnTo>
                      <a:pt x="481" y="1"/>
                    </a:lnTo>
                    <a:close/>
                  </a:path>
                </a:pathLst>
              </a:custGeom>
              <a:solidFill>
                <a:srgbClr val="FF1E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84"/>
              <p:cNvSpPr/>
              <p:nvPr/>
            </p:nvSpPr>
            <p:spPr>
              <a:xfrm rot="10800000">
                <a:off x="4119460" y="3392130"/>
                <a:ext cx="10865" cy="2044"/>
              </a:xfrm>
              <a:custGeom>
                <a:avLst/>
                <a:gdLst/>
                <a:ahLst/>
                <a:cxnLst/>
                <a:rect l="l" t="t" r="r" b="b"/>
                <a:pathLst>
                  <a:path w="812" h="34" fill="none" extrusionOk="0">
                    <a:moveTo>
                      <a:pt x="1" y="34"/>
                    </a:moveTo>
                    <a:lnTo>
                      <a:pt x="1" y="34"/>
                    </a:lnTo>
                    <a:lnTo>
                      <a:pt x="421" y="27"/>
                    </a:lnTo>
                    <a:lnTo>
                      <a:pt x="812" y="7"/>
                    </a:lnTo>
                    <a:lnTo>
                      <a:pt x="812" y="7"/>
                    </a:lnTo>
                    <a:lnTo>
                      <a:pt x="481" y="1"/>
                    </a:lnTo>
                    <a:lnTo>
                      <a:pt x="1" y="1"/>
                    </a:lnTo>
                    <a:lnTo>
                      <a:pt x="1" y="1"/>
                    </a:lnTo>
                    <a:lnTo>
                      <a:pt x="1" y="3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84"/>
              <p:cNvSpPr/>
              <p:nvPr/>
            </p:nvSpPr>
            <p:spPr>
              <a:xfrm rot="10800000">
                <a:off x="4272964" y="3394114"/>
                <a:ext cx="11667" cy="421"/>
              </a:xfrm>
              <a:custGeom>
                <a:avLst/>
                <a:gdLst/>
                <a:ahLst/>
                <a:cxnLst/>
                <a:rect l="l" t="t" r="r" b="b"/>
                <a:pathLst>
                  <a:path w="872" h="7" extrusionOk="0">
                    <a:moveTo>
                      <a:pt x="451" y="0"/>
                    </a:moveTo>
                    <a:lnTo>
                      <a:pt x="1" y="7"/>
                    </a:lnTo>
                    <a:lnTo>
                      <a:pt x="872" y="7"/>
                    </a:lnTo>
                    <a:lnTo>
                      <a:pt x="451" y="0"/>
                    </a:lnTo>
                    <a:close/>
                  </a:path>
                </a:pathLst>
              </a:custGeom>
              <a:solidFill>
                <a:srgbClr val="FF4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84"/>
              <p:cNvSpPr/>
              <p:nvPr/>
            </p:nvSpPr>
            <p:spPr>
              <a:xfrm rot="10800000">
                <a:off x="4272964" y="3394114"/>
                <a:ext cx="11667" cy="421"/>
              </a:xfrm>
              <a:custGeom>
                <a:avLst/>
                <a:gdLst/>
                <a:ahLst/>
                <a:cxnLst/>
                <a:rect l="l" t="t" r="r" b="b"/>
                <a:pathLst>
                  <a:path w="872" h="7" fill="none" extrusionOk="0">
                    <a:moveTo>
                      <a:pt x="1" y="7"/>
                    </a:moveTo>
                    <a:lnTo>
                      <a:pt x="872" y="7"/>
                    </a:lnTo>
                    <a:lnTo>
                      <a:pt x="872" y="7"/>
                    </a:lnTo>
                    <a:lnTo>
                      <a:pt x="451" y="0"/>
                    </a:lnTo>
                    <a:lnTo>
                      <a:pt x="451" y="0"/>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84"/>
              <p:cNvSpPr/>
              <p:nvPr/>
            </p:nvSpPr>
            <p:spPr>
              <a:xfrm rot="10800000">
                <a:off x="4130311" y="3394114"/>
                <a:ext cx="5633" cy="421"/>
              </a:xfrm>
              <a:custGeom>
                <a:avLst/>
                <a:gdLst/>
                <a:ahLst/>
                <a:cxnLst/>
                <a:rect l="l" t="t" r="r" b="b"/>
                <a:pathLst>
                  <a:path w="421" h="7" extrusionOk="0">
                    <a:moveTo>
                      <a:pt x="421" y="0"/>
                    </a:moveTo>
                    <a:lnTo>
                      <a:pt x="0" y="7"/>
                    </a:lnTo>
                    <a:lnTo>
                      <a:pt x="421" y="7"/>
                    </a:lnTo>
                    <a:lnTo>
                      <a:pt x="421" y="0"/>
                    </a:lnTo>
                    <a:close/>
                  </a:path>
                </a:pathLst>
              </a:custGeom>
              <a:solidFill>
                <a:srgbClr val="FF28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84"/>
              <p:cNvSpPr/>
              <p:nvPr/>
            </p:nvSpPr>
            <p:spPr>
              <a:xfrm rot="10800000">
                <a:off x="4130311" y="3394114"/>
                <a:ext cx="5633" cy="421"/>
              </a:xfrm>
              <a:custGeom>
                <a:avLst/>
                <a:gdLst/>
                <a:ahLst/>
                <a:cxnLst/>
                <a:rect l="l" t="t" r="r" b="b"/>
                <a:pathLst>
                  <a:path w="421" h="7" fill="none" extrusionOk="0">
                    <a:moveTo>
                      <a:pt x="0" y="7"/>
                    </a:moveTo>
                    <a:lnTo>
                      <a:pt x="421" y="7"/>
                    </a:lnTo>
                    <a:lnTo>
                      <a:pt x="421" y="7"/>
                    </a:lnTo>
                    <a:lnTo>
                      <a:pt x="421" y="0"/>
                    </a:lnTo>
                    <a:lnTo>
                      <a:pt x="421" y="0"/>
                    </a:lnTo>
                    <a:lnTo>
                      <a:pt x="0"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84"/>
              <p:cNvSpPr/>
              <p:nvPr/>
            </p:nvSpPr>
            <p:spPr>
              <a:xfrm rot="10800000">
                <a:off x="4123875" y="3394114"/>
                <a:ext cx="6449" cy="421"/>
              </a:xfrm>
              <a:custGeom>
                <a:avLst/>
                <a:gdLst/>
                <a:ahLst/>
                <a:cxnLst/>
                <a:rect l="l" t="t" r="r" b="b"/>
                <a:pathLst>
                  <a:path w="482" h="7" extrusionOk="0">
                    <a:moveTo>
                      <a:pt x="1" y="0"/>
                    </a:moveTo>
                    <a:lnTo>
                      <a:pt x="1" y="7"/>
                    </a:lnTo>
                    <a:lnTo>
                      <a:pt x="481" y="7"/>
                    </a:lnTo>
                    <a:lnTo>
                      <a:pt x="31" y="0"/>
                    </a:lnTo>
                    <a:close/>
                  </a:path>
                </a:pathLst>
              </a:custGeom>
              <a:solidFill>
                <a:srgbClr val="FF13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84"/>
              <p:cNvSpPr/>
              <p:nvPr/>
            </p:nvSpPr>
            <p:spPr>
              <a:xfrm rot="10800000">
                <a:off x="4123875" y="3394114"/>
                <a:ext cx="6449" cy="421"/>
              </a:xfrm>
              <a:custGeom>
                <a:avLst/>
                <a:gdLst/>
                <a:ahLst/>
                <a:cxnLst/>
                <a:rect l="l" t="t" r="r" b="b"/>
                <a:pathLst>
                  <a:path w="482" h="7" fill="none" extrusionOk="0">
                    <a:moveTo>
                      <a:pt x="1" y="7"/>
                    </a:moveTo>
                    <a:lnTo>
                      <a:pt x="481" y="7"/>
                    </a:lnTo>
                    <a:lnTo>
                      <a:pt x="481" y="7"/>
                    </a:lnTo>
                    <a:lnTo>
                      <a:pt x="31" y="0"/>
                    </a:lnTo>
                    <a:lnTo>
                      <a:pt x="31" y="0"/>
                    </a:lnTo>
                    <a:lnTo>
                      <a:pt x="1" y="0"/>
                    </a:lnTo>
                    <a:lnTo>
                      <a:pt x="1" y="0"/>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84"/>
              <p:cNvSpPr/>
              <p:nvPr/>
            </p:nvSpPr>
            <p:spPr>
              <a:xfrm rot="10800000">
                <a:off x="4388292" y="3481054"/>
                <a:ext cx="238311" cy="62831"/>
              </a:xfrm>
              <a:custGeom>
                <a:avLst/>
                <a:gdLst/>
                <a:ahLst/>
                <a:cxnLst/>
                <a:rect l="l" t="t" r="r" b="b"/>
                <a:pathLst>
                  <a:path w="17811" h="1045" extrusionOk="0">
                    <a:moveTo>
                      <a:pt x="14176" y="1"/>
                    </a:moveTo>
                    <a:lnTo>
                      <a:pt x="13726" y="7"/>
                    </a:lnTo>
                    <a:lnTo>
                      <a:pt x="11473" y="7"/>
                    </a:lnTo>
                    <a:lnTo>
                      <a:pt x="11473" y="846"/>
                    </a:lnTo>
                    <a:lnTo>
                      <a:pt x="17811" y="846"/>
                    </a:lnTo>
                    <a:lnTo>
                      <a:pt x="17781" y="787"/>
                    </a:lnTo>
                    <a:lnTo>
                      <a:pt x="17751" y="727"/>
                    </a:lnTo>
                    <a:lnTo>
                      <a:pt x="17600" y="595"/>
                    </a:lnTo>
                    <a:lnTo>
                      <a:pt x="17390" y="463"/>
                    </a:lnTo>
                    <a:lnTo>
                      <a:pt x="17060" y="324"/>
                    </a:lnTo>
                    <a:lnTo>
                      <a:pt x="16820" y="245"/>
                    </a:lnTo>
                    <a:lnTo>
                      <a:pt x="16549" y="179"/>
                    </a:lnTo>
                    <a:lnTo>
                      <a:pt x="16219" y="126"/>
                    </a:lnTo>
                    <a:lnTo>
                      <a:pt x="15858" y="80"/>
                    </a:lnTo>
                    <a:lnTo>
                      <a:pt x="15468" y="47"/>
                    </a:lnTo>
                    <a:lnTo>
                      <a:pt x="15047" y="20"/>
                    </a:lnTo>
                    <a:lnTo>
                      <a:pt x="14627" y="7"/>
                    </a:lnTo>
                    <a:lnTo>
                      <a:pt x="14176" y="1"/>
                    </a:lnTo>
                    <a:close/>
                    <a:moveTo>
                      <a:pt x="3064" y="1"/>
                    </a:moveTo>
                    <a:lnTo>
                      <a:pt x="2613" y="7"/>
                    </a:lnTo>
                    <a:lnTo>
                      <a:pt x="2163" y="20"/>
                    </a:lnTo>
                    <a:lnTo>
                      <a:pt x="1712" y="40"/>
                    </a:lnTo>
                    <a:lnTo>
                      <a:pt x="1292" y="67"/>
                    </a:lnTo>
                    <a:lnTo>
                      <a:pt x="901" y="100"/>
                    </a:lnTo>
                    <a:lnTo>
                      <a:pt x="571" y="139"/>
                    </a:lnTo>
                    <a:lnTo>
                      <a:pt x="270" y="186"/>
                    </a:lnTo>
                    <a:lnTo>
                      <a:pt x="0" y="232"/>
                    </a:lnTo>
                    <a:lnTo>
                      <a:pt x="0" y="232"/>
                    </a:lnTo>
                    <a:lnTo>
                      <a:pt x="391" y="219"/>
                    </a:lnTo>
                    <a:lnTo>
                      <a:pt x="1111" y="219"/>
                    </a:lnTo>
                    <a:lnTo>
                      <a:pt x="1472" y="232"/>
                    </a:lnTo>
                    <a:lnTo>
                      <a:pt x="1802" y="258"/>
                    </a:lnTo>
                    <a:lnTo>
                      <a:pt x="2133" y="285"/>
                    </a:lnTo>
                    <a:lnTo>
                      <a:pt x="2433" y="324"/>
                    </a:lnTo>
                    <a:lnTo>
                      <a:pt x="2733" y="364"/>
                    </a:lnTo>
                    <a:lnTo>
                      <a:pt x="3004" y="417"/>
                    </a:lnTo>
                    <a:lnTo>
                      <a:pt x="3244" y="476"/>
                    </a:lnTo>
                    <a:lnTo>
                      <a:pt x="3424" y="529"/>
                    </a:lnTo>
                    <a:lnTo>
                      <a:pt x="3574" y="595"/>
                    </a:lnTo>
                    <a:lnTo>
                      <a:pt x="3694" y="668"/>
                    </a:lnTo>
                    <a:lnTo>
                      <a:pt x="3815" y="754"/>
                    </a:lnTo>
                    <a:lnTo>
                      <a:pt x="3905" y="846"/>
                    </a:lnTo>
                    <a:lnTo>
                      <a:pt x="3965" y="945"/>
                    </a:lnTo>
                    <a:lnTo>
                      <a:pt x="4025" y="1044"/>
                    </a:lnTo>
                    <a:lnTo>
                      <a:pt x="4025" y="7"/>
                    </a:lnTo>
                    <a:lnTo>
                      <a:pt x="3514" y="7"/>
                    </a:lnTo>
                    <a:lnTo>
                      <a:pt x="3064" y="1"/>
                    </a:lnTo>
                    <a:close/>
                  </a:path>
                </a:pathLst>
              </a:custGeom>
              <a:solidFill>
                <a:srgbClr val="8B29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84"/>
              <p:cNvSpPr/>
              <p:nvPr/>
            </p:nvSpPr>
            <p:spPr>
              <a:xfrm rot="10800000">
                <a:off x="4388295" y="3492959"/>
                <a:ext cx="84802" cy="50926"/>
              </a:xfrm>
              <a:custGeom>
                <a:avLst/>
                <a:gdLst/>
                <a:ahLst/>
                <a:cxnLst/>
                <a:rect l="l" t="t" r="r" b="b"/>
                <a:pathLst>
                  <a:path w="6338" h="847" fill="none" extrusionOk="0">
                    <a:moveTo>
                      <a:pt x="0" y="846"/>
                    </a:moveTo>
                    <a:lnTo>
                      <a:pt x="6338" y="846"/>
                    </a:lnTo>
                    <a:lnTo>
                      <a:pt x="6338" y="846"/>
                    </a:lnTo>
                    <a:lnTo>
                      <a:pt x="6308" y="787"/>
                    </a:lnTo>
                    <a:lnTo>
                      <a:pt x="6278" y="727"/>
                    </a:lnTo>
                    <a:lnTo>
                      <a:pt x="6127" y="595"/>
                    </a:lnTo>
                    <a:lnTo>
                      <a:pt x="5917" y="463"/>
                    </a:lnTo>
                    <a:lnTo>
                      <a:pt x="5587" y="324"/>
                    </a:lnTo>
                    <a:lnTo>
                      <a:pt x="5587" y="324"/>
                    </a:lnTo>
                    <a:lnTo>
                      <a:pt x="5347" y="245"/>
                    </a:lnTo>
                    <a:lnTo>
                      <a:pt x="5076" y="179"/>
                    </a:lnTo>
                    <a:lnTo>
                      <a:pt x="4746" y="126"/>
                    </a:lnTo>
                    <a:lnTo>
                      <a:pt x="4385" y="80"/>
                    </a:lnTo>
                    <a:lnTo>
                      <a:pt x="3995" y="47"/>
                    </a:lnTo>
                    <a:lnTo>
                      <a:pt x="3574" y="20"/>
                    </a:lnTo>
                    <a:lnTo>
                      <a:pt x="3154" y="7"/>
                    </a:lnTo>
                    <a:lnTo>
                      <a:pt x="2703" y="1"/>
                    </a:lnTo>
                    <a:lnTo>
                      <a:pt x="2703" y="1"/>
                    </a:lnTo>
                    <a:lnTo>
                      <a:pt x="2253" y="7"/>
                    </a:lnTo>
                    <a:lnTo>
                      <a:pt x="0" y="7"/>
                    </a:lnTo>
                    <a:lnTo>
                      <a:pt x="0" y="846"/>
                    </a:lnTo>
                    <a:lnTo>
                      <a:pt x="0" y="846"/>
                    </a:lnTo>
                    <a:lnTo>
                      <a:pt x="0" y="84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84"/>
              <p:cNvSpPr/>
              <p:nvPr/>
            </p:nvSpPr>
            <p:spPr>
              <a:xfrm rot="10800000">
                <a:off x="4572748" y="3475102"/>
                <a:ext cx="53854" cy="68783"/>
              </a:xfrm>
              <a:custGeom>
                <a:avLst/>
                <a:gdLst/>
                <a:ahLst/>
                <a:cxnLst/>
                <a:rect l="l" t="t" r="r" b="b"/>
                <a:pathLst>
                  <a:path w="4025" h="1144" fill="none" extrusionOk="0">
                    <a:moveTo>
                      <a:pt x="4025" y="1143"/>
                    </a:moveTo>
                    <a:lnTo>
                      <a:pt x="4025" y="7"/>
                    </a:lnTo>
                    <a:lnTo>
                      <a:pt x="3514" y="7"/>
                    </a:lnTo>
                    <a:lnTo>
                      <a:pt x="3514" y="7"/>
                    </a:lnTo>
                    <a:lnTo>
                      <a:pt x="3064" y="1"/>
                    </a:lnTo>
                    <a:lnTo>
                      <a:pt x="3064" y="1"/>
                    </a:lnTo>
                    <a:lnTo>
                      <a:pt x="2613" y="7"/>
                    </a:lnTo>
                    <a:lnTo>
                      <a:pt x="2163" y="20"/>
                    </a:lnTo>
                    <a:lnTo>
                      <a:pt x="1712" y="40"/>
                    </a:lnTo>
                    <a:lnTo>
                      <a:pt x="1292" y="67"/>
                    </a:lnTo>
                    <a:lnTo>
                      <a:pt x="901" y="100"/>
                    </a:lnTo>
                    <a:lnTo>
                      <a:pt x="571" y="139"/>
                    </a:lnTo>
                    <a:lnTo>
                      <a:pt x="270" y="186"/>
                    </a:lnTo>
                    <a:lnTo>
                      <a:pt x="0" y="232"/>
                    </a:lnTo>
                    <a:lnTo>
                      <a:pt x="0" y="232"/>
                    </a:lnTo>
                    <a:lnTo>
                      <a:pt x="391" y="219"/>
                    </a:lnTo>
                    <a:lnTo>
                      <a:pt x="751" y="219"/>
                    </a:lnTo>
                    <a:lnTo>
                      <a:pt x="751" y="219"/>
                    </a:lnTo>
                    <a:lnTo>
                      <a:pt x="1111" y="219"/>
                    </a:lnTo>
                    <a:lnTo>
                      <a:pt x="1472" y="232"/>
                    </a:lnTo>
                    <a:lnTo>
                      <a:pt x="1802" y="258"/>
                    </a:lnTo>
                    <a:lnTo>
                      <a:pt x="2133" y="285"/>
                    </a:lnTo>
                    <a:lnTo>
                      <a:pt x="2433" y="324"/>
                    </a:lnTo>
                    <a:lnTo>
                      <a:pt x="2733" y="364"/>
                    </a:lnTo>
                    <a:lnTo>
                      <a:pt x="3004" y="417"/>
                    </a:lnTo>
                    <a:lnTo>
                      <a:pt x="3244" y="476"/>
                    </a:lnTo>
                    <a:lnTo>
                      <a:pt x="3244" y="476"/>
                    </a:lnTo>
                    <a:lnTo>
                      <a:pt x="3424" y="529"/>
                    </a:lnTo>
                    <a:lnTo>
                      <a:pt x="3574" y="595"/>
                    </a:lnTo>
                    <a:lnTo>
                      <a:pt x="3694" y="668"/>
                    </a:lnTo>
                    <a:lnTo>
                      <a:pt x="3815" y="754"/>
                    </a:lnTo>
                    <a:lnTo>
                      <a:pt x="3905" y="846"/>
                    </a:lnTo>
                    <a:lnTo>
                      <a:pt x="3965" y="945"/>
                    </a:lnTo>
                    <a:lnTo>
                      <a:pt x="4025" y="1044"/>
                    </a:lnTo>
                    <a:lnTo>
                      <a:pt x="4025" y="114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84"/>
              <p:cNvSpPr/>
              <p:nvPr/>
            </p:nvSpPr>
            <p:spPr>
              <a:xfrm rot="10800000">
                <a:off x="4572748" y="3443356"/>
                <a:ext cx="66311" cy="87422"/>
              </a:xfrm>
              <a:custGeom>
                <a:avLst/>
                <a:gdLst/>
                <a:ahLst/>
                <a:cxnLst/>
                <a:rect l="l" t="t" r="r" b="b"/>
                <a:pathLst>
                  <a:path w="4956" h="1454" extrusionOk="0">
                    <a:moveTo>
                      <a:pt x="1322" y="1"/>
                    </a:moveTo>
                    <a:lnTo>
                      <a:pt x="931" y="14"/>
                    </a:lnTo>
                    <a:lnTo>
                      <a:pt x="901" y="27"/>
                    </a:lnTo>
                    <a:lnTo>
                      <a:pt x="631" y="93"/>
                    </a:lnTo>
                    <a:lnTo>
                      <a:pt x="421" y="166"/>
                    </a:lnTo>
                    <a:lnTo>
                      <a:pt x="270" y="238"/>
                    </a:lnTo>
                    <a:lnTo>
                      <a:pt x="150" y="318"/>
                    </a:lnTo>
                    <a:lnTo>
                      <a:pt x="60" y="397"/>
                    </a:lnTo>
                    <a:lnTo>
                      <a:pt x="0" y="476"/>
                    </a:lnTo>
                    <a:lnTo>
                      <a:pt x="0" y="562"/>
                    </a:lnTo>
                    <a:lnTo>
                      <a:pt x="30" y="641"/>
                    </a:lnTo>
                    <a:lnTo>
                      <a:pt x="60" y="727"/>
                    </a:lnTo>
                    <a:lnTo>
                      <a:pt x="150" y="806"/>
                    </a:lnTo>
                    <a:lnTo>
                      <a:pt x="270" y="886"/>
                    </a:lnTo>
                    <a:lnTo>
                      <a:pt x="390" y="965"/>
                    </a:lnTo>
                    <a:lnTo>
                      <a:pt x="571" y="1038"/>
                    </a:lnTo>
                    <a:lnTo>
                      <a:pt x="751" y="1110"/>
                    </a:lnTo>
                    <a:lnTo>
                      <a:pt x="961" y="1176"/>
                    </a:lnTo>
                    <a:lnTo>
                      <a:pt x="1171" y="1236"/>
                    </a:lnTo>
                    <a:lnTo>
                      <a:pt x="1442" y="1295"/>
                    </a:lnTo>
                    <a:lnTo>
                      <a:pt x="1742" y="1341"/>
                    </a:lnTo>
                    <a:lnTo>
                      <a:pt x="2072" y="1381"/>
                    </a:lnTo>
                    <a:lnTo>
                      <a:pt x="2433" y="1407"/>
                    </a:lnTo>
                    <a:lnTo>
                      <a:pt x="2823" y="1427"/>
                    </a:lnTo>
                    <a:lnTo>
                      <a:pt x="3244" y="1447"/>
                    </a:lnTo>
                    <a:lnTo>
                      <a:pt x="3664" y="1454"/>
                    </a:lnTo>
                    <a:lnTo>
                      <a:pt x="4956" y="1454"/>
                    </a:lnTo>
                    <a:lnTo>
                      <a:pt x="4956" y="925"/>
                    </a:lnTo>
                    <a:lnTo>
                      <a:pt x="4956" y="826"/>
                    </a:lnTo>
                    <a:lnTo>
                      <a:pt x="4896" y="727"/>
                    </a:lnTo>
                    <a:lnTo>
                      <a:pt x="4836" y="628"/>
                    </a:lnTo>
                    <a:lnTo>
                      <a:pt x="4746" y="536"/>
                    </a:lnTo>
                    <a:lnTo>
                      <a:pt x="4625" y="450"/>
                    </a:lnTo>
                    <a:lnTo>
                      <a:pt x="4505" y="377"/>
                    </a:lnTo>
                    <a:lnTo>
                      <a:pt x="4355" y="311"/>
                    </a:lnTo>
                    <a:lnTo>
                      <a:pt x="4175" y="258"/>
                    </a:lnTo>
                    <a:lnTo>
                      <a:pt x="3935" y="199"/>
                    </a:lnTo>
                    <a:lnTo>
                      <a:pt x="3664" y="146"/>
                    </a:lnTo>
                    <a:lnTo>
                      <a:pt x="3364" y="106"/>
                    </a:lnTo>
                    <a:lnTo>
                      <a:pt x="3064" y="67"/>
                    </a:lnTo>
                    <a:lnTo>
                      <a:pt x="2733" y="40"/>
                    </a:lnTo>
                    <a:lnTo>
                      <a:pt x="2403" y="14"/>
                    </a:lnTo>
                    <a:lnTo>
                      <a:pt x="2042" y="1"/>
                    </a:lnTo>
                    <a:close/>
                  </a:path>
                </a:pathLst>
              </a:custGeom>
              <a:solidFill>
                <a:srgbClr val="5914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84"/>
              <p:cNvSpPr/>
              <p:nvPr/>
            </p:nvSpPr>
            <p:spPr>
              <a:xfrm rot="10800000">
                <a:off x="4572748" y="3443356"/>
                <a:ext cx="66311" cy="87422"/>
              </a:xfrm>
              <a:custGeom>
                <a:avLst/>
                <a:gdLst/>
                <a:ahLst/>
                <a:cxnLst/>
                <a:rect l="l" t="t" r="r" b="b"/>
                <a:pathLst>
                  <a:path w="4956" h="1454" fill="none" extrusionOk="0">
                    <a:moveTo>
                      <a:pt x="4085" y="1454"/>
                    </a:moveTo>
                    <a:lnTo>
                      <a:pt x="4385" y="1454"/>
                    </a:lnTo>
                    <a:lnTo>
                      <a:pt x="4385" y="1454"/>
                    </a:lnTo>
                    <a:lnTo>
                      <a:pt x="4655" y="1454"/>
                    </a:lnTo>
                    <a:lnTo>
                      <a:pt x="4655" y="1454"/>
                    </a:lnTo>
                    <a:lnTo>
                      <a:pt x="4926" y="1454"/>
                    </a:lnTo>
                    <a:lnTo>
                      <a:pt x="4956" y="1454"/>
                    </a:lnTo>
                    <a:lnTo>
                      <a:pt x="4956" y="925"/>
                    </a:lnTo>
                    <a:lnTo>
                      <a:pt x="4956" y="925"/>
                    </a:lnTo>
                    <a:lnTo>
                      <a:pt x="4956" y="826"/>
                    </a:lnTo>
                    <a:lnTo>
                      <a:pt x="4896" y="727"/>
                    </a:lnTo>
                    <a:lnTo>
                      <a:pt x="4836" y="628"/>
                    </a:lnTo>
                    <a:lnTo>
                      <a:pt x="4746" y="536"/>
                    </a:lnTo>
                    <a:lnTo>
                      <a:pt x="4625" y="450"/>
                    </a:lnTo>
                    <a:lnTo>
                      <a:pt x="4505" y="377"/>
                    </a:lnTo>
                    <a:lnTo>
                      <a:pt x="4355" y="311"/>
                    </a:lnTo>
                    <a:lnTo>
                      <a:pt x="4175" y="258"/>
                    </a:lnTo>
                    <a:lnTo>
                      <a:pt x="4175" y="258"/>
                    </a:lnTo>
                    <a:lnTo>
                      <a:pt x="3935" y="199"/>
                    </a:lnTo>
                    <a:lnTo>
                      <a:pt x="3664" y="146"/>
                    </a:lnTo>
                    <a:lnTo>
                      <a:pt x="3364" y="106"/>
                    </a:lnTo>
                    <a:lnTo>
                      <a:pt x="3064" y="67"/>
                    </a:lnTo>
                    <a:lnTo>
                      <a:pt x="2733" y="40"/>
                    </a:lnTo>
                    <a:lnTo>
                      <a:pt x="2403" y="14"/>
                    </a:lnTo>
                    <a:lnTo>
                      <a:pt x="2042" y="1"/>
                    </a:lnTo>
                    <a:lnTo>
                      <a:pt x="1682" y="1"/>
                    </a:lnTo>
                    <a:lnTo>
                      <a:pt x="1682" y="1"/>
                    </a:lnTo>
                    <a:lnTo>
                      <a:pt x="1322" y="1"/>
                    </a:lnTo>
                    <a:lnTo>
                      <a:pt x="931" y="14"/>
                    </a:lnTo>
                    <a:lnTo>
                      <a:pt x="931" y="14"/>
                    </a:lnTo>
                    <a:lnTo>
                      <a:pt x="901" y="27"/>
                    </a:lnTo>
                    <a:lnTo>
                      <a:pt x="901" y="27"/>
                    </a:lnTo>
                    <a:lnTo>
                      <a:pt x="631" y="93"/>
                    </a:lnTo>
                    <a:lnTo>
                      <a:pt x="421" y="166"/>
                    </a:lnTo>
                    <a:lnTo>
                      <a:pt x="270" y="238"/>
                    </a:lnTo>
                    <a:lnTo>
                      <a:pt x="150" y="318"/>
                    </a:lnTo>
                    <a:lnTo>
                      <a:pt x="60" y="397"/>
                    </a:lnTo>
                    <a:lnTo>
                      <a:pt x="0" y="476"/>
                    </a:lnTo>
                    <a:lnTo>
                      <a:pt x="0" y="562"/>
                    </a:lnTo>
                    <a:lnTo>
                      <a:pt x="30" y="641"/>
                    </a:lnTo>
                    <a:lnTo>
                      <a:pt x="60" y="727"/>
                    </a:lnTo>
                    <a:lnTo>
                      <a:pt x="150" y="806"/>
                    </a:lnTo>
                    <a:lnTo>
                      <a:pt x="270" y="886"/>
                    </a:lnTo>
                    <a:lnTo>
                      <a:pt x="390" y="965"/>
                    </a:lnTo>
                    <a:lnTo>
                      <a:pt x="571" y="1038"/>
                    </a:lnTo>
                    <a:lnTo>
                      <a:pt x="751" y="1110"/>
                    </a:lnTo>
                    <a:lnTo>
                      <a:pt x="961" y="1176"/>
                    </a:lnTo>
                    <a:lnTo>
                      <a:pt x="1171" y="1236"/>
                    </a:lnTo>
                    <a:lnTo>
                      <a:pt x="1171" y="1236"/>
                    </a:lnTo>
                    <a:lnTo>
                      <a:pt x="1442" y="1295"/>
                    </a:lnTo>
                    <a:lnTo>
                      <a:pt x="1742" y="1341"/>
                    </a:lnTo>
                    <a:lnTo>
                      <a:pt x="2072" y="1381"/>
                    </a:lnTo>
                    <a:lnTo>
                      <a:pt x="2433" y="1407"/>
                    </a:lnTo>
                    <a:lnTo>
                      <a:pt x="2823" y="1427"/>
                    </a:lnTo>
                    <a:lnTo>
                      <a:pt x="3244" y="1447"/>
                    </a:lnTo>
                    <a:lnTo>
                      <a:pt x="3664" y="1454"/>
                    </a:lnTo>
                    <a:lnTo>
                      <a:pt x="4085" y="145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84"/>
              <p:cNvSpPr/>
              <p:nvPr/>
            </p:nvSpPr>
            <p:spPr>
              <a:xfrm rot="10800000">
                <a:off x="4573151" y="3443356"/>
                <a:ext cx="7239" cy="60"/>
              </a:xfrm>
              <a:custGeom>
                <a:avLst/>
                <a:gdLst/>
                <a:ahLst/>
                <a:cxnLst/>
                <a:rect l="l" t="t" r="r" b="b"/>
                <a:pathLst>
                  <a:path w="541" h="1" extrusionOk="0">
                    <a:moveTo>
                      <a:pt x="0" y="1"/>
                    </a:moveTo>
                    <a:lnTo>
                      <a:pt x="541" y="1"/>
                    </a:lnTo>
                    <a:lnTo>
                      <a:pt x="541" y="1"/>
                    </a:lnTo>
                    <a:lnTo>
                      <a:pt x="270" y="1"/>
                    </a:lnTo>
                    <a:lnTo>
                      <a:pt x="270" y="1"/>
                    </a:lnTo>
                    <a:lnTo>
                      <a:pt x="0" y="1"/>
                    </a:lnTo>
                    <a:close/>
                  </a:path>
                </a:pathLst>
              </a:custGeom>
              <a:solidFill>
                <a:srgbClr val="3103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84"/>
              <p:cNvSpPr/>
              <p:nvPr/>
            </p:nvSpPr>
            <p:spPr>
              <a:xfrm rot="10800000">
                <a:off x="4573151" y="3443356"/>
                <a:ext cx="7239" cy="60"/>
              </a:xfrm>
              <a:custGeom>
                <a:avLst/>
                <a:gdLst/>
                <a:ahLst/>
                <a:cxnLst/>
                <a:rect l="l" t="t" r="r" b="b"/>
                <a:pathLst>
                  <a:path w="541" h="1" fill="none" extrusionOk="0">
                    <a:moveTo>
                      <a:pt x="0" y="1"/>
                    </a:moveTo>
                    <a:lnTo>
                      <a:pt x="541" y="1"/>
                    </a:lnTo>
                    <a:lnTo>
                      <a:pt x="541" y="1"/>
                    </a:lnTo>
                    <a:lnTo>
                      <a:pt x="270" y="1"/>
                    </a:lnTo>
                    <a:lnTo>
                      <a:pt x="270"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84"/>
              <p:cNvSpPr/>
              <p:nvPr/>
            </p:nvSpPr>
            <p:spPr>
              <a:xfrm rot="10800000">
                <a:off x="4473082" y="3443356"/>
                <a:ext cx="99681" cy="100108"/>
              </a:xfrm>
              <a:custGeom>
                <a:avLst/>
                <a:gdLst/>
                <a:ahLst/>
                <a:cxnLst/>
                <a:rect l="l" t="t" r="r" b="b"/>
                <a:pathLst>
                  <a:path w="7450" h="1665" extrusionOk="0">
                    <a:moveTo>
                      <a:pt x="1" y="0"/>
                    </a:moveTo>
                    <a:lnTo>
                      <a:pt x="1" y="1136"/>
                    </a:lnTo>
                    <a:lnTo>
                      <a:pt x="1" y="1665"/>
                    </a:lnTo>
                    <a:lnTo>
                      <a:pt x="3365" y="1665"/>
                    </a:lnTo>
                    <a:lnTo>
                      <a:pt x="3455" y="1546"/>
                    </a:lnTo>
                    <a:lnTo>
                      <a:pt x="3605" y="1420"/>
                    </a:lnTo>
                    <a:lnTo>
                      <a:pt x="3815" y="1288"/>
                    </a:lnTo>
                    <a:lnTo>
                      <a:pt x="4115" y="1156"/>
                    </a:lnTo>
                    <a:lnTo>
                      <a:pt x="4236" y="1116"/>
                    </a:lnTo>
                    <a:lnTo>
                      <a:pt x="4356" y="1077"/>
                    </a:lnTo>
                    <a:lnTo>
                      <a:pt x="4626" y="1011"/>
                    </a:lnTo>
                    <a:lnTo>
                      <a:pt x="4956" y="958"/>
                    </a:lnTo>
                    <a:lnTo>
                      <a:pt x="5317" y="912"/>
                    </a:lnTo>
                    <a:lnTo>
                      <a:pt x="5707" y="879"/>
                    </a:lnTo>
                    <a:lnTo>
                      <a:pt x="6128" y="852"/>
                    </a:lnTo>
                    <a:lnTo>
                      <a:pt x="6548" y="839"/>
                    </a:lnTo>
                    <a:lnTo>
                      <a:pt x="7449" y="839"/>
                    </a:lnTo>
                    <a:lnTo>
                      <a:pt x="7449" y="0"/>
                    </a:lnTo>
                    <a:close/>
                  </a:path>
                </a:pathLst>
              </a:custGeom>
              <a:solidFill>
                <a:srgbClr val="1D21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84"/>
              <p:cNvSpPr/>
              <p:nvPr/>
            </p:nvSpPr>
            <p:spPr>
              <a:xfrm rot="10800000">
                <a:off x="4473082" y="3443356"/>
                <a:ext cx="99681" cy="100108"/>
              </a:xfrm>
              <a:custGeom>
                <a:avLst/>
                <a:gdLst/>
                <a:ahLst/>
                <a:cxnLst/>
                <a:rect l="l" t="t" r="r" b="b"/>
                <a:pathLst>
                  <a:path w="7450" h="1665" fill="none" extrusionOk="0">
                    <a:moveTo>
                      <a:pt x="1" y="1665"/>
                    </a:moveTo>
                    <a:lnTo>
                      <a:pt x="3365" y="1665"/>
                    </a:lnTo>
                    <a:lnTo>
                      <a:pt x="3365" y="1665"/>
                    </a:lnTo>
                    <a:lnTo>
                      <a:pt x="3455" y="1546"/>
                    </a:lnTo>
                    <a:lnTo>
                      <a:pt x="3605" y="1420"/>
                    </a:lnTo>
                    <a:lnTo>
                      <a:pt x="3815" y="1288"/>
                    </a:lnTo>
                    <a:lnTo>
                      <a:pt x="4115" y="1156"/>
                    </a:lnTo>
                    <a:lnTo>
                      <a:pt x="4115" y="1156"/>
                    </a:lnTo>
                    <a:lnTo>
                      <a:pt x="4236" y="1116"/>
                    </a:lnTo>
                    <a:lnTo>
                      <a:pt x="4356" y="1077"/>
                    </a:lnTo>
                    <a:lnTo>
                      <a:pt x="4626" y="1011"/>
                    </a:lnTo>
                    <a:lnTo>
                      <a:pt x="4956" y="958"/>
                    </a:lnTo>
                    <a:lnTo>
                      <a:pt x="5317" y="912"/>
                    </a:lnTo>
                    <a:lnTo>
                      <a:pt x="5707" y="879"/>
                    </a:lnTo>
                    <a:lnTo>
                      <a:pt x="6128" y="852"/>
                    </a:lnTo>
                    <a:lnTo>
                      <a:pt x="6548" y="839"/>
                    </a:lnTo>
                    <a:lnTo>
                      <a:pt x="6969" y="839"/>
                    </a:lnTo>
                    <a:lnTo>
                      <a:pt x="6969" y="839"/>
                    </a:lnTo>
                    <a:lnTo>
                      <a:pt x="7449" y="839"/>
                    </a:lnTo>
                    <a:lnTo>
                      <a:pt x="7449" y="0"/>
                    </a:lnTo>
                    <a:lnTo>
                      <a:pt x="1" y="0"/>
                    </a:lnTo>
                    <a:lnTo>
                      <a:pt x="1" y="1136"/>
                    </a:lnTo>
                    <a:lnTo>
                      <a:pt x="1" y="1136"/>
                    </a:lnTo>
                    <a:lnTo>
                      <a:pt x="1" y="16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84"/>
              <p:cNvSpPr/>
              <p:nvPr/>
            </p:nvSpPr>
            <p:spPr>
              <a:xfrm rot="10800000">
                <a:off x="4388295" y="3443356"/>
                <a:ext cx="84802" cy="49663"/>
              </a:xfrm>
              <a:custGeom>
                <a:avLst/>
                <a:gdLst/>
                <a:ahLst/>
                <a:cxnLst/>
                <a:rect l="l" t="t" r="r" b="b"/>
                <a:pathLst>
                  <a:path w="6338" h="826" extrusionOk="0">
                    <a:moveTo>
                      <a:pt x="0" y="0"/>
                    </a:moveTo>
                    <a:lnTo>
                      <a:pt x="0" y="826"/>
                    </a:lnTo>
                    <a:lnTo>
                      <a:pt x="2613" y="826"/>
                    </a:lnTo>
                    <a:lnTo>
                      <a:pt x="3064" y="812"/>
                    </a:lnTo>
                    <a:lnTo>
                      <a:pt x="3484" y="799"/>
                    </a:lnTo>
                    <a:lnTo>
                      <a:pt x="3905" y="779"/>
                    </a:lnTo>
                    <a:lnTo>
                      <a:pt x="4295" y="753"/>
                    </a:lnTo>
                    <a:lnTo>
                      <a:pt x="4626" y="720"/>
                    </a:lnTo>
                    <a:lnTo>
                      <a:pt x="4926" y="687"/>
                    </a:lnTo>
                    <a:lnTo>
                      <a:pt x="5166" y="647"/>
                    </a:lnTo>
                    <a:lnTo>
                      <a:pt x="5407" y="588"/>
                    </a:lnTo>
                    <a:lnTo>
                      <a:pt x="5647" y="528"/>
                    </a:lnTo>
                    <a:lnTo>
                      <a:pt x="5827" y="469"/>
                    </a:lnTo>
                    <a:lnTo>
                      <a:pt x="6007" y="403"/>
                    </a:lnTo>
                    <a:lnTo>
                      <a:pt x="6127" y="330"/>
                    </a:lnTo>
                    <a:lnTo>
                      <a:pt x="6248" y="258"/>
                    </a:lnTo>
                    <a:lnTo>
                      <a:pt x="6308" y="178"/>
                    </a:lnTo>
                    <a:lnTo>
                      <a:pt x="6338" y="99"/>
                    </a:lnTo>
                    <a:lnTo>
                      <a:pt x="6338" y="13"/>
                    </a:lnTo>
                    <a:lnTo>
                      <a:pt x="6338" y="0"/>
                    </a:lnTo>
                    <a:close/>
                  </a:path>
                </a:pathLst>
              </a:custGeom>
              <a:solidFill>
                <a:srgbClr val="8B1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84"/>
              <p:cNvSpPr/>
              <p:nvPr/>
            </p:nvSpPr>
            <p:spPr>
              <a:xfrm rot="10800000">
                <a:off x="4388295" y="3443356"/>
                <a:ext cx="84802" cy="49663"/>
              </a:xfrm>
              <a:custGeom>
                <a:avLst/>
                <a:gdLst/>
                <a:ahLst/>
                <a:cxnLst/>
                <a:rect l="l" t="t" r="r" b="b"/>
                <a:pathLst>
                  <a:path w="6338" h="826" fill="none" extrusionOk="0">
                    <a:moveTo>
                      <a:pt x="0" y="826"/>
                    </a:moveTo>
                    <a:lnTo>
                      <a:pt x="2133" y="826"/>
                    </a:lnTo>
                    <a:lnTo>
                      <a:pt x="2133" y="826"/>
                    </a:lnTo>
                    <a:lnTo>
                      <a:pt x="2613" y="826"/>
                    </a:lnTo>
                    <a:lnTo>
                      <a:pt x="3064" y="812"/>
                    </a:lnTo>
                    <a:lnTo>
                      <a:pt x="3484" y="799"/>
                    </a:lnTo>
                    <a:lnTo>
                      <a:pt x="3905" y="779"/>
                    </a:lnTo>
                    <a:lnTo>
                      <a:pt x="4295" y="753"/>
                    </a:lnTo>
                    <a:lnTo>
                      <a:pt x="4626" y="720"/>
                    </a:lnTo>
                    <a:lnTo>
                      <a:pt x="4926" y="687"/>
                    </a:lnTo>
                    <a:lnTo>
                      <a:pt x="5166" y="647"/>
                    </a:lnTo>
                    <a:lnTo>
                      <a:pt x="5166" y="647"/>
                    </a:lnTo>
                    <a:lnTo>
                      <a:pt x="5407" y="588"/>
                    </a:lnTo>
                    <a:lnTo>
                      <a:pt x="5647" y="528"/>
                    </a:lnTo>
                    <a:lnTo>
                      <a:pt x="5827" y="469"/>
                    </a:lnTo>
                    <a:lnTo>
                      <a:pt x="6007" y="403"/>
                    </a:lnTo>
                    <a:lnTo>
                      <a:pt x="6127" y="330"/>
                    </a:lnTo>
                    <a:lnTo>
                      <a:pt x="6248" y="258"/>
                    </a:lnTo>
                    <a:lnTo>
                      <a:pt x="6308" y="178"/>
                    </a:lnTo>
                    <a:lnTo>
                      <a:pt x="6338" y="99"/>
                    </a:lnTo>
                    <a:lnTo>
                      <a:pt x="6338" y="99"/>
                    </a:lnTo>
                    <a:lnTo>
                      <a:pt x="6338" y="13"/>
                    </a:lnTo>
                    <a:lnTo>
                      <a:pt x="6338" y="13"/>
                    </a:lnTo>
                    <a:lnTo>
                      <a:pt x="6338" y="0"/>
                    </a:lnTo>
                    <a:lnTo>
                      <a:pt x="0" y="0"/>
                    </a:lnTo>
                    <a:lnTo>
                      <a:pt x="0" y="0"/>
                    </a:lnTo>
                    <a:lnTo>
                      <a:pt x="0" y="0"/>
                    </a:lnTo>
                    <a:lnTo>
                      <a:pt x="0" y="82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84"/>
              <p:cNvSpPr/>
              <p:nvPr/>
            </p:nvSpPr>
            <p:spPr>
              <a:xfrm rot="10800000">
                <a:off x="4473083" y="3443356"/>
                <a:ext cx="54671" cy="49663"/>
              </a:xfrm>
              <a:custGeom>
                <a:avLst/>
                <a:gdLst/>
                <a:ahLst/>
                <a:cxnLst/>
                <a:rect l="l" t="t" r="r" b="b"/>
                <a:pathLst>
                  <a:path w="4086" h="826" extrusionOk="0">
                    <a:moveTo>
                      <a:pt x="3184" y="0"/>
                    </a:moveTo>
                    <a:lnTo>
                      <a:pt x="2764" y="13"/>
                    </a:lnTo>
                    <a:lnTo>
                      <a:pt x="2343" y="40"/>
                    </a:lnTo>
                    <a:lnTo>
                      <a:pt x="1953" y="73"/>
                    </a:lnTo>
                    <a:lnTo>
                      <a:pt x="1592" y="119"/>
                    </a:lnTo>
                    <a:lnTo>
                      <a:pt x="1262" y="172"/>
                    </a:lnTo>
                    <a:lnTo>
                      <a:pt x="992" y="238"/>
                    </a:lnTo>
                    <a:lnTo>
                      <a:pt x="872" y="277"/>
                    </a:lnTo>
                    <a:lnTo>
                      <a:pt x="751" y="317"/>
                    </a:lnTo>
                    <a:lnTo>
                      <a:pt x="451" y="449"/>
                    </a:lnTo>
                    <a:lnTo>
                      <a:pt x="241" y="581"/>
                    </a:lnTo>
                    <a:lnTo>
                      <a:pt x="91" y="707"/>
                    </a:lnTo>
                    <a:lnTo>
                      <a:pt x="1" y="826"/>
                    </a:lnTo>
                    <a:lnTo>
                      <a:pt x="4085" y="826"/>
                    </a:lnTo>
                    <a:lnTo>
                      <a:pt x="4085" y="0"/>
                    </a:lnTo>
                    <a:close/>
                  </a:path>
                </a:pathLst>
              </a:custGeom>
              <a:solidFill>
                <a:srgbClr val="1D15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84"/>
              <p:cNvSpPr/>
              <p:nvPr/>
            </p:nvSpPr>
            <p:spPr>
              <a:xfrm rot="10800000">
                <a:off x="4473083" y="3443356"/>
                <a:ext cx="54671" cy="49663"/>
              </a:xfrm>
              <a:custGeom>
                <a:avLst/>
                <a:gdLst/>
                <a:ahLst/>
                <a:cxnLst/>
                <a:rect l="l" t="t" r="r" b="b"/>
                <a:pathLst>
                  <a:path w="4086" h="826" fill="none" extrusionOk="0">
                    <a:moveTo>
                      <a:pt x="1" y="826"/>
                    </a:moveTo>
                    <a:lnTo>
                      <a:pt x="4085" y="826"/>
                    </a:lnTo>
                    <a:lnTo>
                      <a:pt x="4085" y="0"/>
                    </a:lnTo>
                    <a:lnTo>
                      <a:pt x="4085" y="0"/>
                    </a:lnTo>
                    <a:lnTo>
                      <a:pt x="3605" y="0"/>
                    </a:lnTo>
                    <a:lnTo>
                      <a:pt x="3605" y="0"/>
                    </a:lnTo>
                    <a:lnTo>
                      <a:pt x="3184" y="0"/>
                    </a:lnTo>
                    <a:lnTo>
                      <a:pt x="2764" y="13"/>
                    </a:lnTo>
                    <a:lnTo>
                      <a:pt x="2343" y="40"/>
                    </a:lnTo>
                    <a:lnTo>
                      <a:pt x="1953" y="73"/>
                    </a:lnTo>
                    <a:lnTo>
                      <a:pt x="1592" y="119"/>
                    </a:lnTo>
                    <a:lnTo>
                      <a:pt x="1262" y="172"/>
                    </a:lnTo>
                    <a:lnTo>
                      <a:pt x="992" y="238"/>
                    </a:lnTo>
                    <a:lnTo>
                      <a:pt x="872" y="277"/>
                    </a:lnTo>
                    <a:lnTo>
                      <a:pt x="751" y="317"/>
                    </a:lnTo>
                    <a:lnTo>
                      <a:pt x="751" y="317"/>
                    </a:lnTo>
                    <a:lnTo>
                      <a:pt x="451" y="449"/>
                    </a:lnTo>
                    <a:lnTo>
                      <a:pt x="241" y="581"/>
                    </a:lnTo>
                    <a:lnTo>
                      <a:pt x="91" y="707"/>
                    </a:lnTo>
                    <a:lnTo>
                      <a:pt x="1" y="82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84"/>
              <p:cNvSpPr/>
              <p:nvPr/>
            </p:nvSpPr>
            <p:spPr>
              <a:xfrm rot="10800000">
                <a:off x="4287024" y="3294427"/>
                <a:ext cx="111335" cy="47679"/>
              </a:xfrm>
              <a:custGeom>
                <a:avLst/>
                <a:gdLst/>
                <a:ahLst/>
                <a:cxnLst/>
                <a:rect l="l" t="t" r="r" b="b"/>
                <a:pathLst>
                  <a:path w="8321" h="793" extrusionOk="0">
                    <a:moveTo>
                      <a:pt x="662" y="0"/>
                    </a:moveTo>
                    <a:lnTo>
                      <a:pt x="331" y="13"/>
                    </a:lnTo>
                    <a:lnTo>
                      <a:pt x="1" y="26"/>
                    </a:lnTo>
                    <a:lnTo>
                      <a:pt x="391" y="53"/>
                    </a:lnTo>
                    <a:lnTo>
                      <a:pt x="752" y="79"/>
                    </a:lnTo>
                    <a:lnTo>
                      <a:pt x="1052" y="119"/>
                    </a:lnTo>
                    <a:lnTo>
                      <a:pt x="1322" y="159"/>
                    </a:lnTo>
                    <a:lnTo>
                      <a:pt x="1563" y="198"/>
                    </a:lnTo>
                    <a:lnTo>
                      <a:pt x="1773" y="244"/>
                    </a:lnTo>
                    <a:lnTo>
                      <a:pt x="1953" y="297"/>
                    </a:lnTo>
                    <a:lnTo>
                      <a:pt x="2103" y="350"/>
                    </a:lnTo>
                    <a:lnTo>
                      <a:pt x="2223" y="410"/>
                    </a:lnTo>
                    <a:lnTo>
                      <a:pt x="2344" y="462"/>
                    </a:lnTo>
                    <a:lnTo>
                      <a:pt x="2404" y="522"/>
                    </a:lnTo>
                    <a:lnTo>
                      <a:pt x="2464" y="575"/>
                    </a:lnTo>
                    <a:lnTo>
                      <a:pt x="2554" y="687"/>
                    </a:lnTo>
                    <a:lnTo>
                      <a:pt x="2554" y="793"/>
                    </a:lnTo>
                    <a:lnTo>
                      <a:pt x="8320" y="793"/>
                    </a:lnTo>
                    <a:lnTo>
                      <a:pt x="8020" y="786"/>
                    </a:lnTo>
                    <a:lnTo>
                      <a:pt x="7690" y="773"/>
                    </a:lnTo>
                    <a:lnTo>
                      <a:pt x="7389" y="753"/>
                    </a:lnTo>
                    <a:lnTo>
                      <a:pt x="7089" y="727"/>
                    </a:lnTo>
                    <a:lnTo>
                      <a:pt x="6819" y="700"/>
                    </a:lnTo>
                    <a:lnTo>
                      <a:pt x="6548" y="667"/>
                    </a:lnTo>
                    <a:lnTo>
                      <a:pt x="6338" y="628"/>
                    </a:lnTo>
                    <a:lnTo>
                      <a:pt x="6128" y="581"/>
                    </a:lnTo>
                    <a:lnTo>
                      <a:pt x="5918" y="522"/>
                    </a:lnTo>
                    <a:lnTo>
                      <a:pt x="5707" y="456"/>
                    </a:lnTo>
                    <a:lnTo>
                      <a:pt x="5527" y="390"/>
                    </a:lnTo>
                    <a:lnTo>
                      <a:pt x="5347" y="311"/>
                    </a:lnTo>
                    <a:lnTo>
                      <a:pt x="5227" y="238"/>
                    </a:lnTo>
                    <a:lnTo>
                      <a:pt x="5107" y="159"/>
                    </a:lnTo>
                    <a:lnTo>
                      <a:pt x="5017" y="79"/>
                    </a:lnTo>
                    <a:lnTo>
                      <a:pt x="4987" y="0"/>
                    </a:lnTo>
                    <a:close/>
                  </a:path>
                </a:pathLst>
              </a:custGeom>
              <a:solidFill>
                <a:srgbClr val="A47D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84"/>
              <p:cNvSpPr/>
              <p:nvPr/>
            </p:nvSpPr>
            <p:spPr>
              <a:xfrm rot="10800000">
                <a:off x="4287024" y="3294427"/>
                <a:ext cx="111335" cy="47679"/>
              </a:xfrm>
              <a:custGeom>
                <a:avLst/>
                <a:gdLst/>
                <a:ahLst/>
                <a:cxnLst/>
                <a:rect l="l" t="t" r="r" b="b"/>
                <a:pathLst>
                  <a:path w="8321" h="793" fill="none" extrusionOk="0">
                    <a:moveTo>
                      <a:pt x="2554" y="793"/>
                    </a:moveTo>
                    <a:lnTo>
                      <a:pt x="8320" y="793"/>
                    </a:lnTo>
                    <a:lnTo>
                      <a:pt x="8320" y="793"/>
                    </a:lnTo>
                    <a:lnTo>
                      <a:pt x="8020" y="786"/>
                    </a:lnTo>
                    <a:lnTo>
                      <a:pt x="7690" y="773"/>
                    </a:lnTo>
                    <a:lnTo>
                      <a:pt x="7389" y="753"/>
                    </a:lnTo>
                    <a:lnTo>
                      <a:pt x="7089" y="727"/>
                    </a:lnTo>
                    <a:lnTo>
                      <a:pt x="6819" y="700"/>
                    </a:lnTo>
                    <a:lnTo>
                      <a:pt x="6548" y="667"/>
                    </a:lnTo>
                    <a:lnTo>
                      <a:pt x="6338" y="628"/>
                    </a:lnTo>
                    <a:lnTo>
                      <a:pt x="6128" y="581"/>
                    </a:lnTo>
                    <a:lnTo>
                      <a:pt x="6128" y="581"/>
                    </a:lnTo>
                    <a:lnTo>
                      <a:pt x="5918" y="522"/>
                    </a:lnTo>
                    <a:lnTo>
                      <a:pt x="5707" y="456"/>
                    </a:lnTo>
                    <a:lnTo>
                      <a:pt x="5527" y="390"/>
                    </a:lnTo>
                    <a:lnTo>
                      <a:pt x="5347" y="311"/>
                    </a:lnTo>
                    <a:lnTo>
                      <a:pt x="5227" y="238"/>
                    </a:lnTo>
                    <a:lnTo>
                      <a:pt x="5107" y="159"/>
                    </a:lnTo>
                    <a:lnTo>
                      <a:pt x="5017" y="79"/>
                    </a:lnTo>
                    <a:lnTo>
                      <a:pt x="4987" y="0"/>
                    </a:lnTo>
                    <a:lnTo>
                      <a:pt x="3965" y="0"/>
                    </a:lnTo>
                    <a:lnTo>
                      <a:pt x="3965" y="0"/>
                    </a:lnTo>
                    <a:lnTo>
                      <a:pt x="3395" y="0"/>
                    </a:lnTo>
                    <a:lnTo>
                      <a:pt x="662" y="0"/>
                    </a:lnTo>
                    <a:lnTo>
                      <a:pt x="662" y="0"/>
                    </a:lnTo>
                    <a:lnTo>
                      <a:pt x="331" y="13"/>
                    </a:lnTo>
                    <a:lnTo>
                      <a:pt x="1" y="26"/>
                    </a:lnTo>
                    <a:lnTo>
                      <a:pt x="1" y="26"/>
                    </a:lnTo>
                    <a:lnTo>
                      <a:pt x="391" y="53"/>
                    </a:lnTo>
                    <a:lnTo>
                      <a:pt x="752" y="79"/>
                    </a:lnTo>
                    <a:lnTo>
                      <a:pt x="1052" y="119"/>
                    </a:lnTo>
                    <a:lnTo>
                      <a:pt x="1322" y="159"/>
                    </a:lnTo>
                    <a:lnTo>
                      <a:pt x="1563" y="198"/>
                    </a:lnTo>
                    <a:lnTo>
                      <a:pt x="1773" y="244"/>
                    </a:lnTo>
                    <a:lnTo>
                      <a:pt x="1953" y="297"/>
                    </a:lnTo>
                    <a:lnTo>
                      <a:pt x="2103" y="350"/>
                    </a:lnTo>
                    <a:lnTo>
                      <a:pt x="2223" y="410"/>
                    </a:lnTo>
                    <a:lnTo>
                      <a:pt x="2344" y="462"/>
                    </a:lnTo>
                    <a:lnTo>
                      <a:pt x="2404" y="522"/>
                    </a:lnTo>
                    <a:lnTo>
                      <a:pt x="2464" y="575"/>
                    </a:lnTo>
                    <a:lnTo>
                      <a:pt x="2554" y="687"/>
                    </a:lnTo>
                    <a:lnTo>
                      <a:pt x="2554" y="79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84"/>
              <p:cNvSpPr/>
              <p:nvPr/>
            </p:nvSpPr>
            <p:spPr>
              <a:xfrm rot="10800000">
                <a:off x="4276976" y="3249153"/>
                <a:ext cx="116152" cy="45334"/>
              </a:xfrm>
              <a:custGeom>
                <a:avLst/>
                <a:gdLst/>
                <a:ahLst/>
                <a:cxnLst/>
                <a:rect l="l" t="t" r="r" b="b"/>
                <a:pathLst>
                  <a:path w="8681" h="754" extrusionOk="0">
                    <a:moveTo>
                      <a:pt x="2163" y="1"/>
                    </a:moveTo>
                    <a:lnTo>
                      <a:pt x="2133" y="80"/>
                    </a:lnTo>
                    <a:lnTo>
                      <a:pt x="2103" y="172"/>
                    </a:lnTo>
                    <a:lnTo>
                      <a:pt x="2013" y="265"/>
                    </a:lnTo>
                    <a:lnTo>
                      <a:pt x="1862" y="364"/>
                    </a:lnTo>
                    <a:lnTo>
                      <a:pt x="1682" y="456"/>
                    </a:lnTo>
                    <a:lnTo>
                      <a:pt x="1532" y="496"/>
                    </a:lnTo>
                    <a:lnTo>
                      <a:pt x="1412" y="542"/>
                    </a:lnTo>
                    <a:lnTo>
                      <a:pt x="1232" y="582"/>
                    </a:lnTo>
                    <a:lnTo>
                      <a:pt x="1051" y="622"/>
                    </a:lnTo>
                    <a:lnTo>
                      <a:pt x="811" y="655"/>
                    </a:lnTo>
                    <a:lnTo>
                      <a:pt x="571" y="688"/>
                    </a:lnTo>
                    <a:lnTo>
                      <a:pt x="301" y="714"/>
                    </a:lnTo>
                    <a:lnTo>
                      <a:pt x="0" y="741"/>
                    </a:lnTo>
                    <a:lnTo>
                      <a:pt x="511" y="754"/>
                    </a:lnTo>
                    <a:lnTo>
                      <a:pt x="8170" y="754"/>
                    </a:lnTo>
                    <a:lnTo>
                      <a:pt x="8680" y="741"/>
                    </a:lnTo>
                    <a:lnTo>
                      <a:pt x="8680" y="21"/>
                    </a:lnTo>
                    <a:lnTo>
                      <a:pt x="8680" y="7"/>
                    </a:lnTo>
                    <a:lnTo>
                      <a:pt x="8290" y="7"/>
                    </a:lnTo>
                    <a:lnTo>
                      <a:pt x="7929" y="1"/>
                    </a:lnTo>
                    <a:close/>
                  </a:path>
                </a:pathLst>
              </a:custGeom>
              <a:solidFill>
                <a:srgbClr val="4948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84"/>
              <p:cNvSpPr/>
              <p:nvPr/>
            </p:nvSpPr>
            <p:spPr>
              <a:xfrm rot="10800000">
                <a:off x="4276976" y="3249153"/>
                <a:ext cx="116152" cy="45334"/>
              </a:xfrm>
              <a:custGeom>
                <a:avLst/>
                <a:gdLst/>
                <a:ahLst/>
                <a:cxnLst/>
                <a:rect l="l" t="t" r="r" b="b"/>
                <a:pathLst>
                  <a:path w="8681" h="754" fill="none" extrusionOk="0">
                    <a:moveTo>
                      <a:pt x="1051" y="754"/>
                    </a:moveTo>
                    <a:lnTo>
                      <a:pt x="7689" y="754"/>
                    </a:lnTo>
                    <a:lnTo>
                      <a:pt x="7689" y="754"/>
                    </a:lnTo>
                    <a:lnTo>
                      <a:pt x="8170" y="754"/>
                    </a:lnTo>
                    <a:lnTo>
                      <a:pt x="8680" y="741"/>
                    </a:lnTo>
                    <a:lnTo>
                      <a:pt x="8680" y="21"/>
                    </a:lnTo>
                    <a:lnTo>
                      <a:pt x="8680" y="21"/>
                    </a:lnTo>
                    <a:lnTo>
                      <a:pt x="8680" y="7"/>
                    </a:lnTo>
                    <a:lnTo>
                      <a:pt x="8620" y="7"/>
                    </a:lnTo>
                    <a:lnTo>
                      <a:pt x="8620" y="7"/>
                    </a:lnTo>
                    <a:lnTo>
                      <a:pt x="8290" y="7"/>
                    </a:lnTo>
                    <a:lnTo>
                      <a:pt x="7929" y="1"/>
                    </a:lnTo>
                    <a:lnTo>
                      <a:pt x="2163" y="1"/>
                    </a:lnTo>
                    <a:lnTo>
                      <a:pt x="2163" y="1"/>
                    </a:lnTo>
                    <a:lnTo>
                      <a:pt x="2133" y="80"/>
                    </a:lnTo>
                    <a:lnTo>
                      <a:pt x="2133" y="80"/>
                    </a:lnTo>
                    <a:lnTo>
                      <a:pt x="2103" y="172"/>
                    </a:lnTo>
                    <a:lnTo>
                      <a:pt x="2013" y="265"/>
                    </a:lnTo>
                    <a:lnTo>
                      <a:pt x="1862" y="364"/>
                    </a:lnTo>
                    <a:lnTo>
                      <a:pt x="1682" y="456"/>
                    </a:lnTo>
                    <a:lnTo>
                      <a:pt x="1532" y="496"/>
                    </a:lnTo>
                    <a:lnTo>
                      <a:pt x="1412" y="542"/>
                    </a:lnTo>
                    <a:lnTo>
                      <a:pt x="1232" y="582"/>
                    </a:lnTo>
                    <a:lnTo>
                      <a:pt x="1051" y="622"/>
                    </a:lnTo>
                    <a:lnTo>
                      <a:pt x="811" y="655"/>
                    </a:lnTo>
                    <a:lnTo>
                      <a:pt x="571" y="688"/>
                    </a:lnTo>
                    <a:lnTo>
                      <a:pt x="301" y="714"/>
                    </a:lnTo>
                    <a:lnTo>
                      <a:pt x="0" y="741"/>
                    </a:lnTo>
                    <a:lnTo>
                      <a:pt x="0" y="741"/>
                    </a:lnTo>
                    <a:lnTo>
                      <a:pt x="511" y="754"/>
                    </a:lnTo>
                    <a:lnTo>
                      <a:pt x="1051" y="75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84"/>
              <p:cNvSpPr/>
              <p:nvPr/>
            </p:nvSpPr>
            <p:spPr>
              <a:xfrm rot="10800000">
                <a:off x="4364186" y="3293645"/>
                <a:ext cx="69536" cy="46897"/>
              </a:xfrm>
              <a:custGeom>
                <a:avLst/>
                <a:gdLst/>
                <a:ahLst/>
                <a:cxnLst/>
                <a:rect l="l" t="t" r="r" b="b"/>
                <a:pathLst>
                  <a:path w="5197" h="780" extrusionOk="0">
                    <a:moveTo>
                      <a:pt x="2644" y="0"/>
                    </a:moveTo>
                    <a:lnTo>
                      <a:pt x="2103" y="40"/>
                    </a:lnTo>
                    <a:lnTo>
                      <a:pt x="1623" y="86"/>
                    </a:lnTo>
                    <a:lnTo>
                      <a:pt x="1232" y="139"/>
                    </a:lnTo>
                    <a:lnTo>
                      <a:pt x="1052" y="166"/>
                    </a:lnTo>
                    <a:lnTo>
                      <a:pt x="902" y="192"/>
                    </a:lnTo>
                    <a:lnTo>
                      <a:pt x="631" y="258"/>
                    </a:lnTo>
                    <a:lnTo>
                      <a:pt x="421" y="324"/>
                    </a:lnTo>
                    <a:lnTo>
                      <a:pt x="271" y="397"/>
                    </a:lnTo>
                    <a:lnTo>
                      <a:pt x="151" y="469"/>
                    </a:lnTo>
                    <a:lnTo>
                      <a:pt x="61" y="549"/>
                    </a:lnTo>
                    <a:lnTo>
                      <a:pt x="1" y="628"/>
                    </a:lnTo>
                    <a:lnTo>
                      <a:pt x="1" y="701"/>
                    </a:lnTo>
                    <a:lnTo>
                      <a:pt x="31" y="780"/>
                    </a:lnTo>
                    <a:lnTo>
                      <a:pt x="391" y="773"/>
                    </a:lnTo>
                    <a:lnTo>
                      <a:pt x="752" y="767"/>
                    </a:lnTo>
                    <a:lnTo>
                      <a:pt x="5197" y="767"/>
                    </a:lnTo>
                    <a:lnTo>
                      <a:pt x="5197" y="661"/>
                    </a:lnTo>
                    <a:lnTo>
                      <a:pt x="5107" y="549"/>
                    </a:lnTo>
                    <a:lnTo>
                      <a:pt x="5047" y="496"/>
                    </a:lnTo>
                    <a:lnTo>
                      <a:pt x="4987" y="436"/>
                    </a:lnTo>
                    <a:lnTo>
                      <a:pt x="4866" y="384"/>
                    </a:lnTo>
                    <a:lnTo>
                      <a:pt x="4746" y="324"/>
                    </a:lnTo>
                    <a:lnTo>
                      <a:pt x="4596" y="271"/>
                    </a:lnTo>
                    <a:lnTo>
                      <a:pt x="4416" y="218"/>
                    </a:lnTo>
                    <a:lnTo>
                      <a:pt x="4206" y="172"/>
                    </a:lnTo>
                    <a:lnTo>
                      <a:pt x="3965" y="133"/>
                    </a:lnTo>
                    <a:lnTo>
                      <a:pt x="3695" y="93"/>
                    </a:lnTo>
                    <a:lnTo>
                      <a:pt x="3395" y="53"/>
                    </a:lnTo>
                    <a:lnTo>
                      <a:pt x="3034" y="27"/>
                    </a:lnTo>
                    <a:lnTo>
                      <a:pt x="2644" y="0"/>
                    </a:lnTo>
                    <a:close/>
                  </a:path>
                </a:pathLst>
              </a:custGeom>
              <a:solidFill>
                <a:srgbClr val="4948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84"/>
              <p:cNvSpPr/>
              <p:nvPr/>
            </p:nvSpPr>
            <p:spPr>
              <a:xfrm rot="10800000">
                <a:off x="4364186" y="3293645"/>
                <a:ext cx="69536" cy="46897"/>
              </a:xfrm>
              <a:custGeom>
                <a:avLst/>
                <a:gdLst/>
                <a:ahLst/>
                <a:cxnLst/>
                <a:rect l="l" t="t" r="r" b="b"/>
                <a:pathLst>
                  <a:path w="5197" h="780" fill="none" extrusionOk="0">
                    <a:moveTo>
                      <a:pt x="31" y="780"/>
                    </a:moveTo>
                    <a:lnTo>
                      <a:pt x="31" y="780"/>
                    </a:lnTo>
                    <a:lnTo>
                      <a:pt x="391" y="773"/>
                    </a:lnTo>
                    <a:lnTo>
                      <a:pt x="752" y="767"/>
                    </a:lnTo>
                    <a:lnTo>
                      <a:pt x="752" y="767"/>
                    </a:lnTo>
                    <a:lnTo>
                      <a:pt x="932" y="767"/>
                    </a:lnTo>
                    <a:lnTo>
                      <a:pt x="932" y="767"/>
                    </a:lnTo>
                    <a:lnTo>
                      <a:pt x="1082" y="767"/>
                    </a:lnTo>
                    <a:lnTo>
                      <a:pt x="5197" y="767"/>
                    </a:lnTo>
                    <a:lnTo>
                      <a:pt x="5197" y="767"/>
                    </a:lnTo>
                    <a:lnTo>
                      <a:pt x="5197" y="661"/>
                    </a:lnTo>
                    <a:lnTo>
                      <a:pt x="5107" y="549"/>
                    </a:lnTo>
                    <a:lnTo>
                      <a:pt x="5047" y="496"/>
                    </a:lnTo>
                    <a:lnTo>
                      <a:pt x="4987" y="436"/>
                    </a:lnTo>
                    <a:lnTo>
                      <a:pt x="4866" y="384"/>
                    </a:lnTo>
                    <a:lnTo>
                      <a:pt x="4746" y="324"/>
                    </a:lnTo>
                    <a:lnTo>
                      <a:pt x="4596" y="271"/>
                    </a:lnTo>
                    <a:lnTo>
                      <a:pt x="4416" y="218"/>
                    </a:lnTo>
                    <a:lnTo>
                      <a:pt x="4206" y="172"/>
                    </a:lnTo>
                    <a:lnTo>
                      <a:pt x="3965" y="133"/>
                    </a:lnTo>
                    <a:lnTo>
                      <a:pt x="3695" y="93"/>
                    </a:lnTo>
                    <a:lnTo>
                      <a:pt x="3395" y="53"/>
                    </a:lnTo>
                    <a:lnTo>
                      <a:pt x="3034" y="27"/>
                    </a:lnTo>
                    <a:lnTo>
                      <a:pt x="2644" y="0"/>
                    </a:lnTo>
                    <a:lnTo>
                      <a:pt x="2644" y="0"/>
                    </a:lnTo>
                    <a:lnTo>
                      <a:pt x="2103" y="40"/>
                    </a:lnTo>
                    <a:lnTo>
                      <a:pt x="1623" y="86"/>
                    </a:lnTo>
                    <a:lnTo>
                      <a:pt x="1232" y="139"/>
                    </a:lnTo>
                    <a:lnTo>
                      <a:pt x="1052" y="166"/>
                    </a:lnTo>
                    <a:lnTo>
                      <a:pt x="902" y="192"/>
                    </a:lnTo>
                    <a:lnTo>
                      <a:pt x="902" y="192"/>
                    </a:lnTo>
                    <a:lnTo>
                      <a:pt x="631" y="258"/>
                    </a:lnTo>
                    <a:lnTo>
                      <a:pt x="421" y="324"/>
                    </a:lnTo>
                    <a:lnTo>
                      <a:pt x="271" y="397"/>
                    </a:lnTo>
                    <a:lnTo>
                      <a:pt x="151" y="469"/>
                    </a:lnTo>
                    <a:lnTo>
                      <a:pt x="61" y="549"/>
                    </a:lnTo>
                    <a:lnTo>
                      <a:pt x="1" y="628"/>
                    </a:lnTo>
                    <a:lnTo>
                      <a:pt x="1" y="701"/>
                    </a:lnTo>
                    <a:lnTo>
                      <a:pt x="31" y="78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84"/>
              <p:cNvSpPr/>
              <p:nvPr/>
            </p:nvSpPr>
            <p:spPr>
              <a:xfrm rot="10800000">
                <a:off x="4364186" y="3249934"/>
                <a:ext cx="69134" cy="44553"/>
              </a:xfrm>
              <a:custGeom>
                <a:avLst/>
                <a:gdLst/>
                <a:ahLst/>
                <a:cxnLst/>
                <a:rect l="l" t="t" r="r" b="b"/>
                <a:pathLst>
                  <a:path w="5167" h="741" extrusionOk="0">
                    <a:moveTo>
                      <a:pt x="722" y="1"/>
                    </a:moveTo>
                    <a:lnTo>
                      <a:pt x="361" y="7"/>
                    </a:lnTo>
                    <a:lnTo>
                      <a:pt x="1" y="14"/>
                    </a:lnTo>
                    <a:lnTo>
                      <a:pt x="61" y="93"/>
                    </a:lnTo>
                    <a:lnTo>
                      <a:pt x="151" y="166"/>
                    </a:lnTo>
                    <a:lnTo>
                      <a:pt x="271" y="238"/>
                    </a:lnTo>
                    <a:lnTo>
                      <a:pt x="391" y="305"/>
                    </a:lnTo>
                    <a:lnTo>
                      <a:pt x="541" y="371"/>
                    </a:lnTo>
                    <a:lnTo>
                      <a:pt x="722" y="437"/>
                    </a:lnTo>
                    <a:lnTo>
                      <a:pt x="932" y="496"/>
                    </a:lnTo>
                    <a:lnTo>
                      <a:pt x="1142" y="549"/>
                    </a:lnTo>
                    <a:lnTo>
                      <a:pt x="1322" y="589"/>
                    </a:lnTo>
                    <a:lnTo>
                      <a:pt x="1503" y="622"/>
                    </a:lnTo>
                    <a:lnTo>
                      <a:pt x="1743" y="648"/>
                    </a:lnTo>
                    <a:lnTo>
                      <a:pt x="1953" y="674"/>
                    </a:lnTo>
                    <a:lnTo>
                      <a:pt x="2223" y="694"/>
                    </a:lnTo>
                    <a:lnTo>
                      <a:pt x="2464" y="714"/>
                    </a:lnTo>
                    <a:lnTo>
                      <a:pt x="3004" y="741"/>
                    </a:lnTo>
                    <a:lnTo>
                      <a:pt x="3305" y="714"/>
                    </a:lnTo>
                    <a:lnTo>
                      <a:pt x="3575" y="688"/>
                    </a:lnTo>
                    <a:lnTo>
                      <a:pt x="3815" y="655"/>
                    </a:lnTo>
                    <a:lnTo>
                      <a:pt x="4055" y="622"/>
                    </a:lnTo>
                    <a:lnTo>
                      <a:pt x="4236" y="582"/>
                    </a:lnTo>
                    <a:lnTo>
                      <a:pt x="4416" y="542"/>
                    </a:lnTo>
                    <a:lnTo>
                      <a:pt x="4536" y="496"/>
                    </a:lnTo>
                    <a:lnTo>
                      <a:pt x="4686" y="456"/>
                    </a:lnTo>
                    <a:lnTo>
                      <a:pt x="4866" y="364"/>
                    </a:lnTo>
                    <a:lnTo>
                      <a:pt x="5017" y="265"/>
                    </a:lnTo>
                    <a:lnTo>
                      <a:pt x="5107" y="172"/>
                    </a:lnTo>
                    <a:lnTo>
                      <a:pt x="5137" y="80"/>
                    </a:lnTo>
                    <a:lnTo>
                      <a:pt x="5167" y="1"/>
                    </a:lnTo>
                    <a:close/>
                  </a:path>
                </a:pathLst>
              </a:custGeom>
              <a:solidFill>
                <a:srgbClr val="202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84"/>
              <p:cNvSpPr/>
              <p:nvPr/>
            </p:nvSpPr>
            <p:spPr>
              <a:xfrm rot="10800000">
                <a:off x="4364186" y="3249934"/>
                <a:ext cx="69134" cy="44553"/>
              </a:xfrm>
              <a:custGeom>
                <a:avLst/>
                <a:gdLst/>
                <a:ahLst/>
                <a:cxnLst/>
                <a:rect l="l" t="t" r="r" b="b"/>
                <a:pathLst>
                  <a:path w="5167" h="741" fill="none" extrusionOk="0">
                    <a:moveTo>
                      <a:pt x="3004" y="741"/>
                    </a:moveTo>
                    <a:lnTo>
                      <a:pt x="3004" y="741"/>
                    </a:lnTo>
                    <a:lnTo>
                      <a:pt x="3305" y="714"/>
                    </a:lnTo>
                    <a:lnTo>
                      <a:pt x="3575" y="688"/>
                    </a:lnTo>
                    <a:lnTo>
                      <a:pt x="3815" y="655"/>
                    </a:lnTo>
                    <a:lnTo>
                      <a:pt x="4055" y="622"/>
                    </a:lnTo>
                    <a:lnTo>
                      <a:pt x="4236" y="582"/>
                    </a:lnTo>
                    <a:lnTo>
                      <a:pt x="4416" y="542"/>
                    </a:lnTo>
                    <a:lnTo>
                      <a:pt x="4536" y="496"/>
                    </a:lnTo>
                    <a:lnTo>
                      <a:pt x="4686" y="456"/>
                    </a:lnTo>
                    <a:lnTo>
                      <a:pt x="4866" y="364"/>
                    </a:lnTo>
                    <a:lnTo>
                      <a:pt x="5017" y="265"/>
                    </a:lnTo>
                    <a:lnTo>
                      <a:pt x="5107" y="172"/>
                    </a:lnTo>
                    <a:lnTo>
                      <a:pt x="5137" y="80"/>
                    </a:lnTo>
                    <a:lnTo>
                      <a:pt x="5137" y="80"/>
                    </a:lnTo>
                    <a:lnTo>
                      <a:pt x="5167" y="1"/>
                    </a:lnTo>
                    <a:lnTo>
                      <a:pt x="1052" y="1"/>
                    </a:lnTo>
                    <a:lnTo>
                      <a:pt x="1052" y="1"/>
                    </a:lnTo>
                    <a:lnTo>
                      <a:pt x="902" y="1"/>
                    </a:lnTo>
                    <a:lnTo>
                      <a:pt x="902" y="1"/>
                    </a:lnTo>
                    <a:lnTo>
                      <a:pt x="722" y="1"/>
                    </a:lnTo>
                    <a:lnTo>
                      <a:pt x="722" y="1"/>
                    </a:lnTo>
                    <a:lnTo>
                      <a:pt x="361" y="7"/>
                    </a:lnTo>
                    <a:lnTo>
                      <a:pt x="1" y="14"/>
                    </a:lnTo>
                    <a:lnTo>
                      <a:pt x="1" y="14"/>
                    </a:lnTo>
                    <a:lnTo>
                      <a:pt x="61" y="93"/>
                    </a:lnTo>
                    <a:lnTo>
                      <a:pt x="151" y="166"/>
                    </a:lnTo>
                    <a:lnTo>
                      <a:pt x="271" y="238"/>
                    </a:lnTo>
                    <a:lnTo>
                      <a:pt x="391" y="305"/>
                    </a:lnTo>
                    <a:lnTo>
                      <a:pt x="541" y="371"/>
                    </a:lnTo>
                    <a:lnTo>
                      <a:pt x="722" y="437"/>
                    </a:lnTo>
                    <a:lnTo>
                      <a:pt x="932" y="496"/>
                    </a:lnTo>
                    <a:lnTo>
                      <a:pt x="1142" y="549"/>
                    </a:lnTo>
                    <a:lnTo>
                      <a:pt x="1142" y="549"/>
                    </a:lnTo>
                    <a:lnTo>
                      <a:pt x="1322" y="589"/>
                    </a:lnTo>
                    <a:lnTo>
                      <a:pt x="1503" y="622"/>
                    </a:lnTo>
                    <a:lnTo>
                      <a:pt x="1743" y="648"/>
                    </a:lnTo>
                    <a:lnTo>
                      <a:pt x="1953" y="674"/>
                    </a:lnTo>
                    <a:lnTo>
                      <a:pt x="2223" y="694"/>
                    </a:lnTo>
                    <a:lnTo>
                      <a:pt x="2464" y="714"/>
                    </a:lnTo>
                    <a:lnTo>
                      <a:pt x="3004" y="74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84"/>
              <p:cNvSpPr/>
              <p:nvPr/>
            </p:nvSpPr>
            <p:spPr>
              <a:xfrm rot="10800000">
                <a:off x="4233989" y="3249934"/>
                <a:ext cx="43003" cy="44132"/>
              </a:xfrm>
              <a:custGeom>
                <a:avLst/>
                <a:gdLst/>
                <a:ahLst/>
                <a:cxnLst/>
                <a:rect l="l" t="t" r="r" b="b"/>
                <a:pathLst>
                  <a:path w="3214" h="734" extrusionOk="0">
                    <a:moveTo>
                      <a:pt x="0" y="0"/>
                    </a:moveTo>
                    <a:lnTo>
                      <a:pt x="0" y="14"/>
                    </a:lnTo>
                    <a:lnTo>
                      <a:pt x="0" y="734"/>
                    </a:lnTo>
                    <a:lnTo>
                      <a:pt x="631" y="707"/>
                    </a:lnTo>
                    <a:lnTo>
                      <a:pt x="1172" y="674"/>
                    </a:lnTo>
                    <a:lnTo>
                      <a:pt x="1442" y="654"/>
                    </a:lnTo>
                    <a:lnTo>
                      <a:pt x="1652" y="628"/>
                    </a:lnTo>
                    <a:lnTo>
                      <a:pt x="1862" y="601"/>
                    </a:lnTo>
                    <a:lnTo>
                      <a:pt x="2043" y="575"/>
                    </a:lnTo>
                    <a:lnTo>
                      <a:pt x="2313" y="522"/>
                    </a:lnTo>
                    <a:lnTo>
                      <a:pt x="2553" y="456"/>
                    </a:lnTo>
                    <a:lnTo>
                      <a:pt x="2763" y="390"/>
                    </a:lnTo>
                    <a:lnTo>
                      <a:pt x="2944" y="324"/>
                    </a:lnTo>
                    <a:lnTo>
                      <a:pt x="3064" y="245"/>
                    </a:lnTo>
                    <a:lnTo>
                      <a:pt x="3154" y="172"/>
                    </a:lnTo>
                    <a:lnTo>
                      <a:pt x="3214" y="86"/>
                    </a:lnTo>
                    <a:lnTo>
                      <a:pt x="3214" y="0"/>
                    </a:lnTo>
                    <a:close/>
                  </a:path>
                </a:pathLst>
              </a:custGeom>
              <a:solidFill>
                <a:srgbClr val="202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84"/>
              <p:cNvSpPr/>
              <p:nvPr/>
            </p:nvSpPr>
            <p:spPr>
              <a:xfrm rot="10800000">
                <a:off x="4233989" y="3249934"/>
                <a:ext cx="43003" cy="44132"/>
              </a:xfrm>
              <a:custGeom>
                <a:avLst/>
                <a:gdLst/>
                <a:ahLst/>
                <a:cxnLst/>
                <a:rect l="l" t="t" r="r" b="b"/>
                <a:pathLst>
                  <a:path w="3214" h="734" fill="none" extrusionOk="0">
                    <a:moveTo>
                      <a:pt x="0" y="734"/>
                    </a:moveTo>
                    <a:lnTo>
                      <a:pt x="0" y="734"/>
                    </a:lnTo>
                    <a:lnTo>
                      <a:pt x="631" y="707"/>
                    </a:lnTo>
                    <a:lnTo>
                      <a:pt x="1172" y="674"/>
                    </a:lnTo>
                    <a:lnTo>
                      <a:pt x="1442" y="654"/>
                    </a:lnTo>
                    <a:lnTo>
                      <a:pt x="1652" y="628"/>
                    </a:lnTo>
                    <a:lnTo>
                      <a:pt x="1862" y="601"/>
                    </a:lnTo>
                    <a:lnTo>
                      <a:pt x="2043" y="575"/>
                    </a:lnTo>
                    <a:lnTo>
                      <a:pt x="2043" y="575"/>
                    </a:lnTo>
                    <a:lnTo>
                      <a:pt x="2313" y="522"/>
                    </a:lnTo>
                    <a:lnTo>
                      <a:pt x="2553" y="456"/>
                    </a:lnTo>
                    <a:lnTo>
                      <a:pt x="2763" y="390"/>
                    </a:lnTo>
                    <a:lnTo>
                      <a:pt x="2944" y="324"/>
                    </a:lnTo>
                    <a:lnTo>
                      <a:pt x="3064" y="245"/>
                    </a:lnTo>
                    <a:lnTo>
                      <a:pt x="3154" y="172"/>
                    </a:lnTo>
                    <a:lnTo>
                      <a:pt x="3214" y="86"/>
                    </a:lnTo>
                    <a:lnTo>
                      <a:pt x="3214" y="0"/>
                    </a:lnTo>
                    <a:lnTo>
                      <a:pt x="0" y="0"/>
                    </a:lnTo>
                    <a:lnTo>
                      <a:pt x="0" y="0"/>
                    </a:lnTo>
                    <a:lnTo>
                      <a:pt x="0" y="14"/>
                    </a:lnTo>
                    <a:lnTo>
                      <a:pt x="0" y="73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84"/>
              <p:cNvSpPr/>
              <p:nvPr/>
            </p:nvSpPr>
            <p:spPr>
              <a:xfrm rot="10800000">
                <a:off x="4260507" y="3294427"/>
                <a:ext cx="71141" cy="48100"/>
              </a:xfrm>
              <a:custGeom>
                <a:avLst/>
                <a:gdLst/>
                <a:ahLst/>
                <a:cxnLst/>
                <a:rect l="l" t="t" r="r" b="b"/>
                <a:pathLst>
                  <a:path w="5317" h="800" extrusionOk="0">
                    <a:moveTo>
                      <a:pt x="3665" y="0"/>
                    </a:moveTo>
                    <a:lnTo>
                      <a:pt x="3214" y="7"/>
                    </a:lnTo>
                    <a:lnTo>
                      <a:pt x="1" y="7"/>
                    </a:lnTo>
                    <a:lnTo>
                      <a:pt x="31" y="86"/>
                    </a:lnTo>
                    <a:lnTo>
                      <a:pt x="121" y="166"/>
                    </a:lnTo>
                    <a:lnTo>
                      <a:pt x="241" y="245"/>
                    </a:lnTo>
                    <a:lnTo>
                      <a:pt x="361" y="318"/>
                    </a:lnTo>
                    <a:lnTo>
                      <a:pt x="541" y="397"/>
                    </a:lnTo>
                    <a:lnTo>
                      <a:pt x="721" y="463"/>
                    </a:lnTo>
                    <a:lnTo>
                      <a:pt x="932" y="529"/>
                    </a:lnTo>
                    <a:lnTo>
                      <a:pt x="1142" y="588"/>
                    </a:lnTo>
                    <a:lnTo>
                      <a:pt x="1352" y="635"/>
                    </a:lnTo>
                    <a:lnTo>
                      <a:pt x="1562" y="674"/>
                    </a:lnTo>
                    <a:lnTo>
                      <a:pt x="1833" y="707"/>
                    </a:lnTo>
                    <a:lnTo>
                      <a:pt x="2103" y="734"/>
                    </a:lnTo>
                    <a:lnTo>
                      <a:pt x="2403" y="760"/>
                    </a:lnTo>
                    <a:lnTo>
                      <a:pt x="2704" y="780"/>
                    </a:lnTo>
                    <a:lnTo>
                      <a:pt x="3034" y="793"/>
                    </a:lnTo>
                    <a:lnTo>
                      <a:pt x="3334" y="800"/>
                    </a:lnTo>
                    <a:lnTo>
                      <a:pt x="4085" y="800"/>
                    </a:lnTo>
                    <a:lnTo>
                      <a:pt x="4085" y="701"/>
                    </a:lnTo>
                    <a:lnTo>
                      <a:pt x="4145" y="608"/>
                    </a:lnTo>
                    <a:lnTo>
                      <a:pt x="4235" y="516"/>
                    </a:lnTo>
                    <a:lnTo>
                      <a:pt x="4326" y="423"/>
                    </a:lnTo>
                    <a:lnTo>
                      <a:pt x="4446" y="344"/>
                    </a:lnTo>
                    <a:lnTo>
                      <a:pt x="4596" y="271"/>
                    </a:lnTo>
                    <a:lnTo>
                      <a:pt x="4746" y="205"/>
                    </a:lnTo>
                    <a:lnTo>
                      <a:pt x="4926" y="152"/>
                    </a:lnTo>
                    <a:lnTo>
                      <a:pt x="5106" y="113"/>
                    </a:lnTo>
                    <a:lnTo>
                      <a:pt x="5317" y="73"/>
                    </a:lnTo>
                    <a:lnTo>
                      <a:pt x="4926" y="40"/>
                    </a:lnTo>
                    <a:lnTo>
                      <a:pt x="4536" y="20"/>
                    </a:lnTo>
                    <a:lnTo>
                      <a:pt x="4115" y="0"/>
                    </a:lnTo>
                    <a:close/>
                  </a:path>
                </a:pathLst>
              </a:custGeom>
              <a:solidFill>
                <a:srgbClr val="A43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84"/>
              <p:cNvSpPr/>
              <p:nvPr/>
            </p:nvSpPr>
            <p:spPr>
              <a:xfrm rot="10800000">
                <a:off x="4260507" y="3294427"/>
                <a:ext cx="71141" cy="48100"/>
              </a:xfrm>
              <a:custGeom>
                <a:avLst/>
                <a:gdLst/>
                <a:ahLst/>
                <a:cxnLst/>
                <a:rect l="l" t="t" r="r" b="b"/>
                <a:pathLst>
                  <a:path w="5317" h="800" fill="none" extrusionOk="0">
                    <a:moveTo>
                      <a:pt x="3334" y="800"/>
                    </a:moveTo>
                    <a:lnTo>
                      <a:pt x="4085" y="800"/>
                    </a:lnTo>
                    <a:lnTo>
                      <a:pt x="4085" y="800"/>
                    </a:lnTo>
                    <a:lnTo>
                      <a:pt x="4085" y="701"/>
                    </a:lnTo>
                    <a:lnTo>
                      <a:pt x="4145" y="608"/>
                    </a:lnTo>
                    <a:lnTo>
                      <a:pt x="4235" y="516"/>
                    </a:lnTo>
                    <a:lnTo>
                      <a:pt x="4326" y="423"/>
                    </a:lnTo>
                    <a:lnTo>
                      <a:pt x="4446" y="344"/>
                    </a:lnTo>
                    <a:lnTo>
                      <a:pt x="4596" y="271"/>
                    </a:lnTo>
                    <a:lnTo>
                      <a:pt x="4746" y="205"/>
                    </a:lnTo>
                    <a:lnTo>
                      <a:pt x="4926" y="152"/>
                    </a:lnTo>
                    <a:lnTo>
                      <a:pt x="4926" y="152"/>
                    </a:lnTo>
                    <a:lnTo>
                      <a:pt x="5106" y="113"/>
                    </a:lnTo>
                    <a:lnTo>
                      <a:pt x="5317" y="73"/>
                    </a:lnTo>
                    <a:lnTo>
                      <a:pt x="5317" y="73"/>
                    </a:lnTo>
                    <a:lnTo>
                      <a:pt x="4926" y="40"/>
                    </a:lnTo>
                    <a:lnTo>
                      <a:pt x="4536" y="20"/>
                    </a:lnTo>
                    <a:lnTo>
                      <a:pt x="4115" y="0"/>
                    </a:lnTo>
                    <a:lnTo>
                      <a:pt x="3665" y="0"/>
                    </a:lnTo>
                    <a:lnTo>
                      <a:pt x="3665" y="0"/>
                    </a:lnTo>
                    <a:lnTo>
                      <a:pt x="3214" y="7"/>
                    </a:lnTo>
                    <a:lnTo>
                      <a:pt x="1" y="7"/>
                    </a:lnTo>
                    <a:lnTo>
                      <a:pt x="1" y="7"/>
                    </a:lnTo>
                    <a:lnTo>
                      <a:pt x="31" y="86"/>
                    </a:lnTo>
                    <a:lnTo>
                      <a:pt x="121" y="166"/>
                    </a:lnTo>
                    <a:lnTo>
                      <a:pt x="241" y="245"/>
                    </a:lnTo>
                    <a:lnTo>
                      <a:pt x="361" y="318"/>
                    </a:lnTo>
                    <a:lnTo>
                      <a:pt x="541" y="397"/>
                    </a:lnTo>
                    <a:lnTo>
                      <a:pt x="721" y="463"/>
                    </a:lnTo>
                    <a:lnTo>
                      <a:pt x="932" y="529"/>
                    </a:lnTo>
                    <a:lnTo>
                      <a:pt x="1142" y="588"/>
                    </a:lnTo>
                    <a:lnTo>
                      <a:pt x="1142" y="588"/>
                    </a:lnTo>
                    <a:lnTo>
                      <a:pt x="1352" y="635"/>
                    </a:lnTo>
                    <a:lnTo>
                      <a:pt x="1562" y="674"/>
                    </a:lnTo>
                    <a:lnTo>
                      <a:pt x="1833" y="707"/>
                    </a:lnTo>
                    <a:lnTo>
                      <a:pt x="2103" y="734"/>
                    </a:lnTo>
                    <a:lnTo>
                      <a:pt x="2403" y="760"/>
                    </a:lnTo>
                    <a:lnTo>
                      <a:pt x="2704" y="780"/>
                    </a:lnTo>
                    <a:lnTo>
                      <a:pt x="3034" y="793"/>
                    </a:lnTo>
                    <a:lnTo>
                      <a:pt x="3334" y="80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84"/>
              <p:cNvSpPr/>
              <p:nvPr/>
            </p:nvSpPr>
            <p:spPr>
              <a:xfrm rot="10800000">
                <a:off x="4276978" y="3294006"/>
                <a:ext cx="10062" cy="481"/>
              </a:xfrm>
              <a:custGeom>
                <a:avLst/>
                <a:gdLst/>
                <a:ahLst/>
                <a:cxnLst/>
                <a:rect l="l" t="t" r="r" b="b"/>
                <a:pathLst>
                  <a:path w="752" h="8" extrusionOk="0">
                    <a:moveTo>
                      <a:pt x="0" y="1"/>
                    </a:moveTo>
                    <a:lnTo>
                      <a:pt x="361" y="7"/>
                    </a:lnTo>
                    <a:lnTo>
                      <a:pt x="751" y="7"/>
                    </a:lnTo>
                    <a:lnTo>
                      <a:pt x="751" y="1"/>
                    </a:lnTo>
                    <a:close/>
                  </a:path>
                </a:pathLst>
              </a:custGeom>
              <a:solidFill>
                <a:srgbClr val="491D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84"/>
              <p:cNvSpPr/>
              <p:nvPr/>
            </p:nvSpPr>
            <p:spPr>
              <a:xfrm rot="10800000">
                <a:off x="4276978" y="3294006"/>
                <a:ext cx="10062" cy="481"/>
              </a:xfrm>
              <a:custGeom>
                <a:avLst/>
                <a:gdLst/>
                <a:ahLst/>
                <a:cxnLst/>
                <a:rect l="l" t="t" r="r" b="b"/>
                <a:pathLst>
                  <a:path w="752" h="8" fill="none" extrusionOk="0">
                    <a:moveTo>
                      <a:pt x="691" y="7"/>
                    </a:moveTo>
                    <a:lnTo>
                      <a:pt x="751" y="7"/>
                    </a:lnTo>
                    <a:lnTo>
                      <a:pt x="751" y="7"/>
                    </a:lnTo>
                    <a:lnTo>
                      <a:pt x="751" y="1"/>
                    </a:lnTo>
                    <a:lnTo>
                      <a:pt x="0" y="1"/>
                    </a:lnTo>
                    <a:lnTo>
                      <a:pt x="0" y="1"/>
                    </a:lnTo>
                    <a:lnTo>
                      <a:pt x="361" y="7"/>
                    </a:lnTo>
                    <a:lnTo>
                      <a:pt x="69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84"/>
              <p:cNvSpPr/>
              <p:nvPr/>
            </p:nvSpPr>
            <p:spPr>
              <a:xfrm rot="10800000">
                <a:off x="4233989" y="3294427"/>
                <a:ext cx="43003" cy="43711"/>
              </a:xfrm>
              <a:custGeom>
                <a:avLst/>
                <a:gdLst/>
                <a:ahLst/>
                <a:cxnLst/>
                <a:rect l="l" t="t" r="r" b="b"/>
                <a:pathLst>
                  <a:path w="3214" h="727" extrusionOk="0">
                    <a:moveTo>
                      <a:pt x="1232" y="0"/>
                    </a:moveTo>
                    <a:lnTo>
                      <a:pt x="1021" y="40"/>
                    </a:lnTo>
                    <a:lnTo>
                      <a:pt x="841" y="79"/>
                    </a:lnTo>
                    <a:lnTo>
                      <a:pt x="661" y="132"/>
                    </a:lnTo>
                    <a:lnTo>
                      <a:pt x="511" y="198"/>
                    </a:lnTo>
                    <a:lnTo>
                      <a:pt x="361" y="271"/>
                    </a:lnTo>
                    <a:lnTo>
                      <a:pt x="241" y="350"/>
                    </a:lnTo>
                    <a:lnTo>
                      <a:pt x="150" y="443"/>
                    </a:lnTo>
                    <a:lnTo>
                      <a:pt x="60" y="535"/>
                    </a:lnTo>
                    <a:lnTo>
                      <a:pt x="0" y="628"/>
                    </a:lnTo>
                    <a:lnTo>
                      <a:pt x="0" y="727"/>
                    </a:lnTo>
                    <a:lnTo>
                      <a:pt x="3214" y="727"/>
                    </a:lnTo>
                    <a:lnTo>
                      <a:pt x="3184" y="667"/>
                    </a:lnTo>
                    <a:lnTo>
                      <a:pt x="3154" y="608"/>
                    </a:lnTo>
                    <a:lnTo>
                      <a:pt x="3094" y="548"/>
                    </a:lnTo>
                    <a:lnTo>
                      <a:pt x="3004" y="489"/>
                    </a:lnTo>
                    <a:lnTo>
                      <a:pt x="2914" y="423"/>
                    </a:lnTo>
                    <a:lnTo>
                      <a:pt x="2763" y="357"/>
                    </a:lnTo>
                    <a:lnTo>
                      <a:pt x="2643" y="297"/>
                    </a:lnTo>
                    <a:lnTo>
                      <a:pt x="2463" y="231"/>
                    </a:lnTo>
                    <a:lnTo>
                      <a:pt x="2223" y="159"/>
                    </a:lnTo>
                    <a:lnTo>
                      <a:pt x="1922" y="93"/>
                    </a:lnTo>
                    <a:lnTo>
                      <a:pt x="1592" y="40"/>
                    </a:lnTo>
                    <a:lnTo>
                      <a:pt x="1232" y="0"/>
                    </a:lnTo>
                    <a:close/>
                  </a:path>
                </a:pathLst>
              </a:custGeom>
              <a:solidFill>
                <a:srgbClr val="491D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84"/>
              <p:cNvSpPr/>
              <p:nvPr/>
            </p:nvSpPr>
            <p:spPr>
              <a:xfrm rot="10800000">
                <a:off x="4233989" y="3294427"/>
                <a:ext cx="43003" cy="43711"/>
              </a:xfrm>
              <a:custGeom>
                <a:avLst/>
                <a:gdLst/>
                <a:ahLst/>
                <a:cxnLst/>
                <a:rect l="l" t="t" r="r" b="b"/>
                <a:pathLst>
                  <a:path w="3214" h="727" fill="none" extrusionOk="0">
                    <a:moveTo>
                      <a:pt x="0" y="727"/>
                    </a:moveTo>
                    <a:lnTo>
                      <a:pt x="3214" y="727"/>
                    </a:lnTo>
                    <a:lnTo>
                      <a:pt x="3214" y="727"/>
                    </a:lnTo>
                    <a:lnTo>
                      <a:pt x="3184" y="667"/>
                    </a:lnTo>
                    <a:lnTo>
                      <a:pt x="3154" y="608"/>
                    </a:lnTo>
                    <a:lnTo>
                      <a:pt x="3094" y="548"/>
                    </a:lnTo>
                    <a:lnTo>
                      <a:pt x="3004" y="489"/>
                    </a:lnTo>
                    <a:lnTo>
                      <a:pt x="2914" y="423"/>
                    </a:lnTo>
                    <a:lnTo>
                      <a:pt x="2763" y="357"/>
                    </a:lnTo>
                    <a:lnTo>
                      <a:pt x="2643" y="297"/>
                    </a:lnTo>
                    <a:lnTo>
                      <a:pt x="2463" y="231"/>
                    </a:lnTo>
                    <a:lnTo>
                      <a:pt x="2463" y="231"/>
                    </a:lnTo>
                    <a:lnTo>
                      <a:pt x="2223" y="159"/>
                    </a:lnTo>
                    <a:lnTo>
                      <a:pt x="1922" y="93"/>
                    </a:lnTo>
                    <a:lnTo>
                      <a:pt x="1592" y="40"/>
                    </a:lnTo>
                    <a:lnTo>
                      <a:pt x="1232" y="0"/>
                    </a:lnTo>
                    <a:lnTo>
                      <a:pt x="1232" y="0"/>
                    </a:lnTo>
                    <a:lnTo>
                      <a:pt x="1021" y="40"/>
                    </a:lnTo>
                    <a:lnTo>
                      <a:pt x="841" y="79"/>
                    </a:lnTo>
                    <a:lnTo>
                      <a:pt x="841" y="79"/>
                    </a:lnTo>
                    <a:lnTo>
                      <a:pt x="661" y="132"/>
                    </a:lnTo>
                    <a:lnTo>
                      <a:pt x="511" y="198"/>
                    </a:lnTo>
                    <a:lnTo>
                      <a:pt x="361" y="271"/>
                    </a:lnTo>
                    <a:lnTo>
                      <a:pt x="241" y="350"/>
                    </a:lnTo>
                    <a:lnTo>
                      <a:pt x="150" y="443"/>
                    </a:lnTo>
                    <a:lnTo>
                      <a:pt x="60" y="535"/>
                    </a:lnTo>
                    <a:lnTo>
                      <a:pt x="0" y="628"/>
                    </a:lnTo>
                    <a:lnTo>
                      <a:pt x="0" y="7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84"/>
              <p:cNvSpPr/>
              <p:nvPr/>
            </p:nvSpPr>
            <p:spPr>
              <a:xfrm rot="10800000">
                <a:off x="4233989" y="3294006"/>
                <a:ext cx="43003" cy="481"/>
              </a:xfrm>
              <a:custGeom>
                <a:avLst/>
                <a:gdLst/>
                <a:ahLst/>
                <a:cxnLst/>
                <a:rect l="l" t="t" r="r" b="b"/>
                <a:pathLst>
                  <a:path w="3214" h="8" extrusionOk="0">
                    <a:moveTo>
                      <a:pt x="0" y="1"/>
                    </a:moveTo>
                    <a:lnTo>
                      <a:pt x="0" y="7"/>
                    </a:lnTo>
                    <a:lnTo>
                      <a:pt x="3214" y="7"/>
                    </a:lnTo>
                    <a:lnTo>
                      <a:pt x="3214" y="1"/>
                    </a:lnTo>
                    <a:close/>
                  </a:path>
                </a:pathLst>
              </a:custGeom>
              <a:solidFill>
                <a:srgbClr val="201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84"/>
              <p:cNvSpPr/>
              <p:nvPr/>
            </p:nvSpPr>
            <p:spPr>
              <a:xfrm rot="10800000">
                <a:off x="4233989" y="3294006"/>
                <a:ext cx="43003" cy="481"/>
              </a:xfrm>
              <a:custGeom>
                <a:avLst/>
                <a:gdLst/>
                <a:ahLst/>
                <a:cxnLst/>
                <a:rect l="l" t="t" r="r" b="b"/>
                <a:pathLst>
                  <a:path w="3214" h="8" fill="none" extrusionOk="0">
                    <a:moveTo>
                      <a:pt x="0" y="7"/>
                    </a:moveTo>
                    <a:lnTo>
                      <a:pt x="3214" y="7"/>
                    </a:lnTo>
                    <a:lnTo>
                      <a:pt x="3214" y="7"/>
                    </a:lnTo>
                    <a:lnTo>
                      <a:pt x="3214" y="1"/>
                    </a:lnTo>
                    <a:lnTo>
                      <a:pt x="0" y="1"/>
                    </a:lnTo>
                    <a:lnTo>
                      <a:pt x="0" y="1"/>
                    </a:lnTo>
                    <a:lnTo>
                      <a:pt x="0"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84"/>
              <p:cNvSpPr/>
              <p:nvPr/>
            </p:nvSpPr>
            <p:spPr>
              <a:xfrm rot="10800000">
                <a:off x="4297071" y="3342045"/>
                <a:ext cx="176027" cy="52128"/>
              </a:xfrm>
              <a:custGeom>
                <a:avLst/>
                <a:gdLst/>
                <a:ahLst/>
                <a:cxnLst/>
                <a:rect l="l" t="t" r="r" b="b"/>
                <a:pathLst>
                  <a:path w="13156" h="867" extrusionOk="0">
                    <a:moveTo>
                      <a:pt x="0" y="1"/>
                    </a:moveTo>
                    <a:lnTo>
                      <a:pt x="0" y="760"/>
                    </a:lnTo>
                    <a:lnTo>
                      <a:pt x="271" y="787"/>
                    </a:lnTo>
                    <a:lnTo>
                      <a:pt x="541" y="813"/>
                    </a:lnTo>
                    <a:lnTo>
                      <a:pt x="811" y="826"/>
                    </a:lnTo>
                    <a:lnTo>
                      <a:pt x="1112" y="846"/>
                    </a:lnTo>
                    <a:lnTo>
                      <a:pt x="1712" y="859"/>
                    </a:lnTo>
                    <a:lnTo>
                      <a:pt x="2343" y="866"/>
                    </a:lnTo>
                    <a:lnTo>
                      <a:pt x="6248" y="866"/>
                    </a:lnTo>
                    <a:lnTo>
                      <a:pt x="6578" y="859"/>
                    </a:lnTo>
                    <a:lnTo>
                      <a:pt x="6938" y="859"/>
                    </a:lnTo>
                    <a:lnTo>
                      <a:pt x="7389" y="866"/>
                    </a:lnTo>
                    <a:lnTo>
                      <a:pt x="9551" y="866"/>
                    </a:lnTo>
                    <a:lnTo>
                      <a:pt x="10062" y="853"/>
                    </a:lnTo>
                    <a:lnTo>
                      <a:pt x="10543" y="833"/>
                    </a:lnTo>
                    <a:lnTo>
                      <a:pt x="10543" y="754"/>
                    </a:lnTo>
                    <a:lnTo>
                      <a:pt x="10573" y="675"/>
                    </a:lnTo>
                    <a:lnTo>
                      <a:pt x="10603" y="595"/>
                    </a:lnTo>
                    <a:lnTo>
                      <a:pt x="10693" y="516"/>
                    </a:lnTo>
                    <a:lnTo>
                      <a:pt x="10813" y="443"/>
                    </a:lnTo>
                    <a:lnTo>
                      <a:pt x="10993" y="371"/>
                    </a:lnTo>
                    <a:lnTo>
                      <a:pt x="11173" y="305"/>
                    </a:lnTo>
                    <a:lnTo>
                      <a:pt x="11414" y="239"/>
                    </a:lnTo>
                    <a:lnTo>
                      <a:pt x="11564" y="206"/>
                    </a:lnTo>
                    <a:lnTo>
                      <a:pt x="11744" y="179"/>
                    </a:lnTo>
                    <a:lnTo>
                      <a:pt x="12134" y="120"/>
                    </a:lnTo>
                    <a:lnTo>
                      <a:pt x="12615" y="73"/>
                    </a:lnTo>
                    <a:lnTo>
                      <a:pt x="13156" y="34"/>
                    </a:lnTo>
                    <a:lnTo>
                      <a:pt x="13126" y="1"/>
                    </a:lnTo>
                    <a:close/>
                  </a:path>
                </a:pathLst>
              </a:custGeom>
              <a:solidFill>
                <a:srgbClr val="A47D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84"/>
              <p:cNvSpPr/>
              <p:nvPr/>
            </p:nvSpPr>
            <p:spPr>
              <a:xfrm rot="10800000">
                <a:off x="4297071" y="3342045"/>
                <a:ext cx="176027" cy="52128"/>
              </a:xfrm>
              <a:custGeom>
                <a:avLst/>
                <a:gdLst/>
                <a:ahLst/>
                <a:cxnLst/>
                <a:rect l="l" t="t" r="r" b="b"/>
                <a:pathLst>
                  <a:path w="13156" h="867" fill="none" extrusionOk="0">
                    <a:moveTo>
                      <a:pt x="2343" y="866"/>
                    </a:moveTo>
                    <a:lnTo>
                      <a:pt x="6248" y="866"/>
                    </a:lnTo>
                    <a:lnTo>
                      <a:pt x="6248" y="866"/>
                    </a:lnTo>
                    <a:lnTo>
                      <a:pt x="6578" y="859"/>
                    </a:lnTo>
                    <a:lnTo>
                      <a:pt x="6938" y="859"/>
                    </a:lnTo>
                    <a:lnTo>
                      <a:pt x="6938" y="859"/>
                    </a:lnTo>
                    <a:lnTo>
                      <a:pt x="7389" y="866"/>
                    </a:lnTo>
                    <a:lnTo>
                      <a:pt x="9551" y="866"/>
                    </a:lnTo>
                    <a:lnTo>
                      <a:pt x="9551" y="866"/>
                    </a:lnTo>
                    <a:lnTo>
                      <a:pt x="10062" y="853"/>
                    </a:lnTo>
                    <a:lnTo>
                      <a:pt x="10543" y="833"/>
                    </a:lnTo>
                    <a:lnTo>
                      <a:pt x="10543" y="833"/>
                    </a:lnTo>
                    <a:lnTo>
                      <a:pt x="10543" y="754"/>
                    </a:lnTo>
                    <a:lnTo>
                      <a:pt x="10573" y="675"/>
                    </a:lnTo>
                    <a:lnTo>
                      <a:pt x="10603" y="595"/>
                    </a:lnTo>
                    <a:lnTo>
                      <a:pt x="10693" y="516"/>
                    </a:lnTo>
                    <a:lnTo>
                      <a:pt x="10813" y="443"/>
                    </a:lnTo>
                    <a:lnTo>
                      <a:pt x="10993" y="371"/>
                    </a:lnTo>
                    <a:lnTo>
                      <a:pt x="11173" y="305"/>
                    </a:lnTo>
                    <a:lnTo>
                      <a:pt x="11414" y="239"/>
                    </a:lnTo>
                    <a:lnTo>
                      <a:pt x="11414" y="239"/>
                    </a:lnTo>
                    <a:lnTo>
                      <a:pt x="11564" y="206"/>
                    </a:lnTo>
                    <a:lnTo>
                      <a:pt x="11744" y="179"/>
                    </a:lnTo>
                    <a:lnTo>
                      <a:pt x="12134" y="120"/>
                    </a:lnTo>
                    <a:lnTo>
                      <a:pt x="12615" y="73"/>
                    </a:lnTo>
                    <a:lnTo>
                      <a:pt x="13156" y="34"/>
                    </a:lnTo>
                    <a:lnTo>
                      <a:pt x="13156" y="34"/>
                    </a:lnTo>
                    <a:lnTo>
                      <a:pt x="13126" y="1"/>
                    </a:lnTo>
                    <a:lnTo>
                      <a:pt x="120" y="1"/>
                    </a:lnTo>
                    <a:lnTo>
                      <a:pt x="120" y="1"/>
                    </a:lnTo>
                    <a:lnTo>
                      <a:pt x="0" y="1"/>
                    </a:lnTo>
                    <a:lnTo>
                      <a:pt x="0" y="760"/>
                    </a:lnTo>
                    <a:lnTo>
                      <a:pt x="0" y="760"/>
                    </a:lnTo>
                    <a:lnTo>
                      <a:pt x="271" y="787"/>
                    </a:lnTo>
                    <a:lnTo>
                      <a:pt x="541" y="813"/>
                    </a:lnTo>
                    <a:lnTo>
                      <a:pt x="811" y="826"/>
                    </a:lnTo>
                    <a:lnTo>
                      <a:pt x="1112" y="846"/>
                    </a:lnTo>
                    <a:lnTo>
                      <a:pt x="1712" y="859"/>
                    </a:lnTo>
                    <a:lnTo>
                      <a:pt x="2343" y="8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84"/>
              <p:cNvSpPr/>
              <p:nvPr/>
            </p:nvSpPr>
            <p:spPr>
              <a:xfrm rot="10800000">
                <a:off x="4473084" y="3348419"/>
                <a:ext cx="23321" cy="48100"/>
              </a:xfrm>
              <a:custGeom>
                <a:avLst/>
                <a:gdLst/>
                <a:ahLst/>
                <a:cxnLst/>
                <a:rect l="l" t="t" r="r" b="b"/>
                <a:pathLst>
                  <a:path w="1743" h="800" extrusionOk="0">
                    <a:moveTo>
                      <a:pt x="30" y="0"/>
                    </a:moveTo>
                    <a:lnTo>
                      <a:pt x="0" y="93"/>
                    </a:lnTo>
                    <a:lnTo>
                      <a:pt x="60" y="192"/>
                    </a:lnTo>
                    <a:lnTo>
                      <a:pt x="151" y="284"/>
                    </a:lnTo>
                    <a:lnTo>
                      <a:pt x="271" y="377"/>
                    </a:lnTo>
                    <a:lnTo>
                      <a:pt x="451" y="469"/>
                    </a:lnTo>
                    <a:lnTo>
                      <a:pt x="661" y="548"/>
                    </a:lnTo>
                    <a:lnTo>
                      <a:pt x="901" y="628"/>
                    </a:lnTo>
                    <a:lnTo>
                      <a:pt x="1172" y="700"/>
                    </a:lnTo>
                    <a:lnTo>
                      <a:pt x="1442" y="753"/>
                    </a:lnTo>
                    <a:lnTo>
                      <a:pt x="1742" y="799"/>
                    </a:lnTo>
                    <a:lnTo>
                      <a:pt x="1742" y="40"/>
                    </a:lnTo>
                    <a:lnTo>
                      <a:pt x="1382" y="46"/>
                    </a:lnTo>
                    <a:lnTo>
                      <a:pt x="1022" y="40"/>
                    </a:lnTo>
                    <a:lnTo>
                      <a:pt x="691" y="33"/>
                    </a:lnTo>
                    <a:lnTo>
                      <a:pt x="331" y="20"/>
                    </a:lnTo>
                    <a:lnTo>
                      <a:pt x="30" y="0"/>
                    </a:lnTo>
                    <a:close/>
                  </a:path>
                </a:pathLst>
              </a:custGeom>
              <a:solidFill>
                <a:srgbClr val="2366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84"/>
              <p:cNvSpPr/>
              <p:nvPr/>
            </p:nvSpPr>
            <p:spPr>
              <a:xfrm rot="10800000">
                <a:off x="4473084" y="3348419"/>
                <a:ext cx="23321" cy="48100"/>
              </a:xfrm>
              <a:custGeom>
                <a:avLst/>
                <a:gdLst/>
                <a:ahLst/>
                <a:cxnLst/>
                <a:rect l="l" t="t" r="r" b="b"/>
                <a:pathLst>
                  <a:path w="1743" h="800" fill="none" extrusionOk="0">
                    <a:moveTo>
                      <a:pt x="1742" y="799"/>
                    </a:moveTo>
                    <a:lnTo>
                      <a:pt x="1742" y="40"/>
                    </a:lnTo>
                    <a:lnTo>
                      <a:pt x="1742" y="40"/>
                    </a:lnTo>
                    <a:lnTo>
                      <a:pt x="1382" y="46"/>
                    </a:lnTo>
                    <a:lnTo>
                      <a:pt x="1382" y="46"/>
                    </a:lnTo>
                    <a:lnTo>
                      <a:pt x="1022" y="40"/>
                    </a:lnTo>
                    <a:lnTo>
                      <a:pt x="691" y="33"/>
                    </a:lnTo>
                    <a:lnTo>
                      <a:pt x="331" y="20"/>
                    </a:lnTo>
                    <a:lnTo>
                      <a:pt x="30" y="0"/>
                    </a:lnTo>
                    <a:lnTo>
                      <a:pt x="30" y="0"/>
                    </a:lnTo>
                    <a:lnTo>
                      <a:pt x="0" y="93"/>
                    </a:lnTo>
                    <a:lnTo>
                      <a:pt x="60" y="192"/>
                    </a:lnTo>
                    <a:lnTo>
                      <a:pt x="151" y="284"/>
                    </a:lnTo>
                    <a:lnTo>
                      <a:pt x="271" y="377"/>
                    </a:lnTo>
                    <a:lnTo>
                      <a:pt x="451" y="469"/>
                    </a:lnTo>
                    <a:lnTo>
                      <a:pt x="661" y="548"/>
                    </a:lnTo>
                    <a:lnTo>
                      <a:pt x="901" y="628"/>
                    </a:lnTo>
                    <a:lnTo>
                      <a:pt x="1172" y="700"/>
                    </a:lnTo>
                    <a:lnTo>
                      <a:pt x="1172" y="700"/>
                    </a:lnTo>
                    <a:lnTo>
                      <a:pt x="1442" y="753"/>
                    </a:lnTo>
                    <a:lnTo>
                      <a:pt x="1742" y="79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84"/>
              <p:cNvSpPr/>
              <p:nvPr/>
            </p:nvSpPr>
            <p:spPr>
              <a:xfrm rot="10800000">
                <a:off x="4297472" y="3394114"/>
                <a:ext cx="175626" cy="41366"/>
              </a:xfrm>
              <a:custGeom>
                <a:avLst/>
                <a:gdLst/>
                <a:ahLst/>
                <a:cxnLst/>
                <a:rect l="l" t="t" r="r" b="b"/>
                <a:pathLst>
                  <a:path w="13126" h="688" extrusionOk="0">
                    <a:moveTo>
                      <a:pt x="2253" y="1"/>
                    </a:moveTo>
                    <a:lnTo>
                      <a:pt x="1652" y="7"/>
                    </a:lnTo>
                    <a:lnTo>
                      <a:pt x="1052" y="27"/>
                    </a:lnTo>
                    <a:lnTo>
                      <a:pt x="511" y="60"/>
                    </a:lnTo>
                    <a:lnTo>
                      <a:pt x="0" y="106"/>
                    </a:lnTo>
                    <a:lnTo>
                      <a:pt x="0" y="688"/>
                    </a:lnTo>
                    <a:lnTo>
                      <a:pt x="13126" y="688"/>
                    </a:lnTo>
                    <a:lnTo>
                      <a:pt x="13035" y="595"/>
                    </a:lnTo>
                    <a:lnTo>
                      <a:pt x="12885" y="496"/>
                    </a:lnTo>
                    <a:lnTo>
                      <a:pt x="12675" y="404"/>
                    </a:lnTo>
                    <a:lnTo>
                      <a:pt x="12435" y="305"/>
                    </a:lnTo>
                    <a:lnTo>
                      <a:pt x="12194" y="232"/>
                    </a:lnTo>
                    <a:lnTo>
                      <a:pt x="11924" y="166"/>
                    </a:lnTo>
                    <a:lnTo>
                      <a:pt x="11594" y="120"/>
                    </a:lnTo>
                    <a:lnTo>
                      <a:pt x="11233" y="73"/>
                    </a:lnTo>
                    <a:lnTo>
                      <a:pt x="10843" y="40"/>
                    </a:lnTo>
                    <a:lnTo>
                      <a:pt x="10422" y="21"/>
                    </a:lnTo>
                    <a:lnTo>
                      <a:pt x="10002" y="7"/>
                    </a:lnTo>
                    <a:lnTo>
                      <a:pt x="9551" y="1"/>
                    </a:lnTo>
                    <a:lnTo>
                      <a:pt x="9101" y="7"/>
                    </a:lnTo>
                    <a:lnTo>
                      <a:pt x="2703" y="7"/>
                    </a:lnTo>
                    <a:lnTo>
                      <a:pt x="2253" y="1"/>
                    </a:lnTo>
                    <a:close/>
                  </a:path>
                </a:pathLst>
              </a:custGeom>
              <a:solidFill>
                <a:srgbClr val="A44E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84"/>
              <p:cNvSpPr/>
              <p:nvPr/>
            </p:nvSpPr>
            <p:spPr>
              <a:xfrm rot="10800000">
                <a:off x="4297472" y="3394114"/>
                <a:ext cx="175626" cy="41366"/>
              </a:xfrm>
              <a:custGeom>
                <a:avLst/>
                <a:gdLst/>
                <a:ahLst/>
                <a:cxnLst/>
                <a:rect l="l" t="t" r="r" b="b"/>
                <a:pathLst>
                  <a:path w="13126" h="688" fill="none" extrusionOk="0">
                    <a:moveTo>
                      <a:pt x="0" y="688"/>
                    </a:moveTo>
                    <a:lnTo>
                      <a:pt x="0" y="688"/>
                    </a:lnTo>
                    <a:lnTo>
                      <a:pt x="120" y="688"/>
                    </a:lnTo>
                    <a:lnTo>
                      <a:pt x="13126" y="688"/>
                    </a:lnTo>
                    <a:lnTo>
                      <a:pt x="13126" y="688"/>
                    </a:lnTo>
                    <a:lnTo>
                      <a:pt x="13035" y="595"/>
                    </a:lnTo>
                    <a:lnTo>
                      <a:pt x="12885" y="496"/>
                    </a:lnTo>
                    <a:lnTo>
                      <a:pt x="12675" y="404"/>
                    </a:lnTo>
                    <a:lnTo>
                      <a:pt x="12435" y="305"/>
                    </a:lnTo>
                    <a:lnTo>
                      <a:pt x="12435" y="305"/>
                    </a:lnTo>
                    <a:lnTo>
                      <a:pt x="12194" y="232"/>
                    </a:lnTo>
                    <a:lnTo>
                      <a:pt x="11924" y="166"/>
                    </a:lnTo>
                    <a:lnTo>
                      <a:pt x="11594" y="120"/>
                    </a:lnTo>
                    <a:lnTo>
                      <a:pt x="11233" y="73"/>
                    </a:lnTo>
                    <a:lnTo>
                      <a:pt x="10843" y="40"/>
                    </a:lnTo>
                    <a:lnTo>
                      <a:pt x="10422" y="21"/>
                    </a:lnTo>
                    <a:lnTo>
                      <a:pt x="10002" y="7"/>
                    </a:lnTo>
                    <a:lnTo>
                      <a:pt x="9551" y="1"/>
                    </a:lnTo>
                    <a:lnTo>
                      <a:pt x="9551" y="1"/>
                    </a:lnTo>
                    <a:lnTo>
                      <a:pt x="9101" y="7"/>
                    </a:lnTo>
                    <a:lnTo>
                      <a:pt x="2703" y="7"/>
                    </a:lnTo>
                    <a:lnTo>
                      <a:pt x="2703" y="7"/>
                    </a:lnTo>
                    <a:lnTo>
                      <a:pt x="2253" y="1"/>
                    </a:lnTo>
                    <a:lnTo>
                      <a:pt x="2253" y="1"/>
                    </a:lnTo>
                    <a:lnTo>
                      <a:pt x="1652" y="7"/>
                    </a:lnTo>
                    <a:lnTo>
                      <a:pt x="1052" y="27"/>
                    </a:lnTo>
                    <a:lnTo>
                      <a:pt x="511" y="60"/>
                    </a:lnTo>
                    <a:lnTo>
                      <a:pt x="0" y="106"/>
                    </a:lnTo>
                    <a:lnTo>
                      <a:pt x="0" y="68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84"/>
              <p:cNvSpPr/>
              <p:nvPr/>
            </p:nvSpPr>
            <p:spPr>
              <a:xfrm rot="10800000">
                <a:off x="4473084" y="3393693"/>
                <a:ext cx="22920" cy="35414"/>
              </a:xfrm>
              <a:custGeom>
                <a:avLst/>
                <a:gdLst/>
                <a:ahLst/>
                <a:cxnLst/>
                <a:rect l="l" t="t" r="r" b="b"/>
                <a:pathLst>
                  <a:path w="1713" h="589" extrusionOk="0">
                    <a:moveTo>
                      <a:pt x="1712" y="0"/>
                    </a:moveTo>
                    <a:lnTo>
                      <a:pt x="1472" y="27"/>
                    </a:lnTo>
                    <a:lnTo>
                      <a:pt x="1232" y="60"/>
                    </a:lnTo>
                    <a:lnTo>
                      <a:pt x="1052" y="93"/>
                    </a:lnTo>
                    <a:lnTo>
                      <a:pt x="871" y="126"/>
                    </a:lnTo>
                    <a:lnTo>
                      <a:pt x="661" y="172"/>
                    </a:lnTo>
                    <a:lnTo>
                      <a:pt x="511" y="218"/>
                    </a:lnTo>
                    <a:lnTo>
                      <a:pt x="361" y="271"/>
                    </a:lnTo>
                    <a:lnTo>
                      <a:pt x="241" y="318"/>
                    </a:lnTo>
                    <a:lnTo>
                      <a:pt x="151" y="377"/>
                    </a:lnTo>
                    <a:lnTo>
                      <a:pt x="60" y="430"/>
                    </a:lnTo>
                    <a:lnTo>
                      <a:pt x="30" y="483"/>
                    </a:lnTo>
                    <a:lnTo>
                      <a:pt x="0" y="542"/>
                    </a:lnTo>
                    <a:lnTo>
                      <a:pt x="301" y="562"/>
                    </a:lnTo>
                    <a:lnTo>
                      <a:pt x="661" y="575"/>
                    </a:lnTo>
                    <a:lnTo>
                      <a:pt x="992" y="582"/>
                    </a:lnTo>
                    <a:lnTo>
                      <a:pt x="1352" y="588"/>
                    </a:lnTo>
                    <a:lnTo>
                      <a:pt x="1712" y="582"/>
                    </a:lnTo>
                    <a:lnTo>
                      <a:pt x="1712" y="0"/>
                    </a:lnTo>
                    <a:close/>
                  </a:path>
                </a:pathLst>
              </a:custGeom>
              <a:solidFill>
                <a:srgbClr val="234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84"/>
              <p:cNvSpPr/>
              <p:nvPr/>
            </p:nvSpPr>
            <p:spPr>
              <a:xfrm rot="10800000">
                <a:off x="4473084" y="3393693"/>
                <a:ext cx="22920" cy="35414"/>
              </a:xfrm>
              <a:custGeom>
                <a:avLst/>
                <a:gdLst/>
                <a:ahLst/>
                <a:cxnLst/>
                <a:rect l="l" t="t" r="r" b="b"/>
                <a:pathLst>
                  <a:path w="1713" h="589" fill="none" extrusionOk="0">
                    <a:moveTo>
                      <a:pt x="1352" y="588"/>
                    </a:moveTo>
                    <a:lnTo>
                      <a:pt x="1352" y="588"/>
                    </a:lnTo>
                    <a:lnTo>
                      <a:pt x="1712" y="582"/>
                    </a:lnTo>
                    <a:lnTo>
                      <a:pt x="1712" y="0"/>
                    </a:lnTo>
                    <a:lnTo>
                      <a:pt x="1712" y="0"/>
                    </a:lnTo>
                    <a:lnTo>
                      <a:pt x="1472" y="27"/>
                    </a:lnTo>
                    <a:lnTo>
                      <a:pt x="1232" y="60"/>
                    </a:lnTo>
                    <a:lnTo>
                      <a:pt x="1052" y="93"/>
                    </a:lnTo>
                    <a:lnTo>
                      <a:pt x="871" y="126"/>
                    </a:lnTo>
                    <a:lnTo>
                      <a:pt x="871" y="126"/>
                    </a:lnTo>
                    <a:lnTo>
                      <a:pt x="661" y="172"/>
                    </a:lnTo>
                    <a:lnTo>
                      <a:pt x="511" y="218"/>
                    </a:lnTo>
                    <a:lnTo>
                      <a:pt x="361" y="271"/>
                    </a:lnTo>
                    <a:lnTo>
                      <a:pt x="241" y="318"/>
                    </a:lnTo>
                    <a:lnTo>
                      <a:pt x="151" y="377"/>
                    </a:lnTo>
                    <a:lnTo>
                      <a:pt x="60" y="430"/>
                    </a:lnTo>
                    <a:lnTo>
                      <a:pt x="30" y="483"/>
                    </a:lnTo>
                    <a:lnTo>
                      <a:pt x="0" y="542"/>
                    </a:lnTo>
                    <a:lnTo>
                      <a:pt x="0" y="542"/>
                    </a:lnTo>
                    <a:lnTo>
                      <a:pt x="301" y="562"/>
                    </a:lnTo>
                    <a:lnTo>
                      <a:pt x="661" y="575"/>
                    </a:lnTo>
                    <a:lnTo>
                      <a:pt x="992" y="582"/>
                    </a:lnTo>
                    <a:lnTo>
                      <a:pt x="1352" y="58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84"/>
              <p:cNvSpPr/>
              <p:nvPr/>
            </p:nvSpPr>
            <p:spPr>
              <a:xfrm rot="10800000">
                <a:off x="4296673" y="3344030"/>
                <a:ext cx="35377" cy="48160"/>
              </a:xfrm>
              <a:custGeom>
                <a:avLst/>
                <a:gdLst/>
                <a:ahLst/>
                <a:cxnLst/>
                <a:rect l="l" t="t" r="r" b="b"/>
                <a:pathLst>
                  <a:path w="2644" h="801" extrusionOk="0">
                    <a:moveTo>
                      <a:pt x="2614" y="1"/>
                    </a:moveTo>
                    <a:lnTo>
                      <a:pt x="2073" y="40"/>
                    </a:lnTo>
                    <a:lnTo>
                      <a:pt x="1592" y="87"/>
                    </a:lnTo>
                    <a:lnTo>
                      <a:pt x="1202" y="146"/>
                    </a:lnTo>
                    <a:lnTo>
                      <a:pt x="1022" y="173"/>
                    </a:lnTo>
                    <a:lnTo>
                      <a:pt x="872" y="206"/>
                    </a:lnTo>
                    <a:lnTo>
                      <a:pt x="631" y="272"/>
                    </a:lnTo>
                    <a:lnTo>
                      <a:pt x="451" y="338"/>
                    </a:lnTo>
                    <a:lnTo>
                      <a:pt x="271" y="410"/>
                    </a:lnTo>
                    <a:lnTo>
                      <a:pt x="151" y="483"/>
                    </a:lnTo>
                    <a:lnTo>
                      <a:pt x="61" y="562"/>
                    </a:lnTo>
                    <a:lnTo>
                      <a:pt x="31" y="642"/>
                    </a:lnTo>
                    <a:lnTo>
                      <a:pt x="1" y="721"/>
                    </a:lnTo>
                    <a:lnTo>
                      <a:pt x="1" y="800"/>
                    </a:lnTo>
                    <a:lnTo>
                      <a:pt x="451" y="774"/>
                    </a:lnTo>
                    <a:lnTo>
                      <a:pt x="841" y="741"/>
                    </a:lnTo>
                    <a:lnTo>
                      <a:pt x="1202" y="708"/>
                    </a:lnTo>
                    <a:lnTo>
                      <a:pt x="1472" y="661"/>
                    </a:lnTo>
                    <a:lnTo>
                      <a:pt x="1773" y="602"/>
                    </a:lnTo>
                    <a:lnTo>
                      <a:pt x="2043" y="529"/>
                    </a:lnTo>
                    <a:lnTo>
                      <a:pt x="2253" y="450"/>
                    </a:lnTo>
                    <a:lnTo>
                      <a:pt x="2433" y="371"/>
                    </a:lnTo>
                    <a:lnTo>
                      <a:pt x="2553" y="285"/>
                    </a:lnTo>
                    <a:lnTo>
                      <a:pt x="2614" y="192"/>
                    </a:lnTo>
                    <a:lnTo>
                      <a:pt x="2644" y="100"/>
                    </a:lnTo>
                    <a:lnTo>
                      <a:pt x="2614" y="1"/>
                    </a:lnTo>
                    <a:close/>
                  </a:path>
                </a:pathLst>
              </a:custGeom>
              <a:solidFill>
                <a:srgbClr val="A43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84"/>
              <p:cNvSpPr/>
              <p:nvPr/>
            </p:nvSpPr>
            <p:spPr>
              <a:xfrm rot="10800000">
                <a:off x="4296673" y="3344030"/>
                <a:ext cx="35377" cy="48160"/>
              </a:xfrm>
              <a:custGeom>
                <a:avLst/>
                <a:gdLst/>
                <a:ahLst/>
                <a:cxnLst/>
                <a:rect l="l" t="t" r="r" b="b"/>
                <a:pathLst>
                  <a:path w="2644" h="801" fill="none" extrusionOk="0">
                    <a:moveTo>
                      <a:pt x="1" y="800"/>
                    </a:moveTo>
                    <a:lnTo>
                      <a:pt x="1" y="800"/>
                    </a:lnTo>
                    <a:lnTo>
                      <a:pt x="451" y="774"/>
                    </a:lnTo>
                    <a:lnTo>
                      <a:pt x="841" y="741"/>
                    </a:lnTo>
                    <a:lnTo>
                      <a:pt x="1202" y="708"/>
                    </a:lnTo>
                    <a:lnTo>
                      <a:pt x="1472" y="661"/>
                    </a:lnTo>
                    <a:lnTo>
                      <a:pt x="1472" y="661"/>
                    </a:lnTo>
                    <a:lnTo>
                      <a:pt x="1773" y="602"/>
                    </a:lnTo>
                    <a:lnTo>
                      <a:pt x="2043" y="529"/>
                    </a:lnTo>
                    <a:lnTo>
                      <a:pt x="2253" y="450"/>
                    </a:lnTo>
                    <a:lnTo>
                      <a:pt x="2433" y="371"/>
                    </a:lnTo>
                    <a:lnTo>
                      <a:pt x="2553" y="285"/>
                    </a:lnTo>
                    <a:lnTo>
                      <a:pt x="2614" y="192"/>
                    </a:lnTo>
                    <a:lnTo>
                      <a:pt x="2644" y="100"/>
                    </a:lnTo>
                    <a:lnTo>
                      <a:pt x="2614" y="1"/>
                    </a:lnTo>
                    <a:lnTo>
                      <a:pt x="2614" y="1"/>
                    </a:lnTo>
                    <a:lnTo>
                      <a:pt x="2073" y="40"/>
                    </a:lnTo>
                    <a:lnTo>
                      <a:pt x="1592" y="87"/>
                    </a:lnTo>
                    <a:lnTo>
                      <a:pt x="1202" y="146"/>
                    </a:lnTo>
                    <a:lnTo>
                      <a:pt x="1022" y="173"/>
                    </a:lnTo>
                    <a:lnTo>
                      <a:pt x="872" y="206"/>
                    </a:lnTo>
                    <a:lnTo>
                      <a:pt x="872" y="206"/>
                    </a:lnTo>
                    <a:lnTo>
                      <a:pt x="631" y="272"/>
                    </a:lnTo>
                    <a:lnTo>
                      <a:pt x="451" y="338"/>
                    </a:lnTo>
                    <a:lnTo>
                      <a:pt x="271" y="410"/>
                    </a:lnTo>
                    <a:lnTo>
                      <a:pt x="151" y="483"/>
                    </a:lnTo>
                    <a:lnTo>
                      <a:pt x="61" y="562"/>
                    </a:lnTo>
                    <a:lnTo>
                      <a:pt x="31" y="642"/>
                    </a:lnTo>
                    <a:lnTo>
                      <a:pt x="1" y="721"/>
                    </a:lnTo>
                    <a:lnTo>
                      <a:pt x="1" y="80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84"/>
              <p:cNvSpPr/>
              <p:nvPr/>
            </p:nvSpPr>
            <p:spPr>
              <a:xfrm rot="10800000">
                <a:off x="4374235" y="3342046"/>
                <a:ext cx="15280" cy="481"/>
              </a:xfrm>
              <a:custGeom>
                <a:avLst/>
                <a:gdLst/>
                <a:ahLst/>
                <a:cxnLst/>
                <a:rect l="l" t="t" r="r" b="b"/>
                <a:pathLst>
                  <a:path w="1142" h="8" extrusionOk="0">
                    <a:moveTo>
                      <a:pt x="331" y="0"/>
                    </a:moveTo>
                    <a:lnTo>
                      <a:pt x="1" y="7"/>
                    </a:lnTo>
                    <a:lnTo>
                      <a:pt x="1142" y="7"/>
                    </a:lnTo>
                    <a:lnTo>
                      <a:pt x="691" y="0"/>
                    </a:lnTo>
                    <a:close/>
                  </a:path>
                </a:pathLst>
              </a:custGeom>
              <a:solidFill>
                <a:srgbClr val="693D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84"/>
              <p:cNvSpPr/>
              <p:nvPr/>
            </p:nvSpPr>
            <p:spPr>
              <a:xfrm rot="10800000">
                <a:off x="4345294" y="3342046"/>
                <a:ext cx="44221" cy="481"/>
              </a:xfrm>
              <a:custGeom>
                <a:avLst/>
                <a:gdLst/>
                <a:ahLst/>
                <a:cxnLst/>
                <a:rect l="l" t="t" r="r" b="b"/>
                <a:pathLst>
                  <a:path w="3305" h="8" fill="none" extrusionOk="0">
                    <a:moveTo>
                      <a:pt x="1" y="7"/>
                    </a:moveTo>
                    <a:lnTo>
                      <a:pt x="2734" y="7"/>
                    </a:lnTo>
                    <a:lnTo>
                      <a:pt x="2734" y="7"/>
                    </a:lnTo>
                    <a:lnTo>
                      <a:pt x="3304" y="7"/>
                    </a:lnTo>
                    <a:lnTo>
                      <a:pt x="1142" y="7"/>
                    </a:lnTo>
                    <a:lnTo>
                      <a:pt x="1142" y="7"/>
                    </a:lnTo>
                    <a:lnTo>
                      <a:pt x="691" y="0"/>
                    </a:lnTo>
                    <a:lnTo>
                      <a:pt x="691" y="0"/>
                    </a:lnTo>
                    <a:lnTo>
                      <a:pt x="331" y="0"/>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84"/>
              <p:cNvSpPr/>
              <p:nvPr/>
            </p:nvSpPr>
            <p:spPr>
              <a:xfrm rot="10800000">
                <a:off x="3765416" y="3392490"/>
                <a:ext cx="162768" cy="48521"/>
              </a:xfrm>
              <a:custGeom>
                <a:avLst/>
                <a:gdLst/>
                <a:ahLst/>
                <a:cxnLst/>
                <a:rect l="l" t="t" r="r" b="b"/>
                <a:pathLst>
                  <a:path w="12165" h="807" extrusionOk="0">
                    <a:moveTo>
                      <a:pt x="3514" y="0"/>
                    </a:moveTo>
                    <a:lnTo>
                      <a:pt x="3034" y="20"/>
                    </a:lnTo>
                    <a:lnTo>
                      <a:pt x="2583" y="40"/>
                    </a:lnTo>
                    <a:lnTo>
                      <a:pt x="2163" y="73"/>
                    </a:lnTo>
                    <a:lnTo>
                      <a:pt x="1772" y="106"/>
                    </a:lnTo>
                    <a:lnTo>
                      <a:pt x="1412" y="152"/>
                    </a:lnTo>
                    <a:lnTo>
                      <a:pt x="1112" y="192"/>
                    </a:lnTo>
                    <a:lnTo>
                      <a:pt x="871" y="245"/>
                    </a:lnTo>
                    <a:lnTo>
                      <a:pt x="691" y="291"/>
                    </a:lnTo>
                    <a:lnTo>
                      <a:pt x="511" y="344"/>
                    </a:lnTo>
                    <a:lnTo>
                      <a:pt x="391" y="397"/>
                    </a:lnTo>
                    <a:lnTo>
                      <a:pt x="271" y="449"/>
                    </a:lnTo>
                    <a:lnTo>
                      <a:pt x="151" y="502"/>
                    </a:lnTo>
                    <a:lnTo>
                      <a:pt x="90" y="555"/>
                    </a:lnTo>
                    <a:lnTo>
                      <a:pt x="30" y="615"/>
                    </a:lnTo>
                    <a:lnTo>
                      <a:pt x="0" y="674"/>
                    </a:lnTo>
                    <a:lnTo>
                      <a:pt x="0" y="806"/>
                    </a:lnTo>
                    <a:lnTo>
                      <a:pt x="12164" y="806"/>
                    </a:lnTo>
                    <a:lnTo>
                      <a:pt x="12074" y="694"/>
                    </a:lnTo>
                    <a:lnTo>
                      <a:pt x="11924" y="575"/>
                    </a:lnTo>
                    <a:lnTo>
                      <a:pt x="11714" y="449"/>
                    </a:lnTo>
                    <a:lnTo>
                      <a:pt x="11444" y="324"/>
                    </a:lnTo>
                    <a:lnTo>
                      <a:pt x="11203" y="245"/>
                    </a:lnTo>
                    <a:lnTo>
                      <a:pt x="10903" y="179"/>
                    </a:lnTo>
                    <a:lnTo>
                      <a:pt x="10573" y="126"/>
                    </a:lnTo>
                    <a:lnTo>
                      <a:pt x="10212" y="80"/>
                    </a:lnTo>
                    <a:lnTo>
                      <a:pt x="9822" y="40"/>
                    </a:lnTo>
                    <a:lnTo>
                      <a:pt x="9401" y="20"/>
                    </a:lnTo>
                    <a:lnTo>
                      <a:pt x="8981" y="0"/>
                    </a:lnTo>
                    <a:close/>
                  </a:path>
                </a:pathLst>
              </a:custGeom>
              <a:solidFill>
                <a:srgbClr val="FF7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84"/>
              <p:cNvSpPr/>
              <p:nvPr/>
            </p:nvSpPr>
            <p:spPr>
              <a:xfrm rot="10800000">
                <a:off x="3765416" y="3392490"/>
                <a:ext cx="162768" cy="48521"/>
              </a:xfrm>
              <a:custGeom>
                <a:avLst/>
                <a:gdLst/>
                <a:ahLst/>
                <a:cxnLst/>
                <a:rect l="l" t="t" r="r" b="b"/>
                <a:pathLst>
                  <a:path w="12165" h="807" fill="none" extrusionOk="0">
                    <a:moveTo>
                      <a:pt x="0" y="806"/>
                    </a:moveTo>
                    <a:lnTo>
                      <a:pt x="12164" y="806"/>
                    </a:lnTo>
                    <a:lnTo>
                      <a:pt x="12164" y="806"/>
                    </a:lnTo>
                    <a:lnTo>
                      <a:pt x="12074" y="694"/>
                    </a:lnTo>
                    <a:lnTo>
                      <a:pt x="11924" y="575"/>
                    </a:lnTo>
                    <a:lnTo>
                      <a:pt x="11714" y="449"/>
                    </a:lnTo>
                    <a:lnTo>
                      <a:pt x="11444" y="324"/>
                    </a:lnTo>
                    <a:lnTo>
                      <a:pt x="11444" y="324"/>
                    </a:lnTo>
                    <a:lnTo>
                      <a:pt x="11203" y="245"/>
                    </a:lnTo>
                    <a:lnTo>
                      <a:pt x="10903" y="179"/>
                    </a:lnTo>
                    <a:lnTo>
                      <a:pt x="10573" y="126"/>
                    </a:lnTo>
                    <a:lnTo>
                      <a:pt x="10212" y="80"/>
                    </a:lnTo>
                    <a:lnTo>
                      <a:pt x="9822" y="40"/>
                    </a:lnTo>
                    <a:lnTo>
                      <a:pt x="9401" y="20"/>
                    </a:lnTo>
                    <a:lnTo>
                      <a:pt x="8981" y="0"/>
                    </a:lnTo>
                    <a:lnTo>
                      <a:pt x="8530" y="0"/>
                    </a:lnTo>
                    <a:lnTo>
                      <a:pt x="8530" y="0"/>
                    </a:lnTo>
                    <a:lnTo>
                      <a:pt x="8080" y="0"/>
                    </a:lnTo>
                    <a:lnTo>
                      <a:pt x="4415" y="0"/>
                    </a:lnTo>
                    <a:lnTo>
                      <a:pt x="4415" y="0"/>
                    </a:lnTo>
                    <a:lnTo>
                      <a:pt x="3965" y="0"/>
                    </a:lnTo>
                    <a:lnTo>
                      <a:pt x="3965" y="0"/>
                    </a:lnTo>
                    <a:lnTo>
                      <a:pt x="3514" y="0"/>
                    </a:lnTo>
                    <a:lnTo>
                      <a:pt x="3034" y="20"/>
                    </a:lnTo>
                    <a:lnTo>
                      <a:pt x="2583" y="40"/>
                    </a:lnTo>
                    <a:lnTo>
                      <a:pt x="2163" y="73"/>
                    </a:lnTo>
                    <a:lnTo>
                      <a:pt x="1772" y="106"/>
                    </a:lnTo>
                    <a:lnTo>
                      <a:pt x="1412" y="152"/>
                    </a:lnTo>
                    <a:lnTo>
                      <a:pt x="1112" y="192"/>
                    </a:lnTo>
                    <a:lnTo>
                      <a:pt x="871" y="245"/>
                    </a:lnTo>
                    <a:lnTo>
                      <a:pt x="871" y="245"/>
                    </a:lnTo>
                    <a:lnTo>
                      <a:pt x="691" y="291"/>
                    </a:lnTo>
                    <a:lnTo>
                      <a:pt x="511" y="344"/>
                    </a:lnTo>
                    <a:lnTo>
                      <a:pt x="391" y="397"/>
                    </a:lnTo>
                    <a:lnTo>
                      <a:pt x="271" y="449"/>
                    </a:lnTo>
                    <a:lnTo>
                      <a:pt x="151" y="502"/>
                    </a:lnTo>
                    <a:lnTo>
                      <a:pt x="90" y="555"/>
                    </a:lnTo>
                    <a:lnTo>
                      <a:pt x="30" y="615"/>
                    </a:lnTo>
                    <a:lnTo>
                      <a:pt x="0" y="674"/>
                    </a:lnTo>
                    <a:lnTo>
                      <a:pt x="0" y="80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84"/>
              <p:cNvSpPr/>
              <p:nvPr/>
            </p:nvSpPr>
            <p:spPr>
              <a:xfrm rot="10800000">
                <a:off x="3765015" y="3340482"/>
                <a:ext cx="163169" cy="52068"/>
              </a:xfrm>
              <a:custGeom>
                <a:avLst/>
                <a:gdLst/>
                <a:ahLst/>
                <a:cxnLst/>
                <a:rect l="l" t="t" r="r" b="b"/>
                <a:pathLst>
                  <a:path w="12195" h="866" extrusionOk="0">
                    <a:moveTo>
                      <a:pt x="0" y="0"/>
                    </a:moveTo>
                    <a:lnTo>
                      <a:pt x="0" y="53"/>
                    </a:lnTo>
                    <a:lnTo>
                      <a:pt x="60" y="139"/>
                    </a:lnTo>
                    <a:lnTo>
                      <a:pt x="121" y="218"/>
                    </a:lnTo>
                    <a:lnTo>
                      <a:pt x="241" y="297"/>
                    </a:lnTo>
                    <a:lnTo>
                      <a:pt x="391" y="377"/>
                    </a:lnTo>
                    <a:lnTo>
                      <a:pt x="541" y="449"/>
                    </a:lnTo>
                    <a:lnTo>
                      <a:pt x="721" y="522"/>
                    </a:lnTo>
                    <a:lnTo>
                      <a:pt x="931" y="588"/>
                    </a:lnTo>
                    <a:lnTo>
                      <a:pt x="1142" y="648"/>
                    </a:lnTo>
                    <a:lnTo>
                      <a:pt x="1412" y="707"/>
                    </a:lnTo>
                    <a:lnTo>
                      <a:pt x="1712" y="753"/>
                    </a:lnTo>
                    <a:lnTo>
                      <a:pt x="2043" y="786"/>
                    </a:lnTo>
                    <a:lnTo>
                      <a:pt x="2403" y="819"/>
                    </a:lnTo>
                    <a:lnTo>
                      <a:pt x="2794" y="839"/>
                    </a:lnTo>
                    <a:lnTo>
                      <a:pt x="3214" y="852"/>
                    </a:lnTo>
                    <a:lnTo>
                      <a:pt x="3635" y="865"/>
                    </a:lnTo>
                    <a:lnTo>
                      <a:pt x="8440" y="865"/>
                    </a:lnTo>
                    <a:lnTo>
                      <a:pt x="8891" y="852"/>
                    </a:lnTo>
                    <a:lnTo>
                      <a:pt x="9311" y="839"/>
                    </a:lnTo>
                    <a:lnTo>
                      <a:pt x="9732" y="819"/>
                    </a:lnTo>
                    <a:lnTo>
                      <a:pt x="10122" y="793"/>
                    </a:lnTo>
                    <a:lnTo>
                      <a:pt x="10452" y="760"/>
                    </a:lnTo>
                    <a:lnTo>
                      <a:pt x="10753" y="720"/>
                    </a:lnTo>
                    <a:lnTo>
                      <a:pt x="10993" y="681"/>
                    </a:lnTo>
                    <a:lnTo>
                      <a:pt x="11293" y="614"/>
                    </a:lnTo>
                    <a:lnTo>
                      <a:pt x="11564" y="542"/>
                    </a:lnTo>
                    <a:lnTo>
                      <a:pt x="11774" y="463"/>
                    </a:lnTo>
                    <a:lnTo>
                      <a:pt x="11954" y="383"/>
                    </a:lnTo>
                    <a:lnTo>
                      <a:pt x="12074" y="291"/>
                    </a:lnTo>
                    <a:lnTo>
                      <a:pt x="12164" y="198"/>
                    </a:lnTo>
                    <a:lnTo>
                      <a:pt x="12194" y="106"/>
                    </a:lnTo>
                    <a:lnTo>
                      <a:pt x="12164" y="0"/>
                    </a:lnTo>
                    <a:close/>
                  </a:path>
                </a:pathLst>
              </a:custGeom>
              <a:solidFill>
                <a:srgbClr val="FF4A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84"/>
              <p:cNvSpPr/>
              <p:nvPr/>
            </p:nvSpPr>
            <p:spPr>
              <a:xfrm rot="10800000">
                <a:off x="3765015" y="3340482"/>
                <a:ext cx="163169" cy="52068"/>
              </a:xfrm>
              <a:custGeom>
                <a:avLst/>
                <a:gdLst/>
                <a:ahLst/>
                <a:cxnLst/>
                <a:rect l="l" t="t" r="r" b="b"/>
                <a:pathLst>
                  <a:path w="12195" h="866" fill="none" extrusionOk="0">
                    <a:moveTo>
                      <a:pt x="4055" y="865"/>
                    </a:moveTo>
                    <a:lnTo>
                      <a:pt x="7990" y="865"/>
                    </a:lnTo>
                    <a:lnTo>
                      <a:pt x="7990" y="865"/>
                    </a:lnTo>
                    <a:lnTo>
                      <a:pt x="8440" y="865"/>
                    </a:lnTo>
                    <a:lnTo>
                      <a:pt x="8891" y="852"/>
                    </a:lnTo>
                    <a:lnTo>
                      <a:pt x="9311" y="839"/>
                    </a:lnTo>
                    <a:lnTo>
                      <a:pt x="9732" y="819"/>
                    </a:lnTo>
                    <a:lnTo>
                      <a:pt x="10122" y="793"/>
                    </a:lnTo>
                    <a:lnTo>
                      <a:pt x="10452" y="760"/>
                    </a:lnTo>
                    <a:lnTo>
                      <a:pt x="10753" y="720"/>
                    </a:lnTo>
                    <a:lnTo>
                      <a:pt x="10993" y="681"/>
                    </a:lnTo>
                    <a:lnTo>
                      <a:pt x="10993" y="681"/>
                    </a:lnTo>
                    <a:lnTo>
                      <a:pt x="11293" y="614"/>
                    </a:lnTo>
                    <a:lnTo>
                      <a:pt x="11564" y="542"/>
                    </a:lnTo>
                    <a:lnTo>
                      <a:pt x="11774" y="463"/>
                    </a:lnTo>
                    <a:lnTo>
                      <a:pt x="11954" y="383"/>
                    </a:lnTo>
                    <a:lnTo>
                      <a:pt x="12074" y="291"/>
                    </a:lnTo>
                    <a:lnTo>
                      <a:pt x="12164" y="198"/>
                    </a:lnTo>
                    <a:lnTo>
                      <a:pt x="12194" y="106"/>
                    </a:lnTo>
                    <a:lnTo>
                      <a:pt x="12164" y="0"/>
                    </a:lnTo>
                    <a:lnTo>
                      <a:pt x="0" y="0"/>
                    </a:lnTo>
                    <a:lnTo>
                      <a:pt x="0" y="53"/>
                    </a:lnTo>
                    <a:lnTo>
                      <a:pt x="0" y="53"/>
                    </a:lnTo>
                    <a:lnTo>
                      <a:pt x="60" y="139"/>
                    </a:lnTo>
                    <a:lnTo>
                      <a:pt x="121" y="218"/>
                    </a:lnTo>
                    <a:lnTo>
                      <a:pt x="241" y="297"/>
                    </a:lnTo>
                    <a:lnTo>
                      <a:pt x="391" y="377"/>
                    </a:lnTo>
                    <a:lnTo>
                      <a:pt x="541" y="449"/>
                    </a:lnTo>
                    <a:lnTo>
                      <a:pt x="721" y="522"/>
                    </a:lnTo>
                    <a:lnTo>
                      <a:pt x="931" y="588"/>
                    </a:lnTo>
                    <a:lnTo>
                      <a:pt x="1142" y="648"/>
                    </a:lnTo>
                    <a:lnTo>
                      <a:pt x="1142" y="648"/>
                    </a:lnTo>
                    <a:lnTo>
                      <a:pt x="1412" y="707"/>
                    </a:lnTo>
                    <a:lnTo>
                      <a:pt x="1712" y="753"/>
                    </a:lnTo>
                    <a:lnTo>
                      <a:pt x="2043" y="786"/>
                    </a:lnTo>
                    <a:lnTo>
                      <a:pt x="2403" y="819"/>
                    </a:lnTo>
                    <a:lnTo>
                      <a:pt x="2794" y="839"/>
                    </a:lnTo>
                    <a:lnTo>
                      <a:pt x="3214" y="852"/>
                    </a:lnTo>
                    <a:lnTo>
                      <a:pt x="3635" y="865"/>
                    </a:lnTo>
                    <a:lnTo>
                      <a:pt x="4055" y="8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84"/>
              <p:cNvSpPr/>
              <p:nvPr/>
            </p:nvSpPr>
            <p:spPr>
              <a:xfrm rot="10800000">
                <a:off x="3928171" y="3392490"/>
                <a:ext cx="415" cy="7997"/>
              </a:xfrm>
              <a:custGeom>
                <a:avLst/>
                <a:gdLst/>
                <a:ahLst/>
                <a:cxnLst/>
                <a:rect l="l" t="t" r="r" b="b"/>
                <a:pathLst>
                  <a:path w="31" h="133" extrusionOk="0">
                    <a:moveTo>
                      <a:pt x="30" y="0"/>
                    </a:moveTo>
                    <a:lnTo>
                      <a:pt x="0" y="66"/>
                    </a:lnTo>
                    <a:lnTo>
                      <a:pt x="0" y="132"/>
                    </a:lnTo>
                    <a:lnTo>
                      <a:pt x="30" y="132"/>
                    </a:lnTo>
                    <a:lnTo>
                      <a:pt x="30" y="0"/>
                    </a:lnTo>
                    <a:close/>
                  </a:path>
                </a:pathLst>
              </a:custGeom>
              <a:solidFill>
                <a:srgbClr val="FF4A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84"/>
              <p:cNvSpPr/>
              <p:nvPr/>
            </p:nvSpPr>
            <p:spPr>
              <a:xfrm rot="10800000">
                <a:off x="3928171" y="3392490"/>
                <a:ext cx="415" cy="7997"/>
              </a:xfrm>
              <a:custGeom>
                <a:avLst/>
                <a:gdLst/>
                <a:ahLst/>
                <a:cxnLst/>
                <a:rect l="l" t="t" r="r" b="b"/>
                <a:pathLst>
                  <a:path w="31" h="133" fill="none" extrusionOk="0">
                    <a:moveTo>
                      <a:pt x="0" y="132"/>
                    </a:moveTo>
                    <a:lnTo>
                      <a:pt x="30" y="132"/>
                    </a:lnTo>
                    <a:lnTo>
                      <a:pt x="30" y="0"/>
                    </a:lnTo>
                    <a:lnTo>
                      <a:pt x="30" y="0"/>
                    </a:lnTo>
                    <a:lnTo>
                      <a:pt x="0" y="66"/>
                    </a:lnTo>
                    <a:lnTo>
                      <a:pt x="0" y="13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84"/>
              <p:cNvSpPr/>
              <p:nvPr/>
            </p:nvSpPr>
            <p:spPr>
              <a:xfrm rot="10800000">
                <a:off x="3928171" y="3389304"/>
                <a:ext cx="415" cy="3247"/>
              </a:xfrm>
              <a:custGeom>
                <a:avLst/>
                <a:gdLst/>
                <a:ahLst/>
                <a:cxnLst/>
                <a:rect l="l" t="t" r="r" b="b"/>
                <a:pathLst>
                  <a:path w="31" h="54" extrusionOk="0">
                    <a:moveTo>
                      <a:pt x="0" y="0"/>
                    </a:moveTo>
                    <a:lnTo>
                      <a:pt x="30" y="53"/>
                    </a:lnTo>
                    <a:lnTo>
                      <a:pt x="30" y="0"/>
                    </a:lnTo>
                    <a:close/>
                  </a:path>
                </a:pathLst>
              </a:custGeom>
              <a:solidFill>
                <a:srgbClr val="FF2E1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84"/>
              <p:cNvSpPr/>
              <p:nvPr/>
            </p:nvSpPr>
            <p:spPr>
              <a:xfrm rot="10800000">
                <a:off x="3928171" y="3389304"/>
                <a:ext cx="415" cy="3247"/>
              </a:xfrm>
              <a:custGeom>
                <a:avLst/>
                <a:gdLst/>
                <a:ahLst/>
                <a:cxnLst/>
                <a:rect l="l" t="t" r="r" b="b"/>
                <a:pathLst>
                  <a:path w="31" h="54" fill="none" extrusionOk="0">
                    <a:moveTo>
                      <a:pt x="30" y="53"/>
                    </a:moveTo>
                    <a:lnTo>
                      <a:pt x="30" y="0"/>
                    </a:lnTo>
                    <a:lnTo>
                      <a:pt x="0" y="0"/>
                    </a:lnTo>
                    <a:lnTo>
                      <a:pt x="0" y="0"/>
                    </a:lnTo>
                    <a:lnTo>
                      <a:pt x="30" y="5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84"/>
              <p:cNvSpPr/>
              <p:nvPr/>
            </p:nvSpPr>
            <p:spPr>
              <a:xfrm rot="10800000">
                <a:off x="4777697" y="3193536"/>
                <a:ext cx="100470" cy="428992"/>
              </a:xfrm>
              <a:custGeom>
                <a:avLst/>
                <a:gdLst/>
                <a:ahLst/>
                <a:cxnLst/>
                <a:rect l="l" t="t" r="r" b="b"/>
                <a:pathLst>
                  <a:path w="7509" h="7135" extrusionOk="0">
                    <a:moveTo>
                      <a:pt x="3815" y="1"/>
                    </a:moveTo>
                    <a:lnTo>
                      <a:pt x="3304" y="7"/>
                    </a:lnTo>
                    <a:lnTo>
                      <a:pt x="3004" y="14"/>
                    </a:lnTo>
                    <a:lnTo>
                      <a:pt x="2704" y="27"/>
                    </a:lnTo>
                    <a:lnTo>
                      <a:pt x="2403" y="47"/>
                    </a:lnTo>
                    <a:lnTo>
                      <a:pt x="2073" y="73"/>
                    </a:lnTo>
                    <a:lnTo>
                      <a:pt x="1772" y="100"/>
                    </a:lnTo>
                    <a:lnTo>
                      <a:pt x="1472" y="146"/>
                    </a:lnTo>
                    <a:lnTo>
                      <a:pt x="1172" y="192"/>
                    </a:lnTo>
                    <a:lnTo>
                      <a:pt x="901" y="252"/>
                    </a:lnTo>
                    <a:lnTo>
                      <a:pt x="661" y="324"/>
                    </a:lnTo>
                    <a:lnTo>
                      <a:pt x="451" y="404"/>
                    </a:lnTo>
                    <a:lnTo>
                      <a:pt x="271" y="503"/>
                    </a:lnTo>
                    <a:lnTo>
                      <a:pt x="121" y="608"/>
                    </a:lnTo>
                    <a:lnTo>
                      <a:pt x="30" y="734"/>
                    </a:lnTo>
                    <a:lnTo>
                      <a:pt x="0" y="866"/>
                    </a:lnTo>
                    <a:lnTo>
                      <a:pt x="0" y="2081"/>
                    </a:lnTo>
                    <a:lnTo>
                      <a:pt x="241" y="2081"/>
                    </a:lnTo>
                    <a:lnTo>
                      <a:pt x="691" y="2088"/>
                    </a:lnTo>
                    <a:lnTo>
                      <a:pt x="4085" y="2088"/>
                    </a:lnTo>
                    <a:lnTo>
                      <a:pt x="4085" y="2009"/>
                    </a:lnTo>
                    <a:lnTo>
                      <a:pt x="4145" y="1896"/>
                    </a:lnTo>
                    <a:lnTo>
                      <a:pt x="4205" y="1791"/>
                    </a:lnTo>
                    <a:lnTo>
                      <a:pt x="4325" y="1698"/>
                    </a:lnTo>
                    <a:lnTo>
                      <a:pt x="4446" y="1619"/>
                    </a:lnTo>
                    <a:lnTo>
                      <a:pt x="4596" y="1546"/>
                    </a:lnTo>
                    <a:lnTo>
                      <a:pt x="4806" y="1487"/>
                    </a:lnTo>
                    <a:lnTo>
                      <a:pt x="4986" y="1434"/>
                    </a:lnTo>
                    <a:lnTo>
                      <a:pt x="5226" y="1388"/>
                    </a:lnTo>
                    <a:lnTo>
                      <a:pt x="5467" y="1348"/>
                    </a:lnTo>
                    <a:lnTo>
                      <a:pt x="5707" y="1322"/>
                    </a:lnTo>
                    <a:lnTo>
                      <a:pt x="5977" y="1295"/>
                    </a:lnTo>
                    <a:lnTo>
                      <a:pt x="6218" y="1276"/>
                    </a:lnTo>
                    <a:lnTo>
                      <a:pt x="6758" y="1249"/>
                    </a:lnTo>
                    <a:lnTo>
                      <a:pt x="7269" y="1229"/>
                    </a:lnTo>
                    <a:lnTo>
                      <a:pt x="7509" y="1223"/>
                    </a:lnTo>
                    <a:lnTo>
                      <a:pt x="7509" y="859"/>
                    </a:lnTo>
                    <a:lnTo>
                      <a:pt x="7479" y="747"/>
                    </a:lnTo>
                    <a:lnTo>
                      <a:pt x="7389" y="641"/>
                    </a:lnTo>
                    <a:lnTo>
                      <a:pt x="7269" y="549"/>
                    </a:lnTo>
                    <a:lnTo>
                      <a:pt x="7119" y="463"/>
                    </a:lnTo>
                    <a:lnTo>
                      <a:pt x="6938" y="384"/>
                    </a:lnTo>
                    <a:lnTo>
                      <a:pt x="6698" y="311"/>
                    </a:lnTo>
                    <a:lnTo>
                      <a:pt x="6458" y="252"/>
                    </a:lnTo>
                    <a:lnTo>
                      <a:pt x="6188" y="199"/>
                    </a:lnTo>
                    <a:lnTo>
                      <a:pt x="5887" y="146"/>
                    </a:lnTo>
                    <a:lnTo>
                      <a:pt x="5587" y="106"/>
                    </a:lnTo>
                    <a:lnTo>
                      <a:pt x="5286" y="73"/>
                    </a:lnTo>
                    <a:lnTo>
                      <a:pt x="4986" y="47"/>
                    </a:lnTo>
                    <a:lnTo>
                      <a:pt x="4686" y="27"/>
                    </a:lnTo>
                    <a:lnTo>
                      <a:pt x="4415" y="14"/>
                    </a:lnTo>
                    <a:lnTo>
                      <a:pt x="4145" y="1"/>
                    </a:lnTo>
                    <a:close/>
                    <a:moveTo>
                      <a:pt x="0" y="3746"/>
                    </a:moveTo>
                    <a:lnTo>
                      <a:pt x="0" y="3753"/>
                    </a:lnTo>
                    <a:lnTo>
                      <a:pt x="211" y="3753"/>
                    </a:lnTo>
                    <a:lnTo>
                      <a:pt x="0" y="3746"/>
                    </a:lnTo>
                    <a:close/>
                    <a:moveTo>
                      <a:pt x="3995" y="3759"/>
                    </a:moveTo>
                    <a:lnTo>
                      <a:pt x="4355" y="3766"/>
                    </a:lnTo>
                    <a:lnTo>
                      <a:pt x="4686" y="3779"/>
                    </a:lnTo>
                    <a:lnTo>
                      <a:pt x="4986" y="3799"/>
                    </a:lnTo>
                    <a:lnTo>
                      <a:pt x="5317" y="3825"/>
                    </a:lnTo>
                    <a:lnTo>
                      <a:pt x="5587" y="3852"/>
                    </a:lnTo>
                    <a:lnTo>
                      <a:pt x="5857" y="3885"/>
                    </a:lnTo>
                    <a:lnTo>
                      <a:pt x="6097" y="3931"/>
                    </a:lnTo>
                    <a:lnTo>
                      <a:pt x="6308" y="3977"/>
                    </a:lnTo>
                    <a:lnTo>
                      <a:pt x="6548" y="4043"/>
                    </a:lnTo>
                    <a:lnTo>
                      <a:pt x="6758" y="4116"/>
                    </a:lnTo>
                    <a:lnTo>
                      <a:pt x="6968" y="4188"/>
                    </a:lnTo>
                    <a:lnTo>
                      <a:pt x="7119" y="4268"/>
                    </a:lnTo>
                    <a:lnTo>
                      <a:pt x="7269" y="4354"/>
                    </a:lnTo>
                    <a:lnTo>
                      <a:pt x="7359" y="4439"/>
                    </a:lnTo>
                    <a:lnTo>
                      <a:pt x="7449" y="4525"/>
                    </a:lnTo>
                    <a:lnTo>
                      <a:pt x="7479" y="4611"/>
                    </a:lnTo>
                    <a:lnTo>
                      <a:pt x="7479" y="4591"/>
                    </a:lnTo>
                    <a:lnTo>
                      <a:pt x="7509" y="4519"/>
                    </a:lnTo>
                    <a:lnTo>
                      <a:pt x="7509" y="3759"/>
                    </a:lnTo>
                    <a:close/>
                    <a:moveTo>
                      <a:pt x="0" y="5424"/>
                    </a:moveTo>
                    <a:lnTo>
                      <a:pt x="0" y="6183"/>
                    </a:lnTo>
                    <a:lnTo>
                      <a:pt x="391" y="6177"/>
                    </a:lnTo>
                    <a:lnTo>
                      <a:pt x="451" y="6177"/>
                    </a:lnTo>
                    <a:lnTo>
                      <a:pt x="691" y="6183"/>
                    </a:lnTo>
                    <a:lnTo>
                      <a:pt x="961" y="6190"/>
                    </a:lnTo>
                    <a:lnTo>
                      <a:pt x="1262" y="6203"/>
                    </a:lnTo>
                    <a:lnTo>
                      <a:pt x="1562" y="6223"/>
                    </a:lnTo>
                    <a:lnTo>
                      <a:pt x="1863" y="6249"/>
                    </a:lnTo>
                    <a:lnTo>
                      <a:pt x="2163" y="6289"/>
                    </a:lnTo>
                    <a:lnTo>
                      <a:pt x="2463" y="6329"/>
                    </a:lnTo>
                    <a:lnTo>
                      <a:pt x="2734" y="6375"/>
                    </a:lnTo>
                    <a:lnTo>
                      <a:pt x="3004" y="6428"/>
                    </a:lnTo>
                    <a:lnTo>
                      <a:pt x="3244" y="6494"/>
                    </a:lnTo>
                    <a:lnTo>
                      <a:pt x="3454" y="6566"/>
                    </a:lnTo>
                    <a:lnTo>
                      <a:pt x="3665" y="6646"/>
                    </a:lnTo>
                    <a:lnTo>
                      <a:pt x="3815" y="6732"/>
                    </a:lnTo>
                    <a:lnTo>
                      <a:pt x="3905" y="6831"/>
                    </a:lnTo>
                    <a:lnTo>
                      <a:pt x="3965" y="6943"/>
                    </a:lnTo>
                    <a:lnTo>
                      <a:pt x="3995" y="7055"/>
                    </a:lnTo>
                    <a:lnTo>
                      <a:pt x="3995" y="6989"/>
                    </a:lnTo>
                    <a:lnTo>
                      <a:pt x="4025" y="6916"/>
                    </a:lnTo>
                    <a:lnTo>
                      <a:pt x="4055" y="6844"/>
                    </a:lnTo>
                    <a:lnTo>
                      <a:pt x="4145" y="6771"/>
                    </a:lnTo>
                    <a:lnTo>
                      <a:pt x="4235" y="6699"/>
                    </a:lnTo>
                    <a:lnTo>
                      <a:pt x="4385" y="6632"/>
                    </a:lnTo>
                    <a:lnTo>
                      <a:pt x="4566" y="6566"/>
                    </a:lnTo>
                    <a:lnTo>
                      <a:pt x="4776" y="6500"/>
                    </a:lnTo>
                    <a:lnTo>
                      <a:pt x="4896" y="6461"/>
                    </a:lnTo>
                    <a:lnTo>
                      <a:pt x="5046" y="6428"/>
                    </a:lnTo>
                    <a:lnTo>
                      <a:pt x="5377" y="6362"/>
                    </a:lnTo>
                    <a:lnTo>
                      <a:pt x="5737" y="6315"/>
                    </a:lnTo>
                    <a:lnTo>
                      <a:pt x="6127" y="6276"/>
                    </a:lnTo>
                    <a:lnTo>
                      <a:pt x="6518" y="6249"/>
                    </a:lnTo>
                    <a:lnTo>
                      <a:pt x="4355" y="6249"/>
                    </a:lnTo>
                    <a:lnTo>
                      <a:pt x="3875" y="6243"/>
                    </a:lnTo>
                    <a:lnTo>
                      <a:pt x="3394" y="6223"/>
                    </a:lnTo>
                    <a:lnTo>
                      <a:pt x="2974" y="6197"/>
                    </a:lnTo>
                    <a:lnTo>
                      <a:pt x="2583" y="6163"/>
                    </a:lnTo>
                    <a:lnTo>
                      <a:pt x="2223" y="6124"/>
                    </a:lnTo>
                    <a:lnTo>
                      <a:pt x="1893" y="6071"/>
                    </a:lnTo>
                    <a:lnTo>
                      <a:pt x="1622" y="6018"/>
                    </a:lnTo>
                    <a:lnTo>
                      <a:pt x="1382" y="5959"/>
                    </a:lnTo>
                    <a:lnTo>
                      <a:pt x="1172" y="5893"/>
                    </a:lnTo>
                    <a:lnTo>
                      <a:pt x="992" y="5827"/>
                    </a:lnTo>
                    <a:lnTo>
                      <a:pt x="841" y="5761"/>
                    </a:lnTo>
                    <a:lnTo>
                      <a:pt x="721" y="5694"/>
                    </a:lnTo>
                    <a:lnTo>
                      <a:pt x="631" y="5628"/>
                    </a:lnTo>
                    <a:lnTo>
                      <a:pt x="541" y="5569"/>
                    </a:lnTo>
                    <a:lnTo>
                      <a:pt x="511" y="5510"/>
                    </a:lnTo>
                    <a:lnTo>
                      <a:pt x="511" y="5450"/>
                    </a:lnTo>
                    <a:lnTo>
                      <a:pt x="511" y="5424"/>
                    </a:lnTo>
                    <a:close/>
                    <a:moveTo>
                      <a:pt x="3995" y="7055"/>
                    </a:moveTo>
                    <a:lnTo>
                      <a:pt x="3965" y="7134"/>
                    </a:lnTo>
                    <a:lnTo>
                      <a:pt x="3995" y="7134"/>
                    </a:lnTo>
                    <a:lnTo>
                      <a:pt x="3995" y="7062"/>
                    </a:lnTo>
                    <a:lnTo>
                      <a:pt x="3995" y="7055"/>
                    </a:lnTo>
                    <a:close/>
                  </a:path>
                </a:pathLst>
              </a:custGeom>
              <a:solidFill>
                <a:srgbClr val="7192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84"/>
              <p:cNvSpPr/>
              <p:nvPr/>
            </p:nvSpPr>
            <p:spPr>
              <a:xfrm rot="10800000">
                <a:off x="4777697" y="3496987"/>
                <a:ext cx="100470" cy="125541"/>
              </a:xfrm>
              <a:custGeom>
                <a:avLst/>
                <a:gdLst/>
                <a:ahLst/>
                <a:cxnLst/>
                <a:rect l="l" t="t" r="r" b="b"/>
                <a:pathLst>
                  <a:path w="7509" h="2088" fill="none" extrusionOk="0">
                    <a:moveTo>
                      <a:pt x="691" y="2088"/>
                    </a:moveTo>
                    <a:lnTo>
                      <a:pt x="4085" y="2088"/>
                    </a:lnTo>
                    <a:lnTo>
                      <a:pt x="4085" y="2088"/>
                    </a:lnTo>
                    <a:lnTo>
                      <a:pt x="4085" y="2009"/>
                    </a:lnTo>
                    <a:lnTo>
                      <a:pt x="4085" y="2009"/>
                    </a:lnTo>
                    <a:lnTo>
                      <a:pt x="4145" y="1896"/>
                    </a:lnTo>
                    <a:lnTo>
                      <a:pt x="4205" y="1791"/>
                    </a:lnTo>
                    <a:lnTo>
                      <a:pt x="4325" y="1698"/>
                    </a:lnTo>
                    <a:lnTo>
                      <a:pt x="4446" y="1619"/>
                    </a:lnTo>
                    <a:lnTo>
                      <a:pt x="4596" y="1546"/>
                    </a:lnTo>
                    <a:lnTo>
                      <a:pt x="4806" y="1487"/>
                    </a:lnTo>
                    <a:lnTo>
                      <a:pt x="4986" y="1434"/>
                    </a:lnTo>
                    <a:lnTo>
                      <a:pt x="5226" y="1388"/>
                    </a:lnTo>
                    <a:lnTo>
                      <a:pt x="5467" y="1348"/>
                    </a:lnTo>
                    <a:lnTo>
                      <a:pt x="5707" y="1322"/>
                    </a:lnTo>
                    <a:lnTo>
                      <a:pt x="5977" y="1295"/>
                    </a:lnTo>
                    <a:lnTo>
                      <a:pt x="6218" y="1276"/>
                    </a:lnTo>
                    <a:lnTo>
                      <a:pt x="6758" y="1249"/>
                    </a:lnTo>
                    <a:lnTo>
                      <a:pt x="7269" y="1229"/>
                    </a:lnTo>
                    <a:lnTo>
                      <a:pt x="7269" y="1229"/>
                    </a:lnTo>
                    <a:lnTo>
                      <a:pt x="7509" y="1223"/>
                    </a:lnTo>
                    <a:lnTo>
                      <a:pt x="7509" y="859"/>
                    </a:lnTo>
                    <a:lnTo>
                      <a:pt x="7509" y="859"/>
                    </a:lnTo>
                    <a:lnTo>
                      <a:pt x="7509" y="859"/>
                    </a:lnTo>
                    <a:lnTo>
                      <a:pt x="7479" y="747"/>
                    </a:lnTo>
                    <a:lnTo>
                      <a:pt x="7389" y="641"/>
                    </a:lnTo>
                    <a:lnTo>
                      <a:pt x="7269" y="549"/>
                    </a:lnTo>
                    <a:lnTo>
                      <a:pt x="7119" y="463"/>
                    </a:lnTo>
                    <a:lnTo>
                      <a:pt x="6938" y="384"/>
                    </a:lnTo>
                    <a:lnTo>
                      <a:pt x="6698" y="311"/>
                    </a:lnTo>
                    <a:lnTo>
                      <a:pt x="6458" y="252"/>
                    </a:lnTo>
                    <a:lnTo>
                      <a:pt x="6188" y="199"/>
                    </a:lnTo>
                    <a:lnTo>
                      <a:pt x="5887" y="146"/>
                    </a:lnTo>
                    <a:lnTo>
                      <a:pt x="5587" y="106"/>
                    </a:lnTo>
                    <a:lnTo>
                      <a:pt x="5286" y="73"/>
                    </a:lnTo>
                    <a:lnTo>
                      <a:pt x="4986" y="47"/>
                    </a:lnTo>
                    <a:lnTo>
                      <a:pt x="4686" y="27"/>
                    </a:lnTo>
                    <a:lnTo>
                      <a:pt x="4415" y="14"/>
                    </a:lnTo>
                    <a:lnTo>
                      <a:pt x="4145" y="1"/>
                    </a:lnTo>
                    <a:lnTo>
                      <a:pt x="3875" y="1"/>
                    </a:lnTo>
                    <a:lnTo>
                      <a:pt x="3875" y="1"/>
                    </a:lnTo>
                    <a:lnTo>
                      <a:pt x="3815" y="1"/>
                    </a:lnTo>
                    <a:lnTo>
                      <a:pt x="3815" y="1"/>
                    </a:lnTo>
                    <a:lnTo>
                      <a:pt x="3304" y="7"/>
                    </a:lnTo>
                    <a:lnTo>
                      <a:pt x="3004" y="14"/>
                    </a:lnTo>
                    <a:lnTo>
                      <a:pt x="2704" y="27"/>
                    </a:lnTo>
                    <a:lnTo>
                      <a:pt x="2403" y="47"/>
                    </a:lnTo>
                    <a:lnTo>
                      <a:pt x="2073" y="73"/>
                    </a:lnTo>
                    <a:lnTo>
                      <a:pt x="1772" y="100"/>
                    </a:lnTo>
                    <a:lnTo>
                      <a:pt x="1472" y="146"/>
                    </a:lnTo>
                    <a:lnTo>
                      <a:pt x="1172" y="192"/>
                    </a:lnTo>
                    <a:lnTo>
                      <a:pt x="901" y="252"/>
                    </a:lnTo>
                    <a:lnTo>
                      <a:pt x="661" y="324"/>
                    </a:lnTo>
                    <a:lnTo>
                      <a:pt x="451" y="404"/>
                    </a:lnTo>
                    <a:lnTo>
                      <a:pt x="271" y="503"/>
                    </a:lnTo>
                    <a:lnTo>
                      <a:pt x="121" y="608"/>
                    </a:lnTo>
                    <a:lnTo>
                      <a:pt x="30" y="734"/>
                    </a:lnTo>
                    <a:lnTo>
                      <a:pt x="0" y="866"/>
                    </a:lnTo>
                    <a:lnTo>
                      <a:pt x="0" y="866"/>
                    </a:lnTo>
                    <a:lnTo>
                      <a:pt x="0" y="2081"/>
                    </a:lnTo>
                    <a:lnTo>
                      <a:pt x="0" y="2081"/>
                    </a:lnTo>
                    <a:lnTo>
                      <a:pt x="241" y="2081"/>
                    </a:lnTo>
                    <a:lnTo>
                      <a:pt x="241" y="2081"/>
                    </a:lnTo>
                    <a:lnTo>
                      <a:pt x="691" y="208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84"/>
              <p:cNvSpPr/>
              <p:nvPr/>
            </p:nvSpPr>
            <p:spPr>
              <a:xfrm rot="10800000">
                <a:off x="4875344" y="3396879"/>
                <a:ext cx="2823" cy="481"/>
              </a:xfrm>
              <a:custGeom>
                <a:avLst/>
                <a:gdLst/>
                <a:ahLst/>
                <a:cxnLst/>
                <a:rect l="l" t="t" r="r" b="b"/>
                <a:pathLst>
                  <a:path w="211" h="8" fill="none" extrusionOk="0">
                    <a:moveTo>
                      <a:pt x="0" y="8"/>
                    </a:moveTo>
                    <a:lnTo>
                      <a:pt x="211" y="8"/>
                    </a:lnTo>
                    <a:lnTo>
                      <a:pt x="211" y="8"/>
                    </a:lnTo>
                    <a:lnTo>
                      <a:pt x="0" y="1"/>
                    </a:lnTo>
                    <a:lnTo>
                      <a:pt x="0" y="1"/>
                    </a:lnTo>
                    <a:lnTo>
                      <a:pt x="0" y="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84"/>
              <p:cNvSpPr/>
              <p:nvPr/>
            </p:nvSpPr>
            <p:spPr>
              <a:xfrm rot="10800000">
                <a:off x="4777698" y="3345232"/>
                <a:ext cx="47031" cy="51287"/>
              </a:xfrm>
              <a:custGeom>
                <a:avLst/>
                <a:gdLst/>
                <a:ahLst/>
                <a:cxnLst/>
                <a:rect l="l" t="t" r="r" b="b"/>
                <a:pathLst>
                  <a:path w="3515" h="853" fill="none" extrusionOk="0">
                    <a:moveTo>
                      <a:pt x="3485" y="852"/>
                    </a:moveTo>
                    <a:lnTo>
                      <a:pt x="3485" y="852"/>
                    </a:lnTo>
                    <a:lnTo>
                      <a:pt x="3485" y="832"/>
                    </a:lnTo>
                    <a:lnTo>
                      <a:pt x="3485" y="832"/>
                    </a:lnTo>
                    <a:lnTo>
                      <a:pt x="3515" y="760"/>
                    </a:lnTo>
                    <a:lnTo>
                      <a:pt x="3515" y="0"/>
                    </a:lnTo>
                    <a:lnTo>
                      <a:pt x="1" y="0"/>
                    </a:lnTo>
                    <a:lnTo>
                      <a:pt x="1" y="0"/>
                    </a:lnTo>
                    <a:lnTo>
                      <a:pt x="361" y="7"/>
                    </a:lnTo>
                    <a:lnTo>
                      <a:pt x="692" y="20"/>
                    </a:lnTo>
                    <a:lnTo>
                      <a:pt x="992" y="40"/>
                    </a:lnTo>
                    <a:lnTo>
                      <a:pt x="1323" y="66"/>
                    </a:lnTo>
                    <a:lnTo>
                      <a:pt x="1593" y="93"/>
                    </a:lnTo>
                    <a:lnTo>
                      <a:pt x="1863" y="126"/>
                    </a:lnTo>
                    <a:lnTo>
                      <a:pt x="2103" y="172"/>
                    </a:lnTo>
                    <a:lnTo>
                      <a:pt x="2314" y="218"/>
                    </a:lnTo>
                    <a:lnTo>
                      <a:pt x="2314" y="218"/>
                    </a:lnTo>
                    <a:lnTo>
                      <a:pt x="2554" y="284"/>
                    </a:lnTo>
                    <a:lnTo>
                      <a:pt x="2764" y="357"/>
                    </a:lnTo>
                    <a:lnTo>
                      <a:pt x="2974" y="429"/>
                    </a:lnTo>
                    <a:lnTo>
                      <a:pt x="3125" y="509"/>
                    </a:lnTo>
                    <a:lnTo>
                      <a:pt x="3275" y="595"/>
                    </a:lnTo>
                    <a:lnTo>
                      <a:pt x="3365" y="680"/>
                    </a:lnTo>
                    <a:lnTo>
                      <a:pt x="3455" y="766"/>
                    </a:lnTo>
                    <a:lnTo>
                      <a:pt x="3485" y="8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84"/>
              <p:cNvSpPr/>
              <p:nvPr/>
            </p:nvSpPr>
            <p:spPr>
              <a:xfrm rot="10800000">
                <a:off x="4790956" y="3193537"/>
                <a:ext cx="87211" cy="102934"/>
              </a:xfrm>
              <a:custGeom>
                <a:avLst/>
                <a:gdLst/>
                <a:ahLst/>
                <a:cxnLst/>
                <a:rect l="l" t="t" r="r" b="b"/>
                <a:pathLst>
                  <a:path w="6518" h="1712" fill="none" extrusionOk="0">
                    <a:moveTo>
                      <a:pt x="3965" y="1711"/>
                    </a:moveTo>
                    <a:lnTo>
                      <a:pt x="3965" y="1711"/>
                    </a:lnTo>
                    <a:lnTo>
                      <a:pt x="3995" y="1711"/>
                    </a:lnTo>
                    <a:lnTo>
                      <a:pt x="3995" y="1711"/>
                    </a:lnTo>
                    <a:lnTo>
                      <a:pt x="3995" y="1639"/>
                    </a:lnTo>
                    <a:lnTo>
                      <a:pt x="3995" y="1639"/>
                    </a:lnTo>
                    <a:lnTo>
                      <a:pt x="3995" y="1566"/>
                    </a:lnTo>
                    <a:lnTo>
                      <a:pt x="4025" y="1493"/>
                    </a:lnTo>
                    <a:lnTo>
                      <a:pt x="4055" y="1421"/>
                    </a:lnTo>
                    <a:lnTo>
                      <a:pt x="4145" y="1348"/>
                    </a:lnTo>
                    <a:lnTo>
                      <a:pt x="4235" y="1276"/>
                    </a:lnTo>
                    <a:lnTo>
                      <a:pt x="4385" y="1209"/>
                    </a:lnTo>
                    <a:lnTo>
                      <a:pt x="4566" y="1143"/>
                    </a:lnTo>
                    <a:lnTo>
                      <a:pt x="4776" y="1077"/>
                    </a:lnTo>
                    <a:lnTo>
                      <a:pt x="4776" y="1077"/>
                    </a:lnTo>
                    <a:lnTo>
                      <a:pt x="4896" y="1038"/>
                    </a:lnTo>
                    <a:lnTo>
                      <a:pt x="5046" y="1005"/>
                    </a:lnTo>
                    <a:lnTo>
                      <a:pt x="5046" y="1005"/>
                    </a:lnTo>
                    <a:lnTo>
                      <a:pt x="5377" y="939"/>
                    </a:lnTo>
                    <a:lnTo>
                      <a:pt x="5737" y="892"/>
                    </a:lnTo>
                    <a:lnTo>
                      <a:pt x="6127" y="853"/>
                    </a:lnTo>
                    <a:lnTo>
                      <a:pt x="6518" y="826"/>
                    </a:lnTo>
                    <a:lnTo>
                      <a:pt x="4385" y="826"/>
                    </a:lnTo>
                    <a:lnTo>
                      <a:pt x="4385" y="826"/>
                    </a:lnTo>
                    <a:lnTo>
                      <a:pt x="4385" y="826"/>
                    </a:lnTo>
                    <a:lnTo>
                      <a:pt x="4355" y="826"/>
                    </a:lnTo>
                    <a:lnTo>
                      <a:pt x="4355" y="826"/>
                    </a:lnTo>
                    <a:lnTo>
                      <a:pt x="3875" y="820"/>
                    </a:lnTo>
                    <a:lnTo>
                      <a:pt x="3394" y="800"/>
                    </a:lnTo>
                    <a:lnTo>
                      <a:pt x="2974" y="774"/>
                    </a:lnTo>
                    <a:lnTo>
                      <a:pt x="2583" y="740"/>
                    </a:lnTo>
                    <a:lnTo>
                      <a:pt x="2223" y="701"/>
                    </a:lnTo>
                    <a:lnTo>
                      <a:pt x="1893" y="648"/>
                    </a:lnTo>
                    <a:lnTo>
                      <a:pt x="1622" y="595"/>
                    </a:lnTo>
                    <a:lnTo>
                      <a:pt x="1382" y="536"/>
                    </a:lnTo>
                    <a:lnTo>
                      <a:pt x="1172" y="470"/>
                    </a:lnTo>
                    <a:lnTo>
                      <a:pt x="992" y="404"/>
                    </a:lnTo>
                    <a:lnTo>
                      <a:pt x="841" y="338"/>
                    </a:lnTo>
                    <a:lnTo>
                      <a:pt x="721" y="271"/>
                    </a:lnTo>
                    <a:lnTo>
                      <a:pt x="631" y="205"/>
                    </a:lnTo>
                    <a:lnTo>
                      <a:pt x="541" y="146"/>
                    </a:lnTo>
                    <a:lnTo>
                      <a:pt x="511" y="87"/>
                    </a:lnTo>
                    <a:lnTo>
                      <a:pt x="511" y="27"/>
                    </a:lnTo>
                    <a:lnTo>
                      <a:pt x="511" y="27"/>
                    </a:lnTo>
                    <a:lnTo>
                      <a:pt x="511" y="1"/>
                    </a:lnTo>
                    <a:lnTo>
                      <a:pt x="0" y="1"/>
                    </a:lnTo>
                    <a:lnTo>
                      <a:pt x="0" y="1"/>
                    </a:lnTo>
                    <a:lnTo>
                      <a:pt x="0" y="760"/>
                    </a:lnTo>
                    <a:lnTo>
                      <a:pt x="0" y="760"/>
                    </a:lnTo>
                    <a:lnTo>
                      <a:pt x="391" y="754"/>
                    </a:lnTo>
                    <a:lnTo>
                      <a:pt x="391" y="754"/>
                    </a:lnTo>
                    <a:lnTo>
                      <a:pt x="451" y="754"/>
                    </a:lnTo>
                    <a:lnTo>
                      <a:pt x="451" y="754"/>
                    </a:lnTo>
                    <a:lnTo>
                      <a:pt x="691" y="760"/>
                    </a:lnTo>
                    <a:lnTo>
                      <a:pt x="961" y="767"/>
                    </a:lnTo>
                    <a:lnTo>
                      <a:pt x="1262" y="780"/>
                    </a:lnTo>
                    <a:lnTo>
                      <a:pt x="1562" y="800"/>
                    </a:lnTo>
                    <a:lnTo>
                      <a:pt x="1863" y="826"/>
                    </a:lnTo>
                    <a:lnTo>
                      <a:pt x="2163" y="866"/>
                    </a:lnTo>
                    <a:lnTo>
                      <a:pt x="2463" y="906"/>
                    </a:lnTo>
                    <a:lnTo>
                      <a:pt x="2734" y="952"/>
                    </a:lnTo>
                    <a:lnTo>
                      <a:pt x="3004" y="1005"/>
                    </a:lnTo>
                    <a:lnTo>
                      <a:pt x="3244" y="1071"/>
                    </a:lnTo>
                    <a:lnTo>
                      <a:pt x="3454" y="1143"/>
                    </a:lnTo>
                    <a:lnTo>
                      <a:pt x="3665" y="1223"/>
                    </a:lnTo>
                    <a:lnTo>
                      <a:pt x="3815" y="1309"/>
                    </a:lnTo>
                    <a:lnTo>
                      <a:pt x="3905" y="1408"/>
                    </a:lnTo>
                    <a:lnTo>
                      <a:pt x="3965" y="1520"/>
                    </a:lnTo>
                    <a:lnTo>
                      <a:pt x="3995" y="1632"/>
                    </a:lnTo>
                    <a:lnTo>
                      <a:pt x="3995" y="1632"/>
                    </a:lnTo>
                    <a:lnTo>
                      <a:pt x="3965" y="171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84"/>
              <p:cNvSpPr/>
              <p:nvPr/>
            </p:nvSpPr>
            <p:spPr>
              <a:xfrm rot="10800000">
                <a:off x="4814266" y="3197926"/>
                <a:ext cx="10463" cy="33790"/>
              </a:xfrm>
              <a:custGeom>
                <a:avLst/>
                <a:gdLst/>
                <a:ahLst/>
                <a:cxnLst/>
                <a:rect l="l" t="t" r="r" b="b"/>
                <a:pathLst>
                  <a:path w="782" h="562" extrusionOk="0">
                    <a:moveTo>
                      <a:pt x="782" y="0"/>
                    </a:moveTo>
                    <a:lnTo>
                      <a:pt x="572" y="66"/>
                    </a:lnTo>
                    <a:lnTo>
                      <a:pt x="391" y="132"/>
                    </a:lnTo>
                    <a:lnTo>
                      <a:pt x="241" y="199"/>
                    </a:lnTo>
                    <a:lnTo>
                      <a:pt x="151" y="271"/>
                    </a:lnTo>
                    <a:lnTo>
                      <a:pt x="61" y="344"/>
                    </a:lnTo>
                    <a:lnTo>
                      <a:pt x="31" y="416"/>
                    </a:lnTo>
                    <a:lnTo>
                      <a:pt x="1" y="489"/>
                    </a:lnTo>
                    <a:lnTo>
                      <a:pt x="1" y="562"/>
                    </a:lnTo>
                    <a:lnTo>
                      <a:pt x="31" y="483"/>
                    </a:lnTo>
                    <a:lnTo>
                      <a:pt x="91" y="403"/>
                    </a:lnTo>
                    <a:lnTo>
                      <a:pt x="151" y="324"/>
                    </a:lnTo>
                    <a:lnTo>
                      <a:pt x="241" y="251"/>
                    </a:lnTo>
                    <a:lnTo>
                      <a:pt x="361" y="185"/>
                    </a:lnTo>
                    <a:lnTo>
                      <a:pt x="482" y="119"/>
                    </a:lnTo>
                    <a:lnTo>
                      <a:pt x="632" y="60"/>
                    </a:lnTo>
                    <a:lnTo>
                      <a:pt x="782" y="0"/>
                    </a:lnTo>
                    <a:close/>
                  </a:path>
                </a:pathLst>
              </a:custGeom>
              <a:solidFill>
                <a:srgbClr val="187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84"/>
              <p:cNvSpPr/>
              <p:nvPr/>
            </p:nvSpPr>
            <p:spPr>
              <a:xfrm rot="10800000">
                <a:off x="4814266" y="3197926"/>
                <a:ext cx="10463" cy="33790"/>
              </a:xfrm>
              <a:custGeom>
                <a:avLst/>
                <a:gdLst/>
                <a:ahLst/>
                <a:cxnLst/>
                <a:rect l="l" t="t" r="r" b="b"/>
                <a:pathLst>
                  <a:path w="782" h="562" fill="none" extrusionOk="0">
                    <a:moveTo>
                      <a:pt x="1" y="562"/>
                    </a:moveTo>
                    <a:lnTo>
                      <a:pt x="1" y="562"/>
                    </a:lnTo>
                    <a:lnTo>
                      <a:pt x="31" y="483"/>
                    </a:lnTo>
                    <a:lnTo>
                      <a:pt x="91" y="403"/>
                    </a:lnTo>
                    <a:lnTo>
                      <a:pt x="151" y="324"/>
                    </a:lnTo>
                    <a:lnTo>
                      <a:pt x="241" y="251"/>
                    </a:lnTo>
                    <a:lnTo>
                      <a:pt x="361" y="185"/>
                    </a:lnTo>
                    <a:lnTo>
                      <a:pt x="482" y="119"/>
                    </a:lnTo>
                    <a:lnTo>
                      <a:pt x="632" y="60"/>
                    </a:lnTo>
                    <a:lnTo>
                      <a:pt x="782" y="0"/>
                    </a:lnTo>
                    <a:lnTo>
                      <a:pt x="782" y="0"/>
                    </a:lnTo>
                    <a:lnTo>
                      <a:pt x="572" y="66"/>
                    </a:lnTo>
                    <a:lnTo>
                      <a:pt x="391" y="132"/>
                    </a:lnTo>
                    <a:lnTo>
                      <a:pt x="241" y="199"/>
                    </a:lnTo>
                    <a:lnTo>
                      <a:pt x="151" y="271"/>
                    </a:lnTo>
                    <a:lnTo>
                      <a:pt x="61" y="344"/>
                    </a:lnTo>
                    <a:lnTo>
                      <a:pt x="31" y="416"/>
                    </a:lnTo>
                    <a:lnTo>
                      <a:pt x="1" y="489"/>
                    </a:lnTo>
                    <a:lnTo>
                      <a:pt x="1" y="56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84"/>
              <p:cNvSpPr/>
              <p:nvPr/>
            </p:nvSpPr>
            <p:spPr>
              <a:xfrm rot="10800000">
                <a:off x="4777697" y="3246747"/>
                <a:ext cx="93647" cy="94216"/>
              </a:xfrm>
              <a:custGeom>
                <a:avLst/>
                <a:gdLst/>
                <a:ahLst/>
                <a:cxnLst/>
                <a:rect l="l" t="t" r="r" b="b"/>
                <a:pathLst>
                  <a:path w="6999" h="1567" extrusionOk="0">
                    <a:moveTo>
                      <a:pt x="6969" y="1"/>
                    </a:moveTo>
                    <a:lnTo>
                      <a:pt x="6969" y="74"/>
                    </a:lnTo>
                    <a:lnTo>
                      <a:pt x="6909" y="140"/>
                    </a:lnTo>
                    <a:lnTo>
                      <a:pt x="6849" y="206"/>
                    </a:lnTo>
                    <a:lnTo>
                      <a:pt x="6759" y="272"/>
                    </a:lnTo>
                    <a:lnTo>
                      <a:pt x="6639" y="331"/>
                    </a:lnTo>
                    <a:lnTo>
                      <a:pt x="6488" y="397"/>
                    </a:lnTo>
                    <a:lnTo>
                      <a:pt x="6308" y="450"/>
                    </a:lnTo>
                    <a:lnTo>
                      <a:pt x="6098" y="509"/>
                    </a:lnTo>
                    <a:lnTo>
                      <a:pt x="5858" y="556"/>
                    </a:lnTo>
                    <a:lnTo>
                      <a:pt x="5557" y="602"/>
                    </a:lnTo>
                    <a:lnTo>
                      <a:pt x="5197" y="642"/>
                    </a:lnTo>
                    <a:lnTo>
                      <a:pt x="4807" y="675"/>
                    </a:lnTo>
                    <a:lnTo>
                      <a:pt x="4386" y="701"/>
                    </a:lnTo>
                    <a:lnTo>
                      <a:pt x="3936" y="727"/>
                    </a:lnTo>
                    <a:lnTo>
                      <a:pt x="3485" y="741"/>
                    </a:lnTo>
                    <a:lnTo>
                      <a:pt x="1" y="741"/>
                    </a:lnTo>
                    <a:lnTo>
                      <a:pt x="1" y="767"/>
                    </a:lnTo>
                    <a:lnTo>
                      <a:pt x="1" y="827"/>
                    </a:lnTo>
                    <a:lnTo>
                      <a:pt x="31" y="886"/>
                    </a:lnTo>
                    <a:lnTo>
                      <a:pt x="121" y="945"/>
                    </a:lnTo>
                    <a:lnTo>
                      <a:pt x="211" y="1011"/>
                    </a:lnTo>
                    <a:lnTo>
                      <a:pt x="331" y="1078"/>
                    </a:lnTo>
                    <a:lnTo>
                      <a:pt x="482" y="1144"/>
                    </a:lnTo>
                    <a:lnTo>
                      <a:pt x="662" y="1210"/>
                    </a:lnTo>
                    <a:lnTo>
                      <a:pt x="872" y="1276"/>
                    </a:lnTo>
                    <a:lnTo>
                      <a:pt x="1112" y="1335"/>
                    </a:lnTo>
                    <a:lnTo>
                      <a:pt x="1383" y="1388"/>
                    </a:lnTo>
                    <a:lnTo>
                      <a:pt x="1713" y="1441"/>
                    </a:lnTo>
                    <a:lnTo>
                      <a:pt x="2073" y="1480"/>
                    </a:lnTo>
                    <a:lnTo>
                      <a:pt x="2464" y="1514"/>
                    </a:lnTo>
                    <a:lnTo>
                      <a:pt x="2884" y="1540"/>
                    </a:lnTo>
                    <a:lnTo>
                      <a:pt x="3365" y="1560"/>
                    </a:lnTo>
                    <a:lnTo>
                      <a:pt x="3845" y="1566"/>
                    </a:lnTo>
                    <a:lnTo>
                      <a:pt x="6008" y="1566"/>
                    </a:lnTo>
                    <a:lnTo>
                      <a:pt x="6368" y="1553"/>
                    </a:lnTo>
                    <a:lnTo>
                      <a:pt x="6729" y="1547"/>
                    </a:lnTo>
                    <a:lnTo>
                      <a:pt x="6999" y="1553"/>
                    </a:lnTo>
                    <a:lnTo>
                      <a:pt x="6999" y="47"/>
                    </a:lnTo>
                    <a:lnTo>
                      <a:pt x="6969" y="1"/>
                    </a:lnTo>
                    <a:close/>
                  </a:path>
                </a:pathLst>
              </a:custGeom>
              <a:solidFill>
                <a:srgbClr val="3254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84"/>
              <p:cNvSpPr/>
              <p:nvPr/>
            </p:nvSpPr>
            <p:spPr>
              <a:xfrm rot="10800000">
                <a:off x="4777697" y="3246747"/>
                <a:ext cx="93647" cy="94216"/>
              </a:xfrm>
              <a:custGeom>
                <a:avLst/>
                <a:gdLst/>
                <a:ahLst/>
                <a:cxnLst/>
                <a:rect l="l" t="t" r="r" b="b"/>
                <a:pathLst>
                  <a:path w="6999" h="1567" fill="none" extrusionOk="0">
                    <a:moveTo>
                      <a:pt x="3875" y="1566"/>
                    </a:moveTo>
                    <a:lnTo>
                      <a:pt x="6008" y="1566"/>
                    </a:lnTo>
                    <a:lnTo>
                      <a:pt x="6008" y="1566"/>
                    </a:lnTo>
                    <a:lnTo>
                      <a:pt x="6368" y="1553"/>
                    </a:lnTo>
                    <a:lnTo>
                      <a:pt x="6729" y="1547"/>
                    </a:lnTo>
                    <a:lnTo>
                      <a:pt x="6729" y="1547"/>
                    </a:lnTo>
                    <a:lnTo>
                      <a:pt x="6999" y="1553"/>
                    </a:lnTo>
                    <a:lnTo>
                      <a:pt x="6999" y="47"/>
                    </a:lnTo>
                    <a:lnTo>
                      <a:pt x="6999" y="47"/>
                    </a:lnTo>
                    <a:lnTo>
                      <a:pt x="6969" y="1"/>
                    </a:lnTo>
                    <a:lnTo>
                      <a:pt x="6969" y="1"/>
                    </a:lnTo>
                    <a:lnTo>
                      <a:pt x="6969" y="74"/>
                    </a:lnTo>
                    <a:lnTo>
                      <a:pt x="6909" y="140"/>
                    </a:lnTo>
                    <a:lnTo>
                      <a:pt x="6849" y="206"/>
                    </a:lnTo>
                    <a:lnTo>
                      <a:pt x="6759" y="272"/>
                    </a:lnTo>
                    <a:lnTo>
                      <a:pt x="6639" y="331"/>
                    </a:lnTo>
                    <a:lnTo>
                      <a:pt x="6488" y="397"/>
                    </a:lnTo>
                    <a:lnTo>
                      <a:pt x="6308" y="450"/>
                    </a:lnTo>
                    <a:lnTo>
                      <a:pt x="6098" y="509"/>
                    </a:lnTo>
                    <a:lnTo>
                      <a:pt x="6098" y="509"/>
                    </a:lnTo>
                    <a:lnTo>
                      <a:pt x="5858" y="556"/>
                    </a:lnTo>
                    <a:lnTo>
                      <a:pt x="5557" y="602"/>
                    </a:lnTo>
                    <a:lnTo>
                      <a:pt x="5197" y="642"/>
                    </a:lnTo>
                    <a:lnTo>
                      <a:pt x="4807" y="675"/>
                    </a:lnTo>
                    <a:lnTo>
                      <a:pt x="4386" y="701"/>
                    </a:lnTo>
                    <a:lnTo>
                      <a:pt x="3936" y="727"/>
                    </a:lnTo>
                    <a:lnTo>
                      <a:pt x="3485" y="741"/>
                    </a:lnTo>
                    <a:lnTo>
                      <a:pt x="3004" y="741"/>
                    </a:lnTo>
                    <a:lnTo>
                      <a:pt x="3004" y="741"/>
                    </a:lnTo>
                    <a:lnTo>
                      <a:pt x="2524" y="741"/>
                    </a:lnTo>
                    <a:lnTo>
                      <a:pt x="1" y="741"/>
                    </a:lnTo>
                    <a:lnTo>
                      <a:pt x="1" y="741"/>
                    </a:lnTo>
                    <a:lnTo>
                      <a:pt x="1" y="767"/>
                    </a:lnTo>
                    <a:lnTo>
                      <a:pt x="1" y="767"/>
                    </a:lnTo>
                    <a:lnTo>
                      <a:pt x="1" y="827"/>
                    </a:lnTo>
                    <a:lnTo>
                      <a:pt x="31" y="886"/>
                    </a:lnTo>
                    <a:lnTo>
                      <a:pt x="121" y="945"/>
                    </a:lnTo>
                    <a:lnTo>
                      <a:pt x="211" y="1011"/>
                    </a:lnTo>
                    <a:lnTo>
                      <a:pt x="331" y="1078"/>
                    </a:lnTo>
                    <a:lnTo>
                      <a:pt x="482" y="1144"/>
                    </a:lnTo>
                    <a:lnTo>
                      <a:pt x="662" y="1210"/>
                    </a:lnTo>
                    <a:lnTo>
                      <a:pt x="872" y="1276"/>
                    </a:lnTo>
                    <a:lnTo>
                      <a:pt x="1112" y="1335"/>
                    </a:lnTo>
                    <a:lnTo>
                      <a:pt x="1383" y="1388"/>
                    </a:lnTo>
                    <a:lnTo>
                      <a:pt x="1713" y="1441"/>
                    </a:lnTo>
                    <a:lnTo>
                      <a:pt x="2073" y="1480"/>
                    </a:lnTo>
                    <a:lnTo>
                      <a:pt x="2464" y="1514"/>
                    </a:lnTo>
                    <a:lnTo>
                      <a:pt x="2884" y="1540"/>
                    </a:lnTo>
                    <a:lnTo>
                      <a:pt x="3365" y="1560"/>
                    </a:lnTo>
                    <a:lnTo>
                      <a:pt x="3845" y="1566"/>
                    </a:lnTo>
                    <a:lnTo>
                      <a:pt x="3845" y="1566"/>
                    </a:lnTo>
                    <a:lnTo>
                      <a:pt x="3875" y="1566"/>
                    </a:lnTo>
                    <a:lnTo>
                      <a:pt x="3875" y="15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84"/>
              <p:cNvSpPr/>
              <p:nvPr/>
            </p:nvSpPr>
            <p:spPr>
              <a:xfrm rot="10800000">
                <a:off x="4778098" y="3296411"/>
                <a:ext cx="100069" cy="100529"/>
              </a:xfrm>
              <a:custGeom>
                <a:avLst/>
                <a:gdLst/>
                <a:ahLst/>
                <a:cxnLst/>
                <a:rect l="l" t="t" r="r" b="b"/>
                <a:pathLst>
                  <a:path w="7479" h="1672" extrusionOk="0">
                    <a:moveTo>
                      <a:pt x="0" y="1"/>
                    </a:moveTo>
                    <a:lnTo>
                      <a:pt x="0" y="1672"/>
                    </a:lnTo>
                    <a:lnTo>
                      <a:pt x="511" y="1672"/>
                    </a:lnTo>
                    <a:lnTo>
                      <a:pt x="541" y="1559"/>
                    </a:lnTo>
                    <a:lnTo>
                      <a:pt x="571" y="1500"/>
                    </a:lnTo>
                    <a:lnTo>
                      <a:pt x="631" y="1440"/>
                    </a:lnTo>
                    <a:lnTo>
                      <a:pt x="721" y="1374"/>
                    </a:lnTo>
                    <a:lnTo>
                      <a:pt x="841" y="1315"/>
                    </a:lnTo>
                    <a:lnTo>
                      <a:pt x="992" y="1256"/>
                    </a:lnTo>
                    <a:lnTo>
                      <a:pt x="1172" y="1196"/>
                    </a:lnTo>
                    <a:lnTo>
                      <a:pt x="1412" y="1137"/>
                    </a:lnTo>
                    <a:lnTo>
                      <a:pt x="1682" y="1090"/>
                    </a:lnTo>
                    <a:lnTo>
                      <a:pt x="2013" y="1044"/>
                    </a:lnTo>
                    <a:lnTo>
                      <a:pt x="2373" y="998"/>
                    </a:lnTo>
                    <a:lnTo>
                      <a:pt x="2794" y="965"/>
                    </a:lnTo>
                    <a:lnTo>
                      <a:pt x="3274" y="938"/>
                    </a:lnTo>
                    <a:lnTo>
                      <a:pt x="3845" y="925"/>
                    </a:lnTo>
                    <a:lnTo>
                      <a:pt x="4446" y="912"/>
                    </a:lnTo>
                    <a:lnTo>
                      <a:pt x="7479" y="912"/>
                    </a:lnTo>
                    <a:lnTo>
                      <a:pt x="7479" y="859"/>
                    </a:lnTo>
                    <a:lnTo>
                      <a:pt x="7449" y="773"/>
                    </a:lnTo>
                    <a:lnTo>
                      <a:pt x="7359" y="687"/>
                    </a:lnTo>
                    <a:lnTo>
                      <a:pt x="7269" y="602"/>
                    </a:lnTo>
                    <a:lnTo>
                      <a:pt x="7119" y="516"/>
                    </a:lnTo>
                    <a:lnTo>
                      <a:pt x="6968" y="436"/>
                    </a:lnTo>
                    <a:lnTo>
                      <a:pt x="6758" y="364"/>
                    </a:lnTo>
                    <a:lnTo>
                      <a:pt x="6548" y="291"/>
                    </a:lnTo>
                    <a:lnTo>
                      <a:pt x="6308" y="225"/>
                    </a:lnTo>
                    <a:lnTo>
                      <a:pt x="6097" y="179"/>
                    </a:lnTo>
                    <a:lnTo>
                      <a:pt x="5857" y="133"/>
                    </a:lnTo>
                    <a:lnTo>
                      <a:pt x="5587" y="100"/>
                    </a:lnTo>
                    <a:lnTo>
                      <a:pt x="5317" y="73"/>
                    </a:lnTo>
                    <a:lnTo>
                      <a:pt x="4986" y="47"/>
                    </a:lnTo>
                    <a:lnTo>
                      <a:pt x="4686" y="27"/>
                    </a:lnTo>
                    <a:lnTo>
                      <a:pt x="4355" y="14"/>
                    </a:lnTo>
                    <a:lnTo>
                      <a:pt x="3995" y="7"/>
                    </a:lnTo>
                    <a:lnTo>
                      <a:pt x="811" y="7"/>
                    </a:lnTo>
                    <a:lnTo>
                      <a:pt x="211" y="1"/>
                    </a:lnTo>
                    <a:close/>
                  </a:path>
                </a:pathLst>
              </a:custGeom>
              <a:solidFill>
                <a:srgbClr val="3E17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84"/>
              <p:cNvSpPr/>
              <p:nvPr/>
            </p:nvSpPr>
            <p:spPr>
              <a:xfrm rot="10800000">
                <a:off x="4778098" y="3296411"/>
                <a:ext cx="100069" cy="100529"/>
              </a:xfrm>
              <a:custGeom>
                <a:avLst/>
                <a:gdLst/>
                <a:ahLst/>
                <a:cxnLst/>
                <a:rect l="l" t="t" r="r" b="b"/>
                <a:pathLst>
                  <a:path w="7479" h="1672" fill="none" extrusionOk="0">
                    <a:moveTo>
                      <a:pt x="0" y="1672"/>
                    </a:moveTo>
                    <a:lnTo>
                      <a:pt x="511" y="1672"/>
                    </a:lnTo>
                    <a:lnTo>
                      <a:pt x="511" y="1672"/>
                    </a:lnTo>
                    <a:lnTo>
                      <a:pt x="541" y="1559"/>
                    </a:lnTo>
                    <a:lnTo>
                      <a:pt x="571" y="1500"/>
                    </a:lnTo>
                    <a:lnTo>
                      <a:pt x="631" y="1440"/>
                    </a:lnTo>
                    <a:lnTo>
                      <a:pt x="721" y="1374"/>
                    </a:lnTo>
                    <a:lnTo>
                      <a:pt x="841" y="1315"/>
                    </a:lnTo>
                    <a:lnTo>
                      <a:pt x="992" y="1256"/>
                    </a:lnTo>
                    <a:lnTo>
                      <a:pt x="1172" y="1196"/>
                    </a:lnTo>
                    <a:lnTo>
                      <a:pt x="1412" y="1137"/>
                    </a:lnTo>
                    <a:lnTo>
                      <a:pt x="1682" y="1090"/>
                    </a:lnTo>
                    <a:lnTo>
                      <a:pt x="2013" y="1044"/>
                    </a:lnTo>
                    <a:lnTo>
                      <a:pt x="2373" y="998"/>
                    </a:lnTo>
                    <a:lnTo>
                      <a:pt x="2794" y="965"/>
                    </a:lnTo>
                    <a:lnTo>
                      <a:pt x="3274" y="938"/>
                    </a:lnTo>
                    <a:lnTo>
                      <a:pt x="3845" y="925"/>
                    </a:lnTo>
                    <a:lnTo>
                      <a:pt x="4446" y="912"/>
                    </a:lnTo>
                    <a:lnTo>
                      <a:pt x="4446" y="912"/>
                    </a:lnTo>
                    <a:lnTo>
                      <a:pt x="7479" y="912"/>
                    </a:lnTo>
                    <a:lnTo>
                      <a:pt x="7479" y="912"/>
                    </a:lnTo>
                    <a:lnTo>
                      <a:pt x="7479" y="859"/>
                    </a:lnTo>
                    <a:lnTo>
                      <a:pt x="7479" y="859"/>
                    </a:lnTo>
                    <a:lnTo>
                      <a:pt x="7449" y="773"/>
                    </a:lnTo>
                    <a:lnTo>
                      <a:pt x="7359" y="687"/>
                    </a:lnTo>
                    <a:lnTo>
                      <a:pt x="7269" y="602"/>
                    </a:lnTo>
                    <a:lnTo>
                      <a:pt x="7119" y="516"/>
                    </a:lnTo>
                    <a:lnTo>
                      <a:pt x="6968" y="436"/>
                    </a:lnTo>
                    <a:lnTo>
                      <a:pt x="6758" y="364"/>
                    </a:lnTo>
                    <a:lnTo>
                      <a:pt x="6548" y="291"/>
                    </a:lnTo>
                    <a:lnTo>
                      <a:pt x="6308" y="225"/>
                    </a:lnTo>
                    <a:lnTo>
                      <a:pt x="6308" y="225"/>
                    </a:lnTo>
                    <a:lnTo>
                      <a:pt x="6097" y="179"/>
                    </a:lnTo>
                    <a:lnTo>
                      <a:pt x="5857" y="133"/>
                    </a:lnTo>
                    <a:lnTo>
                      <a:pt x="5587" y="100"/>
                    </a:lnTo>
                    <a:lnTo>
                      <a:pt x="5317" y="73"/>
                    </a:lnTo>
                    <a:lnTo>
                      <a:pt x="4986" y="47"/>
                    </a:lnTo>
                    <a:lnTo>
                      <a:pt x="4686" y="27"/>
                    </a:lnTo>
                    <a:lnTo>
                      <a:pt x="4355" y="14"/>
                    </a:lnTo>
                    <a:lnTo>
                      <a:pt x="3995" y="7"/>
                    </a:lnTo>
                    <a:lnTo>
                      <a:pt x="811" y="7"/>
                    </a:lnTo>
                    <a:lnTo>
                      <a:pt x="811" y="7"/>
                    </a:lnTo>
                    <a:lnTo>
                      <a:pt x="211" y="1"/>
                    </a:lnTo>
                    <a:lnTo>
                      <a:pt x="0" y="1"/>
                    </a:lnTo>
                    <a:lnTo>
                      <a:pt x="0" y="1"/>
                    </a:lnTo>
                    <a:lnTo>
                      <a:pt x="0" y="167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84"/>
              <p:cNvSpPr/>
              <p:nvPr/>
            </p:nvSpPr>
            <p:spPr>
              <a:xfrm rot="10800000">
                <a:off x="4778098" y="3296411"/>
                <a:ext cx="93245" cy="45695"/>
              </a:xfrm>
              <a:custGeom>
                <a:avLst/>
                <a:gdLst/>
                <a:ahLst/>
                <a:cxnLst/>
                <a:rect l="l" t="t" r="r" b="b"/>
                <a:pathLst>
                  <a:path w="6969" h="760" extrusionOk="0">
                    <a:moveTo>
                      <a:pt x="3936" y="0"/>
                    </a:moveTo>
                    <a:lnTo>
                      <a:pt x="3335" y="13"/>
                    </a:lnTo>
                    <a:lnTo>
                      <a:pt x="2764" y="26"/>
                    </a:lnTo>
                    <a:lnTo>
                      <a:pt x="2284" y="53"/>
                    </a:lnTo>
                    <a:lnTo>
                      <a:pt x="1863" y="86"/>
                    </a:lnTo>
                    <a:lnTo>
                      <a:pt x="1503" y="132"/>
                    </a:lnTo>
                    <a:lnTo>
                      <a:pt x="1172" y="178"/>
                    </a:lnTo>
                    <a:lnTo>
                      <a:pt x="902" y="225"/>
                    </a:lnTo>
                    <a:lnTo>
                      <a:pt x="662" y="284"/>
                    </a:lnTo>
                    <a:lnTo>
                      <a:pt x="482" y="344"/>
                    </a:lnTo>
                    <a:lnTo>
                      <a:pt x="331" y="403"/>
                    </a:lnTo>
                    <a:lnTo>
                      <a:pt x="211" y="462"/>
                    </a:lnTo>
                    <a:lnTo>
                      <a:pt x="121" y="528"/>
                    </a:lnTo>
                    <a:lnTo>
                      <a:pt x="61" y="588"/>
                    </a:lnTo>
                    <a:lnTo>
                      <a:pt x="31" y="647"/>
                    </a:lnTo>
                    <a:lnTo>
                      <a:pt x="1" y="760"/>
                    </a:lnTo>
                    <a:lnTo>
                      <a:pt x="3485" y="760"/>
                    </a:lnTo>
                    <a:lnTo>
                      <a:pt x="3936" y="746"/>
                    </a:lnTo>
                    <a:lnTo>
                      <a:pt x="4386" y="720"/>
                    </a:lnTo>
                    <a:lnTo>
                      <a:pt x="4807" y="694"/>
                    </a:lnTo>
                    <a:lnTo>
                      <a:pt x="5197" y="661"/>
                    </a:lnTo>
                    <a:lnTo>
                      <a:pt x="5557" y="621"/>
                    </a:lnTo>
                    <a:lnTo>
                      <a:pt x="5858" y="575"/>
                    </a:lnTo>
                    <a:lnTo>
                      <a:pt x="6098" y="528"/>
                    </a:lnTo>
                    <a:lnTo>
                      <a:pt x="6308" y="469"/>
                    </a:lnTo>
                    <a:lnTo>
                      <a:pt x="6488" y="416"/>
                    </a:lnTo>
                    <a:lnTo>
                      <a:pt x="6639" y="350"/>
                    </a:lnTo>
                    <a:lnTo>
                      <a:pt x="6759" y="291"/>
                    </a:lnTo>
                    <a:lnTo>
                      <a:pt x="6849" y="225"/>
                    </a:lnTo>
                    <a:lnTo>
                      <a:pt x="6909" y="159"/>
                    </a:lnTo>
                    <a:lnTo>
                      <a:pt x="6969" y="93"/>
                    </a:lnTo>
                    <a:lnTo>
                      <a:pt x="6969" y="20"/>
                    </a:lnTo>
                    <a:lnTo>
                      <a:pt x="6969" y="0"/>
                    </a:lnTo>
                    <a:close/>
                  </a:path>
                </a:pathLst>
              </a:custGeom>
              <a:solidFill>
                <a:srgbClr val="1B0D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84"/>
              <p:cNvSpPr/>
              <p:nvPr/>
            </p:nvSpPr>
            <p:spPr>
              <a:xfrm rot="10800000">
                <a:off x="4778098" y="3296411"/>
                <a:ext cx="93245" cy="45695"/>
              </a:xfrm>
              <a:custGeom>
                <a:avLst/>
                <a:gdLst/>
                <a:ahLst/>
                <a:cxnLst/>
                <a:rect l="l" t="t" r="r" b="b"/>
                <a:pathLst>
                  <a:path w="6969" h="760" fill="none" extrusionOk="0">
                    <a:moveTo>
                      <a:pt x="3004" y="760"/>
                    </a:moveTo>
                    <a:lnTo>
                      <a:pt x="3004" y="760"/>
                    </a:lnTo>
                    <a:lnTo>
                      <a:pt x="3485" y="760"/>
                    </a:lnTo>
                    <a:lnTo>
                      <a:pt x="3936" y="746"/>
                    </a:lnTo>
                    <a:lnTo>
                      <a:pt x="4386" y="720"/>
                    </a:lnTo>
                    <a:lnTo>
                      <a:pt x="4807" y="694"/>
                    </a:lnTo>
                    <a:lnTo>
                      <a:pt x="5197" y="661"/>
                    </a:lnTo>
                    <a:lnTo>
                      <a:pt x="5557" y="621"/>
                    </a:lnTo>
                    <a:lnTo>
                      <a:pt x="5858" y="575"/>
                    </a:lnTo>
                    <a:lnTo>
                      <a:pt x="6098" y="528"/>
                    </a:lnTo>
                    <a:lnTo>
                      <a:pt x="6098" y="528"/>
                    </a:lnTo>
                    <a:lnTo>
                      <a:pt x="6308" y="469"/>
                    </a:lnTo>
                    <a:lnTo>
                      <a:pt x="6488" y="416"/>
                    </a:lnTo>
                    <a:lnTo>
                      <a:pt x="6639" y="350"/>
                    </a:lnTo>
                    <a:lnTo>
                      <a:pt x="6759" y="291"/>
                    </a:lnTo>
                    <a:lnTo>
                      <a:pt x="6849" y="225"/>
                    </a:lnTo>
                    <a:lnTo>
                      <a:pt x="6909" y="159"/>
                    </a:lnTo>
                    <a:lnTo>
                      <a:pt x="6969" y="93"/>
                    </a:lnTo>
                    <a:lnTo>
                      <a:pt x="6969" y="20"/>
                    </a:lnTo>
                    <a:lnTo>
                      <a:pt x="6969" y="20"/>
                    </a:lnTo>
                    <a:lnTo>
                      <a:pt x="6969" y="0"/>
                    </a:lnTo>
                    <a:lnTo>
                      <a:pt x="6969" y="0"/>
                    </a:lnTo>
                    <a:lnTo>
                      <a:pt x="3936" y="0"/>
                    </a:lnTo>
                    <a:lnTo>
                      <a:pt x="3936" y="0"/>
                    </a:lnTo>
                    <a:lnTo>
                      <a:pt x="3335" y="13"/>
                    </a:lnTo>
                    <a:lnTo>
                      <a:pt x="2764" y="26"/>
                    </a:lnTo>
                    <a:lnTo>
                      <a:pt x="2284" y="53"/>
                    </a:lnTo>
                    <a:lnTo>
                      <a:pt x="1863" y="86"/>
                    </a:lnTo>
                    <a:lnTo>
                      <a:pt x="1503" y="132"/>
                    </a:lnTo>
                    <a:lnTo>
                      <a:pt x="1172" y="178"/>
                    </a:lnTo>
                    <a:lnTo>
                      <a:pt x="902" y="225"/>
                    </a:lnTo>
                    <a:lnTo>
                      <a:pt x="662" y="284"/>
                    </a:lnTo>
                    <a:lnTo>
                      <a:pt x="482" y="344"/>
                    </a:lnTo>
                    <a:lnTo>
                      <a:pt x="331" y="403"/>
                    </a:lnTo>
                    <a:lnTo>
                      <a:pt x="211" y="462"/>
                    </a:lnTo>
                    <a:lnTo>
                      <a:pt x="121" y="528"/>
                    </a:lnTo>
                    <a:lnTo>
                      <a:pt x="61" y="588"/>
                    </a:lnTo>
                    <a:lnTo>
                      <a:pt x="31" y="647"/>
                    </a:lnTo>
                    <a:lnTo>
                      <a:pt x="1" y="760"/>
                    </a:lnTo>
                    <a:lnTo>
                      <a:pt x="2524" y="760"/>
                    </a:lnTo>
                    <a:lnTo>
                      <a:pt x="2524" y="760"/>
                    </a:lnTo>
                    <a:lnTo>
                      <a:pt x="3004" y="76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84"/>
              <p:cNvSpPr/>
              <p:nvPr/>
            </p:nvSpPr>
            <p:spPr>
              <a:xfrm rot="10800000">
                <a:off x="4777699" y="3342046"/>
                <a:ext cx="401" cy="8838"/>
              </a:xfrm>
              <a:custGeom>
                <a:avLst/>
                <a:gdLst/>
                <a:ahLst/>
                <a:cxnLst/>
                <a:rect l="l" t="t" r="r" b="b"/>
                <a:pathLst>
                  <a:path w="30" h="147" extrusionOk="0">
                    <a:moveTo>
                      <a:pt x="30" y="1"/>
                    </a:moveTo>
                    <a:lnTo>
                      <a:pt x="0" y="73"/>
                    </a:lnTo>
                    <a:lnTo>
                      <a:pt x="0" y="93"/>
                    </a:lnTo>
                    <a:lnTo>
                      <a:pt x="0" y="146"/>
                    </a:lnTo>
                    <a:lnTo>
                      <a:pt x="30" y="146"/>
                    </a:lnTo>
                    <a:lnTo>
                      <a:pt x="30" y="1"/>
                    </a:lnTo>
                    <a:close/>
                  </a:path>
                </a:pathLst>
              </a:custGeom>
              <a:solidFill>
                <a:srgbClr val="3E17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84"/>
              <p:cNvSpPr/>
              <p:nvPr/>
            </p:nvSpPr>
            <p:spPr>
              <a:xfrm rot="10800000">
                <a:off x="4777699" y="3342046"/>
                <a:ext cx="401" cy="8838"/>
              </a:xfrm>
              <a:custGeom>
                <a:avLst/>
                <a:gdLst/>
                <a:ahLst/>
                <a:cxnLst/>
                <a:rect l="l" t="t" r="r" b="b"/>
                <a:pathLst>
                  <a:path w="30" h="147" fill="none" extrusionOk="0">
                    <a:moveTo>
                      <a:pt x="0" y="146"/>
                    </a:moveTo>
                    <a:lnTo>
                      <a:pt x="0" y="146"/>
                    </a:lnTo>
                    <a:lnTo>
                      <a:pt x="30" y="146"/>
                    </a:lnTo>
                    <a:lnTo>
                      <a:pt x="30" y="1"/>
                    </a:lnTo>
                    <a:lnTo>
                      <a:pt x="30" y="1"/>
                    </a:lnTo>
                    <a:lnTo>
                      <a:pt x="0" y="73"/>
                    </a:lnTo>
                    <a:lnTo>
                      <a:pt x="0" y="73"/>
                    </a:lnTo>
                    <a:lnTo>
                      <a:pt x="0" y="93"/>
                    </a:lnTo>
                    <a:lnTo>
                      <a:pt x="0" y="93"/>
                    </a:lnTo>
                    <a:lnTo>
                      <a:pt x="0" y="14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84"/>
              <p:cNvSpPr/>
              <p:nvPr/>
            </p:nvSpPr>
            <p:spPr>
              <a:xfrm rot="10800000">
                <a:off x="4777699" y="3338077"/>
                <a:ext cx="401" cy="4028"/>
              </a:xfrm>
              <a:custGeom>
                <a:avLst/>
                <a:gdLst/>
                <a:ahLst/>
                <a:cxnLst/>
                <a:rect l="l" t="t" r="r" b="b"/>
                <a:pathLst>
                  <a:path w="30" h="67" extrusionOk="0">
                    <a:moveTo>
                      <a:pt x="0" y="0"/>
                    </a:moveTo>
                    <a:lnTo>
                      <a:pt x="0" y="20"/>
                    </a:lnTo>
                    <a:lnTo>
                      <a:pt x="30" y="66"/>
                    </a:lnTo>
                    <a:lnTo>
                      <a:pt x="30" y="0"/>
                    </a:lnTo>
                    <a:close/>
                  </a:path>
                </a:pathLst>
              </a:custGeom>
              <a:solidFill>
                <a:srgbClr val="1B0D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84"/>
              <p:cNvSpPr/>
              <p:nvPr/>
            </p:nvSpPr>
            <p:spPr>
              <a:xfrm rot="10800000">
                <a:off x="4777699" y="3338077"/>
                <a:ext cx="401" cy="4028"/>
              </a:xfrm>
              <a:custGeom>
                <a:avLst/>
                <a:gdLst/>
                <a:ahLst/>
                <a:cxnLst/>
                <a:rect l="l" t="t" r="r" b="b"/>
                <a:pathLst>
                  <a:path w="30" h="67" fill="none" extrusionOk="0">
                    <a:moveTo>
                      <a:pt x="30" y="66"/>
                    </a:moveTo>
                    <a:lnTo>
                      <a:pt x="30" y="0"/>
                    </a:lnTo>
                    <a:lnTo>
                      <a:pt x="30" y="0"/>
                    </a:lnTo>
                    <a:lnTo>
                      <a:pt x="0" y="0"/>
                    </a:lnTo>
                    <a:lnTo>
                      <a:pt x="0" y="0"/>
                    </a:lnTo>
                    <a:lnTo>
                      <a:pt x="0" y="20"/>
                    </a:lnTo>
                    <a:lnTo>
                      <a:pt x="0" y="20"/>
                    </a:lnTo>
                    <a:lnTo>
                      <a:pt x="30" y="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84"/>
              <p:cNvSpPr/>
              <p:nvPr/>
            </p:nvSpPr>
            <p:spPr>
              <a:xfrm>
                <a:off x="4778101" y="3342046"/>
                <a:ext cx="0" cy="3247"/>
              </a:xfrm>
              <a:custGeom>
                <a:avLst/>
                <a:gdLst/>
                <a:ahLst/>
                <a:cxnLst/>
                <a:rect l="l" t="t" r="r" b="b"/>
                <a:pathLst>
                  <a:path h="54" extrusionOk="0">
                    <a:moveTo>
                      <a:pt x="0" y="53"/>
                    </a:moveTo>
                    <a:lnTo>
                      <a:pt x="0" y="53"/>
                    </a:lnTo>
                    <a:lnTo>
                      <a:pt x="0" y="53"/>
                    </a:lnTo>
                    <a:lnTo>
                      <a:pt x="0" y="53"/>
                    </a:lnTo>
                    <a:lnTo>
                      <a:pt x="0" y="0"/>
                    </a:lnTo>
                    <a:lnTo>
                      <a:pt x="0" y="0"/>
                    </a:lnTo>
                    <a:lnTo>
                      <a:pt x="0" y="53"/>
                    </a:lnTo>
                    <a:close/>
                  </a:path>
                </a:pathLst>
              </a:custGeom>
              <a:solidFill>
                <a:srgbClr val="220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84"/>
              <p:cNvSpPr/>
              <p:nvPr/>
            </p:nvSpPr>
            <p:spPr>
              <a:xfrm>
                <a:off x="4778101" y="3342046"/>
                <a:ext cx="0" cy="3247"/>
              </a:xfrm>
              <a:custGeom>
                <a:avLst/>
                <a:gdLst/>
                <a:ahLst/>
                <a:cxnLst/>
                <a:rect l="l" t="t" r="r" b="b"/>
                <a:pathLst>
                  <a:path h="54" fill="none" extrusionOk="0">
                    <a:moveTo>
                      <a:pt x="0" y="53"/>
                    </a:moveTo>
                    <a:lnTo>
                      <a:pt x="0" y="53"/>
                    </a:lnTo>
                    <a:lnTo>
                      <a:pt x="0" y="53"/>
                    </a:lnTo>
                    <a:lnTo>
                      <a:pt x="0" y="53"/>
                    </a:lnTo>
                    <a:lnTo>
                      <a:pt x="0" y="0"/>
                    </a:lnTo>
                    <a:lnTo>
                      <a:pt x="0" y="0"/>
                    </a:lnTo>
                    <a:lnTo>
                      <a:pt x="0" y="5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84"/>
              <p:cNvSpPr/>
              <p:nvPr/>
            </p:nvSpPr>
            <p:spPr>
              <a:xfrm>
                <a:off x="4778101" y="3340903"/>
                <a:ext cx="0" cy="1203"/>
              </a:xfrm>
              <a:custGeom>
                <a:avLst/>
                <a:gdLst/>
                <a:ahLst/>
                <a:cxnLst/>
                <a:rect l="l" t="t" r="r" b="b"/>
                <a:pathLst>
                  <a:path h="20" extrusionOk="0">
                    <a:moveTo>
                      <a:pt x="0" y="20"/>
                    </a:moveTo>
                    <a:lnTo>
                      <a:pt x="0" y="20"/>
                    </a:lnTo>
                    <a:lnTo>
                      <a:pt x="0" y="0"/>
                    </a:lnTo>
                    <a:lnTo>
                      <a:pt x="0" y="0"/>
                    </a:lnTo>
                    <a:lnTo>
                      <a:pt x="0" y="0"/>
                    </a:lnTo>
                    <a:lnTo>
                      <a:pt x="0" y="0"/>
                    </a:lnTo>
                    <a:lnTo>
                      <a:pt x="0" y="20"/>
                    </a:lnTo>
                    <a:close/>
                  </a:path>
                </a:pathLst>
              </a:custGeom>
              <a:solidFill>
                <a:srgbClr val="0F02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84"/>
              <p:cNvSpPr/>
              <p:nvPr/>
            </p:nvSpPr>
            <p:spPr>
              <a:xfrm>
                <a:off x="4778101" y="3340903"/>
                <a:ext cx="0" cy="1203"/>
              </a:xfrm>
              <a:custGeom>
                <a:avLst/>
                <a:gdLst/>
                <a:ahLst/>
                <a:cxnLst/>
                <a:rect l="l" t="t" r="r" b="b"/>
                <a:pathLst>
                  <a:path h="20" fill="none" extrusionOk="0">
                    <a:moveTo>
                      <a:pt x="0" y="20"/>
                    </a:moveTo>
                    <a:lnTo>
                      <a:pt x="0" y="20"/>
                    </a:lnTo>
                    <a:lnTo>
                      <a:pt x="0" y="0"/>
                    </a:lnTo>
                    <a:lnTo>
                      <a:pt x="0" y="0"/>
                    </a:lnTo>
                    <a:lnTo>
                      <a:pt x="0" y="0"/>
                    </a:lnTo>
                    <a:lnTo>
                      <a:pt x="0" y="0"/>
                    </a:lnTo>
                    <a:lnTo>
                      <a:pt x="0" y="2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84"/>
              <p:cNvSpPr/>
              <p:nvPr/>
            </p:nvSpPr>
            <p:spPr>
              <a:xfrm rot="10800000">
                <a:off x="4777698" y="3496987"/>
                <a:ext cx="45813" cy="52068"/>
              </a:xfrm>
              <a:custGeom>
                <a:avLst/>
                <a:gdLst/>
                <a:ahLst/>
                <a:cxnLst/>
                <a:rect l="l" t="t" r="r" b="b"/>
                <a:pathLst>
                  <a:path w="3424" h="866" extrusionOk="0">
                    <a:moveTo>
                      <a:pt x="3424" y="1"/>
                    </a:moveTo>
                    <a:lnTo>
                      <a:pt x="3184" y="7"/>
                    </a:lnTo>
                    <a:lnTo>
                      <a:pt x="2673" y="27"/>
                    </a:lnTo>
                    <a:lnTo>
                      <a:pt x="2133" y="54"/>
                    </a:lnTo>
                    <a:lnTo>
                      <a:pt x="1892" y="73"/>
                    </a:lnTo>
                    <a:lnTo>
                      <a:pt x="1622" y="100"/>
                    </a:lnTo>
                    <a:lnTo>
                      <a:pt x="1382" y="126"/>
                    </a:lnTo>
                    <a:lnTo>
                      <a:pt x="1141" y="166"/>
                    </a:lnTo>
                    <a:lnTo>
                      <a:pt x="901" y="212"/>
                    </a:lnTo>
                    <a:lnTo>
                      <a:pt x="721" y="265"/>
                    </a:lnTo>
                    <a:lnTo>
                      <a:pt x="511" y="324"/>
                    </a:lnTo>
                    <a:lnTo>
                      <a:pt x="361" y="397"/>
                    </a:lnTo>
                    <a:lnTo>
                      <a:pt x="240" y="476"/>
                    </a:lnTo>
                    <a:lnTo>
                      <a:pt x="120" y="569"/>
                    </a:lnTo>
                    <a:lnTo>
                      <a:pt x="60" y="674"/>
                    </a:lnTo>
                    <a:lnTo>
                      <a:pt x="0" y="787"/>
                    </a:lnTo>
                    <a:lnTo>
                      <a:pt x="0" y="866"/>
                    </a:lnTo>
                    <a:lnTo>
                      <a:pt x="3424" y="866"/>
                    </a:lnTo>
                    <a:lnTo>
                      <a:pt x="3424" y="1"/>
                    </a:lnTo>
                    <a:close/>
                  </a:path>
                </a:pathLst>
              </a:custGeom>
              <a:solidFill>
                <a:srgbClr val="4948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84"/>
              <p:cNvSpPr/>
              <p:nvPr/>
            </p:nvSpPr>
            <p:spPr>
              <a:xfrm rot="10800000">
                <a:off x="4777698" y="3496987"/>
                <a:ext cx="45813" cy="52068"/>
              </a:xfrm>
              <a:custGeom>
                <a:avLst/>
                <a:gdLst/>
                <a:ahLst/>
                <a:cxnLst/>
                <a:rect l="l" t="t" r="r" b="b"/>
                <a:pathLst>
                  <a:path w="3424" h="866" fill="none" extrusionOk="0">
                    <a:moveTo>
                      <a:pt x="0" y="866"/>
                    </a:moveTo>
                    <a:lnTo>
                      <a:pt x="3424" y="866"/>
                    </a:lnTo>
                    <a:lnTo>
                      <a:pt x="3424" y="1"/>
                    </a:lnTo>
                    <a:lnTo>
                      <a:pt x="3424" y="1"/>
                    </a:lnTo>
                    <a:lnTo>
                      <a:pt x="3184" y="7"/>
                    </a:lnTo>
                    <a:lnTo>
                      <a:pt x="3184" y="7"/>
                    </a:lnTo>
                    <a:lnTo>
                      <a:pt x="2673" y="27"/>
                    </a:lnTo>
                    <a:lnTo>
                      <a:pt x="2133" y="54"/>
                    </a:lnTo>
                    <a:lnTo>
                      <a:pt x="1892" y="73"/>
                    </a:lnTo>
                    <a:lnTo>
                      <a:pt x="1622" y="100"/>
                    </a:lnTo>
                    <a:lnTo>
                      <a:pt x="1382" y="126"/>
                    </a:lnTo>
                    <a:lnTo>
                      <a:pt x="1141" y="166"/>
                    </a:lnTo>
                    <a:lnTo>
                      <a:pt x="901" y="212"/>
                    </a:lnTo>
                    <a:lnTo>
                      <a:pt x="721" y="265"/>
                    </a:lnTo>
                    <a:lnTo>
                      <a:pt x="511" y="324"/>
                    </a:lnTo>
                    <a:lnTo>
                      <a:pt x="361" y="397"/>
                    </a:lnTo>
                    <a:lnTo>
                      <a:pt x="240" y="476"/>
                    </a:lnTo>
                    <a:lnTo>
                      <a:pt x="120" y="569"/>
                    </a:lnTo>
                    <a:lnTo>
                      <a:pt x="60" y="674"/>
                    </a:lnTo>
                    <a:lnTo>
                      <a:pt x="0" y="787"/>
                    </a:lnTo>
                    <a:lnTo>
                      <a:pt x="0" y="787"/>
                    </a:lnTo>
                    <a:lnTo>
                      <a:pt x="0" y="8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84"/>
              <p:cNvSpPr/>
              <p:nvPr/>
            </p:nvSpPr>
            <p:spPr>
              <a:xfrm rot="10800000">
                <a:off x="4777698" y="3193537"/>
                <a:ext cx="47031" cy="53271"/>
              </a:xfrm>
              <a:custGeom>
                <a:avLst/>
                <a:gdLst/>
                <a:ahLst/>
                <a:cxnLst/>
                <a:rect l="l" t="t" r="r" b="b"/>
                <a:pathLst>
                  <a:path w="3515" h="886" extrusionOk="0">
                    <a:moveTo>
                      <a:pt x="2524" y="0"/>
                    </a:moveTo>
                    <a:lnTo>
                      <a:pt x="2133" y="27"/>
                    </a:lnTo>
                    <a:lnTo>
                      <a:pt x="1743" y="66"/>
                    </a:lnTo>
                    <a:lnTo>
                      <a:pt x="1383" y="113"/>
                    </a:lnTo>
                    <a:lnTo>
                      <a:pt x="1052" y="179"/>
                    </a:lnTo>
                    <a:lnTo>
                      <a:pt x="902" y="212"/>
                    </a:lnTo>
                    <a:lnTo>
                      <a:pt x="782" y="251"/>
                    </a:lnTo>
                    <a:lnTo>
                      <a:pt x="902" y="225"/>
                    </a:lnTo>
                    <a:lnTo>
                      <a:pt x="1112" y="179"/>
                    </a:lnTo>
                    <a:lnTo>
                      <a:pt x="1353" y="146"/>
                    </a:lnTo>
                    <a:lnTo>
                      <a:pt x="1623" y="106"/>
                    </a:lnTo>
                    <a:lnTo>
                      <a:pt x="1953" y="80"/>
                    </a:lnTo>
                    <a:lnTo>
                      <a:pt x="2314" y="53"/>
                    </a:lnTo>
                    <a:lnTo>
                      <a:pt x="2674" y="33"/>
                    </a:lnTo>
                    <a:lnTo>
                      <a:pt x="3095" y="14"/>
                    </a:lnTo>
                    <a:lnTo>
                      <a:pt x="3515" y="7"/>
                    </a:lnTo>
                    <a:lnTo>
                      <a:pt x="3515" y="0"/>
                    </a:lnTo>
                    <a:close/>
                    <a:moveTo>
                      <a:pt x="1" y="813"/>
                    </a:moveTo>
                    <a:lnTo>
                      <a:pt x="1" y="885"/>
                    </a:lnTo>
                    <a:lnTo>
                      <a:pt x="31" y="885"/>
                    </a:lnTo>
                    <a:lnTo>
                      <a:pt x="1" y="813"/>
                    </a:lnTo>
                    <a:close/>
                  </a:path>
                </a:pathLst>
              </a:custGeom>
              <a:solidFill>
                <a:srgbClr val="006D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84"/>
              <p:cNvSpPr/>
              <p:nvPr/>
            </p:nvSpPr>
            <p:spPr>
              <a:xfrm rot="10800000">
                <a:off x="4777698" y="3231656"/>
                <a:ext cx="36581" cy="15151"/>
              </a:xfrm>
              <a:custGeom>
                <a:avLst/>
                <a:gdLst/>
                <a:ahLst/>
                <a:cxnLst/>
                <a:rect l="l" t="t" r="r" b="b"/>
                <a:pathLst>
                  <a:path w="2734" h="252" fill="none" extrusionOk="0">
                    <a:moveTo>
                      <a:pt x="1" y="251"/>
                    </a:moveTo>
                    <a:lnTo>
                      <a:pt x="1" y="251"/>
                    </a:lnTo>
                    <a:lnTo>
                      <a:pt x="121" y="225"/>
                    </a:lnTo>
                    <a:lnTo>
                      <a:pt x="121" y="225"/>
                    </a:lnTo>
                    <a:lnTo>
                      <a:pt x="331" y="179"/>
                    </a:lnTo>
                    <a:lnTo>
                      <a:pt x="572" y="146"/>
                    </a:lnTo>
                    <a:lnTo>
                      <a:pt x="842" y="106"/>
                    </a:lnTo>
                    <a:lnTo>
                      <a:pt x="1172" y="80"/>
                    </a:lnTo>
                    <a:lnTo>
                      <a:pt x="1533" y="53"/>
                    </a:lnTo>
                    <a:lnTo>
                      <a:pt x="1893" y="33"/>
                    </a:lnTo>
                    <a:lnTo>
                      <a:pt x="2314" y="14"/>
                    </a:lnTo>
                    <a:lnTo>
                      <a:pt x="2734" y="7"/>
                    </a:lnTo>
                    <a:lnTo>
                      <a:pt x="2734" y="7"/>
                    </a:lnTo>
                    <a:lnTo>
                      <a:pt x="2734" y="0"/>
                    </a:lnTo>
                    <a:lnTo>
                      <a:pt x="1743" y="0"/>
                    </a:lnTo>
                    <a:lnTo>
                      <a:pt x="1743" y="0"/>
                    </a:lnTo>
                    <a:lnTo>
                      <a:pt x="1352" y="27"/>
                    </a:lnTo>
                    <a:lnTo>
                      <a:pt x="962" y="66"/>
                    </a:lnTo>
                    <a:lnTo>
                      <a:pt x="602" y="113"/>
                    </a:lnTo>
                    <a:lnTo>
                      <a:pt x="271" y="179"/>
                    </a:lnTo>
                    <a:lnTo>
                      <a:pt x="271" y="179"/>
                    </a:lnTo>
                    <a:lnTo>
                      <a:pt x="121" y="212"/>
                    </a:lnTo>
                    <a:lnTo>
                      <a:pt x="1" y="25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84"/>
              <p:cNvSpPr/>
              <p:nvPr/>
            </p:nvSpPr>
            <p:spPr>
              <a:xfrm rot="10800000">
                <a:off x="4824314" y="3193537"/>
                <a:ext cx="415" cy="4449"/>
              </a:xfrm>
              <a:custGeom>
                <a:avLst/>
                <a:gdLst/>
                <a:ahLst/>
                <a:cxnLst/>
                <a:rect l="l" t="t" r="r" b="b"/>
                <a:pathLst>
                  <a:path w="31" h="74" fill="none" extrusionOk="0">
                    <a:moveTo>
                      <a:pt x="1" y="73"/>
                    </a:moveTo>
                    <a:lnTo>
                      <a:pt x="1" y="73"/>
                    </a:lnTo>
                    <a:lnTo>
                      <a:pt x="31" y="73"/>
                    </a:lnTo>
                    <a:lnTo>
                      <a:pt x="31" y="73"/>
                    </a:lnTo>
                    <a:lnTo>
                      <a:pt x="1" y="1"/>
                    </a:lnTo>
                    <a:lnTo>
                      <a:pt x="1" y="1"/>
                    </a:lnTo>
                    <a:lnTo>
                      <a:pt x="1" y="7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84"/>
              <p:cNvSpPr/>
              <p:nvPr/>
            </p:nvSpPr>
            <p:spPr>
              <a:xfrm rot="10800000">
                <a:off x="4777698" y="3193537"/>
                <a:ext cx="47031" cy="52910"/>
              </a:xfrm>
              <a:custGeom>
                <a:avLst/>
                <a:gdLst/>
                <a:ahLst/>
                <a:cxnLst/>
                <a:rect l="l" t="t" r="r" b="b"/>
                <a:pathLst>
                  <a:path w="3515" h="880" extrusionOk="0">
                    <a:moveTo>
                      <a:pt x="3515" y="1"/>
                    </a:moveTo>
                    <a:lnTo>
                      <a:pt x="3095" y="8"/>
                    </a:lnTo>
                    <a:lnTo>
                      <a:pt x="2674" y="27"/>
                    </a:lnTo>
                    <a:lnTo>
                      <a:pt x="2314" y="47"/>
                    </a:lnTo>
                    <a:lnTo>
                      <a:pt x="1953" y="74"/>
                    </a:lnTo>
                    <a:lnTo>
                      <a:pt x="1623" y="100"/>
                    </a:lnTo>
                    <a:lnTo>
                      <a:pt x="1353" y="140"/>
                    </a:lnTo>
                    <a:lnTo>
                      <a:pt x="1112" y="173"/>
                    </a:lnTo>
                    <a:lnTo>
                      <a:pt x="902" y="219"/>
                    </a:lnTo>
                    <a:lnTo>
                      <a:pt x="782" y="245"/>
                    </a:lnTo>
                    <a:lnTo>
                      <a:pt x="632" y="305"/>
                    </a:lnTo>
                    <a:lnTo>
                      <a:pt x="482" y="364"/>
                    </a:lnTo>
                    <a:lnTo>
                      <a:pt x="361" y="430"/>
                    </a:lnTo>
                    <a:lnTo>
                      <a:pt x="241" y="496"/>
                    </a:lnTo>
                    <a:lnTo>
                      <a:pt x="151" y="569"/>
                    </a:lnTo>
                    <a:lnTo>
                      <a:pt x="91" y="648"/>
                    </a:lnTo>
                    <a:lnTo>
                      <a:pt x="31" y="728"/>
                    </a:lnTo>
                    <a:lnTo>
                      <a:pt x="1" y="807"/>
                    </a:lnTo>
                    <a:lnTo>
                      <a:pt x="31" y="879"/>
                    </a:lnTo>
                    <a:lnTo>
                      <a:pt x="241" y="873"/>
                    </a:lnTo>
                    <a:lnTo>
                      <a:pt x="782" y="860"/>
                    </a:lnTo>
                    <a:lnTo>
                      <a:pt x="1052" y="846"/>
                    </a:lnTo>
                    <a:lnTo>
                      <a:pt x="1323" y="827"/>
                    </a:lnTo>
                    <a:lnTo>
                      <a:pt x="1593" y="807"/>
                    </a:lnTo>
                    <a:lnTo>
                      <a:pt x="1863" y="780"/>
                    </a:lnTo>
                    <a:lnTo>
                      <a:pt x="2133" y="747"/>
                    </a:lnTo>
                    <a:lnTo>
                      <a:pt x="2374" y="708"/>
                    </a:lnTo>
                    <a:lnTo>
                      <a:pt x="2584" y="661"/>
                    </a:lnTo>
                    <a:lnTo>
                      <a:pt x="2794" y="609"/>
                    </a:lnTo>
                    <a:lnTo>
                      <a:pt x="2974" y="543"/>
                    </a:lnTo>
                    <a:lnTo>
                      <a:pt x="3155" y="470"/>
                    </a:lnTo>
                    <a:lnTo>
                      <a:pt x="3275" y="391"/>
                    </a:lnTo>
                    <a:lnTo>
                      <a:pt x="3395" y="292"/>
                    </a:lnTo>
                    <a:lnTo>
                      <a:pt x="3455" y="186"/>
                    </a:lnTo>
                    <a:lnTo>
                      <a:pt x="3515" y="67"/>
                    </a:lnTo>
                    <a:lnTo>
                      <a:pt x="3515" y="1"/>
                    </a:lnTo>
                    <a:close/>
                  </a:path>
                </a:pathLst>
              </a:custGeom>
              <a:solidFill>
                <a:srgbClr val="0059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84"/>
              <p:cNvSpPr/>
              <p:nvPr/>
            </p:nvSpPr>
            <p:spPr>
              <a:xfrm rot="10800000">
                <a:off x="4777698" y="3193537"/>
                <a:ext cx="47031" cy="52910"/>
              </a:xfrm>
              <a:custGeom>
                <a:avLst/>
                <a:gdLst/>
                <a:ahLst/>
                <a:cxnLst/>
                <a:rect l="l" t="t" r="r" b="b"/>
                <a:pathLst>
                  <a:path w="3515" h="880" fill="none" extrusionOk="0">
                    <a:moveTo>
                      <a:pt x="31" y="879"/>
                    </a:moveTo>
                    <a:lnTo>
                      <a:pt x="31" y="879"/>
                    </a:lnTo>
                    <a:lnTo>
                      <a:pt x="241" y="873"/>
                    </a:lnTo>
                    <a:lnTo>
                      <a:pt x="241" y="873"/>
                    </a:lnTo>
                    <a:lnTo>
                      <a:pt x="782" y="860"/>
                    </a:lnTo>
                    <a:lnTo>
                      <a:pt x="1052" y="846"/>
                    </a:lnTo>
                    <a:lnTo>
                      <a:pt x="1323" y="827"/>
                    </a:lnTo>
                    <a:lnTo>
                      <a:pt x="1593" y="807"/>
                    </a:lnTo>
                    <a:lnTo>
                      <a:pt x="1863" y="780"/>
                    </a:lnTo>
                    <a:lnTo>
                      <a:pt x="2133" y="747"/>
                    </a:lnTo>
                    <a:lnTo>
                      <a:pt x="2374" y="708"/>
                    </a:lnTo>
                    <a:lnTo>
                      <a:pt x="2584" y="661"/>
                    </a:lnTo>
                    <a:lnTo>
                      <a:pt x="2794" y="609"/>
                    </a:lnTo>
                    <a:lnTo>
                      <a:pt x="2974" y="543"/>
                    </a:lnTo>
                    <a:lnTo>
                      <a:pt x="3155" y="470"/>
                    </a:lnTo>
                    <a:lnTo>
                      <a:pt x="3275" y="391"/>
                    </a:lnTo>
                    <a:lnTo>
                      <a:pt x="3395" y="292"/>
                    </a:lnTo>
                    <a:lnTo>
                      <a:pt x="3455" y="186"/>
                    </a:lnTo>
                    <a:lnTo>
                      <a:pt x="3515" y="67"/>
                    </a:lnTo>
                    <a:lnTo>
                      <a:pt x="3515" y="67"/>
                    </a:lnTo>
                    <a:lnTo>
                      <a:pt x="3515" y="1"/>
                    </a:lnTo>
                    <a:lnTo>
                      <a:pt x="3515" y="1"/>
                    </a:lnTo>
                    <a:lnTo>
                      <a:pt x="3095" y="8"/>
                    </a:lnTo>
                    <a:lnTo>
                      <a:pt x="2674" y="27"/>
                    </a:lnTo>
                    <a:lnTo>
                      <a:pt x="2314" y="47"/>
                    </a:lnTo>
                    <a:lnTo>
                      <a:pt x="1953" y="74"/>
                    </a:lnTo>
                    <a:lnTo>
                      <a:pt x="1623" y="100"/>
                    </a:lnTo>
                    <a:lnTo>
                      <a:pt x="1353" y="140"/>
                    </a:lnTo>
                    <a:lnTo>
                      <a:pt x="1112" y="173"/>
                    </a:lnTo>
                    <a:lnTo>
                      <a:pt x="902" y="219"/>
                    </a:lnTo>
                    <a:lnTo>
                      <a:pt x="902" y="219"/>
                    </a:lnTo>
                    <a:lnTo>
                      <a:pt x="782" y="245"/>
                    </a:lnTo>
                    <a:lnTo>
                      <a:pt x="782" y="245"/>
                    </a:lnTo>
                    <a:lnTo>
                      <a:pt x="632" y="305"/>
                    </a:lnTo>
                    <a:lnTo>
                      <a:pt x="482" y="364"/>
                    </a:lnTo>
                    <a:lnTo>
                      <a:pt x="361" y="430"/>
                    </a:lnTo>
                    <a:lnTo>
                      <a:pt x="241" y="496"/>
                    </a:lnTo>
                    <a:lnTo>
                      <a:pt x="151" y="569"/>
                    </a:lnTo>
                    <a:lnTo>
                      <a:pt x="91" y="648"/>
                    </a:lnTo>
                    <a:lnTo>
                      <a:pt x="31" y="728"/>
                    </a:lnTo>
                    <a:lnTo>
                      <a:pt x="1" y="807"/>
                    </a:lnTo>
                    <a:lnTo>
                      <a:pt x="1" y="807"/>
                    </a:lnTo>
                    <a:lnTo>
                      <a:pt x="31" y="87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84"/>
              <p:cNvSpPr/>
              <p:nvPr/>
            </p:nvSpPr>
            <p:spPr>
              <a:xfrm rot="10800000">
                <a:off x="4777699" y="3246748"/>
                <a:ext cx="13273" cy="1263"/>
              </a:xfrm>
              <a:custGeom>
                <a:avLst/>
                <a:gdLst/>
                <a:ahLst/>
                <a:cxnLst/>
                <a:rect l="l" t="t" r="r" b="b"/>
                <a:pathLst>
                  <a:path w="992" h="21" extrusionOk="0">
                    <a:moveTo>
                      <a:pt x="722" y="1"/>
                    </a:moveTo>
                    <a:lnTo>
                      <a:pt x="361" y="7"/>
                    </a:lnTo>
                    <a:lnTo>
                      <a:pt x="1" y="20"/>
                    </a:lnTo>
                    <a:lnTo>
                      <a:pt x="992" y="20"/>
                    </a:lnTo>
                    <a:lnTo>
                      <a:pt x="992" y="14"/>
                    </a:lnTo>
                    <a:lnTo>
                      <a:pt x="992" y="7"/>
                    </a:lnTo>
                    <a:lnTo>
                      <a:pt x="722" y="1"/>
                    </a:lnTo>
                    <a:close/>
                  </a:path>
                </a:pathLst>
              </a:custGeom>
              <a:solidFill>
                <a:srgbClr val="003E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84"/>
              <p:cNvSpPr/>
              <p:nvPr/>
            </p:nvSpPr>
            <p:spPr>
              <a:xfrm rot="10800000">
                <a:off x="4777699" y="3246748"/>
                <a:ext cx="13273" cy="1263"/>
              </a:xfrm>
              <a:custGeom>
                <a:avLst/>
                <a:gdLst/>
                <a:ahLst/>
                <a:cxnLst/>
                <a:rect l="l" t="t" r="r" b="b"/>
                <a:pathLst>
                  <a:path w="992" h="21" fill="none" extrusionOk="0">
                    <a:moveTo>
                      <a:pt x="1" y="20"/>
                    </a:moveTo>
                    <a:lnTo>
                      <a:pt x="992" y="20"/>
                    </a:lnTo>
                    <a:lnTo>
                      <a:pt x="992" y="20"/>
                    </a:lnTo>
                    <a:lnTo>
                      <a:pt x="992" y="14"/>
                    </a:lnTo>
                    <a:lnTo>
                      <a:pt x="992" y="7"/>
                    </a:lnTo>
                    <a:lnTo>
                      <a:pt x="992" y="7"/>
                    </a:lnTo>
                    <a:lnTo>
                      <a:pt x="722" y="1"/>
                    </a:lnTo>
                    <a:lnTo>
                      <a:pt x="722" y="1"/>
                    </a:lnTo>
                    <a:lnTo>
                      <a:pt x="361" y="7"/>
                    </a:lnTo>
                    <a:lnTo>
                      <a:pt x="1" y="2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84"/>
              <p:cNvSpPr/>
              <p:nvPr/>
            </p:nvSpPr>
            <p:spPr>
              <a:xfrm rot="10800000">
                <a:off x="4777697" y="3396458"/>
                <a:ext cx="100470" cy="100950"/>
              </a:xfrm>
              <a:custGeom>
                <a:avLst/>
                <a:gdLst/>
                <a:ahLst/>
                <a:cxnLst/>
                <a:rect l="l" t="t" r="r" b="b"/>
                <a:pathLst>
                  <a:path w="7509" h="1679" extrusionOk="0">
                    <a:moveTo>
                      <a:pt x="0" y="0"/>
                    </a:moveTo>
                    <a:lnTo>
                      <a:pt x="0" y="1665"/>
                    </a:lnTo>
                    <a:lnTo>
                      <a:pt x="211" y="1672"/>
                    </a:lnTo>
                    <a:lnTo>
                      <a:pt x="3424" y="1672"/>
                    </a:lnTo>
                    <a:lnTo>
                      <a:pt x="3995" y="1678"/>
                    </a:lnTo>
                    <a:lnTo>
                      <a:pt x="7509" y="1678"/>
                    </a:lnTo>
                    <a:lnTo>
                      <a:pt x="7509" y="813"/>
                    </a:lnTo>
                    <a:lnTo>
                      <a:pt x="7269" y="806"/>
                    </a:lnTo>
                    <a:lnTo>
                      <a:pt x="6998" y="793"/>
                    </a:lnTo>
                    <a:lnTo>
                      <a:pt x="6728" y="780"/>
                    </a:lnTo>
                    <a:lnTo>
                      <a:pt x="6458" y="760"/>
                    </a:lnTo>
                    <a:lnTo>
                      <a:pt x="6188" y="734"/>
                    </a:lnTo>
                    <a:lnTo>
                      <a:pt x="5887" y="701"/>
                    </a:lnTo>
                    <a:lnTo>
                      <a:pt x="5617" y="661"/>
                    </a:lnTo>
                    <a:lnTo>
                      <a:pt x="5377" y="621"/>
                    </a:lnTo>
                    <a:lnTo>
                      <a:pt x="5106" y="568"/>
                    </a:lnTo>
                    <a:lnTo>
                      <a:pt x="4896" y="509"/>
                    </a:lnTo>
                    <a:lnTo>
                      <a:pt x="4686" y="443"/>
                    </a:lnTo>
                    <a:lnTo>
                      <a:pt x="4476" y="370"/>
                    </a:lnTo>
                    <a:lnTo>
                      <a:pt x="4325" y="291"/>
                    </a:lnTo>
                    <a:lnTo>
                      <a:pt x="4205" y="205"/>
                    </a:lnTo>
                    <a:lnTo>
                      <a:pt x="4145" y="113"/>
                    </a:lnTo>
                    <a:lnTo>
                      <a:pt x="4085" y="7"/>
                    </a:lnTo>
                    <a:lnTo>
                      <a:pt x="691" y="7"/>
                    </a:lnTo>
                    <a:lnTo>
                      <a:pt x="241" y="0"/>
                    </a:lnTo>
                    <a:close/>
                  </a:path>
                </a:pathLst>
              </a:custGeom>
              <a:solidFill>
                <a:srgbClr val="4948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84"/>
              <p:cNvSpPr/>
              <p:nvPr/>
            </p:nvSpPr>
            <p:spPr>
              <a:xfrm rot="10800000">
                <a:off x="4777697" y="3396458"/>
                <a:ext cx="100470" cy="100950"/>
              </a:xfrm>
              <a:custGeom>
                <a:avLst/>
                <a:gdLst/>
                <a:ahLst/>
                <a:cxnLst/>
                <a:rect l="l" t="t" r="r" b="b"/>
                <a:pathLst>
                  <a:path w="7509" h="1679" fill="none" extrusionOk="0">
                    <a:moveTo>
                      <a:pt x="3995" y="1678"/>
                    </a:moveTo>
                    <a:lnTo>
                      <a:pt x="7509" y="1678"/>
                    </a:lnTo>
                    <a:lnTo>
                      <a:pt x="7509" y="813"/>
                    </a:lnTo>
                    <a:lnTo>
                      <a:pt x="7509" y="813"/>
                    </a:lnTo>
                    <a:lnTo>
                      <a:pt x="7269" y="806"/>
                    </a:lnTo>
                    <a:lnTo>
                      <a:pt x="6998" y="793"/>
                    </a:lnTo>
                    <a:lnTo>
                      <a:pt x="6728" y="780"/>
                    </a:lnTo>
                    <a:lnTo>
                      <a:pt x="6458" y="760"/>
                    </a:lnTo>
                    <a:lnTo>
                      <a:pt x="6188" y="734"/>
                    </a:lnTo>
                    <a:lnTo>
                      <a:pt x="5887" y="701"/>
                    </a:lnTo>
                    <a:lnTo>
                      <a:pt x="5617" y="661"/>
                    </a:lnTo>
                    <a:lnTo>
                      <a:pt x="5377" y="621"/>
                    </a:lnTo>
                    <a:lnTo>
                      <a:pt x="5106" y="568"/>
                    </a:lnTo>
                    <a:lnTo>
                      <a:pt x="4896" y="509"/>
                    </a:lnTo>
                    <a:lnTo>
                      <a:pt x="4686" y="443"/>
                    </a:lnTo>
                    <a:lnTo>
                      <a:pt x="4476" y="370"/>
                    </a:lnTo>
                    <a:lnTo>
                      <a:pt x="4325" y="291"/>
                    </a:lnTo>
                    <a:lnTo>
                      <a:pt x="4205" y="205"/>
                    </a:lnTo>
                    <a:lnTo>
                      <a:pt x="4145" y="113"/>
                    </a:lnTo>
                    <a:lnTo>
                      <a:pt x="4085" y="7"/>
                    </a:lnTo>
                    <a:lnTo>
                      <a:pt x="691" y="7"/>
                    </a:lnTo>
                    <a:lnTo>
                      <a:pt x="691" y="7"/>
                    </a:lnTo>
                    <a:lnTo>
                      <a:pt x="241" y="0"/>
                    </a:lnTo>
                    <a:lnTo>
                      <a:pt x="241" y="0"/>
                    </a:lnTo>
                    <a:lnTo>
                      <a:pt x="0" y="0"/>
                    </a:lnTo>
                    <a:lnTo>
                      <a:pt x="0" y="0"/>
                    </a:lnTo>
                    <a:lnTo>
                      <a:pt x="0" y="1665"/>
                    </a:lnTo>
                    <a:lnTo>
                      <a:pt x="0" y="1665"/>
                    </a:lnTo>
                    <a:lnTo>
                      <a:pt x="211" y="1672"/>
                    </a:lnTo>
                    <a:lnTo>
                      <a:pt x="3424" y="1672"/>
                    </a:lnTo>
                    <a:lnTo>
                      <a:pt x="3424" y="1672"/>
                    </a:lnTo>
                    <a:lnTo>
                      <a:pt x="3995" y="167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84"/>
              <p:cNvSpPr/>
              <p:nvPr/>
            </p:nvSpPr>
            <p:spPr>
              <a:xfrm rot="10800000">
                <a:off x="4824714" y="3396459"/>
                <a:ext cx="50643" cy="481"/>
              </a:xfrm>
              <a:custGeom>
                <a:avLst/>
                <a:gdLst/>
                <a:ahLst/>
                <a:cxnLst/>
                <a:rect l="l" t="t" r="r" b="b"/>
                <a:pathLst>
                  <a:path w="3785" h="8" extrusionOk="0">
                    <a:moveTo>
                      <a:pt x="1" y="1"/>
                    </a:moveTo>
                    <a:lnTo>
                      <a:pt x="601" y="7"/>
                    </a:lnTo>
                    <a:lnTo>
                      <a:pt x="3785" y="7"/>
                    </a:lnTo>
                    <a:lnTo>
                      <a:pt x="3214" y="1"/>
                    </a:lnTo>
                    <a:close/>
                  </a:path>
                </a:pathLst>
              </a:custGeom>
              <a:solidFill>
                <a:srgbClr val="270B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84"/>
              <p:cNvSpPr/>
              <p:nvPr/>
            </p:nvSpPr>
            <p:spPr>
              <a:xfrm rot="10800000">
                <a:off x="4824714" y="3396459"/>
                <a:ext cx="50643" cy="481"/>
              </a:xfrm>
              <a:custGeom>
                <a:avLst/>
                <a:gdLst/>
                <a:ahLst/>
                <a:cxnLst/>
                <a:rect l="l" t="t" r="r" b="b"/>
                <a:pathLst>
                  <a:path w="3785" h="8" fill="none" extrusionOk="0">
                    <a:moveTo>
                      <a:pt x="601" y="7"/>
                    </a:moveTo>
                    <a:lnTo>
                      <a:pt x="3785" y="7"/>
                    </a:lnTo>
                    <a:lnTo>
                      <a:pt x="3785" y="7"/>
                    </a:lnTo>
                    <a:lnTo>
                      <a:pt x="3214" y="1"/>
                    </a:lnTo>
                    <a:lnTo>
                      <a:pt x="1" y="1"/>
                    </a:lnTo>
                    <a:lnTo>
                      <a:pt x="1" y="1"/>
                    </a:lnTo>
                    <a:lnTo>
                      <a:pt x="60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84"/>
              <p:cNvSpPr/>
              <p:nvPr/>
            </p:nvSpPr>
            <p:spPr>
              <a:xfrm rot="10800000">
                <a:off x="4777698" y="3448527"/>
                <a:ext cx="45813" cy="48521"/>
              </a:xfrm>
              <a:custGeom>
                <a:avLst/>
                <a:gdLst/>
                <a:ahLst/>
                <a:cxnLst/>
                <a:rect l="l" t="t" r="r" b="b"/>
                <a:pathLst>
                  <a:path w="3424" h="807" extrusionOk="0">
                    <a:moveTo>
                      <a:pt x="0" y="1"/>
                    </a:moveTo>
                    <a:lnTo>
                      <a:pt x="60" y="107"/>
                    </a:lnTo>
                    <a:lnTo>
                      <a:pt x="120" y="199"/>
                    </a:lnTo>
                    <a:lnTo>
                      <a:pt x="240" y="285"/>
                    </a:lnTo>
                    <a:lnTo>
                      <a:pt x="391" y="364"/>
                    </a:lnTo>
                    <a:lnTo>
                      <a:pt x="601" y="437"/>
                    </a:lnTo>
                    <a:lnTo>
                      <a:pt x="811" y="503"/>
                    </a:lnTo>
                    <a:lnTo>
                      <a:pt x="1021" y="562"/>
                    </a:lnTo>
                    <a:lnTo>
                      <a:pt x="1292" y="615"/>
                    </a:lnTo>
                    <a:lnTo>
                      <a:pt x="1532" y="655"/>
                    </a:lnTo>
                    <a:lnTo>
                      <a:pt x="1802" y="695"/>
                    </a:lnTo>
                    <a:lnTo>
                      <a:pt x="2103" y="728"/>
                    </a:lnTo>
                    <a:lnTo>
                      <a:pt x="2373" y="754"/>
                    </a:lnTo>
                    <a:lnTo>
                      <a:pt x="2643" y="774"/>
                    </a:lnTo>
                    <a:lnTo>
                      <a:pt x="2913" y="787"/>
                    </a:lnTo>
                    <a:lnTo>
                      <a:pt x="3184" y="800"/>
                    </a:lnTo>
                    <a:lnTo>
                      <a:pt x="3424" y="807"/>
                    </a:lnTo>
                    <a:lnTo>
                      <a:pt x="3424" y="1"/>
                    </a:lnTo>
                    <a:close/>
                  </a:path>
                </a:pathLst>
              </a:custGeom>
              <a:solidFill>
                <a:srgbClr val="2F2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84"/>
              <p:cNvSpPr/>
              <p:nvPr/>
            </p:nvSpPr>
            <p:spPr>
              <a:xfrm rot="10800000">
                <a:off x="4777698" y="3448527"/>
                <a:ext cx="45813" cy="48521"/>
              </a:xfrm>
              <a:custGeom>
                <a:avLst/>
                <a:gdLst/>
                <a:ahLst/>
                <a:cxnLst/>
                <a:rect l="l" t="t" r="r" b="b"/>
                <a:pathLst>
                  <a:path w="3424" h="807" fill="none" extrusionOk="0">
                    <a:moveTo>
                      <a:pt x="3424" y="807"/>
                    </a:moveTo>
                    <a:lnTo>
                      <a:pt x="3424" y="1"/>
                    </a:lnTo>
                    <a:lnTo>
                      <a:pt x="0" y="1"/>
                    </a:lnTo>
                    <a:lnTo>
                      <a:pt x="0" y="1"/>
                    </a:lnTo>
                    <a:lnTo>
                      <a:pt x="60" y="107"/>
                    </a:lnTo>
                    <a:lnTo>
                      <a:pt x="120" y="199"/>
                    </a:lnTo>
                    <a:lnTo>
                      <a:pt x="240" y="285"/>
                    </a:lnTo>
                    <a:lnTo>
                      <a:pt x="391" y="364"/>
                    </a:lnTo>
                    <a:lnTo>
                      <a:pt x="601" y="437"/>
                    </a:lnTo>
                    <a:lnTo>
                      <a:pt x="811" y="503"/>
                    </a:lnTo>
                    <a:lnTo>
                      <a:pt x="1021" y="562"/>
                    </a:lnTo>
                    <a:lnTo>
                      <a:pt x="1292" y="615"/>
                    </a:lnTo>
                    <a:lnTo>
                      <a:pt x="1532" y="655"/>
                    </a:lnTo>
                    <a:lnTo>
                      <a:pt x="1802" y="695"/>
                    </a:lnTo>
                    <a:lnTo>
                      <a:pt x="2103" y="728"/>
                    </a:lnTo>
                    <a:lnTo>
                      <a:pt x="2373" y="754"/>
                    </a:lnTo>
                    <a:lnTo>
                      <a:pt x="2643" y="774"/>
                    </a:lnTo>
                    <a:lnTo>
                      <a:pt x="2913" y="787"/>
                    </a:lnTo>
                    <a:lnTo>
                      <a:pt x="3184" y="800"/>
                    </a:lnTo>
                    <a:lnTo>
                      <a:pt x="3424" y="80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84"/>
              <p:cNvSpPr/>
              <p:nvPr/>
            </p:nvSpPr>
            <p:spPr>
              <a:xfrm rot="10800000">
                <a:off x="4824714" y="3193537"/>
                <a:ext cx="53453" cy="57660"/>
              </a:xfrm>
              <a:custGeom>
                <a:avLst/>
                <a:gdLst/>
                <a:ahLst/>
                <a:cxnLst/>
                <a:rect l="l" t="t" r="r" b="b"/>
                <a:pathLst>
                  <a:path w="3995" h="959" extrusionOk="0">
                    <a:moveTo>
                      <a:pt x="391" y="1"/>
                    </a:moveTo>
                    <a:lnTo>
                      <a:pt x="0" y="7"/>
                    </a:lnTo>
                    <a:lnTo>
                      <a:pt x="0" y="100"/>
                    </a:lnTo>
                    <a:lnTo>
                      <a:pt x="0" y="225"/>
                    </a:lnTo>
                    <a:lnTo>
                      <a:pt x="60" y="344"/>
                    </a:lnTo>
                    <a:lnTo>
                      <a:pt x="181" y="443"/>
                    </a:lnTo>
                    <a:lnTo>
                      <a:pt x="331" y="536"/>
                    </a:lnTo>
                    <a:lnTo>
                      <a:pt x="541" y="615"/>
                    </a:lnTo>
                    <a:lnTo>
                      <a:pt x="751" y="681"/>
                    </a:lnTo>
                    <a:lnTo>
                      <a:pt x="1022" y="740"/>
                    </a:lnTo>
                    <a:lnTo>
                      <a:pt x="1292" y="793"/>
                    </a:lnTo>
                    <a:lnTo>
                      <a:pt x="1592" y="840"/>
                    </a:lnTo>
                    <a:lnTo>
                      <a:pt x="1893" y="873"/>
                    </a:lnTo>
                    <a:lnTo>
                      <a:pt x="2223" y="899"/>
                    </a:lnTo>
                    <a:lnTo>
                      <a:pt x="2553" y="925"/>
                    </a:lnTo>
                    <a:lnTo>
                      <a:pt x="2854" y="939"/>
                    </a:lnTo>
                    <a:lnTo>
                      <a:pt x="3184" y="952"/>
                    </a:lnTo>
                    <a:lnTo>
                      <a:pt x="3484" y="958"/>
                    </a:lnTo>
                    <a:lnTo>
                      <a:pt x="3965" y="958"/>
                    </a:lnTo>
                    <a:lnTo>
                      <a:pt x="3995" y="879"/>
                    </a:lnTo>
                    <a:lnTo>
                      <a:pt x="3965" y="767"/>
                    </a:lnTo>
                    <a:lnTo>
                      <a:pt x="3905" y="655"/>
                    </a:lnTo>
                    <a:lnTo>
                      <a:pt x="3815" y="556"/>
                    </a:lnTo>
                    <a:lnTo>
                      <a:pt x="3665" y="470"/>
                    </a:lnTo>
                    <a:lnTo>
                      <a:pt x="3454" y="390"/>
                    </a:lnTo>
                    <a:lnTo>
                      <a:pt x="3244" y="318"/>
                    </a:lnTo>
                    <a:lnTo>
                      <a:pt x="3004" y="252"/>
                    </a:lnTo>
                    <a:lnTo>
                      <a:pt x="2734" y="199"/>
                    </a:lnTo>
                    <a:lnTo>
                      <a:pt x="2463" y="153"/>
                    </a:lnTo>
                    <a:lnTo>
                      <a:pt x="2163" y="113"/>
                    </a:lnTo>
                    <a:lnTo>
                      <a:pt x="1863" y="73"/>
                    </a:lnTo>
                    <a:lnTo>
                      <a:pt x="1562" y="47"/>
                    </a:lnTo>
                    <a:lnTo>
                      <a:pt x="1262" y="27"/>
                    </a:lnTo>
                    <a:lnTo>
                      <a:pt x="961" y="14"/>
                    </a:lnTo>
                    <a:lnTo>
                      <a:pt x="691" y="7"/>
                    </a:lnTo>
                    <a:lnTo>
                      <a:pt x="451" y="1"/>
                    </a:lnTo>
                    <a:close/>
                  </a:path>
                </a:pathLst>
              </a:custGeom>
              <a:solidFill>
                <a:srgbClr val="004E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84"/>
              <p:cNvSpPr/>
              <p:nvPr/>
            </p:nvSpPr>
            <p:spPr>
              <a:xfrm rot="10800000">
                <a:off x="4824714" y="3193537"/>
                <a:ext cx="53453" cy="57660"/>
              </a:xfrm>
              <a:custGeom>
                <a:avLst/>
                <a:gdLst/>
                <a:ahLst/>
                <a:cxnLst/>
                <a:rect l="l" t="t" r="r" b="b"/>
                <a:pathLst>
                  <a:path w="3995" h="959" fill="none" extrusionOk="0">
                    <a:moveTo>
                      <a:pt x="3755" y="958"/>
                    </a:moveTo>
                    <a:lnTo>
                      <a:pt x="3755" y="958"/>
                    </a:lnTo>
                    <a:lnTo>
                      <a:pt x="3965" y="958"/>
                    </a:lnTo>
                    <a:lnTo>
                      <a:pt x="3965" y="958"/>
                    </a:lnTo>
                    <a:lnTo>
                      <a:pt x="3995" y="879"/>
                    </a:lnTo>
                    <a:lnTo>
                      <a:pt x="3995" y="879"/>
                    </a:lnTo>
                    <a:lnTo>
                      <a:pt x="3965" y="767"/>
                    </a:lnTo>
                    <a:lnTo>
                      <a:pt x="3905" y="655"/>
                    </a:lnTo>
                    <a:lnTo>
                      <a:pt x="3815" y="556"/>
                    </a:lnTo>
                    <a:lnTo>
                      <a:pt x="3665" y="470"/>
                    </a:lnTo>
                    <a:lnTo>
                      <a:pt x="3454" y="390"/>
                    </a:lnTo>
                    <a:lnTo>
                      <a:pt x="3244" y="318"/>
                    </a:lnTo>
                    <a:lnTo>
                      <a:pt x="3004" y="252"/>
                    </a:lnTo>
                    <a:lnTo>
                      <a:pt x="2734" y="199"/>
                    </a:lnTo>
                    <a:lnTo>
                      <a:pt x="2463" y="153"/>
                    </a:lnTo>
                    <a:lnTo>
                      <a:pt x="2163" y="113"/>
                    </a:lnTo>
                    <a:lnTo>
                      <a:pt x="1863" y="73"/>
                    </a:lnTo>
                    <a:lnTo>
                      <a:pt x="1562" y="47"/>
                    </a:lnTo>
                    <a:lnTo>
                      <a:pt x="1262" y="27"/>
                    </a:lnTo>
                    <a:lnTo>
                      <a:pt x="961" y="14"/>
                    </a:lnTo>
                    <a:lnTo>
                      <a:pt x="691" y="7"/>
                    </a:lnTo>
                    <a:lnTo>
                      <a:pt x="451" y="1"/>
                    </a:lnTo>
                    <a:lnTo>
                      <a:pt x="451" y="1"/>
                    </a:lnTo>
                    <a:lnTo>
                      <a:pt x="391" y="1"/>
                    </a:lnTo>
                    <a:lnTo>
                      <a:pt x="391" y="1"/>
                    </a:lnTo>
                    <a:lnTo>
                      <a:pt x="0" y="7"/>
                    </a:lnTo>
                    <a:lnTo>
                      <a:pt x="0" y="7"/>
                    </a:lnTo>
                    <a:lnTo>
                      <a:pt x="0" y="100"/>
                    </a:lnTo>
                    <a:lnTo>
                      <a:pt x="0" y="100"/>
                    </a:lnTo>
                    <a:lnTo>
                      <a:pt x="0" y="225"/>
                    </a:lnTo>
                    <a:lnTo>
                      <a:pt x="60" y="344"/>
                    </a:lnTo>
                    <a:lnTo>
                      <a:pt x="181" y="443"/>
                    </a:lnTo>
                    <a:lnTo>
                      <a:pt x="331" y="536"/>
                    </a:lnTo>
                    <a:lnTo>
                      <a:pt x="541" y="615"/>
                    </a:lnTo>
                    <a:lnTo>
                      <a:pt x="751" y="681"/>
                    </a:lnTo>
                    <a:lnTo>
                      <a:pt x="1022" y="740"/>
                    </a:lnTo>
                    <a:lnTo>
                      <a:pt x="1292" y="793"/>
                    </a:lnTo>
                    <a:lnTo>
                      <a:pt x="1592" y="840"/>
                    </a:lnTo>
                    <a:lnTo>
                      <a:pt x="1893" y="873"/>
                    </a:lnTo>
                    <a:lnTo>
                      <a:pt x="2223" y="899"/>
                    </a:lnTo>
                    <a:lnTo>
                      <a:pt x="2553" y="925"/>
                    </a:lnTo>
                    <a:lnTo>
                      <a:pt x="2854" y="939"/>
                    </a:lnTo>
                    <a:lnTo>
                      <a:pt x="3184" y="952"/>
                    </a:lnTo>
                    <a:lnTo>
                      <a:pt x="3484" y="958"/>
                    </a:lnTo>
                    <a:lnTo>
                      <a:pt x="3755" y="95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84"/>
              <p:cNvSpPr/>
              <p:nvPr/>
            </p:nvSpPr>
            <p:spPr>
              <a:xfrm rot="10800000">
                <a:off x="4184951" y="3492959"/>
                <a:ext cx="101287" cy="147006"/>
              </a:xfrm>
              <a:custGeom>
                <a:avLst/>
                <a:gdLst/>
                <a:ahLst/>
                <a:cxnLst/>
                <a:rect l="l" t="t" r="r" b="b"/>
                <a:pathLst>
                  <a:path w="7570" h="2445" extrusionOk="0">
                    <a:moveTo>
                      <a:pt x="3755" y="0"/>
                    </a:moveTo>
                    <a:lnTo>
                      <a:pt x="3424" y="7"/>
                    </a:lnTo>
                    <a:lnTo>
                      <a:pt x="3124" y="20"/>
                    </a:lnTo>
                    <a:lnTo>
                      <a:pt x="2794" y="40"/>
                    </a:lnTo>
                    <a:lnTo>
                      <a:pt x="2463" y="60"/>
                    </a:lnTo>
                    <a:lnTo>
                      <a:pt x="2133" y="93"/>
                    </a:lnTo>
                    <a:lnTo>
                      <a:pt x="1773" y="126"/>
                    </a:lnTo>
                    <a:lnTo>
                      <a:pt x="1442" y="165"/>
                    </a:lnTo>
                    <a:lnTo>
                      <a:pt x="1232" y="192"/>
                    </a:lnTo>
                    <a:lnTo>
                      <a:pt x="1082" y="218"/>
                    </a:lnTo>
                    <a:lnTo>
                      <a:pt x="751" y="284"/>
                    </a:lnTo>
                    <a:lnTo>
                      <a:pt x="511" y="357"/>
                    </a:lnTo>
                    <a:lnTo>
                      <a:pt x="301" y="436"/>
                    </a:lnTo>
                    <a:lnTo>
                      <a:pt x="871" y="449"/>
                    </a:lnTo>
                    <a:lnTo>
                      <a:pt x="1352" y="476"/>
                    </a:lnTo>
                    <a:lnTo>
                      <a:pt x="1803" y="509"/>
                    </a:lnTo>
                    <a:lnTo>
                      <a:pt x="2193" y="555"/>
                    </a:lnTo>
                    <a:lnTo>
                      <a:pt x="2523" y="601"/>
                    </a:lnTo>
                    <a:lnTo>
                      <a:pt x="2824" y="661"/>
                    </a:lnTo>
                    <a:lnTo>
                      <a:pt x="3064" y="727"/>
                    </a:lnTo>
                    <a:lnTo>
                      <a:pt x="3244" y="799"/>
                    </a:lnTo>
                    <a:lnTo>
                      <a:pt x="3424" y="872"/>
                    </a:lnTo>
                    <a:lnTo>
                      <a:pt x="3545" y="945"/>
                    </a:lnTo>
                    <a:lnTo>
                      <a:pt x="3635" y="1017"/>
                    </a:lnTo>
                    <a:lnTo>
                      <a:pt x="3695" y="1090"/>
                    </a:lnTo>
                    <a:lnTo>
                      <a:pt x="3725" y="1163"/>
                    </a:lnTo>
                    <a:lnTo>
                      <a:pt x="3755" y="1229"/>
                    </a:lnTo>
                    <a:lnTo>
                      <a:pt x="3755" y="1295"/>
                    </a:lnTo>
                    <a:lnTo>
                      <a:pt x="3725" y="1354"/>
                    </a:lnTo>
                    <a:lnTo>
                      <a:pt x="3665" y="1466"/>
                    </a:lnTo>
                    <a:lnTo>
                      <a:pt x="3545" y="1579"/>
                    </a:lnTo>
                    <a:lnTo>
                      <a:pt x="3454" y="1638"/>
                    </a:lnTo>
                    <a:lnTo>
                      <a:pt x="3334" y="1698"/>
                    </a:lnTo>
                    <a:lnTo>
                      <a:pt x="3184" y="1750"/>
                    </a:lnTo>
                    <a:lnTo>
                      <a:pt x="3004" y="1803"/>
                    </a:lnTo>
                    <a:lnTo>
                      <a:pt x="2794" y="1850"/>
                    </a:lnTo>
                    <a:lnTo>
                      <a:pt x="2553" y="1896"/>
                    </a:lnTo>
                    <a:lnTo>
                      <a:pt x="2283" y="1935"/>
                    </a:lnTo>
                    <a:lnTo>
                      <a:pt x="1953" y="1975"/>
                    </a:lnTo>
                    <a:lnTo>
                      <a:pt x="1592" y="2001"/>
                    </a:lnTo>
                    <a:lnTo>
                      <a:pt x="1172" y="2028"/>
                    </a:lnTo>
                    <a:lnTo>
                      <a:pt x="691" y="2041"/>
                    </a:lnTo>
                    <a:lnTo>
                      <a:pt x="181" y="2048"/>
                    </a:lnTo>
                    <a:lnTo>
                      <a:pt x="0" y="2048"/>
                    </a:lnTo>
                    <a:lnTo>
                      <a:pt x="0" y="2444"/>
                    </a:lnTo>
                    <a:lnTo>
                      <a:pt x="7569" y="2444"/>
                    </a:lnTo>
                    <a:lnTo>
                      <a:pt x="7569" y="1777"/>
                    </a:lnTo>
                    <a:lnTo>
                      <a:pt x="7569" y="1665"/>
                    </a:lnTo>
                    <a:lnTo>
                      <a:pt x="7569" y="1559"/>
                    </a:lnTo>
                    <a:lnTo>
                      <a:pt x="7569" y="925"/>
                    </a:lnTo>
                    <a:lnTo>
                      <a:pt x="7569" y="819"/>
                    </a:lnTo>
                    <a:lnTo>
                      <a:pt x="7509" y="720"/>
                    </a:lnTo>
                    <a:lnTo>
                      <a:pt x="7449" y="628"/>
                    </a:lnTo>
                    <a:lnTo>
                      <a:pt x="7359" y="535"/>
                    </a:lnTo>
                    <a:lnTo>
                      <a:pt x="7239" y="449"/>
                    </a:lnTo>
                    <a:lnTo>
                      <a:pt x="7089" y="377"/>
                    </a:lnTo>
                    <a:lnTo>
                      <a:pt x="6908" y="311"/>
                    </a:lnTo>
                    <a:lnTo>
                      <a:pt x="6728" y="258"/>
                    </a:lnTo>
                    <a:lnTo>
                      <a:pt x="6458" y="198"/>
                    </a:lnTo>
                    <a:lnTo>
                      <a:pt x="6188" y="145"/>
                    </a:lnTo>
                    <a:lnTo>
                      <a:pt x="5857" y="99"/>
                    </a:lnTo>
                    <a:lnTo>
                      <a:pt x="5527" y="66"/>
                    </a:lnTo>
                    <a:lnTo>
                      <a:pt x="5196" y="33"/>
                    </a:lnTo>
                    <a:lnTo>
                      <a:pt x="4836" y="13"/>
                    </a:lnTo>
                    <a:lnTo>
                      <a:pt x="4446" y="0"/>
                    </a:lnTo>
                    <a:close/>
                  </a:path>
                </a:pathLst>
              </a:custGeom>
              <a:solidFill>
                <a:srgbClr val="FF6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84"/>
              <p:cNvSpPr/>
              <p:nvPr/>
            </p:nvSpPr>
            <p:spPr>
              <a:xfrm rot="10800000">
                <a:off x="4184951" y="3492959"/>
                <a:ext cx="101287" cy="147006"/>
              </a:xfrm>
              <a:custGeom>
                <a:avLst/>
                <a:gdLst/>
                <a:ahLst/>
                <a:cxnLst/>
                <a:rect l="l" t="t" r="r" b="b"/>
                <a:pathLst>
                  <a:path w="7570" h="2445" fill="none" extrusionOk="0">
                    <a:moveTo>
                      <a:pt x="0" y="2444"/>
                    </a:moveTo>
                    <a:lnTo>
                      <a:pt x="7569" y="2444"/>
                    </a:lnTo>
                    <a:lnTo>
                      <a:pt x="7569" y="1777"/>
                    </a:lnTo>
                    <a:lnTo>
                      <a:pt x="7569" y="1777"/>
                    </a:lnTo>
                    <a:lnTo>
                      <a:pt x="7569" y="1665"/>
                    </a:lnTo>
                    <a:lnTo>
                      <a:pt x="7569" y="1559"/>
                    </a:lnTo>
                    <a:lnTo>
                      <a:pt x="7569" y="925"/>
                    </a:lnTo>
                    <a:lnTo>
                      <a:pt x="7569" y="925"/>
                    </a:lnTo>
                    <a:lnTo>
                      <a:pt x="7569" y="819"/>
                    </a:lnTo>
                    <a:lnTo>
                      <a:pt x="7509" y="720"/>
                    </a:lnTo>
                    <a:lnTo>
                      <a:pt x="7449" y="628"/>
                    </a:lnTo>
                    <a:lnTo>
                      <a:pt x="7359" y="535"/>
                    </a:lnTo>
                    <a:lnTo>
                      <a:pt x="7239" y="449"/>
                    </a:lnTo>
                    <a:lnTo>
                      <a:pt x="7089" y="377"/>
                    </a:lnTo>
                    <a:lnTo>
                      <a:pt x="6908" y="311"/>
                    </a:lnTo>
                    <a:lnTo>
                      <a:pt x="6728" y="258"/>
                    </a:lnTo>
                    <a:lnTo>
                      <a:pt x="6728" y="258"/>
                    </a:lnTo>
                    <a:lnTo>
                      <a:pt x="6458" y="198"/>
                    </a:lnTo>
                    <a:lnTo>
                      <a:pt x="6188" y="145"/>
                    </a:lnTo>
                    <a:lnTo>
                      <a:pt x="5857" y="99"/>
                    </a:lnTo>
                    <a:lnTo>
                      <a:pt x="5527" y="66"/>
                    </a:lnTo>
                    <a:lnTo>
                      <a:pt x="5196" y="33"/>
                    </a:lnTo>
                    <a:lnTo>
                      <a:pt x="4836" y="13"/>
                    </a:lnTo>
                    <a:lnTo>
                      <a:pt x="4446" y="0"/>
                    </a:lnTo>
                    <a:lnTo>
                      <a:pt x="4055" y="0"/>
                    </a:lnTo>
                    <a:lnTo>
                      <a:pt x="4055" y="0"/>
                    </a:lnTo>
                    <a:lnTo>
                      <a:pt x="3755" y="0"/>
                    </a:lnTo>
                    <a:lnTo>
                      <a:pt x="3424" y="7"/>
                    </a:lnTo>
                    <a:lnTo>
                      <a:pt x="3124" y="20"/>
                    </a:lnTo>
                    <a:lnTo>
                      <a:pt x="2794" y="40"/>
                    </a:lnTo>
                    <a:lnTo>
                      <a:pt x="2463" y="60"/>
                    </a:lnTo>
                    <a:lnTo>
                      <a:pt x="2133" y="93"/>
                    </a:lnTo>
                    <a:lnTo>
                      <a:pt x="1773" y="126"/>
                    </a:lnTo>
                    <a:lnTo>
                      <a:pt x="1442" y="165"/>
                    </a:lnTo>
                    <a:lnTo>
                      <a:pt x="1442" y="165"/>
                    </a:lnTo>
                    <a:lnTo>
                      <a:pt x="1232" y="192"/>
                    </a:lnTo>
                    <a:lnTo>
                      <a:pt x="1082" y="218"/>
                    </a:lnTo>
                    <a:lnTo>
                      <a:pt x="751" y="284"/>
                    </a:lnTo>
                    <a:lnTo>
                      <a:pt x="511" y="357"/>
                    </a:lnTo>
                    <a:lnTo>
                      <a:pt x="301" y="436"/>
                    </a:lnTo>
                    <a:lnTo>
                      <a:pt x="301" y="436"/>
                    </a:lnTo>
                    <a:lnTo>
                      <a:pt x="871" y="449"/>
                    </a:lnTo>
                    <a:lnTo>
                      <a:pt x="1352" y="476"/>
                    </a:lnTo>
                    <a:lnTo>
                      <a:pt x="1803" y="509"/>
                    </a:lnTo>
                    <a:lnTo>
                      <a:pt x="2193" y="555"/>
                    </a:lnTo>
                    <a:lnTo>
                      <a:pt x="2523" y="601"/>
                    </a:lnTo>
                    <a:lnTo>
                      <a:pt x="2824" y="661"/>
                    </a:lnTo>
                    <a:lnTo>
                      <a:pt x="3064" y="727"/>
                    </a:lnTo>
                    <a:lnTo>
                      <a:pt x="3244" y="799"/>
                    </a:lnTo>
                    <a:lnTo>
                      <a:pt x="3424" y="872"/>
                    </a:lnTo>
                    <a:lnTo>
                      <a:pt x="3545" y="945"/>
                    </a:lnTo>
                    <a:lnTo>
                      <a:pt x="3635" y="1017"/>
                    </a:lnTo>
                    <a:lnTo>
                      <a:pt x="3695" y="1090"/>
                    </a:lnTo>
                    <a:lnTo>
                      <a:pt x="3725" y="1163"/>
                    </a:lnTo>
                    <a:lnTo>
                      <a:pt x="3755" y="1229"/>
                    </a:lnTo>
                    <a:lnTo>
                      <a:pt x="3755" y="1295"/>
                    </a:lnTo>
                    <a:lnTo>
                      <a:pt x="3725" y="1354"/>
                    </a:lnTo>
                    <a:lnTo>
                      <a:pt x="3725" y="1354"/>
                    </a:lnTo>
                    <a:lnTo>
                      <a:pt x="3665" y="1466"/>
                    </a:lnTo>
                    <a:lnTo>
                      <a:pt x="3545" y="1579"/>
                    </a:lnTo>
                    <a:lnTo>
                      <a:pt x="3454" y="1638"/>
                    </a:lnTo>
                    <a:lnTo>
                      <a:pt x="3334" y="1698"/>
                    </a:lnTo>
                    <a:lnTo>
                      <a:pt x="3184" y="1750"/>
                    </a:lnTo>
                    <a:lnTo>
                      <a:pt x="3004" y="1803"/>
                    </a:lnTo>
                    <a:lnTo>
                      <a:pt x="2794" y="1850"/>
                    </a:lnTo>
                    <a:lnTo>
                      <a:pt x="2553" y="1896"/>
                    </a:lnTo>
                    <a:lnTo>
                      <a:pt x="2283" y="1935"/>
                    </a:lnTo>
                    <a:lnTo>
                      <a:pt x="1953" y="1975"/>
                    </a:lnTo>
                    <a:lnTo>
                      <a:pt x="1592" y="2001"/>
                    </a:lnTo>
                    <a:lnTo>
                      <a:pt x="1172" y="2028"/>
                    </a:lnTo>
                    <a:lnTo>
                      <a:pt x="691" y="2041"/>
                    </a:lnTo>
                    <a:lnTo>
                      <a:pt x="181" y="2048"/>
                    </a:lnTo>
                    <a:lnTo>
                      <a:pt x="181" y="2048"/>
                    </a:lnTo>
                    <a:lnTo>
                      <a:pt x="0" y="2048"/>
                    </a:lnTo>
                    <a:lnTo>
                      <a:pt x="0" y="2048"/>
                    </a:lnTo>
                    <a:lnTo>
                      <a:pt x="0" y="2048"/>
                    </a:lnTo>
                    <a:lnTo>
                      <a:pt x="0" y="244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84"/>
              <p:cNvSpPr/>
              <p:nvPr/>
            </p:nvSpPr>
            <p:spPr>
              <a:xfrm rot="10800000">
                <a:off x="4230363" y="3394114"/>
                <a:ext cx="19307" cy="60"/>
              </a:xfrm>
              <a:custGeom>
                <a:avLst/>
                <a:gdLst/>
                <a:ahLst/>
                <a:cxnLst/>
                <a:rect l="l" t="t" r="r" b="b"/>
                <a:pathLst>
                  <a:path w="1443" h="1" fill="none" extrusionOk="0">
                    <a:moveTo>
                      <a:pt x="1" y="1"/>
                    </a:moveTo>
                    <a:lnTo>
                      <a:pt x="1442" y="1"/>
                    </a:lnTo>
                    <a:lnTo>
                      <a:pt x="1442" y="1"/>
                    </a:lnTo>
                    <a:lnTo>
                      <a:pt x="1442" y="1"/>
                    </a:lnTo>
                    <a:lnTo>
                      <a:pt x="1" y="1"/>
                    </a:lnTo>
                    <a:lnTo>
                      <a:pt x="1"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84"/>
              <p:cNvSpPr/>
              <p:nvPr/>
            </p:nvSpPr>
            <p:spPr>
              <a:xfrm rot="10800000">
                <a:off x="4184953" y="3533122"/>
                <a:ext cx="13" cy="13167"/>
              </a:xfrm>
              <a:custGeom>
                <a:avLst/>
                <a:gdLst/>
                <a:ahLst/>
                <a:cxnLst/>
                <a:rect l="l" t="t" r="r" b="b"/>
                <a:pathLst>
                  <a:path w="1" h="219" extrusionOk="0">
                    <a:moveTo>
                      <a:pt x="0" y="219"/>
                    </a:moveTo>
                    <a:lnTo>
                      <a:pt x="0" y="1"/>
                    </a:lnTo>
                    <a:lnTo>
                      <a:pt x="0" y="1"/>
                    </a:lnTo>
                    <a:lnTo>
                      <a:pt x="0" y="107"/>
                    </a:lnTo>
                    <a:lnTo>
                      <a:pt x="0" y="219"/>
                    </a:lnTo>
                    <a:close/>
                  </a:path>
                </a:pathLst>
              </a:custGeom>
              <a:solidFill>
                <a:srgbClr val="FF4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84"/>
              <p:cNvSpPr/>
              <p:nvPr/>
            </p:nvSpPr>
            <p:spPr>
              <a:xfrm rot="10800000">
                <a:off x="4184953" y="3533122"/>
                <a:ext cx="13" cy="13167"/>
              </a:xfrm>
              <a:custGeom>
                <a:avLst/>
                <a:gdLst/>
                <a:ahLst/>
                <a:cxnLst/>
                <a:rect l="l" t="t" r="r" b="b"/>
                <a:pathLst>
                  <a:path w="1" h="219" fill="none" extrusionOk="0">
                    <a:moveTo>
                      <a:pt x="0" y="219"/>
                    </a:moveTo>
                    <a:lnTo>
                      <a:pt x="0" y="1"/>
                    </a:lnTo>
                    <a:lnTo>
                      <a:pt x="0" y="1"/>
                    </a:lnTo>
                    <a:lnTo>
                      <a:pt x="0" y="107"/>
                    </a:lnTo>
                    <a:lnTo>
                      <a:pt x="0" y="2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84"/>
              <p:cNvSpPr/>
              <p:nvPr/>
            </p:nvSpPr>
            <p:spPr>
              <a:xfrm rot="10800000">
                <a:off x="4184951" y="3394113"/>
                <a:ext cx="101688" cy="98906"/>
              </a:xfrm>
              <a:custGeom>
                <a:avLst/>
                <a:gdLst/>
                <a:ahLst/>
                <a:cxnLst/>
                <a:rect l="l" t="t" r="r" b="b"/>
                <a:pathLst>
                  <a:path w="7600" h="1645" extrusionOk="0">
                    <a:moveTo>
                      <a:pt x="30" y="0"/>
                    </a:moveTo>
                    <a:lnTo>
                      <a:pt x="30" y="680"/>
                    </a:lnTo>
                    <a:lnTo>
                      <a:pt x="0" y="799"/>
                    </a:lnTo>
                    <a:lnTo>
                      <a:pt x="30" y="912"/>
                    </a:lnTo>
                    <a:lnTo>
                      <a:pt x="121" y="1024"/>
                    </a:lnTo>
                    <a:lnTo>
                      <a:pt x="241" y="1136"/>
                    </a:lnTo>
                    <a:lnTo>
                      <a:pt x="421" y="1235"/>
                    </a:lnTo>
                    <a:lnTo>
                      <a:pt x="631" y="1321"/>
                    </a:lnTo>
                    <a:lnTo>
                      <a:pt x="841" y="1400"/>
                    </a:lnTo>
                    <a:lnTo>
                      <a:pt x="1112" y="1460"/>
                    </a:lnTo>
                    <a:lnTo>
                      <a:pt x="1292" y="1499"/>
                    </a:lnTo>
                    <a:lnTo>
                      <a:pt x="1472" y="1526"/>
                    </a:lnTo>
                    <a:lnTo>
                      <a:pt x="1893" y="1579"/>
                    </a:lnTo>
                    <a:lnTo>
                      <a:pt x="2313" y="1618"/>
                    </a:lnTo>
                    <a:lnTo>
                      <a:pt x="2764" y="1645"/>
                    </a:lnTo>
                    <a:lnTo>
                      <a:pt x="4205" y="1645"/>
                    </a:lnTo>
                    <a:lnTo>
                      <a:pt x="4536" y="1625"/>
                    </a:lnTo>
                    <a:lnTo>
                      <a:pt x="4866" y="1605"/>
                    </a:lnTo>
                    <a:lnTo>
                      <a:pt x="5196" y="1585"/>
                    </a:lnTo>
                    <a:lnTo>
                      <a:pt x="5497" y="1552"/>
                    </a:lnTo>
                    <a:lnTo>
                      <a:pt x="5797" y="1519"/>
                    </a:lnTo>
                    <a:lnTo>
                      <a:pt x="6097" y="1486"/>
                    </a:lnTo>
                    <a:lnTo>
                      <a:pt x="6368" y="1440"/>
                    </a:lnTo>
                    <a:lnTo>
                      <a:pt x="6608" y="1400"/>
                    </a:lnTo>
                    <a:lnTo>
                      <a:pt x="6818" y="1354"/>
                    </a:lnTo>
                    <a:lnTo>
                      <a:pt x="6999" y="1301"/>
                    </a:lnTo>
                    <a:lnTo>
                      <a:pt x="7149" y="1242"/>
                    </a:lnTo>
                    <a:lnTo>
                      <a:pt x="7299" y="1176"/>
                    </a:lnTo>
                    <a:lnTo>
                      <a:pt x="7389" y="1110"/>
                    </a:lnTo>
                    <a:lnTo>
                      <a:pt x="7479" y="1037"/>
                    </a:lnTo>
                    <a:lnTo>
                      <a:pt x="7539" y="964"/>
                    </a:lnTo>
                    <a:lnTo>
                      <a:pt x="7569" y="892"/>
                    </a:lnTo>
                    <a:lnTo>
                      <a:pt x="7599" y="773"/>
                    </a:lnTo>
                    <a:lnTo>
                      <a:pt x="7599" y="760"/>
                    </a:lnTo>
                    <a:lnTo>
                      <a:pt x="7599" y="0"/>
                    </a:lnTo>
                    <a:close/>
                  </a:path>
                </a:pathLst>
              </a:custGeom>
              <a:solidFill>
                <a:srgbClr val="FF4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84"/>
              <p:cNvSpPr/>
              <p:nvPr/>
            </p:nvSpPr>
            <p:spPr>
              <a:xfrm rot="10800000">
                <a:off x="4184951" y="3394113"/>
                <a:ext cx="101688" cy="98906"/>
              </a:xfrm>
              <a:custGeom>
                <a:avLst/>
                <a:gdLst/>
                <a:ahLst/>
                <a:cxnLst/>
                <a:rect l="l" t="t" r="r" b="b"/>
                <a:pathLst>
                  <a:path w="7600" h="1645" fill="none" extrusionOk="0">
                    <a:moveTo>
                      <a:pt x="2764" y="1645"/>
                    </a:moveTo>
                    <a:lnTo>
                      <a:pt x="4205" y="1645"/>
                    </a:lnTo>
                    <a:lnTo>
                      <a:pt x="4205" y="1645"/>
                    </a:lnTo>
                    <a:lnTo>
                      <a:pt x="4536" y="1625"/>
                    </a:lnTo>
                    <a:lnTo>
                      <a:pt x="4866" y="1605"/>
                    </a:lnTo>
                    <a:lnTo>
                      <a:pt x="5196" y="1585"/>
                    </a:lnTo>
                    <a:lnTo>
                      <a:pt x="5497" y="1552"/>
                    </a:lnTo>
                    <a:lnTo>
                      <a:pt x="5797" y="1519"/>
                    </a:lnTo>
                    <a:lnTo>
                      <a:pt x="6097" y="1486"/>
                    </a:lnTo>
                    <a:lnTo>
                      <a:pt x="6368" y="1440"/>
                    </a:lnTo>
                    <a:lnTo>
                      <a:pt x="6608" y="1400"/>
                    </a:lnTo>
                    <a:lnTo>
                      <a:pt x="6608" y="1400"/>
                    </a:lnTo>
                    <a:lnTo>
                      <a:pt x="6818" y="1354"/>
                    </a:lnTo>
                    <a:lnTo>
                      <a:pt x="6999" y="1301"/>
                    </a:lnTo>
                    <a:lnTo>
                      <a:pt x="7149" y="1242"/>
                    </a:lnTo>
                    <a:lnTo>
                      <a:pt x="7299" y="1176"/>
                    </a:lnTo>
                    <a:lnTo>
                      <a:pt x="7389" y="1110"/>
                    </a:lnTo>
                    <a:lnTo>
                      <a:pt x="7479" y="1037"/>
                    </a:lnTo>
                    <a:lnTo>
                      <a:pt x="7539" y="964"/>
                    </a:lnTo>
                    <a:lnTo>
                      <a:pt x="7569" y="892"/>
                    </a:lnTo>
                    <a:lnTo>
                      <a:pt x="7569" y="892"/>
                    </a:lnTo>
                    <a:lnTo>
                      <a:pt x="7599" y="773"/>
                    </a:lnTo>
                    <a:lnTo>
                      <a:pt x="7599" y="773"/>
                    </a:lnTo>
                    <a:lnTo>
                      <a:pt x="7599" y="760"/>
                    </a:lnTo>
                    <a:lnTo>
                      <a:pt x="7599" y="0"/>
                    </a:lnTo>
                    <a:lnTo>
                      <a:pt x="30" y="0"/>
                    </a:lnTo>
                    <a:lnTo>
                      <a:pt x="30" y="680"/>
                    </a:lnTo>
                    <a:lnTo>
                      <a:pt x="30" y="680"/>
                    </a:lnTo>
                    <a:lnTo>
                      <a:pt x="0" y="799"/>
                    </a:lnTo>
                    <a:lnTo>
                      <a:pt x="30" y="912"/>
                    </a:lnTo>
                    <a:lnTo>
                      <a:pt x="121" y="1024"/>
                    </a:lnTo>
                    <a:lnTo>
                      <a:pt x="241" y="1136"/>
                    </a:lnTo>
                    <a:lnTo>
                      <a:pt x="421" y="1235"/>
                    </a:lnTo>
                    <a:lnTo>
                      <a:pt x="631" y="1321"/>
                    </a:lnTo>
                    <a:lnTo>
                      <a:pt x="841" y="1400"/>
                    </a:lnTo>
                    <a:lnTo>
                      <a:pt x="1112" y="1460"/>
                    </a:lnTo>
                    <a:lnTo>
                      <a:pt x="1112" y="1460"/>
                    </a:lnTo>
                    <a:lnTo>
                      <a:pt x="1292" y="1499"/>
                    </a:lnTo>
                    <a:lnTo>
                      <a:pt x="1472" y="1526"/>
                    </a:lnTo>
                    <a:lnTo>
                      <a:pt x="1893" y="1579"/>
                    </a:lnTo>
                    <a:lnTo>
                      <a:pt x="2313" y="1618"/>
                    </a:lnTo>
                    <a:lnTo>
                      <a:pt x="2764" y="164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84"/>
              <p:cNvSpPr/>
              <p:nvPr/>
            </p:nvSpPr>
            <p:spPr>
              <a:xfrm rot="10800000">
                <a:off x="4184953" y="3439388"/>
                <a:ext cx="415" cy="7215"/>
              </a:xfrm>
              <a:custGeom>
                <a:avLst/>
                <a:gdLst/>
                <a:ahLst/>
                <a:cxnLst/>
                <a:rect l="l" t="t" r="r" b="b"/>
                <a:pathLst>
                  <a:path w="31" h="120" extrusionOk="0">
                    <a:moveTo>
                      <a:pt x="0" y="120"/>
                    </a:moveTo>
                    <a:lnTo>
                      <a:pt x="0" y="120"/>
                    </a:lnTo>
                    <a:lnTo>
                      <a:pt x="30" y="1"/>
                    </a:lnTo>
                    <a:lnTo>
                      <a:pt x="30" y="1"/>
                    </a:lnTo>
                    <a:lnTo>
                      <a:pt x="0" y="120"/>
                    </a:lnTo>
                    <a:close/>
                  </a:path>
                </a:pathLst>
              </a:custGeom>
              <a:solidFill>
                <a:srgbClr val="FF28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84"/>
              <p:cNvSpPr/>
              <p:nvPr/>
            </p:nvSpPr>
            <p:spPr>
              <a:xfrm rot="10800000">
                <a:off x="4184953" y="3439388"/>
                <a:ext cx="415" cy="7215"/>
              </a:xfrm>
              <a:custGeom>
                <a:avLst/>
                <a:gdLst/>
                <a:ahLst/>
                <a:cxnLst/>
                <a:rect l="l" t="t" r="r" b="b"/>
                <a:pathLst>
                  <a:path w="31" h="120" fill="none" extrusionOk="0">
                    <a:moveTo>
                      <a:pt x="0" y="120"/>
                    </a:moveTo>
                    <a:lnTo>
                      <a:pt x="0" y="120"/>
                    </a:lnTo>
                    <a:lnTo>
                      <a:pt x="30" y="1"/>
                    </a:lnTo>
                    <a:lnTo>
                      <a:pt x="30" y="1"/>
                    </a:lnTo>
                    <a:lnTo>
                      <a:pt x="0" y="12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84"/>
              <p:cNvSpPr/>
              <p:nvPr/>
            </p:nvSpPr>
            <p:spPr>
              <a:xfrm rot="10800000">
                <a:off x="4230363" y="3393332"/>
                <a:ext cx="19307" cy="842"/>
              </a:xfrm>
              <a:custGeom>
                <a:avLst/>
                <a:gdLst/>
                <a:ahLst/>
                <a:cxnLst/>
                <a:rect l="l" t="t" r="r" b="b"/>
                <a:pathLst>
                  <a:path w="1443" h="14" extrusionOk="0">
                    <a:moveTo>
                      <a:pt x="1" y="1"/>
                    </a:moveTo>
                    <a:lnTo>
                      <a:pt x="361" y="7"/>
                    </a:lnTo>
                    <a:lnTo>
                      <a:pt x="721" y="14"/>
                    </a:lnTo>
                    <a:lnTo>
                      <a:pt x="1082" y="7"/>
                    </a:lnTo>
                    <a:lnTo>
                      <a:pt x="1442" y="1"/>
                    </a:lnTo>
                    <a:close/>
                  </a:path>
                </a:pathLst>
              </a:custGeom>
              <a:solidFill>
                <a:srgbClr val="FF2A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84"/>
              <p:cNvSpPr/>
              <p:nvPr/>
            </p:nvSpPr>
            <p:spPr>
              <a:xfrm rot="10800000">
                <a:off x="4230363" y="3393332"/>
                <a:ext cx="19307" cy="842"/>
              </a:xfrm>
              <a:custGeom>
                <a:avLst/>
                <a:gdLst/>
                <a:ahLst/>
                <a:cxnLst/>
                <a:rect l="l" t="t" r="r" b="b"/>
                <a:pathLst>
                  <a:path w="1443" h="14" fill="none" extrusionOk="0">
                    <a:moveTo>
                      <a:pt x="721" y="14"/>
                    </a:moveTo>
                    <a:lnTo>
                      <a:pt x="721" y="14"/>
                    </a:lnTo>
                    <a:lnTo>
                      <a:pt x="1082" y="7"/>
                    </a:lnTo>
                    <a:lnTo>
                      <a:pt x="1442" y="1"/>
                    </a:lnTo>
                    <a:lnTo>
                      <a:pt x="1" y="1"/>
                    </a:lnTo>
                    <a:lnTo>
                      <a:pt x="1" y="1"/>
                    </a:lnTo>
                    <a:lnTo>
                      <a:pt x="361" y="7"/>
                    </a:lnTo>
                    <a:lnTo>
                      <a:pt x="721" y="1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84"/>
              <p:cNvSpPr/>
              <p:nvPr/>
            </p:nvSpPr>
            <p:spPr>
              <a:xfrm rot="10800000">
                <a:off x="4286221" y="3492959"/>
                <a:ext cx="102089" cy="80688"/>
              </a:xfrm>
              <a:custGeom>
                <a:avLst/>
                <a:gdLst/>
                <a:ahLst/>
                <a:cxnLst/>
                <a:rect l="l" t="t" r="r" b="b"/>
                <a:pathLst>
                  <a:path w="7630" h="1342" extrusionOk="0">
                    <a:moveTo>
                      <a:pt x="3845" y="0"/>
                    </a:moveTo>
                    <a:lnTo>
                      <a:pt x="3575" y="7"/>
                    </a:lnTo>
                    <a:lnTo>
                      <a:pt x="3274" y="20"/>
                    </a:lnTo>
                    <a:lnTo>
                      <a:pt x="2704" y="53"/>
                    </a:lnTo>
                    <a:lnTo>
                      <a:pt x="2103" y="99"/>
                    </a:lnTo>
                    <a:lnTo>
                      <a:pt x="1472" y="165"/>
                    </a:lnTo>
                    <a:lnTo>
                      <a:pt x="1262" y="198"/>
                    </a:lnTo>
                    <a:lnTo>
                      <a:pt x="1082" y="225"/>
                    </a:lnTo>
                    <a:lnTo>
                      <a:pt x="902" y="264"/>
                    </a:lnTo>
                    <a:lnTo>
                      <a:pt x="752" y="297"/>
                    </a:lnTo>
                    <a:lnTo>
                      <a:pt x="601" y="344"/>
                    </a:lnTo>
                    <a:lnTo>
                      <a:pt x="481" y="383"/>
                    </a:lnTo>
                    <a:lnTo>
                      <a:pt x="271" y="476"/>
                    </a:lnTo>
                    <a:lnTo>
                      <a:pt x="121" y="581"/>
                    </a:lnTo>
                    <a:lnTo>
                      <a:pt x="31" y="687"/>
                    </a:lnTo>
                    <a:lnTo>
                      <a:pt x="1" y="793"/>
                    </a:lnTo>
                    <a:lnTo>
                      <a:pt x="31" y="905"/>
                    </a:lnTo>
                    <a:lnTo>
                      <a:pt x="31" y="1308"/>
                    </a:lnTo>
                    <a:lnTo>
                      <a:pt x="1" y="1341"/>
                    </a:lnTo>
                    <a:lnTo>
                      <a:pt x="7629" y="1341"/>
                    </a:lnTo>
                    <a:lnTo>
                      <a:pt x="7629" y="945"/>
                    </a:lnTo>
                    <a:lnTo>
                      <a:pt x="7119" y="945"/>
                    </a:lnTo>
                    <a:lnTo>
                      <a:pt x="6638" y="925"/>
                    </a:lnTo>
                    <a:lnTo>
                      <a:pt x="6218" y="898"/>
                    </a:lnTo>
                    <a:lnTo>
                      <a:pt x="5827" y="865"/>
                    </a:lnTo>
                    <a:lnTo>
                      <a:pt x="5497" y="819"/>
                    </a:lnTo>
                    <a:lnTo>
                      <a:pt x="5167" y="773"/>
                    </a:lnTo>
                    <a:lnTo>
                      <a:pt x="4896" y="720"/>
                    </a:lnTo>
                    <a:lnTo>
                      <a:pt x="4656" y="661"/>
                    </a:lnTo>
                    <a:lnTo>
                      <a:pt x="4446" y="601"/>
                    </a:lnTo>
                    <a:lnTo>
                      <a:pt x="4266" y="535"/>
                    </a:lnTo>
                    <a:lnTo>
                      <a:pt x="4115" y="469"/>
                    </a:lnTo>
                    <a:lnTo>
                      <a:pt x="3995" y="410"/>
                    </a:lnTo>
                    <a:lnTo>
                      <a:pt x="3905" y="344"/>
                    </a:lnTo>
                    <a:lnTo>
                      <a:pt x="3845" y="284"/>
                    </a:lnTo>
                    <a:lnTo>
                      <a:pt x="3815" y="225"/>
                    </a:lnTo>
                    <a:lnTo>
                      <a:pt x="3815" y="172"/>
                    </a:lnTo>
                    <a:lnTo>
                      <a:pt x="3815" y="93"/>
                    </a:lnTo>
                    <a:lnTo>
                      <a:pt x="3845" y="0"/>
                    </a:lnTo>
                    <a:close/>
                  </a:path>
                </a:pathLst>
              </a:custGeom>
              <a:solidFill>
                <a:srgbClr val="7192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84"/>
              <p:cNvSpPr/>
              <p:nvPr/>
            </p:nvSpPr>
            <p:spPr>
              <a:xfrm rot="10800000">
                <a:off x="4286221" y="3492959"/>
                <a:ext cx="102089" cy="80688"/>
              </a:xfrm>
              <a:custGeom>
                <a:avLst/>
                <a:gdLst/>
                <a:ahLst/>
                <a:cxnLst/>
                <a:rect l="l" t="t" r="r" b="b"/>
                <a:pathLst>
                  <a:path w="7630" h="1342" fill="none" extrusionOk="0">
                    <a:moveTo>
                      <a:pt x="1" y="1341"/>
                    </a:moveTo>
                    <a:lnTo>
                      <a:pt x="7629" y="1341"/>
                    </a:lnTo>
                    <a:lnTo>
                      <a:pt x="7629" y="945"/>
                    </a:lnTo>
                    <a:lnTo>
                      <a:pt x="7629" y="945"/>
                    </a:lnTo>
                    <a:lnTo>
                      <a:pt x="7119" y="945"/>
                    </a:lnTo>
                    <a:lnTo>
                      <a:pt x="6638" y="925"/>
                    </a:lnTo>
                    <a:lnTo>
                      <a:pt x="6218" y="898"/>
                    </a:lnTo>
                    <a:lnTo>
                      <a:pt x="5827" y="865"/>
                    </a:lnTo>
                    <a:lnTo>
                      <a:pt x="5497" y="819"/>
                    </a:lnTo>
                    <a:lnTo>
                      <a:pt x="5167" y="773"/>
                    </a:lnTo>
                    <a:lnTo>
                      <a:pt x="4896" y="720"/>
                    </a:lnTo>
                    <a:lnTo>
                      <a:pt x="4656" y="661"/>
                    </a:lnTo>
                    <a:lnTo>
                      <a:pt x="4446" y="601"/>
                    </a:lnTo>
                    <a:lnTo>
                      <a:pt x="4266" y="535"/>
                    </a:lnTo>
                    <a:lnTo>
                      <a:pt x="4115" y="469"/>
                    </a:lnTo>
                    <a:lnTo>
                      <a:pt x="3995" y="410"/>
                    </a:lnTo>
                    <a:lnTo>
                      <a:pt x="3905" y="344"/>
                    </a:lnTo>
                    <a:lnTo>
                      <a:pt x="3845" y="284"/>
                    </a:lnTo>
                    <a:lnTo>
                      <a:pt x="3815" y="225"/>
                    </a:lnTo>
                    <a:lnTo>
                      <a:pt x="3815" y="172"/>
                    </a:lnTo>
                    <a:lnTo>
                      <a:pt x="3815" y="172"/>
                    </a:lnTo>
                    <a:lnTo>
                      <a:pt x="3815" y="93"/>
                    </a:lnTo>
                    <a:lnTo>
                      <a:pt x="3845" y="0"/>
                    </a:lnTo>
                    <a:lnTo>
                      <a:pt x="3845" y="0"/>
                    </a:lnTo>
                    <a:lnTo>
                      <a:pt x="3575" y="7"/>
                    </a:lnTo>
                    <a:lnTo>
                      <a:pt x="3274" y="20"/>
                    </a:lnTo>
                    <a:lnTo>
                      <a:pt x="2704" y="53"/>
                    </a:lnTo>
                    <a:lnTo>
                      <a:pt x="2103" y="99"/>
                    </a:lnTo>
                    <a:lnTo>
                      <a:pt x="1472" y="165"/>
                    </a:lnTo>
                    <a:lnTo>
                      <a:pt x="1472" y="165"/>
                    </a:lnTo>
                    <a:lnTo>
                      <a:pt x="1262" y="198"/>
                    </a:lnTo>
                    <a:lnTo>
                      <a:pt x="1082" y="225"/>
                    </a:lnTo>
                    <a:lnTo>
                      <a:pt x="902" y="264"/>
                    </a:lnTo>
                    <a:lnTo>
                      <a:pt x="752" y="297"/>
                    </a:lnTo>
                    <a:lnTo>
                      <a:pt x="601" y="344"/>
                    </a:lnTo>
                    <a:lnTo>
                      <a:pt x="481" y="383"/>
                    </a:lnTo>
                    <a:lnTo>
                      <a:pt x="271" y="476"/>
                    </a:lnTo>
                    <a:lnTo>
                      <a:pt x="121" y="581"/>
                    </a:lnTo>
                    <a:lnTo>
                      <a:pt x="31" y="687"/>
                    </a:lnTo>
                    <a:lnTo>
                      <a:pt x="1" y="793"/>
                    </a:lnTo>
                    <a:lnTo>
                      <a:pt x="31" y="905"/>
                    </a:lnTo>
                    <a:lnTo>
                      <a:pt x="31" y="1308"/>
                    </a:lnTo>
                    <a:lnTo>
                      <a:pt x="31" y="1308"/>
                    </a:lnTo>
                    <a:lnTo>
                      <a:pt x="1" y="134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84"/>
              <p:cNvSpPr/>
              <p:nvPr/>
            </p:nvSpPr>
            <p:spPr>
              <a:xfrm rot="10800000">
                <a:off x="4286221" y="3436622"/>
                <a:ext cx="102089" cy="56397"/>
              </a:xfrm>
              <a:custGeom>
                <a:avLst/>
                <a:gdLst/>
                <a:ahLst/>
                <a:cxnLst/>
                <a:rect l="l" t="t" r="r" b="b"/>
                <a:pathLst>
                  <a:path w="7630" h="938" extrusionOk="0">
                    <a:moveTo>
                      <a:pt x="1" y="0"/>
                    </a:moveTo>
                    <a:lnTo>
                      <a:pt x="1" y="13"/>
                    </a:lnTo>
                    <a:lnTo>
                      <a:pt x="1" y="99"/>
                    </a:lnTo>
                    <a:lnTo>
                      <a:pt x="31" y="198"/>
                    </a:lnTo>
                    <a:lnTo>
                      <a:pt x="121" y="297"/>
                    </a:lnTo>
                    <a:lnTo>
                      <a:pt x="211" y="390"/>
                    </a:lnTo>
                    <a:lnTo>
                      <a:pt x="361" y="476"/>
                    </a:lnTo>
                    <a:lnTo>
                      <a:pt x="511" y="561"/>
                    </a:lnTo>
                    <a:lnTo>
                      <a:pt x="691" y="634"/>
                    </a:lnTo>
                    <a:lnTo>
                      <a:pt x="902" y="694"/>
                    </a:lnTo>
                    <a:lnTo>
                      <a:pt x="1112" y="746"/>
                    </a:lnTo>
                    <a:lnTo>
                      <a:pt x="1382" y="793"/>
                    </a:lnTo>
                    <a:lnTo>
                      <a:pt x="1653" y="832"/>
                    </a:lnTo>
                    <a:lnTo>
                      <a:pt x="1923" y="865"/>
                    </a:lnTo>
                    <a:lnTo>
                      <a:pt x="2223" y="892"/>
                    </a:lnTo>
                    <a:lnTo>
                      <a:pt x="2524" y="918"/>
                    </a:lnTo>
                    <a:lnTo>
                      <a:pt x="2854" y="931"/>
                    </a:lnTo>
                    <a:lnTo>
                      <a:pt x="3154" y="938"/>
                    </a:lnTo>
                    <a:lnTo>
                      <a:pt x="3905" y="938"/>
                    </a:lnTo>
                    <a:lnTo>
                      <a:pt x="4356" y="925"/>
                    </a:lnTo>
                    <a:lnTo>
                      <a:pt x="4776" y="898"/>
                    </a:lnTo>
                    <a:lnTo>
                      <a:pt x="5167" y="872"/>
                    </a:lnTo>
                    <a:lnTo>
                      <a:pt x="5557" y="832"/>
                    </a:lnTo>
                    <a:lnTo>
                      <a:pt x="5948" y="786"/>
                    </a:lnTo>
                    <a:lnTo>
                      <a:pt x="6308" y="740"/>
                    </a:lnTo>
                    <a:lnTo>
                      <a:pt x="6608" y="680"/>
                    </a:lnTo>
                    <a:lnTo>
                      <a:pt x="6879" y="628"/>
                    </a:lnTo>
                    <a:lnTo>
                      <a:pt x="7089" y="561"/>
                    </a:lnTo>
                    <a:lnTo>
                      <a:pt x="7269" y="489"/>
                    </a:lnTo>
                    <a:lnTo>
                      <a:pt x="7389" y="403"/>
                    </a:lnTo>
                    <a:lnTo>
                      <a:pt x="7509" y="317"/>
                    </a:lnTo>
                    <a:lnTo>
                      <a:pt x="7569" y="231"/>
                    </a:lnTo>
                    <a:lnTo>
                      <a:pt x="7599" y="139"/>
                    </a:lnTo>
                    <a:lnTo>
                      <a:pt x="7629" y="46"/>
                    </a:lnTo>
                    <a:lnTo>
                      <a:pt x="7629" y="0"/>
                    </a:lnTo>
                    <a:close/>
                  </a:path>
                </a:pathLst>
              </a:custGeom>
              <a:solidFill>
                <a:srgbClr val="715C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84"/>
              <p:cNvSpPr/>
              <p:nvPr/>
            </p:nvSpPr>
            <p:spPr>
              <a:xfrm rot="10800000">
                <a:off x="4286221" y="3436622"/>
                <a:ext cx="102089" cy="56397"/>
              </a:xfrm>
              <a:custGeom>
                <a:avLst/>
                <a:gdLst/>
                <a:ahLst/>
                <a:cxnLst/>
                <a:rect l="l" t="t" r="r" b="b"/>
                <a:pathLst>
                  <a:path w="7630" h="938" fill="none" extrusionOk="0">
                    <a:moveTo>
                      <a:pt x="3485" y="938"/>
                    </a:moveTo>
                    <a:lnTo>
                      <a:pt x="3485" y="938"/>
                    </a:lnTo>
                    <a:lnTo>
                      <a:pt x="3905" y="938"/>
                    </a:lnTo>
                    <a:lnTo>
                      <a:pt x="4356" y="925"/>
                    </a:lnTo>
                    <a:lnTo>
                      <a:pt x="4776" y="898"/>
                    </a:lnTo>
                    <a:lnTo>
                      <a:pt x="5167" y="872"/>
                    </a:lnTo>
                    <a:lnTo>
                      <a:pt x="5557" y="832"/>
                    </a:lnTo>
                    <a:lnTo>
                      <a:pt x="5948" y="786"/>
                    </a:lnTo>
                    <a:lnTo>
                      <a:pt x="6308" y="740"/>
                    </a:lnTo>
                    <a:lnTo>
                      <a:pt x="6608" y="680"/>
                    </a:lnTo>
                    <a:lnTo>
                      <a:pt x="6608" y="680"/>
                    </a:lnTo>
                    <a:lnTo>
                      <a:pt x="6879" y="628"/>
                    </a:lnTo>
                    <a:lnTo>
                      <a:pt x="7089" y="561"/>
                    </a:lnTo>
                    <a:lnTo>
                      <a:pt x="7269" y="489"/>
                    </a:lnTo>
                    <a:lnTo>
                      <a:pt x="7389" y="403"/>
                    </a:lnTo>
                    <a:lnTo>
                      <a:pt x="7509" y="317"/>
                    </a:lnTo>
                    <a:lnTo>
                      <a:pt x="7569" y="231"/>
                    </a:lnTo>
                    <a:lnTo>
                      <a:pt x="7599" y="139"/>
                    </a:lnTo>
                    <a:lnTo>
                      <a:pt x="7629" y="46"/>
                    </a:lnTo>
                    <a:lnTo>
                      <a:pt x="7629" y="0"/>
                    </a:lnTo>
                    <a:lnTo>
                      <a:pt x="1" y="0"/>
                    </a:lnTo>
                    <a:lnTo>
                      <a:pt x="1" y="0"/>
                    </a:lnTo>
                    <a:lnTo>
                      <a:pt x="1" y="13"/>
                    </a:lnTo>
                    <a:lnTo>
                      <a:pt x="1" y="13"/>
                    </a:lnTo>
                    <a:lnTo>
                      <a:pt x="1" y="99"/>
                    </a:lnTo>
                    <a:lnTo>
                      <a:pt x="1" y="99"/>
                    </a:lnTo>
                    <a:lnTo>
                      <a:pt x="31" y="198"/>
                    </a:lnTo>
                    <a:lnTo>
                      <a:pt x="121" y="297"/>
                    </a:lnTo>
                    <a:lnTo>
                      <a:pt x="211" y="390"/>
                    </a:lnTo>
                    <a:lnTo>
                      <a:pt x="361" y="476"/>
                    </a:lnTo>
                    <a:lnTo>
                      <a:pt x="511" y="561"/>
                    </a:lnTo>
                    <a:lnTo>
                      <a:pt x="691" y="634"/>
                    </a:lnTo>
                    <a:lnTo>
                      <a:pt x="902" y="694"/>
                    </a:lnTo>
                    <a:lnTo>
                      <a:pt x="1112" y="746"/>
                    </a:lnTo>
                    <a:lnTo>
                      <a:pt x="1112" y="746"/>
                    </a:lnTo>
                    <a:lnTo>
                      <a:pt x="1382" y="793"/>
                    </a:lnTo>
                    <a:lnTo>
                      <a:pt x="1653" y="832"/>
                    </a:lnTo>
                    <a:lnTo>
                      <a:pt x="1923" y="865"/>
                    </a:lnTo>
                    <a:lnTo>
                      <a:pt x="2223" y="892"/>
                    </a:lnTo>
                    <a:lnTo>
                      <a:pt x="2524" y="918"/>
                    </a:lnTo>
                    <a:lnTo>
                      <a:pt x="2854" y="931"/>
                    </a:lnTo>
                    <a:lnTo>
                      <a:pt x="3154" y="938"/>
                    </a:lnTo>
                    <a:lnTo>
                      <a:pt x="3485" y="93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84"/>
              <p:cNvSpPr/>
              <p:nvPr/>
            </p:nvSpPr>
            <p:spPr>
              <a:xfrm rot="10800000">
                <a:off x="4388297" y="3487007"/>
                <a:ext cx="13" cy="5231"/>
              </a:xfrm>
              <a:custGeom>
                <a:avLst/>
                <a:gdLst/>
                <a:ahLst/>
                <a:cxnLst/>
                <a:rect l="l" t="t" r="r" b="b"/>
                <a:pathLst>
                  <a:path w="1" h="87" extrusionOk="0">
                    <a:moveTo>
                      <a:pt x="1" y="86"/>
                    </a:moveTo>
                    <a:lnTo>
                      <a:pt x="1" y="86"/>
                    </a:lnTo>
                    <a:lnTo>
                      <a:pt x="1" y="0"/>
                    </a:lnTo>
                    <a:lnTo>
                      <a:pt x="1" y="0"/>
                    </a:lnTo>
                    <a:lnTo>
                      <a:pt x="1" y="86"/>
                    </a:lnTo>
                    <a:close/>
                  </a:path>
                </a:pathLst>
              </a:custGeom>
              <a:solidFill>
                <a:srgbClr val="3E0F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84"/>
              <p:cNvSpPr/>
              <p:nvPr/>
            </p:nvSpPr>
            <p:spPr>
              <a:xfrm rot="10800000">
                <a:off x="4388297" y="3487007"/>
                <a:ext cx="13" cy="5231"/>
              </a:xfrm>
              <a:custGeom>
                <a:avLst/>
                <a:gdLst/>
                <a:ahLst/>
                <a:cxnLst/>
                <a:rect l="l" t="t" r="r" b="b"/>
                <a:pathLst>
                  <a:path w="1" h="87" fill="none" extrusionOk="0">
                    <a:moveTo>
                      <a:pt x="1" y="86"/>
                    </a:moveTo>
                    <a:lnTo>
                      <a:pt x="1" y="86"/>
                    </a:lnTo>
                    <a:lnTo>
                      <a:pt x="1" y="0"/>
                    </a:lnTo>
                    <a:lnTo>
                      <a:pt x="1" y="0"/>
                    </a:lnTo>
                    <a:lnTo>
                      <a:pt x="1" y="8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84"/>
              <p:cNvSpPr/>
              <p:nvPr/>
            </p:nvSpPr>
            <p:spPr>
              <a:xfrm rot="10800000">
                <a:off x="4282209" y="3518031"/>
                <a:ext cx="54657" cy="95719"/>
              </a:xfrm>
              <a:custGeom>
                <a:avLst/>
                <a:gdLst/>
                <a:ahLst/>
                <a:cxnLst/>
                <a:rect l="l" t="t" r="r" b="b"/>
                <a:pathLst>
                  <a:path w="4085" h="1592" extrusionOk="0">
                    <a:moveTo>
                      <a:pt x="3724" y="0"/>
                    </a:moveTo>
                    <a:lnTo>
                      <a:pt x="3214" y="7"/>
                    </a:lnTo>
                    <a:lnTo>
                      <a:pt x="2763" y="26"/>
                    </a:lnTo>
                    <a:lnTo>
                      <a:pt x="2343" y="46"/>
                    </a:lnTo>
                    <a:lnTo>
                      <a:pt x="1982" y="73"/>
                    </a:lnTo>
                    <a:lnTo>
                      <a:pt x="1652" y="106"/>
                    </a:lnTo>
                    <a:lnTo>
                      <a:pt x="1352" y="145"/>
                    </a:lnTo>
                    <a:lnTo>
                      <a:pt x="1081" y="192"/>
                    </a:lnTo>
                    <a:lnTo>
                      <a:pt x="871" y="238"/>
                    </a:lnTo>
                    <a:lnTo>
                      <a:pt x="661" y="284"/>
                    </a:lnTo>
                    <a:lnTo>
                      <a:pt x="511" y="337"/>
                    </a:lnTo>
                    <a:lnTo>
                      <a:pt x="361" y="396"/>
                    </a:lnTo>
                    <a:lnTo>
                      <a:pt x="240" y="449"/>
                    </a:lnTo>
                    <a:lnTo>
                      <a:pt x="150" y="509"/>
                    </a:lnTo>
                    <a:lnTo>
                      <a:pt x="90" y="561"/>
                    </a:lnTo>
                    <a:lnTo>
                      <a:pt x="0" y="667"/>
                    </a:lnTo>
                    <a:lnTo>
                      <a:pt x="240" y="667"/>
                    </a:lnTo>
                    <a:lnTo>
                      <a:pt x="631" y="674"/>
                    </a:lnTo>
                    <a:lnTo>
                      <a:pt x="1021" y="687"/>
                    </a:lnTo>
                    <a:lnTo>
                      <a:pt x="1382" y="707"/>
                    </a:lnTo>
                    <a:lnTo>
                      <a:pt x="1742" y="733"/>
                    </a:lnTo>
                    <a:lnTo>
                      <a:pt x="2073" y="773"/>
                    </a:lnTo>
                    <a:lnTo>
                      <a:pt x="2373" y="819"/>
                    </a:lnTo>
                    <a:lnTo>
                      <a:pt x="2673" y="872"/>
                    </a:lnTo>
                    <a:lnTo>
                      <a:pt x="2944" y="931"/>
                    </a:lnTo>
                    <a:lnTo>
                      <a:pt x="3124" y="984"/>
                    </a:lnTo>
                    <a:lnTo>
                      <a:pt x="3274" y="1044"/>
                    </a:lnTo>
                    <a:lnTo>
                      <a:pt x="3424" y="1123"/>
                    </a:lnTo>
                    <a:lnTo>
                      <a:pt x="3544" y="1209"/>
                    </a:lnTo>
                    <a:lnTo>
                      <a:pt x="3634" y="1301"/>
                    </a:lnTo>
                    <a:lnTo>
                      <a:pt x="3724" y="1394"/>
                    </a:lnTo>
                    <a:lnTo>
                      <a:pt x="3754" y="1493"/>
                    </a:lnTo>
                    <a:lnTo>
                      <a:pt x="3784" y="1592"/>
                    </a:lnTo>
                    <a:lnTo>
                      <a:pt x="3784" y="462"/>
                    </a:lnTo>
                    <a:lnTo>
                      <a:pt x="3754" y="343"/>
                    </a:lnTo>
                    <a:lnTo>
                      <a:pt x="3784" y="225"/>
                    </a:lnTo>
                    <a:lnTo>
                      <a:pt x="3845" y="165"/>
                    </a:lnTo>
                    <a:lnTo>
                      <a:pt x="3905" y="112"/>
                    </a:lnTo>
                    <a:lnTo>
                      <a:pt x="3995" y="53"/>
                    </a:lnTo>
                    <a:lnTo>
                      <a:pt x="4085" y="0"/>
                    </a:lnTo>
                    <a:close/>
                  </a:path>
                </a:pathLst>
              </a:custGeom>
              <a:solidFill>
                <a:srgbClr val="FF7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84"/>
              <p:cNvSpPr/>
              <p:nvPr/>
            </p:nvSpPr>
            <p:spPr>
              <a:xfrm rot="10800000">
                <a:off x="4282209" y="3516828"/>
                <a:ext cx="54657" cy="96921"/>
              </a:xfrm>
              <a:custGeom>
                <a:avLst/>
                <a:gdLst/>
                <a:ahLst/>
                <a:cxnLst/>
                <a:rect l="l" t="t" r="r" b="b"/>
                <a:pathLst>
                  <a:path w="4085" h="1612" fill="none" extrusionOk="0">
                    <a:moveTo>
                      <a:pt x="3784" y="1612"/>
                    </a:moveTo>
                    <a:lnTo>
                      <a:pt x="3784" y="462"/>
                    </a:lnTo>
                    <a:lnTo>
                      <a:pt x="3784" y="462"/>
                    </a:lnTo>
                    <a:lnTo>
                      <a:pt x="3754" y="343"/>
                    </a:lnTo>
                    <a:lnTo>
                      <a:pt x="3784" y="225"/>
                    </a:lnTo>
                    <a:lnTo>
                      <a:pt x="3845" y="165"/>
                    </a:lnTo>
                    <a:lnTo>
                      <a:pt x="3905" y="112"/>
                    </a:lnTo>
                    <a:lnTo>
                      <a:pt x="3995" y="53"/>
                    </a:lnTo>
                    <a:lnTo>
                      <a:pt x="4085" y="0"/>
                    </a:lnTo>
                    <a:lnTo>
                      <a:pt x="4085" y="0"/>
                    </a:lnTo>
                    <a:lnTo>
                      <a:pt x="3875" y="0"/>
                    </a:lnTo>
                    <a:lnTo>
                      <a:pt x="3875" y="0"/>
                    </a:lnTo>
                    <a:lnTo>
                      <a:pt x="3724" y="0"/>
                    </a:lnTo>
                    <a:lnTo>
                      <a:pt x="3724" y="0"/>
                    </a:lnTo>
                    <a:lnTo>
                      <a:pt x="3214" y="7"/>
                    </a:lnTo>
                    <a:lnTo>
                      <a:pt x="2763" y="26"/>
                    </a:lnTo>
                    <a:lnTo>
                      <a:pt x="2343" y="46"/>
                    </a:lnTo>
                    <a:lnTo>
                      <a:pt x="1982" y="73"/>
                    </a:lnTo>
                    <a:lnTo>
                      <a:pt x="1652" y="106"/>
                    </a:lnTo>
                    <a:lnTo>
                      <a:pt x="1352" y="145"/>
                    </a:lnTo>
                    <a:lnTo>
                      <a:pt x="1081" y="192"/>
                    </a:lnTo>
                    <a:lnTo>
                      <a:pt x="871" y="238"/>
                    </a:lnTo>
                    <a:lnTo>
                      <a:pt x="661" y="284"/>
                    </a:lnTo>
                    <a:lnTo>
                      <a:pt x="511" y="337"/>
                    </a:lnTo>
                    <a:lnTo>
                      <a:pt x="361" y="396"/>
                    </a:lnTo>
                    <a:lnTo>
                      <a:pt x="240" y="449"/>
                    </a:lnTo>
                    <a:lnTo>
                      <a:pt x="150" y="509"/>
                    </a:lnTo>
                    <a:lnTo>
                      <a:pt x="90" y="561"/>
                    </a:lnTo>
                    <a:lnTo>
                      <a:pt x="0" y="667"/>
                    </a:lnTo>
                    <a:lnTo>
                      <a:pt x="0" y="667"/>
                    </a:lnTo>
                    <a:lnTo>
                      <a:pt x="240" y="667"/>
                    </a:lnTo>
                    <a:lnTo>
                      <a:pt x="240" y="667"/>
                    </a:lnTo>
                    <a:lnTo>
                      <a:pt x="631" y="674"/>
                    </a:lnTo>
                    <a:lnTo>
                      <a:pt x="1021" y="687"/>
                    </a:lnTo>
                    <a:lnTo>
                      <a:pt x="1382" y="707"/>
                    </a:lnTo>
                    <a:lnTo>
                      <a:pt x="1742" y="733"/>
                    </a:lnTo>
                    <a:lnTo>
                      <a:pt x="2073" y="773"/>
                    </a:lnTo>
                    <a:lnTo>
                      <a:pt x="2373" y="819"/>
                    </a:lnTo>
                    <a:lnTo>
                      <a:pt x="2673" y="872"/>
                    </a:lnTo>
                    <a:lnTo>
                      <a:pt x="2944" y="931"/>
                    </a:lnTo>
                    <a:lnTo>
                      <a:pt x="2944" y="931"/>
                    </a:lnTo>
                    <a:lnTo>
                      <a:pt x="3124" y="984"/>
                    </a:lnTo>
                    <a:lnTo>
                      <a:pt x="3274" y="1044"/>
                    </a:lnTo>
                    <a:lnTo>
                      <a:pt x="3424" y="1123"/>
                    </a:lnTo>
                    <a:lnTo>
                      <a:pt x="3544" y="1209"/>
                    </a:lnTo>
                    <a:lnTo>
                      <a:pt x="3634" y="1301"/>
                    </a:lnTo>
                    <a:lnTo>
                      <a:pt x="3724" y="1394"/>
                    </a:lnTo>
                    <a:lnTo>
                      <a:pt x="3754" y="1493"/>
                    </a:lnTo>
                    <a:lnTo>
                      <a:pt x="3784" y="1592"/>
                    </a:lnTo>
                    <a:lnTo>
                      <a:pt x="3784" y="1612"/>
                    </a:lnTo>
                    <a:lnTo>
                      <a:pt x="3784" y="161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84"/>
              <p:cNvSpPr/>
              <p:nvPr/>
            </p:nvSpPr>
            <p:spPr>
              <a:xfrm rot="10800000">
                <a:off x="4235995" y="3516828"/>
                <a:ext cx="50643" cy="96921"/>
              </a:xfrm>
              <a:custGeom>
                <a:avLst/>
                <a:gdLst/>
                <a:ahLst/>
                <a:cxnLst/>
                <a:rect l="l" t="t" r="r" b="b"/>
                <a:pathLst>
                  <a:path w="3785" h="1612" extrusionOk="0">
                    <a:moveTo>
                      <a:pt x="331" y="0"/>
                    </a:moveTo>
                    <a:lnTo>
                      <a:pt x="241" y="53"/>
                    </a:lnTo>
                    <a:lnTo>
                      <a:pt x="151" y="112"/>
                    </a:lnTo>
                    <a:lnTo>
                      <a:pt x="91" y="165"/>
                    </a:lnTo>
                    <a:lnTo>
                      <a:pt x="30" y="225"/>
                    </a:lnTo>
                    <a:lnTo>
                      <a:pt x="0" y="343"/>
                    </a:lnTo>
                    <a:lnTo>
                      <a:pt x="30" y="462"/>
                    </a:lnTo>
                    <a:lnTo>
                      <a:pt x="30" y="1612"/>
                    </a:lnTo>
                    <a:lnTo>
                      <a:pt x="211" y="1612"/>
                    </a:lnTo>
                    <a:lnTo>
                      <a:pt x="721" y="1605"/>
                    </a:lnTo>
                    <a:lnTo>
                      <a:pt x="1202" y="1592"/>
                    </a:lnTo>
                    <a:lnTo>
                      <a:pt x="1622" y="1565"/>
                    </a:lnTo>
                    <a:lnTo>
                      <a:pt x="1983" y="1539"/>
                    </a:lnTo>
                    <a:lnTo>
                      <a:pt x="2313" y="1499"/>
                    </a:lnTo>
                    <a:lnTo>
                      <a:pt x="2583" y="1460"/>
                    </a:lnTo>
                    <a:lnTo>
                      <a:pt x="2824" y="1414"/>
                    </a:lnTo>
                    <a:lnTo>
                      <a:pt x="3034" y="1367"/>
                    </a:lnTo>
                    <a:lnTo>
                      <a:pt x="3214" y="1314"/>
                    </a:lnTo>
                    <a:lnTo>
                      <a:pt x="3364" y="1262"/>
                    </a:lnTo>
                    <a:lnTo>
                      <a:pt x="3484" y="1202"/>
                    </a:lnTo>
                    <a:lnTo>
                      <a:pt x="3575" y="1143"/>
                    </a:lnTo>
                    <a:lnTo>
                      <a:pt x="3695" y="1030"/>
                    </a:lnTo>
                    <a:lnTo>
                      <a:pt x="3755" y="918"/>
                    </a:lnTo>
                    <a:lnTo>
                      <a:pt x="3785" y="859"/>
                    </a:lnTo>
                    <a:lnTo>
                      <a:pt x="3785" y="793"/>
                    </a:lnTo>
                    <a:lnTo>
                      <a:pt x="3755" y="727"/>
                    </a:lnTo>
                    <a:lnTo>
                      <a:pt x="3725" y="654"/>
                    </a:lnTo>
                    <a:lnTo>
                      <a:pt x="3665" y="581"/>
                    </a:lnTo>
                    <a:lnTo>
                      <a:pt x="3575" y="509"/>
                    </a:lnTo>
                    <a:lnTo>
                      <a:pt x="3454" y="436"/>
                    </a:lnTo>
                    <a:lnTo>
                      <a:pt x="3274" y="363"/>
                    </a:lnTo>
                    <a:lnTo>
                      <a:pt x="3094" y="291"/>
                    </a:lnTo>
                    <a:lnTo>
                      <a:pt x="2854" y="225"/>
                    </a:lnTo>
                    <a:lnTo>
                      <a:pt x="2553" y="165"/>
                    </a:lnTo>
                    <a:lnTo>
                      <a:pt x="2223" y="119"/>
                    </a:lnTo>
                    <a:lnTo>
                      <a:pt x="1833" y="73"/>
                    </a:lnTo>
                    <a:lnTo>
                      <a:pt x="1382" y="40"/>
                    </a:lnTo>
                    <a:lnTo>
                      <a:pt x="901" y="13"/>
                    </a:lnTo>
                    <a:lnTo>
                      <a:pt x="331" y="0"/>
                    </a:lnTo>
                    <a:close/>
                  </a:path>
                </a:pathLst>
              </a:custGeom>
              <a:solidFill>
                <a:srgbClr val="FF30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84"/>
              <p:cNvSpPr/>
              <p:nvPr/>
            </p:nvSpPr>
            <p:spPr>
              <a:xfrm rot="10800000">
                <a:off x="4235995" y="3516828"/>
                <a:ext cx="50643" cy="96921"/>
              </a:xfrm>
              <a:custGeom>
                <a:avLst/>
                <a:gdLst/>
                <a:ahLst/>
                <a:cxnLst/>
                <a:rect l="l" t="t" r="r" b="b"/>
                <a:pathLst>
                  <a:path w="3785" h="1612" fill="none" extrusionOk="0">
                    <a:moveTo>
                      <a:pt x="30" y="1612"/>
                    </a:moveTo>
                    <a:lnTo>
                      <a:pt x="30" y="1612"/>
                    </a:lnTo>
                    <a:lnTo>
                      <a:pt x="211" y="1612"/>
                    </a:lnTo>
                    <a:lnTo>
                      <a:pt x="211" y="1612"/>
                    </a:lnTo>
                    <a:lnTo>
                      <a:pt x="721" y="1605"/>
                    </a:lnTo>
                    <a:lnTo>
                      <a:pt x="1202" y="1592"/>
                    </a:lnTo>
                    <a:lnTo>
                      <a:pt x="1622" y="1565"/>
                    </a:lnTo>
                    <a:lnTo>
                      <a:pt x="1983" y="1539"/>
                    </a:lnTo>
                    <a:lnTo>
                      <a:pt x="2313" y="1499"/>
                    </a:lnTo>
                    <a:lnTo>
                      <a:pt x="2583" y="1460"/>
                    </a:lnTo>
                    <a:lnTo>
                      <a:pt x="2824" y="1414"/>
                    </a:lnTo>
                    <a:lnTo>
                      <a:pt x="3034" y="1367"/>
                    </a:lnTo>
                    <a:lnTo>
                      <a:pt x="3214" y="1314"/>
                    </a:lnTo>
                    <a:lnTo>
                      <a:pt x="3364" y="1262"/>
                    </a:lnTo>
                    <a:lnTo>
                      <a:pt x="3484" y="1202"/>
                    </a:lnTo>
                    <a:lnTo>
                      <a:pt x="3575" y="1143"/>
                    </a:lnTo>
                    <a:lnTo>
                      <a:pt x="3695" y="1030"/>
                    </a:lnTo>
                    <a:lnTo>
                      <a:pt x="3755" y="918"/>
                    </a:lnTo>
                    <a:lnTo>
                      <a:pt x="3755" y="918"/>
                    </a:lnTo>
                    <a:lnTo>
                      <a:pt x="3785" y="859"/>
                    </a:lnTo>
                    <a:lnTo>
                      <a:pt x="3785" y="793"/>
                    </a:lnTo>
                    <a:lnTo>
                      <a:pt x="3755" y="727"/>
                    </a:lnTo>
                    <a:lnTo>
                      <a:pt x="3725" y="654"/>
                    </a:lnTo>
                    <a:lnTo>
                      <a:pt x="3665" y="581"/>
                    </a:lnTo>
                    <a:lnTo>
                      <a:pt x="3575" y="509"/>
                    </a:lnTo>
                    <a:lnTo>
                      <a:pt x="3454" y="436"/>
                    </a:lnTo>
                    <a:lnTo>
                      <a:pt x="3274" y="363"/>
                    </a:lnTo>
                    <a:lnTo>
                      <a:pt x="3094" y="291"/>
                    </a:lnTo>
                    <a:lnTo>
                      <a:pt x="2854" y="225"/>
                    </a:lnTo>
                    <a:lnTo>
                      <a:pt x="2553" y="165"/>
                    </a:lnTo>
                    <a:lnTo>
                      <a:pt x="2223" y="119"/>
                    </a:lnTo>
                    <a:lnTo>
                      <a:pt x="1833" y="73"/>
                    </a:lnTo>
                    <a:lnTo>
                      <a:pt x="1382" y="40"/>
                    </a:lnTo>
                    <a:lnTo>
                      <a:pt x="901" y="13"/>
                    </a:lnTo>
                    <a:lnTo>
                      <a:pt x="331" y="0"/>
                    </a:lnTo>
                    <a:lnTo>
                      <a:pt x="331" y="0"/>
                    </a:lnTo>
                    <a:lnTo>
                      <a:pt x="241" y="53"/>
                    </a:lnTo>
                    <a:lnTo>
                      <a:pt x="151" y="112"/>
                    </a:lnTo>
                    <a:lnTo>
                      <a:pt x="91" y="165"/>
                    </a:lnTo>
                    <a:lnTo>
                      <a:pt x="30" y="225"/>
                    </a:lnTo>
                    <a:lnTo>
                      <a:pt x="0" y="343"/>
                    </a:lnTo>
                    <a:lnTo>
                      <a:pt x="30" y="462"/>
                    </a:lnTo>
                    <a:lnTo>
                      <a:pt x="30" y="1612"/>
                    </a:lnTo>
                    <a:lnTo>
                      <a:pt x="30" y="1612"/>
                    </a:lnTo>
                    <a:lnTo>
                      <a:pt x="30" y="161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84"/>
              <p:cNvSpPr/>
              <p:nvPr/>
            </p:nvSpPr>
            <p:spPr>
              <a:xfrm rot="10800000">
                <a:off x="4286223" y="3516828"/>
                <a:ext cx="51045" cy="56818"/>
              </a:xfrm>
              <a:custGeom>
                <a:avLst/>
                <a:gdLst/>
                <a:ahLst/>
                <a:cxnLst/>
                <a:rect l="l" t="t" r="r" b="b"/>
                <a:pathLst>
                  <a:path w="3815" h="945" extrusionOk="0">
                    <a:moveTo>
                      <a:pt x="30" y="0"/>
                    </a:moveTo>
                    <a:lnTo>
                      <a:pt x="0" y="93"/>
                    </a:lnTo>
                    <a:lnTo>
                      <a:pt x="0" y="172"/>
                    </a:lnTo>
                    <a:lnTo>
                      <a:pt x="0" y="225"/>
                    </a:lnTo>
                    <a:lnTo>
                      <a:pt x="30" y="284"/>
                    </a:lnTo>
                    <a:lnTo>
                      <a:pt x="90" y="344"/>
                    </a:lnTo>
                    <a:lnTo>
                      <a:pt x="180" y="410"/>
                    </a:lnTo>
                    <a:lnTo>
                      <a:pt x="300" y="469"/>
                    </a:lnTo>
                    <a:lnTo>
                      <a:pt x="451" y="535"/>
                    </a:lnTo>
                    <a:lnTo>
                      <a:pt x="631" y="601"/>
                    </a:lnTo>
                    <a:lnTo>
                      <a:pt x="841" y="661"/>
                    </a:lnTo>
                    <a:lnTo>
                      <a:pt x="1081" y="720"/>
                    </a:lnTo>
                    <a:lnTo>
                      <a:pt x="1352" y="773"/>
                    </a:lnTo>
                    <a:lnTo>
                      <a:pt x="1682" y="819"/>
                    </a:lnTo>
                    <a:lnTo>
                      <a:pt x="2012" y="865"/>
                    </a:lnTo>
                    <a:lnTo>
                      <a:pt x="2403" y="898"/>
                    </a:lnTo>
                    <a:lnTo>
                      <a:pt x="2823" y="925"/>
                    </a:lnTo>
                    <a:lnTo>
                      <a:pt x="3304" y="945"/>
                    </a:lnTo>
                    <a:lnTo>
                      <a:pt x="3814" y="945"/>
                    </a:lnTo>
                    <a:lnTo>
                      <a:pt x="3814" y="925"/>
                    </a:lnTo>
                    <a:lnTo>
                      <a:pt x="3784" y="826"/>
                    </a:lnTo>
                    <a:lnTo>
                      <a:pt x="3754" y="727"/>
                    </a:lnTo>
                    <a:lnTo>
                      <a:pt x="3664" y="634"/>
                    </a:lnTo>
                    <a:lnTo>
                      <a:pt x="3574" y="542"/>
                    </a:lnTo>
                    <a:lnTo>
                      <a:pt x="3454" y="456"/>
                    </a:lnTo>
                    <a:lnTo>
                      <a:pt x="3304" y="377"/>
                    </a:lnTo>
                    <a:lnTo>
                      <a:pt x="3154" y="317"/>
                    </a:lnTo>
                    <a:lnTo>
                      <a:pt x="2974" y="264"/>
                    </a:lnTo>
                    <a:lnTo>
                      <a:pt x="2703" y="205"/>
                    </a:lnTo>
                    <a:lnTo>
                      <a:pt x="2403" y="152"/>
                    </a:lnTo>
                    <a:lnTo>
                      <a:pt x="2103" y="106"/>
                    </a:lnTo>
                    <a:lnTo>
                      <a:pt x="1772" y="66"/>
                    </a:lnTo>
                    <a:lnTo>
                      <a:pt x="1412" y="40"/>
                    </a:lnTo>
                    <a:lnTo>
                      <a:pt x="1051" y="20"/>
                    </a:lnTo>
                    <a:lnTo>
                      <a:pt x="661" y="7"/>
                    </a:lnTo>
                    <a:lnTo>
                      <a:pt x="270" y="0"/>
                    </a:lnTo>
                    <a:close/>
                  </a:path>
                </a:pathLst>
              </a:custGeom>
              <a:solidFill>
                <a:srgbClr val="7144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84"/>
              <p:cNvSpPr/>
              <p:nvPr/>
            </p:nvSpPr>
            <p:spPr>
              <a:xfrm rot="10800000">
                <a:off x="4286223" y="3516828"/>
                <a:ext cx="51045" cy="56818"/>
              </a:xfrm>
              <a:custGeom>
                <a:avLst/>
                <a:gdLst/>
                <a:ahLst/>
                <a:cxnLst/>
                <a:rect l="l" t="t" r="r" b="b"/>
                <a:pathLst>
                  <a:path w="3815" h="945" fill="none" extrusionOk="0">
                    <a:moveTo>
                      <a:pt x="3814" y="945"/>
                    </a:moveTo>
                    <a:lnTo>
                      <a:pt x="3814" y="925"/>
                    </a:lnTo>
                    <a:lnTo>
                      <a:pt x="3814" y="925"/>
                    </a:lnTo>
                    <a:lnTo>
                      <a:pt x="3784" y="826"/>
                    </a:lnTo>
                    <a:lnTo>
                      <a:pt x="3754" y="727"/>
                    </a:lnTo>
                    <a:lnTo>
                      <a:pt x="3664" y="634"/>
                    </a:lnTo>
                    <a:lnTo>
                      <a:pt x="3574" y="542"/>
                    </a:lnTo>
                    <a:lnTo>
                      <a:pt x="3454" y="456"/>
                    </a:lnTo>
                    <a:lnTo>
                      <a:pt x="3304" y="377"/>
                    </a:lnTo>
                    <a:lnTo>
                      <a:pt x="3154" y="317"/>
                    </a:lnTo>
                    <a:lnTo>
                      <a:pt x="2974" y="264"/>
                    </a:lnTo>
                    <a:lnTo>
                      <a:pt x="2974" y="264"/>
                    </a:lnTo>
                    <a:lnTo>
                      <a:pt x="2703" y="205"/>
                    </a:lnTo>
                    <a:lnTo>
                      <a:pt x="2403" y="152"/>
                    </a:lnTo>
                    <a:lnTo>
                      <a:pt x="2103" y="106"/>
                    </a:lnTo>
                    <a:lnTo>
                      <a:pt x="1772" y="66"/>
                    </a:lnTo>
                    <a:lnTo>
                      <a:pt x="1412" y="40"/>
                    </a:lnTo>
                    <a:lnTo>
                      <a:pt x="1051" y="20"/>
                    </a:lnTo>
                    <a:lnTo>
                      <a:pt x="661" y="7"/>
                    </a:lnTo>
                    <a:lnTo>
                      <a:pt x="270" y="0"/>
                    </a:lnTo>
                    <a:lnTo>
                      <a:pt x="270" y="0"/>
                    </a:lnTo>
                    <a:lnTo>
                      <a:pt x="30" y="0"/>
                    </a:lnTo>
                    <a:lnTo>
                      <a:pt x="30" y="0"/>
                    </a:lnTo>
                    <a:lnTo>
                      <a:pt x="0" y="93"/>
                    </a:lnTo>
                    <a:lnTo>
                      <a:pt x="0" y="172"/>
                    </a:lnTo>
                    <a:lnTo>
                      <a:pt x="0" y="172"/>
                    </a:lnTo>
                    <a:lnTo>
                      <a:pt x="0" y="225"/>
                    </a:lnTo>
                    <a:lnTo>
                      <a:pt x="30" y="284"/>
                    </a:lnTo>
                    <a:lnTo>
                      <a:pt x="90" y="344"/>
                    </a:lnTo>
                    <a:lnTo>
                      <a:pt x="180" y="410"/>
                    </a:lnTo>
                    <a:lnTo>
                      <a:pt x="300" y="469"/>
                    </a:lnTo>
                    <a:lnTo>
                      <a:pt x="451" y="535"/>
                    </a:lnTo>
                    <a:lnTo>
                      <a:pt x="631" y="601"/>
                    </a:lnTo>
                    <a:lnTo>
                      <a:pt x="841" y="661"/>
                    </a:lnTo>
                    <a:lnTo>
                      <a:pt x="1081" y="720"/>
                    </a:lnTo>
                    <a:lnTo>
                      <a:pt x="1352" y="773"/>
                    </a:lnTo>
                    <a:lnTo>
                      <a:pt x="1682" y="819"/>
                    </a:lnTo>
                    <a:lnTo>
                      <a:pt x="2012" y="865"/>
                    </a:lnTo>
                    <a:lnTo>
                      <a:pt x="2403" y="898"/>
                    </a:lnTo>
                    <a:lnTo>
                      <a:pt x="2823" y="925"/>
                    </a:lnTo>
                    <a:lnTo>
                      <a:pt x="3304" y="945"/>
                    </a:lnTo>
                    <a:lnTo>
                      <a:pt x="3814" y="94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84"/>
              <p:cNvSpPr/>
              <p:nvPr/>
            </p:nvSpPr>
            <p:spPr>
              <a:xfrm rot="10800000">
                <a:off x="4033051" y="3544245"/>
                <a:ext cx="101688" cy="96921"/>
              </a:xfrm>
              <a:custGeom>
                <a:avLst/>
                <a:gdLst/>
                <a:ahLst/>
                <a:cxnLst/>
                <a:rect l="l" t="t" r="r" b="b"/>
                <a:pathLst>
                  <a:path w="7600" h="1612" extrusionOk="0">
                    <a:moveTo>
                      <a:pt x="3785" y="0"/>
                    </a:moveTo>
                    <a:lnTo>
                      <a:pt x="3184" y="7"/>
                    </a:lnTo>
                    <a:lnTo>
                      <a:pt x="2644" y="27"/>
                    </a:lnTo>
                    <a:lnTo>
                      <a:pt x="2163" y="60"/>
                    </a:lnTo>
                    <a:lnTo>
                      <a:pt x="1773" y="99"/>
                    </a:lnTo>
                    <a:lnTo>
                      <a:pt x="1412" y="146"/>
                    </a:lnTo>
                    <a:lnTo>
                      <a:pt x="1082" y="198"/>
                    </a:lnTo>
                    <a:lnTo>
                      <a:pt x="842" y="258"/>
                    </a:lnTo>
                    <a:lnTo>
                      <a:pt x="631" y="317"/>
                    </a:lnTo>
                    <a:lnTo>
                      <a:pt x="451" y="383"/>
                    </a:lnTo>
                    <a:lnTo>
                      <a:pt x="301" y="449"/>
                    </a:lnTo>
                    <a:lnTo>
                      <a:pt x="211" y="515"/>
                    </a:lnTo>
                    <a:lnTo>
                      <a:pt x="121" y="582"/>
                    </a:lnTo>
                    <a:lnTo>
                      <a:pt x="61" y="648"/>
                    </a:lnTo>
                    <a:lnTo>
                      <a:pt x="31" y="707"/>
                    </a:lnTo>
                    <a:lnTo>
                      <a:pt x="1" y="819"/>
                    </a:lnTo>
                    <a:lnTo>
                      <a:pt x="391" y="833"/>
                    </a:lnTo>
                    <a:lnTo>
                      <a:pt x="781" y="846"/>
                    </a:lnTo>
                    <a:lnTo>
                      <a:pt x="1172" y="872"/>
                    </a:lnTo>
                    <a:lnTo>
                      <a:pt x="1532" y="905"/>
                    </a:lnTo>
                    <a:lnTo>
                      <a:pt x="1893" y="938"/>
                    </a:lnTo>
                    <a:lnTo>
                      <a:pt x="2223" y="978"/>
                    </a:lnTo>
                    <a:lnTo>
                      <a:pt x="2523" y="1024"/>
                    </a:lnTo>
                    <a:lnTo>
                      <a:pt x="2824" y="1077"/>
                    </a:lnTo>
                    <a:lnTo>
                      <a:pt x="3034" y="1123"/>
                    </a:lnTo>
                    <a:lnTo>
                      <a:pt x="3244" y="1183"/>
                    </a:lnTo>
                    <a:lnTo>
                      <a:pt x="3394" y="1242"/>
                    </a:lnTo>
                    <a:lnTo>
                      <a:pt x="3545" y="1308"/>
                    </a:lnTo>
                    <a:lnTo>
                      <a:pt x="3635" y="1381"/>
                    </a:lnTo>
                    <a:lnTo>
                      <a:pt x="3725" y="1453"/>
                    </a:lnTo>
                    <a:lnTo>
                      <a:pt x="3785" y="1533"/>
                    </a:lnTo>
                    <a:lnTo>
                      <a:pt x="3845" y="1612"/>
                    </a:lnTo>
                    <a:lnTo>
                      <a:pt x="4265" y="1612"/>
                    </a:lnTo>
                    <a:lnTo>
                      <a:pt x="4746" y="1599"/>
                    </a:lnTo>
                    <a:lnTo>
                      <a:pt x="5197" y="1579"/>
                    </a:lnTo>
                    <a:lnTo>
                      <a:pt x="5587" y="1553"/>
                    </a:lnTo>
                    <a:lnTo>
                      <a:pt x="5917" y="1526"/>
                    </a:lnTo>
                    <a:lnTo>
                      <a:pt x="6218" y="1486"/>
                    </a:lnTo>
                    <a:lnTo>
                      <a:pt x="6488" y="1447"/>
                    </a:lnTo>
                    <a:lnTo>
                      <a:pt x="6698" y="1401"/>
                    </a:lnTo>
                    <a:lnTo>
                      <a:pt x="6878" y="1354"/>
                    </a:lnTo>
                    <a:lnTo>
                      <a:pt x="7059" y="1301"/>
                    </a:lnTo>
                    <a:lnTo>
                      <a:pt x="7179" y="1249"/>
                    </a:lnTo>
                    <a:lnTo>
                      <a:pt x="7299" y="1196"/>
                    </a:lnTo>
                    <a:lnTo>
                      <a:pt x="7389" y="1136"/>
                    </a:lnTo>
                    <a:lnTo>
                      <a:pt x="7509" y="1024"/>
                    </a:lnTo>
                    <a:lnTo>
                      <a:pt x="7569" y="912"/>
                    </a:lnTo>
                    <a:lnTo>
                      <a:pt x="7599" y="852"/>
                    </a:lnTo>
                    <a:lnTo>
                      <a:pt x="7599" y="793"/>
                    </a:lnTo>
                    <a:lnTo>
                      <a:pt x="7569" y="720"/>
                    </a:lnTo>
                    <a:lnTo>
                      <a:pt x="7539" y="648"/>
                    </a:lnTo>
                    <a:lnTo>
                      <a:pt x="7479" y="575"/>
                    </a:lnTo>
                    <a:lnTo>
                      <a:pt x="7359" y="496"/>
                    </a:lnTo>
                    <a:lnTo>
                      <a:pt x="7239" y="423"/>
                    </a:lnTo>
                    <a:lnTo>
                      <a:pt x="7059" y="350"/>
                    </a:lnTo>
                    <a:lnTo>
                      <a:pt x="6848" y="278"/>
                    </a:lnTo>
                    <a:lnTo>
                      <a:pt x="6608" y="212"/>
                    </a:lnTo>
                    <a:lnTo>
                      <a:pt x="6278" y="152"/>
                    </a:lnTo>
                    <a:lnTo>
                      <a:pt x="5947" y="99"/>
                    </a:lnTo>
                    <a:lnTo>
                      <a:pt x="5527" y="60"/>
                    </a:lnTo>
                    <a:lnTo>
                      <a:pt x="5046" y="27"/>
                    </a:lnTo>
                    <a:lnTo>
                      <a:pt x="4536" y="7"/>
                    </a:lnTo>
                    <a:lnTo>
                      <a:pt x="3935" y="0"/>
                    </a:lnTo>
                    <a:close/>
                  </a:path>
                </a:pathLst>
              </a:custGeom>
              <a:solidFill>
                <a:srgbClr val="FF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84"/>
              <p:cNvSpPr/>
              <p:nvPr/>
            </p:nvSpPr>
            <p:spPr>
              <a:xfrm rot="10800000">
                <a:off x="4033051" y="3544245"/>
                <a:ext cx="101688" cy="96921"/>
              </a:xfrm>
              <a:custGeom>
                <a:avLst/>
                <a:gdLst/>
                <a:ahLst/>
                <a:cxnLst/>
                <a:rect l="l" t="t" r="r" b="b"/>
                <a:pathLst>
                  <a:path w="7600" h="1612" fill="none" extrusionOk="0">
                    <a:moveTo>
                      <a:pt x="3845" y="1612"/>
                    </a:moveTo>
                    <a:lnTo>
                      <a:pt x="3845" y="1612"/>
                    </a:lnTo>
                    <a:lnTo>
                      <a:pt x="4145" y="1612"/>
                    </a:lnTo>
                    <a:lnTo>
                      <a:pt x="4145" y="1612"/>
                    </a:lnTo>
                    <a:lnTo>
                      <a:pt x="4205" y="1612"/>
                    </a:lnTo>
                    <a:lnTo>
                      <a:pt x="4205" y="1612"/>
                    </a:lnTo>
                    <a:lnTo>
                      <a:pt x="4265" y="1612"/>
                    </a:lnTo>
                    <a:lnTo>
                      <a:pt x="4265" y="1612"/>
                    </a:lnTo>
                    <a:lnTo>
                      <a:pt x="4746" y="1599"/>
                    </a:lnTo>
                    <a:lnTo>
                      <a:pt x="5197" y="1579"/>
                    </a:lnTo>
                    <a:lnTo>
                      <a:pt x="5587" y="1553"/>
                    </a:lnTo>
                    <a:lnTo>
                      <a:pt x="5917" y="1526"/>
                    </a:lnTo>
                    <a:lnTo>
                      <a:pt x="6218" y="1486"/>
                    </a:lnTo>
                    <a:lnTo>
                      <a:pt x="6488" y="1447"/>
                    </a:lnTo>
                    <a:lnTo>
                      <a:pt x="6698" y="1401"/>
                    </a:lnTo>
                    <a:lnTo>
                      <a:pt x="6878" y="1354"/>
                    </a:lnTo>
                    <a:lnTo>
                      <a:pt x="7059" y="1301"/>
                    </a:lnTo>
                    <a:lnTo>
                      <a:pt x="7179" y="1249"/>
                    </a:lnTo>
                    <a:lnTo>
                      <a:pt x="7299" y="1196"/>
                    </a:lnTo>
                    <a:lnTo>
                      <a:pt x="7389" y="1136"/>
                    </a:lnTo>
                    <a:lnTo>
                      <a:pt x="7509" y="1024"/>
                    </a:lnTo>
                    <a:lnTo>
                      <a:pt x="7569" y="912"/>
                    </a:lnTo>
                    <a:lnTo>
                      <a:pt x="7569" y="912"/>
                    </a:lnTo>
                    <a:lnTo>
                      <a:pt x="7599" y="852"/>
                    </a:lnTo>
                    <a:lnTo>
                      <a:pt x="7599" y="793"/>
                    </a:lnTo>
                    <a:lnTo>
                      <a:pt x="7569" y="720"/>
                    </a:lnTo>
                    <a:lnTo>
                      <a:pt x="7539" y="648"/>
                    </a:lnTo>
                    <a:lnTo>
                      <a:pt x="7479" y="575"/>
                    </a:lnTo>
                    <a:lnTo>
                      <a:pt x="7359" y="496"/>
                    </a:lnTo>
                    <a:lnTo>
                      <a:pt x="7239" y="423"/>
                    </a:lnTo>
                    <a:lnTo>
                      <a:pt x="7059" y="350"/>
                    </a:lnTo>
                    <a:lnTo>
                      <a:pt x="6848" y="278"/>
                    </a:lnTo>
                    <a:lnTo>
                      <a:pt x="6608" y="212"/>
                    </a:lnTo>
                    <a:lnTo>
                      <a:pt x="6278" y="152"/>
                    </a:lnTo>
                    <a:lnTo>
                      <a:pt x="5947" y="99"/>
                    </a:lnTo>
                    <a:lnTo>
                      <a:pt x="5527" y="60"/>
                    </a:lnTo>
                    <a:lnTo>
                      <a:pt x="5046" y="27"/>
                    </a:lnTo>
                    <a:lnTo>
                      <a:pt x="4536" y="7"/>
                    </a:lnTo>
                    <a:lnTo>
                      <a:pt x="3935" y="0"/>
                    </a:lnTo>
                    <a:lnTo>
                      <a:pt x="3935" y="0"/>
                    </a:lnTo>
                    <a:lnTo>
                      <a:pt x="3785" y="0"/>
                    </a:lnTo>
                    <a:lnTo>
                      <a:pt x="3785" y="0"/>
                    </a:lnTo>
                    <a:lnTo>
                      <a:pt x="3184" y="7"/>
                    </a:lnTo>
                    <a:lnTo>
                      <a:pt x="2644" y="27"/>
                    </a:lnTo>
                    <a:lnTo>
                      <a:pt x="2163" y="60"/>
                    </a:lnTo>
                    <a:lnTo>
                      <a:pt x="1773" y="99"/>
                    </a:lnTo>
                    <a:lnTo>
                      <a:pt x="1412" y="146"/>
                    </a:lnTo>
                    <a:lnTo>
                      <a:pt x="1082" y="198"/>
                    </a:lnTo>
                    <a:lnTo>
                      <a:pt x="842" y="258"/>
                    </a:lnTo>
                    <a:lnTo>
                      <a:pt x="631" y="317"/>
                    </a:lnTo>
                    <a:lnTo>
                      <a:pt x="451" y="383"/>
                    </a:lnTo>
                    <a:lnTo>
                      <a:pt x="301" y="449"/>
                    </a:lnTo>
                    <a:lnTo>
                      <a:pt x="211" y="515"/>
                    </a:lnTo>
                    <a:lnTo>
                      <a:pt x="121" y="582"/>
                    </a:lnTo>
                    <a:lnTo>
                      <a:pt x="61" y="648"/>
                    </a:lnTo>
                    <a:lnTo>
                      <a:pt x="31" y="707"/>
                    </a:lnTo>
                    <a:lnTo>
                      <a:pt x="1" y="819"/>
                    </a:lnTo>
                    <a:lnTo>
                      <a:pt x="1" y="819"/>
                    </a:lnTo>
                    <a:lnTo>
                      <a:pt x="391" y="833"/>
                    </a:lnTo>
                    <a:lnTo>
                      <a:pt x="781" y="846"/>
                    </a:lnTo>
                    <a:lnTo>
                      <a:pt x="1172" y="872"/>
                    </a:lnTo>
                    <a:lnTo>
                      <a:pt x="1532" y="905"/>
                    </a:lnTo>
                    <a:lnTo>
                      <a:pt x="1893" y="938"/>
                    </a:lnTo>
                    <a:lnTo>
                      <a:pt x="2223" y="978"/>
                    </a:lnTo>
                    <a:lnTo>
                      <a:pt x="2523" y="1024"/>
                    </a:lnTo>
                    <a:lnTo>
                      <a:pt x="2824" y="1077"/>
                    </a:lnTo>
                    <a:lnTo>
                      <a:pt x="2824" y="1077"/>
                    </a:lnTo>
                    <a:lnTo>
                      <a:pt x="3034" y="1123"/>
                    </a:lnTo>
                    <a:lnTo>
                      <a:pt x="3244" y="1183"/>
                    </a:lnTo>
                    <a:lnTo>
                      <a:pt x="3394" y="1242"/>
                    </a:lnTo>
                    <a:lnTo>
                      <a:pt x="3545" y="1308"/>
                    </a:lnTo>
                    <a:lnTo>
                      <a:pt x="3635" y="1381"/>
                    </a:lnTo>
                    <a:lnTo>
                      <a:pt x="3725" y="1453"/>
                    </a:lnTo>
                    <a:lnTo>
                      <a:pt x="3785" y="1533"/>
                    </a:lnTo>
                    <a:lnTo>
                      <a:pt x="3845" y="161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84"/>
              <p:cNvSpPr/>
              <p:nvPr/>
            </p:nvSpPr>
            <p:spPr>
              <a:xfrm rot="10800000">
                <a:off x="4077662" y="3544245"/>
                <a:ext cx="5646" cy="60"/>
              </a:xfrm>
              <a:custGeom>
                <a:avLst/>
                <a:gdLst/>
                <a:ahLst/>
                <a:cxnLst/>
                <a:rect l="l" t="t" r="r" b="b"/>
                <a:pathLst>
                  <a:path w="422" h="1" extrusionOk="0">
                    <a:moveTo>
                      <a:pt x="1" y="1"/>
                    </a:moveTo>
                    <a:lnTo>
                      <a:pt x="1" y="1"/>
                    </a:lnTo>
                    <a:lnTo>
                      <a:pt x="181" y="1"/>
                    </a:lnTo>
                    <a:lnTo>
                      <a:pt x="181" y="1"/>
                    </a:lnTo>
                    <a:lnTo>
                      <a:pt x="421" y="1"/>
                    </a:lnTo>
                    <a:lnTo>
                      <a:pt x="421" y="1"/>
                    </a:lnTo>
                    <a:lnTo>
                      <a:pt x="361" y="1"/>
                    </a:lnTo>
                    <a:lnTo>
                      <a:pt x="361" y="1"/>
                    </a:lnTo>
                    <a:lnTo>
                      <a:pt x="301" y="1"/>
                    </a:lnTo>
                    <a:lnTo>
                      <a:pt x="301" y="1"/>
                    </a:lnTo>
                    <a:lnTo>
                      <a:pt x="1" y="1"/>
                    </a:lnTo>
                    <a:lnTo>
                      <a:pt x="1" y="1"/>
                    </a:lnTo>
                    <a:lnTo>
                      <a:pt x="1" y="1"/>
                    </a:lnTo>
                    <a:lnTo>
                      <a:pt x="1" y="1"/>
                    </a:lnTo>
                    <a:lnTo>
                      <a:pt x="1" y="1"/>
                    </a:lnTo>
                    <a:close/>
                  </a:path>
                </a:pathLst>
              </a:custGeom>
              <a:solidFill>
                <a:srgbClr val="FF4A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84"/>
              <p:cNvSpPr/>
              <p:nvPr/>
            </p:nvSpPr>
            <p:spPr>
              <a:xfrm rot="10800000">
                <a:off x="4077662" y="3544245"/>
                <a:ext cx="5646" cy="60"/>
              </a:xfrm>
              <a:custGeom>
                <a:avLst/>
                <a:gdLst/>
                <a:ahLst/>
                <a:cxnLst/>
                <a:rect l="l" t="t" r="r" b="b"/>
                <a:pathLst>
                  <a:path w="422" h="1" fill="none" extrusionOk="0">
                    <a:moveTo>
                      <a:pt x="1" y="1"/>
                    </a:moveTo>
                    <a:lnTo>
                      <a:pt x="1" y="1"/>
                    </a:lnTo>
                    <a:lnTo>
                      <a:pt x="181" y="1"/>
                    </a:lnTo>
                    <a:lnTo>
                      <a:pt x="181" y="1"/>
                    </a:lnTo>
                    <a:lnTo>
                      <a:pt x="421" y="1"/>
                    </a:lnTo>
                    <a:lnTo>
                      <a:pt x="421" y="1"/>
                    </a:lnTo>
                    <a:lnTo>
                      <a:pt x="361" y="1"/>
                    </a:lnTo>
                    <a:lnTo>
                      <a:pt x="361" y="1"/>
                    </a:lnTo>
                    <a:lnTo>
                      <a:pt x="301" y="1"/>
                    </a:lnTo>
                    <a:lnTo>
                      <a:pt x="301" y="1"/>
                    </a:lnTo>
                    <a:lnTo>
                      <a:pt x="1" y="1"/>
                    </a:lnTo>
                    <a:lnTo>
                      <a:pt x="1" y="1"/>
                    </a:lnTo>
                    <a:lnTo>
                      <a:pt x="1" y="1"/>
                    </a:lnTo>
                    <a:lnTo>
                      <a:pt x="1"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84"/>
              <p:cNvSpPr/>
              <p:nvPr/>
            </p:nvSpPr>
            <p:spPr>
              <a:xfrm rot="10800000">
                <a:off x="4083293" y="3544245"/>
                <a:ext cx="51446" cy="47679"/>
              </a:xfrm>
              <a:custGeom>
                <a:avLst/>
                <a:gdLst/>
                <a:ahLst/>
                <a:cxnLst/>
                <a:rect l="l" t="t" r="r" b="b"/>
                <a:pathLst>
                  <a:path w="3845" h="793" extrusionOk="0">
                    <a:moveTo>
                      <a:pt x="1" y="0"/>
                    </a:moveTo>
                    <a:lnTo>
                      <a:pt x="1" y="20"/>
                    </a:lnTo>
                    <a:lnTo>
                      <a:pt x="31" y="73"/>
                    </a:lnTo>
                    <a:lnTo>
                      <a:pt x="61" y="126"/>
                    </a:lnTo>
                    <a:lnTo>
                      <a:pt x="121" y="185"/>
                    </a:lnTo>
                    <a:lnTo>
                      <a:pt x="211" y="251"/>
                    </a:lnTo>
                    <a:lnTo>
                      <a:pt x="331" y="317"/>
                    </a:lnTo>
                    <a:lnTo>
                      <a:pt x="481" y="377"/>
                    </a:lnTo>
                    <a:lnTo>
                      <a:pt x="631" y="443"/>
                    </a:lnTo>
                    <a:lnTo>
                      <a:pt x="842" y="502"/>
                    </a:lnTo>
                    <a:lnTo>
                      <a:pt x="1082" y="562"/>
                    </a:lnTo>
                    <a:lnTo>
                      <a:pt x="1352" y="615"/>
                    </a:lnTo>
                    <a:lnTo>
                      <a:pt x="1652" y="661"/>
                    </a:lnTo>
                    <a:lnTo>
                      <a:pt x="1983" y="707"/>
                    </a:lnTo>
                    <a:lnTo>
                      <a:pt x="2373" y="740"/>
                    </a:lnTo>
                    <a:lnTo>
                      <a:pt x="2794" y="767"/>
                    </a:lnTo>
                    <a:lnTo>
                      <a:pt x="3244" y="786"/>
                    </a:lnTo>
                    <a:lnTo>
                      <a:pt x="3725" y="793"/>
                    </a:lnTo>
                    <a:lnTo>
                      <a:pt x="3845" y="793"/>
                    </a:lnTo>
                    <a:lnTo>
                      <a:pt x="3785" y="714"/>
                    </a:lnTo>
                    <a:lnTo>
                      <a:pt x="3725" y="634"/>
                    </a:lnTo>
                    <a:lnTo>
                      <a:pt x="3635" y="562"/>
                    </a:lnTo>
                    <a:lnTo>
                      <a:pt x="3545" y="489"/>
                    </a:lnTo>
                    <a:lnTo>
                      <a:pt x="3394" y="423"/>
                    </a:lnTo>
                    <a:lnTo>
                      <a:pt x="3244" y="364"/>
                    </a:lnTo>
                    <a:lnTo>
                      <a:pt x="3034" y="304"/>
                    </a:lnTo>
                    <a:lnTo>
                      <a:pt x="2824" y="258"/>
                    </a:lnTo>
                    <a:lnTo>
                      <a:pt x="2523" y="205"/>
                    </a:lnTo>
                    <a:lnTo>
                      <a:pt x="2223" y="159"/>
                    </a:lnTo>
                    <a:lnTo>
                      <a:pt x="1893" y="119"/>
                    </a:lnTo>
                    <a:lnTo>
                      <a:pt x="1532" y="86"/>
                    </a:lnTo>
                    <a:lnTo>
                      <a:pt x="1172" y="53"/>
                    </a:lnTo>
                    <a:lnTo>
                      <a:pt x="781" y="27"/>
                    </a:lnTo>
                    <a:lnTo>
                      <a:pt x="391" y="14"/>
                    </a:lnTo>
                    <a:lnTo>
                      <a:pt x="1" y="0"/>
                    </a:lnTo>
                    <a:close/>
                  </a:path>
                </a:pathLst>
              </a:custGeom>
              <a:solidFill>
                <a:srgbClr val="FF64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84"/>
              <p:cNvSpPr/>
              <p:nvPr/>
            </p:nvSpPr>
            <p:spPr>
              <a:xfrm rot="10800000">
                <a:off x="4083293" y="3544245"/>
                <a:ext cx="51446" cy="47679"/>
              </a:xfrm>
              <a:custGeom>
                <a:avLst/>
                <a:gdLst/>
                <a:ahLst/>
                <a:cxnLst/>
                <a:rect l="l" t="t" r="r" b="b"/>
                <a:pathLst>
                  <a:path w="3845" h="793" fill="none" extrusionOk="0">
                    <a:moveTo>
                      <a:pt x="3725" y="793"/>
                    </a:moveTo>
                    <a:lnTo>
                      <a:pt x="3725" y="793"/>
                    </a:lnTo>
                    <a:lnTo>
                      <a:pt x="3845" y="793"/>
                    </a:lnTo>
                    <a:lnTo>
                      <a:pt x="3845" y="793"/>
                    </a:lnTo>
                    <a:lnTo>
                      <a:pt x="3785" y="714"/>
                    </a:lnTo>
                    <a:lnTo>
                      <a:pt x="3725" y="634"/>
                    </a:lnTo>
                    <a:lnTo>
                      <a:pt x="3635" y="562"/>
                    </a:lnTo>
                    <a:lnTo>
                      <a:pt x="3545" y="489"/>
                    </a:lnTo>
                    <a:lnTo>
                      <a:pt x="3394" y="423"/>
                    </a:lnTo>
                    <a:lnTo>
                      <a:pt x="3244" y="364"/>
                    </a:lnTo>
                    <a:lnTo>
                      <a:pt x="3034" y="304"/>
                    </a:lnTo>
                    <a:lnTo>
                      <a:pt x="2824" y="258"/>
                    </a:lnTo>
                    <a:lnTo>
                      <a:pt x="2824" y="258"/>
                    </a:lnTo>
                    <a:lnTo>
                      <a:pt x="2523" y="205"/>
                    </a:lnTo>
                    <a:lnTo>
                      <a:pt x="2223" y="159"/>
                    </a:lnTo>
                    <a:lnTo>
                      <a:pt x="1893" y="119"/>
                    </a:lnTo>
                    <a:lnTo>
                      <a:pt x="1532" y="86"/>
                    </a:lnTo>
                    <a:lnTo>
                      <a:pt x="1172" y="53"/>
                    </a:lnTo>
                    <a:lnTo>
                      <a:pt x="781" y="27"/>
                    </a:lnTo>
                    <a:lnTo>
                      <a:pt x="391" y="14"/>
                    </a:lnTo>
                    <a:lnTo>
                      <a:pt x="1" y="0"/>
                    </a:lnTo>
                    <a:lnTo>
                      <a:pt x="1" y="0"/>
                    </a:lnTo>
                    <a:lnTo>
                      <a:pt x="1" y="20"/>
                    </a:lnTo>
                    <a:lnTo>
                      <a:pt x="1" y="20"/>
                    </a:lnTo>
                    <a:lnTo>
                      <a:pt x="31" y="73"/>
                    </a:lnTo>
                    <a:lnTo>
                      <a:pt x="61" y="126"/>
                    </a:lnTo>
                    <a:lnTo>
                      <a:pt x="121" y="185"/>
                    </a:lnTo>
                    <a:lnTo>
                      <a:pt x="211" y="251"/>
                    </a:lnTo>
                    <a:lnTo>
                      <a:pt x="331" y="317"/>
                    </a:lnTo>
                    <a:lnTo>
                      <a:pt x="481" y="377"/>
                    </a:lnTo>
                    <a:lnTo>
                      <a:pt x="631" y="443"/>
                    </a:lnTo>
                    <a:lnTo>
                      <a:pt x="842" y="502"/>
                    </a:lnTo>
                    <a:lnTo>
                      <a:pt x="1082" y="562"/>
                    </a:lnTo>
                    <a:lnTo>
                      <a:pt x="1352" y="615"/>
                    </a:lnTo>
                    <a:lnTo>
                      <a:pt x="1652" y="661"/>
                    </a:lnTo>
                    <a:lnTo>
                      <a:pt x="1983" y="707"/>
                    </a:lnTo>
                    <a:lnTo>
                      <a:pt x="2373" y="740"/>
                    </a:lnTo>
                    <a:lnTo>
                      <a:pt x="2794" y="767"/>
                    </a:lnTo>
                    <a:lnTo>
                      <a:pt x="3244" y="786"/>
                    </a:lnTo>
                    <a:lnTo>
                      <a:pt x="3725" y="79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84"/>
              <p:cNvSpPr/>
              <p:nvPr/>
            </p:nvSpPr>
            <p:spPr>
              <a:xfrm rot="10800000">
                <a:off x="4083295" y="3544245"/>
                <a:ext cx="1619" cy="60"/>
              </a:xfrm>
              <a:custGeom>
                <a:avLst/>
                <a:gdLst/>
                <a:ahLst/>
                <a:cxnLst/>
                <a:rect l="l" t="t" r="r" b="b"/>
                <a:pathLst>
                  <a:path w="121" h="1" extrusionOk="0">
                    <a:moveTo>
                      <a:pt x="121" y="1"/>
                    </a:moveTo>
                    <a:lnTo>
                      <a:pt x="121" y="1"/>
                    </a:lnTo>
                    <a:lnTo>
                      <a:pt x="121" y="1"/>
                    </a:lnTo>
                    <a:lnTo>
                      <a:pt x="121" y="1"/>
                    </a:lnTo>
                    <a:lnTo>
                      <a:pt x="1" y="1"/>
                    </a:lnTo>
                    <a:lnTo>
                      <a:pt x="1" y="1"/>
                    </a:lnTo>
                    <a:lnTo>
                      <a:pt x="121" y="1"/>
                    </a:lnTo>
                    <a:close/>
                  </a:path>
                </a:pathLst>
              </a:custGeom>
              <a:solidFill>
                <a:srgbClr val="FF2E1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84"/>
              <p:cNvSpPr/>
              <p:nvPr/>
            </p:nvSpPr>
            <p:spPr>
              <a:xfrm rot="10800000">
                <a:off x="4083295" y="3544245"/>
                <a:ext cx="1619" cy="60"/>
              </a:xfrm>
              <a:custGeom>
                <a:avLst/>
                <a:gdLst/>
                <a:ahLst/>
                <a:cxnLst/>
                <a:rect l="l" t="t" r="r" b="b"/>
                <a:pathLst>
                  <a:path w="121" h="1" fill="none" extrusionOk="0">
                    <a:moveTo>
                      <a:pt x="121" y="1"/>
                    </a:moveTo>
                    <a:lnTo>
                      <a:pt x="121" y="1"/>
                    </a:lnTo>
                    <a:lnTo>
                      <a:pt x="121" y="1"/>
                    </a:lnTo>
                    <a:lnTo>
                      <a:pt x="121" y="1"/>
                    </a:lnTo>
                    <a:lnTo>
                      <a:pt x="1" y="1"/>
                    </a:lnTo>
                    <a:lnTo>
                      <a:pt x="1" y="1"/>
                    </a:lnTo>
                    <a:lnTo>
                      <a:pt x="12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84"/>
              <p:cNvSpPr/>
              <p:nvPr/>
            </p:nvSpPr>
            <p:spPr>
              <a:xfrm rot="10800000">
                <a:off x="3790732" y="3447685"/>
                <a:ext cx="101287" cy="96982"/>
              </a:xfrm>
              <a:custGeom>
                <a:avLst/>
                <a:gdLst/>
                <a:ahLst/>
                <a:cxnLst/>
                <a:rect l="l" t="t" r="r" b="b"/>
                <a:pathLst>
                  <a:path w="7570" h="1613" extrusionOk="0">
                    <a:moveTo>
                      <a:pt x="3785" y="0"/>
                    </a:moveTo>
                    <a:lnTo>
                      <a:pt x="3154" y="7"/>
                    </a:lnTo>
                    <a:lnTo>
                      <a:pt x="2614" y="27"/>
                    </a:lnTo>
                    <a:lnTo>
                      <a:pt x="2133" y="60"/>
                    </a:lnTo>
                    <a:lnTo>
                      <a:pt x="1712" y="99"/>
                    </a:lnTo>
                    <a:lnTo>
                      <a:pt x="1352" y="146"/>
                    </a:lnTo>
                    <a:lnTo>
                      <a:pt x="1052" y="199"/>
                    </a:lnTo>
                    <a:lnTo>
                      <a:pt x="781" y="265"/>
                    </a:lnTo>
                    <a:lnTo>
                      <a:pt x="571" y="324"/>
                    </a:lnTo>
                    <a:lnTo>
                      <a:pt x="391" y="390"/>
                    </a:lnTo>
                    <a:lnTo>
                      <a:pt x="271" y="463"/>
                    </a:lnTo>
                    <a:lnTo>
                      <a:pt x="151" y="529"/>
                    </a:lnTo>
                    <a:lnTo>
                      <a:pt x="91" y="595"/>
                    </a:lnTo>
                    <a:lnTo>
                      <a:pt x="31" y="661"/>
                    </a:lnTo>
                    <a:lnTo>
                      <a:pt x="1" y="727"/>
                    </a:lnTo>
                    <a:lnTo>
                      <a:pt x="1" y="833"/>
                    </a:lnTo>
                    <a:lnTo>
                      <a:pt x="1" y="885"/>
                    </a:lnTo>
                    <a:lnTo>
                      <a:pt x="31" y="945"/>
                    </a:lnTo>
                    <a:lnTo>
                      <a:pt x="121" y="1004"/>
                    </a:lnTo>
                    <a:lnTo>
                      <a:pt x="211" y="1070"/>
                    </a:lnTo>
                    <a:lnTo>
                      <a:pt x="301" y="1136"/>
                    </a:lnTo>
                    <a:lnTo>
                      <a:pt x="451" y="1203"/>
                    </a:lnTo>
                    <a:lnTo>
                      <a:pt x="631" y="1262"/>
                    </a:lnTo>
                    <a:lnTo>
                      <a:pt x="841" y="1328"/>
                    </a:lnTo>
                    <a:lnTo>
                      <a:pt x="1082" y="1381"/>
                    </a:lnTo>
                    <a:lnTo>
                      <a:pt x="1352" y="1434"/>
                    </a:lnTo>
                    <a:lnTo>
                      <a:pt x="1682" y="1487"/>
                    </a:lnTo>
                    <a:lnTo>
                      <a:pt x="2013" y="1526"/>
                    </a:lnTo>
                    <a:lnTo>
                      <a:pt x="2403" y="1559"/>
                    </a:lnTo>
                    <a:lnTo>
                      <a:pt x="2824" y="1586"/>
                    </a:lnTo>
                    <a:lnTo>
                      <a:pt x="3304" y="1605"/>
                    </a:lnTo>
                    <a:lnTo>
                      <a:pt x="3815" y="1612"/>
                    </a:lnTo>
                    <a:lnTo>
                      <a:pt x="3995" y="1612"/>
                    </a:lnTo>
                    <a:lnTo>
                      <a:pt x="4506" y="1599"/>
                    </a:lnTo>
                    <a:lnTo>
                      <a:pt x="4986" y="1586"/>
                    </a:lnTo>
                    <a:lnTo>
                      <a:pt x="5407" y="1566"/>
                    </a:lnTo>
                    <a:lnTo>
                      <a:pt x="5767" y="1533"/>
                    </a:lnTo>
                    <a:lnTo>
                      <a:pt x="6098" y="1500"/>
                    </a:lnTo>
                    <a:lnTo>
                      <a:pt x="6398" y="1460"/>
                    </a:lnTo>
                    <a:lnTo>
                      <a:pt x="6638" y="1414"/>
                    </a:lnTo>
                    <a:lnTo>
                      <a:pt x="6818" y="1361"/>
                    </a:lnTo>
                    <a:lnTo>
                      <a:pt x="6999" y="1308"/>
                    </a:lnTo>
                    <a:lnTo>
                      <a:pt x="7149" y="1255"/>
                    </a:lnTo>
                    <a:lnTo>
                      <a:pt x="7269" y="1203"/>
                    </a:lnTo>
                    <a:lnTo>
                      <a:pt x="7359" y="1143"/>
                    </a:lnTo>
                    <a:lnTo>
                      <a:pt x="7479" y="1024"/>
                    </a:lnTo>
                    <a:lnTo>
                      <a:pt x="7539" y="912"/>
                    </a:lnTo>
                    <a:lnTo>
                      <a:pt x="7569" y="852"/>
                    </a:lnTo>
                    <a:lnTo>
                      <a:pt x="7569" y="786"/>
                    </a:lnTo>
                    <a:lnTo>
                      <a:pt x="7569" y="720"/>
                    </a:lnTo>
                    <a:lnTo>
                      <a:pt x="7509" y="648"/>
                    </a:lnTo>
                    <a:lnTo>
                      <a:pt x="7449" y="568"/>
                    </a:lnTo>
                    <a:lnTo>
                      <a:pt x="7359" y="496"/>
                    </a:lnTo>
                    <a:lnTo>
                      <a:pt x="7209" y="416"/>
                    </a:lnTo>
                    <a:lnTo>
                      <a:pt x="7029" y="344"/>
                    </a:lnTo>
                    <a:lnTo>
                      <a:pt x="6818" y="278"/>
                    </a:lnTo>
                    <a:lnTo>
                      <a:pt x="6578" y="212"/>
                    </a:lnTo>
                    <a:lnTo>
                      <a:pt x="6278" y="152"/>
                    </a:lnTo>
                    <a:lnTo>
                      <a:pt x="5917" y="99"/>
                    </a:lnTo>
                    <a:lnTo>
                      <a:pt x="5497" y="60"/>
                    </a:lnTo>
                    <a:lnTo>
                      <a:pt x="5046" y="27"/>
                    </a:lnTo>
                    <a:lnTo>
                      <a:pt x="4506" y="7"/>
                    </a:lnTo>
                    <a:lnTo>
                      <a:pt x="3905" y="0"/>
                    </a:lnTo>
                    <a:close/>
                  </a:path>
                </a:pathLst>
              </a:custGeom>
              <a:solidFill>
                <a:srgbClr val="FF6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84"/>
              <p:cNvSpPr/>
              <p:nvPr/>
            </p:nvSpPr>
            <p:spPr>
              <a:xfrm rot="10800000">
                <a:off x="3790732" y="3447685"/>
                <a:ext cx="101287" cy="96982"/>
              </a:xfrm>
              <a:custGeom>
                <a:avLst/>
                <a:gdLst/>
                <a:ahLst/>
                <a:cxnLst/>
                <a:rect l="l" t="t" r="r" b="b"/>
                <a:pathLst>
                  <a:path w="7570" h="1613" fill="none" extrusionOk="0">
                    <a:moveTo>
                      <a:pt x="3815" y="1612"/>
                    </a:moveTo>
                    <a:lnTo>
                      <a:pt x="3815" y="1612"/>
                    </a:lnTo>
                    <a:lnTo>
                      <a:pt x="3995" y="1612"/>
                    </a:lnTo>
                    <a:lnTo>
                      <a:pt x="3995" y="1612"/>
                    </a:lnTo>
                    <a:lnTo>
                      <a:pt x="4506" y="1599"/>
                    </a:lnTo>
                    <a:lnTo>
                      <a:pt x="4986" y="1586"/>
                    </a:lnTo>
                    <a:lnTo>
                      <a:pt x="5407" y="1566"/>
                    </a:lnTo>
                    <a:lnTo>
                      <a:pt x="5767" y="1533"/>
                    </a:lnTo>
                    <a:lnTo>
                      <a:pt x="6098" y="1500"/>
                    </a:lnTo>
                    <a:lnTo>
                      <a:pt x="6398" y="1460"/>
                    </a:lnTo>
                    <a:lnTo>
                      <a:pt x="6638" y="1414"/>
                    </a:lnTo>
                    <a:lnTo>
                      <a:pt x="6818" y="1361"/>
                    </a:lnTo>
                    <a:lnTo>
                      <a:pt x="6999" y="1308"/>
                    </a:lnTo>
                    <a:lnTo>
                      <a:pt x="7149" y="1255"/>
                    </a:lnTo>
                    <a:lnTo>
                      <a:pt x="7269" y="1203"/>
                    </a:lnTo>
                    <a:lnTo>
                      <a:pt x="7359" y="1143"/>
                    </a:lnTo>
                    <a:lnTo>
                      <a:pt x="7479" y="1024"/>
                    </a:lnTo>
                    <a:lnTo>
                      <a:pt x="7539" y="912"/>
                    </a:lnTo>
                    <a:lnTo>
                      <a:pt x="7539" y="912"/>
                    </a:lnTo>
                    <a:lnTo>
                      <a:pt x="7569" y="852"/>
                    </a:lnTo>
                    <a:lnTo>
                      <a:pt x="7569" y="786"/>
                    </a:lnTo>
                    <a:lnTo>
                      <a:pt x="7569" y="720"/>
                    </a:lnTo>
                    <a:lnTo>
                      <a:pt x="7509" y="648"/>
                    </a:lnTo>
                    <a:lnTo>
                      <a:pt x="7449" y="568"/>
                    </a:lnTo>
                    <a:lnTo>
                      <a:pt x="7359" y="496"/>
                    </a:lnTo>
                    <a:lnTo>
                      <a:pt x="7209" y="416"/>
                    </a:lnTo>
                    <a:lnTo>
                      <a:pt x="7029" y="344"/>
                    </a:lnTo>
                    <a:lnTo>
                      <a:pt x="6818" y="278"/>
                    </a:lnTo>
                    <a:lnTo>
                      <a:pt x="6578" y="212"/>
                    </a:lnTo>
                    <a:lnTo>
                      <a:pt x="6278" y="152"/>
                    </a:lnTo>
                    <a:lnTo>
                      <a:pt x="5917" y="99"/>
                    </a:lnTo>
                    <a:lnTo>
                      <a:pt x="5497" y="60"/>
                    </a:lnTo>
                    <a:lnTo>
                      <a:pt x="5046" y="27"/>
                    </a:lnTo>
                    <a:lnTo>
                      <a:pt x="4506" y="7"/>
                    </a:lnTo>
                    <a:lnTo>
                      <a:pt x="3905" y="0"/>
                    </a:lnTo>
                    <a:lnTo>
                      <a:pt x="3905" y="0"/>
                    </a:lnTo>
                    <a:lnTo>
                      <a:pt x="3785" y="0"/>
                    </a:lnTo>
                    <a:lnTo>
                      <a:pt x="3785" y="0"/>
                    </a:lnTo>
                    <a:lnTo>
                      <a:pt x="3154" y="7"/>
                    </a:lnTo>
                    <a:lnTo>
                      <a:pt x="2614" y="27"/>
                    </a:lnTo>
                    <a:lnTo>
                      <a:pt x="2133" y="60"/>
                    </a:lnTo>
                    <a:lnTo>
                      <a:pt x="1712" y="99"/>
                    </a:lnTo>
                    <a:lnTo>
                      <a:pt x="1352" y="146"/>
                    </a:lnTo>
                    <a:lnTo>
                      <a:pt x="1052" y="199"/>
                    </a:lnTo>
                    <a:lnTo>
                      <a:pt x="781" y="265"/>
                    </a:lnTo>
                    <a:lnTo>
                      <a:pt x="571" y="324"/>
                    </a:lnTo>
                    <a:lnTo>
                      <a:pt x="391" y="390"/>
                    </a:lnTo>
                    <a:lnTo>
                      <a:pt x="271" y="463"/>
                    </a:lnTo>
                    <a:lnTo>
                      <a:pt x="151" y="529"/>
                    </a:lnTo>
                    <a:lnTo>
                      <a:pt x="91" y="595"/>
                    </a:lnTo>
                    <a:lnTo>
                      <a:pt x="31" y="661"/>
                    </a:lnTo>
                    <a:lnTo>
                      <a:pt x="1" y="727"/>
                    </a:lnTo>
                    <a:lnTo>
                      <a:pt x="1" y="833"/>
                    </a:lnTo>
                    <a:lnTo>
                      <a:pt x="1" y="833"/>
                    </a:lnTo>
                    <a:lnTo>
                      <a:pt x="1" y="885"/>
                    </a:lnTo>
                    <a:lnTo>
                      <a:pt x="31" y="945"/>
                    </a:lnTo>
                    <a:lnTo>
                      <a:pt x="121" y="1004"/>
                    </a:lnTo>
                    <a:lnTo>
                      <a:pt x="211" y="1070"/>
                    </a:lnTo>
                    <a:lnTo>
                      <a:pt x="301" y="1136"/>
                    </a:lnTo>
                    <a:lnTo>
                      <a:pt x="451" y="1203"/>
                    </a:lnTo>
                    <a:lnTo>
                      <a:pt x="631" y="1262"/>
                    </a:lnTo>
                    <a:lnTo>
                      <a:pt x="841" y="1328"/>
                    </a:lnTo>
                    <a:lnTo>
                      <a:pt x="1082" y="1381"/>
                    </a:lnTo>
                    <a:lnTo>
                      <a:pt x="1352" y="1434"/>
                    </a:lnTo>
                    <a:lnTo>
                      <a:pt x="1682" y="1487"/>
                    </a:lnTo>
                    <a:lnTo>
                      <a:pt x="2013" y="1526"/>
                    </a:lnTo>
                    <a:lnTo>
                      <a:pt x="2403" y="1559"/>
                    </a:lnTo>
                    <a:lnTo>
                      <a:pt x="2824" y="1586"/>
                    </a:lnTo>
                    <a:lnTo>
                      <a:pt x="3304" y="1605"/>
                    </a:lnTo>
                    <a:lnTo>
                      <a:pt x="3815" y="161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397" name="Google Shape;2397;p84"/>
            <p:cNvPicPr preferRelativeResize="0"/>
            <p:nvPr/>
          </p:nvPicPr>
          <p:blipFill rotWithShape="1">
            <a:blip r:embed="rId4">
              <a:alphaModFix/>
            </a:blip>
            <a:srcRect t="2761"/>
            <a:stretch/>
          </p:blipFill>
          <p:spPr>
            <a:xfrm>
              <a:off x="793039" y="1655950"/>
              <a:ext cx="7036134" cy="2612425"/>
            </a:xfrm>
            <a:prstGeom prst="rect">
              <a:avLst/>
            </a:prstGeom>
            <a:noFill/>
            <a:ln>
              <a:noFill/>
            </a:ln>
          </p:spPr>
        </p:pic>
      </p:grpSp>
      <p:sp>
        <p:nvSpPr>
          <p:cNvPr id="2398" name="Google Shape;2398;p84"/>
          <p:cNvSpPr txBox="1">
            <a:spLocks noGrp="1"/>
          </p:cNvSpPr>
          <p:nvPr>
            <p:ph type="title"/>
          </p:nvPr>
        </p:nvSpPr>
        <p:spPr>
          <a:xfrm>
            <a:off x="1109075" y="472425"/>
            <a:ext cx="6525600" cy="664500"/>
          </a:xfrm>
          <a:prstGeom prst="rect">
            <a:avLst/>
          </a:prstGeom>
        </p:spPr>
        <p:txBody>
          <a:bodyPr spcFirstLastPara="1" wrap="square" lIns="0" tIns="0" rIns="0" bIns="0" anchor="t" anchorCtr="0">
            <a:noAutofit/>
          </a:bodyPr>
          <a:lstStyle>
            <a:lvl1pPr lvl="0" rtl="0">
              <a:spcBef>
                <a:spcPts val="0"/>
              </a:spcBef>
              <a:spcAft>
                <a:spcPts val="0"/>
              </a:spcAft>
              <a:buSzPts val="3600"/>
              <a:buNone/>
              <a:defRPr sz="3600"/>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2399" name="Google Shape;2399;p84"/>
          <p:cNvSpPr txBox="1">
            <a:spLocks noGrp="1"/>
          </p:cNvSpPr>
          <p:nvPr>
            <p:ph type="title" idx="2"/>
          </p:nvPr>
        </p:nvSpPr>
        <p:spPr>
          <a:xfrm>
            <a:off x="1109075" y="1080975"/>
            <a:ext cx="6525600" cy="164700"/>
          </a:xfrm>
          <a:prstGeom prst="rect">
            <a:avLst/>
          </a:prstGeom>
        </p:spPr>
        <p:txBody>
          <a:bodyPr spcFirstLastPara="1" wrap="square" lIns="0" tIns="0" rIns="0" bIns="0" anchor="t" anchorCtr="0">
            <a:noAutofit/>
          </a:bodyPr>
          <a:lstStyle>
            <a:lvl1pPr lvl="0" rtl="0">
              <a:spcBef>
                <a:spcPts val="0"/>
              </a:spcBef>
              <a:spcAft>
                <a:spcPts val="0"/>
              </a:spcAft>
              <a:buSzPts val="1000"/>
              <a:buFont typeface="Lato"/>
              <a:buNone/>
              <a:defRPr sz="1000">
                <a:latin typeface="Lato"/>
                <a:ea typeface="Lato"/>
                <a:cs typeface="Lato"/>
                <a:sym typeface="Lato"/>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2400" name="Google Shape;2400;p84"/>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matchingName="z - Footer only">
  <p:cSld name="Blank_1_2">
    <p:spTree>
      <p:nvGrpSpPr>
        <p:cNvPr id="1" name="Shape 2401"/>
        <p:cNvGrpSpPr/>
        <p:nvPr/>
      </p:nvGrpSpPr>
      <p:grpSpPr>
        <a:xfrm>
          <a:off x="0" y="0"/>
          <a:ext cx="0" cy="0"/>
          <a:chOff x="0" y="0"/>
          <a:chExt cx="0" cy="0"/>
        </a:xfrm>
      </p:grpSpPr>
      <p:sp>
        <p:nvSpPr>
          <p:cNvPr id="2402" name="Google Shape;2402;p85"/>
          <p:cNvSpPr txBox="1">
            <a:spLocks noGrp="1"/>
          </p:cNvSpPr>
          <p:nvPr>
            <p:ph type="sldNum" idx="12"/>
          </p:nvPr>
        </p:nvSpPr>
        <p:spPr>
          <a:xfrm>
            <a:off x="5304593" y="4749900"/>
            <a:ext cx="36870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r>
              <a:rPr lang="en"/>
              <a:t>HUMAN-CENTRED DESIGN TRAINING  |  </a:t>
            </a:r>
            <a:fld id="{00000000-1234-1234-1234-123412341234}" type="slidenum">
              <a:rPr lang="en"/>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CS Cover">
  <p:cSld name="CUSTOM_5">
    <p:spTree>
      <p:nvGrpSpPr>
        <p:cNvPr id="1" name="Shape 2403"/>
        <p:cNvGrpSpPr/>
        <p:nvPr/>
      </p:nvGrpSpPr>
      <p:grpSpPr>
        <a:xfrm>
          <a:off x="0" y="0"/>
          <a:ext cx="0" cy="0"/>
          <a:chOff x="0" y="0"/>
          <a:chExt cx="0" cy="0"/>
        </a:xfrm>
      </p:grpSpPr>
      <p:sp>
        <p:nvSpPr>
          <p:cNvPr id="2404" name="Google Shape;2404;p86"/>
          <p:cNvSpPr>
            <a:spLocks noGrp="1"/>
          </p:cNvSpPr>
          <p:nvPr>
            <p:ph type="pic" idx="2"/>
          </p:nvPr>
        </p:nvSpPr>
        <p:spPr>
          <a:xfrm>
            <a:off x="25" y="125"/>
            <a:ext cx="5943600" cy="5143500"/>
          </a:xfrm>
          <a:prstGeom prst="rect">
            <a:avLst/>
          </a:prstGeom>
          <a:noFill/>
          <a:ln>
            <a:noFill/>
          </a:ln>
        </p:spPr>
      </p:sp>
      <p:sp>
        <p:nvSpPr>
          <p:cNvPr id="2405" name="Google Shape;2405;p86"/>
          <p:cNvSpPr txBox="1">
            <a:spLocks noGrp="1"/>
          </p:cNvSpPr>
          <p:nvPr>
            <p:ph type="subTitle" idx="1"/>
          </p:nvPr>
        </p:nvSpPr>
        <p:spPr>
          <a:xfrm>
            <a:off x="6400800" y="2181225"/>
            <a:ext cx="2286000" cy="1757400"/>
          </a:xfrm>
          <a:prstGeom prst="rect">
            <a:avLst/>
          </a:prstGeom>
        </p:spPr>
        <p:txBody>
          <a:bodyPr spcFirstLastPara="1" wrap="square" lIns="0" tIns="0" rIns="0" bIns="0" anchor="b" anchorCtr="0">
            <a:noAutofit/>
          </a:bodyPr>
          <a:lstStyle>
            <a:lvl1pPr lvl="0" rtl="0">
              <a:lnSpc>
                <a:spcPct val="100000"/>
              </a:lnSpc>
              <a:spcBef>
                <a:spcPts val="0"/>
              </a:spcBef>
              <a:spcAft>
                <a:spcPts val="0"/>
              </a:spcAft>
              <a:buClr>
                <a:schemeClr val="dk1"/>
              </a:buClr>
              <a:buSzPts val="1300"/>
              <a:buNone/>
              <a:defRPr sz="1300">
                <a:solidFill>
                  <a:schemeClr val="dk1"/>
                </a:solidFill>
              </a:defRPr>
            </a:lvl1pPr>
            <a:lvl2pPr lvl="1" rtl="0">
              <a:lnSpc>
                <a:spcPct val="100000"/>
              </a:lnSpc>
              <a:spcBef>
                <a:spcPts val="0"/>
              </a:spcBef>
              <a:spcAft>
                <a:spcPts val="0"/>
              </a:spcAft>
              <a:buClr>
                <a:schemeClr val="dk1"/>
              </a:buClr>
              <a:buSzPts val="1300"/>
              <a:buNone/>
              <a:defRPr sz="1300">
                <a:solidFill>
                  <a:schemeClr val="dk1"/>
                </a:solidFill>
              </a:defRPr>
            </a:lvl2pPr>
            <a:lvl3pPr lvl="2" rtl="0">
              <a:lnSpc>
                <a:spcPct val="100000"/>
              </a:lnSpc>
              <a:spcBef>
                <a:spcPts val="1600"/>
              </a:spcBef>
              <a:spcAft>
                <a:spcPts val="0"/>
              </a:spcAft>
              <a:buClr>
                <a:schemeClr val="dk1"/>
              </a:buClr>
              <a:buSzPts val="1300"/>
              <a:buNone/>
              <a:defRPr sz="1300">
                <a:solidFill>
                  <a:schemeClr val="dk1"/>
                </a:solidFill>
              </a:defRPr>
            </a:lvl3pPr>
            <a:lvl4pPr lvl="3" rtl="0">
              <a:lnSpc>
                <a:spcPct val="100000"/>
              </a:lnSpc>
              <a:spcBef>
                <a:spcPts val="1600"/>
              </a:spcBef>
              <a:spcAft>
                <a:spcPts val="0"/>
              </a:spcAft>
              <a:buClr>
                <a:schemeClr val="dk1"/>
              </a:buClr>
              <a:buSzPts val="1300"/>
              <a:buNone/>
              <a:defRPr sz="1300">
                <a:solidFill>
                  <a:schemeClr val="dk1"/>
                </a:solidFill>
              </a:defRPr>
            </a:lvl4pPr>
            <a:lvl5pPr lvl="4" rtl="0">
              <a:lnSpc>
                <a:spcPct val="100000"/>
              </a:lnSpc>
              <a:spcBef>
                <a:spcPts val="1600"/>
              </a:spcBef>
              <a:spcAft>
                <a:spcPts val="0"/>
              </a:spcAft>
              <a:buClr>
                <a:schemeClr val="dk1"/>
              </a:buClr>
              <a:buSzPts val="1300"/>
              <a:buNone/>
              <a:defRPr sz="1300">
                <a:solidFill>
                  <a:schemeClr val="dk1"/>
                </a:solidFill>
              </a:defRPr>
            </a:lvl5pPr>
            <a:lvl6pPr lvl="5" rtl="0">
              <a:lnSpc>
                <a:spcPct val="100000"/>
              </a:lnSpc>
              <a:spcBef>
                <a:spcPts val="1600"/>
              </a:spcBef>
              <a:spcAft>
                <a:spcPts val="0"/>
              </a:spcAft>
              <a:buClr>
                <a:schemeClr val="dk1"/>
              </a:buClr>
              <a:buSzPts val="1300"/>
              <a:buNone/>
              <a:defRPr sz="1300">
                <a:solidFill>
                  <a:schemeClr val="dk1"/>
                </a:solidFill>
              </a:defRPr>
            </a:lvl6pPr>
            <a:lvl7pPr lvl="6" rtl="0">
              <a:lnSpc>
                <a:spcPct val="100000"/>
              </a:lnSpc>
              <a:spcBef>
                <a:spcPts val="1600"/>
              </a:spcBef>
              <a:spcAft>
                <a:spcPts val="0"/>
              </a:spcAft>
              <a:buClr>
                <a:schemeClr val="dk1"/>
              </a:buClr>
              <a:buSzPts val="1300"/>
              <a:buNone/>
              <a:defRPr sz="1300">
                <a:solidFill>
                  <a:schemeClr val="dk1"/>
                </a:solidFill>
              </a:defRPr>
            </a:lvl7pPr>
            <a:lvl8pPr lvl="7" rtl="0">
              <a:lnSpc>
                <a:spcPct val="100000"/>
              </a:lnSpc>
              <a:spcBef>
                <a:spcPts val="1600"/>
              </a:spcBef>
              <a:spcAft>
                <a:spcPts val="0"/>
              </a:spcAft>
              <a:buClr>
                <a:schemeClr val="dk1"/>
              </a:buClr>
              <a:buSzPts val="1300"/>
              <a:buNone/>
              <a:defRPr sz="1300">
                <a:solidFill>
                  <a:schemeClr val="dk1"/>
                </a:solidFill>
              </a:defRPr>
            </a:lvl8pPr>
            <a:lvl9pPr lvl="8" rtl="0">
              <a:lnSpc>
                <a:spcPct val="100000"/>
              </a:lnSpc>
              <a:spcBef>
                <a:spcPts val="1600"/>
              </a:spcBef>
              <a:spcAft>
                <a:spcPts val="1600"/>
              </a:spcAft>
              <a:buClr>
                <a:schemeClr val="dk1"/>
              </a:buClr>
              <a:buSzPts val="1300"/>
              <a:buNone/>
              <a:defRPr sz="1300">
                <a:solidFill>
                  <a:schemeClr val="dk1"/>
                </a:solidFill>
              </a:defRPr>
            </a:lvl9pPr>
          </a:lstStyle>
          <a:p>
            <a:endParaRPr/>
          </a:p>
        </p:txBody>
      </p:sp>
      <p:grpSp>
        <p:nvGrpSpPr>
          <p:cNvPr id="2406" name="Google Shape;2406;p86"/>
          <p:cNvGrpSpPr/>
          <p:nvPr/>
        </p:nvGrpSpPr>
        <p:grpSpPr>
          <a:xfrm>
            <a:off x="5203341" y="625184"/>
            <a:ext cx="3458741" cy="1335122"/>
            <a:chOff x="4703326" y="2854000"/>
            <a:chExt cx="499205" cy="192700"/>
          </a:xfrm>
        </p:grpSpPr>
        <p:sp>
          <p:nvSpPr>
            <p:cNvPr id="2407" name="Google Shape;2407;p86"/>
            <p:cNvSpPr/>
            <p:nvPr/>
          </p:nvSpPr>
          <p:spPr>
            <a:xfrm flipH="1">
              <a:off x="4703326" y="2854000"/>
              <a:ext cx="213056" cy="102800"/>
            </a:xfrm>
            <a:custGeom>
              <a:avLst/>
              <a:gdLst/>
              <a:ahLst/>
              <a:cxnLst/>
              <a:rect l="l" t="t" r="r" b="b"/>
              <a:pathLst>
                <a:path w="50249" h="4112" extrusionOk="0">
                  <a:moveTo>
                    <a:pt x="38145" y="1"/>
                  </a:moveTo>
                  <a:lnTo>
                    <a:pt x="37334" y="6"/>
                  </a:lnTo>
                  <a:lnTo>
                    <a:pt x="36493" y="16"/>
                  </a:lnTo>
                  <a:lnTo>
                    <a:pt x="14928" y="16"/>
                  </a:lnTo>
                  <a:lnTo>
                    <a:pt x="14117" y="6"/>
                  </a:lnTo>
                  <a:lnTo>
                    <a:pt x="12525" y="6"/>
                  </a:lnTo>
                  <a:lnTo>
                    <a:pt x="11714" y="16"/>
                  </a:lnTo>
                  <a:lnTo>
                    <a:pt x="10933" y="31"/>
                  </a:lnTo>
                  <a:lnTo>
                    <a:pt x="10182" y="52"/>
                  </a:lnTo>
                  <a:lnTo>
                    <a:pt x="9401" y="72"/>
                  </a:lnTo>
                  <a:lnTo>
                    <a:pt x="8681" y="103"/>
                  </a:lnTo>
                  <a:lnTo>
                    <a:pt x="7960" y="138"/>
                  </a:lnTo>
                  <a:lnTo>
                    <a:pt x="7269" y="174"/>
                  </a:lnTo>
                  <a:lnTo>
                    <a:pt x="6608" y="215"/>
                  </a:lnTo>
                  <a:lnTo>
                    <a:pt x="5978" y="261"/>
                  </a:lnTo>
                  <a:lnTo>
                    <a:pt x="5377" y="307"/>
                  </a:lnTo>
                  <a:lnTo>
                    <a:pt x="4806" y="358"/>
                  </a:lnTo>
                  <a:lnTo>
                    <a:pt x="4296" y="414"/>
                  </a:lnTo>
                  <a:lnTo>
                    <a:pt x="3815" y="470"/>
                  </a:lnTo>
                  <a:lnTo>
                    <a:pt x="3364" y="526"/>
                  </a:lnTo>
                  <a:lnTo>
                    <a:pt x="3004" y="587"/>
                  </a:lnTo>
                  <a:lnTo>
                    <a:pt x="2584" y="664"/>
                  </a:lnTo>
                  <a:lnTo>
                    <a:pt x="2193" y="745"/>
                  </a:lnTo>
                  <a:lnTo>
                    <a:pt x="1833" y="827"/>
                  </a:lnTo>
                  <a:lnTo>
                    <a:pt x="1532" y="909"/>
                  </a:lnTo>
                  <a:lnTo>
                    <a:pt x="1232" y="995"/>
                  </a:lnTo>
                  <a:lnTo>
                    <a:pt x="992" y="1082"/>
                  </a:lnTo>
                  <a:lnTo>
                    <a:pt x="751" y="1174"/>
                  </a:lnTo>
                  <a:lnTo>
                    <a:pt x="571" y="1266"/>
                  </a:lnTo>
                  <a:lnTo>
                    <a:pt x="391" y="1357"/>
                  </a:lnTo>
                  <a:lnTo>
                    <a:pt x="271" y="1449"/>
                  </a:lnTo>
                  <a:lnTo>
                    <a:pt x="151" y="1541"/>
                  </a:lnTo>
                  <a:lnTo>
                    <a:pt x="91" y="1638"/>
                  </a:lnTo>
                  <a:lnTo>
                    <a:pt x="31" y="1735"/>
                  </a:lnTo>
                  <a:lnTo>
                    <a:pt x="1" y="1832"/>
                  </a:lnTo>
                  <a:lnTo>
                    <a:pt x="1" y="1924"/>
                  </a:lnTo>
                  <a:lnTo>
                    <a:pt x="31" y="2021"/>
                  </a:lnTo>
                  <a:lnTo>
                    <a:pt x="91" y="2117"/>
                  </a:lnTo>
                  <a:lnTo>
                    <a:pt x="151" y="2214"/>
                  </a:lnTo>
                  <a:lnTo>
                    <a:pt x="271" y="2311"/>
                  </a:lnTo>
                  <a:lnTo>
                    <a:pt x="391" y="2408"/>
                  </a:lnTo>
                  <a:lnTo>
                    <a:pt x="511" y="2500"/>
                  </a:lnTo>
                  <a:lnTo>
                    <a:pt x="691" y="2597"/>
                  </a:lnTo>
                  <a:lnTo>
                    <a:pt x="872" y="2689"/>
                  </a:lnTo>
                  <a:lnTo>
                    <a:pt x="1082" y="2781"/>
                  </a:lnTo>
                  <a:lnTo>
                    <a:pt x="1292" y="2867"/>
                  </a:lnTo>
                  <a:lnTo>
                    <a:pt x="1532" y="2959"/>
                  </a:lnTo>
                  <a:lnTo>
                    <a:pt x="1803" y="3041"/>
                  </a:lnTo>
                  <a:lnTo>
                    <a:pt x="2073" y="3127"/>
                  </a:lnTo>
                  <a:lnTo>
                    <a:pt x="2373" y="3209"/>
                  </a:lnTo>
                  <a:lnTo>
                    <a:pt x="2674" y="3291"/>
                  </a:lnTo>
                  <a:lnTo>
                    <a:pt x="3004" y="3367"/>
                  </a:lnTo>
                  <a:lnTo>
                    <a:pt x="3334" y="3444"/>
                  </a:lnTo>
                  <a:lnTo>
                    <a:pt x="20454" y="3444"/>
                  </a:lnTo>
                  <a:lnTo>
                    <a:pt x="21295" y="3433"/>
                  </a:lnTo>
                  <a:lnTo>
                    <a:pt x="22106" y="3428"/>
                  </a:lnTo>
                  <a:lnTo>
                    <a:pt x="22887" y="3433"/>
                  </a:lnTo>
                  <a:lnTo>
                    <a:pt x="23668" y="3444"/>
                  </a:lnTo>
                  <a:lnTo>
                    <a:pt x="24449" y="3459"/>
                  </a:lnTo>
                  <a:lnTo>
                    <a:pt x="25230" y="3474"/>
                  </a:lnTo>
                  <a:lnTo>
                    <a:pt x="25981" y="3500"/>
                  </a:lnTo>
                  <a:lnTo>
                    <a:pt x="26731" y="3530"/>
                  </a:lnTo>
                  <a:lnTo>
                    <a:pt x="27422" y="3566"/>
                  </a:lnTo>
                  <a:lnTo>
                    <a:pt x="28113" y="3602"/>
                  </a:lnTo>
                  <a:lnTo>
                    <a:pt x="28774" y="3643"/>
                  </a:lnTo>
                  <a:lnTo>
                    <a:pt x="29435" y="3688"/>
                  </a:lnTo>
                  <a:lnTo>
                    <a:pt x="30005" y="3739"/>
                  </a:lnTo>
                  <a:lnTo>
                    <a:pt x="30576" y="3790"/>
                  </a:lnTo>
                  <a:lnTo>
                    <a:pt x="31117" y="3847"/>
                  </a:lnTo>
                  <a:lnTo>
                    <a:pt x="31567" y="3908"/>
                  </a:lnTo>
                  <a:lnTo>
                    <a:pt x="32018" y="3969"/>
                  </a:lnTo>
                  <a:lnTo>
                    <a:pt x="32378" y="4030"/>
                  </a:lnTo>
                  <a:lnTo>
                    <a:pt x="32798" y="4112"/>
                  </a:lnTo>
                  <a:lnTo>
                    <a:pt x="36102" y="4112"/>
                  </a:lnTo>
                  <a:lnTo>
                    <a:pt x="36883" y="4107"/>
                  </a:lnTo>
                  <a:lnTo>
                    <a:pt x="37664" y="4102"/>
                  </a:lnTo>
                  <a:lnTo>
                    <a:pt x="38415" y="4091"/>
                  </a:lnTo>
                  <a:lnTo>
                    <a:pt x="39166" y="4076"/>
                  </a:lnTo>
                  <a:lnTo>
                    <a:pt x="39917" y="4061"/>
                  </a:lnTo>
                  <a:lnTo>
                    <a:pt x="40638" y="4035"/>
                  </a:lnTo>
                  <a:lnTo>
                    <a:pt x="41358" y="4010"/>
                  </a:lnTo>
                  <a:lnTo>
                    <a:pt x="42019" y="3984"/>
                  </a:lnTo>
                  <a:lnTo>
                    <a:pt x="42680" y="3949"/>
                  </a:lnTo>
                  <a:lnTo>
                    <a:pt x="43311" y="3913"/>
                  </a:lnTo>
                  <a:lnTo>
                    <a:pt x="43911" y="3877"/>
                  </a:lnTo>
                  <a:lnTo>
                    <a:pt x="44482" y="3836"/>
                  </a:lnTo>
                  <a:lnTo>
                    <a:pt x="44993" y="3796"/>
                  </a:lnTo>
                  <a:lnTo>
                    <a:pt x="45473" y="3750"/>
                  </a:lnTo>
                  <a:lnTo>
                    <a:pt x="45894" y="3699"/>
                  </a:lnTo>
                  <a:lnTo>
                    <a:pt x="46254" y="3653"/>
                  </a:lnTo>
                  <a:lnTo>
                    <a:pt x="46675" y="3586"/>
                  </a:lnTo>
                  <a:lnTo>
                    <a:pt x="47065" y="3525"/>
                  </a:lnTo>
                  <a:lnTo>
                    <a:pt x="47425" y="3459"/>
                  </a:lnTo>
                  <a:lnTo>
                    <a:pt x="47756" y="3388"/>
                  </a:lnTo>
                  <a:lnTo>
                    <a:pt x="48086" y="3316"/>
                  </a:lnTo>
                  <a:lnTo>
                    <a:pt x="48386" y="3245"/>
                  </a:lnTo>
                  <a:lnTo>
                    <a:pt x="48687" y="3168"/>
                  </a:lnTo>
                  <a:lnTo>
                    <a:pt x="48927" y="3092"/>
                  </a:lnTo>
                  <a:lnTo>
                    <a:pt x="49167" y="3015"/>
                  </a:lnTo>
                  <a:lnTo>
                    <a:pt x="49378" y="2934"/>
                  </a:lnTo>
                  <a:lnTo>
                    <a:pt x="49588" y="2852"/>
                  </a:lnTo>
                  <a:lnTo>
                    <a:pt x="49738" y="2765"/>
                  </a:lnTo>
                  <a:lnTo>
                    <a:pt x="49888" y="2679"/>
                  </a:lnTo>
                  <a:lnTo>
                    <a:pt x="50008" y="2592"/>
                  </a:lnTo>
                  <a:lnTo>
                    <a:pt x="50098" y="2500"/>
                  </a:lnTo>
                  <a:lnTo>
                    <a:pt x="50189" y="2413"/>
                  </a:lnTo>
                  <a:lnTo>
                    <a:pt x="50219" y="2322"/>
                  </a:lnTo>
                  <a:lnTo>
                    <a:pt x="50249" y="2225"/>
                  </a:lnTo>
                  <a:lnTo>
                    <a:pt x="50249" y="2128"/>
                  </a:lnTo>
                  <a:lnTo>
                    <a:pt x="50219" y="2031"/>
                  </a:lnTo>
                  <a:lnTo>
                    <a:pt x="50159" y="1934"/>
                  </a:lnTo>
                  <a:lnTo>
                    <a:pt x="50068" y="1837"/>
                  </a:lnTo>
                  <a:lnTo>
                    <a:pt x="49948" y="1735"/>
                  </a:lnTo>
                  <a:lnTo>
                    <a:pt x="49828" y="1633"/>
                  </a:lnTo>
                  <a:lnTo>
                    <a:pt x="49648" y="1531"/>
                  </a:lnTo>
                  <a:lnTo>
                    <a:pt x="49468" y="1424"/>
                  </a:lnTo>
                  <a:lnTo>
                    <a:pt x="49227" y="1322"/>
                  </a:lnTo>
                  <a:lnTo>
                    <a:pt x="48987" y="1215"/>
                  </a:lnTo>
                  <a:lnTo>
                    <a:pt x="48717" y="1108"/>
                  </a:lnTo>
                  <a:lnTo>
                    <a:pt x="48417" y="1000"/>
                  </a:lnTo>
                  <a:lnTo>
                    <a:pt x="48056" y="893"/>
                  </a:lnTo>
                  <a:lnTo>
                    <a:pt x="47696" y="781"/>
                  </a:lnTo>
                  <a:lnTo>
                    <a:pt x="47335" y="684"/>
                  </a:lnTo>
                  <a:lnTo>
                    <a:pt x="46915" y="592"/>
                  </a:lnTo>
                  <a:lnTo>
                    <a:pt x="46464" y="511"/>
                  </a:lnTo>
                  <a:lnTo>
                    <a:pt x="45984" y="434"/>
                  </a:lnTo>
                  <a:lnTo>
                    <a:pt x="45443" y="363"/>
                  </a:lnTo>
                  <a:lnTo>
                    <a:pt x="44902" y="297"/>
                  </a:lnTo>
                  <a:lnTo>
                    <a:pt x="44302" y="240"/>
                  </a:lnTo>
                  <a:lnTo>
                    <a:pt x="43701" y="189"/>
                  </a:lnTo>
                  <a:lnTo>
                    <a:pt x="43070" y="144"/>
                  </a:lnTo>
                  <a:lnTo>
                    <a:pt x="42410" y="108"/>
                  </a:lnTo>
                  <a:lnTo>
                    <a:pt x="41719" y="77"/>
                  </a:lnTo>
                  <a:lnTo>
                    <a:pt x="41028" y="47"/>
                  </a:lnTo>
                  <a:lnTo>
                    <a:pt x="40337" y="26"/>
                  </a:lnTo>
                  <a:lnTo>
                    <a:pt x="39616" y="16"/>
                  </a:lnTo>
                  <a:lnTo>
                    <a:pt x="38896" y="6"/>
                  </a:lnTo>
                  <a:lnTo>
                    <a:pt x="38145"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86"/>
            <p:cNvSpPr/>
            <p:nvPr/>
          </p:nvSpPr>
          <p:spPr>
            <a:xfrm flipH="1">
              <a:off x="4703326" y="2854000"/>
              <a:ext cx="213056" cy="102800"/>
            </a:xfrm>
            <a:custGeom>
              <a:avLst/>
              <a:gdLst/>
              <a:ahLst/>
              <a:cxnLst/>
              <a:rect l="l" t="t" r="r" b="b"/>
              <a:pathLst>
                <a:path w="50249" h="4112" fill="none" extrusionOk="0">
                  <a:moveTo>
                    <a:pt x="38145" y="1"/>
                  </a:moveTo>
                  <a:lnTo>
                    <a:pt x="38145" y="1"/>
                  </a:lnTo>
                  <a:lnTo>
                    <a:pt x="38896" y="6"/>
                  </a:lnTo>
                  <a:lnTo>
                    <a:pt x="39616" y="16"/>
                  </a:lnTo>
                  <a:lnTo>
                    <a:pt x="40337" y="26"/>
                  </a:lnTo>
                  <a:lnTo>
                    <a:pt x="41028" y="47"/>
                  </a:lnTo>
                  <a:lnTo>
                    <a:pt x="41719" y="77"/>
                  </a:lnTo>
                  <a:lnTo>
                    <a:pt x="42410" y="108"/>
                  </a:lnTo>
                  <a:lnTo>
                    <a:pt x="43070" y="144"/>
                  </a:lnTo>
                  <a:lnTo>
                    <a:pt x="43701" y="189"/>
                  </a:lnTo>
                  <a:lnTo>
                    <a:pt x="44302" y="240"/>
                  </a:lnTo>
                  <a:lnTo>
                    <a:pt x="44902" y="297"/>
                  </a:lnTo>
                  <a:lnTo>
                    <a:pt x="45443" y="363"/>
                  </a:lnTo>
                  <a:lnTo>
                    <a:pt x="45984" y="434"/>
                  </a:lnTo>
                  <a:lnTo>
                    <a:pt x="46464" y="511"/>
                  </a:lnTo>
                  <a:lnTo>
                    <a:pt x="46915" y="592"/>
                  </a:lnTo>
                  <a:lnTo>
                    <a:pt x="47335" y="684"/>
                  </a:lnTo>
                  <a:lnTo>
                    <a:pt x="47696" y="781"/>
                  </a:lnTo>
                  <a:lnTo>
                    <a:pt x="47696" y="781"/>
                  </a:lnTo>
                  <a:lnTo>
                    <a:pt x="48056" y="893"/>
                  </a:lnTo>
                  <a:lnTo>
                    <a:pt x="48417" y="1000"/>
                  </a:lnTo>
                  <a:lnTo>
                    <a:pt x="48717" y="1108"/>
                  </a:lnTo>
                  <a:lnTo>
                    <a:pt x="48987" y="1215"/>
                  </a:lnTo>
                  <a:lnTo>
                    <a:pt x="49227" y="1322"/>
                  </a:lnTo>
                  <a:lnTo>
                    <a:pt x="49468" y="1424"/>
                  </a:lnTo>
                  <a:lnTo>
                    <a:pt x="49648" y="1531"/>
                  </a:lnTo>
                  <a:lnTo>
                    <a:pt x="49828" y="1633"/>
                  </a:lnTo>
                  <a:lnTo>
                    <a:pt x="49948" y="1735"/>
                  </a:lnTo>
                  <a:lnTo>
                    <a:pt x="50068" y="1837"/>
                  </a:lnTo>
                  <a:lnTo>
                    <a:pt x="50159" y="1934"/>
                  </a:lnTo>
                  <a:lnTo>
                    <a:pt x="50219" y="2031"/>
                  </a:lnTo>
                  <a:lnTo>
                    <a:pt x="50249" y="2128"/>
                  </a:lnTo>
                  <a:lnTo>
                    <a:pt x="50249" y="2225"/>
                  </a:lnTo>
                  <a:lnTo>
                    <a:pt x="50219" y="2322"/>
                  </a:lnTo>
                  <a:lnTo>
                    <a:pt x="50189" y="2413"/>
                  </a:lnTo>
                  <a:lnTo>
                    <a:pt x="50098" y="2500"/>
                  </a:lnTo>
                  <a:lnTo>
                    <a:pt x="50008" y="2592"/>
                  </a:lnTo>
                  <a:lnTo>
                    <a:pt x="49888" y="2679"/>
                  </a:lnTo>
                  <a:lnTo>
                    <a:pt x="49738" y="2765"/>
                  </a:lnTo>
                  <a:lnTo>
                    <a:pt x="49588" y="2852"/>
                  </a:lnTo>
                  <a:lnTo>
                    <a:pt x="49378" y="2934"/>
                  </a:lnTo>
                  <a:lnTo>
                    <a:pt x="49167" y="3015"/>
                  </a:lnTo>
                  <a:lnTo>
                    <a:pt x="48927" y="3092"/>
                  </a:lnTo>
                  <a:lnTo>
                    <a:pt x="48687" y="3168"/>
                  </a:lnTo>
                  <a:lnTo>
                    <a:pt x="48386" y="3245"/>
                  </a:lnTo>
                  <a:lnTo>
                    <a:pt x="48086" y="3316"/>
                  </a:lnTo>
                  <a:lnTo>
                    <a:pt x="47756" y="3388"/>
                  </a:lnTo>
                  <a:lnTo>
                    <a:pt x="47425" y="3459"/>
                  </a:lnTo>
                  <a:lnTo>
                    <a:pt x="47065" y="3525"/>
                  </a:lnTo>
                  <a:lnTo>
                    <a:pt x="46675" y="3586"/>
                  </a:lnTo>
                  <a:lnTo>
                    <a:pt x="46254" y="3653"/>
                  </a:lnTo>
                  <a:lnTo>
                    <a:pt x="46254" y="3653"/>
                  </a:lnTo>
                  <a:lnTo>
                    <a:pt x="45894" y="3699"/>
                  </a:lnTo>
                  <a:lnTo>
                    <a:pt x="45473" y="3750"/>
                  </a:lnTo>
                  <a:lnTo>
                    <a:pt x="44993" y="3796"/>
                  </a:lnTo>
                  <a:lnTo>
                    <a:pt x="44482" y="3836"/>
                  </a:lnTo>
                  <a:lnTo>
                    <a:pt x="43911" y="3877"/>
                  </a:lnTo>
                  <a:lnTo>
                    <a:pt x="43311" y="3913"/>
                  </a:lnTo>
                  <a:lnTo>
                    <a:pt x="42680" y="3949"/>
                  </a:lnTo>
                  <a:lnTo>
                    <a:pt x="42019" y="3984"/>
                  </a:lnTo>
                  <a:lnTo>
                    <a:pt x="41358" y="4010"/>
                  </a:lnTo>
                  <a:lnTo>
                    <a:pt x="40638" y="4035"/>
                  </a:lnTo>
                  <a:lnTo>
                    <a:pt x="39917" y="4061"/>
                  </a:lnTo>
                  <a:lnTo>
                    <a:pt x="39166" y="4076"/>
                  </a:lnTo>
                  <a:lnTo>
                    <a:pt x="38415" y="4091"/>
                  </a:lnTo>
                  <a:lnTo>
                    <a:pt x="37664" y="4102"/>
                  </a:lnTo>
                  <a:lnTo>
                    <a:pt x="36883" y="4107"/>
                  </a:lnTo>
                  <a:lnTo>
                    <a:pt x="36102" y="4112"/>
                  </a:lnTo>
                  <a:lnTo>
                    <a:pt x="32798" y="4112"/>
                  </a:lnTo>
                  <a:lnTo>
                    <a:pt x="32798" y="4112"/>
                  </a:lnTo>
                  <a:lnTo>
                    <a:pt x="32378" y="4030"/>
                  </a:lnTo>
                  <a:lnTo>
                    <a:pt x="32378" y="4030"/>
                  </a:lnTo>
                  <a:lnTo>
                    <a:pt x="32018" y="3969"/>
                  </a:lnTo>
                  <a:lnTo>
                    <a:pt x="31567" y="3908"/>
                  </a:lnTo>
                  <a:lnTo>
                    <a:pt x="31117" y="3847"/>
                  </a:lnTo>
                  <a:lnTo>
                    <a:pt x="30576" y="3790"/>
                  </a:lnTo>
                  <a:lnTo>
                    <a:pt x="30005" y="3739"/>
                  </a:lnTo>
                  <a:lnTo>
                    <a:pt x="29435" y="3688"/>
                  </a:lnTo>
                  <a:lnTo>
                    <a:pt x="28774" y="3643"/>
                  </a:lnTo>
                  <a:lnTo>
                    <a:pt x="28113" y="3602"/>
                  </a:lnTo>
                  <a:lnTo>
                    <a:pt x="27422" y="3566"/>
                  </a:lnTo>
                  <a:lnTo>
                    <a:pt x="26731" y="3530"/>
                  </a:lnTo>
                  <a:lnTo>
                    <a:pt x="25981" y="3500"/>
                  </a:lnTo>
                  <a:lnTo>
                    <a:pt x="25230" y="3474"/>
                  </a:lnTo>
                  <a:lnTo>
                    <a:pt x="24449" y="3459"/>
                  </a:lnTo>
                  <a:lnTo>
                    <a:pt x="23668" y="3444"/>
                  </a:lnTo>
                  <a:lnTo>
                    <a:pt x="22887" y="3433"/>
                  </a:lnTo>
                  <a:lnTo>
                    <a:pt x="22106" y="3428"/>
                  </a:lnTo>
                  <a:lnTo>
                    <a:pt x="22106" y="3428"/>
                  </a:lnTo>
                  <a:lnTo>
                    <a:pt x="21295" y="3433"/>
                  </a:lnTo>
                  <a:lnTo>
                    <a:pt x="20454" y="3444"/>
                  </a:lnTo>
                  <a:lnTo>
                    <a:pt x="3334" y="3444"/>
                  </a:lnTo>
                  <a:lnTo>
                    <a:pt x="3334" y="3444"/>
                  </a:lnTo>
                  <a:lnTo>
                    <a:pt x="3004" y="3367"/>
                  </a:lnTo>
                  <a:lnTo>
                    <a:pt x="2674" y="3291"/>
                  </a:lnTo>
                  <a:lnTo>
                    <a:pt x="2373" y="3209"/>
                  </a:lnTo>
                  <a:lnTo>
                    <a:pt x="2073" y="3127"/>
                  </a:lnTo>
                  <a:lnTo>
                    <a:pt x="1803" y="3041"/>
                  </a:lnTo>
                  <a:lnTo>
                    <a:pt x="1532" y="2959"/>
                  </a:lnTo>
                  <a:lnTo>
                    <a:pt x="1292" y="2867"/>
                  </a:lnTo>
                  <a:lnTo>
                    <a:pt x="1082" y="2781"/>
                  </a:lnTo>
                  <a:lnTo>
                    <a:pt x="872" y="2689"/>
                  </a:lnTo>
                  <a:lnTo>
                    <a:pt x="691" y="2597"/>
                  </a:lnTo>
                  <a:lnTo>
                    <a:pt x="511" y="2500"/>
                  </a:lnTo>
                  <a:lnTo>
                    <a:pt x="391" y="2408"/>
                  </a:lnTo>
                  <a:lnTo>
                    <a:pt x="271" y="2311"/>
                  </a:lnTo>
                  <a:lnTo>
                    <a:pt x="151" y="2214"/>
                  </a:lnTo>
                  <a:lnTo>
                    <a:pt x="91" y="2117"/>
                  </a:lnTo>
                  <a:lnTo>
                    <a:pt x="31" y="2021"/>
                  </a:lnTo>
                  <a:lnTo>
                    <a:pt x="1" y="1924"/>
                  </a:lnTo>
                  <a:lnTo>
                    <a:pt x="1" y="1832"/>
                  </a:lnTo>
                  <a:lnTo>
                    <a:pt x="31" y="1735"/>
                  </a:lnTo>
                  <a:lnTo>
                    <a:pt x="91" y="1638"/>
                  </a:lnTo>
                  <a:lnTo>
                    <a:pt x="151" y="1541"/>
                  </a:lnTo>
                  <a:lnTo>
                    <a:pt x="271" y="1449"/>
                  </a:lnTo>
                  <a:lnTo>
                    <a:pt x="391" y="1357"/>
                  </a:lnTo>
                  <a:lnTo>
                    <a:pt x="571" y="1266"/>
                  </a:lnTo>
                  <a:lnTo>
                    <a:pt x="751" y="1174"/>
                  </a:lnTo>
                  <a:lnTo>
                    <a:pt x="992" y="1082"/>
                  </a:lnTo>
                  <a:lnTo>
                    <a:pt x="1232" y="995"/>
                  </a:lnTo>
                  <a:lnTo>
                    <a:pt x="1532" y="909"/>
                  </a:lnTo>
                  <a:lnTo>
                    <a:pt x="1833" y="827"/>
                  </a:lnTo>
                  <a:lnTo>
                    <a:pt x="2193" y="745"/>
                  </a:lnTo>
                  <a:lnTo>
                    <a:pt x="2584" y="664"/>
                  </a:lnTo>
                  <a:lnTo>
                    <a:pt x="3004" y="587"/>
                  </a:lnTo>
                  <a:lnTo>
                    <a:pt x="3004" y="587"/>
                  </a:lnTo>
                  <a:lnTo>
                    <a:pt x="3364" y="526"/>
                  </a:lnTo>
                  <a:lnTo>
                    <a:pt x="3815" y="470"/>
                  </a:lnTo>
                  <a:lnTo>
                    <a:pt x="4296" y="414"/>
                  </a:lnTo>
                  <a:lnTo>
                    <a:pt x="4806" y="358"/>
                  </a:lnTo>
                  <a:lnTo>
                    <a:pt x="5377" y="307"/>
                  </a:lnTo>
                  <a:lnTo>
                    <a:pt x="5978" y="261"/>
                  </a:lnTo>
                  <a:lnTo>
                    <a:pt x="6608" y="215"/>
                  </a:lnTo>
                  <a:lnTo>
                    <a:pt x="7269" y="174"/>
                  </a:lnTo>
                  <a:lnTo>
                    <a:pt x="7960" y="138"/>
                  </a:lnTo>
                  <a:lnTo>
                    <a:pt x="8681" y="103"/>
                  </a:lnTo>
                  <a:lnTo>
                    <a:pt x="9401" y="72"/>
                  </a:lnTo>
                  <a:lnTo>
                    <a:pt x="10182" y="52"/>
                  </a:lnTo>
                  <a:lnTo>
                    <a:pt x="10933" y="31"/>
                  </a:lnTo>
                  <a:lnTo>
                    <a:pt x="11714" y="16"/>
                  </a:lnTo>
                  <a:lnTo>
                    <a:pt x="12525" y="6"/>
                  </a:lnTo>
                  <a:lnTo>
                    <a:pt x="13306" y="6"/>
                  </a:lnTo>
                  <a:lnTo>
                    <a:pt x="13306" y="6"/>
                  </a:lnTo>
                  <a:lnTo>
                    <a:pt x="14117" y="6"/>
                  </a:lnTo>
                  <a:lnTo>
                    <a:pt x="14928" y="16"/>
                  </a:lnTo>
                  <a:lnTo>
                    <a:pt x="36493" y="16"/>
                  </a:lnTo>
                  <a:lnTo>
                    <a:pt x="36493" y="16"/>
                  </a:lnTo>
                  <a:lnTo>
                    <a:pt x="37334" y="6"/>
                  </a:lnTo>
                  <a:lnTo>
                    <a:pt x="3814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86"/>
            <p:cNvSpPr/>
            <p:nvPr/>
          </p:nvSpPr>
          <p:spPr>
            <a:xfrm flipH="1">
              <a:off x="4766362" y="2939700"/>
              <a:ext cx="436169" cy="107000"/>
            </a:xfrm>
            <a:custGeom>
              <a:avLst/>
              <a:gdLst/>
              <a:ahLst/>
              <a:cxnLst/>
              <a:rect l="l" t="t" r="r" b="b"/>
              <a:pathLst>
                <a:path w="102870" h="4280" extrusionOk="0">
                  <a:moveTo>
                    <a:pt x="12075" y="0"/>
                  </a:moveTo>
                  <a:lnTo>
                    <a:pt x="11324" y="5"/>
                  </a:lnTo>
                  <a:lnTo>
                    <a:pt x="10603" y="11"/>
                  </a:lnTo>
                  <a:lnTo>
                    <a:pt x="9912" y="26"/>
                  </a:lnTo>
                  <a:lnTo>
                    <a:pt x="9191" y="46"/>
                  </a:lnTo>
                  <a:lnTo>
                    <a:pt x="8501" y="72"/>
                  </a:lnTo>
                  <a:lnTo>
                    <a:pt x="7840" y="107"/>
                  </a:lnTo>
                  <a:lnTo>
                    <a:pt x="7179" y="143"/>
                  </a:lnTo>
                  <a:lnTo>
                    <a:pt x="6548" y="189"/>
                  </a:lnTo>
                  <a:lnTo>
                    <a:pt x="5918" y="245"/>
                  </a:lnTo>
                  <a:lnTo>
                    <a:pt x="5347" y="301"/>
                  </a:lnTo>
                  <a:lnTo>
                    <a:pt x="4806" y="368"/>
                  </a:lnTo>
                  <a:lnTo>
                    <a:pt x="4266" y="444"/>
                  </a:lnTo>
                  <a:lnTo>
                    <a:pt x="3785" y="521"/>
                  </a:lnTo>
                  <a:lnTo>
                    <a:pt x="3335" y="607"/>
                  </a:lnTo>
                  <a:lnTo>
                    <a:pt x="2914" y="704"/>
                  </a:lnTo>
                  <a:lnTo>
                    <a:pt x="2554" y="806"/>
                  </a:lnTo>
                  <a:lnTo>
                    <a:pt x="2193" y="924"/>
                  </a:lnTo>
                  <a:lnTo>
                    <a:pt x="1863" y="1036"/>
                  </a:lnTo>
                  <a:lnTo>
                    <a:pt x="1532" y="1153"/>
                  </a:lnTo>
                  <a:lnTo>
                    <a:pt x="1262" y="1265"/>
                  </a:lnTo>
                  <a:lnTo>
                    <a:pt x="1022" y="1378"/>
                  </a:lnTo>
                  <a:lnTo>
                    <a:pt x="782" y="1485"/>
                  </a:lnTo>
                  <a:lnTo>
                    <a:pt x="601" y="1597"/>
                  </a:lnTo>
                  <a:lnTo>
                    <a:pt x="451" y="1704"/>
                  </a:lnTo>
                  <a:lnTo>
                    <a:pt x="301" y="1811"/>
                  </a:lnTo>
                  <a:lnTo>
                    <a:pt x="181" y="1913"/>
                  </a:lnTo>
                  <a:lnTo>
                    <a:pt x="121" y="2020"/>
                  </a:lnTo>
                  <a:lnTo>
                    <a:pt x="61" y="2122"/>
                  </a:lnTo>
                  <a:lnTo>
                    <a:pt x="31" y="2224"/>
                  </a:lnTo>
                  <a:lnTo>
                    <a:pt x="1" y="2321"/>
                  </a:lnTo>
                  <a:lnTo>
                    <a:pt x="31" y="2418"/>
                  </a:lnTo>
                  <a:lnTo>
                    <a:pt x="91" y="2515"/>
                  </a:lnTo>
                  <a:lnTo>
                    <a:pt x="151" y="2612"/>
                  </a:lnTo>
                  <a:lnTo>
                    <a:pt x="241" y="2704"/>
                  </a:lnTo>
                  <a:lnTo>
                    <a:pt x="361" y="2796"/>
                  </a:lnTo>
                  <a:lnTo>
                    <a:pt x="511" y="2882"/>
                  </a:lnTo>
                  <a:lnTo>
                    <a:pt x="661" y="2974"/>
                  </a:lnTo>
                  <a:lnTo>
                    <a:pt x="872" y="3061"/>
                  </a:lnTo>
                  <a:lnTo>
                    <a:pt x="1082" y="3142"/>
                  </a:lnTo>
                  <a:lnTo>
                    <a:pt x="1322" y="3224"/>
                  </a:lnTo>
                  <a:lnTo>
                    <a:pt x="1562" y="3306"/>
                  </a:lnTo>
                  <a:lnTo>
                    <a:pt x="1863" y="3382"/>
                  </a:lnTo>
                  <a:lnTo>
                    <a:pt x="2163" y="3459"/>
                  </a:lnTo>
                  <a:lnTo>
                    <a:pt x="2494" y="3535"/>
                  </a:lnTo>
                  <a:lnTo>
                    <a:pt x="2824" y="3607"/>
                  </a:lnTo>
                  <a:lnTo>
                    <a:pt x="3184" y="3678"/>
                  </a:lnTo>
                  <a:lnTo>
                    <a:pt x="3575" y="3744"/>
                  </a:lnTo>
                  <a:lnTo>
                    <a:pt x="3995" y="3811"/>
                  </a:lnTo>
                  <a:lnTo>
                    <a:pt x="4326" y="3856"/>
                  </a:lnTo>
                  <a:lnTo>
                    <a:pt x="4686" y="3902"/>
                  </a:lnTo>
                  <a:lnTo>
                    <a:pt x="5077" y="3948"/>
                  </a:lnTo>
                  <a:lnTo>
                    <a:pt x="5527" y="3989"/>
                  </a:lnTo>
                  <a:lnTo>
                    <a:pt x="5978" y="4030"/>
                  </a:lnTo>
                  <a:lnTo>
                    <a:pt x="6488" y="4071"/>
                  </a:lnTo>
                  <a:lnTo>
                    <a:pt x="6999" y="4106"/>
                  </a:lnTo>
                  <a:lnTo>
                    <a:pt x="7569" y="4137"/>
                  </a:lnTo>
                  <a:lnTo>
                    <a:pt x="8140" y="4168"/>
                  </a:lnTo>
                  <a:lnTo>
                    <a:pt x="8711" y="4198"/>
                  </a:lnTo>
                  <a:lnTo>
                    <a:pt x="9341" y="4219"/>
                  </a:lnTo>
                  <a:lnTo>
                    <a:pt x="9972" y="4239"/>
                  </a:lnTo>
                  <a:lnTo>
                    <a:pt x="10603" y="4259"/>
                  </a:lnTo>
                  <a:lnTo>
                    <a:pt x="11264" y="4270"/>
                  </a:lnTo>
                  <a:lnTo>
                    <a:pt x="11924" y="4275"/>
                  </a:lnTo>
                  <a:lnTo>
                    <a:pt x="12585" y="4280"/>
                  </a:lnTo>
                  <a:lnTo>
                    <a:pt x="13366" y="4275"/>
                  </a:lnTo>
                  <a:lnTo>
                    <a:pt x="14147" y="4264"/>
                  </a:lnTo>
                  <a:lnTo>
                    <a:pt x="38145" y="4264"/>
                  </a:lnTo>
                  <a:lnTo>
                    <a:pt x="38505" y="4183"/>
                  </a:lnTo>
                  <a:lnTo>
                    <a:pt x="38926" y="4101"/>
                  </a:lnTo>
                  <a:lnTo>
                    <a:pt x="39346" y="4025"/>
                  </a:lnTo>
                  <a:lnTo>
                    <a:pt x="39797" y="3948"/>
                  </a:lnTo>
                  <a:lnTo>
                    <a:pt x="40187" y="3897"/>
                  </a:lnTo>
                  <a:lnTo>
                    <a:pt x="40608" y="3846"/>
                  </a:lnTo>
                  <a:lnTo>
                    <a:pt x="41088" y="3800"/>
                  </a:lnTo>
                  <a:lnTo>
                    <a:pt x="41599" y="3754"/>
                  </a:lnTo>
                  <a:lnTo>
                    <a:pt x="42169" y="3709"/>
                  </a:lnTo>
                  <a:lnTo>
                    <a:pt x="42770" y="3673"/>
                  </a:lnTo>
                  <a:lnTo>
                    <a:pt x="43371" y="3637"/>
                  </a:lnTo>
                  <a:lnTo>
                    <a:pt x="44032" y="3601"/>
                  </a:lnTo>
                  <a:lnTo>
                    <a:pt x="44722" y="3571"/>
                  </a:lnTo>
                  <a:lnTo>
                    <a:pt x="45443" y="3545"/>
                  </a:lnTo>
                  <a:lnTo>
                    <a:pt x="46164" y="3525"/>
                  </a:lnTo>
                  <a:lnTo>
                    <a:pt x="46915" y="3504"/>
                  </a:lnTo>
                  <a:lnTo>
                    <a:pt x="47666" y="3489"/>
                  </a:lnTo>
                  <a:lnTo>
                    <a:pt x="48417" y="3479"/>
                  </a:lnTo>
                  <a:lnTo>
                    <a:pt x="49198" y="3474"/>
                  </a:lnTo>
                  <a:lnTo>
                    <a:pt x="49948" y="3469"/>
                  </a:lnTo>
                  <a:lnTo>
                    <a:pt x="99085" y="3469"/>
                  </a:lnTo>
                  <a:lnTo>
                    <a:pt x="100016" y="3474"/>
                  </a:lnTo>
                  <a:lnTo>
                    <a:pt x="100587" y="3321"/>
                  </a:lnTo>
                  <a:lnTo>
                    <a:pt x="101127" y="3158"/>
                  </a:lnTo>
                  <a:lnTo>
                    <a:pt x="101578" y="2984"/>
                  </a:lnTo>
                  <a:lnTo>
                    <a:pt x="101968" y="2811"/>
                  </a:lnTo>
                  <a:lnTo>
                    <a:pt x="102149" y="2724"/>
                  </a:lnTo>
                  <a:lnTo>
                    <a:pt x="102299" y="2632"/>
                  </a:lnTo>
                  <a:lnTo>
                    <a:pt x="102449" y="2540"/>
                  </a:lnTo>
                  <a:lnTo>
                    <a:pt x="102569" y="2449"/>
                  </a:lnTo>
                  <a:lnTo>
                    <a:pt x="102659" y="2357"/>
                  </a:lnTo>
                  <a:lnTo>
                    <a:pt x="102749" y="2265"/>
                  </a:lnTo>
                  <a:lnTo>
                    <a:pt x="102809" y="2173"/>
                  </a:lnTo>
                  <a:lnTo>
                    <a:pt x="102839" y="2081"/>
                  </a:lnTo>
                  <a:lnTo>
                    <a:pt x="102869" y="1990"/>
                  </a:lnTo>
                  <a:lnTo>
                    <a:pt x="102869" y="1893"/>
                  </a:lnTo>
                  <a:lnTo>
                    <a:pt x="102839" y="1801"/>
                  </a:lnTo>
                  <a:lnTo>
                    <a:pt x="102779" y="1709"/>
                  </a:lnTo>
                  <a:lnTo>
                    <a:pt x="102719" y="1617"/>
                  </a:lnTo>
                  <a:lnTo>
                    <a:pt x="102629" y="1525"/>
                  </a:lnTo>
                  <a:lnTo>
                    <a:pt x="102509" y="1439"/>
                  </a:lnTo>
                  <a:lnTo>
                    <a:pt x="102359" y="1347"/>
                  </a:lnTo>
                  <a:lnTo>
                    <a:pt x="102209" y="1260"/>
                  </a:lnTo>
                  <a:lnTo>
                    <a:pt x="101998" y="1173"/>
                  </a:lnTo>
                  <a:lnTo>
                    <a:pt x="101788" y="1087"/>
                  </a:lnTo>
                  <a:lnTo>
                    <a:pt x="101548" y="1005"/>
                  </a:lnTo>
                  <a:lnTo>
                    <a:pt x="101278" y="918"/>
                  </a:lnTo>
                  <a:lnTo>
                    <a:pt x="100977" y="842"/>
                  </a:lnTo>
                  <a:lnTo>
                    <a:pt x="100647" y="760"/>
                  </a:lnTo>
                  <a:lnTo>
                    <a:pt x="100286" y="684"/>
                  </a:lnTo>
                  <a:lnTo>
                    <a:pt x="80464" y="684"/>
                  </a:lnTo>
                  <a:lnTo>
                    <a:pt x="79773" y="674"/>
                  </a:lnTo>
                  <a:lnTo>
                    <a:pt x="79052" y="669"/>
                  </a:lnTo>
                  <a:lnTo>
                    <a:pt x="78361" y="653"/>
                  </a:lnTo>
                  <a:lnTo>
                    <a:pt x="77670" y="638"/>
                  </a:lnTo>
                  <a:lnTo>
                    <a:pt x="76980" y="612"/>
                  </a:lnTo>
                  <a:lnTo>
                    <a:pt x="76319" y="587"/>
                  </a:lnTo>
                  <a:lnTo>
                    <a:pt x="75688" y="556"/>
                  </a:lnTo>
                  <a:lnTo>
                    <a:pt x="75057" y="521"/>
                  </a:lnTo>
                  <a:lnTo>
                    <a:pt x="74457" y="485"/>
                  </a:lnTo>
                  <a:lnTo>
                    <a:pt x="73856" y="439"/>
                  </a:lnTo>
                  <a:lnTo>
                    <a:pt x="73315" y="388"/>
                  </a:lnTo>
                  <a:lnTo>
                    <a:pt x="72775" y="332"/>
                  </a:lnTo>
                  <a:lnTo>
                    <a:pt x="72294" y="271"/>
                  </a:lnTo>
                  <a:lnTo>
                    <a:pt x="71844" y="209"/>
                  </a:lnTo>
                  <a:lnTo>
                    <a:pt x="71423" y="138"/>
                  </a:lnTo>
                  <a:lnTo>
                    <a:pt x="70822" y="16"/>
                  </a:lnTo>
                  <a:lnTo>
                    <a:pt x="13757" y="16"/>
                  </a:lnTo>
                  <a:lnTo>
                    <a:pt x="12916" y="5"/>
                  </a:lnTo>
                  <a:lnTo>
                    <a:pt x="12075" y="0"/>
                  </a:lnTo>
                  <a:close/>
                </a:path>
              </a:pathLst>
            </a:custGeom>
            <a:solidFill>
              <a:srgbClr val="0088CF"/>
            </a:solidFill>
            <a:ln w="9525" cap="flat" cmpd="sng">
              <a:solidFill>
                <a:srgbClr val="008A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86"/>
            <p:cNvSpPr/>
            <p:nvPr/>
          </p:nvSpPr>
          <p:spPr>
            <a:xfrm flipH="1">
              <a:off x="4766362" y="2939700"/>
              <a:ext cx="436169" cy="107000"/>
            </a:xfrm>
            <a:custGeom>
              <a:avLst/>
              <a:gdLst/>
              <a:ahLst/>
              <a:cxnLst/>
              <a:rect l="l" t="t" r="r" b="b"/>
              <a:pathLst>
                <a:path w="102870" h="4280" fill="none" extrusionOk="0">
                  <a:moveTo>
                    <a:pt x="12075" y="0"/>
                  </a:moveTo>
                  <a:lnTo>
                    <a:pt x="12075" y="0"/>
                  </a:lnTo>
                  <a:lnTo>
                    <a:pt x="12916" y="5"/>
                  </a:lnTo>
                  <a:lnTo>
                    <a:pt x="13757" y="16"/>
                  </a:lnTo>
                  <a:lnTo>
                    <a:pt x="70822" y="16"/>
                  </a:lnTo>
                  <a:lnTo>
                    <a:pt x="70822" y="16"/>
                  </a:lnTo>
                  <a:lnTo>
                    <a:pt x="71423" y="138"/>
                  </a:lnTo>
                  <a:lnTo>
                    <a:pt x="71423" y="138"/>
                  </a:lnTo>
                  <a:lnTo>
                    <a:pt x="71844" y="209"/>
                  </a:lnTo>
                  <a:lnTo>
                    <a:pt x="72294" y="271"/>
                  </a:lnTo>
                  <a:lnTo>
                    <a:pt x="72775" y="332"/>
                  </a:lnTo>
                  <a:lnTo>
                    <a:pt x="73315" y="388"/>
                  </a:lnTo>
                  <a:lnTo>
                    <a:pt x="73856" y="439"/>
                  </a:lnTo>
                  <a:lnTo>
                    <a:pt x="74457" y="485"/>
                  </a:lnTo>
                  <a:lnTo>
                    <a:pt x="75057" y="521"/>
                  </a:lnTo>
                  <a:lnTo>
                    <a:pt x="75688" y="556"/>
                  </a:lnTo>
                  <a:lnTo>
                    <a:pt x="76319" y="587"/>
                  </a:lnTo>
                  <a:lnTo>
                    <a:pt x="76980" y="612"/>
                  </a:lnTo>
                  <a:lnTo>
                    <a:pt x="77670" y="638"/>
                  </a:lnTo>
                  <a:lnTo>
                    <a:pt x="78361" y="653"/>
                  </a:lnTo>
                  <a:lnTo>
                    <a:pt x="79052" y="669"/>
                  </a:lnTo>
                  <a:lnTo>
                    <a:pt x="79773" y="674"/>
                  </a:lnTo>
                  <a:lnTo>
                    <a:pt x="80464" y="684"/>
                  </a:lnTo>
                  <a:lnTo>
                    <a:pt x="81154" y="684"/>
                  </a:lnTo>
                  <a:lnTo>
                    <a:pt x="100286" y="684"/>
                  </a:lnTo>
                  <a:lnTo>
                    <a:pt x="100286" y="684"/>
                  </a:lnTo>
                  <a:lnTo>
                    <a:pt x="100647" y="760"/>
                  </a:lnTo>
                  <a:lnTo>
                    <a:pt x="100977" y="842"/>
                  </a:lnTo>
                  <a:lnTo>
                    <a:pt x="101278" y="918"/>
                  </a:lnTo>
                  <a:lnTo>
                    <a:pt x="101548" y="1005"/>
                  </a:lnTo>
                  <a:lnTo>
                    <a:pt x="101788" y="1087"/>
                  </a:lnTo>
                  <a:lnTo>
                    <a:pt x="101998" y="1173"/>
                  </a:lnTo>
                  <a:lnTo>
                    <a:pt x="102209" y="1260"/>
                  </a:lnTo>
                  <a:lnTo>
                    <a:pt x="102359" y="1347"/>
                  </a:lnTo>
                  <a:lnTo>
                    <a:pt x="102509" y="1439"/>
                  </a:lnTo>
                  <a:lnTo>
                    <a:pt x="102629" y="1525"/>
                  </a:lnTo>
                  <a:lnTo>
                    <a:pt x="102719" y="1617"/>
                  </a:lnTo>
                  <a:lnTo>
                    <a:pt x="102779" y="1709"/>
                  </a:lnTo>
                  <a:lnTo>
                    <a:pt x="102839" y="1801"/>
                  </a:lnTo>
                  <a:lnTo>
                    <a:pt x="102869" y="1893"/>
                  </a:lnTo>
                  <a:lnTo>
                    <a:pt x="102869" y="1990"/>
                  </a:lnTo>
                  <a:lnTo>
                    <a:pt x="102839" y="2081"/>
                  </a:lnTo>
                  <a:lnTo>
                    <a:pt x="102809" y="2173"/>
                  </a:lnTo>
                  <a:lnTo>
                    <a:pt x="102749" y="2265"/>
                  </a:lnTo>
                  <a:lnTo>
                    <a:pt x="102659" y="2357"/>
                  </a:lnTo>
                  <a:lnTo>
                    <a:pt x="102569" y="2449"/>
                  </a:lnTo>
                  <a:lnTo>
                    <a:pt x="102449" y="2540"/>
                  </a:lnTo>
                  <a:lnTo>
                    <a:pt x="102299" y="2632"/>
                  </a:lnTo>
                  <a:lnTo>
                    <a:pt x="102149" y="2724"/>
                  </a:lnTo>
                  <a:lnTo>
                    <a:pt x="101968" y="2811"/>
                  </a:lnTo>
                  <a:lnTo>
                    <a:pt x="101578" y="2984"/>
                  </a:lnTo>
                  <a:lnTo>
                    <a:pt x="101127" y="3158"/>
                  </a:lnTo>
                  <a:lnTo>
                    <a:pt x="100587" y="3321"/>
                  </a:lnTo>
                  <a:lnTo>
                    <a:pt x="100016" y="3474"/>
                  </a:lnTo>
                  <a:lnTo>
                    <a:pt x="100016" y="3474"/>
                  </a:lnTo>
                  <a:lnTo>
                    <a:pt x="99085" y="3469"/>
                  </a:lnTo>
                  <a:lnTo>
                    <a:pt x="49948" y="3469"/>
                  </a:lnTo>
                  <a:lnTo>
                    <a:pt x="49948" y="3469"/>
                  </a:lnTo>
                  <a:lnTo>
                    <a:pt x="49198" y="3474"/>
                  </a:lnTo>
                  <a:lnTo>
                    <a:pt x="48417" y="3479"/>
                  </a:lnTo>
                  <a:lnTo>
                    <a:pt x="47666" y="3489"/>
                  </a:lnTo>
                  <a:lnTo>
                    <a:pt x="46915" y="3504"/>
                  </a:lnTo>
                  <a:lnTo>
                    <a:pt x="46164" y="3525"/>
                  </a:lnTo>
                  <a:lnTo>
                    <a:pt x="45443" y="3545"/>
                  </a:lnTo>
                  <a:lnTo>
                    <a:pt x="44722" y="3571"/>
                  </a:lnTo>
                  <a:lnTo>
                    <a:pt x="44032" y="3601"/>
                  </a:lnTo>
                  <a:lnTo>
                    <a:pt x="43371" y="3637"/>
                  </a:lnTo>
                  <a:lnTo>
                    <a:pt x="42770" y="3673"/>
                  </a:lnTo>
                  <a:lnTo>
                    <a:pt x="42169" y="3709"/>
                  </a:lnTo>
                  <a:lnTo>
                    <a:pt x="41599" y="3754"/>
                  </a:lnTo>
                  <a:lnTo>
                    <a:pt x="41088" y="3800"/>
                  </a:lnTo>
                  <a:lnTo>
                    <a:pt x="40608" y="3846"/>
                  </a:lnTo>
                  <a:lnTo>
                    <a:pt x="40187" y="3897"/>
                  </a:lnTo>
                  <a:lnTo>
                    <a:pt x="39797" y="3948"/>
                  </a:lnTo>
                  <a:lnTo>
                    <a:pt x="39797" y="3948"/>
                  </a:lnTo>
                  <a:lnTo>
                    <a:pt x="39346" y="4025"/>
                  </a:lnTo>
                  <a:lnTo>
                    <a:pt x="38926" y="4101"/>
                  </a:lnTo>
                  <a:lnTo>
                    <a:pt x="38505" y="4183"/>
                  </a:lnTo>
                  <a:lnTo>
                    <a:pt x="38145" y="4264"/>
                  </a:lnTo>
                  <a:lnTo>
                    <a:pt x="14147" y="4264"/>
                  </a:lnTo>
                  <a:lnTo>
                    <a:pt x="14147" y="4264"/>
                  </a:lnTo>
                  <a:lnTo>
                    <a:pt x="13366" y="4275"/>
                  </a:lnTo>
                  <a:lnTo>
                    <a:pt x="12585" y="4280"/>
                  </a:lnTo>
                  <a:lnTo>
                    <a:pt x="12585" y="4280"/>
                  </a:lnTo>
                  <a:lnTo>
                    <a:pt x="11924" y="4275"/>
                  </a:lnTo>
                  <a:lnTo>
                    <a:pt x="11264" y="4270"/>
                  </a:lnTo>
                  <a:lnTo>
                    <a:pt x="10603" y="4259"/>
                  </a:lnTo>
                  <a:lnTo>
                    <a:pt x="9972" y="4239"/>
                  </a:lnTo>
                  <a:lnTo>
                    <a:pt x="9341" y="4219"/>
                  </a:lnTo>
                  <a:lnTo>
                    <a:pt x="8711" y="4198"/>
                  </a:lnTo>
                  <a:lnTo>
                    <a:pt x="8140" y="4168"/>
                  </a:lnTo>
                  <a:lnTo>
                    <a:pt x="7569" y="4137"/>
                  </a:lnTo>
                  <a:lnTo>
                    <a:pt x="6999" y="4106"/>
                  </a:lnTo>
                  <a:lnTo>
                    <a:pt x="6488" y="4071"/>
                  </a:lnTo>
                  <a:lnTo>
                    <a:pt x="5978" y="4030"/>
                  </a:lnTo>
                  <a:lnTo>
                    <a:pt x="5527" y="3989"/>
                  </a:lnTo>
                  <a:lnTo>
                    <a:pt x="5077" y="3948"/>
                  </a:lnTo>
                  <a:lnTo>
                    <a:pt x="4686" y="3902"/>
                  </a:lnTo>
                  <a:lnTo>
                    <a:pt x="4326" y="3856"/>
                  </a:lnTo>
                  <a:lnTo>
                    <a:pt x="3995" y="3811"/>
                  </a:lnTo>
                  <a:lnTo>
                    <a:pt x="3995" y="3811"/>
                  </a:lnTo>
                  <a:lnTo>
                    <a:pt x="3575" y="3744"/>
                  </a:lnTo>
                  <a:lnTo>
                    <a:pt x="3184" y="3678"/>
                  </a:lnTo>
                  <a:lnTo>
                    <a:pt x="2824" y="3607"/>
                  </a:lnTo>
                  <a:lnTo>
                    <a:pt x="2494" y="3535"/>
                  </a:lnTo>
                  <a:lnTo>
                    <a:pt x="2163" y="3459"/>
                  </a:lnTo>
                  <a:lnTo>
                    <a:pt x="1863" y="3382"/>
                  </a:lnTo>
                  <a:lnTo>
                    <a:pt x="1562" y="3306"/>
                  </a:lnTo>
                  <a:lnTo>
                    <a:pt x="1322" y="3224"/>
                  </a:lnTo>
                  <a:lnTo>
                    <a:pt x="1082" y="3142"/>
                  </a:lnTo>
                  <a:lnTo>
                    <a:pt x="872" y="3061"/>
                  </a:lnTo>
                  <a:lnTo>
                    <a:pt x="661" y="2974"/>
                  </a:lnTo>
                  <a:lnTo>
                    <a:pt x="511" y="2882"/>
                  </a:lnTo>
                  <a:lnTo>
                    <a:pt x="361" y="2796"/>
                  </a:lnTo>
                  <a:lnTo>
                    <a:pt x="241" y="2704"/>
                  </a:lnTo>
                  <a:lnTo>
                    <a:pt x="151" y="2612"/>
                  </a:lnTo>
                  <a:lnTo>
                    <a:pt x="91" y="2515"/>
                  </a:lnTo>
                  <a:lnTo>
                    <a:pt x="31" y="2418"/>
                  </a:lnTo>
                  <a:lnTo>
                    <a:pt x="1" y="2321"/>
                  </a:lnTo>
                  <a:lnTo>
                    <a:pt x="31" y="2224"/>
                  </a:lnTo>
                  <a:lnTo>
                    <a:pt x="61" y="2122"/>
                  </a:lnTo>
                  <a:lnTo>
                    <a:pt x="121" y="2020"/>
                  </a:lnTo>
                  <a:lnTo>
                    <a:pt x="181" y="1913"/>
                  </a:lnTo>
                  <a:lnTo>
                    <a:pt x="301" y="1811"/>
                  </a:lnTo>
                  <a:lnTo>
                    <a:pt x="451" y="1704"/>
                  </a:lnTo>
                  <a:lnTo>
                    <a:pt x="601" y="1597"/>
                  </a:lnTo>
                  <a:lnTo>
                    <a:pt x="782" y="1485"/>
                  </a:lnTo>
                  <a:lnTo>
                    <a:pt x="1022" y="1378"/>
                  </a:lnTo>
                  <a:lnTo>
                    <a:pt x="1262" y="1265"/>
                  </a:lnTo>
                  <a:lnTo>
                    <a:pt x="1532" y="1153"/>
                  </a:lnTo>
                  <a:lnTo>
                    <a:pt x="1863" y="1036"/>
                  </a:lnTo>
                  <a:lnTo>
                    <a:pt x="2193" y="924"/>
                  </a:lnTo>
                  <a:lnTo>
                    <a:pt x="2554" y="806"/>
                  </a:lnTo>
                  <a:lnTo>
                    <a:pt x="2554" y="806"/>
                  </a:lnTo>
                  <a:lnTo>
                    <a:pt x="2914" y="704"/>
                  </a:lnTo>
                  <a:lnTo>
                    <a:pt x="3335" y="607"/>
                  </a:lnTo>
                  <a:lnTo>
                    <a:pt x="3785" y="521"/>
                  </a:lnTo>
                  <a:lnTo>
                    <a:pt x="4266" y="444"/>
                  </a:lnTo>
                  <a:lnTo>
                    <a:pt x="4806" y="368"/>
                  </a:lnTo>
                  <a:lnTo>
                    <a:pt x="5347" y="301"/>
                  </a:lnTo>
                  <a:lnTo>
                    <a:pt x="5918" y="245"/>
                  </a:lnTo>
                  <a:lnTo>
                    <a:pt x="6548" y="189"/>
                  </a:lnTo>
                  <a:lnTo>
                    <a:pt x="7179" y="143"/>
                  </a:lnTo>
                  <a:lnTo>
                    <a:pt x="7840" y="107"/>
                  </a:lnTo>
                  <a:lnTo>
                    <a:pt x="8501" y="72"/>
                  </a:lnTo>
                  <a:lnTo>
                    <a:pt x="9191" y="46"/>
                  </a:lnTo>
                  <a:lnTo>
                    <a:pt x="9912" y="26"/>
                  </a:lnTo>
                  <a:lnTo>
                    <a:pt x="10603" y="11"/>
                  </a:lnTo>
                  <a:lnTo>
                    <a:pt x="11324" y="5"/>
                  </a:lnTo>
                  <a:lnTo>
                    <a:pt x="1207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86"/>
            <p:cNvSpPr/>
            <p:nvPr/>
          </p:nvSpPr>
          <p:spPr>
            <a:xfrm flipH="1">
              <a:off x="4777314" y="2939700"/>
              <a:ext cx="124932" cy="17100"/>
            </a:xfrm>
            <a:custGeom>
              <a:avLst/>
              <a:gdLst/>
              <a:ahLst/>
              <a:cxnLst/>
              <a:rect l="l" t="t" r="r" b="b"/>
              <a:pathLst>
                <a:path w="29465" h="684" extrusionOk="0">
                  <a:moveTo>
                    <a:pt x="18772" y="0"/>
                  </a:moveTo>
                  <a:lnTo>
                    <a:pt x="17961" y="5"/>
                  </a:lnTo>
                  <a:lnTo>
                    <a:pt x="17120" y="16"/>
                  </a:lnTo>
                  <a:lnTo>
                    <a:pt x="0" y="16"/>
                  </a:lnTo>
                  <a:lnTo>
                    <a:pt x="601" y="138"/>
                  </a:lnTo>
                  <a:lnTo>
                    <a:pt x="1022" y="209"/>
                  </a:lnTo>
                  <a:lnTo>
                    <a:pt x="1472" y="271"/>
                  </a:lnTo>
                  <a:lnTo>
                    <a:pt x="1953" y="332"/>
                  </a:lnTo>
                  <a:lnTo>
                    <a:pt x="2493" y="388"/>
                  </a:lnTo>
                  <a:lnTo>
                    <a:pt x="3034" y="439"/>
                  </a:lnTo>
                  <a:lnTo>
                    <a:pt x="3635" y="485"/>
                  </a:lnTo>
                  <a:lnTo>
                    <a:pt x="4235" y="521"/>
                  </a:lnTo>
                  <a:lnTo>
                    <a:pt x="4866" y="556"/>
                  </a:lnTo>
                  <a:lnTo>
                    <a:pt x="5497" y="587"/>
                  </a:lnTo>
                  <a:lnTo>
                    <a:pt x="6158" y="612"/>
                  </a:lnTo>
                  <a:lnTo>
                    <a:pt x="6848" y="638"/>
                  </a:lnTo>
                  <a:lnTo>
                    <a:pt x="7539" y="653"/>
                  </a:lnTo>
                  <a:lnTo>
                    <a:pt x="8230" y="669"/>
                  </a:lnTo>
                  <a:lnTo>
                    <a:pt x="8951" y="674"/>
                  </a:lnTo>
                  <a:lnTo>
                    <a:pt x="9642" y="684"/>
                  </a:lnTo>
                  <a:lnTo>
                    <a:pt x="29464" y="684"/>
                  </a:lnTo>
                  <a:lnTo>
                    <a:pt x="29044" y="602"/>
                  </a:lnTo>
                  <a:lnTo>
                    <a:pt x="28684" y="541"/>
                  </a:lnTo>
                  <a:lnTo>
                    <a:pt x="28233" y="480"/>
                  </a:lnTo>
                  <a:lnTo>
                    <a:pt x="27783" y="419"/>
                  </a:lnTo>
                  <a:lnTo>
                    <a:pt x="27242" y="362"/>
                  </a:lnTo>
                  <a:lnTo>
                    <a:pt x="26671" y="311"/>
                  </a:lnTo>
                  <a:lnTo>
                    <a:pt x="26101" y="260"/>
                  </a:lnTo>
                  <a:lnTo>
                    <a:pt x="25440" y="215"/>
                  </a:lnTo>
                  <a:lnTo>
                    <a:pt x="24779" y="174"/>
                  </a:lnTo>
                  <a:lnTo>
                    <a:pt x="24088" y="138"/>
                  </a:lnTo>
                  <a:lnTo>
                    <a:pt x="23397" y="102"/>
                  </a:lnTo>
                  <a:lnTo>
                    <a:pt x="22647" y="72"/>
                  </a:lnTo>
                  <a:lnTo>
                    <a:pt x="21896" y="46"/>
                  </a:lnTo>
                  <a:lnTo>
                    <a:pt x="21115" y="31"/>
                  </a:lnTo>
                  <a:lnTo>
                    <a:pt x="20334" y="16"/>
                  </a:lnTo>
                  <a:lnTo>
                    <a:pt x="19553" y="5"/>
                  </a:lnTo>
                  <a:lnTo>
                    <a:pt x="18772" y="0"/>
                  </a:lnTo>
                  <a:close/>
                </a:path>
              </a:pathLst>
            </a:custGeom>
            <a:solidFill>
              <a:srgbClr val="0062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86"/>
            <p:cNvSpPr/>
            <p:nvPr/>
          </p:nvSpPr>
          <p:spPr>
            <a:xfrm flipH="1">
              <a:off x="4777314" y="2939700"/>
              <a:ext cx="124932" cy="17100"/>
            </a:xfrm>
            <a:custGeom>
              <a:avLst/>
              <a:gdLst/>
              <a:ahLst/>
              <a:cxnLst/>
              <a:rect l="l" t="t" r="r" b="b"/>
              <a:pathLst>
                <a:path w="29465" h="684" fill="none" extrusionOk="0">
                  <a:moveTo>
                    <a:pt x="18772" y="0"/>
                  </a:moveTo>
                  <a:lnTo>
                    <a:pt x="18772" y="0"/>
                  </a:lnTo>
                  <a:lnTo>
                    <a:pt x="19553" y="5"/>
                  </a:lnTo>
                  <a:lnTo>
                    <a:pt x="20334" y="16"/>
                  </a:lnTo>
                  <a:lnTo>
                    <a:pt x="21115" y="31"/>
                  </a:lnTo>
                  <a:lnTo>
                    <a:pt x="21896" y="46"/>
                  </a:lnTo>
                  <a:lnTo>
                    <a:pt x="22647" y="72"/>
                  </a:lnTo>
                  <a:lnTo>
                    <a:pt x="23397" y="102"/>
                  </a:lnTo>
                  <a:lnTo>
                    <a:pt x="24088" y="138"/>
                  </a:lnTo>
                  <a:lnTo>
                    <a:pt x="24779" y="174"/>
                  </a:lnTo>
                  <a:lnTo>
                    <a:pt x="25440" y="215"/>
                  </a:lnTo>
                  <a:lnTo>
                    <a:pt x="26101" y="260"/>
                  </a:lnTo>
                  <a:lnTo>
                    <a:pt x="26671" y="311"/>
                  </a:lnTo>
                  <a:lnTo>
                    <a:pt x="27242" y="362"/>
                  </a:lnTo>
                  <a:lnTo>
                    <a:pt x="27783" y="419"/>
                  </a:lnTo>
                  <a:lnTo>
                    <a:pt x="28233" y="480"/>
                  </a:lnTo>
                  <a:lnTo>
                    <a:pt x="28684" y="541"/>
                  </a:lnTo>
                  <a:lnTo>
                    <a:pt x="29044" y="602"/>
                  </a:lnTo>
                  <a:lnTo>
                    <a:pt x="29044" y="602"/>
                  </a:lnTo>
                  <a:lnTo>
                    <a:pt x="29464" y="684"/>
                  </a:lnTo>
                  <a:lnTo>
                    <a:pt x="10332" y="684"/>
                  </a:lnTo>
                  <a:lnTo>
                    <a:pt x="10332" y="684"/>
                  </a:lnTo>
                  <a:lnTo>
                    <a:pt x="9642" y="684"/>
                  </a:lnTo>
                  <a:lnTo>
                    <a:pt x="8951" y="674"/>
                  </a:lnTo>
                  <a:lnTo>
                    <a:pt x="8230" y="669"/>
                  </a:lnTo>
                  <a:lnTo>
                    <a:pt x="7539" y="653"/>
                  </a:lnTo>
                  <a:lnTo>
                    <a:pt x="6848" y="638"/>
                  </a:lnTo>
                  <a:lnTo>
                    <a:pt x="6158" y="612"/>
                  </a:lnTo>
                  <a:lnTo>
                    <a:pt x="5497" y="587"/>
                  </a:lnTo>
                  <a:lnTo>
                    <a:pt x="4866" y="556"/>
                  </a:lnTo>
                  <a:lnTo>
                    <a:pt x="4235" y="521"/>
                  </a:lnTo>
                  <a:lnTo>
                    <a:pt x="3635" y="485"/>
                  </a:lnTo>
                  <a:lnTo>
                    <a:pt x="3034" y="439"/>
                  </a:lnTo>
                  <a:lnTo>
                    <a:pt x="2493" y="388"/>
                  </a:lnTo>
                  <a:lnTo>
                    <a:pt x="1953" y="332"/>
                  </a:lnTo>
                  <a:lnTo>
                    <a:pt x="1472" y="271"/>
                  </a:lnTo>
                  <a:lnTo>
                    <a:pt x="1022" y="209"/>
                  </a:lnTo>
                  <a:lnTo>
                    <a:pt x="601" y="138"/>
                  </a:lnTo>
                  <a:lnTo>
                    <a:pt x="601" y="138"/>
                  </a:lnTo>
                  <a:lnTo>
                    <a:pt x="0" y="16"/>
                  </a:lnTo>
                  <a:lnTo>
                    <a:pt x="17120" y="16"/>
                  </a:lnTo>
                  <a:lnTo>
                    <a:pt x="17120" y="16"/>
                  </a:lnTo>
                  <a:lnTo>
                    <a:pt x="17961" y="5"/>
                  </a:lnTo>
                  <a:lnTo>
                    <a:pt x="1877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86"/>
            <p:cNvSpPr/>
            <p:nvPr/>
          </p:nvSpPr>
          <p:spPr>
            <a:xfrm flipH="1">
              <a:off x="4778459" y="3026400"/>
              <a:ext cx="262342" cy="20300"/>
            </a:xfrm>
            <a:custGeom>
              <a:avLst/>
              <a:gdLst/>
              <a:ahLst/>
              <a:cxnLst/>
              <a:rect l="l" t="t" r="r" b="b"/>
              <a:pathLst>
                <a:path w="61873" h="812" extrusionOk="0">
                  <a:moveTo>
                    <a:pt x="11804" y="1"/>
                  </a:moveTo>
                  <a:lnTo>
                    <a:pt x="11054" y="6"/>
                  </a:lnTo>
                  <a:lnTo>
                    <a:pt x="10273" y="11"/>
                  </a:lnTo>
                  <a:lnTo>
                    <a:pt x="9522" y="21"/>
                  </a:lnTo>
                  <a:lnTo>
                    <a:pt x="8771" y="36"/>
                  </a:lnTo>
                  <a:lnTo>
                    <a:pt x="8020" y="57"/>
                  </a:lnTo>
                  <a:lnTo>
                    <a:pt x="7299" y="77"/>
                  </a:lnTo>
                  <a:lnTo>
                    <a:pt x="6578" y="103"/>
                  </a:lnTo>
                  <a:lnTo>
                    <a:pt x="5888" y="133"/>
                  </a:lnTo>
                  <a:lnTo>
                    <a:pt x="5227" y="169"/>
                  </a:lnTo>
                  <a:lnTo>
                    <a:pt x="4626" y="205"/>
                  </a:lnTo>
                  <a:lnTo>
                    <a:pt x="4025" y="241"/>
                  </a:lnTo>
                  <a:lnTo>
                    <a:pt x="3455" y="286"/>
                  </a:lnTo>
                  <a:lnTo>
                    <a:pt x="2944" y="332"/>
                  </a:lnTo>
                  <a:lnTo>
                    <a:pt x="2464" y="378"/>
                  </a:lnTo>
                  <a:lnTo>
                    <a:pt x="2043" y="429"/>
                  </a:lnTo>
                  <a:lnTo>
                    <a:pt x="1653" y="480"/>
                  </a:lnTo>
                  <a:lnTo>
                    <a:pt x="1202" y="557"/>
                  </a:lnTo>
                  <a:lnTo>
                    <a:pt x="782" y="633"/>
                  </a:lnTo>
                  <a:lnTo>
                    <a:pt x="361" y="715"/>
                  </a:lnTo>
                  <a:lnTo>
                    <a:pt x="1" y="796"/>
                  </a:lnTo>
                  <a:lnTo>
                    <a:pt x="51060" y="796"/>
                  </a:lnTo>
                  <a:lnTo>
                    <a:pt x="51841" y="807"/>
                  </a:lnTo>
                  <a:lnTo>
                    <a:pt x="52621" y="812"/>
                  </a:lnTo>
                  <a:lnTo>
                    <a:pt x="53222" y="812"/>
                  </a:lnTo>
                  <a:lnTo>
                    <a:pt x="53823" y="802"/>
                  </a:lnTo>
                  <a:lnTo>
                    <a:pt x="54424" y="791"/>
                  </a:lnTo>
                  <a:lnTo>
                    <a:pt x="54994" y="776"/>
                  </a:lnTo>
                  <a:lnTo>
                    <a:pt x="55565" y="756"/>
                  </a:lnTo>
                  <a:lnTo>
                    <a:pt x="56136" y="730"/>
                  </a:lnTo>
                  <a:lnTo>
                    <a:pt x="56706" y="700"/>
                  </a:lnTo>
                  <a:lnTo>
                    <a:pt x="57247" y="669"/>
                  </a:lnTo>
                  <a:lnTo>
                    <a:pt x="57757" y="628"/>
                  </a:lnTo>
                  <a:lnTo>
                    <a:pt x="58268" y="587"/>
                  </a:lnTo>
                  <a:lnTo>
                    <a:pt x="58749" y="541"/>
                  </a:lnTo>
                  <a:lnTo>
                    <a:pt x="59199" y="490"/>
                  </a:lnTo>
                  <a:lnTo>
                    <a:pt x="59650" y="434"/>
                  </a:lnTo>
                  <a:lnTo>
                    <a:pt x="60040" y="378"/>
                  </a:lnTo>
                  <a:lnTo>
                    <a:pt x="60431" y="317"/>
                  </a:lnTo>
                  <a:lnTo>
                    <a:pt x="60791" y="251"/>
                  </a:lnTo>
                  <a:lnTo>
                    <a:pt x="61362" y="133"/>
                  </a:lnTo>
                  <a:lnTo>
                    <a:pt x="61872" y="6"/>
                  </a:lnTo>
                  <a:lnTo>
                    <a:pt x="60941" y="1"/>
                  </a:lnTo>
                  <a:close/>
                </a:path>
              </a:pathLst>
            </a:custGeom>
            <a:solidFill>
              <a:srgbClr val="0088CF"/>
            </a:solidFill>
            <a:ln w="9525" cap="flat" cmpd="sng">
              <a:solidFill>
                <a:srgbClr val="008A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14" name="Google Shape;2414;p86"/>
          <p:cNvSpPr txBox="1"/>
          <p:nvPr/>
        </p:nvSpPr>
        <p:spPr>
          <a:xfrm>
            <a:off x="6565700" y="4154650"/>
            <a:ext cx="2012100" cy="33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a:solidFill>
                <a:schemeClr val="dk1"/>
              </a:solidFill>
              <a:latin typeface="Lato"/>
              <a:ea typeface="Lato"/>
              <a:cs typeface="Lato"/>
              <a:sym typeface="Lato"/>
            </a:endParaRPr>
          </a:p>
        </p:txBody>
      </p:sp>
      <p:sp>
        <p:nvSpPr>
          <p:cNvPr id="2415" name="Google Shape;2415;p86"/>
          <p:cNvSpPr txBox="1"/>
          <p:nvPr/>
        </p:nvSpPr>
        <p:spPr>
          <a:xfrm>
            <a:off x="5358000" y="870850"/>
            <a:ext cx="1162800" cy="191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ato"/>
                <a:ea typeface="Lato"/>
                <a:cs typeface="Lato"/>
                <a:sym typeface="Lato"/>
              </a:rPr>
              <a:t>CASE STUDY</a:t>
            </a:r>
            <a:endParaRPr sz="1200" b="1">
              <a:solidFill>
                <a:schemeClr val="lt1"/>
              </a:solidFill>
              <a:latin typeface="Lato"/>
              <a:ea typeface="Lato"/>
              <a:cs typeface="Lato"/>
              <a:sym typeface="Lato"/>
            </a:endParaRPr>
          </a:p>
        </p:txBody>
      </p:sp>
      <p:sp>
        <p:nvSpPr>
          <p:cNvPr id="2416" name="Google Shape;2416;p86"/>
          <p:cNvSpPr txBox="1">
            <a:spLocks noGrp="1"/>
          </p:cNvSpPr>
          <p:nvPr>
            <p:ph type="title"/>
          </p:nvPr>
        </p:nvSpPr>
        <p:spPr>
          <a:xfrm>
            <a:off x="5943600" y="1407525"/>
            <a:ext cx="2400300" cy="393600"/>
          </a:xfrm>
          <a:prstGeom prst="rect">
            <a:avLst/>
          </a:prstGeom>
        </p:spPr>
        <p:txBody>
          <a:bodyPr spcFirstLastPara="1" wrap="square" lIns="0" tIns="0" rIns="0" bIns="0" anchor="t" anchorCtr="0">
            <a:noAutofit/>
          </a:bodyPr>
          <a:lstStyle>
            <a:lvl1pPr lvl="0" algn="ctr" rtl="0">
              <a:spcBef>
                <a:spcPts val="0"/>
              </a:spcBef>
              <a:spcAft>
                <a:spcPts val="0"/>
              </a:spcAft>
              <a:buClr>
                <a:srgbClr val="FFFFFF"/>
              </a:buClr>
              <a:buSzPts val="2400"/>
              <a:buNone/>
              <a:defRPr>
                <a:solidFill>
                  <a:srgbClr val="FFFFFF"/>
                </a:solidFill>
              </a:defRPr>
            </a:lvl1pPr>
            <a:lvl2pPr lvl="1" algn="ctr" rtl="0">
              <a:spcBef>
                <a:spcPts val="0"/>
              </a:spcBef>
              <a:spcAft>
                <a:spcPts val="0"/>
              </a:spcAft>
              <a:buClr>
                <a:srgbClr val="FFFFFF"/>
              </a:buClr>
              <a:buSzPts val="2400"/>
              <a:buNone/>
              <a:defRPr>
                <a:solidFill>
                  <a:srgbClr val="FFFFFF"/>
                </a:solidFill>
              </a:defRPr>
            </a:lvl2pPr>
            <a:lvl3pPr lvl="2" algn="ctr" rtl="0">
              <a:spcBef>
                <a:spcPts val="0"/>
              </a:spcBef>
              <a:spcAft>
                <a:spcPts val="0"/>
              </a:spcAft>
              <a:buClr>
                <a:srgbClr val="FFFFFF"/>
              </a:buClr>
              <a:buSzPts val="2400"/>
              <a:buNone/>
              <a:defRPr>
                <a:solidFill>
                  <a:srgbClr val="FFFFFF"/>
                </a:solidFill>
              </a:defRPr>
            </a:lvl3pPr>
            <a:lvl4pPr lvl="3" algn="ctr" rtl="0">
              <a:spcBef>
                <a:spcPts val="0"/>
              </a:spcBef>
              <a:spcAft>
                <a:spcPts val="0"/>
              </a:spcAft>
              <a:buClr>
                <a:srgbClr val="FFFFFF"/>
              </a:buClr>
              <a:buSzPts val="2400"/>
              <a:buNone/>
              <a:defRPr>
                <a:solidFill>
                  <a:srgbClr val="FFFFFF"/>
                </a:solidFill>
              </a:defRPr>
            </a:lvl4pPr>
            <a:lvl5pPr lvl="4" algn="ctr" rtl="0">
              <a:spcBef>
                <a:spcPts val="0"/>
              </a:spcBef>
              <a:spcAft>
                <a:spcPts val="0"/>
              </a:spcAft>
              <a:buClr>
                <a:srgbClr val="FFFFFF"/>
              </a:buClr>
              <a:buSzPts val="2400"/>
              <a:buNone/>
              <a:defRPr>
                <a:solidFill>
                  <a:srgbClr val="FFFFFF"/>
                </a:solidFill>
              </a:defRPr>
            </a:lvl5pPr>
            <a:lvl6pPr lvl="5" algn="ctr" rtl="0">
              <a:spcBef>
                <a:spcPts val="0"/>
              </a:spcBef>
              <a:spcAft>
                <a:spcPts val="0"/>
              </a:spcAft>
              <a:buClr>
                <a:srgbClr val="FFFFFF"/>
              </a:buClr>
              <a:buSzPts val="2400"/>
              <a:buNone/>
              <a:defRPr>
                <a:solidFill>
                  <a:srgbClr val="FFFFFF"/>
                </a:solidFill>
              </a:defRPr>
            </a:lvl6pPr>
            <a:lvl7pPr lvl="6" algn="ctr" rtl="0">
              <a:spcBef>
                <a:spcPts val="0"/>
              </a:spcBef>
              <a:spcAft>
                <a:spcPts val="0"/>
              </a:spcAft>
              <a:buClr>
                <a:srgbClr val="FFFFFF"/>
              </a:buClr>
              <a:buSzPts val="2400"/>
              <a:buNone/>
              <a:defRPr>
                <a:solidFill>
                  <a:srgbClr val="FFFFFF"/>
                </a:solidFill>
              </a:defRPr>
            </a:lvl7pPr>
            <a:lvl8pPr lvl="7" algn="ctr" rtl="0">
              <a:spcBef>
                <a:spcPts val="0"/>
              </a:spcBef>
              <a:spcAft>
                <a:spcPts val="0"/>
              </a:spcAft>
              <a:buClr>
                <a:srgbClr val="FFFFFF"/>
              </a:buClr>
              <a:buSzPts val="2400"/>
              <a:buNone/>
              <a:defRPr>
                <a:solidFill>
                  <a:srgbClr val="FFFFFF"/>
                </a:solidFill>
              </a:defRPr>
            </a:lvl8pPr>
            <a:lvl9pPr lvl="8" algn="ctr" rtl="0">
              <a:spcBef>
                <a:spcPts val="0"/>
              </a:spcBef>
              <a:spcAft>
                <a:spcPts val="0"/>
              </a:spcAft>
              <a:buClr>
                <a:srgbClr val="FFFFFF"/>
              </a:buClr>
              <a:buSzPts val="2400"/>
              <a:buNone/>
              <a:defRPr>
                <a:solidFill>
                  <a:srgbClr val="FFFFFF"/>
                </a:solidFill>
              </a:defRPr>
            </a:lvl9pPr>
          </a:lstStyle>
          <a:p>
            <a:endParaRPr/>
          </a:p>
        </p:txBody>
      </p:sp>
      <p:sp>
        <p:nvSpPr>
          <p:cNvPr id="2417" name="Google Shape;2417;p86"/>
          <p:cNvSpPr txBox="1">
            <a:spLocks noGrp="1"/>
          </p:cNvSpPr>
          <p:nvPr>
            <p:ph type="subTitle" idx="3"/>
          </p:nvPr>
        </p:nvSpPr>
        <p:spPr>
          <a:xfrm>
            <a:off x="6400800" y="4162425"/>
            <a:ext cx="2286000" cy="314700"/>
          </a:xfrm>
          <a:prstGeom prst="rect">
            <a:avLst/>
          </a:prstGeom>
        </p:spPr>
        <p:txBody>
          <a:bodyPr spcFirstLastPara="1" wrap="square" lIns="0" tIns="0" rIns="0" bIns="0" anchor="t" anchorCtr="0">
            <a:noAutofit/>
          </a:bodyPr>
          <a:lstStyle>
            <a:lvl1pPr lvl="0" rtl="0">
              <a:spcBef>
                <a:spcPts val="0"/>
              </a:spcBef>
              <a:spcAft>
                <a:spcPts val="0"/>
              </a:spcAft>
              <a:buClr>
                <a:schemeClr val="dk1"/>
              </a:buClr>
              <a:buSzPts val="800"/>
              <a:buNone/>
              <a:defRPr sz="800" b="1">
                <a:solidFill>
                  <a:schemeClr val="dk1"/>
                </a:solidFill>
              </a:defRPr>
            </a:lvl1pPr>
            <a:lvl2pPr lvl="1" rtl="0">
              <a:spcBef>
                <a:spcPts val="0"/>
              </a:spcBef>
              <a:spcAft>
                <a:spcPts val="0"/>
              </a:spcAft>
              <a:buClr>
                <a:schemeClr val="dk1"/>
              </a:buClr>
              <a:buSzPts val="900"/>
              <a:buNone/>
              <a:defRPr b="1">
                <a:solidFill>
                  <a:schemeClr val="dk1"/>
                </a:solidFill>
              </a:defRPr>
            </a:lvl2pPr>
            <a:lvl3pPr lvl="2" rtl="0">
              <a:spcBef>
                <a:spcPts val="1600"/>
              </a:spcBef>
              <a:spcAft>
                <a:spcPts val="0"/>
              </a:spcAft>
              <a:buClr>
                <a:schemeClr val="dk1"/>
              </a:buClr>
              <a:buSzPts val="900"/>
              <a:buNone/>
              <a:defRPr b="1">
                <a:solidFill>
                  <a:schemeClr val="dk1"/>
                </a:solidFill>
              </a:defRPr>
            </a:lvl3pPr>
            <a:lvl4pPr lvl="3" rtl="0">
              <a:spcBef>
                <a:spcPts val="1600"/>
              </a:spcBef>
              <a:spcAft>
                <a:spcPts val="0"/>
              </a:spcAft>
              <a:buClr>
                <a:schemeClr val="dk1"/>
              </a:buClr>
              <a:buSzPts val="900"/>
              <a:buNone/>
              <a:defRPr b="1">
                <a:solidFill>
                  <a:schemeClr val="dk1"/>
                </a:solidFill>
              </a:defRPr>
            </a:lvl4pPr>
            <a:lvl5pPr lvl="4" rtl="0">
              <a:spcBef>
                <a:spcPts val="1600"/>
              </a:spcBef>
              <a:spcAft>
                <a:spcPts val="0"/>
              </a:spcAft>
              <a:buClr>
                <a:schemeClr val="dk1"/>
              </a:buClr>
              <a:buSzPts val="900"/>
              <a:buNone/>
              <a:defRPr b="1">
                <a:solidFill>
                  <a:schemeClr val="dk1"/>
                </a:solidFill>
              </a:defRPr>
            </a:lvl5pPr>
            <a:lvl6pPr lvl="5" rtl="0">
              <a:spcBef>
                <a:spcPts val="1600"/>
              </a:spcBef>
              <a:spcAft>
                <a:spcPts val="0"/>
              </a:spcAft>
              <a:buClr>
                <a:schemeClr val="dk1"/>
              </a:buClr>
              <a:buSzPts val="900"/>
              <a:buNone/>
              <a:defRPr b="1">
                <a:solidFill>
                  <a:schemeClr val="dk1"/>
                </a:solidFill>
              </a:defRPr>
            </a:lvl6pPr>
            <a:lvl7pPr lvl="6" rtl="0">
              <a:spcBef>
                <a:spcPts val="1600"/>
              </a:spcBef>
              <a:spcAft>
                <a:spcPts val="0"/>
              </a:spcAft>
              <a:buClr>
                <a:schemeClr val="dk1"/>
              </a:buClr>
              <a:buSzPts val="900"/>
              <a:buNone/>
              <a:defRPr b="1">
                <a:solidFill>
                  <a:schemeClr val="dk1"/>
                </a:solidFill>
              </a:defRPr>
            </a:lvl7pPr>
            <a:lvl8pPr lvl="7" rtl="0">
              <a:spcBef>
                <a:spcPts val="1600"/>
              </a:spcBef>
              <a:spcAft>
                <a:spcPts val="0"/>
              </a:spcAft>
              <a:buClr>
                <a:schemeClr val="dk1"/>
              </a:buClr>
              <a:buSzPts val="900"/>
              <a:buNone/>
              <a:defRPr b="1">
                <a:solidFill>
                  <a:schemeClr val="dk1"/>
                </a:solidFill>
              </a:defRPr>
            </a:lvl8pPr>
            <a:lvl9pPr lvl="8" rtl="0">
              <a:spcBef>
                <a:spcPts val="1600"/>
              </a:spcBef>
              <a:spcAft>
                <a:spcPts val="1600"/>
              </a:spcAft>
              <a:buClr>
                <a:schemeClr val="dk1"/>
              </a:buClr>
              <a:buSzPts val="900"/>
              <a:buNone/>
              <a:defRPr b="1">
                <a:solidFill>
                  <a:schemeClr val="dk1"/>
                </a:solidFill>
              </a:defRPr>
            </a:lvl9pPr>
          </a:lstStyle>
          <a:p>
            <a:endParaRPr/>
          </a:p>
        </p:txBody>
      </p:sp>
      <p:sp>
        <p:nvSpPr>
          <p:cNvPr id="2418" name="Google Shape;2418;p86"/>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741">
          <p15:clr>
            <a:srgbClr val="FA7B17"/>
          </p15:clr>
        </p15:guide>
        <p15:guide id="2" pos="4032">
          <p15:clr>
            <a:srgbClr val="FA7B17"/>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CS Overview">
  <p:cSld name="CUSTOM_6">
    <p:spTree>
      <p:nvGrpSpPr>
        <p:cNvPr id="1" name="Shape 2419"/>
        <p:cNvGrpSpPr/>
        <p:nvPr/>
      </p:nvGrpSpPr>
      <p:grpSpPr>
        <a:xfrm>
          <a:off x="0" y="0"/>
          <a:ext cx="0" cy="0"/>
          <a:chOff x="0" y="0"/>
          <a:chExt cx="0" cy="0"/>
        </a:xfrm>
      </p:grpSpPr>
      <p:sp>
        <p:nvSpPr>
          <p:cNvPr id="2420" name="Google Shape;2420;p87"/>
          <p:cNvSpPr txBox="1">
            <a:spLocks noGrp="1"/>
          </p:cNvSpPr>
          <p:nvPr>
            <p:ph type="subTitle" idx="1"/>
          </p:nvPr>
        </p:nvSpPr>
        <p:spPr>
          <a:xfrm>
            <a:off x="4124325" y="2295525"/>
            <a:ext cx="1231500" cy="5019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2421" name="Google Shape;2421;p87"/>
          <p:cNvSpPr txBox="1">
            <a:spLocks noGrp="1"/>
          </p:cNvSpPr>
          <p:nvPr>
            <p:ph type="subTitle" idx="2"/>
          </p:nvPr>
        </p:nvSpPr>
        <p:spPr>
          <a:xfrm>
            <a:off x="5600700" y="2295525"/>
            <a:ext cx="1231500" cy="5019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2422" name="Google Shape;2422;p87"/>
          <p:cNvSpPr txBox="1">
            <a:spLocks noGrp="1"/>
          </p:cNvSpPr>
          <p:nvPr>
            <p:ph type="subTitle" idx="3"/>
          </p:nvPr>
        </p:nvSpPr>
        <p:spPr>
          <a:xfrm>
            <a:off x="7086600" y="2295525"/>
            <a:ext cx="1231500" cy="5019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2423" name="Google Shape;2423;p87"/>
          <p:cNvSpPr txBox="1">
            <a:spLocks noGrp="1"/>
          </p:cNvSpPr>
          <p:nvPr>
            <p:ph type="title"/>
          </p:nvPr>
        </p:nvSpPr>
        <p:spPr>
          <a:xfrm>
            <a:off x="4114725" y="685800"/>
            <a:ext cx="4572000" cy="9906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2424" name="Google Shape;2424;p87"/>
          <p:cNvSpPr>
            <a:spLocks noGrp="1"/>
          </p:cNvSpPr>
          <p:nvPr>
            <p:ph type="pic" idx="4"/>
          </p:nvPr>
        </p:nvSpPr>
        <p:spPr>
          <a:xfrm>
            <a:off x="25" y="125"/>
            <a:ext cx="3687000" cy="5143500"/>
          </a:xfrm>
          <a:prstGeom prst="rect">
            <a:avLst/>
          </a:prstGeom>
          <a:noFill/>
          <a:ln>
            <a:noFill/>
          </a:ln>
        </p:spPr>
      </p:sp>
      <p:sp>
        <p:nvSpPr>
          <p:cNvPr id="2425" name="Google Shape;2425;p87"/>
          <p:cNvSpPr txBox="1"/>
          <p:nvPr/>
        </p:nvSpPr>
        <p:spPr>
          <a:xfrm>
            <a:off x="4124325" y="2057400"/>
            <a:ext cx="1231500" cy="138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900">
                <a:solidFill>
                  <a:srgbClr val="0088CF"/>
                </a:solidFill>
                <a:latin typeface="Lato Black"/>
                <a:ea typeface="Lato Black"/>
                <a:cs typeface="Lato Black"/>
                <a:sym typeface="Lato Black"/>
              </a:rPr>
              <a:t>FOCUS</a:t>
            </a:r>
            <a:endParaRPr sz="900">
              <a:solidFill>
                <a:srgbClr val="0088CF"/>
              </a:solidFill>
              <a:latin typeface="Lato Black"/>
              <a:ea typeface="Lato Black"/>
              <a:cs typeface="Lato Black"/>
              <a:sym typeface="Lato Black"/>
            </a:endParaRPr>
          </a:p>
        </p:txBody>
      </p:sp>
      <p:sp>
        <p:nvSpPr>
          <p:cNvPr id="2426" name="Google Shape;2426;p87"/>
          <p:cNvSpPr txBox="1"/>
          <p:nvPr/>
        </p:nvSpPr>
        <p:spPr>
          <a:xfrm>
            <a:off x="5600700" y="2057400"/>
            <a:ext cx="1231500" cy="138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900">
                <a:solidFill>
                  <a:srgbClr val="0088CF"/>
                </a:solidFill>
                <a:latin typeface="Lato Black"/>
                <a:ea typeface="Lato Black"/>
                <a:cs typeface="Lato Black"/>
                <a:sym typeface="Lato Black"/>
              </a:rPr>
              <a:t>PEOPLE</a:t>
            </a:r>
            <a:endParaRPr sz="900">
              <a:solidFill>
                <a:srgbClr val="0088CF"/>
              </a:solidFill>
              <a:latin typeface="Lato Black"/>
              <a:ea typeface="Lato Black"/>
              <a:cs typeface="Lato Black"/>
              <a:sym typeface="Lato Black"/>
            </a:endParaRPr>
          </a:p>
        </p:txBody>
      </p:sp>
      <p:sp>
        <p:nvSpPr>
          <p:cNvPr id="2427" name="Google Shape;2427;p87"/>
          <p:cNvSpPr txBox="1"/>
          <p:nvPr/>
        </p:nvSpPr>
        <p:spPr>
          <a:xfrm>
            <a:off x="7086600" y="2057400"/>
            <a:ext cx="1231500" cy="138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900">
                <a:solidFill>
                  <a:srgbClr val="0088CF"/>
                </a:solidFill>
                <a:latin typeface="Lato Black"/>
                <a:ea typeface="Lato Black"/>
                <a:cs typeface="Lato Black"/>
                <a:sym typeface="Lato Black"/>
              </a:rPr>
              <a:t>TRAINING</a:t>
            </a:r>
            <a:endParaRPr sz="900">
              <a:solidFill>
                <a:srgbClr val="0088CF"/>
              </a:solidFill>
              <a:latin typeface="Lato Black"/>
              <a:ea typeface="Lato Black"/>
              <a:cs typeface="Lato Black"/>
              <a:sym typeface="Lato Black"/>
            </a:endParaRPr>
          </a:p>
        </p:txBody>
      </p:sp>
      <p:sp>
        <p:nvSpPr>
          <p:cNvPr id="2428" name="Google Shape;2428;p87"/>
          <p:cNvSpPr txBox="1"/>
          <p:nvPr/>
        </p:nvSpPr>
        <p:spPr>
          <a:xfrm>
            <a:off x="4124325" y="2914650"/>
            <a:ext cx="1231500" cy="138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900">
                <a:solidFill>
                  <a:srgbClr val="00BFF4"/>
                </a:solidFill>
                <a:latin typeface="Lato Black"/>
                <a:ea typeface="Lato Black"/>
                <a:cs typeface="Lato Black"/>
                <a:sym typeface="Lato Black"/>
              </a:rPr>
              <a:t>LOCAL CHALLENGE</a:t>
            </a:r>
            <a:endParaRPr sz="900">
              <a:solidFill>
                <a:srgbClr val="00BFF4"/>
              </a:solidFill>
              <a:latin typeface="Lato Black"/>
              <a:ea typeface="Lato Black"/>
              <a:cs typeface="Lato Black"/>
              <a:sym typeface="Lato Black"/>
            </a:endParaRPr>
          </a:p>
        </p:txBody>
      </p:sp>
      <p:sp>
        <p:nvSpPr>
          <p:cNvPr id="2429" name="Google Shape;2429;p87"/>
          <p:cNvSpPr txBox="1"/>
          <p:nvPr/>
        </p:nvSpPr>
        <p:spPr>
          <a:xfrm>
            <a:off x="6648450" y="2914650"/>
            <a:ext cx="1793700" cy="138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900">
                <a:solidFill>
                  <a:srgbClr val="00BFF4"/>
                </a:solidFill>
                <a:latin typeface="Lato Black"/>
                <a:ea typeface="Lato Black"/>
                <a:cs typeface="Lato Black"/>
                <a:sym typeface="Lato Black"/>
              </a:rPr>
              <a:t>HCD RESPONSE TO CHALLENGE</a:t>
            </a:r>
            <a:endParaRPr sz="900">
              <a:solidFill>
                <a:srgbClr val="00BFF4"/>
              </a:solidFill>
              <a:latin typeface="Lato Black"/>
              <a:ea typeface="Lato Black"/>
              <a:cs typeface="Lato Black"/>
              <a:sym typeface="Lato Black"/>
            </a:endParaRPr>
          </a:p>
        </p:txBody>
      </p:sp>
      <p:sp>
        <p:nvSpPr>
          <p:cNvPr id="2430" name="Google Shape;2430;p87"/>
          <p:cNvSpPr txBox="1">
            <a:spLocks noGrp="1"/>
          </p:cNvSpPr>
          <p:nvPr>
            <p:ph type="subTitle" idx="5"/>
          </p:nvPr>
        </p:nvSpPr>
        <p:spPr>
          <a:xfrm>
            <a:off x="4124325" y="3162300"/>
            <a:ext cx="2038200" cy="11751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2431" name="Google Shape;2431;p87"/>
          <p:cNvSpPr txBox="1">
            <a:spLocks noGrp="1"/>
          </p:cNvSpPr>
          <p:nvPr>
            <p:ph type="subTitle" idx="6"/>
          </p:nvPr>
        </p:nvSpPr>
        <p:spPr>
          <a:xfrm>
            <a:off x="6648450" y="3162300"/>
            <a:ext cx="2038200" cy="11751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2432" name="Google Shape;2432;p87"/>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87"/>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87"/>
          <p:cNvSpPr txBox="1">
            <a:spLocks noGrp="1"/>
          </p:cNvSpPr>
          <p:nvPr>
            <p:ph type="subTitle" idx="7"/>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2435" name="Google Shape;2435;p87"/>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CS Summary">
  <p:cSld name="CUSTOM_1_1_3_1">
    <p:spTree>
      <p:nvGrpSpPr>
        <p:cNvPr id="1" name="Shape 2436"/>
        <p:cNvGrpSpPr/>
        <p:nvPr/>
      </p:nvGrpSpPr>
      <p:grpSpPr>
        <a:xfrm>
          <a:off x="0" y="0"/>
          <a:ext cx="0" cy="0"/>
          <a:chOff x="0" y="0"/>
          <a:chExt cx="0" cy="0"/>
        </a:xfrm>
      </p:grpSpPr>
      <p:sp>
        <p:nvSpPr>
          <p:cNvPr id="2437" name="Google Shape;2437;p88"/>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88"/>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88"/>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2440" name="Google Shape;2440;p88"/>
          <p:cNvSpPr txBox="1">
            <a:spLocks noGrp="1"/>
          </p:cNvSpPr>
          <p:nvPr>
            <p:ph type="title"/>
          </p:nvPr>
        </p:nvSpPr>
        <p:spPr>
          <a:xfrm>
            <a:off x="457200" y="1085850"/>
            <a:ext cx="4572000" cy="293400"/>
          </a:xfrm>
          <a:prstGeom prst="rect">
            <a:avLst/>
          </a:prstGeom>
        </p:spPr>
        <p:txBody>
          <a:bodyPr spcFirstLastPara="1" wrap="square" lIns="0" tIns="0" rIns="0" bIns="0" anchor="b" anchorCtr="0">
            <a:noAutofit/>
          </a:bodyPr>
          <a:lstStyle>
            <a:lvl1pPr lvl="0" rtl="0">
              <a:spcBef>
                <a:spcPts val="0"/>
              </a:spcBef>
              <a:spcAft>
                <a:spcPts val="0"/>
              </a:spcAft>
              <a:buSzPts val="1000"/>
              <a:buNone/>
              <a:defRPr sz="1000"/>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2441" name="Google Shape;2441;p88"/>
          <p:cNvSpPr txBox="1">
            <a:spLocks noGrp="1"/>
          </p:cNvSpPr>
          <p:nvPr>
            <p:ph type="subTitle" idx="2"/>
          </p:nvPr>
        </p:nvSpPr>
        <p:spPr>
          <a:xfrm>
            <a:off x="457200" y="1604325"/>
            <a:ext cx="2100900" cy="25362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000"/>
              </a:spcBef>
              <a:spcAft>
                <a:spcPts val="0"/>
              </a:spcAft>
              <a:buSzPts val="800"/>
              <a:buNone/>
              <a:defRPr sz="800"/>
            </a:lvl2pPr>
            <a:lvl3pPr lvl="2" rtl="0">
              <a:spcBef>
                <a:spcPts val="1000"/>
              </a:spcBef>
              <a:spcAft>
                <a:spcPts val="0"/>
              </a:spcAft>
              <a:buSzPts val="800"/>
              <a:buNone/>
              <a:defRPr sz="800"/>
            </a:lvl3pPr>
            <a:lvl4pPr lvl="3" rtl="0">
              <a:spcBef>
                <a:spcPts val="1000"/>
              </a:spcBef>
              <a:spcAft>
                <a:spcPts val="0"/>
              </a:spcAft>
              <a:buSzPts val="800"/>
              <a:buNone/>
              <a:defRPr sz="800"/>
            </a:lvl4pPr>
            <a:lvl5pPr lvl="4" rtl="0">
              <a:spcBef>
                <a:spcPts val="1000"/>
              </a:spcBef>
              <a:spcAft>
                <a:spcPts val="0"/>
              </a:spcAft>
              <a:buSzPts val="800"/>
              <a:buNone/>
              <a:defRPr sz="800"/>
            </a:lvl5pPr>
            <a:lvl6pPr lvl="5" rtl="0">
              <a:spcBef>
                <a:spcPts val="1000"/>
              </a:spcBef>
              <a:spcAft>
                <a:spcPts val="0"/>
              </a:spcAft>
              <a:buSzPts val="800"/>
              <a:buNone/>
              <a:defRPr sz="800"/>
            </a:lvl6pPr>
            <a:lvl7pPr lvl="6" rtl="0">
              <a:spcBef>
                <a:spcPts val="1000"/>
              </a:spcBef>
              <a:spcAft>
                <a:spcPts val="0"/>
              </a:spcAft>
              <a:buSzPts val="800"/>
              <a:buNone/>
              <a:defRPr sz="800"/>
            </a:lvl7pPr>
            <a:lvl8pPr lvl="7" rtl="0">
              <a:spcBef>
                <a:spcPts val="1000"/>
              </a:spcBef>
              <a:spcAft>
                <a:spcPts val="0"/>
              </a:spcAft>
              <a:buSzPts val="800"/>
              <a:buNone/>
              <a:defRPr sz="800"/>
            </a:lvl8pPr>
            <a:lvl9pPr lvl="8" rtl="0">
              <a:spcBef>
                <a:spcPts val="1000"/>
              </a:spcBef>
              <a:spcAft>
                <a:spcPts val="1000"/>
              </a:spcAft>
              <a:buSzPts val="800"/>
              <a:buNone/>
              <a:defRPr sz="800"/>
            </a:lvl9pPr>
          </a:lstStyle>
          <a:p>
            <a:endParaRPr/>
          </a:p>
        </p:txBody>
      </p:sp>
      <p:sp>
        <p:nvSpPr>
          <p:cNvPr id="2442" name="Google Shape;2442;p88"/>
          <p:cNvSpPr txBox="1">
            <a:spLocks noGrp="1"/>
          </p:cNvSpPr>
          <p:nvPr>
            <p:ph type="subTitle" idx="3"/>
          </p:nvPr>
        </p:nvSpPr>
        <p:spPr>
          <a:xfrm>
            <a:off x="2928450" y="1604325"/>
            <a:ext cx="2100900" cy="25362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000"/>
              </a:spcBef>
              <a:spcAft>
                <a:spcPts val="0"/>
              </a:spcAft>
              <a:buSzPts val="800"/>
              <a:buNone/>
              <a:defRPr sz="800"/>
            </a:lvl2pPr>
            <a:lvl3pPr lvl="2" rtl="0">
              <a:spcBef>
                <a:spcPts val="1000"/>
              </a:spcBef>
              <a:spcAft>
                <a:spcPts val="0"/>
              </a:spcAft>
              <a:buSzPts val="800"/>
              <a:buNone/>
              <a:defRPr sz="800"/>
            </a:lvl3pPr>
            <a:lvl4pPr lvl="3" rtl="0">
              <a:spcBef>
                <a:spcPts val="1000"/>
              </a:spcBef>
              <a:spcAft>
                <a:spcPts val="0"/>
              </a:spcAft>
              <a:buSzPts val="800"/>
              <a:buNone/>
              <a:defRPr sz="800"/>
            </a:lvl4pPr>
            <a:lvl5pPr lvl="4" rtl="0">
              <a:spcBef>
                <a:spcPts val="1000"/>
              </a:spcBef>
              <a:spcAft>
                <a:spcPts val="0"/>
              </a:spcAft>
              <a:buSzPts val="800"/>
              <a:buNone/>
              <a:defRPr sz="800"/>
            </a:lvl5pPr>
            <a:lvl6pPr lvl="5" rtl="0">
              <a:spcBef>
                <a:spcPts val="1000"/>
              </a:spcBef>
              <a:spcAft>
                <a:spcPts val="0"/>
              </a:spcAft>
              <a:buSzPts val="800"/>
              <a:buNone/>
              <a:defRPr sz="800"/>
            </a:lvl6pPr>
            <a:lvl7pPr lvl="6" rtl="0">
              <a:spcBef>
                <a:spcPts val="1000"/>
              </a:spcBef>
              <a:spcAft>
                <a:spcPts val="0"/>
              </a:spcAft>
              <a:buSzPts val="800"/>
              <a:buNone/>
              <a:defRPr sz="800"/>
            </a:lvl7pPr>
            <a:lvl8pPr lvl="7" rtl="0">
              <a:spcBef>
                <a:spcPts val="1000"/>
              </a:spcBef>
              <a:spcAft>
                <a:spcPts val="0"/>
              </a:spcAft>
              <a:buSzPts val="800"/>
              <a:buNone/>
              <a:defRPr sz="800"/>
            </a:lvl8pPr>
            <a:lvl9pPr lvl="8" rtl="0">
              <a:spcBef>
                <a:spcPts val="1000"/>
              </a:spcBef>
              <a:spcAft>
                <a:spcPts val="1000"/>
              </a:spcAft>
              <a:buSzPts val="800"/>
              <a:buNone/>
              <a:defRPr sz="800"/>
            </a:lvl9pPr>
          </a:lstStyle>
          <a:p>
            <a:endParaRPr/>
          </a:p>
        </p:txBody>
      </p:sp>
      <p:sp>
        <p:nvSpPr>
          <p:cNvPr id="2443" name="Google Shape;2443;p88"/>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864">
          <p15:clr>
            <a:srgbClr val="FA7B17"/>
          </p15:clr>
        </p15:guide>
        <p15:guide id="2" orient="horz" pos="720">
          <p15:clr>
            <a:srgbClr val="FA7B17"/>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CS Story">
  <p:cSld name="CUSTOM_1_1_3_1_2_1">
    <p:spTree>
      <p:nvGrpSpPr>
        <p:cNvPr id="1" name="Shape 2444"/>
        <p:cNvGrpSpPr/>
        <p:nvPr/>
      </p:nvGrpSpPr>
      <p:grpSpPr>
        <a:xfrm>
          <a:off x="0" y="0"/>
          <a:ext cx="0" cy="0"/>
          <a:chOff x="0" y="0"/>
          <a:chExt cx="0" cy="0"/>
        </a:xfrm>
      </p:grpSpPr>
      <p:sp>
        <p:nvSpPr>
          <p:cNvPr id="2445" name="Google Shape;2445;p89"/>
          <p:cNvSpPr txBox="1">
            <a:spLocks noGrp="1"/>
          </p:cNvSpPr>
          <p:nvPr>
            <p:ph type="sldNum" idx="12"/>
          </p:nvPr>
        </p:nvSpPr>
        <p:spPr>
          <a:xfrm>
            <a:off x="5304593" y="4749900"/>
            <a:ext cx="36870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r>
              <a:rPr lang="en"/>
              <a:t>HCD SCALE-UP FINAL REPORT  |  </a:t>
            </a:r>
            <a:fld id="{00000000-1234-1234-1234-123412341234}" type="slidenum">
              <a:rPr lang="en"/>
              <a:t>‹#›</a:t>
            </a:fld>
            <a:endParaRPr/>
          </a:p>
        </p:txBody>
      </p:sp>
      <p:sp>
        <p:nvSpPr>
          <p:cNvPr id="2446" name="Google Shape;2446;p89"/>
          <p:cNvSpPr/>
          <p:nvPr/>
        </p:nvSpPr>
        <p:spPr>
          <a:xfrm>
            <a:off x="0" y="0"/>
            <a:ext cx="9144000" cy="5143500"/>
          </a:xfrm>
          <a:prstGeom prst="rect">
            <a:avLst/>
          </a:pr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89"/>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89"/>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89"/>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2450" name="Google Shape;2450;p89"/>
          <p:cNvSpPr txBox="1">
            <a:spLocks noGrp="1"/>
          </p:cNvSpPr>
          <p:nvPr>
            <p:ph type="title"/>
          </p:nvPr>
        </p:nvSpPr>
        <p:spPr>
          <a:xfrm>
            <a:off x="457200" y="403500"/>
            <a:ext cx="4572000" cy="968100"/>
          </a:xfrm>
          <a:prstGeom prst="rect">
            <a:avLst/>
          </a:prstGeom>
        </p:spPr>
        <p:txBody>
          <a:bodyPr spcFirstLastPara="1" wrap="square" lIns="0" tIns="0" rIns="0" bIns="0" anchor="b" anchorCtr="0">
            <a:noAutofit/>
          </a:bodyPr>
          <a:lstStyle>
            <a:lvl1pPr lvl="0" rtl="0">
              <a:spcBef>
                <a:spcPts val="0"/>
              </a:spcBef>
              <a:spcAft>
                <a:spcPts val="0"/>
              </a:spcAft>
              <a:buClr>
                <a:srgbClr val="FFFFFF"/>
              </a:buClr>
              <a:buSzPts val="1400"/>
              <a:buNone/>
              <a:defRPr sz="1400">
                <a:solidFill>
                  <a:srgbClr val="FFFFFF"/>
                </a:solidFill>
              </a:defRPr>
            </a:lvl1pPr>
            <a:lvl2pPr lvl="1" rtl="0">
              <a:spcBef>
                <a:spcPts val="0"/>
              </a:spcBef>
              <a:spcAft>
                <a:spcPts val="0"/>
              </a:spcAft>
              <a:buClr>
                <a:srgbClr val="FFFFFF"/>
              </a:buClr>
              <a:buSzPts val="2400"/>
              <a:buNone/>
              <a:defRPr>
                <a:solidFill>
                  <a:srgbClr val="FFFFFF"/>
                </a:solidFill>
              </a:defRPr>
            </a:lvl2pPr>
            <a:lvl3pPr lvl="2" rtl="0">
              <a:spcBef>
                <a:spcPts val="0"/>
              </a:spcBef>
              <a:spcAft>
                <a:spcPts val="0"/>
              </a:spcAft>
              <a:buClr>
                <a:srgbClr val="FFFFFF"/>
              </a:buClr>
              <a:buSzPts val="2400"/>
              <a:buNone/>
              <a:defRPr>
                <a:solidFill>
                  <a:srgbClr val="FFFFFF"/>
                </a:solidFill>
              </a:defRPr>
            </a:lvl3pPr>
            <a:lvl4pPr lvl="3" rtl="0">
              <a:spcBef>
                <a:spcPts val="0"/>
              </a:spcBef>
              <a:spcAft>
                <a:spcPts val="0"/>
              </a:spcAft>
              <a:buClr>
                <a:srgbClr val="FFFFFF"/>
              </a:buClr>
              <a:buSzPts val="2400"/>
              <a:buNone/>
              <a:defRPr>
                <a:solidFill>
                  <a:srgbClr val="FFFFFF"/>
                </a:solidFill>
              </a:defRPr>
            </a:lvl4pPr>
            <a:lvl5pPr lvl="4" rtl="0">
              <a:spcBef>
                <a:spcPts val="0"/>
              </a:spcBef>
              <a:spcAft>
                <a:spcPts val="0"/>
              </a:spcAft>
              <a:buClr>
                <a:srgbClr val="FFFFFF"/>
              </a:buClr>
              <a:buSzPts val="2400"/>
              <a:buNone/>
              <a:defRPr>
                <a:solidFill>
                  <a:srgbClr val="FFFFFF"/>
                </a:solidFill>
              </a:defRPr>
            </a:lvl5pPr>
            <a:lvl6pPr lvl="5" rtl="0">
              <a:spcBef>
                <a:spcPts val="0"/>
              </a:spcBef>
              <a:spcAft>
                <a:spcPts val="0"/>
              </a:spcAft>
              <a:buClr>
                <a:srgbClr val="FFFFFF"/>
              </a:buClr>
              <a:buSzPts val="2400"/>
              <a:buNone/>
              <a:defRPr>
                <a:solidFill>
                  <a:srgbClr val="FFFFFF"/>
                </a:solidFill>
              </a:defRPr>
            </a:lvl6pPr>
            <a:lvl7pPr lvl="6" rtl="0">
              <a:spcBef>
                <a:spcPts val="0"/>
              </a:spcBef>
              <a:spcAft>
                <a:spcPts val="0"/>
              </a:spcAft>
              <a:buClr>
                <a:srgbClr val="FFFFFF"/>
              </a:buClr>
              <a:buSzPts val="2400"/>
              <a:buNone/>
              <a:defRPr>
                <a:solidFill>
                  <a:srgbClr val="FFFFFF"/>
                </a:solidFill>
              </a:defRPr>
            </a:lvl7pPr>
            <a:lvl8pPr lvl="7" rtl="0">
              <a:spcBef>
                <a:spcPts val="0"/>
              </a:spcBef>
              <a:spcAft>
                <a:spcPts val="0"/>
              </a:spcAft>
              <a:buClr>
                <a:srgbClr val="FFFFFF"/>
              </a:buClr>
              <a:buSzPts val="2400"/>
              <a:buNone/>
              <a:defRPr>
                <a:solidFill>
                  <a:srgbClr val="FFFFFF"/>
                </a:solidFill>
              </a:defRPr>
            </a:lvl8pPr>
            <a:lvl9pPr lvl="8" rtl="0">
              <a:spcBef>
                <a:spcPts val="0"/>
              </a:spcBef>
              <a:spcAft>
                <a:spcPts val="0"/>
              </a:spcAft>
              <a:buClr>
                <a:srgbClr val="FFFFFF"/>
              </a:buClr>
              <a:buSzPts val="2400"/>
              <a:buNone/>
              <a:defRPr>
                <a:solidFill>
                  <a:srgbClr val="FFFFFF"/>
                </a:solidFill>
              </a:defRPr>
            </a:lvl9pPr>
          </a:lstStyle>
          <a:p>
            <a:endParaRPr/>
          </a:p>
        </p:txBody>
      </p:sp>
      <p:sp>
        <p:nvSpPr>
          <p:cNvPr id="2451" name="Google Shape;2451;p89"/>
          <p:cNvSpPr txBox="1">
            <a:spLocks noGrp="1"/>
          </p:cNvSpPr>
          <p:nvPr>
            <p:ph type="subTitle" idx="2"/>
          </p:nvPr>
        </p:nvSpPr>
        <p:spPr>
          <a:xfrm>
            <a:off x="457200" y="1604325"/>
            <a:ext cx="2100900" cy="2536200"/>
          </a:xfrm>
          <a:prstGeom prst="rect">
            <a:avLst/>
          </a:prstGeom>
        </p:spPr>
        <p:txBody>
          <a:bodyPr spcFirstLastPara="1" wrap="square" lIns="0" tIns="0" rIns="0" bIns="0" anchor="t" anchorCtr="0">
            <a:noAutofit/>
          </a:bodyPr>
          <a:lstStyle>
            <a:lvl1pPr lvl="0" rtl="0">
              <a:spcBef>
                <a:spcPts val="0"/>
              </a:spcBef>
              <a:spcAft>
                <a:spcPts val="0"/>
              </a:spcAft>
              <a:buClr>
                <a:srgbClr val="FFFFFF"/>
              </a:buClr>
              <a:buSzPts val="800"/>
              <a:buNone/>
              <a:defRPr sz="800">
                <a:solidFill>
                  <a:srgbClr val="FFFFFF"/>
                </a:solidFill>
              </a:defRPr>
            </a:lvl1pPr>
            <a:lvl2pPr lvl="1" rtl="0">
              <a:spcBef>
                <a:spcPts val="1600"/>
              </a:spcBef>
              <a:spcAft>
                <a:spcPts val="0"/>
              </a:spcAft>
              <a:buClr>
                <a:srgbClr val="FFFFFF"/>
              </a:buClr>
              <a:buSzPts val="800"/>
              <a:buNone/>
              <a:defRPr sz="800">
                <a:solidFill>
                  <a:srgbClr val="FFFFFF"/>
                </a:solidFill>
              </a:defRPr>
            </a:lvl2pPr>
            <a:lvl3pPr lvl="2" rtl="0">
              <a:spcBef>
                <a:spcPts val="1600"/>
              </a:spcBef>
              <a:spcAft>
                <a:spcPts val="0"/>
              </a:spcAft>
              <a:buClr>
                <a:srgbClr val="FFFFFF"/>
              </a:buClr>
              <a:buSzPts val="800"/>
              <a:buNone/>
              <a:defRPr sz="800">
                <a:solidFill>
                  <a:srgbClr val="FFFFFF"/>
                </a:solidFill>
              </a:defRPr>
            </a:lvl3pPr>
            <a:lvl4pPr lvl="3" rtl="0">
              <a:spcBef>
                <a:spcPts val="1600"/>
              </a:spcBef>
              <a:spcAft>
                <a:spcPts val="0"/>
              </a:spcAft>
              <a:buClr>
                <a:srgbClr val="FFFFFF"/>
              </a:buClr>
              <a:buSzPts val="800"/>
              <a:buNone/>
              <a:defRPr sz="800">
                <a:solidFill>
                  <a:srgbClr val="FFFFFF"/>
                </a:solidFill>
              </a:defRPr>
            </a:lvl4pPr>
            <a:lvl5pPr lvl="4" rtl="0">
              <a:spcBef>
                <a:spcPts val="1600"/>
              </a:spcBef>
              <a:spcAft>
                <a:spcPts val="0"/>
              </a:spcAft>
              <a:buClr>
                <a:srgbClr val="FFFFFF"/>
              </a:buClr>
              <a:buSzPts val="800"/>
              <a:buNone/>
              <a:defRPr sz="800">
                <a:solidFill>
                  <a:srgbClr val="FFFFFF"/>
                </a:solidFill>
              </a:defRPr>
            </a:lvl5pPr>
            <a:lvl6pPr lvl="5" rtl="0">
              <a:spcBef>
                <a:spcPts val="1600"/>
              </a:spcBef>
              <a:spcAft>
                <a:spcPts val="0"/>
              </a:spcAft>
              <a:buClr>
                <a:srgbClr val="FFFFFF"/>
              </a:buClr>
              <a:buSzPts val="800"/>
              <a:buNone/>
              <a:defRPr sz="800">
                <a:solidFill>
                  <a:srgbClr val="FFFFFF"/>
                </a:solidFill>
              </a:defRPr>
            </a:lvl6pPr>
            <a:lvl7pPr lvl="6" rtl="0">
              <a:spcBef>
                <a:spcPts val="1600"/>
              </a:spcBef>
              <a:spcAft>
                <a:spcPts val="0"/>
              </a:spcAft>
              <a:buClr>
                <a:srgbClr val="FFFFFF"/>
              </a:buClr>
              <a:buSzPts val="800"/>
              <a:buNone/>
              <a:defRPr sz="800">
                <a:solidFill>
                  <a:srgbClr val="FFFFFF"/>
                </a:solidFill>
              </a:defRPr>
            </a:lvl7pPr>
            <a:lvl8pPr lvl="7" rtl="0">
              <a:spcBef>
                <a:spcPts val="1600"/>
              </a:spcBef>
              <a:spcAft>
                <a:spcPts val="0"/>
              </a:spcAft>
              <a:buClr>
                <a:srgbClr val="FFFFFF"/>
              </a:buClr>
              <a:buSzPts val="800"/>
              <a:buNone/>
              <a:defRPr sz="800">
                <a:solidFill>
                  <a:srgbClr val="FFFFFF"/>
                </a:solidFill>
              </a:defRPr>
            </a:lvl8pPr>
            <a:lvl9pPr lvl="8" rtl="0">
              <a:spcBef>
                <a:spcPts val="1600"/>
              </a:spcBef>
              <a:spcAft>
                <a:spcPts val="1600"/>
              </a:spcAft>
              <a:buClr>
                <a:srgbClr val="FFFFFF"/>
              </a:buClr>
              <a:buSzPts val="800"/>
              <a:buNone/>
              <a:defRPr sz="800">
                <a:solidFill>
                  <a:srgbClr val="FFFFFF"/>
                </a:solidFill>
              </a:defRPr>
            </a:lvl9pPr>
          </a:lstStyle>
          <a:p>
            <a:endParaRPr/>
          </a:p>
        </p:txBody>
      </p:sp>
      <p:sp>
        <p:nvSpPr>
          <p:cNvPr id="2452" name="Google Shape;2452;p89"/>
          <p:cNvSpPr txBox="1">
            <a:spLocks noGrp="1"/>
          </p:cNvSpPr>
          <p:nvPr>
            <p:ph type="subTitle" idx="3"/>
          </p:nvPr>
        </p:nvSpPr>
        <p:spPr>
          <a:xfrm>
            <a:off x="2928450" y="1604325"/>
            <a:ext cx="2100900" cy="2536200"/>
          </a:xfrm>
          <a:prstGeom prst="rect">
            <a:avLst/>
          </a:prstGeom>
        </p:spPr>
        <p:txBody>
          <a:bodyPr spcFirstLastPara="1" wrap="square" lIns="0" tIns="0" rIns="0" bIns="0" anchor="t" anchorCtr="0">
            <a:noAutofit/>
          </a:bodyPr>
          <a:lstStyle>
            <a:lvl1pPr lvl="0" rtl="0">
              <a:spcBef>
                <a:spcPts val="0"/>
              </a:spcBef>
              <a:spcAft>
                <a:spcPts val="0"/>
              </a:spcAft>
              <a:buClr>
                <a:srgbClr val="FFFFFF"/>
              </a:buClr>
              <a:buSzPts val="800"/>
              <a:buNone/>
              <a:defRPr sz="800">
                <a:solidFill>
                  <a:srgbClr val="FFFFFF"/>
                </a:solidFill>
              </a:defRPr>
            </a:lvl1pPr>
            <a:lvl2pPr lvl="1" rtl="0">
              <a:spcBef>
                <a:spcPts val="1600"/>
              </a:spcBef>
              <a:spcAft>
                <a:spcPts val="0"/>
              </a:spcAft>
              <a:buClr>
                <a:srgbClr val="FFFFFF"/>
              </a:buClr>
              <a:buSzPts val="800"/>
              <a:buNone/>
              <a:defRPr sz="800">
                <a:solidFill>
                  <a:srgbClr val="FFFFFF"/>
                </a:solidFill>
              </a:defRPr>
            </a:lvl2pPr>
            <a:lvl3pPr lvl="2" rtl="0">
              <a:spcBef>
                <a:spcPts val="1600"/>
              </a:spcBef>
              <a:spcAft>
                <a:spcPts val="0"/>
              </a:spcAft>
              <a:buClr>
                <a:srgbClr val="FFFFFF"/>
              </a:buClr>
              <a:buSzPts val="800"/>
              <a:buNone/>
              <a:defRPr sz="800">
                <a:solidFill>
                  <a:srgbClr val="FFFFFF"/>
                </a:solidFill>
              </a:defRPr>
            </a:lvl3pPr>
            <a:lvl4pPr lvl="3" rtl="0">
              <a:spcBef>
                <a:spcPts val="1600"/>
              </a:spcBef>
              <a:spcAft>
                <a:spcPts val="0"/>
              </a:spcAft>
              <a:buClr>
                <a:srgbClr val="FFFFFF"/>
              </a:buClr>
              <a:buSzPts val="800"/>
              <a:buNone/>
              <a:defRPr sz="800">
                <a:solidFill>
                  <a:srgbClr val="FFFFFF"/>
                </a:solidFill>
              </a:defRPr>
            </a:lvl4pPr>
            <a:lvl5pPr lvl="4" rtl="0">
              <a:spcBef>
                <a:spcPts val="1600"/>
              </a:spcBef>
              <a:spcAft>
                <a:spcPts val="0"/>
              </a:spcAft>
              <a:buClr>
                <a:srgbClr val="FFFFFF"/>
              </a:buClr>
              <a:buSzPts val="800"/>
              <a:buNone/>
              <a:defRPr sz="800">
                <a:solidFill>
                  <a:srgbClr val="FFFFFF"/>
                </a:solidFill>
              </a:defRPr>
            </a:lvl5pPr>
            <a:lvl6pPr lvl="5" rtl="0">
              <a:spcBef>
                <a:spcPts val="1600"/>
              </a:spcBef>
              <a:spcAft>
                <a:spcPts val="0"/>
              </a:spcAft>
              <a:buClr>
                <a:srgbClr val="FFFFFF"/>
              </a:buClr>
              <a:buSzPts val="800"/>
              <a:buNone/>
              <a:defRPr sz="800">
                <a:solidFill>
                  <a:srgbClr val="FFFFFF"/>
                </a:solidFill>
              </a:defRPr>
            </a:lvl6pPr>
            <a:lvl7pPr lvl="6" rtl="0">
              <a:spcBef>
                <a:spcPts val="1600"/>
              </a:spcBef>
              <a:spcAft>
                <a:spcPts val="0"/>
              </a:spcAft>
              <a:buClr>
                <a:srgbClr val="FFFFFF"/>
              </a:buClr>
              <a:buSzPts val="800"/>
              <a:buNone/>
              <a:defRPr sz="800">
                <a:solidFill>
                  <a:srgbClr val="FFFFFF"/>
                </a:solidFill>
              </a:defRPr>
            </a:lvl7pPr>
            <a:lvl8pPr lvl="7" rtl="0">
              <a:spcBef>
                <a:spcPts val="1600"/>
              </a:spcBef>
              <a:spcAft>
                <a:spcPts val="0"/>
              </a:spcAft>
              <a:buClr>
                <a:srgbClr val="FFFFFF"/>
              </a:buClr>
              <a:buSzPts val="800"/>
              <a:buNone/>
              <a:defRPr sz="800">
                <a:solidFill>
                  <a:srgbClr val="FFFFFF"/>
                </a:solidFill>
              </a:defRPr>
            </a:lvl8pPr>
            <a:lvl9pPr lvl="8" rtl="0">
              <a:spcBef>
                <a:spcPts val="1600"/>
              </a:spcBef>
              <a:spcAft>
                <a:spcPts val="1600"/>
              </a:spcAft>
              <a:buClr>
                <a:srgbClr val="FFFFFF"/>
              </a:buClr>
              <a:buSzPts val="800"/>
              <a:buNone/>
              <a:defRPr sz="800">
                <a:solidFill>
                  <a:srgbClr val="FFFFFF"/>
                </a:solidFill>
              </a:defRPr>
            </a:lvl9pPr>
          </a:lstStyle>
          <a:p>
            <a:endParaRPr/>
          </a:p>
        </p:txBody>
      </p:sp>
      <p:sp>
        <p:nvSpPr>
          <p:cNvPr id="2453" name="Google Shape;2453;p89"/>
          <p:cNvSpPr/>
          <p:nvPr/>
        </p:nvSpPr>
        <p:spPr>
          <a:xfrm flipH="1">
            <a:off x="5477912" y="3229383"/>
            <a:ext cx="2650446" cy="650186"/>
          </a:xfrm>
          <a:custGeom>
            <a:avLst/>
            <a:gdLst/>
            <a:ahLst/>
            <a:cxnLst/>
            <a:rect l="l" t="t" r="r" b="b"/>
            <a:pathLst>
              <a:path w="102870" h="4280" fill="none" extrusionOk="0">
                <a:moveTo>
                  <a:pt x="12075" y="0"/>
                </a:moveTo>
                <a:lnTo>
                  <a:pt x="12075" y="0"/>
                </a:lnTo>
                <a:lnTo>
                  <a:pt x="12916" y="5"/>
                </a:lnTo>
                <a:lnTo>
                  <a:pt x="13757" y="16"/>
                </a:lnTo>
                <a:lnTo>
                  <a:pt x="70822" y="16"/>
                </a:lnTo>
                <a:lnTo>
                  <a:pt x="70822" y="16"/>
                </a:lnTo>
                <a:lnTo>
                  <a:pt x="71423" y="138"/>
                </a:lnTo>
                <a:lnTo>
                  <a:pt x="71423" y="138"/>
                </a:lnTo>
                <a:lnTo>
                  <a:pt x="71844" y="209"/>
                </a:lnTo>
                <a:lnTo>
                  <a:pt x="72294" y="271"/>
                </a:lnTo>
                <a:lnTo>
                  <a:pt x="72775" y="332"/>
                </a:lnTo>
                <a:lnTo>
                  <a:pt x="73315" y="388"/>
                </a:lnTo>
                <a:lnTo>
                  <a:pt x="73856" y="439"/>
                </a:lnTo>
                <a:lnTo>
                  <a:pt x="74457" y="485"/>
                </a:lnTo>
                <a:lnTo>
                  <a:pt x="75057" y="521"/>
                </a:lnTo>
                <a:lnTo>
                  <a:pt x="75688" y="556"/>
                </a:lnTo>
                <a:lnTo>
                  <a:pt x="76319" y="587"/>
                </a:lnTo>
                <a:lnTo>
                  <a:pt x="76980" y="612"/>
                </a:lnTo>
                <a:lnTo>
                  <a:pt x="77670" y="638"/>
                </a:lnTo>
                <a:lnTo>
                  <a:pt x="78361" y="653"/>
                </a:lnTo>
                <a:lnTo>
                  <a:pt x="79052" y="669"/>
                </a:lnTo>
                <a:lnTo>
                  <a:pt x="79773" y="674"/>
                </a:lnTo>
                <a:lnTo>
                  <a:pt x="80464" y="684"/>
                </a:lnTo>
                <a:lnTo>
                  <a:pt x="81154" y="684"/>
                </a:lnTo>
                <a:lnTo>
                  <a:pt x="100286" y="684"/>
                </a:lnTo>
                <a:lnTo>
                  <a:pt x="100286" y="684"/>
                </a:lnTo>
                <a:lnTo>
                  <a:pt x="100647" y="760"/>
                </a:lnTo>
                <a:lnTo>
                  <a:pt x="100977" y="842"/>
                </a:lnTo>
                <a:lnTo>
                  <a:pt x="101278" y="918"/>
                </a:lnTo>
                <a:lnTo>
                  <a:pt x="101548" y="1005"/>
                </a:lnTo>
                <a:lnTo>
                  <a:pt x="101788" y="1087"/>
                </a:lnTo>
                <a:lnTo>
                  <a:pt x="101998" y="1173"/>
                </a:lnTo>
                <a:lnTo>
                  <a:pt x="102209" y="1260"/>
                </a:lnTo>
                <a:lnTo>
                  <a:pt x="102359" y="1347"/>
                </a:lnTo>
                <a:lnTo>
                  <a:pt x="102509" y="1439"/>
                </a:lnTo>
                <a:lnTo>
                  <a:pt x="102629" y="1525"/>
                </a:lnTo>
                <a:lnTo>
                  <a:pt x="102719" y="1617"/>
                </a:lnTo>
                <a:lnTo>
                  <a:pt x="102779" y="1709"/>
                </a:lnTo>
                <a:lnTo>
                  <a:pt x="102839" y="1801"/>
                </a:lnTo>
                <a:lnTo>
                  <a:pt x="102869" y="1893"/>
                </a:lnTo>
                <a:lnTo>
                  <a:pt x="102869" y="1990"/>
                </a:lnTo>
                <a:lnTo>
                  <a:pt x="102839" y="2081"/>
                </a:lnTo>
                <a:lnTo>
                  <a:pt x="102809" y="2173"/>
                </a:lnTo>
                <a:lnTo>
                  <a:pt x="102749" y="2265"/>
                </a:lnTo>
                <a:lnTo>
                  <a:pt x="102659" y="2357"/>
                </a:lnTo>
                <a:lnTo>
                  <a:pt x="102569" y="2449"/>
                </a:lnTo>
                <a:lnTo>
                  <a:pt x="102449" y="2540"/>
                </a:lnTo>
                <a:lnTo>
                  <a:pt x="102299" y="2632"/>
                </a:lnTo>
                <a:lnTo>
                  <a:pt x="102149" y="2724"/>
                </a:lnTo>
                <a:lnTo>
                  <a:pt x="101968" y="2811"/>
                </a:lnTo>
                <a:lnTo>
                  <a:pt x="101578" y="2984"/>
                </a:lnTo>
                <a:lnTo>
                  <a:pt x="101127" y="3158"/>
                </a:lnTo>
                <a:lnTo>
                  <a:pt x="100587" y="3321"/>
                </a:lnTo>
                <a:lnTo>
                  <a:pt x="100016" y="3474"/>
                </a:lnTo>
                <a:lnTo>
                  <a:pt x="100016" y="3474"/>
                </a:lnTo>
                <a:lnTo>
                  <a:pt x="99085" y="3469"/>
                </a:lnTo>
                <a:lnTo>
                  <a:pt x="49948" y="3469"/>
                </a:lnTo>
                <a:lnTo>
                  <a:pt x="49948" y="3469"/>
                </a:lnTo>
                <a:lnTo>
                  <a:pt x="49198" y="3474"/>
                </a:lnTo>
                <a:lnTo>
                  <a:pt x="48417" y="3479"/>
                </a:lnTo>
                <a:lnTo>
                  <a:pt x="47666" y="3489"/>
                </a:lnTo>
                <a:lnTo>
                  <a:pt x="46915" y="3504"/>
                </a:lnTo>
                <a:lnTo>
                  <a:pt x="46164" y="3525"/>
                </a:lnTo>
                <a:lnTo>
                  <a:pt x="45443" y="3545"/>
                </a:lnTo>
                <a:lnTo>
                  <a:pt x="44722" y="3571"/>
                </a:lnTo>
                <a:lnTo>
                  <a:pt x="44032" y="3601"/>
                </a:lnTo>
                <a:lnTo>
                  <a:pt x="43371" y="3637"/>
                </a:lnTo>
                <a:lnTo>
                  <a:pt x="42770" y="3673"/>
                </a:lnTo>
                <a:lnTo>
                  <a:pt x="42169" y="3709"/>
                </a:lnTo>
                <a:lnTo>
                  <a:pt x="41599" y="3754"/>
                </a:lnTo>
                <a:lnTo>
                  <a:pt x="41088" y="3800"/>
                </a:lnTo>
                <a:lnTo>
                  <a:pt x="40608" y="3846"/>
                </a:lnTo>
                <a:lnTo>
                  <a:pt x="40187" y="3897"/>
                </a:lnTo>
                <a:lnTo>
                  <a:pt x="39797" y="3948"/>
                </a:lnTo>
                <a:lnTo>
                  <a:pt x="39797" y="3948"/>
                </a:lnTo>
                <a:lnTo>
                  <a:pt x="39346" y="4025"/>
                </a:lnTo>
                <a:lnTo>
                  <a:pt x="38926" y="4101"/>
                </a:lnTo>
                <a:lnTo>
                  <a:pt x="38505" y="4183"/>
                </a:lnTo>
                <a:lnTo>
                  <a:pt x="38145" y="4264"/>
                </a:lnTo>
                <a:lnTo>
                  <a:pt x="14147" y="4264"/>
                </a:lnTo>
                <a:lnTo>
                  <a:pt x="14147" y="4264"/>
                </a:lnTo>
                <a:lnTo>
                  <a:pt x="13366" y="4275"/>
                </a:lnTo>
                <a:lnTo>
                  <a:pt x="12585" y="4280"/>
                </a:lnTo>
                <a:lnTo>
                  <a:pt x="12585" y="4280"/>
                </a:lnTo>
                <a:lnTo>
                  <a:pt x="11924" y="4275"/>
                </a:lnTo>
                <a:lnTo>
                  <a:pt x="11264" y="4270"/>
                </a:lnTo>
                <a:lnTo>
                  <a:pt x="10603" y="4259"/>
                </a:lnTo>
                <a:lnTo>
                  <a:pt x="9972" y="4239"/>
                </a:lnTo>
                <a:lnTo>
                  <a:pt x="9341" y="4219"/>
                </a:lnTo>
                <a:lnTo>
                  <a:pt x="8711" y="4198"/>
                </a:lnTo>
                <a:lnTo>
                  <a:pt x="8140" y="4168"/>
                </a:lnTo>
                <a:lnTo>
                  <a:pt x="7569" y="4137"/>
                </a:lnTo>
                <a:lnTo>
                  <a:pt x="6999" y="4106"/>
                </a:lnTo>
                <a:lnTo>
                  <a:pt x="6488" y="4071"/>
                </a:lnTo>
                <a:lnTo>
                  <a:pt x="5978" y="4030"/>
                </a:lnTo>
                <a:lnTo>
                  <a:pt x="5527" y="3989"/>
                </a:lnTo>
                <a:lnTo>
                  <a:pt x="5077" y="3948"/>
                </a:lnTo>
                <a:lnTo>
                  <a:pt x="4686" y="3902"/>
                </a:lnTo>
                <a:lnTo>
                  <a:pt x="4326" y="3856"/>
                </a:lnTo>
                <a:lnTo>
                  <a:pt x="3995" y="3811"/>
                </a:lnTo>
                <a:lnTo>
                  <a:pt x="3995" y="3811"/>
                </a:lnTo>
                <a:lnTo>
                  <a:pt x="3575" y="3744"/>
                </a:lnTo>
                <a:lnTo>
                  <a:pt x="3184" y="3678"/>
                </a:lnTo>
                <a:lnTo>
                  <a:pt x="2824" y="3607"/>
                </a:lnTo>
                <a:lnTo>
                  <a:pt x="2494" y="3535"/>
                </a:lnTo>
                <a:lnTo>
                  <a:pt x="2163" y="3459"/>
                </a:lnTo>
                <a:lnTo>
                  <a:pt x="1863" y="3382"/>
                </a:lnTo>
                <a:lnTo>
                  <a:pt x="1562" y="3306"/>
                </a:lnTo>
                <a:lnTo>
                  <a:pt x="1322" y="3224"/>
                </a:lnTo>
                <a:lnTo>
                  <a:pt x="1082" y="3142"/>
                </a:lnTo>
                <a:lnTo>
                  <a:pt x="872" y="3061"/>
                </a:lnTo>
                <a:lnTo>
                  <a:pt x="661" y="2974"/>
                </a:lnTo>
                <a:lnTo>
                  <a:pt x="511" y="2882"/>
                </a:lnTo>
                <a:lnTo>
                  <a:pt x="361" y="2796"/>
                </a:lnTo>
                <a:lnTo>
                  <a:pt x="241" y="2704"/>
                </a:lnTo>
                <a:lnTo>
                  <a:pt x="151" y="2612"/>
                </a:lnTo>
                <a:lnTo>
                  <a:pt x="91" y="2515"/>
                </a:lnTo>
                <a:lnTo>
                  <a:pt x="31" y="2418"/>
                </a:lnTo>
                <a:lnTo>
                  <a:pt x="1" y="2321"/>
                </a:lnTo>
                <a:lnTo>
                  <a:pt x="31" y="2224"/>
                </a:lnTo>
                <a:lnTo>
                  <a:pt x="61" y="2122"/>
                </a:lnTo>
                <a:lnTo>
                  <a:pt x="121" y="2020"/>
                </a:lnTo>
                <a:lnTo>
                  <a:pt x="181" y="1913"/>
                </a:lnTo>
                <a:lnTo>
                  <a:pt x="301" y="1811"/>
                </a:lnTo>
                <a:lnTo>
                  <a:pt x="451" y="1704"/>
                </a:lnTo>
                <a:lnTo>
                  <a:pt x="601" y="1597"/>
                </a:lnTo>
                <a:lnTo>
                  <a:pt x="782" y="1485"/>
                </a:lnTo>
                <a:lnTo>
                  <a:pt x="1022" y="1378"/>
                </a:lnTo>
                <a:lnTo>
                  <a:pt x="1262" y="1265"/>
                </a:lnTo>
                <a:lnTo>
                  <a:pt x="1532" y="1153"/>
                </a:lnTo>
                <a:lnTo>
                  <a:pt x="1863" y="1036"/>
                </a:lnTo>
                <a:lnTo>
                  <a:pt x="2193" y="924"/>
                </a:lnTo>
                <a:lnTo>
                  <a:pt x="2554" y="806"/>
                </a:lnTo>
                <a:lnTo>
                  <a:pt x="2554" y="806"/>
                </a:lnTo>
                <a:lnTo>
                  <a:pt x="2914" y="704"/>
                </a:lnTo>
                <a:lnTo>
                  <a:pt x="3335" y="607"/>
                </a:lnTo>
                <a:lnTo>
                  <a:pt x="3785" y="521"/>
                </a:lnTo>
                <a:lnTo>
                  <a:pt x="4266" y="444"/>
                </a:lnTo>
                <a:lnTo>
                  <a:pt x="4806" y="368"/>
                </a:lnTo>
                <a:lnTo>
                  <a:pt x="5347" y="301"/>
                </a:lnTo>
                <a:lnTo>
                  <a:pt x="5918" y="245"/>
                </a:lnTo>
                <a:lnTo>
                  <a:pt x="6548" y="189"/>
                </a:lnTo>
                <a:lnTo>
                  <a:pt x="7179" y="143"/>
                </a:lnTo>
                <a:lnTo>
                  <a:pt x="7840" y="107"/>
                </a:lnTo>
                <a:lnTo>
                  <a:pt x="8501" y="72"/>
                </a:lnTo>
                <a:lnTo>
                  <a:pt x="9191" y="46"/>
                </a:lnTo>
                <a:lnTo>
                  <a:pt x="9912" y="26"/>
                </a:lnTo>
                <a:lnTo>
                  <a:pt x="10603" y="11"/>
                </a:lnTo>
                <a:lnTo>
                  <a:pt x="11324" y="5"/>
                </a:lnTo>
                <a:lnTo>
                  <a:pt x="1207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89"/>
          <p:cNvSpPr>
            <a:spLocks noGrp="1"/>
          </p:cNvSpPr>
          <p:nvPr>
            <p:ph type="pic" idx="4"/>
          </p:nvPr>
        </p:nvSpPr>
        <p:spPr>
          <a:xfrm>
            <a:off x="5812000" y="567965"/>
            <a:ext cx="2951100" cy="2950200"/>
          </a:xfrm>
          <a:prstGeom prst="ellipse">
            <a:avLst/>
          </a:prstGeom>
          <a:noFill/>
          <a:ln>
            <a:noFill/>
          </a:ln>
        </p:spPr>
      </p:sp>
      <p:sp>
        <p:nvSpPr>
          <p:cNvPr id="2455" name="Google Shape;2455;p89"/>
          <p:cNvSpPr/>
          <p:nvPr/>
        </p:nvSpPr>
        <p:spPr>
          <a:xfrm rot="10800000">
            <a:off x="8543988" y="2815446"/>
            <a:ext cx="126885" cy="2573"/>
          </a:xfrm>
          <a:custGeom>
            <a:avLst/>
            <a:gdLst/>
            <a:ahLst/>
            <a:cxnLst/>
            <a:rect l="l" t="t" r="r" b="b"/>
            <a:pathLst>
              <a:path w="1773" h="8" fill="none" extrusionOk="0">
                <a:moveTo>
                  <a:pt x="1" y="7"/>
                </a:moveTo>
                <a:lnTo>
                  <a:pt x="1773" y="7"/>
                </a:lnTo>
                <a:lnTo>
                  <a:pt x="1773" y="7"/>
                </a:lnTo>
                <a:lnTo>
                  <a:pt x="1322" y="1"/>
                </a:lnTo>
                <a:lnTo>
                  <a:pt x="90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89"/>
          <p:cNvSpPr txBox="1">
            <a:spLocks noGrp="1"/>
          </p:cNvSpPr>
          <p:nvPr>
            <p:ph type="title" idx="5"/>
          </p:nvPr>
        </p:nvSpPr>
        <p:spPr>
          <a:xfrm>
            <a:off x="5811998" y="3231794"/>
            <a:ext cx="1957500" cy="6537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1100"/>
              <a:buFont typeface="Lato"/>
              <a:buNone/>
              <a:defRPr sz="11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2457" name="Google Shape;2457;p89"/>
          <p:cNvSpPr txBox="1">
            <a:spLocks noGrp="1"/>
          </p:cNvSpPr>
          <p:nvPr>
            <p:ph type="title" idx="6"/>
          </p:nvPr>
        </p:nvSpPr>
        <p:spPr>
          <a:xfrm>
            <a:off x="5811998" y="3958225"/>
            <a:ext cx="2038800" cy="2649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Tree>
  </p:cSld>
  <p:clrMapOvr>
    <a:masterClrMapping/>
  </p:clrMapOvr>
  <p:extLst>
    <p:ext uri="{DCECCB84-F9BA-43D5-87BE-67443E8EF086}">
      <p15:sldGuideLst xmlns:p15="http://schemas.microsoft.com/office/powerpoint/2012/main">
        <p15:guide id="1" orient="horz" pos="864">
          <p15:clr>
            <a:srgbClr val="FA7B17"/>
          </p15:clr>
        </p15:guide>
        <p15:guide id="2" orient="horz" pos="720">
          <p15:clr>
            <a:srgbClr val="FA7B17"/>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CS Text">
  <p:cSld name="CUSTOM_1_1_3_1_1">
    <p:spTree>
      <p:nvGrpSpPr>
        <p:cNvPr id="1" name="Shape 2458"/>
        <p:cNvGrpSpPr/>
        <p:nvPr/>
      </p:nvGrpSpPr>
      <p:grpSpPr>
        <a:xfrm>
          <a:off x="0" y="0"/>
          <a:ext cx="0" cy="0"/>
          <a:chOff x="0" y="0"/>
          <a:chExt cx="0" cy="0"/>
        </a:xfrm>
      </p:grpSpPr>
      <p:sp>
        <p:nvSpPr>
          <p:cNvPr id="2459" name="Google Shape;2459;p90"/>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90"/>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90"/>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grpSp>
        <p:nvGrpSpPr>
          <p:cNvPr id="2462" name="Google Shape;2462;p90"/>
          <p:cNvGrpSpPr/>
          <p:nvPr/>
        </p:nvGrpSpPr>
        <p:grpSpPr>
          <a:xfrm>
            <a:off x="6006502" y="71604"/>
            <a:ext cx="2532643" cy="1425339"/>
            <a:chOff x="5295889" y="2347725"/>
            <a:chExt cx="3033469" cy="1707197"/>
          </a:xfrm>
        </p:grpSpPr>
        <p:sp>
          <p:nvSpPr>
            <p:cNvPr id="2463" name="Google Shape;2463;p90"/>
            <p:cNvSpPr/>
            <p:nvPr/>
          </p:nvSpPr>
          <p:spPr>
            <a:xfrm flipH="1">
              <a:off x="5295889" y="2347725"/>
              <a:ext cx="1294665" cy="624664"/>
            </a:xfrm>
            <a:custGeom>
              <a:avLst/>
              <a:gdLst/>
              <a:ahLst/>
              <a:cxnLst/>
              <a:rect l="l" t="t" r="r" b="b"/>
              <a:pathLst>
                <a:path w="50249" h="4112" extrusionOk="0">
                  <a:moveTo>
                    <a:pt x="38145" y="1"/>
                  </a:moveTo>
                  <a:lnTo>
                    <a:pt x="37334" y="6"/>
                  </a:lnTo>
                  <a:lnTo>
                    <a:pt x="36493" y="16"/>
                  </a:lnTo>
                  <a:lnTo>
                    <a:pt x="14928" y="16"/>
                  </a:lnTo>
                  <a:lnTo>
                    <a:pt x="14117" y="6"/>
                  </a:lnTo>
                  <a:lnTo>
                    <a:pt x="12525" y="6"/>
                  </a:lnTo>
                  <a:lnTo>
                    <a:pt x="11714" y="16"/>
                  </a:lnTo>
                  <a:lnTo>
                    <a:pt x="10933" y="31"/>
                  </a:lnTo>
                  <a:lnTo>
                    <a:pt x="10182" y="52"/>
                  </a:lnTo>
                  <a:lnTo>
                    <a:pt x="9401" y="72"/>
                  </a:lnTo>
                  <a:lnTo>
                    <a:pt x="8681" y="103"/>
                  </a:lnTo>
                  <a:lnTo>
                    <a:pt x="7960" y="138"/>
                  </a:lnTo>
                  <a:lnTo>
                    <a:pt x="7269" y="174"/>
                  </a:lnTo>
                  <a:lnTo>
                    <a:pt x="6608" y="215"/>
                  </a:lnTo>
                  <a:lnTo>
                    <a:pt x="5978" y="261"/>
                  </a:lnTo>
                  <a:lnTo>
                    <a:pt x="5377" y="307"/>
                  </a:lnTo>
                  <a:lnTo>
                    <a:pt x="4806" y="358"/>
                  </a:lnTo>
                  <a:lnTo>
                    <a:pt x="4296" y="414"/>
                  </a:lnTo>
                  <a:lnTo>
                    <a:pt x="3815" y="470"/>
                  </a:lnTo>
                  <a:lnTo>
                    <a:pt x="3364" y="526"/>
                  </a:lnTo>
                  <a:lnTo>
                    <a:pt x="3004" y="587"/>
                  </a:lnTo>
                  <a:lnTo>
                    <a:pt x="2584" y="664"/>
                  </a:lnTo>
                  <a:lnTo>
                    <a:pt x="2193" y="745"/>
                  </a:lnTo>
                  <a:lnTo>
                    <a:pt x="1833" y="827"/>
                  </a:lnTo>
                  <a:lnTo>
                    <a:pt x="1532" y="909"/>
                  </a:lnTo>
                  <a:lnTo>
                    <a:pt x="1232" y="995"/>
                  </a:lnTo>
                  <a:lnTo>
                    <a:pt x="992" y="1082"/>
                  </a:lnTo>
                  <a:lnTo>
                    <a:pt x="751" y="1174"/>
                  </a:lnTo>
                  <a:lnTo>
                    <a:pt x="571" y="1266"/>
                  </a:lnTo>
                  <a:lnTo>
                    <a:pt x="391" y="1357"/>
                  </a:lnTo>
                  <a:lnTo>
                    <a:pt x="271" y="1449"/>
                  </a:lnTo>
                  <a:lnTo>
                    <a:pt x="151" y="1541"/>
                  </a:lnTo>
                  <a:lnTo>
                    <a:pt x="91" y="1638"/>
                  </a:lnTo>
                  <a:lnTo>
                    <a:pt x="31" y="1735"/>
                  </a:lnTo>
                  <a:lnTo>
                    <a:pt x="1" y="1832"/>
                  </a:lnTo>
                  <a:lnTo>
                    <a:pt x="1" y="1924"/>
                  </a:lnTo>
                  <a:lnTo>
                    <a:pt x="31" y="2021"/>
                  </a:lnTo>
                  <a:lnTo>
                    <a:pt x="91" y="2117"/>
                  </a:lnTo>
                  <a:lnTo>
                    <a:pt x="151" y="2214"/>
                  </a:lnTo>
                  <a:lnTo>
                    <a:pt x="271" y="2311"/>
                  </a:lnTo>
                  <a:lnTo>
                    <a:pt x="391" y="2408"/>
                  </a:lnTo>
                  <a:lnTo>
                    <a:pt x="511" y="2500"/>
                  </a:lnTo>
                  <a:lnTo>
                    <a:pt x="691" y="2597"/>
                  </a:lnTo>
                  <a:lnTo>
                    <a:pt x="872" y="2689"/>
                  </a:lnTo>
                  <a:lnTo>
                    <a:pt x="1082" y="2781"/>
                  </a:lnTo>
                  <a:lnTo>
                    <a:pt x="1292" y="2867"/>
                  </a:lnTo>
                  <a:lnTo>
                    <a:pt x="1532" y="2959"/>
                  </a:lnTo>
                  <a:lnTo>
                    <a:pt x="1803" y="3041"/>
                  </a:lnTo>
                  <a:lnTo>
                    <a:pt x="2073" y="3127"/>
                  </a:lnTo>
                  <a:lnTo>
                    <a:pt x="2373" y="3209"/>
                  </a:lnTo>
                  <a:lnTo>
                    <a:pt x="2674" y="3291"/>
                  </a:lnTo>
                  <a:lnTo>
                    <a:pt x="3004" y="3367"/>
                  </a:lnTo>
                  <a:lnTo>
                    <a:pt x="3334" y="3444"/>
                  </a:lnTo>
                  <a:lnTo>
                    <a:pt x="20454" y="3444"/>
                  </a:lnTo>
                  <a:lnTo>
                    <a:pt x="21295" y="3433"/>
                  </a:lnTo>
                  <a:lnTo>
                    <a:pt x="22106" y="3428"/>
                  </a:lnTo>
                  <a:lnTo>
                    <a:pt x="22887" y="3433"/>
                  </a:lnTo>
                  <a:lnTo>
                    <a:pt x="23668" y="3444"/>
                  </a:lnTo>
                  <a:lnTo>
                    <a:pt x="24449" y="3459"/>
                  </a:lnTo>
                  <a:lnTo>
                    <a:pt x="25230" y="3474"/>
                  </a:lnTo>
                  <a:lnTo>
                    <a:pt x="25981" y="3500"/>
                  </a:lnTo>
                  <a:lnTo>
                    <a:pt x="26731" y="3530"/>
                  </a:lnTo>
                  <a:lnTo>
                    <a:pt x="27422" y="3566"/>
                  </a:lnTo>
                  <a:lnTo>
                    <a:pt x="28113" y="3602"/>
                  </a:lnTo>
                  <a:lnTo>
                    <a:pt x="28774" y="3643"/>
                  </a:lnTo>
                  <a:lnTo>
                    <a:pt x="29435" y="3688"/>
                  </a:lnTo>
                  <a:lnTo>
                    <a:pt x="30005" y="3739"/>
                  </a:lnTo>
                  <a:lnTo>
                    <a:pt x="30576" y="3790"/>
                  </a:lnTo>
                  <a:lnTo>
                    <a:pt x="31117" y="3847"/>
                  </a:lnTo>
                  <a:lnTo>
                    <a:pt x="31567" y="3908"/>
                  </a:lnTo>
                  <a:lnTo>
                    <a:pt x="32018" y="3969"/>
                  </a:lnTo>
                  <a:lnTo>
                    <a:pt x="32378" y="4030"/>
                  </a:lnTo>
                  <a:lnTo>
                    <a:pt x="32798" y="4112"/>
                  </a:lnTo>
                  <a:lnTo>
                    <a:pt x="36102" y="4112"/>
                  </a:lnTo>
                  <a:lnTo>
                    <a:pt x="36883" y="4107"/>
                  </a:lnTo>
                  <a:lnTo>
                    <a:pt x="37664" y="4102"/>
                  </a:lnTo>
                  <a:lnTo>
                    <a:pt x="38415" y="4091"/>
                  </a:lnTo>
                  <a:lnTo>
                    <a:pt x="39166" y="4076"/>
                  </a:lnTo>
                  <a:lnTo>
                    <a:pt x="39917" y="4061"/>
                  </a:lnTo>
                  <a:lnTo>
                    <a:pt x="40638" y="4035"/>
                  </a:lnTo>
                  <a:lnTo>
                    <a:pt x="41358" y="4010"/>
                  </a:lnTo>
                  <a:lnTo>
                    <a:pt x="42019" y="3984"/>
                  </a:lnTo>
                  <a:lnTo>
                    <a:pt x="42680" y="3949"/>
                  </a:lnTo>
                  <a:lnTo>
                    <a:pt x="43311" y="3913"/>
                  </a:lnTo>
                  <a:lnTo>
                    <a:pt x="43911" y="3877"/>
                  </a:lnTo>
                  <a:lnTo>
                    <a:pt x="44482" y="3836"/>
                  </a:lnTo>
                  <a:lnTo>
                    <a:pt x="44993" y="3796"/>
                  </a:lnTo>
                  <a:lnTo>
                    <a:pt x="45473" y="3750"/>
                  </a:lnTo>
                  <a:lnTo>
                    <a:pt x="45894" y="3699"/>
                  </a:lnTo>
                  <a:lnTo>
                    <a:pt x="46254" y="3653"/>
                  </a:lnTo>
                  <a:lnTo>
                    <a:pt x="46675" y="3586"/>
                  </a:lnTo>
                  <a:lnTo>
                    <a:pt x="47065" y="3525"/>
                  </a:lnTo>
                  <a:lnTo>
                    <a:pt x="47425" y="3459"/>
                  </a:lnTo>
                  <a:lnTo>
                    <a:pt x="47756" y="3388"/>
                  </a:lnTo>
                  <a:lnTo>
                    <a:pt x="48086" y="3316"/>
                  </a:lnTo>
                  <a:lnTo>
                    <a:pt x="48386" y="3245"/>
                  </a:lnTo>
                  <a:lnTo>
                    <a:pt x="48687" y="3168"/>
                  </a:lnTo>
                  <a:lnTo>
                    <a:pt x="48927" y="3092"/>
                  </a:lnTo>
                  <a:lnTo>
                    <a:pt x="49167" y="3015"/>
                  </a:lnTo>
                  <a:lnTo>
                    <a:pt x="49378" y="2934"/>
                  </a:lnTo>
                  <a:lnTo>
                    <a:pt x="49588" y="2852"/>
                  </a:lnTo>
                  <a:lnTo>
                    <a:pt x="49738" y="2765"/>
                  </a:lnTo>
                  <a:lnTo>
                    <a:pt x="49888" y="2679"/>
                  </a:lnTo>
                  <a:lnTo>
                    <a:pt x="50008" y="2592"/>
                  </a:lnTo>
                  <a:lnTo>
                    <a:pt x="50098" y="2500"/>
                  </a:lnTo>
                  <a:lnTo>
                    <a:pt x="50189" y="2413"/>
                  </a:lnTo>
                  <a:lnTo>
                    <a:pt x="50219" y="2322"/>
                  </a:lnTo>
                  <a:lnTo>
                    <a:pt x="50249" y="2225"/>
                  </a:lnTo>
                  <a:lnTo>
                    <a:pt x="50249" y="2128"/>
                  </a:lnTo>
                  <a:lnTo>
                    <a:pt x="50219" y="2031"/>
                  </a:lnTo>
                  <a:lnTo>
                    <a:pt x="50159" y="1934"/>
                  </a:lnTo>
                  <a:lnTo>
                    <a:pt x="50068" y="1837"/>
                  </a:lnTo>
                  <a:lnTo>
                    <a:pt x="49948" y="1735"/>
                  </a:lnTo>
                  <a:lnTo>
                    <a:pt x="49828" y="1633"/>
                  </a:lnTo>
                  <a:lnTo>
                    <a:pt x="49648" y="1531"/>
                  </a:lnTo>
                  <a:lnTo>
                    <a:pt x="49468" y="1424"/>
                  </a:lnTo>
                  <a:lnTo>
                    <a:pt x="49227" y="1322"/>
                  </a:lnTo>
                  <a:lnTo>
                    <a:pt x="48987" y="1215"/>
                  </a:lnTo>
                  <a:lnTo>
                    <a:pt x="48717" y="1108"/>
                  </a:lnTo>
                  <a:lnTo>
                    <a:pt x="48417" y="1000"/>
                  </a:lnTo>
                  <a:lnTo>
                    <a:pt x="48056" y="893"/>
                  </a:lnTo>
                  <a:lnTo>
                    <a:pt x="47696" y="781"/>
                  </a:lnTo>
                  <a:lnTo>
                    <a:pt x="47335" y="684"/>
                  </a:lnTo>
                  <a:lnTo>
                    <a:pt x="46915" y="592"/>
                  </a:lnTo>
                  <a:lnTo>
                    <a:pt x="46464" y="511"/>
                  </a:lnTo>
                  <a:lnTo>
                    <a:pt x="45984" y="434"/>
                  </a:lnTo>
                  <a:lnTo>
                    <a:pt x="45443" y="363"/>
                  </a:lnTo>
                  <a:lnTo>
                    <a:pt x="44902" y="297"/>
                  </a:lnTo>
                  <a:lnTo>
                    <a:pt x="44302" y="240"/>
                  </a:lnTo>
                  <a:lnTo>
                    <a:pt x="43701" y="189"/>
                  </a:lnTo>
                  <a:lnTo>
                    <a:pt x="43070" y="144"/>
                  </a:lnTo>
                  <a:lnTo>
                    <a:pt x="42410" y="108"/>
                  </a:lnTo>
                  <a:lnTo>
                    <a:pt x="41719" y="77"/>
                  </a:lnTo>
                  <a:lnTo>
                    <a:pt x="41028" y="47"/>
                  </a:lnTo>
                  <a:lnTo>
                    <a:pt x="40337" y="26"/>
                  </a:lnTo>
                  <a:lnTo>
                    <a:pt x="39616" y="16"/>
                  </a:lnTo>
                  <a:lnTo>
                    <a:pt x="38896" y="6"/>
                  </a:lnTo>
                  <a:lnTo>
                    <a:pt x="38145"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90"/>
            <p:cNvSpPr/>
            <p:nvPr/>
          </p:nvSpPr>
          <p:spPr>
            <a:xfrm flipH="1">
              <a:off x="5295889" y="2347725"/>
              <a:ext cx="1294665" cy="624664"/>
            </a:xfrm>
            <a:custGeom>
              <a:avLst/>
              <a:gdLst/>
              <a:ahLst/>
              <a:cxnLst/>
              <a:rect l="l" t="t" r="r" b="b"/>
              <a:pathLst>
                <a:path w="50249" h="4112" fill="none" extrusionOk="0">
                  <a:moveTo>
                    <a:pt x="38145" y="1"/>
                  </a:moveTo>
                  <a:lnTo>
                    <a:pt x="38145" y="1"/>
                  </a:lnTo>
                  <a:lnTo>
                    <a:pt x="38896" y="6"/>
                  </a:lnTo>
                  <a:lnTo>
                    <a:pt x="39616" y="16"/>
                  </a:lnTo>
                  <a:lnTo>
                    <a:pt x="40337" y="26"/>
                  </a:lnTo>
                  <a:lnTo>
                    <a:pt x="41028" y="47"/>
                  </a:lnTo>
                  <a:lnTo>
                    <a:pt x="41719" y="77"/>
                  </a:lnTo>
                  <a:lnTo>
                    <a:pt x="42410" y="108"/>
                  </a:lnTo>
                  <a:lnTo>
                    <a:pt x="43070" y="144"/>
                  </a:lnTo>
                  <a:lnTo>
                    <a:pt x="43701" y="189"/>
                  </a:lnTo>
                  <a:lnTo>
                    <a:pt x="44302" y="240"/>
                  </a:lnTo>
                  <a:lnTo>
                    <a:pt x="44902" y="297"/>
                  </a:lnTo>
                  <a:lnTo>
                    <a:pt x="45443" y="363"/>
                  </a:lnTo>
                  <a:lnTo>
                    <a:pt x="45984" y="434"/>
                  </a:lnTo>
                  <a:lnTo>
                    <a:pt x="46464" y="511"/>
                  </a:lnTo>
                  <a:lnTo>
                    <a:pt x="46915" y="592"/>
                  </a:lnTo>
                  <a:lnTo>
                    <a:pt x="47335" y="684"/>
                  </a:lnTo>
                  <a:lnTo>
                    <a:pt x="47696" y="781"/>
                  </a:lnTo>
                  <a:lnTo>
                    <a:pt x="47696" y="781"/>
                  </a:lnTo>
                  <a:lnTo>
                    <a:pt x="48056" y="893"/>
                  </a:lnTo>
                  <a:lnTo>
                    <a:pt x="48417" y="1000"/>
                  </a:lnTo>
                  <a:lnTo>
                    <a:pt x="48717" y="1108"/>
                  </a:lnTo>
                  <a:lnTo>
                    <a:pt x="48987" y="1215"/>
                  </a:lnTo>
                  <a:lnTo>
                    <a:pt x="49227" y="1322"/>
                  </a:lnTo>
                  <a:lnTo>
                    <a:pt x="49468" y="1424"/>
                  </a:lnTo>
                  <a:lnTo>
                    <a:pt x="49648" y="1531"/>
                  </a:lnTo>
                  <a:lnTo>
                    <a:pt x="49828" y="1633"/>
                  </a:lnTo>
                  <a:lnTo>
                    <a:pt x="49948" y="1735"/>
                  </a:lnTo>
                  <a:lnTo>
                    <a:pt x="50068" y="1837"/>
                  </a:lnTo>
                  <a:lnTo>
                    <a:pt x="50159" y="1934"/>
                  </a:lnTo>
                  <a:lnTo>
                    <a:pt x="50219" y="2031"/>
                  </a:lnTo>
                  <a:lnTo>
                    <a:pt x="50249" y="2128"/>
                  </a:lnTo>
                  <a:lnTo>
                    <a:pt x="50249" y="2225"/>
                  </a:lnTo>
                  <a:lnTo>
                    <a:pt x="50219" y="2322"/>
                  </a:lnTo>
                  <a:lnTo>
                    <a:pt x="50189" y="2413"/>
                  </a:lnTo>
                  <a:lnTo>
                    <a:pt x="50098" y="2500"/>
                  </a:lnTo>
                  <a:lnTo>
                    <a:pt x="50008" y="2592"/>
                  </a:lnTo>
                  <a:lnTo>
                    <a:pt x="49888" y="2679"/>
                  </a:lnTo>
                  <a:lnTo>
                    <a:pt x="49738" y="2765"/>
                  </a:lnTo>
                  <a:lnTo>
                    <a:pt x="49588" y="2852"/>
                  </a:lnTo>
                  <a:lnTo>
                    <a:pt x="49378" y="2934"/>
                  </a:lnTo>
                  <a:lnTo>
                    <a:pt x="49167" y="3015"/>
                  </a:lnTo>
                  <a:lnTo>
                    <a:pt x="48927" y="3092"/>
                  </a:lnTo>
                  <a:lnTo>
                    <a:pt x="48687" y="3168"/>
                  </a:lnTo>
                  <a:lnTo>
                    <a:pt x="48386" y="3245"/>
                  </a:lnTo>
                  <a:lnTo>
                    <a:pt x="48086" y="3316"/>
                  </a:lnTo>
                  <a:lnTo>
                    <a:pt x="47756" y="3388"/>
                  </a:lnTo>
                  <a:lnTo>
                    <a:pt x="47425" y="3459"/>
                  </a:lnTo>
                  <a:lnTo>
                    <a:pt x="47065" y="3525"/>
                  </a:lnTo>
                  <a:lnTo>
                    <a:pt x="46675" y="3586"/>
                  </a:lnTo>
                  <a:lnTo>
                    <a:pt x="46254" y="3653"/>
                  </a:lnTo>
                  <a:lnTo>
                    <a:pt x="46254" y="3653"/>
                  </a:lnTo>
                  <a:lnTo>
                    <a:pt x="45894" y="3699"/>
                  </a:lnTo>
                  <a:lnTo>
                    <a:pt x="45473" y="3750"/>
                  </a:lnTo>
                  <a:lnTo>
                    <a:pt x="44993" y="3796"/>
                  </a:lnTo>
                  <a:lnTo>
                    <a:pt x="44482" y="3836"/>
                  </a:lnTo>
                  <a:lnTo>
                    <a:pt x="43911" y="3877"/>
                  </a:lnTo>
                  <a:lnTo>
                    <a:pt x="43311" y="3913"/>
                  </a:lnTo>
                  <a:lnTo>
                    <a:pt x="42680" y="3949"/>
                  </a:lnTo>
                  <a:lnTo>
                    <a:pt x="42019" y="3984"/>
                  </a:lnTo>
                  <a:lnTo>
                    <a:pt x="41358" y="4010"/>
                  </a:lnTo>
                  <a:lnTo>
                    <a:pt x="40638" y="4035"/>
                  </a:lnTo>
                  <a:lnTo>
                    <a:pt x="39917" y="4061"/>
                  </a:lnTo>
                  <a:lnTo>
                    <a:pt x="39166" y="4076"/>
                  </a:lnTo>
                  <a:lnTo>
                    <a:pt x="38415" y="4091"/>
                  </a:lnTo>
                  <a:lnTo>
                    <a:pt x="37664" y="4102"/>
                  </a:lnTo>
                  <a:lnTo>
                    <a:pt x="36883" y="4107"/>
                  </a:lnTo>
                  <a:lnTo>
                    <a:pt x="36102" y="4112"/>
                  </a:lnTo>
                  <a:lnTo>
                    <a:pt x="32798" y="4112"/>
                  </a:lnTo>
                  <a:lnTo>
                    <a:pt x="32798" y="4112"/>
                  </a:lnTo>
                  <a:lnTo>
                    <a:pt x="32378" y="4030"/>
                  </a:lnTo>
                  <a:lnTo>
                    <a:pt x="32378" y="4030"/>
                  </a:lnTo>
                  <a:lnTo>
                    <a:pt x="32018" y="3969"/>
                  </a:lnTo>
                  <a:lnTo>
                    <a:pt x="31567" y="3908"/>
                  </a:lnTo>
                  <a:lnTo>
                    <a:pt x="31117" y="3847"/>
                  </a:lnTo>
                  <a:lnTo>
                    <a:pt x="30576" y="3790"/>
                  </a:lnTo>
                  <a:lnTo>
                    <a:pt x="30005" y="3739"/>
                  </a:lnTo>
                  <a:lnTo>
                    <a:pt x="29435" y="3688"/>
                  </a:lnTo>
                  <a:lnTo>
                    <a:pt x="28774" y="3643"/>
                  </a:lnTo>
                  <a:lnTo>
                    <a:pt x="28113" y="3602"/>
                  </a:lnTo>
                  <a:lnTo>
                    <a:pt x="27422" y="3566"/>
                  </a:lnTo>
                  <a:lnTo>
                    <a:pt x="26731" y="3530"/>
                  </a:lnTo>
                  <a:lnTo>
                    <a:pt x="25981" y="3500"/>
                  </a:lnTo>
                  <a:lnTo>
                    <a:pt x="25230" y="3474"/>
                  </a:lnTo>
                  <a:lnTo>
                    <a:pt x="24449" y="3459"/>
                  </a:lnTo>
                  <a:lnTo>
                    <a:pt x="23668" y="3444"/>
                  </a:lnTo>
                  <a:lnTo>
                    <a:pt x="22887" y="3433"/>
                  </a:lnTo>
                  <a:lnTo>
                    <a:pt x="22106" y="3428"/>
                  </a:lnTo>
                  <a:lnTo>
                    <a:pt x="22106" y="3428"/>
                  </a:lnTo>
                  <a:lnTo>
                    <a:pt x="21295" y="3433"/>
                  </a:lnTo>
                  <a:lnTo>
                    <a:pt x="20454" y="3444"/>
                  </a:lnTo>
                  <a:lnTo>
                    <a:pt x="3334" y="3444"/>
                  </a:lnTo>
                  <a:lnTo>
                    <a:pt x="3334" y="3444"/>
                  </a:lnTo>
                  <a:lnTo>
                    <a:pt x="3004" y="3367"/>
                  </a:lnTo>
                  <a:lnTo>
                    <a:pt x="2674" y="3291"/>
                  </a:lnTo>
                  <a:lnTo>
                    <a:pt x="2373" y="3209"/>
                  </a:lnTo>
                  <a:lnTo>
                    <a:pt x="2073" y="3127"/>
                  </a:lnTo>
                  <a:lnTo>
                    <a:pt x="1803" y="3041"/>
                  </a:lnTo>
                  <a:lnTo>
                    <a:pt x="1532" y="2959"/>
                  </a:lnTo>
                  <a:lnTo>
                    <a:pt x="1292" y="2867"/>
                  </a:lnTo>
                  <a:lnTo>
                    <a:pt x="1082" y="2781"/>
                  </a:lnTo>
                  <a:lnTo>
                    <a:pt x="872" y="2689"/>
                  </a:lnTo>
                  <a:lnTo>
                    <a:pt x="691" y="2597"/>
                  </a:lnTo>
                  <a:lnTo>
                    <a:pt x="511" y="2500"/>
                  </a:lnTo>
                  <a:lnTo>
                    <a:pt x="391" y="2408"/>
                  </a:lnTo>
                  <a:lnTo>
                    <a:pt x="271" y="2311"/>
                  </a:lnTo>
                  <a:lnTo>
                    <a:pt x="151" y="2214"/>
                  </a:lnTo>
                  <a:lnTo>
                    <a:pt x="91" y="2117"/>
                  </a:lnTo>
                  <a:lnTo>
                    <a:pt x="31" y="2021"/>
                  </a:lnTo>
                  <a:lnTo>
                    <a:pt x="1" y="1924"/>
                  </a:lnTo>
                  <a:lnTo>
                    <a:pt x="1" y="1832"/>
                  </a:lnTo>
                  <a:lnTo>
                    <a:pt x="31" y="1735"/>
                  </a:lnTo>
                  <a:lnTo>
                    <a:pt x="91" y="1638"/>
                  </a:lnTo>
                  <a:lnTo>
                    <a:pt x="151" y="1541"/>
                  </a:lnTo>
                  <a:lnTo>
                    <a:pt x="271" y="1449"/>
                  </a:lnTo>
                  <a:lnTo>
                    <a:pt x="391" y="1357"/>
                  </a:lnTo>
                  <a:lnTo>
                    <a:pt x="571" y="1266"/>
                  </a:lnTo>
                  <a:lnTo>
                    <a:pt x="751" y="1174"/>
                  </a:lnTo>
                  <a:lnTo>
                    <a:pt x="992" y="1082"/>
                  </a:lnTo>
                  <a:lnTo>
                    <a:pt x="1232" y="995"/>
                  </a:lnTo>
                  <a:lnTo>
                    <a:pt x="1532" y="909"/>
                  </a:lnTo>
                  <a:lnTo>
                    <a:pt x="1833" y="827"/>
                  </a:lnTo>
                  <a:lnTo>
                    <a:pt x="2193" y="745"/>
                  </a:lnTo>
                  <a:lnTo>
                    <a:pt x="2584" y="664"/>
                  </a:lnTo>
                  <a:lnTo>
                    <a:pt x="3004" y="587"/>
                  </a:lnTo>
                  <a:lnTo>
                    <a:pt x="3004" y="587"/>
                  </a:lnTo>
                  <a:lnTo>
                    <a:pt x="3364" y="526"/>
                  </a:lnTo>
                  <a:lnTo>
                    <a:pt x="3815" y="470"/>
                  </a:lnTo>
                  <a:lnTo>
                    <a:pt x="4296" y="414"/>
                  </a:lnTo>
                  <a:lnTo>
                    <a:pt x="4806" y="358"/>
                  </a:lnTo>
                  <a:lnTo>
                    <a:pt x="5377" y="307"/>
                  </a:lnTo>
                  <a:lnTo>
                    <a:pt x="5978" y="261"/>
                  </a:lnTo>
                  <a:lnTo>
                    <a:pt x="6608" y="215"/>
                  </a:lnTo>
                  <a:lnTo>
                    <a:pt x="7269" y="174"/>
                  </a:lnTo>
                  <a:lnTo>
                    <a:pt x="7960" y="138"/>
                  </a:lnTo>
                  <a:lnTo>
                    <a:pt x="8681" y="103"/>
                  </a:lnTo>
                  <a:lnTo>
                    <a:pt x="9401" y="72"/>
                  </a:lnTo>
                  <a:lnTo>
                    <a:pt x="10182" y="52"/>
                  </a:lnTo>
                  <a:lnTo>
                    <a:pt x="10933" y="31"/>
                  </a:lnTo>
                  <a:lnTo>
                    <a:pt x="11714" y="16"/>
                  </a:lnTo>
                  <a:lnTo>
                    <a:pt x="12525" y="6"/>
                  </a:lnTo>
                  <a:lnTo>
                    <a:pt x="13306" y="6"/>
                  </a:lnTo>
                  <a:lnTo>
                    <a:pt x="13306" y="6"/>
                  </a:lnTo>
                  <a:lnTo>
                    <a:pt x="14117" y="6"/>
                  </a:lnTo>
                  <a:lnTo>
                    <a:pt x="14928" y="16"/>
                  </a:lnTo>
                  <a:lnTo>
                    <a:pt x="36493" y="16"/>
                  </a:lnTo>
                  <a:lnTo>
                    <a:pt x="36493" y="16"/>
                  </a:lnTo>
                  <a:lnTo>
                    <a:pt x="37334" y="6"/>
                  </a:lnTo>
                  <a:lnTo>
                    <a:pt x="3814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90"/>
            <p:cNvSpPr/>
            <p:nvPr/>
          </p:nvSpPr>
          <p:spPr>
            <a:xfrm flipH="1">
              <a:off x="5678912" y="2868483"/>
              <a:ext cx="2650446" cy="650186"/>
            </a:xfrm>
            <a:custGeom>
              <a:avLst/>
              <a:gdLst/>
              <a:ahLst/>
              <a:cxnLst/>
              <a:rect l="l" t="t" r="r" b="b"/>
              <a:pathLst>
                <a:path w="102870" h="4280" extrusionOk="0">
                  <a:moveTo>
                    <a:pt x="12075" y="0"/>
                  </a:moveTo>
                  <a:lnTo>
                    <a:pt x="11324" y="5"/>
                  </a:lnTo>
                  <a:lnTo>
                    <a:pt x="10603" y="11"/>
                  </a:lnTo>
                  <a:lnTo>
                    <a:pt x="9912" y="26"/>
                  </a:lnTo>
                  <a:lnTo>
                    <a:pt x="9191" y="46"/>
                  </a:lnTo>
                  <a:lnTo>
                    <a:pt x="8501" y="72"/>
                  </a:lnTo>
                  <a:lnTo>
                    <a:pt x="7840" y="107"/>
                  </a:lnTo>
                  <a:lnTo>
                    <a:pt x="7179" y="143"/>
                  </a:lnTo>
                  <a:lnTo>
                    <a:pt x="6548" y="189"/>
                  </a:lnTo>
                  <a:lnTo>
                    <a:pt x="5918" y="245"/>
                  </a:lnTo>
                  <a:lnTo>
                    <a:pt x="5347" y="301"/>
                  </a:lnTo>
                  <a:lnTo>
                    <a:pt x="4806" y="368"/>
                  </a:lnTo>
                  <a:lnTo>
                    <a:pt x="4266" y="444"/>
                  </a:lnTo>
                  <a:lnTo>
                    <a:pt x="3785" y="521"/>
                  </a:lnTo>
                  <a:lnTo>
                    <a:pt x="3335" y="607"/>
                  </a:lnTo>
                  <a:lnTo>
                    <a:pt x="2914" y="704"/>
                  </a:lnTo>
                  <a:lnTo>
                    <a:pt x="2554" y="806"/>
                  </a:lnTo>
                  <a:lnTo>
                    <a:pt x="2193" y="924"/>
                  </a:lnTo>
                  <a:lnTo>
                    <a:pt x="1863" y="1036"/>
                  </a:lnTo>
                  <a:lnTo>
                    <a:pt x="1532" y="1153"/>
                  </a:lnTo>
                  <a:lnTo>
                    <a:pt x="1262" y="1265"/>
                  </a:lnTo>
                  <a:lnTo>
                    <a:pt x="1022" y="1378"/>
                  </a:lnTo>
                  <a:lnTo>
                    <a:pt x="782" y="1485"/>
                  </a:lnTo>
                  <a:lnTo>
                    <a:pt x="601" y="1597"/>
                  </a:lnTo>
                  <a:lnTo>
                    <a:pt x="451" y="1704"/>
                  </a:lnTo>
                  <a:lnTo>
                    <a:pt x="301" y="1811"/>
                  </a:lnTo>
                  <a:lnTo>
                    <a:pt x="181" y="1913"/>
                  </a:lnTo>
                  <a:lnTo>
                    <a:pt x="121" y="2020"/>
                  </a:lnTo>
                  <a:lnTo>
                    <a:pt x="61" y="2122"/>
                  </a:lnTo>
                  <a:lnTo>
                    <a:pt x="31" y="2224"/>
                  </a:lnTo>
                  <a:lnTo>
                    <a:pt x="1" y="2321"/>
                  </a:lnTo>
                  <a:lnTo>
                    <a:pt x="31" y="2418"/>
                  </a:lnTo>
                  <a:lnTo>
                    <a:pt x="91" y="2515"/>
                  </a:lnTo>
                  <a:lnTo>
                    <a:pt x="151" y="2612"/>
                  </a:lnTo>
                  <a:lnTo>
                    <a:pt x="241" y="2704"/>
                  </a:lnTo>
                  <a:lnTo>
                    <a:pt x="361" y="2796"/>
                  </a:lnTo>
                  <a:lnTo>
                    <a:pt x="511" y="2882"/>
                  </a:lnTo>
                  <a:lnTo>
                    <a:pt x="661" y="2974"/>
                  </a:lnTo>
                  <a:lnTo>
                    <a:pt x="872" y="3061"/>
                  </a:lnTo>
                  <a:lnTo>
                    <a:pt x="1082" y="3142"/>
                  </a:lnTo>
                  <a:lnTo>
                    <a:pt x="1322" y="3224"/>
                  </a:lnTo>
                  <a:lnTo>
                    <a:pt x="1562" y="3306"/>
                  </a:lnTo>
                  <a:lnTo>
                    <a:pt x="1863" y="3382"/>
                  </a:lnTo>
                  <a:lnTo>
                    <a:pt x="2163" y="3459"/>
                  </a:lnTo>
                  <a:lnTo>
                    <a:pt x="2494" y="3535"/>
                  </a:lnTo>
                  <a:lnTo>
                    <a:pt x="2824" y="3607"/>
                  </a:lnTo>
                  <a:lnTo>
                    <a:pt x="3184" y="3678"/>
                  </a:lnTo>
                  <a:lnTo>
                    <a:pt x="3575" y="3744"/>
                  </a:lnTo>
                  <a:lnTo>
                    <a:pt x="3995" y="3811"/>
                  </a:lnTo>
                  <a:lnTo>
                    <a:pt x="4326" y="3856"/>
                  </a:lnTo>
                  <a:lnTo>
                    <a:pt x="4686" y="3902"/>
                  </a:lnTo>
                  <a:lnTo>
                    <a:pt x="5077" y="3948"/>
                  </a:lnTo>
                  <a:lnTo>
                    <a:pt x="5527" y="3989"/>
                  </a:lnTo>
                  <a:lnTo>
                    <a:pt x="5978" y="4030"/>
                  </a:lnTo>
                  <a:lnTo>
                    <a:pt x="6488" y="4071"/>
                  </a:lnTo>
                  <a:lnTo>
                    <a:pt x="6999" y="4106"/>
                  </a:lnTo>
                  <a:lnTo>
                    <a:pt x="7569" y="4137"/>
                  </a:lnTo>
                  <a:lnTo>
                    <a:pt x="8140" y="4168"/>
                  </a:lnTo>
                  <a:lnTo>
                    <a:pt x="8711" y="4198"/>
                  </a:lnTo>
                  <a:lnTo>
                    <a:pt x="9341" y="4219"/>
                  </a:lnTo>
                  <a:lnTo>
                    <a:pt x="9972" y="4239"/>
                  </a:lnTo>
                  <a:lnTo>
                    <a:pt x="10603" y="4259"/>
                  </a:lnTo>
                  <a:lnTo>
                    <a:pt x="11264" y="4270"/>
                  </a:lnTo>
                  <a:lnTo>
                    <a:pt x="11924" y="4275"/>
                  </a:lnTo>
                  <a:lnTo>
                    <a:pt x="12585" y="4280"/>
                  </a:lnTo>
                  <a:lnTo>
                    <a:pt x="13366" y="4275"/>
                  </a:lnTo>
                  <a:lnTo>
                    <a:pt x="14147" y="4264"/>
                  </a:lnTo>
                  <a:lnTo>
                    <a:pt x="38145" y="4264"/>
                  </a:lnTo>
                  <a:lnTo>
                    <a:pt x="38505" y="4183"/>
                  </a:lnTo>
                  <a:lnTo>
                    <a:pt x="38926" y="4101"/>
                  </a:lnTo>
                  <a:lnTo>
                    <a:pt x="39346" y="4025"/>
                  </a:lnTo>
                  <a:lnTo>
                    <a:pt x="39797" y="3948"/>
                  </a:lnTo>
                  <a:lnTo>
                    <a:pt x="40187" y="3897"/>
                  </a:lnTo>
                  <a:lnTo>
                    <a:pt x="40608" y="3846"/>
                  </a:lnTo>
                  <a:lnTo>
                    <a:pt x="41088" y="3800"/>
                  </a:lnTo>
                  <a:lnTo>
                    <a:pt x="41599" y="3754"/>
                  </a:lnTo>
                  <a:lnTo>
                    <a:pt x="42169" y="3709"/>
                  </a:lnTo>
                  <a:lnTo>
                    <a:pt x="42770" y="3673"/>
                  </a:lnTo>
                  <a:lnTo>
                    <a:pt x="43371" y="3637"/>
                  </a:lnTo>
                  <a:lnTo>
                    <a:pt x="44032" y="3601"/>
                  </a:lnTo>
                  <a:lnTo>
                    <a:pt x="44722" y="3571"/>
                  </a:lnTo>
                  <a:lnTo>
                    <a:pt x="45443" y="3545"/>
                  </a:lnTo>
                  <a:lnTo>
                    <a:pt x="46164" y="3525"/>
                  </a:lnTo>
                  <a:lnTo>
                    <a:pt x="46915" y="3504"/>
                  </a:lnTo>
                  <a:lnTo>
                    <a:pt x="47666" y="3489"/>
                  </a:lnTo>
                  <a:lnTo>
                    <a:pt x="48417" y="3479"/>
                  </a:lnTo>
                  <a:lnTo>
                    <a:pt x="49198" y="3474"/>
                  </a:lnTo>
                  <a:lnTo>
                    <a:pt x="49948" y="3469"/>
                  </a:lnTo>
                  <a:lnTo>
                    <a:pt x="99085" y="3469"/>
                  </a:lnTo>
                  <a:lnTo>
                    <a:pt x="100016" y="3474"/>
                  </a:lnTo>
                  <a:lnTo>
                    <a:pt x="100587" y="3321"/>
                  </a:lnTo>
                  <a:lnTo>
                    <a:pt x="101127" y="3158"/>
                  </a:lnTo>
                  <a:lnTo>
                    <a:pt x="101578" y="2984"/>
                  </a:lnTo>
                  <a:lnTo>
                    <a:pt x="101968" y="2811"/>
                  </a:lnTo>
                  <a:lnTo>
                    <a:pt x="102149" y="2724"/>
                  </a:lnTo>
                  <a:lnTo>
                    <a:pt x="102299" y="2632"/>
                  </a:lnTo>
                  <a:lnTo>
                    <a:pt x="102449" y="2540"/>
                  </a:lnTo>
                  <a:lnTo>
                    <a:pt x="102569" y="2449"/>
                  </a:lnTo>
                  <a:lnTo>
                    <a:pt x="102659" y="2357"/>
                  </a:lnTo>
                  <a:lnTo>
                    <a:pt x="102749" y="2265"/>
                  </a:lnTo>
                  <a:lnTo>
                    <a:pt x="102809" y="2173"/>
                  </a:lnTo>
                  <a:lnTo>
                    <a:pt x="102839" y="2081"/>
                  </a:lnTo>
                  <a:lnTo>
                    <a:pt x="102869" y="1990"/>
                  </a:lnTo>
                  <a:lnTo>
                    <a:pt x="102869" y="1893"/>
                  </a:lnTo>
                  <a:lnTo>
                    <a:pt x="102839" y="1801"/>
                  </a:lnTo>
                  <a:lnTo>
                    <a:pt x="102779" y="1709"/>
                  </a:lnTo>
                  <a:lnTo>
                    <a:pt x="102719" y="1617"/>
                  </a:lnTo>
                  <a:lnTo>
                    <a:pt x="102629" y="1525"/>
                  </a:lnTo>
                  <a:lnTo>
                    <a:pt x="102509" y="1439"/>
                  </a:lnTo>
                  <a:lnTo>
                    <a:pt x="102359" y="1347"/>
                  </a:lnTo>
                  <a:lnTo>
                    <a:pt x="102209" y="1260"/>
                  </a:lnTo>
                  <a:lnTo>
                    <a:pt x="101998" y="1173"/>
                  </a:lnTo>
                  <a:lnTo>
                    <a:pt x="101788" y="1087"/>
                  </a:lnTo>
                  <a:lnTo>
                    <a:pt x="101548" y="1005"/>
                  </a:lnTo>
                  <a:lnTo>
                    <a:pt x="101278" y="918"/>
                  </a:lnTo>
                  <a:lnTo>
                    <a:pt x="100977" y="842"/>
                  </a:lnTo>
                  <a:lnTo>
                    <a:pt x="100647" y="760"/>
                  </a:lnTo>
                  <a:lnTo>
                    <a:pt x="100286" y="684"/>
                  </a:lnTo>
                  <a:lnTo>
                    <a:pt x="80464" y="684"/>
                  </a:lnTo>
                  <a:lnTo>
                    <a:pt x="79773" y="674"/>
                  </a:lnTo>
                  <a:lnTo>
                    <a:pt x="79052" y="669"/>
                  </a:lnTo>
                  <a:lnTo>
                    <a:pt x="78361" y="653"/>
                  </a:lnTo>
                  <a:lnTo>
                    <a:pt x="77670" y="638"/>
                  </a:lnTo>
                  <a:lnTo>
                    <a:pt x="76980" y="612"/>
                  </a:lnTo>
                  <a:lnTo>
                    <a:pt x="76319" y="587"/>
                  </a:lnTo>
                  <a:lnTo>
                    <a:pt x="75688" y="556"/>
                  </a:lnTo>
                  <a:lnTo>
                    <a:pt x="75057" y="521"/>
                  </a:lnTo>
                  <a:lnTo>
                    <a:pt x="74457" y="485"/>
                  </a:lnTo>
                  <a:lnTo>
                    <a:pt x="73856" y="439"/>
                  </a:lnTo>
                  <a:lnTo>
                    <a:pt x="73315" y="388"/>
                  </a:lnTo>
                  <a:lnTo>
                    <a:pt x="72775" y="332"/>
                  </a:lnTo>
                  <a:lnTo>
                    <a:pt x="72294" y="271"/>
                  </a:lnTo>
                  <a:lnTo>
                    <a:pt x="71844" y="209"/>
                  </a:lnTo>
                  <a:lnTo>
                    <a:pt x="71423" y="138"/>
                  </a:lnTo>
                  <a:lnTo>
                    <a:pt x="70822" y="16"/>
                  </a:lnTo>
                  <a:lnTo>
                    <a:pt x="13757" y="16"/>
                  </a:lnTo>
                  <a:lnTo>
                    <a:pt x="12916" y="5"/>
                  </a:lnTo>
                  <a:lnTo>
                    <a:pt x="12075" y="0"/>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90"/>
            <p:cNvSpPr/>
            <p:nvPr/>
          </p:nvSpPr>
          <p:spPr>
            <a:xfrm flipH="1">
              <a:off x="5678912" y="2868483"/>
              <a:ext cx="2650446" cy="650186"/>
            </a:xfrm>
            <a:custGeom>
              <a:avLst/>
              <a:gdLst/>
              <a:ahLst/>
              <a:cxnLst/>
              <a:rect l="l" t="t" r="r" b="b"/>
              <a:pathLst>
                <a:path w="102870" h="4280" fill="none" extrusionOk="0">
                  <a:moveTo>
                    <a:pt x="12075" y="0"/>
                  </a:moveTo>
                  <a:lnTo>
                    <a:pt x="12075" y="0"/>
                  </a:lnTo>
                  <a:lnTo>
                    <a:pt x="12916" y="5"/>
                  </a:lnTo>
                  <a:lnTo>
                    <a:pt x="13757" y="16"/>
                  </a:lnTo>
                  <a:lnTo>
                    <a:pt x="70822" y="16"/>
                  </a:lnTo>
                  <a:lnTo>
                    <a:pt x="70822" y="16"/>
                  </a:lnTo>
                  <a:lnTo>
                    <a:pt x="71423" y="138"/>
                  </a:lnTo>
                  <a:lnTo>
                    <a:pt x="71423" y="138"/>
                  </a:lnTo>
                  <a:lnTo>
                    <a:pt x="71844" y="209"/>
                  </a:lnTo>
                  <a:lnTo>
                    <a:pt x="72294" y="271"/>
                  </a:lnTo>
                  <a:lnTo>
                    <a:pt x="72775" y="332"/>
                  </a:lnTo>
                  <a:lnTo>
                    <a:pt x="73315" y="388"/>
                  </a:lnTo>
                  <a:lnTo>
                    <a:pt x="73856" y="439"/>
                  </a:lnTo>
                  <a:lnTo>
                    <a:pt x="74457" y="485"/>
                  </a:lnTo>
                  <a:lnTo>
                    <a:pt x="75057" y="521"/>
                  </a:lnTo>
                  <a:lnTo>
                    <a:pt x="75688" y="556"/>
                  </a:lnTo>
                  <a:lnTo>
                    <a:pt x="76319" y="587"/>
                  </a:lnTo>
                  <a:lnTo>
                    <a:pt x="76980" y="612"/>
                  </a:lnTo>
                  <a:lnTo>
                    <a:pt x="77670" y="638"/>
                  </a:lnTo>
                  <a:lnTo>
                    <a:pt x="78361" y="653"/>
                  </a:lnTo>
                  <a:lnTo>
                    <a:pt x="79052" y="669"/>
                  </a:lnTo>
                  <a:lnTo>
                    <a:pt x="79773" y="674"/>
                  </a:lnTo>
                  <a:lnTo>
                    <a:pt x="80464" y="684"/>
                  </a:lnTo>
                  <a:lnTo>
                    <a:pt x="81154" y="684"/>
                  </a:lnTo>
                  <a:lnTo>
                    <a:pt x="100286" y="684"/>
                  </a:lnTo>
                  <a:lnTo>
                    <a:pt x="100286" y="684"/>
                  </a:lnTo>
                  <a:lnTo>
                    <a:pt x="100647" y="760"/>
                  </a:lnTo>
                  <a:lnTo>
                    <a:pt x="100977" y="842"/>
                  </a:lnTo>
                  <a:lnTo>
                    <a:pt x="101278" y="918"/>
                  </a:lnTo>
                  <a:lnTo>
                    <a:pt x="101548" y="1005"/>
                  </a:lnTo>
                  <a:lnTo>
                    <a:pt x="101788" y="1087"/>
                  </a:lnTo>
                  <a:lnTo>
                    <a:pt x="101998" y="1173"/>
                  </a:lnTo>
                  <a:lnTo>
                    <a:pt x="102209" y="1260"/>
                  </a:lnTo>
                  <a:lnTo>
                    <a:pt x="102359" y="1347"/>
                  </a:lnTo>
                  <a:lnTo>
                    <a:pt x="102509" y="1439"/>
                  </a:lnTo>
                  <a:lnTo>
                    <a:pt x="102629" y="1525"/>
                  </a:lnTo>
                  <a:lnTo>
                    <a:pt x="102719" y="1617"/>
                  </a:lnTo>
                  <a:lnTo>
                    <a:pt x="102779" y="1709"/>
                  </a:lnTo>
                  <a:lnTo>
                    <a:pt x="102839" y="1801"/>
                  </a:lnTo>
                  <a:lnTo>
                    <a:pt x="102869" y="1893"/>
                  </a:lnTo>
                  <a:lnTo>
                    <a:pt x="102869" y="1990"/>
                  </a:lnTo>
                  <a:lnTo>
                    <a:pt x="102839" y="2081"/>
                  </a:lnTo>
                  <a:lnTo>
                    <a:pt x="102809" y="2173"/>
                  </a:lnTo>
                  <a:lnTo>
                    <a:pt x="102749" y="2265"/>
                  </a:lnTo>
                  <a:lnTo>
                    <a:pt x="102659" y="2357"/>
                  </a:lnTo>
                  <a:lnTo>
                    <a:pt x="102569" y="2449"/>
                  </a:lnTo>
                  <a:lnTo>
                    <a:pt x="102449" y="2540"/>
                  </a:lnTo>
                  <a:lnTo>
                    <a:pt x="102299" y="2632"/>
                  </a:lnTo>
                  <a:lnTo>
                    <a:pt x="102149" y="2724"/>
                  </a:lnTo>
                  <a:lnTo>
                    <a:pt x="101968" y="2811"/>
                  </a:lnTo>
                  <a:lnTo>
                    <a:pt x="101578" y="2984"/>
                  </a:lnTo>
                  <a:lnTo>
                    <a:pt x="101127" y="3158"/>
                  </a:lnTo>
                  <a:lnTo>
                    <a:pt x="100587" y="3321"/>
                  </a:lnTo>
                  <a:lnTo>
                    <a:pt x="100016" y="3474"/>
                  </a:lnTo>
                  <a:lnTo>
                    <a:pt x="100016" y="3474"/>
                  </a:lnTo>
                  <a:lnTo>
                    <a:pt x="99085" y="3469"/>
                  </a:lnTo>
                  <a:lnTo>
                    <a:pt x="49948" y="3469"/>
                  </a:lnTo>
                  <a:lnTo>
                    <a:pt x="49948" y="3469"/>
                  </a:lnTo>
                  <a:lnTo>
                    <a:pt x="49198" y="3474"/>
                  </a:lnTo>
                  <a:lnTo>
                    <a:pt x="48417" y="3479"/>
                  </a:lnTo>
                  <a:lnTo>
                    <a:pt x="47666" y="3489"/>
                  </a:lnTo>
                  <a:lnTo>
                    <a:pt x="46915" y="3504"/>
                  </a:lnTo>
                  <a:lnTo>
                    <a:pt x="46164" y="3525"/>
                  </a:lnTo>
                  <a:lnTo>
                    <a:pt x="45443" y="3545"/>
                  </a:lnTo>
                  <a:lnTo>
                    <a:pt x="44722" y="3571"/>
                  </a:lnTo>
                  <a:lnTo>
                    <a:pt x="44032" y="3601"/>
                  </a:lnTo>
                  <a:lnTo>
                    <a:pt x="43371" y="3637"/>
                  </a:lnTo>
                  <a:lnTo>
                    <a:pt x="42770" y="3673"/>
                  </a:lnTo>
                  <a:lnTo>
                    <a:pt x="42169" y="3709"/>
                  </a:lnTo>
                  <a:lnTo>
                    <a:pt x="41599" y="3754"/>
                  </a:lnTo>
                  <a:lnTo>
                    <a:pt x="41088" y="3800"/>
                  </a:lnTo>
                  <a:lnTo>
                    <a:pt x="40608" y="3846"/>
                  </a:lnTo>
                  <a:lnTo>
                    <a:pt x="40187" y="3897"/>
                  </a:lnTo>
                  <a:lnTo>
                    <a:pt x="39797" y="3948"/>
                  </a:lnTo>
                  <a:lnTo>
                    <a:pt x="39797" y="3948"/>
                  </a:lnTo>
                  <a:lnTo>
                    <a:pt x="39346" y="4025"/>
                  </a:lnTo>
                  <a:lnTo>
                    <a:pt x="38926" y="4101"/>
                  </a:lnTo>
                  <a:lnTo>
                    <a:pt x="38505" y="4183"/>
                  </a:lnTo>
                  <a:lnTo>
                    <a:pt x="38145" y="4264"/>
                  </a:lnTo>
                  <a:lnTo>
                    <a:pt x="14147" y="4264"/>
                  </a:lnTo>
                  <a:lnTo>
                    <a:pt x="14147" y="4264"/>
                  </a:lnTo>
                  <a:lnTo>
                    <a:pt x="13366" y="4275"/>
                  </a:lnTo>
                  <a:lnTo>
                    <a:pt x="12585" y="4280"/>
                  </a:lnTo>
                  <a:lnTo>
                    <a:pt x="12585" y="4280"/>
                  </a:lnTo>
                  <a:lnTo>
                    <a:pt x="11924" y="4275"/>
                  </a:lnTo>
                  <a:lnTo>
                    <a:pt x="11264" y="4270"/>
                  </a:lnTo>
                  <a:lnTo>
                    <a:pt x="10603" y="4259"/>
                  </a:lnTo>
                  <a:lnTo>
                    <a:pt x="9972" y="4239"/>
                  </a:lnTo>
                  <a:lnTo>
                    <a:pt x="9341" y="4219"/>
                  </a:lnTo>
                  <a:lnTo>
                    <a:pt x="8711" y="4198"/>
                  </a:lnTo>
                  <a:lnTo>
                    <a:pt x="8140" y="4168"/>
                  </a:lnTo>
                  <a:lnTo>
                    <a:pt x="7569" y="4137"/>
                  </a:lnTo>
                  <a:lnTo>
                    <a:pt x="6999" y="4106"/>
                  </a:lnTo>
                  <a:lnTo>
                    <a:pt x="6488" y="4071"/>
                  </a:lnTo>
                  <a:lnTo>
                    <a:pt x="5978" y="4030"/>
                  </a:lnTo>
                  <a:lnTo>
                    <a:pt x="5527" y="3989"/>
                  </a:lnTo>
                  <a:lnTo>
                    <a:pt x="5077" y="3948"/>
                  </a:lnTo>
                  <a:lnTo>
                    <a:pt x="4686" y="3902"/>
                  </a:lnTo>
                  <a:lnTo>
                    <a:pt x="4326" y="3856"/>
                  </a:lnTo>
                  <a:lnTo>
                    <a:pt x="3995" y="3811"/>
                  </a:lnTo>
                  <a:lnTo>
                    <a:pt x="3995" y="3811"/>
                  </a:lnTo>
                  <a:lnTo>
                    <a:pt x="3575" y="3744"/>
                  </a:lnTo>
                  <a:lnTo>
                    <a:pt x="3184" y="3678"/>
                  </a:lnTo>
                  <a:lnTo>
                    <a:pt x="2824" y="3607"/>
                  </a:lnTo>
                  <a:lnTo>
                    <a:pt x="2494" y="3535"/>
                  </a:lnTo>
                  <a:lnTo>
                    <a:pt x="2163" y="3459"/>
                  </a:lnTo>
                  <a:lnTo>
                    <a:pt x="1863" y="3382"/>
                  </a:lnTo>
                  <a:lnTo>
                    <a:pt x="1562" y="3306"/>
                  </a:lnTo>
                  <a:lnTo>
                    <a:pt x="1322" y="3224"/>
                  </a:lnTo>
                  <a:lnTo>
                    <a:pt x="1082" y="3142"/>
                  </a:lnTo>
                  <a:lnTo>
                    <a:pt x="872" y="3061"/>
                  </a:lnTo>
                  <a:lnTo>
                    <a:pt x="661" y="2974"/>
                  </a:lnTo>
                  <a:lnTo>
                    <a:pt x="511" y="2882"/>
                  </a:lnTo>
                  <a:lnTo>
                    <a:pt x="361" y="2796"/>
                  </a:lnTo>
                  <a:lnTo>
                    <a:pt x="241" y="2704"/>
                  </a:lnTo>
                  <a:lnTo>
                    <a:pt x="151" y="2612"/>
                  </a:lnTo>
                  <a:lnTo>
                    <a:pt x="91" y="2515"/>
                  </a:lnTo>
                  <a:lnTo>
                    <a:pt x="31" y="2418"/>
                  </a:lnTo>
                  <a:lnTo>
                    <a:pt x="1" y="2321"/>
                  </a:lnTo>
                  <a:lnTo>
                    <a:pt x="31" y="2224"/>
                  </a:lnTo>
                  <a:lnTo>
                    <a:pt x="61" y="2122"/>
                  </a:lnTo>
                  <a:lnTo>
                    <a:pt x="121" y="2020"/>
                  </a:lnTo>
                  <a:lnTo>
                    <a:pt x="181" y="1913"/>
                  </a:lnTo>
                  <a:lnTo>
                    <a:pt x="301" y="1811"/>
                  </a:lnTo>
                  <a:lnTo>
                    <a:pt x="451" y="1704"/>
                  </a:lnTo>
                  <a:lnTo>
                    <a:pt x="601" y="1597"/>
                  </a:lnTo>
                  <a:lnTo>
                    <a:pt x="782" y="1485"/>
                  </a:lnTo>
                  <a:lnTo>
                    <a:pt x="1022" y="1378"/>
                  </a:lnTo>
                  <a:lnTo>
                    <a:pt x="1262" y="1265"/>
                  </a:lnTo>
                  <a:lnTo>
                    <a:pt x="1532" y="1153"/>
                  </a:lnTo>
                  <a:lnTo>
                    <a:pt x="1863" y="1036"/>
                  </a:lnTo>
                  <a:lnTo>
                    <a:pt x="2193" y="924"/>
                  </a:lnTo>
                  <a:lnTo>
                    <a:pt x="2554" y="806"/>
                  </a:lnTo>
                  <a:lnTo>
                    <a:pt x="2554" y="806"/>
                  </a:lnTo>
                  <a:lnTo>
                    <a:pt x="2914" y="704"/>
                  </a:lnTo>
                  <a:lnTo>
                    <a:pt x="3335" y="607"/>
                  </a:lnTo>
                  <a:lnTo>
                    <a:pt x="3785" y="521"/>
                  </a:lnTo>
                  <a:lnTo>
                    <a:pt x="4266" y="444"/>
                  </a:lnTo>
                  <a:lnTo>
                    <a:pt x="4806" y="368"/>
                  </a:lnTo>
                  <a:lnTo>
                    <a:pt x="5347" y="301"/>
                  </a:lnTo>
                  <a:lnTo>
                    <a:pt x="5918" y="245"/>
                  </a:lnTo>
                  <a:lnTo>
                    <a:pt x="6548" y="189"/>
                  </a:lnTo>
                  <a:lnTo>
                    <a:pt x="7179" y="143"/>
                  </a:lnTo>
                  <a:lnTo>
                    <a:pt x="7840" y="107"/>
                  </a:lnTo>
                  <a:lnTo>
                    <a:pt x="8501" y="72"/>
                  </a:lnTo>
                  <a:lnTo>
                    <a:pt x="9191" y="46"/>
                  </a:lnTo>
                  <a:lnTo>
                    <a:pt x="9912" y="26"/>
                  </a:lnTo>
                  <a:lnTo>
                    <a:pt x="10603" y="11"/>
                  </a:lnTo>
                  <a:lnTo>
                    <a:pt x="11324" y="5"/>
                  </a:lnTo>
                  <a:lnTo>
                    <a:pt x="1207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90"/>
            <p:cNvSpPr/>
            <p:nvPr/>
          </p:nvSpPr>
          <p:spPr>
            <a:xfrm flipH="1">
              <a:off x="5745489" y="2868483"/>
              <a:ext cx="759166" cy="103908"/>
            </a:xfrm>
            <a:custGeom>
              <a:avLst/>
              <a:gdLst/>
              <a:ahLst/>
              <a:cxnLst/>
              <a:rect l="l" t="t" r="r" b="b"/>
              <a:pathLst>
                <a:path w="29465" h="684" extrusionOk="0">
                  <a:moveTo>
                    <a:pt x="18772" y="0"/>
                  </a:moveTo>
                  <a:lnTo>
                    <a:pt x="17961" y="5"/>
                  </a:lnTo>
                  <a:lnTo>
                    <a:pt x="17120" y="16"/>
                  </a:lnTo>
                  <a:lnTo>
                    <a:pt x="0" y="16"/>
                  </a:lnTo>
                  <a:lnTo>
                    <a:pt x="601" y="138"/>
                  </a:lnTo>
                  <a:lnTo>
                    <a:pt x="1022" y="209"/>
                  </a:lnTo>
                  <a:lnTo>
                    <a:pt x="1472" y="271"/>
                  </a:lnTo>
                  <a:lnTo>
                    <a:pt x="1953" y="332"/>
                  </a:lnTo>
                  <a:lnTo>
                    <a:pt x="2493" y="388"/>
                  </a:lnTo>
                  <a:lnTo>
                    <a:pt x="3034" y="439"/>
                  </a:lnTo>
                  <a:lnTo>
                    <a:pt x="3635" y="485"/>
                  </a:lnTo>
                  <a:lnTo>
                    <a:pt x="4235" y="521"/>
                  </a:lnTo>
                  <a:lnTo>
                    <a:pt x="4866" y="556"/>
                  </a:lnTo>
                  <a:lnTo>
                    <a:pt x="5497" y="587"/>
                  </a:lnTo>
                  <a:lnTo>
                    <a:pt x="6158" y="612"/>
                  </a:lnTo>
                  <a:lnTo>
                    <a:pt x="6848" y="638"/>
                  </a:lnTo>
                  <a:lnTo>
                    <a:pt x="7539" y="653"/>
                  </a:lnTo>
                  <a:lnTo>
                    <a:pt x="8230" y="669"/>
                  </a:lnTo>
                  <a:lnTo>
                    <a:pt x="8951" y="674"/>
                  </a:lnTo>
                  <a:lnTo>
                    <a:pt x="9642" y="684"/>
                  </a:lnTo>
                  <a:lnTo>
                    <a:pt x="29464" y="684"/>
                  </a:lnTo>
                  <a:lnTo>
                    <a:pt x="29044" y="602"/>
                  </a:lnTo>
                  <a:lnTo>
                    <a:pt x="28684" y="541"/>
                  </a:lnTo>
                  <a:lnTo>
                    <a:pt x="28233" y="480"/>
                  </a:lnTo>
                  <a:lnTo>
                    <a:pt x="27783" y="419"/>
                  </a:lnTo>
                  <a:lnTo>
                    <a:pt x="27242" y="362"/>
                  </a:lnTo>
                  <a:lnTo>
                    <a:pt x="26671" y="311"/>
                  </a:lnTo>
                  <a:lnTo>
                    <a:pt x="26101" y="260"/>
                  </a:lnTo>
                  <a:lnTo>
                    <a:pt x="25440" y="215"/>
                  </a:lnTo>
                  <a:lnTo>
                    <a:pt x="24779" y="174"/>
                  </a:lnTo>
                  <a:lnTo>
                    <a:pt x="24088" y="138"/>
                  </a:lnTo>
                  <a:lnTo>
                    <a:pt x="23397" y="102"/>
                  </a:lnTo>
                  <a:lnTo>
                    <a:pt x="22647" y="72"/>
                  </a:lnTo>
                  <a:lnTo>
                    <a:pt x="21896" y="46"/>
                  </a:lnTo>
                  <a:lnTo>
                    <a:pt x="21115" y="31"/>
                  </a:lnTo>
                  <a:lnTo>
                    <a:pt x="20334" y="16"/>
                  </a:lnTo>
                  <a:lnTo>
                    <a:pt x="19553" y="5"/>
                  </a:lnTo>
                  <a:lnTo>
                    <a:pt x="18772" y="0"/>
                  </a:lnTo>
                  <a:close/>
                </a:path>
              </a:pathLst>
            </a:custGeom>
            <a:solidFill>
              <a:srgbClr val="0062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90"/>
            <p:cNvSpPr/>
            <p:nvPr/>
          </p:nvSpPr>
          <p:spPr>
            <a:xfrm flipH="1">
              <a:off x="5745489" y="2868483"/>
              <a:ext cx="759166" cy="103908"/>
            </a:xfrm>
            <a:custGeom>
              <a:avLst/>
              <a:gdLst/>
              <a:ahLst/>
              <a:cxnLst/>
              <a:rect l="l" t="t" r="r" b="b"/>
              <a:pathLst>
                <a:path w="29465" h="684" fill="none" extrusionOk="0">
                  <a:moveTo>
                    <a:pt x="18772" y="0"/>
                  </a:moveTo>
                  <a:lnTo>
                    <a:pt x="18772" y="0"/>
                  </a:lnTo>
                  <a:lnTo>
                    <a:pt x="19553" y="5"/>
                  </a:lnTo>
                  <a:lnTo>
                    <a:pt x="20334" y="16"/>
                  </a:lnTo>
                  <a:lnTo>
                    <a:pt x="21115" y="31"/>
                  </a:lnTo>
                  <a:lnTo>
                    <a:pt x="21896" y="46"/>
                  </a:lnTo>
                  <a:lnTo>
                    <a:pt x="22647" y="72"/>
                  </a:lnTo>
                  <a:lnTo>
                    <a:pt x="23397" y="102"/>
                  </a:lnTo>
                  <a:lnTo>
                    <a:pt x="24088" y="138"/>
                  </a:lnTo>
                  <a:lnTo>
                    <a:pt x="24779" y="174"/>
                  </a:lnTo>
                  <a:lnTo>
                    <a:pt x="25440" y="215"/>
                  </a:lnTo>
                  <a:lnTo>
                    <a:pt x="26101" y="260"/>
                  </a:lnTo>
                  <a:lnTo>
                    <a:pt x="26671" y="311"/>
                  </a:lnTo>
                  <a:lnTo>
                    <a:pt x="27242" y="362"/>
                  </a:lnTo>
                  <a:lnTo>
                    <a:pt x="27783" y="419"/>
                  </a:lnTo>
                  <a:lnTo>
                    <a:pt x="28233" y="480"/>
                  </a:lnTo>
                  <a:lnTo>
                    <a:pt x="28684" y="541"/>
                  </a:lnTo>
                  <a:lnTo>
                    <a:pt x="29044" y="602"/>
                  </a:lnTo>
                  <a:lnTo>
                    <a:pt x="29044" y="602"/>
                  </a:lnTo>
                  <a:lnTo>
                    <a:pt x="29464" y="684"/>
                  </a:lnTo>
                  <a:lnTo>
                    <a:pt x="10332" y="684"/>
                  </a:lnTo>
                  <a:lnTo>
                    <a:pt x="10332" y="684"/>
                  </a:lnTo>
                  <a:lnTo>
                    <a:pt x="9642" y="684"/>
                  </a:lnTo>
                  <a:lnTo>
                    <a:pt x="8951" y="674"/>
                  </a:lnTo>
                  <a:lnTo>
                    <a:pt x="8230" y="669"/>
                  </a:lnTo>
                  <a:lnTo>
                    <a:pt x="7539" y="653"/>
                  </a:lnTo>
                  <a:lnTo>
                    <a:pt x="6848" y="638"/>
                  </a:lnTo>
                  <a:lnTo>
                    <a:pt x="6158" y="612"/>
                  </a:lnTo>
                  <a:lnTo>
                    <a:pt x="5497" y="587"/>
                  </a:lnTo>
                  <a:lnTo>
                    <a:pt x="4866" y="556"/>
                  </a:lnTo>
                  <a:lnTo>
                    <a:pt x="4235" y="521"/>
                  </a:lnTo>
                  <a:lnTo>
                    <a:pt x="3635" y="485"/>
                  </a:lnTo>
                  <a:lnTo>
                    <a:pt x="3034" y="439"/>
                  </a:lnTo>
                  <a:lnTo>
                    <a:pt x="2493" y="388"/>
                  </a:lnTo>
                  <a:lnTo>
                    <a:pt x="1953" y="332"/>
                  </a:lnTo>
                  <a:lnTo>
                    <a:pt x="1472" y="271"/>
                  </a:lnTo>
                  <a:lnTo>
                    <a:pt x="1022" y="209"/>
                  </a:lnTo>
                  <a:lnTo>
                    <a:pt x="601" y="138"/>
                  </a:lnTo>
                  <a:lnTo>
                    <a:pt x="601" y="138"/>
                  </a:lnTo>
                  <a:lnTo>
                    <a:pt x="0" y="16"/>
                  </a:lnTo>
                  <a:lnTo>
                    <a:pt x="17120" y="16"/>
                  </a:lnTo>
                  <a:lnTo>
                    <a:pt x="17120" y="16"/>
                  </a:lnTo>
                  <a:lnTo>
                    <a:pt x="17961" y="5"/>
                  </a:lnTo>
                  <a:lnTo>
                    <a:pt x="1877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90"/>
            <p:cNvSpPr/>
            <p:nvPr/>
          </p:nvSpPr>
          <p:spPr>
            <a:xfrm flipH="1">
              <a:off x="5424341" y="3396078"/>
              <a:ext cx="1981818" cy="658845"/>
            </a:xfrm>
            <a:custGeom>
              <a:avLst/>
              <a:gdLst/>
              <a:ahLst/>
              <a:cxnLst/>
              <a:rect l="l" t="t" r="r" b="b"/>
              <a:pathLst>
                <a:path w="76919" h="4337" extrusionOk="0">
                  <a:moveTo>
                    <a:pt x="64184" y="1"/>
                  </a:moveTo>
                  <a:lnTo>
                    <a:pt x="63674" y="128"/>
                  </a:lnTo>
                  <a:lnTo>
                    <a:pt x="63103" y="246"/>
                  </a:lnTo>
                  <a:lnTo>
                    <a:pt x="62743" y="312"/>
                  </a:lnTo>
                  <a:lnTo>
                    <a:pt x="62352" y="373"/>
                  </a:lnTo>
                  <a:lnTo>
                    <a:pt x="61962" y="429"/>
                  </a:lnTo>
                  <a:lnTo>
                    <a:pt x="61511" y="485"/>
                  </a:lnTo>
                  <a:lnTo>
                    <a:pt x="61061" y="536"/>
                  </a:lnTo>
                  <a:lnTo>
                    <a:pt x="60580" y="582"/>
                  </a:lnTo>
                  <a:lnTo>
                    <a:pt x="60069" y="623"/>
                  </a:lnTo>
                  <a:lnTo>
                    <a:pt x="59559" y="664"/>
                  </a:lnTo>
                  <a:lnTo>
                    <a:pt x="59018" y="695"/>
                  </a:lnTo>
                  <a:lnTo>
                    <a:pt x="58448" y="725"/>
                  </a:lnTo>
                  <a:lnTo>
                    <a:pt x="57877" y="751"/>
                  </a:lnTo>
                  <a:lnTo>
                    <a:pt x="57306" y="771"/>
                  </a:lnTo>
                  <a:lnTo>
                    <a:pt x="56736" y="786"/>
                  </a:lnTo>
                  <a:lnTo>
                    <a:pt x="56135" y="797"/>
                  </a:lnTo>
                  <a:lnTo>
                    <a:pt x="55534" y="807"/>
                  </a:lnTo>
                  <a:lnTo>
                    <a:pt x="54933" y="807"/>
                  </a:lnTo>
                  <a:lnTo>
                    <a:pt x="54153" y="802"/>
                  </a:lnTo>
                  <a:lnTo>
                    <a:pt x="53372" y="791"/>
                  </a:lnTo>
                  <a:lnTo>
                    <a:pt x="2313" y="791"/>
                  </a:lnTo>
                  <a:lnTo>
                    <a:pt x="2042" y="858"/>
                  </a:lnTo>
                  <a:lnTo>
                    <a:pt x="1772" y="924"/>
                  </a:lnTo>
                  <a:lnTo>
                    <a:pt x="1532" y="990"/>
                  </a:lnTo>
                  <a:lnTo>
                    <a:pt x="1322" y="1062"/>
                  </a:lnTo>
                  <a:lnTo>
                    <a:pt x="1111" y="1133"/>
                  </a:lnTo>
                  <a:lnTo>
                    <a:pt x="931" y="1205"/>
                  </a:lnTo>
                  <a:lnTo>
                    <a:pt x="751" y="1281"/>
                  </a:lnTo>
                  <a:lnTo>
                    <a:pt x="601" y="1353"/>
                  </a:lnTo>
                  <a:lnTo>
                    <a:pt x="451" y="1434"/>
                  </a:lnTo>
                  <a:lnTo>
                    <a:pt x="330" y="1511"/>
                  </a:lnTo>
                  <a:lnTo>
                    <a:pt x="240" y="1587"/>
                  </a:lnTo>
                  <a:lnTo>
                    <a:pt x="150" y="1669"/>
                  </a:lnTo>
                  <a:lnTo>
                    <a:pt x="90" y="1750"/>
                  </a:lnTo>
                  <a:lnTo>
                    <a:pt x="30" y="1837"/>
                  </a:lnTo>
                  <a:lnTo>
                    <a:pt x="0" y="1919"/>
                  </a:lnTo>
                  <a:lnTo>
                    <a:pt x="0" y="2005"/>
                  </a:lnTo>
                  <a:lnTo>
                    <a:pt x="0" y="2092"/>
                  </a:lnTo>
                  <a:lnTo>
                    <a:pt x="30" y="2179"/>
                  </a:lnTo>
                  <a:lnTo>
                    <a:pt x="90" y="2266"/>
                  </a:lnTo>
                  <a:lnTo>
                    <a:pt x="150" y="2357"/>
                  </a:lnTo>
                  <a:lnTo>
                    <a:pt x="240" y="2449"/>
                  </a:lnTo>
                  <a:lnTo>
                    <a:pt x="330" y="2541"/>
                  </a:lnTo>
                  <a:lnTo>
                    <a:pt x="481" y="2633"/>
                  </a:lnTo>
                  <a:lnTo>
                    <a:pt x="601" y="2725"/>
                  </a:lnTo>
                  <a:lnTo>
                    <a:pt x="781" y="2822"/>
                  </a:lnTo>
                  <a:lnTo>
                    <a:pt x="961" y="2913"/>
                  </a:lnTo>
                  <a:lnTo>
                    <a:pt x="1171" y="3010"/>
                  </a:lnTo>
                  <a:lnTo>
                    <a:pt x="1412" y="3107"/>
                  </a:lnTo>
                  <a:lnTo>
                    <a:pt x="1922" y="3306"/>
                  </a:lnTo>
                  <a:lnTo>
                    <a:pt x="2553" y="3505"/>
                  </a:lnTo>
                  <a:lnTo>
                    <a:pt x="2913" y="3607"/>
                  </a:lnTo>
                  <a:lnTo>
                    <a:pt x="3334" y="3704"/>
                  </a:lnTo>
                  <a:lnTo>
                    <a:pt x="3784" y="3791"/>
                  </a:lnTo>
                  <a:lnTo>
                    <a:pt x="4295" y="3877"/>
                  </a:lnTo>
                  <a:lnTo>
                    <a:pt x="4806" y="3949"/>
                  </a:lnTo>
                  <a:lnTo>
                    <a:pt x="5376" y="4020"/>
                  </a:lnTo>
                  <a:lnTo>
                    <a:pt x="5977" y="4081"/>
                  </a:lnTo>
                  <a:lnTo>
                    <a:pt x="6578" y="4138"/>
                  </a:lnTo>
                  <a:lnTo>
                    <a:pt x="7238" y="4183"/>
                  </a:lnTo>
                  <a:lnTo>
                    <a:pt x="7899" y="4224"/>
                  </a:lnTo>
                  <a:lnTo>
                    <a:pt x="8590" y="4260"/>
                  </a:lnTo>
                  <a:lnTo>
                    <a:pt x="9281" y="4285"/>
                  </a:lnTo>
                  <a:lnTo>
                    <a:pt x="10002" y="4311"/>
                  </a:lnTo>
                  <a:lnTo>
                    <a:pt x="10722" y="4326"/>
                  </a:lnTo>
                  <a:lnTo>
                    <a:pt x="11443" y="4336"/>
                  </a:lnTo>
                  <a:lnTo>
                    <a:pt x="12194" y="4336"/>
                  </a:lnTo>
                  <a:lnTo>
                    <a:pt x="12975" y="4331"/>
                  </a:lnTo>
                  <a:lnTo>
                    <a:pt x="13756" y="4321"/>
                  </a:lnTo>
                  <a:lnTo>
                    <a:pt x="62022" y="4321"/>
                  </a:lnTo>
                  <a:lnTo>
                    <a:pt x="62773" y="4331"/>
                  </a:lnTo>
                  <a:lnTo>
                    <a:pt x="63523" y="4336"/>
                  </a:lnTo>
                  <a:lnTo>
                    <a:pt x="64334" y="4331"/>
                  </a:lnTo>
                  <a:lnTo>
                    <a:pt x="65115" y="4321"/>
                  </a:lnTo>
                  <a:lnTo>
                    <a:pt x="65896" y="4306"/>
                  </a:lnTo>
                  <a:lnTo>
                    <a:pt x="66677" y="4285"/>
                  </a:lnTo>
                  <a:lnTo>
                    <a:pt x="67458" y="4260"/>
                  </a:lnTo>
                  <a:lnTo>
                    <a:pt x="68209" y="4229"/>
                  </a:lnTo>
                  <a:lnTo>
                    <a:pt x="68930" y="4194"/>
                  </a:lnTo>
                  <a:lnTo>
                    <a:pt x="69620" y="4153"/>
                  </a:lnTo>
                  <a:lnTo>
                    <a:pt x="70281" y="4107"/>
                  </a:lnTo>
                  <a:lnTo>
                    <a:pt x="70942" y="4061"/>
                  </a:lnTo>
                  <a:lnTo>
                    <a:pt x="71543" y="4005"/>
                  </a:lnTo>
                  <a:lnTo>
                    <a:pt x="72113" y="3954"/>
                  </a:lnTo>
                  <a:lnTo>
                    <a:pt x="72624" y="3893"/>
                  </a:lnTo>
                  <a:lnTo>
                    <a:pt x="73104" y="3837"/>
                  </a:lnTo>
                  <a:lnTo>
                    <a:pt x="73555" y="3770"/>
                  </a:lnTo>
                  <a:lnTo>
                    <a:pt x="73945" y="3709"/>
                  </a:lnTo>
                  <a:lnTo>
                    <a:pt x="74366" y="3622"/>
                  </a:lnTo>
                  <a:lnTo>
                    <a:pt x="74786" y="3536"/>
                  </a:lnTo>
                  <a:lnTo>
                    <a:pt x="75147" y="3444"/>
                  </a:lnTo>
                  <a:lnTo>
                    <a:pt x="75477" y="3347"/>
                  </a:lnTo>
                  <a:lnTo>
                    <a:pt x="75748" y="3255"/>
                  </a:lnTo>
                  <a:lnTo>
                    <a:pt x="76018" y="3153"/>
                  </a:lnTo>
                  <a:lnTo>
                    <a:pt x="76258" y="3056"/>
                  </a:lnTo>
                  <a:lnTo>
                    <a:pt x="76438" y="2954"/>
                  </a:lnTo>
                  <a:lnTo>
                    <a:pt x="76588" y="2852"/>
                  </a:lnTo>
                  <a:lnTo>
                    <a:pt x="76709" y="2745"/>
                  </a:lnTo>
                  <a:lnTo>
                    <a:pt x="76799" y="2643"/>
                  </a:lnTo>
                  <a:lnTo>
                    <a:pt x="76889" y="2536"/>
                  </a:lnTo>
                  <a:lnTo>
                    <a:pt x="76919" y="2429"/>
                  </a:lnTo>
                  <a:lnTo>
                    <a:pt x="76919" y="2322"/>
                  </a:lnTo>
                  <a:lnTo>
                    <a:pt x="76889" y="2215"/>
                  </a:lnTo>
                  <a:lnTo>
                    <a:pt x="76859" y="2107"/>
                  </a:lnTo>
                  <a:lnTo>
                    <a:pt x="76769" y="2000"/>
                  </a:lnTo>
                  <a:lnTo>
                    <a:pt x="76679" y="1893"/>
                  </a:lnTo>
                  <a:lnTo>
                    <a:pt x="76558" y="1791"/>
                  </a:lnTo>
                  <a:lnTo>
                    <a:pt x="76408" y="1684"/>
                  </a:lnTo>
                  <a:lnTo>
                    <a:pt x="76228" y="1582"/>
                  </a:lnTo>
                  <a:lnTo>
                    <a:pt x="76018" y="1480"/>
                  </a:lnTo>
                  <a:lnTo>
                    <a:pt x="75808" y="1378"/>
                  </a:lnTo>
                  <a:lnTo>
                    <a:pt x="75567" y="1276"/>
                  </a:lnTo>
                  <a:lnTo>
                    <a:pt x="75297" y="1179"/>
                  </a:lnTo>
                  <a:lnTo>
                    <a:pt x="75027" y="1082"/>
                  </a:lnTo>
                  <a:lnTo>
                    <a:pt x="74726" y="990"/>
                  </a:lnTo>
                  <a:lnTo>
                    <a:pt x="74426" y="899"/>
                  </a:lnTo>
                  <a:lnTo>
                    <a:pt x="74096" y="812"/>
                  </a:lnTo>
                  <a:lnTo>
                    <a:pt x="73735" y="725"/>
                  </a:lnTo>
                  <a:lnTo>
                    <a:pt x="73375" y="644"/>
                  </a:lnTo>
                  <a:lnTo>
                    <a:pt x="72984" y="567"/>
                  </a:lnTo>
                  <a:lnTo>
                    <a:pt x="72594" y="496"/>
                  </a:lnTo>
                  <a:lnTo>
                    <a:pt x="72203" y="434"/>
                  </a:lnTo>
                  <a:lnTo>
                    <a:pt x="71753" y="373"/>
                  </a:lnTo>
                  <a:lnTo>
                    <a:pt x="71272" y="322"/>
                  </a:lnTo>
                  <a:lnTo>
                    <a:pt x="70792" y="271"/>
                  </a:lnTo>
                  <a:lnTo>
                    <a:pt x="70281" y="225"/>
                  </a:lnTo>
                  <a:lnTo>
                    <a:pt x="69711" y="185"/>
                  </a:lnTo>
                  <a:lnTo>
                    <a:pt x="69170" y="149"/>
                  </a:lnTo>
                  <a:lnTo>
                    <a:pt x="68569" y="118"/>
                  </a:lnTo>
                  <a:lnTo>
                    <a:pt x="67999" y="88"/>
                  </a:lnTo>
                  <a:lnTo>
                    <a:pt x="67368" y="67"/>
                  </a:lnTo>
                  <a:lnTo>
                    <a:pt x="66767" y="47"/>
                  </a:lnTo>
                  <a:lnTo>
                    <a:pt x="66136" y="31"/>
                  </a:lnTo>
                  <a:lnTo>
                    <a:pt x="65476" y="16"/>
                  </a:lnTo>
                  <a:lnTo>
                    <a:pt x="64845" y="6"/>
                  </a:lnTo>
                  <a:lnTo>
                    <a:pt x="64184" y="1"/>
                  </a:lnTo>
                  <a:close/>
                </a:path>
              </a:pathLst>
            </a:custGeom>
            <a:solidFill>
              <a:srgbClr val="00B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90"/>
            <p:cNvSpPr/>
            <p:nvPr/>
          </p:nvSpPr>
          <p:spPr>
            <a:xfrm flipH="1">
              <a:off x="5424341" y="3396078"/>
              <a:ext cx="1981818" cy="658845"/>
            </a:xfrm>
            <a:custGeom>
              <a:avLst/>
              <a:gdLst/>
              <a:ahLst/>
              <a:cxnLst/>
              <a:rect l="l" t="t" r="r" b="b"/>
              <a:pathLst>
                <a:path w="76919" h="4337" fill="none" extrusionOk="0">
                  <a:moveTo>
                    <a:pt x="64184" y="1"/>
                  </a:moveTo>
                  <a:lnTo>
                    <a:pt x="64184" y="1"/>
                  </a:lnTo>
                  <a:lnTo>
                    <a:pt x="64845" y="6"/>
                  </a:lnTo>
                  <a:lnTo>
                    <a:pt x="65476" y="16"/>
                  </a:lnTo>
                  <a:lnTo>
                    <a:pt x="66136" y="31"/>
                  </a:lnTo>
                  <a:lnTo>
                    <a:pt x="66767" y="47"/>
                  </a:lnTo>
                  <a:lnTo>
                    <a:pt x="67368" y="67"/>
                  </a:lnTo>
                  <a:lnTo>
                    <a:pt x="67999" y="88"/>
                  </a:lnTo>
                  <a:lnTo>
                    <a:pt x="68569" y="118"/>
                  </a:lnTo>
                  <a:lnTo>
                    <a:pt x="69170" y="149"/>
                  </a:lnTo>
                  <a:lnTo>
                    <a:pt x="69711" y="185"/>
                  </a:lnTo>
                  <a:lnTo>
                    <a:pt x="70281" y="225"/>
                  </a:lnTo>
                  <a:lnTo>
                    <a:pt x="70792" y="271"/>
                  </a:lnTo>
                  <a:lnTo>
                    <a:pt x="71272" y="322"/>
                  </a:lnTo>
                  <a:lnTo>
                    <a:pt x="71753" y="373"/>
                  </a:lnTo>
                  <a:lnTo>
                    <a:pt x="72203" y="434"/>
                  </a:lnTo>
                  <a:lnTo>
                    <a:pt x="72594" y="496"/>
                  </a:lnTo>
                  <a:lnTo>
                    <a:pt x="72984" y="567"/>
                  </a:lnTo>
                  <a:lnTo>
                    <a:pt x="72984" y="567"/>
                  </a:lnTo>
                  <a:lnTo>
                    <a:pt x="73375" y="644"/>
                  </a:lnTo>
                  <a:lnTo>
                    <a:pt x="73735" y="725"/>
                  </a:lnTo>
                  <a:lnTo>
                    <a:pt x="74096" y="812"/>
                  </a:lnTo>
                  <a:lnTo>
                    <a:pt x="74426" y="899"/>
                  </a:lnTo>
                  <a:lnTo>
                    <a:pt x="74726" y="990"/>
                  </a:lnTo>
                  <a:lnTo>
                    <a:pt x="75027" y="1082"/>
                  </a:lnTo>
                  <a:lnTo>
                    <a:pt x="75297" y="1179"/>
                  </a:lnTo>
                  <a:lnTo>
                    <a:pt x="75567" y="1276"/>
                  </a:lnTo>
                  <a:lnTo>
                    <a:pt x="75808" y="1378"/>
                  </a:lnTo>
                  <a:lnTo>
                    <a:pt x="76018" y="1480"/>
                  </a:lnTo>
                  <a:lnTo>
                    <a:pt x="76228" y="1582"/>
                  </a:lnTo>
                  <a:lnTo>
                    <a:pt x="76408" y="1684"/>
                  </a:lnTo>
                  <a:lnTo>
                    <a:pt x="76558" y="1791"/>
                  </a:lnTo>
                  <a:lnTo>
                    <a:pt x="76679" y="1893"/>
                  </a:lnTo>
                  <a:lnTo>
                    <a:pt x="76769" y="2000"/>
                  </a:lnTo>
                  <a:lnTo>
                    <a:pt x="76859" y="2107"/>
                  </a:lnTo>
                  <a:lnTo>
                    <a:pt x="76889" y="2215"/>
                  </a:lnTo>
                  <a:lnTo>
                    <a:pt x="76919" y="2322"/>
                  </a:lnTo>
                  <a:lnTo>
                    <a:pt x="76919" y="2429"/>
                  </a:lnTo>
                  <a:lnTo>
                    <a:pt x="76889" y="2536"/>
                  </a:lnTo>
                  <a:lnTo>
                    <a:pt x="76799" y="2643"/>
                  </a:lnTo>
                  <a:lnTo>
                    <a:pt x="76709" y="2745"/>
                  </a:lnTo>
                  <a:lnTo>
                    <a:pt x="76588" y="2852"/>
                  </a:lnTo>
                  <a:lnTo>
                    <a:pt x="76438" y="2954"/>
                  </a:lnTo>
                  <a:lnTo>
                    <a:pt x="76258" y="3056"/>
                  </a:lnTo>
                  <a:lnTo>
                    <a:pt x="76018" y="3153"/>
                  </a:lnTo>
                  <a:lnTo>
                    <a:pt x="75748" y="3255"/>
                  </a:lnTo>
                  <a:lnTo>
                    <a:pt x="75477" y="3347"/>
                  </a:lnTo>
                  <a:lnTo>
                    <a:pt x="75147" y="3444"/>
                  </a:lnTo>
                  <a:lnTo>
                    <a:pt x="74786" y="3536"/>
                  </a:lnTo>
                  <a:lnTo>
                    <a:pt x="74366" y="3622"/>
                  </a:lnTo>
                  <a:lnTo>
                    <a:pt x="73945" y="3709"/>
                  </a:lnTo>
                  <a:lnTo>
                    <a:pt x="73945" y="3709"/>
                  </a:lnTo>
                  <a:lnTo>
                    <a:pt x="73555" y="3770"/>
                  </a:lnTo>
                  <a:lnTo>
                    <a:pt x="73104" y="3837"/>
                  </a:lnTo>
                  <a:lnTo>
                    <a:pt x="72624" y="3893"/>
                  </a:lnTo>
                  <a:lnTo>
                    <a:pt x="72113" y="3954"/>
                  </a:lnTo>
                  <a:lnTo>
                    <a:pt x="71543" y="4005"/>
                  </a:lnTo>
                  <a:lnTo>
                    <a:pt x="70942" y="4061"/>
                  </a:lnTo>
                  <a:lnTo>
                    <a:pt x="70281" y="4107"/>
                  </a:lnTo>
                  <a:lnTo>
                    <a:pt x="69620" y="4153"/>
                  </a:lnTo>
                  <a:lnTo>
                    <a:pt x="68930" y="4194"/>
                  </a:lnTo>
                  <a:lnTo>
                    <a:pt x="68209" y="4229"/>
                  </a:lnTo>
                  <a:lnTo>
                    <a:pt x="67458" y="4260"/>
                  </a:lnTo>
                  <a:lnTo>
                    <a:pt x="66677" y="4285"/>
                  </a:lnTo>
                  <a:lnTo>
                    <a:pt x="65896" y="4306"/>
                  </a:lnTo>
                  <a:lnTo>
                    <a:pt x="65115" y="4321"/>
                  </a:lnTo>
                  <a:lnTo>
                    <a:pt x="64334" y="4331"/>
                  </a:lnTo>
                  <a:lnTo>
                    <a:pt x="63523" y="4336"/>
                  </a:lnTo>
                  <a:lnTo>
                    <a:pt x="63523" y="4336"/>
                  </a:lnTo>
                  <a:lnTo>
                    <a:pt x="62773" y="4331"/>
                  </a:lnTo>
                  <a:lnTo>
                    <a:pt x="62022" y="4321"/>
                  </a:lnTo>
                  <a:lnTo>
                    <a:pt x="13756" y="4321"/>
                  </a:lnTo>
                  <a:lnTo>
                    <a:pt x="13756" y="4321"/>
                  </a:lnTo>
                  <a:lnTo>
                    <a:pt x="12975" y="4331"/>
                  </a:lnTo>
                  <a:lnTo>
                    <a:pt x="12194" y="4336"/>
                  </a:lnTo>
                  <a:lnTo>
                    <a:pt x="12194" y="4336"/>
                  </a:lnTo>
                  <a:lnTo>
                    <a:pt x="11443" y="4336"/>
                  </a:lnTo>
                  <a:lnTo>
                    <a:pt x="10722" y="4326"/>
                  </a:lnTo>
                  <a:lnTo>
                    <a:pt x="10002" y="4311"/>
                  </a:lnTo>
                  <a:lnTo>
                    <a:pt x="9281" y="4285"/>
                  </a:lnTo>
                  <a:lnTo>
                    <a:pt x="8590" y="4260"/>
                  </a:lnTo>
                  <a:lnTo>
                    <a:pt x="7899" y="4224"/>
                  </a:lnTo>
                  <a:lnTo>
                    <a:pt x="7238" y="4183"/>
                  </a:lnTo>
                  <a:lnTo>
                    <a:pt x="6578" y="4138"/>
                  </a:lnTo>
                  <a:lnTo>
                    <a:pt x="5977" y="4081"/>
                  </a:lnTo>
                  <a:lnTo>
                    <a:pt x="5376" y="4020"/>
                  </a:lnTo>
                  <a:lnTo>
                    <a:pt x="4806" y="3949"/>
                  </a:lnTo>
                  <a:lnTo>
                    <a:pt x="4295" y="3877"/>
                  </a:lnTo>
                  <a:lnTo>
                    <a:pt x="3784" y="3791"/>
                  </a:lnTo>
                  <a:lnTo>
                    <a:pt x="3334" y="3704"/>
                  </a:lnTo>
                  <a:lnTo>
                    <a:pt x="2913" y="3607"/>
                  </a:lnTo>
                  <a:lnTo>
                    <a:pt x="2553" y="3505"/>
                  </a:lnTo>
                  <a:lnTo>
                    <a:pt x="2553" y="3505"/>
                  </a:lnTo>
                  <a:lnTo>
                    <a:pt x="1922" y="3306"/>
                  </a:lnTo>
                  <a:lnTo>
                    <a:pt x="1412" y="3107"/>
                  </a:lnTo>
                  <a:lnTo>
                    <a:pt x="1171" y="3010"/>
                  </a:lnTo>
                  <a:lnTo>
                    <a:pt x="961" y="2913"/>
                  </a:lnTo>
                  <a:lnTo>
                    <a:pt x="781" y="2822"/>
                  </a:lnTo>
                  <a:lnTo>
                    <a:pt x="601" y="2725"/>
                  </a:lnTo>
                  <a:lnTo>
                    <a:pt x="481" y="2633"/>
                  </a:lnTo>
                  <a:lnTo>
                    <a:pt x="330" y="2541"/>
                  </a:lnTo>
                  <a:lnTo>
                    <a:pt x="240" y="2449"/>
                  </a:lnTo>
                  <a:lnTo>
                    <a:pt x="150" y="2357"/>
                  </a:lnTo>
                  <a:lnTo>
                    <a:pt x="90" y="2266"/>
                  </a:lnTo>
                  <a:lnTo>
                    <a:pt x="30" y="2179"/>
                  </a:lnTo>
                  <a:lnTo>
                    <a:pt x="0" y="2092"/>
                  </a:lnTo>
                  <a:lnTo>
                    <a:pt x="0" y="2005"/>
                  </a:lnTo>
                  <a:lnTo>
                    <a:pt x="0" y="1919"/>
                  </a:lnTo>
                  <a:lnTo>
                    <a:pt x="30" y="1837"/>
                  </a:lnTo>
                  <a:lnTo>
                    <a:pt x="90" y="1750"/>
                  </a:lnTo>
                  <a:lnTo>
                    <a:pt x="150" y="1669"/>
                  </a:lnTo>
                  <a:lnTo>
                    <a:pt x="240" y="1587"/>
                  </a:lnTo>
                  <a:lnTo>
                    <a:pt x="330" y="1511"/>
                  </a:lnTo>
                  <a:lnTo>
                    <a:pt x="451" y="1434"/>
                  </a:lnTo>
                  <a:lnTo>
                    <a:pt x="601" y="1353"/>
                  </a:lnTo>
                  <a:lnTo>
                    <a:pt x="751" y="1281"/>
                  </a:lnTo>
                  <a:lnTo>
                    <a:pt x="931" y="1205"/>
                  </a:lnTo>
                  <a:lnTo>
                    <a:pt x="1111" y="1133"/>
                  </a:lnTo>
                  <a:lnTo>
                    <a:pt x="1322" y="1062"/>
                  </a:lnTo>
                  <a:lnTo>
                    <a:pt x="1532" y="990"/>
                  </a:lnTo>
                  <a:lnTo>
                    <a:pt x="1772" y="924"/>
                  </a:lnTo>
                  <a:lnTo>
                    <a:pt x="2042" y="858"/>
                  </a:lnTo>
                  <a:lnTo>
                    <a:pt x="2313" y="791"/>
                  </a:lnTo>
                  <a:lnTo>
                    <a:pt x="53372" y="791"/>
                  </a:lnTo>
                  <a:lnTo>
                    <a:pt x="53372" y="791"/>
                  </a:lnTo>
                  <a:lnTo>
                    <a:pt x="54153" y="802"/>
                  </a:lnTo>
                  <a:lnTo>
                    <a:pt x="54933" y="807"/>
                  </a:lnTo>
                  <a:lnTo>
                    <a:pt x="54933" y="807"/>
                  </a:lnTo>
                  <a:lnTo>
                    <a:pt x="55534" y="807"/>
                  </a:lnTo>
                  <a:lnTo>
                    <a:pt x="56135" y="797"/>
                  </a:lnTo>
                  <a:lnTo>
                    <a:pt x="56736" y="786"/>
                  </a:lnTo>
                  <a:lnTo>
                    <a:pt x="57306" y="771"/>
                  </a:lnTo>
                  <a:lnTo>
                    <a:pt x="57877" y="751"/>
                  </a:lnTo>
                  <a:lnTo>
                    <a:pt x="58448" y="725"/>
                  </a:lnTo>
                  <a:lnTo>
                    <a:pt x="59018" y="695"/>
                  </a:lnTo>
                  <a:lnTo>
                    <a:pt x="59559" y="664"/>
                  </a:lnTo>
                  <a:lnTo>
                    <a:pt x="60069" y="623"/>
                  </a:lnTo>
                  <a:lnTo>
                    <a:pt x="60580" y="582"/>
                  </a:lnTo>
                  <a:lnTo>
                    <a:pt x="61061" y="536"/>
                  </a:lnTo>
                  <a:lnTo>
                    <a:pt x="61511" y="485"/>
                  </a:lnTo>
                  <a:lnTo>
                    <a:pt x="61962" y="429"/>
                  </a:lnTo>
                  <a:lnTo>
                    <a:pt x="62352" y="373"/>
                  </a:lnTo>
                  <a:lnTo>
                    <a:pt x="62743" y="312"/>
                  </a:lnTo>
                  <a:lnTo>
                    <a:pt x="63103" y="246"/>
                  </a:lnTo>
                  <a:lnTo>
                    <a:pt x="63103" y="246"/>
                  </a:lnTo>
                  <a:lnTo>
                    <a:pt x="63674" y="128"/>
                  </a:lnTo>
                  <a:lnTo>
                    <a:pt x="6418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90"/>
            <p:cNvSpPr/>
            <p:nvPr/>
          </p:nvSpPr>
          <p:spPr>
            <a:xfrm flipH="1">
              <a:off x="5752433" y="3395318"/>
              <a:ext cx="1594158" cy="123353"/>
            </a:xfrm>
            <a:custGeom>
              <a:avLst/>
              <a:gdLst/>
              <a:ahLst/>
              <a:cxnLst/>
              <a:rect l="l" t="t" r="r" b="b"/>
              <a:pathLst>
                <a:path w="61873" h="812" extrusionOk="0">
                  <a:moveTo>
                    <a:pt x="11804" y="1"/>
                  </a:moveTo>
                  <a:lnTo>
                    <a:pt x="11054" y="6"/>
                  </a:lnTo>
                  <a:lnTo>
                    <a:pt x="10273" y="11"/>
                  </a:lnTo>
                  <a:lnTo>
                    <a:pt x="9522" y="21"/>
                  </a:lnTo>
                  <a:lnTo>
                    <a:pt x="8771" y="36"/>
                  </a:lnTo>
                  <a:lnTo>
                    <a:pt x="8020" y="57"/>
                  </a:lnTo>
                  <a:lnTo>
                    <a:pt x="7299" y="77"/>
                  </a:lnTo>
                  <a:lnTo>
                    <a:pt x="6578" y="103"/>
                  </a:lnTo>
                  <a:lnTo>
                    <a:pt x="5888" y="133"/>
                  </a:lnTo>
                  <a:lnTo>
                    <a:pt x="5227" y="169"/>
                  </a:lnTo>
                  <a:lnTo>
                    <a:pt x="4626" y="205"/>
                  </a:lnTo>
                  <a:lnTo>
                    <a:pt x="4025" y="241"/>
                  </a:lnTo>
                  <a:lnTo>
                    <a:pt x="3455" y="286"/>
                  </a:lnTo>
                  <a:lnTo>
                    <a:pt x="2944" y="332"/>
                  </a:lnTo>
                  <a:lnTo>
                    <a:pt x="2464" y="378"/>
                  </a:lnTo>
                  <a:lnTo>
                    <a:pt x="2043" y="429"/>
                  </a:lnTo>
                  <a:lnTo>
                    <a:pt x="1653" y="480"/>
                  </a:lnTo>
                  <a:lnTo>
                    <a:pt x="1202" y="557"/>
                  </a:lnTo>
                  <a:lnTo>
                    <a:pt x="782" y="633"/>
                  </a:lnTo>
                  <a:lnTo>
                    <a:pt x="361" y="715"/>
                  </a:lnTo>
                  <a:lnTo>
                    <a:pt x="1" y="796"/>
                  </a:lnTo>
                  <a:lnTo>
                    <a:pt x="51060" y="796"/>
                  </a:lnTo>
                  <a:lnTo>
                    <a:pt x="51841" y="807"/>
                  </a:lnTo>
                  <a:lnTo>
                    <a:pt x="52621" y="812"/>
                  </a:lnTo>
                  <a:lnTo>
                    <a:pt x="53222" y="812"/>
                  </a:lnTo>
                  <a:lnTo>
                    <a:pt x="53823" y="802"/>
                  </a:lnTo>
                  <a:lnTo>
                    <a:pt x="54424" y="791"/>
                  </a:lnTo>
                  <a:lnTo>
                    <a:pt x="54994" y="776"/>
                  </a:lnTo>
                  <a:lnTo>
                    <a:pt x="55565" y="756"/>
                  </a:lnTo>
                  <a:lnTo>
                    <a:pt x="56136" y="730"/>
                  </a:lnTo>
                  <a:lnTo>
                    <a:pt x="56706" y="700"/>
                  </a:lnTo>
                  <a:lnTo>
                    <a:pt x="57247" y="669"/>
                  </a:lnTo>
                  <a:lnTo>
                    <a:pt x="57757" y="628"/>
                  </a:lnTo>
                  <a:lnTo>
                    <a:pt x="58268" y="587"/>
                  </a:lnTo>
                  <a:lnTo>
                    <a:pt x="58749" y="541"/>
                  </a:lnTo>
                  <a:lnTo>
                    <a:pt x="59199" y="490"/>
                  </a:lnTo>
                  <a:lnTo>
                    <a:pt x="59650" y="434"/>
                  </a:lnTo>
                  <a:lnTo>
                    <a:pt x="60040" y="378"/>
                  </a:lnTo>
                  <a:lnTo>
                    <a:pt x="60431" y="317"/>
                  </a:lnTo>
                  <a:lnTo>
                    <a:pt x="60791" y="251"/>
                  </a:lnTo>
                  <a:lnTo>
                    <a:pt x="61362" y="133"/>
                  </a:lnTo>
                  <a:lnTo>
                    <a:pt x="61872" y="6"/>
                  </a:lnTo>
                  <a:lnTo>
                    <a:pt x="60941" y="1"/>
                  </a:lnTo>
                  <a:close/>
                </a:path>
              </a:pathLst>
            </a:custGeom>
            <a:solidFill>
              <a:srgbClr val="006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90"/>
            <p:cNvSpPr/>
            <p:nvPr/>
          </p:nvSpPr>
          <p:spPr>
            <a:xfrm flipH="1">
              <a:off x="5752433" y="3395318"/>
              <a:ext cx="1594158" cy="123353"/>
            </a:xfrm>
            <a:custGeom>
              <a:avLst/>
              <a:gdLst/>
              <a:ahLst/>
              <a:cxnLst/>
              <a:rect l="l" t="t" r="r" b="b"/>
              <a:pathLst>
                <a:path w="61873" h="812" fill="none" extrusionOk="0">
                  <a:moveTo>
                    <a:pt x="11804" y="1"/>
                  </a:moveTo>
                  <a:lnTo>
                    <a:pt x="60941" y="1"/>
                  </a:lnTo>
                  <a:lnTo>
                    <a:pt x="60941" y="1"/>
                  </a:lnTo>
                  <a:lnTo>
                    <a:pt x="61872" y="6"/>
                  </a:lnTo>
                  <a:lnTo>
                    <a:pt x="61872" y="6"/>
                  </a:lnTo>
                  <a:lnTo>
                    <a:pt x="61362" y="133"/>
                  </a:lnTo>
                  <a:lnTo>
                    <a:pt x="60791" y="251"/>
                  </a:lnTo>
                  <a:lnTo>
                    <a:pt x="60791" y="251"/>
                  </a:lnTo>
                  <a:lnTo>
                    <a:pt x="60431" y="317"/>
                  </a:lnTo>
                  <a:lnTo>
                    <a:pt x="60040" y="378"/>
                  </a:lnTo>
                  <a:lnTo>
                    <a:pt x="59650" y="434"/>
                  </a:lnTo>
                  <a:lnTo>
                    <a:pt x="59199" y="490"/>
                  </a:lnTo>
                  <a:lnTo>
                    <a:pt x="58749" y="541"/>
                  </a:lnTo>
                  <a:lnTo>
                    <a:pt x="58268" y="587"/>
                  </a:lnTo>
                  <a:lnTo>
                    <a:pt x="57757" y="628"/>
                  </a:lnTo>
                  <a:lnTo>
                    <a:pt x="57247" y="669"/>
                  </a:lnTo>
                  <a:lnTo>
                    <a:pt x="56706" y="700"/>
                  </a:lnTo>
                  <a:lnTo>
                    <a:pt x="56136" y="730"/>
                  </a:lnTo>
                  <a:lnTo>
                    <a:pt x="55565" y="756"/>
                  </a:lnTo>
                  <a:lnTo>
                    <a:pt x="54994" y="776"/>
                  </a:lnTo>
                  <a:lnTo>
                    <a:pt x="54424" y="791"/>
                  </a:lnTo>
                  <a:lnTo>
                    <a:pt x="53823" y="802"/>
                  </a:lnTo>
                  <a:lnTo>
                    <a:pt x="53222" y="812"/>
                  </a:lnTo>
                  <a:lnTo>
                    <a:pt x="52621" y="812"/>
                  </a:lnTo>
                  <a:lnTo>
                    <a:pt x="52621" y="812"/>
                  </a:lnTo>
                  <a:lnTo>
                    <a:pt x="51841" y="807"/>
                  </a:lnTo>
                  <a:lnTo>
                    <a:pt x="51060" y="796"/>
                  </a:lnTo>
                  <a:lnTo>
                    <a:pt x="1" y="796"/>
                  </a:lnTo>
                  <a:lnTo>
                    <a:pt x="1" y="796"/>
                  </a:lnTo>
                  <a:lnTo>
                    <a:pt x="361" y="715"/>
                  </a:lnTo>
                  <a:lnTo>
                    <a:pt x="782" y="633"/>
                  </a:lnTo>
                  <a:lnTo>
                    <a:pt x="1202" y="557"/>
                  </a:lnTo>
                  <a:lnTo>
                    <a:pt x="1653" y="480"/>
                  </a:lnTo>
                  <a:lnTo>
                    <a:pt x="1653" y="480"/>
                  </a:lnTo>
                  <a:lnTo>
                    <a:pt x="2043" y="429"/>
                  </a:lnTo>
                  <a:lnTo>
                    <a:pt x="2464" y="378"/>
                  </a:lnTo>
                  <a:lnTo>
                    <a:pt x="2944" y="332"/>
                  </a:lnTo>
                  <a:lnTo>
                    <a:pt x="3455" y="286"/>
                  </a:lnTo>
                  <a:lnTo>
                    <a:pt x="4025" y="241"/>
                  </a:lnTo>
                  <a:lnTo>
                    <a:pt x="4626" y="205"/>
                  </a:lnTo>
                  <a:lnTo>
                    <a:pt x="5227" y="169"/>
                  </a:lnTo>
                  <a:lnTo>
                    <a:pt x="5888" y="133"/>
                  </a:lnTo>
                  <a:lnTo>
                    <a:pt x="6578" y="103"/>
                  </a:lnTo>
                  <a:lnTo>
                    <a:pt x="7299" y="77"/>
                  </a:lnTo>
                  <a:lnTo>
                    <a:pt x="8020" y="57"/>
                  </a:lnTo>
                  <a:lnTo>
                    <a:pt x="8771" y="36"/>
                  </a:lnTo>
                  <a:lnTo>
                    <a:pt x="9522" y="21"/>
                  </a:lnTo>
                  <a:lnTo>
                    <a:pt x="10273" y="11"/>
                  </a:lnTo>
                  <a:lnTo>
                    <a:pt x="11054" y="6"/>
                  </a:lnTo>
                  <a:lnTo>
                    <a:pt x="1180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73" name="Google Shape;2473;p90"/>
          <p:cNvSpPr>
            <a:spLocks noGrp="1"/>
          </p:cNvSpPr>
          <p:nvPr>
            <p:ph type="pic" idx="2"/>
          </p:nvPr>
        </p:nvSpPr>
        <p:spPr>
          <a:xfrm>
            <a:off x="7455425" y="258625"/>
            <a:ext cx="2633700" cy="2633700"/>
          </a:xfrm>
          <a:prstGeom prst="ellipse">
            <a:avLst/>
          </a:prstGeom>
          <a:noFill/>
          <a:ln>
            <a:noFill/>
          </a:ln>
        </p:spPr>
      </p:sp>
      <p:sp>
        <p:nvSpPr>
          <p:cNvPr id="2474" name="Google Shape;2474;p90"/>
          <p:cNvSpPr>
            <a:spLocks noGrp="1"/>
          </p:cNvSpPr>
          <p:nvPr>
            <p:ph type="pic" idx="3"/>
          </p:nvPr>
        </p:nvSpPr>
        <p:spPr>
          <a:xfrm>
            <a:off x="6747925" y="-342375"/>
            <a:ext cx="1425300" cy="1425300"/>
          </a:xfrm>
          <a:prstGeom prst="ellipse">
            <a:avLst/>
          </a:prstGeom>
          <a:noFill/>
          <a:ln>
            <a:noFill/>
          </a:ln>
        </p:spPr>
      </p:sp>
      <p:sp>
        <p:nvSpPr>
          <p:cNvPr id="2475" name="Google Shape;2475;p90"/>
          <p:cNvSpPr txBox="1">
            <a:spLocks noGrp="1"/>
          </p:cNvSpPr>
          <p:nvPr>
            <p:ph type="title"/>
          </p:nvPr>
        </p:nvSpPr>
        <p:spPr>
          <a:xfrm>
            <a:off x="457200" y="1085850"/>
            <a:ext cx="4572000" cy="293400"/>
          </a:xfrm>
          <a:prstGeom prst="rect">
            <a:avLst/>
          </a:prstGeom>
        </p:spPr>
        <p:txBody>
          <a:bodyPr spcFirstLastPara="1" wrap="square" lIns="0" tIns="0" rIns="0" bIns="0" anchor="b" anchorCtr="0">
            <a:noAutofit/>
          </a:bodyPr>
          <a:lstStyle>
            <a:lvl1pPr lvl="0" rtl="0">
              <a:spcBef>
                <a:spcPts val="0"/>
              </a:spcBef>
              <a:spcAft>
                <a:spcPts val="0"/>
              </a:spcAft>
              <a:buSzPts val="1000"/>
              <a:buNone/>
              <a:defRPr sz="1000"/>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2476" name="Google Shape;2476;p90"/>
          <p:cNvSpPr txBox="1">
            <a:spLocks noGrp="1"/>
          </p:cNvSpPr>
          <p:nvPr>
            <p:ph type="subTitle" idx="4"/>
          </p:nvPr>
        </p:nvSpPr>
        <p:spPr>
          <a:xfrm>
            <a:off x="457200" y="1604325"/>
            <a:ext cx="2100900" cy="25362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2477" name="Google Shape;2477;p90"/>
          <p:cNvSpPr txBox="1">
            <a:spLocks noGrp="1"/>
          </p:cNvSpPr>
          <p:nvPr>
            <p:ph type="subTitle" idx="5"/>
          </p:nvPr>
        </p:nvSpPr>
        <p:spPr>
          <a:xfrm>
            <a:off x="2928450" y="1604325"/>
            <a:ext cx="2100900" cy="25362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2478" name="Google Shape;2478;p90"/>
          <p:cNvSpPr txBox="1">
            <a:spLocks noGrp="1"/>
          </p:cNvSpPr>
          <p:nvPr>
            <p:ph type="subTitle" idx="6"/>
          </p:nvPr>
        </p:nvSpPr>
        <p:spPr>
          <a:xfrm>
            <a:off x="5399700" y="1604975"/>
            <a:ext cx="2100900" cy="25362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2479" name="Google Shape;2479;p90"/>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869">
          <p15:clr>
            <a:srgbClr val="FA7B17"/>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CS Next ">
  <p:cSld name="CUSTOM_1_1_3_2">
    <p:spTree>
      <p:nvGrpSpPr>
        <p:cNvPr id="1" name="Shape 2480"/>
        <p:cNvGrpSpPr/>
        <p:nvPr/>
      </p:nvGrpSpPr>
      <p:grpSpPr>
        <a:xfrm>
          <a:off x="0" y="0"/>
          <a:ext cx="0" cy="0"/>
          <a:chOff x="0" y="0"/>
          <a:chExt cx="0" cy="0"/>
        </a:xfrm>
      </p:grpSpPr>
      <p:sp>
        <p:nvSpPr>
          <p:cNvPr id="2481" name="Google Shape;2481;p91"/>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91"/>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91"/>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2484" name="Google Shape;2484;p91"/>
          <p:cNvSpPr/>
          <p:nvPr/>
        </p:nvSpPr>
        <p:spPr>
          <a:xfrm flipH="1">
            <a:off x="826903" y="697126"/>
            <a:ext cx="2706506" cy="4170205"/>
          </a:xfrm>
          <a:custGeom>
            <a:avLst/>
            <a:gdLst/>
            <a:ahLst/>
            <a:cxnLst/>
            <a:rect l="l" t="t" r="r" b="b"/>
            <a:pathLst>
              <a:path w="61002" h="15941" extrusionOk="0">
                <a:moveTo>
                  <a:pt x="27543" y="1"/>
                </a:moveTo>
                <a:lnTo>
                  <a:pt x="26251" y="6"/>
                </a:lnTo>
                <a:lnTo>
                  <a:pt x="24960" y="21"/>
                </a:lnTo>
                <a:lnTo>
                  <a:pt x="23668" y="42"/>
                </a:lnTo>
                <a:lnTo>
                  <a:pt x="22377" y="72"/>
                </a:lnTo>
                <a:lnTo>
                  <a:pt x="21115" y="113"/>
                </a:lnTo>
                <a:lnTo>
                  <a:pt x="19854" y="159"/>
                </a:lnTo>
                <a:lnTo>
                  <a:pt x="18622" y="220"/>
                </a:lnTo>
                <a:lnTo>
                  <a:pt x="17391" y="286"/>
                </a:lnTo>
                <a:lnTo>
                  <a:pt x="16189" y="368"/>
                </a:lnTo>
                <a:lnTo>
                  <a:pt x="14988" y="455"/>
                </a:lnTo>
                <a:lnTo>
                  <a:pt x="13817" y="557"/>
                </a:lnTo>
                <a:lnTo>
                  <a:pt x="12675" y="669"/>
                </a:lnTo>
                <a:lnTo>
                  <a:pt x="11564" y="786"/>
                </a:lnTo>
                <a:lnTo>
                  <a:pt x="10453" y="919"/>
                </a:lnTo>
                <a:lnTo>
                  <a:pt x="9402" y="1062"/>
                </a:lnTo>
                <a:lnTo>
                  <a:pt x="8350" y="1215"/>
                </a:lnTo>
                <a:lnTo>
                  <a:pt x="7960" y="1281"/>
                </a:lnTo>
                <a:lnTo>
                  <a:pt x="7570" y="1352"/>
                </a:lnTo>
                <a:lnTo>
                  <a:pt x="7209" y="1424"/>
                </a:lnTo>
                <a:lnTo>
                  <a:pt x="6819" y="1500"/>
                </a:lnTo>
                <a:lnTo>
                  <a:pt x="6458" y="1582"/>
                </a:lnTo>
                <a:lnTo>
                  <a:pt x="6098" y="1664"/>
                </a:lnTo>
                <a:lnTo>
                  <a:pt x="5377" y="1842"/>
                </a:lnTo>
                <a:lnTo>
                  <a:pt x="4716" y="2031"/>
                </a:lnTo>
                <a:lnTo>
                  <a:pt x="4055" y="2235"/>
                </a:lnTo>
                <a:lnTo>
                  <a:pt x="3455" y="2449"/>
                </a:lnTo>
                <a:lnTo>
                  <a:pt x="2884" y="2673"/>
                </a:lnTo>
                <a:lnTo>
                  <a:pt x="2344" y="2913"/>
                </a:lnTo>
                <a:lnTo>
                  <a:pt x="1863" y="3153"/>
                </a:lnTo>
                <a:lnTo>
                  <a:pt x="1442" y="3408"/>
                </a:lnTo>
                <a:lnTo>
                  <a:pt x="1052" y="3663"/>
                </a:lnTo>
                <a:lnTo>
                  <a:pt x="692" y="3928"/>
                </a:lnTo>
                <a:lnTo>
                  <a:pt x="391" y="4199"/>
                </a:lnTo>
                <a:lnTo>
                  <a:pt x="181" y="4469"/>
                </a:lnTo>
                <a:lnTo>
                  <a:pt x="1" y="4749"/>
                </a:lnTo>
                <a:lnTo>
                  <a:pt x="1" y="6065"/>
                </a:lnTo>
                <a:lnTo>
                  <a:pt x="1" y="10345"/>
                </a:lnTo>
                <a:lnTo>
                  <a:pt x="1" y="11686"/>
                </a:lnTo>
                <a:lnTo>
                  <a:pt x="151" y="11906"/>
                </a:lnTo>
                <a:lnTo>
                  <a:pt x="361" y="12125"/>
                </a:lnTo>
                <a:lnTo>
                  <a:pt x="632" y="12339"/>
                </a:lnTo>
                <a:lnTo>
                  <a:pt x="932" y="12548"/>
                </a:lnTo>
                <a:lnTo>
                  <a:pt x="1292" y="12757"/>
                </a:lnTo>
                <a:lnTo>
                  <a:pt x="1713" y="12961"/>
                </a:lnTo>
                <a:lnTo>
                  <a:pt x="2193" y="13160"/>
                </a:lnTo>
                <a:lnTo>
                  <a:pt x="2704" y="13349"/>
                </a:lnTo>
                <a:lnTo>
                  <a:pt x="3335" y="13359"/>
                </a:lnTo>
                <a:lnTo>
                  <a:pt x="3905" y="13370"/>
                </a:lnTo>
                <a:lnTo>
                  <a:pt x="4476" y="13385"/>
                </a:lnTo>
                <a:lnTo>
                  <a:pt x="4987" y="13405"/>
                </a:lnTo>
                <a:lnTo>
                  <a:pt x="5467" y="13426"/>
                </a:lnTo>
                <a:lnTo>
                  <a:pt x="5918" y="13456"/>
                </a:lnTo>
                <a:lnTo>
                  <a:pt x="6338" y="13487"/>
                </a:lnTo>
                <a:lnTo>
                  <a:pt x="6729" y="13517"/>
                </a:lnTo>
                <a:lnTo>
                  <a:pt x="7089" y="13553"/>
                </a:lnTo>
                <a:lnTo>
                  <a:pt x="7419" y="13594"/>
                </a:lnTo>
                <a:lnTo>
                  <a:pt x="7750" y="13635"/>
                </a:lnTo>
                <a:lnTo>
                  <a:pt x="8020" y="13681"/>
                </a:lnTo>
                <a:lnTo>
                  <a:pt x="8290" y="13721"/>
                </a:lnTo>
                <a:lnTo>
                  <a:pt x="8531" y="13773"/>
                </a:lnTo>
                <a:lnTo>
                  <a:pt x="8741" y="13818"/>
                </a:lnTo>
                <a:lnTo>
                  <a:pt x="8951" y="13869"/>
                </a:lnTo>
                <a:lnTo>
                  <a:pt x="9131" y="13920"/>
                </a:lnTo>
                <a:lnTo>
                  <a:pt x="9282" y="13971"/>
                </a:lnTo>
                <a:lnTo>
                  <a:pt x="9552" y="14079"/>
                </a:lnTo>
                <a:lnTo>
                  <a:pt x="9762" y="14186"/>
                </a:lnTo>
                <a:lnTo>
                  <a:pt x="9882" y="14288"/>
                </a:lnTo>
                <a:lnTo>
                  <a:pt x="10002" y="14390"/>
                </a:lnTo>
                <a:lnTo>
                  <a:pt x="10062" y="14487"/>
                </a:lnTo>
                <a:lnTo>
                  <a:pt x="10062" y="14573"/>
                </a:lnTo>
                <a:lnTo>
                  <a:pt x="10092" y="14655"/>
                </a:lnTo>
                <a:lnTo>
                  <a:pt x="10062" y="14716"/>
                </a:lnTo>
                <a:lnTo>
                  <a:pt x="10032" y="14782"/>
                </a:lnTo>
                <a:lnTo>
                  <a:pt x="10633" y="14849"/>
                </a:lnTo>
                <a:lnTo>
                  <a:pt x="11264" y="14910"/>
                </a:lnTo>
                <a:lnTo>
                  <a:pt x="12645" y="15037"/>
                </a:lnTo>
                <a:lnTo>
                  <a:pt x="14057" y="15155"/>
                </a:lnTo>
                <a:lnTo>
                  <a:pt x="15439" y="15267"/>
                </a:lnTo>
                <a:lnTo>
                  <a:pt x="16820" y="15369"/>
                </a:lnTo>
                <a:lnTo>
                  <a:pt x="18172" y="15461"/>
                </a:lnTo>
                <a:lnTo>
                  <a:pt x="19523" y="15548"/>
                </a:lnTo>
                <a:lnTo>
                  <a:pt x="20875" y="15624"/>
                </a:lnTo>
                <a:lnTo>
                  <a:pt x="22196" y="15690"/>
                </a:lnTo>
                <a:lnTo>
                  <a:pt x="23518" y="15752"/>
                </a:lnTo>
                <a:lnTo>
                  <a:pt x="24839" y="15803"/>
                </a:lnTo>
                <a:lnTo>
                  <a:pt x="26131" y="15843"/>
                </a:lnTo>
                <a:lnTo>
                  <a:pt x="27392" y="15879"/>
                </a:lnTo>
                <a:lnTo>
                  <a:pt x="28654" y="15905"/>
                </a:lnTo>
                <a:lnTo>
                  <a:pt x="29915" y="15925"/>
                </a:lnTo>
                <a:lnTo>
                  <a:pt x="31147" y="15935"/>
                </a:lnTo>
                <a:lnTo>
                  <a:pt x="32378" y="15940"/>
                </a:lnTo>
                <a:lnTo>
                  <a:pt x="33189" y="15940"/>
                </a:lnTo>
                <a:lnTo>
                  <a:pt x="34000" y="15935"/>
                </a:lnTo>
                <a:lnTo>
                  <a:pt x="34781" y="15925"/>
                </a:lnTo>
                <a:lnTo>
                  <a:pt x="35562" y="15915"/>
                </a:lnTo>
                <a:lnTo>
                  <a:pt x="36343" y="15899"/>
                </a:lnTo>
                <a:lnTo>
                  <a:pt x="37124" y="15879"/>
                </a:lnTo>
                <a:lnTo>
                  <a:pt x="37905" y="15859"/>
                </a:lnTo>
                <a:lnTo>
                  <a:pt x="38655" y="15833"/>
                </a:lnTo>
                <a:lnTo>
                  <a:pt x="39406" y="15808"/>
                </a:lnTo>
                <a:lnTo>
                  <a:pt x="40127" y="15772"/>
                </a:lnTo>
                <a:lnTo>
                  <a:pt x="40878" y="15741"/>
                </a:lnTo>
                <a:lnTo>
                  <a:pt x="41599" y="15701"/>
                </a:lnTo>
                <a:lnTo>
                  <a:pt x="42320" y="15660"/>
                </a:lnTo>
                <a:lnTo>
                  <a:pt x="43010" y="15619"/>
                </a:lnTo>
                <a:lnTo>
                  <a:pt x="43701" y="15568"/>
                </a:lnTo>
                <a:lnTo>
                  <a:pt x="44392" y="15522"/>
                </a:lnTo>
                <a:lnTo>
                  <a:pt x="45083" y="15466"/>
                </a:lnTo>
                <a:lnTo>
                  <a:pt x="45744" y="15410"/>
                </a:lnTo>
                <a:lnTo>
                  <a:pt x="46404" y="15354"/>
                </a:lnTo>
                <a:lnTo>
                  <a:pt x="47065" y="15287"/>
                </a:lnTo>
                <a:lnTo>
                  <a:pt x="47696" y="15226"/>
                </a:lnTo>
                <a:lnTo>
                  <a:pt x="48327" y="15155"/>
                </a:lnTo>
                <a:lnTo>
                  <a:pt x="48957" y="15088"/>
                </a:lnTo>
                <a:lnTo>
                  <a:pt x="49558" y="15012"/>
                </a:lnTo>
                <a:lnTo>
                  <a:pt x="50189" y="14935"/>
                </a:lnTo>
                <a:lnTo>
                  <a:pt x="50759" y="14854"/>
                </a:lnTo>
                <a:lnTo>
                  <a:pt x="51360" y="14772"/>
                </a:lnTo>
                <a:lnTo>
                  <a:pt x="51931" y="14691"/>
                </a:lnTo>
                <a:lnTo>
                  <a:pt x="52471" y="14604"/>
                </a:lnTo>
                <a:lnTo>
                  <a:pt x="53042" y="14512"/>
                </a:lnTo>
                <a:lnTo>
                  <a:pt x="53583" y="14420"/>
                </a:lnTo>
                <a:lnTo>
                  <a:pt x="54093" y="14323"/>
                </a:lnTo>
                <a:lnTo>
                  <a:pt x="54484" y="14247"/>
                </a:lnTo>
                <a:lnTo>
                  <a:pt x="54844" y="14170"/>
                </a:lnTo>
                <a:lnTo>
                  <a:pt x="55205" y="14084"/>
                </a:lnTo>
                <a:lnTo>
                  <a:pt x="55565" y="13997"/>
                </a:lnTo>
                <a:lnTo>
                  <a:pt x="55895" y="13905"/>
                </a:lnTo>
                <a:lnTo>
                  <a:pt x="56226" y="13803"/>
                </a:lnTo>
                <a:lnTo>
                  <a:pt x="56556" y="13701"/>
                </a:lnTo>
                <a:lnTo>
                  <a:pt x="56886" y="13594"/>
                </a:lnTo>
                <a:lnTo>
                  <a:pt x="57187" y="13482"/>
                </a:lnTo>
                <a:lnTo>
                  <a:pt x="57487" y="13364"/>
                </a:lnTo>
                <a:lnTo>
                  <a:pt x="58058" y="13125"/>
                </a:lnTo>
                <a:lnTo>
                  <a:pt x="58598" y="12870"/>
                </a:lnTo>
                <a:lnTo>
                  <a:pt x="59079" y="12599"/>
                </a:lnTo>
                <a:lnTo>
                  <a:pt x="59500" y="12324"/>
                </a:lnTo>
                <a:lnTo>
                  <a:pt x="59890" y="12033"/>
                </a:lnTo>
                <a:lnTo>
                  <a:pt x="60220" y="11737"/>
                </a:lnTo>
                <a:lnTo>
                  <a:pt x="60491" y="11436"/>
                </a:lnTo>
                <a:lnTo>
                  <a:pt x="60701" y="11130"/>
                </a:lnTo>
                <a:lnTo>
                  <a:pt x="60851" y="10819"/>
                </a:lnTo>
                <a:lnTo>
                  <a:pt x="60971" y="10508"/>
                </a:lnTo>
                <a:lnTo>
                  <a:pt x="61001" y="10197"/>
                </a:lnTo>
                <a:lnTo>
                  <a:pt x="61001" y="5560"/>
                </a:lnTo>
                <a:lnTo>
                  <a:pt x="60971" y="5321"/>
                </a:lnTo>
                <a:lnTo>
                  <a:pt x="60911" y="5081"/>
                </a:lnTo>
                <a:lnTo>
                  <a:pt x="60821" y="4841"/>
                </a:lnTo>
                <a:lnTo>
                  <a:pt x="60671" y="4602"/>
                </a:lnTo>
                <a:lnTo>
                  <a:pt x="60491" y="4362"/>
                </a:lnTo>
                <a:lnTo>
                  <a:pt x="60280" y="4127"/>
                </a:lnTo>
                <a:lnTo>
                  <a:pt x="60010" y="3898"/>
                </a:lnTo>
                <a:lnTo>
                  <a:pt x="59680" y="3668"/>
                </a:lnTo>
                <a:lnTo>
                  <a:pt x="59319" y="3444"/>
                </a:lnTo>
                <a:lnTo>
                  <a:pt x="58899" y="3224"/>
                </a:lnTo>
                <a:lnTo>
                  <a:pt x="58448" y="3015"/>
                </a:lnTo>
                <a:lnTo>
                  <a:pt x="57938" y="2806"/>
                </a:lnTo>
                <a:lnTo>
                  <a:pt x="57367" y="2607"/>
                </a:lnTo>
                <a:lnTo>
                  <a:pt x="56766" y="2418"/>
                </a:lnTo>
                <a:lnTo>
                  <a:pt x="56436" y="2327"/>
                </a:lnTo>
                <a:lnTo>
                  <a:pt x="56076" y="2235"/>
                </a:lnTo>
                <a:lnTo>
                  <a:pt x="55715" y="2148"/>
                </a:lnTo>
                <a:lnTo>
                  <a:pt x="55355" y="2061"/>
                </a:lnTo>
                <a:lnTo>
                  <a:pt x="54814" y="2072"/>
                </a:lnTo>
                <a:lnTo>
                  <a:pt x="53943" y="2072"/>
                </a:lnTo>
                <a:lnTo>
                  <a:pt x="53342" y="2066"/>
                </a:lnTo>
                <a:lnTo>
                  <a:pt x="52772" y="2061"/>
                </a:lnTo>
                <a:lnTo>
                  <a:pt x="52231" y="2046"/>
                </a:lnTo>
                <a:lnTo>
                  <a:pt x="51721" y="2031"/>
                </a:lnTo>
                <a:lnTo>
                  <a:pt x="51240" y="2010"/>
                </a:lnTo>
                <a:lnTo>
                  <a:pt x="50789" y="1985"/>
                </a:lnTo>
                <a:lnTo>
                  <a:pt x="50369" y="1959"/>
                </a:lnTo>
                <a:lnTo>
                  <a:pt x="49979" y="1929"/>
                </a:lnTo>
                <a:lnTo>
                  <a:pt x="49618" y="1898"/>
                </a:lnTo>
                <a:lnTo>
                  <a:pt x="49258" y="1862"/>
                </a:lnTo>
                <a:lnTo>
                  <a:pt x="48927" y="1827"/>
                </a:lnTo>
                <a:lnTo>
                  <a:pt x="48657" y="1786"/>
                </a:lnTo>
                <a:lnTo>
                  <a:pt x="48387" y="1745"/>
                </a:lnTo>
                <a:lnTo>
                  <a:pt x="48116" y="1699"/>
                </a:lnTo>
                <a:lnTo>
                  <a:pt x="47876" y="1658"/>
                </a:lnTo>
                <a:lnTo>
                  <a:pt x="47666" y="1613"/>
                </a:lnTo>
                <a:lnTo>
                  <a:pt x="47486" y="1562"/>
                </a:lnTo>
                <a:lnTo>
                  <a:pt x="47305" y="1516"/>
                </a:lnTo>
                <a:lnTo>
                  <a:pt x="47035" y="1414"/>
                </a:lnTo>
                <a:lnTo>
                  <a:pt x="46795" y="1317"/>
                </a:lnTo>
                <a:lnTo>
                  <a:pt x="46615" y="1215"/>
                </a:lnTo>
                <a:lnTo>
                  <a:pt x="46494" y="1118"/>
                </a:lnTo>
                <a:lnTo>
                  <a:pt x="46404" y="1021"/>
                </a:lnTo>
                <a:lnTo>
                  <a:pt x="46344" y="929"/>
                </a:lnTo>
                <a:lnTo>
                  <a:pt x="46314" y="847"/>
                </a:lnTo>
                <a:lnTo>
                  <a:pt x="45263" y="751"/>
                </a:lnTo>
                <a:lnTo>
                  <a:pt x="44152" y="659"/>
                </a:lnTo>
                <a:lnTo>
                  <a:pt x="43041" y="572"/>
                </a:lnTo>
                <a:lnTo>
                  <a:pt x="41929" y="490"/>
                </a:lnTo>
                <a:lnTo>
                  <a:pt x="40788" y="419"/>
                </a:lnTo>
                <a:lnTo>
                  <a:pt x="39617" y="348"/>
                </a:lnTo>
                <a:lnTo>
                  <a:pt x="38445" y="286"/>
                </a:lnTo>
                <a:lnTo>
                  <a:pt x="37244" y="225"/>
                </a:lnTo>
                <a:lnTo>
                  <a:pt x="36072" y="174"/>
                </a:lnTo>
                <a:lnTo>
                  <a:pt x="34871" y="128"/>
                </a:lnTo>
                <a:lnTo>
                  <a:pt x="33640" y="93"/>
                </a:lnTo>
                <a:lnTo>
                  <a:pt x="32438" y="62"/>
                </a:lnTo>
                <a:lnTo>
                  <a:pt x="31207" y="36"/>
                </a:lnTo>
                <a:lnTo>
                  <a:pt x="29975" y="16"/>
                </a:lnTo>
                <a:lnTo>
                  <a:pt x="28774" y="6"/>
                </a:lnTo>
                <a:lnTo>
                  <a:pt x="27543" y="1"/>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91"/>
          <p:cNvSpPr/>
          <p:nvPr/>
        </p:nvSpPr>
        <p:spPr>
          <a:xfrm flipH="1">
            <a:off x="826903" y="697126"/>
            <a:ext cx="2706506" cy="4170205"/>
          </a:xfrm>
          <a:custGeom>
            <a:avLst/>
            <a:gdLst/>
            <a:ahLst/>
            <a:cxnLst/>
            <a:rect l="l" t="t" r="r" b="b"/>
            <a:pathLst>
              <a:path w="61002" h="15941" fill="none" extrusionOk="0">
                <a:moveTo>
                  <a:pt x="27543" y="1"/>
                </a:moveTo>
                <a:lnTo>
                  <a:pt x="27543" y="1"/>
                </a:lnTo>
                <a:lnTo>
                  <a:pt x="28774" y="6"/>
                </a:lnTo>
                <a:lnTo>
                  <a:pt x="29975" y="16"/>
                </a:lnTo>
                <a:lnTo>
                  <a:pt x="31207" y="36"/>
                </a:lnTo>
                <a:lnTo>
                  <a:pt x="32438" y="62"/>
                </a:lnTo>
                <a:lnTo>
                  <a:pt x="33640" y="93"/>
                </a:lnTo>
                <a:lnTo>
                  <a:pt x="34871" y="128"/>
                </a:lnTo>
                <a:lnTo>
                  <a:pt x="36072" y="174"/>
                </a:lnTo>
                <a:lnTo>
                  <a:pt x="37244" y="225"/>
                </a:lnTo>
                <a:lnTo>
                  <a:pt x="38445" y="286"/>
                </a:lnTo>
                <a:lnTo>
                  <a:pt x="39617" y="348"/>
                </a:lnTo>
                <a:lnTo>
                  <a:pt x="40788" y="419"/>
                </a:lnTo>
                <a:lnTo>
                  <a:pt x="41929" y="490"/>
                </a:lnTo>
                <a:lnTo>
                  <a:pt x="43041" y="572"/>
                </a:lnTo>
                <a:lnTo>
                  <a:pt x="44152" y="659"/>
                </a:lnTo>
                <a:lnTo>
                  <a:pt x="45263" y="751"/>
                </a:lnTo>
                <a:lnTo>
                  <a:pt x="46314" y="847"/>
                </a:lnTo>
                <a:lnTo>
                  <a:pt x="46314" y="847"/>
                </a:lnTo>
                <a:lnTo>
                  <a:pt x="46344" y="929"/>
                </a:lnTo>
                <a:lnTo>
                  <a:pt x="46404" y="1021"/>
                </a:lnTo>
                <a:lnTo>
                  <a:pt x="46494" y="1118"/>
                </a:lnTo>
                <a:lnTo>
                  <a:pt x="46615" y="1215"/>
                </a:lnTo>
                <a:lnTo>
                  <a:pt x="46795" y="1317"/>
                </a:lnTo>
                <a:lnTo>
                  <a:pt x="47035" y="1414"/>
                </a:lnTo>
                <a:lnTo>
                  <a:pt x="47305" y="1516"/>
                </a:lnTo>
                <a:lnTo>
                  <a:pt x="47486" y="1562"/>
                </a:lnTo>
                <a:lnTo>
                  <a:pt x="47666" y="1613"/>
                </a:lnTo>
                <a:lnTo>
                  <a:pt x="47876" y="1658"/>
                </a:lnTo>
                <a:lnTo>
                  <a:pt x="48116" y="1699"/>
                </a:lnTo>
                <a:lnTo>
                  <a:pt x="48387" y="1745"/>
                </a:lnTo>
                <a:lnTo>
                  <a:pt x="48657" y="1786"/>
                </a:lnTo>
                <a:lnTo>
                  <a:pt x="48927" y="1827"/>
                </a:lnTo>
                <a:lnTo>
                  <a:pt x="49258" y="1862"/>
                </a:lnTo>
                <a:lnTo>
                  <a:pt x="49618" y="1898"/>
                </a:lnTo>
                <a:lnTo>
                  <a:pt x="49979" y="1929"/>
                </a:lnTo>
                <a:lnTo>
                  <a:pt x="50369" y="1959"/>
                </a:lnTo>
                <a:lnTo>
                  <a:pt x="50789" y="1985"/>
                </a:lnTo>
                <a:lnTo>
                  <a:pt x="51240" y="2010"/>
                </a:lnTo>
                <a:lnTo>
                  <a:pt x="51721" y="2031"/>
                </a:lnTo>
                <a:lnTo>
                  <a:pt x="52231" y="2046"/>
                </a:lnTo>
                <a:lnTo>
                  <a:pt x="52772" y="2061"/>
                </a:lnTo>
                <a:lnTo>
                  <a:pt x="53342" y="2066"/>
                </a:lnTo>
                <a:lnTo>
                  <a:pt x="53943" y="2072"/>
                </a:lnTo>
                <a:lnTo>
                  <a:pt x="53943" y="2072"/>
                </a:lnTo>
                <a:lnTo>
                  <a:pt x="54243" y="2072"/>
                </a:lnTo>
                <a:lnTo>
                  <a:pt x="54243" y="2072"/>
                </a:lnTo>
                <a:lnTo>
                  <a:pt x="54814" y="2072"/>
                </a:lnTo>
                <a:lnTo>
                  <a:pt x="55355" y="2061"/>
                </a:lnTo>
                <a:lnTo>
                  <a:pt x="55355" y="2061"/>
                </a:lnTo>
                <a:lnTo>
                  <a:pt x="55715" y="2148"/>
                </a:lnTo>
                <a:lnTo>
                  <a:pt x="56076" y="2235"/>
                </a:lnTo>
                <a:lnTo>
                  <a:pt x="56436" y="2327"/>
                </a:lnTo>
                <a:lnTo>
                  <a:pt x="56766" y="2418"/>
                </a:lnTo>
                <a:lnTo>
                  <a:pt x="57367" y="2607"/>
                </a:lnTo>
                <a:lnTo>
                  <a:pt x="57938" y="2806"/>
                </a:lnTo>
                <a:lnTo>
                  <a:pt x="58448" y="3015"/>
                </a:lnTo>
                <a:lnTo>
                  <a:pt x="58899" y="3224"/>
                </a:lnTo>
                <a:lnTo>
                  <a:pt x="59319" y="3444"/>
                </a:lnTo>
                <a:lnTo>
                  <a:pt x="59680" y="3668"/>
                </a:lnTo>
                <a:lnTo>
                  <a:pt x="60010" y="3898"/>
                </a:lnTo>
                <a:lnTo>
                  <a:pt x="60280" y="4127"/>
                </a:lnTo>
                <a:lnTo>
                  <a:pt x="60491" y="4362"/>
                </a:lnTo>
                <a:lnTo>
                  <a:pt x="60671" y="4602"/>
                </a:lnTo>
                <a:lnTo>
                  <a:pt x="60821" y="4841"/>
                </a:lnTo>
                <a:lnTo>
                  <a:pt x="60911" y="5081"/>
                </a:lnTo>
                <a:lnTo>
                  <a:pt x="60971" y="5321"/>
                </a:lnTo>
                <a:lnTo>
                  <a:pt x="61001" y="5560"/>
                </a:lnTo>
                <a:lnTo>
                  <a:pt x="61001" y="10197"/>
                </a:lnTo>
                <a:lnTo>
                  <a:pt x="61001" y="10197"/>
                </a:lnTo>
                <a:lnTo>
                  <a:pt x="60971" y="10508"/>
                </a:lnTo>
                <a:lnTo>
                  <a:pt x="60851" y="10819"/>
                </a:lnTo>
                <a:lnTo>
                  <a:pt x="60701" y="11130"/>
                </a:lnTo>
                <a:lnTo>
                  <a:pt x="60491" y="11436"/>
                </a:lnTo>
                <a:lnTo>
                  <a:pt x="60220" y="11737"/>
                </a:lnTo>
                <a:lnTo>
                  <a:pt x="59890" y="12033"/>
                </a:lnTo>
                <a:lnTo>
                  <a:pt x="59500" y="12324"/>
                </a:lnTo>
                <a:lnTo>
                  <a:pt x="59079" y="12599"/>
                </a:lnTo>
                <a:lnTo>
                  <a:pt x="58598" y="12870"/>
                </a:lnTo>
                <a:lnTo>
                  <a:pt x="58058" y="13125"/>
                </a:lnTo>
                <a:lnTo>
                  <a:pt x="57487" y="13364"/>
                </a:lnTo>
                <a:lnTo>
                  <a:pt x="57187" y="13482"/>
                </a:lnTo>
                <a:lnTo>
                  <a:pt x="56886" y="13594"/>
                </a:lnTo>
                <a:lnTo>
                  <a:pt x="56556" y="13701"/>
                </a:lnTo>
                <a:lnTo>
                  <a:pt x="56226" y="13803"/>
                </a:lnTo>
                <a:lnTo>
                  <a:pt x="55895" y="13905"/>
                </a:lnTo>
                <a:lnTo>
                  <a:pt x="55565" y="13997"/>
                </a:lnTo>
                <a:lnTo>
                  <a:pt x="55205" y="14084"/>
                </a:lnTo>
                <a:lnTo>
                  <a:pt x="54844" y="14170"/>
                </a:lnTo>
                <a:lnTo>
                  <a:pt x="54484" y="14247"/>
                </a:lnTo>
                <a:lnTo>
                  <a:pt x="54093" y="14323"/>
                </a:lnTo>
                <a:lnTo>
                  <a:pt x="54093" y="14323"/>
                </a:lnTo>
                <a:lnTo>
                  <a:pt x="53583" y="14420"/>
                </a:lnTo>
                <a:lnTo>
                  <a:pt x="53042" y="14512"/>
                </a:lnTo>
                <a:lnTo>
                  <a:pt x="52471" y="14604"/>
                </a:lnTo>
                <a:lnTo>
                  <a:pt x="51931" y="14691"/>
                </a:lnTo>
                <a:lnTo>
                  <a:pt x="51360" y="14772"/>
                </a:lnTo>
                <a:lnTo>
                  <a:pt x="50759" y="14854"/>
                </a:lnTo>
                <a:lnTo>
                  <a:pt x="50189" y="14935"/>
                </a:lnTo>
                <a:lnTo>
                  <a:pt x="49558" y="15012"/>
                </a:lnTo>
                <a:lnTo>
                  <a:pt x="48957" y="15088"/>
                </a:lnTo>
                <a:lnTo>
                  <a:pt x="48327" y="15155"/>
                </a:lnTo>
                <a:lnTo>
                  <a:pt x="47696" y="15226"/>
                </a:lnTo>
                <a:lnTo>
                  <a:pt x="47065" y="15287"/>
                </a:lnTo>
                <a:lnTo>
                  <a:pt x="46404" y="15354"/>
                </a:lnTo>
                <a:lnTo>
                  <a:pt x="45744" y="15410"/>
                </a:lnTo>
                <a:lnTo>
                  <a:pt x="45083" y="15466"/>
                </a:lnTo>
                <a:lnTo>
                  <a:pt x="44392" y="15522"/>
                </a:lnTo>
                <a:lnTo>
                  <a:pt x="43701" y="15568"/>
                </a:lnTo>
                <a:lnTo>
                  <a:pt x="43010" y="15619"/>
                </a:lnTo>
                <a:lnTo>
                  <a:pt x="42320" y="15660"/>
                </a:lnTo>
                <a:lnTo>
                  <a:pt x="41599" y="15701"/>
                </a:lnTo>
                <a:lnTo>
                  <a:pt x="40878" y="15741"/>
                </a:lnTo>
                <a:lnTo>
                  <a:pt x="40127" y="15772"/>
                </a:lnTo>
                <a:lnTo>
                  <a:pt x="39406" y="15808"/>
                </a:lnTo>
                <a:lnTo>
                  <a:pt x="38655" y="15833"/>
                </a:lnTo>
                <a:lnTo>
                  <a:pt x="37905" y="15859"/>
                </a:lnTo>
                <a:lnTo>
                  <a:pt x="37124" y="15879"/>
                </a:lnTo>
                <a:lnTo>
                  <a:pt x="36343" y="15899"/>
                </a:lnTo>
                <a:lnTo>
                  <a:pt x="35562" y="15915"/>
                </a:lnTo>
                <a:lnTo>
                  <a:pt x="34781" y="15925"/>
                </a:lnTo>
                <a:lnTo>
                  <a:pt x="34000" y="15935"/>
                </a:lnTo>
                <a:lnTo>
                  <a:pt x="33189" y="15940"/>
                </a:lnTo>
                <a:lnTo>
                  <a:pt x="32378" y="15940"/>
                </a:lnTo>
                <a:lnTo>
                  <a:pt x="32378" y="15940"/>
                </a:lnTo>
                <a:lnTo>
                  <a:pt x="31147" y="15935"/>
                </a:lnTo>
                <a:lnTo>
                  <a:pt x="29915" y="15925"/>
                </a:lnTo>
                <a:lnTo>
                  <a:pt x="28654" y="15905"/>
                </a:lnTo>
                <a:lnTo>
                  <a:pt x="27392" y="15879"/>
                </a:lnTo>
                <a:lnTo>
                  <a:pt x="26131" y="15843"/>
                </a:lnTo>
                <a:lnTo>
                  <a:pt x="24839" y="15803"/>
                </a:lnTo>
                <a:lnTo>
                  <a:pt x="23518" y="15752"/>
                </a:lnTo>
                <a:lnTo>
                  <a:pt x="22196" y="15690"/>
                </a:lnTo>
                <a:lnTo>
                  <a:pt x="20875" y="15624"/>
                </a:lnTo>
                <a:lnTo>
                  <a:pt x="19523" y="15548"/>
                </a:lnTo>
                <a:lnTo>
                  <a:pt x="18172" y="15461"/>
                </a:lnTo>
                <a:lnTo>
                  <a:pt x="16820" y="15369"/>
                </a:lnTo>
                <a:lnTo>
                  <a:pt x="15439" y="15267"/>
                </a:lnTo>
                <a:lnTo>
                  <a:pt x="14057" y="15155"/>
                </a:lnTo>
                <a:lnTo>
                  <a:pt x="12645" y="15037"/>
                </a:lnTo>
                <a:lnTo>
                  <a:pt x="11264" y="14910"/>
                </a:lnTo>
                <a:lnTo>
                  <a:pt x="11264" y="14910"/>
                </a:lnTo>
                <a:lnTo>
                  <a:pt x="10633" y="14849"/>
                </a:lnTo>
                <a:lnTo>
                  <a:pt x="10032" y="14782"/>
                </a:lnTo>
                <a:lnTo>
                  <a:pt x="10032" y="14782"/>
                </a:lnTo>
                <a:lnTo>
                  <a:pt x="10062" y="14716"/>
                </a:lnTo>
                <a:lnTo>
                  <a:pt x="10092" y="14655"/>
                </a:lnTo>
                <a:lnTo>
                  <a:pt x="10092" y="14655"/>
                </a:lnTo>
                <a:lnTo>
                  <a:pt x="10062" y="14573"/>
                </a:lnTo>
                <a:lnTo>
                  <a:pt x="10062" y="14487"/>
                </a:lnTo>
                <a:lnTo>
                  <a:pt x="10002" y="14390"/>
                </a:lnTo>
                <a:lnTo>
                  <a:pt x="9882" y="14288"/>
                </a:lnTo>
                <a:lnTo>
                  <a:pt x="9762" y="14186"/>
                </a:lnTo>
                <a:lnTo>
                  <a:pt x="9552" y="14079"/>
                </a:lnTo>
                <a:lnTo>
                  <a:pt x="9282" y="13971"/>
                </a:lnTo>
                <a:lnTo>
                  <a:pt x="9131" y="13920"/>
                </a:lnTo>
                <a:lnTo>
                  <a:pt x="8951" y="13869"/>
                </a:lnTo>
                <a:lnTo>
                  <a:pt x="8741" y="13818"/>
                </a:lnTo>
                <a:lnTo>
                  <a:pt x="8531" y="13773"/>
                </a:lnTo>
                <a:lnTo>
                  <a:pt x="8290" y="13721"/>
                </a:lnTo>
                <a:lnTo>
                  <a:pt x="8020" y="13681"/>
                </a:lnTo>
                <a:lnTo>
                  <a:pt x="7750" y="13635"/>
                </a:lnTo>
                <a:lnTo>
                  <a:pt x="7419" y="13594"/>
                </a:lnTo>
                <a:lnTo>
                  <a:pt x="7089" y="13553"/>
                </a:lnTo>
                <a:lnTo>
                  <a:pt x="6729" y="13517"/>
                </a:lnTo>
                <a:lnTo>
                  <a:pt x="6338" y="13487"/>
                </a:lnTo>
                <a:lnTo>
                  <a:pt x="5918" y="13456"/>
                </a:lnTo>
                <a:lnTo>
                  <a:pt x="5467" y="13426"/>
                </a:lnTo>
                <a:lnTo>
                  <a:pt x="4987" y="13405"/>
                </a:lnTo>
                <a:lnTo>
                  <a:pt x="4476" y="13385"/>
                </a:lnTo>
                <a:lnTo>
                  <a:pt x="3905" y="13370"/>
                </a:lnTo>
                <a:lnTo>
                  <a:pt x="3335" y="13359"/>
                </a:lnTo>
                <a:lnTo>
                  <a:pt x="2704" y="13349"/>
                </a:lnTo>
                <a:lnTo>
                  <a:pt x="2704" y="13349"/>
                </a:lnTo>
                <a:lnTo>
                  <a:pt x="2193" y="13160"/>
                </a:lnTo>
                <a:lnTo>
                  <a:pt x="1713" y="12961"/>
                </a:lnTo>
                <a:lnTo>
                  <a:pt x="1292" y="12757"/>
                </a:lnTo>
                <a:lnTo>
                  <a:pt x="932" y="12548"/>
                </a:lnTo>
                <a:lnTo>
                  <a:pt x="632" y="12339"/>
                </a:lnTo>
                <a:lnTo>
                  <a:pt x="361" y="12125"/>
                </a:lnTo>
                <a:lnTo>
                  <a:pt x="151" y="11906"/>
                </a:lnTo>
                <a:lnTo>
                  <a:pt x="1" y="11686"/>
                </a:lnTo>
                <a:lnTo>
                  <a:pt x="1" y="10345"/>
                </a:lnTo>
                <a:lnTo>
                  <a:pt x="1" y="6065"/>
                </a:lnTo>
                <a:lnTo>
                  <a:pt x="1" y="4749"/>
                </a:lnTo>
                <a:lnTo>
                  <a:pt x="1" y="4749"/>
                </a:lnTo>
                <a:lnTo>
                  <a:pt x="181" y="4469"/>
                </a:lnTo>
                <a:lnTo>
                  <a:pt x="391" y="4199"/>
                </a:lnTo>
                <a:lnTo>
                  <a:pt x="692" y="3928"/>
                </a:lnTo>
                <a:lnTo>
                  <a:pt x="1052" y="3663"/>
                </a:lnTo>
                <a:lnTo>
                  <a:pt x="1442" y="3408"/>
                </a:lnTo>
                <a:lnTo>
                  <a:pt x="1863" y="3153"/>
                </a:lnTo>
                <a:lnTo>
                  <a:pt x="2344" y="2913"/>
                </a:lnTo>
                <a:lnTo>
                  <a:pt x="2884" y="2673"/>
                </a:lnTo>
                <a:lnTo>
                  <a:pt x="3455" y="2449"/>
                </a:lnTo>
                <a:lnTo>
                  <a:pt x="4055" y="2235"/>
                </a:lnTo>
                <a:lnTo>
                  <a:pt x="4716" y="2031"/>
                </a:lnTo>
                <a:lnTo>
                  <a:pt x="5377" y="1842"/>
                </a:lnTo>
                <a:lnTo>
                  <a:pt x="6098" y="1664"/>
                </a:lnTo>
                <a:lnTo>
                  <a:pt x="6458" y="1582"/>
                </a:lnTo>
                <a:lnTo>
                  <a:pt x="6819" y="1500"/>
                </a:lnTo>
                <a:lnTo>
                  <a:pt x="7209" y="1424"/>
                </a:lnTo>
                <a:lnTo>
                  <a:pt x="7570" y="1352"/>
                </a:lnTo>
                <a:lnTo>
                  <a:pt x="7960" y="1281"/>
                </a:lnTo>
                <a:lnTo>
                  <a:pt x="8350" y="1215"/>
                </a:lnTo>
                <a:lnTo>
                  <a:pt x="8350" y="1215"/>
                </a:lnTo>
                <a:lnTo>
                  <a:pt x="9402" y="1062"/>
                </a:lnTo>
                <a:lnTo>
                  <a:pt x="10453" y="919"/>
                </a:lnTo>
                <a:lnTo>
                  <a:pt x="11564" y="786"/>
                </a:lnTo>
                <a:lnTo>
                  <a:pt x="12675" y="669"/>
                </a:lnTo>
                <a:lnTo>
                  <a:pt x="13817" y="557"/>
                </a:lnTo>
                <a:lnTo>
                  <a:pt x="14988" y="455"/>
                </a:lnTo>
                <a:lnTo>
                  <a:pt x="16189" y="368"/>
                </a:lnTo>
                <a:lnTo>
                  <a:pt x="17391" y="286"/>
                </a:lnTo>
                <a:lnTo>
                  <a:pt x="18622" y="220"/>
                </a:lnTo>
                <a:lnTo>
                  <a:pt x="19854" y="159"/>
                </a:lnTo>
                <a:lnTo>
                  <a:pt x="21115" y="113"/>
                </a:lnTo>
                <a:lnTo>
                  <a:pt x="22377" y="72"/>
                </a:lnTo>
                <a:lnTo>
                  <a:pt x="23668" y="42"/>
                </a:lnTo>
                <a:lnTo>
                  <a:pt x="24960" y="21"/>
                </a:lnTo>
                <a:lnTo>
                  <a:pt x="26251" y="6"/>
                </a:lnTo>
                <a:lnTo>
                  <a:pt x="275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91"/>
          <p:cNvSpPr/>
          <p:nvPr/>
        </p:nvSpPr>
        <p:spPr>
          <a:xfrm flipH="1">
            <a:off x="3088268" y="4189242"/>
            <a:ext cx="677004" cy="657930"/>
          </a:xfrm>
          <a:custGeom>
            <a:avLst/>
            <a:gdLst/>
            <a:ahLst/>
            <a:cxnLst/>
            <a:rect l="l" t="t" r="r" b="b"/>
            <a:pathLst>
              <a:path w="15259" h="2515" extrusionOk="0">
                <a:moveTo>
                  <a:pt x="7389" y="0"/>
                </a:moveTo>
                <a:lnTo>
                  <a:pt x="6759" y="5"/>
                </a:lnTo>
                <a:lnTo>
                  <a:pt x="6188" y="10"/>
                </a:lnTo>
                <a:lnTo>
                  <a:pt x="5647" y="26"/>
                </a:lnTo>
                <a:lnTo>
                  <a:pt x="5107" y="41"/>
                </a:lnTo>
                <a:lnTo>
                  <a:pt x="4626" y="66"/>
                </a:lnTo>
                <a:lnTo>
                  <a:pt x="4176" y="92"/>
                </a:lnTo>
                <a:lnTo>
                  <a:pt x="3725" y="123"/>
                </a:lnTo>
                <a:lnTo>
                  <a:pt x="3335" y="158"/>
                </a:lnTo>
                <a:lnTo>
                  <a:pt x="2974" y="199"/>
                </a:lnTo>
                <a:lnTo>
                  <a:pt x="2614" y="240"/>
                </a:lnTo>
                <a:lnTo>
                  <a:pt x="2313" y="286"/>
                </a:lnTo>
                <a:lnTo>
                  <a:pt x="2013" y="332"/>
                </a:lnTo>
                <a:lnTo>
                  <a:pt x="1743" y="383"/>
                </a:lnTo>
                <a:lnTo>
                  <a:pt x="1503" y="434"/>
                </a:lnTo>
                <a:lnTo>
                  <a:pt x="1262" y="485"/>
                </a:lnTo>
                <a:lnTo>
                  <a:pt x="1052" y="541"/>
                </a:lnTo>
                <a:lnTo>
                  <a:pt x="872" y="597"/>
                </a:lnTo>
                <a:lnTo>
                  <a:pt x="722" y="658"/>
                </a:lnTo>
                <a:lnTo>
                  <a:pt x="571" y="714"/>
                </a:lnTo>
                <a:lnTo>
                  <a:pt x="451" y="775"/>
                </a:lnTo>
                <a:lnTo>
                  <a:pt x="241" y="893"/>
                </a:lnTo>
                <a:lnTo>
                  <a:pt x="121" y="1010"/>
                </a:lnTo>
                <a:lnTo>
                  <a:pt x="31" y="1127"/>
                </a:lnTo>
                <a:lnTo>
                  <a:pt x="1" y="1235"/>
                </a:lnTo>
                <a:lnTo>
                  <a:pt x="1" y="1337"/>
                </a:lnTo>
                <a:lnTo>
                  <a:pt x="31" y="1423"/>
                </a:lnTo>
                <a:lnTo>
                  <a:pt x="91" y="1515"/>
                </a:lnTo>
                <a:lnTo>
                  <a:pt x="181" y="1602"/>
                </a:lnTo>
                <a:lnTo>
                  <a:pt x="301" y="1694"/>
                </a:lnTo>
                <a:lnTo>
                  <a:pt x="451" y="1785"/>
                </a:lnTo>
                <a:lnTo>
                  <a:pt x="631" y="1877"/>
                </a:lnTo>
                <a:lnTo>
                  <a:pt x="872" y="1964"/>
                </a:lnTo>
                <a:lnTo>
                  <a:pt x="1142" y="2051"/>
                </a:lnTo>
                <a:lnTo>
                  <a:pt x="1503" y="2132"/>
                </a:lnTo>
                <a:lnTo>
                  <a:pt x="1683" y="2168"/>
                </a:lnTo>
                <a:lnTo>
                  <a:pt x="1893" y="2204"/>
                </a:lnTo>
                <a:lnTo>
                  <a:pt x="2133" y="2244"/>
                </a:lnTo>
                <a:lnTo>
                  <a:pt x="2404" y="2275"/>
                </a:lnTo>
                <a:lnTo>
                  <a:pt x="2674" y="2311"/>
                </a:lnTo>
                <a:lnTo>
                  <a:pt x="2944" y="2341"/>
                </a:lnTo>
                <a:lnTo>
                  <a:pt x="3275" y="2367"/>
                </a:lnTo>
                <a:lnTo>
                  <a:pt x="3605" y="2397"/>
                </a:lnTo>
                <a:lnTo>
                  <a:pt x="3965" y="2418"/>
                </a:lnTo>
                <a:lnTo>
                  <a:pt x="4356" y="2443"/>
                </a:lnTo>
                <a:lnTo>
                  <a:pt x="4776" y="2459"/>
                </a:lnTo>
                <a:lnTo>
                  <a:pt x="5197" y="2479"/>
                </a:lnTo>
                <a:lnTo>
                  <a:pt x="5677" y="2489"/>
                </a:lnTo>
                <a:lnTo>
                  <a:pt x="6158" y="2505"/>
                </a:lnTo>
                <a:lnTo>
                  <a:pt x="6668" y="2510"/>
                </a:lnTo>
                <a:lnTo>
                  <a:pt x="7209" y="2515"/>
                </a:lnTo>
                <a:lnTo>
                  <a:pt x="8050" y="2515"/>
                </a:lnTo>
                <a:lnTo>
                  <a:pt x="8531" y="2510"/>
                </a:lnTo>
                <a:lnTo>
                  <a:pt x="8951" y="2499"/>
                </a:lnTo>
                <a:lnTo>
                  <a:pt x="9402" y="2489"/>
                </a:lnTo>
                <a:lnTo>
                  <a:pt x="9792" y="2474"/>
                </a:lnTo>
                <a:lnTo>
                  <a:pt x="10183" y="2454"/>
                </a:lnTo>
                <a:lnTo>
                  <a:pt x="10573" y="2433"/>
                </a:lnTo>
                <a:lnTo>
                  <a:pt x="10903" y="2408"/>
                </a:lnTo>
                <a:lnTo>
                  <a:pt x="11264" y="2382"/>
                </a:lnTo>
                <a:lnTo>
                  <a:pt x="11594" y="2352"/>
                </a:lnTo>
                <a:lnTo>
                  <a:pt x="11895" y="2321"/>
                </a:lnTo>
                <a:lnTo>
                  <a:pt x="12195" y="2290"/>
                </a:lnTo>
                <a:lnTo>
                  <a:pt x="12735" y="2219"/>
                </a:lnTo>
                <a:lnTo>
                  <a:pt x="13216" y="2137"/>
                </a:lnTo>
                <a:lnTo>
                  <a:pt x="13637" y="2056"/>
                </a:lnTo>
                <a:lnTo>
                  <a:pt x="14027" y="1969"/>
                </a:lnTo>
                <a:lnTo>
                  <a:pt x="14357" y="1877"/>
                </a:lnTo>
                <a:lnTo>
                  <a:pt x="14628" y="1785"/>
                </a:lnTo>
                <a:lnTo>
                  <a:pt x="14838" y="1694"/>
                </a:lnTo>
                <a:lnTo>
                  <a:pt x="15018" y="1607"/>
                </a:lnTo>
                <a:lnTo>
                  <a:pt x="15168" y="1515"/>
                </a:lnTo>
                <a:lnTo>
                  <a:pt x="15258" y="1433"/>
                </a:lnTo>
                <a:lnTo>
                  <a:pt x="14658" y="1362"/>
                </a:lnTo>
                <a:lnTo>
                  <a:pt x="14057" y="1291"/>
                </a:lnTo>
                <a:lnTo>
                  <a:pt x="13516" y="1214"/>
                </a:lnTo>
                <a:lnTo>
                  <a:pt x="12976" y="1138"/>
                </a:lnTo>
                <a:lnTo>
                  <a:pt x="12435" y="1056"/>
                </a:lnTo>
                <a:lnTo>
                  <a:pt x="11955" y="974"/>
                </a:lnTo>
                <a:lnTo>
                  <a:pt x="11474" y="888"/>
                </a:lnTo>
                <a:lnTo>
                  <a:pt x="10993" y="801"/>
                </a:lnTo>
                <a:lnTo>
                  <a:pt x="10543" y="709"/>
                </a:lnTo>
                <a:lnTo>
                  <a:pt x="10122" y="612"/>
                </a:lnTo>
                <a:lnTo>
                  <a:pt x="9702" y="515"/>
                </a:lnTo>
                <a:lnTo>
                  <a:pt x="9312" y="418"/>
                </a:lnTo>
                <a:lnTo>
                  <a:pt x="8951" y="316"/>
                </a:lnTo>
                <a:lnTo>
                  <a:pt x="8591" y="214"/>
                </a:lnTo>
                <a:lnTo>
                  <a:pt x="8260" y="107"/>
                </a:lnTo>
                <a:lnTo>
                  <a:pt x="7930" y="0"/>
                </a:lnTo>
                <a:close/>
              </a:path>
            </a:pathLst>
          </a:custGeom>
          <a:solidFill>
            <a:srgbClr val="00B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91"/>
          <p:cNvSpPr/>
          <p:nvPr/>
        </p:nvSpPr>
        <p:spPr>
          <a:xfrm flipH="1">
            <a:off x="3085609" y="4189242"/>
            <a:ext cx="327876" cy="375138"/>
          </a:xfrm>
          <a:custGeom>
            <a:avLst/>
            <a:gdLst/>
            <a:ahLst/>
            <a:cxnLst/>
            <a:rect l="l" t="t" r="r" b="b"/>
            <a:pathLst>
              <a:path w="7390" h="1434" extrusionOk="0">
                <a:moveTo>
                  <a:pt x="1" y="0"/>
                </a:moveTo>
                <a:lnTo>
                  <a:pt x="331" y="107"/>
                </a:lnTo>
                <a:lnTo>
                  <a:pt x="662" y="214"/>
                </a:lnTo>
                <a:lnTo>
                  <a:pt x="1022" y="316"/>
                </a:lnTo>
                <a:lnTo>
                  <a:pt x="1383" y="418"/>
                </a:lnTo>
                <a:lnTo>
                  <a:pt x="1773" y="515"/>
                </a:lnTo>
                <a:lnTo>
                  <a:pt x="2193" y="612"/>
                </a:lnTo>
                <a:lnTo>
                  <a:pt x="2614" y="709"/>
                </a:lnTo>
                <a:lnTo>
                  <a:pt x="3064" y="801"/>
                </a:lnTo>
                <a:lnTo>
                  <a:pt x="3545" y="888"/>
                </a:lnTo>
                <a:lnTo>
                  <a:pt x="4026" y="974"/>
                </a:lnTo>
                <a:lnTo>
                  <a:pt x="4506" y="1056"/>
                </a:lnTo>
                <a:lnTo>
                  <a:pt x="5047" y="1138"/>
                </a:lnTo>
                <a:lnTo>
                  <a:pt x="5587" y="1214"/>
                </a:lnTo>
                <a:lnTo>
                  <a:pt x="6128" y="1291"/>
                </a:lnTo>
                <a:lnTo>
                  <a:pt x="6729" y="1362"/>
                </a:lnTo>
                <a:lnTo>
                  <a:pt x="7329" y="1433"/>
                </a:lnTo>
                <a:lnTo>
                  <a:pt x="7359" y="1367"/>
                </a:lnTo>
                <a:lnTo>
                  <a:pt x="7389" y="1306"/>
                </a:lnTo>
                <a:lnTo>
                  <a:pt x="7359" y="1224"/>
                </a:lnTo>
                <a:lnTo>
                  <a:pt x="7359" y="1138"/>
                </a:lnTo>
                <a:lnTo>
                  <a:pt x="7299" y="1041"/>
                </a:lnTo>
                <a:lnTo>
                  <a:pt x="7179" y="939"/>
                </a:lnTo>
                <a:lnTo>
                  <a:pt x="7059" y="837"/>
                </a:lnTo>
                <a:lnTo>
                  <a:pt x="6849" y="730"/>
                </a:lnTo>
                <a:lnTo>
                  <a:pt x="6579" y="622"/>
                </a:lnTo>
                <a:lnTo>
                  <a:pt x="6428" y="571"/>
                </a:lnTo>
                <a:lnTo>
                  <a:pt x="6248" y="520"/>
                </a:lnTo>
                <a:lnTo>
                  <a:pt x="6038" y="469"/>
                </a:lnTo>
                <a:lnTo>
                  <a:pt x="5828" y="424"/>
                </a:lnTo>
                <a:lnTo>
                  <a:pt x="5587" y="372"/>
                </a:lnTo>
                <a:lnTo>
                  <a:pt x="5317" y="332"/>
                </a:lnTo>
                <a:lnTo>
                  <a:pt x="5047" y="286"/>
                </a:lnTo>
                <a:lnTo>
                  <a:pt x="4716" y="245"/>
                </a:lnTo>
                <a:lnTo>
                  <a:pt x="4386" y="204"/>
                </a:lnTo>
                <a:lnTo>
                  <a:pt x="4026" y="168"/>
                </a:lnTo>
                <a:lnTo>
                  <a:pt x="3635" y="138"/>
                </a:lnTo>
                <a:lnTo>
                  <a:pt x="3215" y="107"/>
                </a:lnTo>
                <a:lnTo>
                  <a:pt x="2764" y="77"/>
                </a:lnTo>
                <a:lnTo>
                  <a:pt x="2284" y="56"/>
                </a:lnTo>
                <a:lnTo>
                  <a:pt x="1773" y="36"/>
                </a:lnTo>
                <a:lnTo>
                  <a:pt x="1202" y="21"/>
                </a:lnTo>
                <a:lnTo>
                  <a:pt x="632" y="10"/>
                </a:lnTo>
                <a:lnTo>
                  <a:pt x="1" y="0"/>
                </a:lnTo>
                <a:close/>
              </a:path>
            </a:pathLst>
          </a:custGeom>
          <a:solidFill>
            <a:srgbClr val="0062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91"/>
          <p:cNvSpPr/>
          <p:nvPr/>
        </p:nvSpPr>
        <p:spPr>
          <a:xfrm flipH="1">
            <a:off x="3085609" y="4189242"/>
            <a:ext cx="327876" cy="375138"/>
          </a:xfrm>
          <a:custGeom>
            <a:avLst/>
            <a:gdLst/>
            <a:ahLst/>
            <a:cxnLst/>
            <a:rect l="l" t="t" r="r" b="b"/>
            <a:pathLst>
              <a:path w="7390" h="1434" fill="none" extrusionOk="0">
                <a:moveTo>
                  <a:pt x="1" y="0"/>
                </a:moveTo>
                <a:lnTo>
                  <a:pt x="1" y="0"/>
                </a:lnTo>
                <a:lnTo>
                  <a:pt x="632" y="10"/>
                </a:lnTo>
                <a:lnTo>
                  <a:pt x="1202" y="21"/>
                </a:lnTo>
                <a:lnTo>
                  <a:pt x="1773" y="36"/>
                </a:lnTo>
                <a:lnTo>
                  <a:pt x="2284" y="56"/>
                </a:lnTo>
                <a:lnTo>
                  <a:pt x="2764" y="77"/>
                </a:lnTo>
                <a:lnTo>
                  <a:pt x="3215" y="107"/>
                </a:lnTo>
                <a:lnTo>
                  <a:pt x="3635" y="138"/>
                </a:lnTo>
                <a:lnTo>
                  <a:pt x="4026" y="168"/>
                </a:lnTo>
                <a:lnTo>
                  <a:pt x="4386" y="204"/>
                </a:lnTo>
                <a:lnTo>
                  <a:pt x="4716" y="245"/>
                </a:lnTo>
                <a:lnTo>
                  <a:pt x="5047" y="286"/>
                </a:lnTo>
                <a:lnTo>
                  <a:pt x="5317" y="332"/>
                </a:lnTo>
                <a:lnTo>
                  <a:pt x="5587" y="372"/>
                </a:lnTo>
                <a:lnTo>
                  <a:pt x="5828" y="424"/>
                </a:lnTo>
                <a:lnTo>
                  <a:pt x="6038" y="469"/>
                </a:lnTo>
                <a:lnTo>
                  <a:pt x="6248" y="520"/>
                </a:lnTo>
                <a:lnTo>
                  <a:pt x="6428" y="571"/>
                </a:lnTo>
                <a:lnTo>
                  <a:pt x="6579" y="622"/>
                </a:lnTo>
                <a:lnTo>
                  <a:pt x="6849" y="730"/>
                </a:lnTo>
                <a:lnTo>
                  <a:pt x="7059" y="837"/>
                </a:lnTo>
                <a:lnTo>
                  <a:pt x="7179" y="939"/>
                </a:lnTo>
                <a:lnTo>
                  <a:pt x="7299" y="1041"/>
                </a:lnTo>
                <a:lnTo>
                  <a:pt x="7359" y="1138"/>
                </a:lnTo>
                <a:lnTo>
                  <a:pt x="7359" y="1224"/>
                </a:lnTo>
                <a:lnTo>
                  <a:pt x="7389" y="1306"/>
                </a:lnTo>
                <a:lnTo>
                  <a:pt x="7389" y="1306"/>
                </a:lnTo>
                <a:lnTo>
                  <a:pt x="7359" y="1367"/>
                </a:lnTo>
                <a:lnTo>
                  <a:pt x="7329" y="1433"/>
                </a:lnTo>
                <a:lnTo>
                  <a:pt x="7329" y="1433"/>
                </a:lnTo>
                <a:lnTo>
                  <a:pt x="6729" y="1362"/>
                </a:lnTo>
                <a:lnTo>
                  <a:pt x="6128" y="1291"/>
                </a:lnTo>
                <a:lnTo>
                  <a:pt x="5587" y="1214"/>
                </a:lnTo>
                <a:lnTo>
                  <a:pt x="5047" y="1138"/>
                </a:lnTo>
                <a:lnTo>
                  <a:pt x="4506" y="1056"/>
                </a:lnTo>
                <a:lnTo>
                  <a:pt x="4026" y="974"/>
                </a:lnTo>
                <a:lnTo>
                  <a:pt x="3545" y="888"/>
                </a:lnTo>
                <a:lnTo>
                  <a:pt x="3064" y="801"/>
                </a:lnTo>
                <a:lnTo>
                  <a:pt x="2614" y="709"/>
                </a:lnTo>
                <a:lnTo>
                  <a:pt x="2193" y="612"/>
                </a:lnTo>
                <a:lnTo>
                  <a:pt x="1773" y="515"/>
                </a:lnTo>
                <a:lnTo>
                  <a:pt x="1383" y="418"/>
                </a:lnTo>
                <a:lnTo>
                  <a:pt x="1022" y="316"/>
                </a:lnTo>
                <a:lnTo>
                  <a:pt x="662" y="214"/>
                </a:lnTo>
                <a:lnTo>
                  <a:pt x="331" y="107"/>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91"/>
          <p:cNvSpPr txBox="1">
            <a:spLocks noGrp="1"/>
          </p:cNvSpPr>
          <p:nvPr>
            <p:ph type="subTitle" idx="2"/>
          </p:nvPr>
        </p:nvSpPr>
        <p:spPr>
          <a:xfrm>
            <a:off x="4114725" y="1604325"/>
            <a:ext cx="2100900" cy="25362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2490" name="Google Shape;2490;p91"/>
          <p:cNvSpPr txBox="1">
            <a:spLocks noGrp="1"/>
          </p:cNvSpPr>
          <p:nvPr>
            <p:ph type="subTitle" idx="3"/>
          </p:nvPr>
        </p:nvSpPr>
        <p:spPr>
          <a:xfrm>
            <a:off x="6585975" y="1604325"/>
            <a:ext cx="2100900" cy="25362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2491" name="Google Shape;2491;p91"/>
          <p:cNvSpPr/>
          <p:nvPr/>
        </p:nvSpPr>
        <p:spPr>
          <a:xfrm flipH="1">
            <a:off x="3356117" y="4438548"/>
            <a:ext cx="169262" cy="155130"/>
          </a:xfrm>
          <a:custGeom>
            <a:avLst/>
            <a:gdLst/>
            <a:ahLst/>
            <a:cxnLst/>
            <a:rect l="l" t="t" r="r" b="b"/>
            <a:pathLst>
              <a:path w="3815" h="593" extrusionOk="0">
                <a:moveTo>
                  <a:pt x="420" y="1"/>
                </a:moveTo>
                <a:lnTo>
                  <a:pt x="240" y="62"/>
                </a:lnTo>
                <a:lnTo>
                  <a:pt x="90" y="118"/>
                </a:lnTo>
                <a:lnTo>
                  <a:pt x="30" y="174"/>
                </a:lnTo>
                <a:lnTo>
                  <a:pt x="0" y="236"/>
                </a:lnTo>
                <a:lnTo>
                  <a:pt x="0" y="282"/>
                </a:lnTo>
                <a:lnTo>
                  <a:pt x="60" y="333"/>
                </a:lnTo>
                <a:lnTo>
                  <a:pt x="150" y="378"/>
                </a:lnTo>
                <a:lnTo>
                  <a:pt x="300" y="424"/>
                </a:lnTo>
                <a:lnTo>
                  <a:pt x="481" y="470"/>
                </a:lnTo>
                <a:lnTo>
                  <a:pt x="691" y="516"/>
                </a:lnTo>
                <a:lnTo>
                  <a:pt x="931" y="557"/>
                </a:lnTo>
                <a:lnTo>
                  <a:pt x="1201" y="593"/>
                </a:lnTo>
                <a:lnTo>
                  <a:pt x="1742" y="542"/>
                </a:lnTo>
                <a:lnTo>
                  <a:pt x="1832" y="526"/>
                </a:lnTo>
                <a:lnTo>
                  <a:pt x="1862" y="506"/>
                </a:lnTo>
                <a:lnTo>
                  <a:pt x="1832" y="486"/>
                </a:lnTo>
                <a:lnTo>
                  <a:pt x="1772" y="470"/>
                </a:lnTo>
                <a:lnTo>
                  <a:pt x="1622" y="445"/>
                </a:lnTo>
                <a:lnTo>
                  <a:pt x="1502" y="404"/>
                </a:lnTo>
                <a:lnTo>
                  <a:pt x="1382" y="358"/>
                </a:lnTo>
                <a:lnTo>
                  <a:pt x="1352" y="327"/>
                </a:lnTo>
                <a:lnTo>
                  <a:pt x="1352" y="302"/>
                </a:lnTo>
                <a:lnTo>
                  <a:pt x="1352" y="266"/>
                </a:lnTo>
                <a:lnTo>
                  <a:pt x="1412" y="231"/>
                </a:lnTo>
                <a:lnTo>
                  <a:pt x="1502" y="190"/>
                </a:lnTo>
                <a:lnTo>
                  <a:pt x="1622" y="149"/>
                </a:lnTo>
                <a:lnTo>
                  <a:pt x="1682" y="134"/>
                </a:lnTo>
                <a:lnTo>
                  <a:pt x="1682" y="118"/>
                </a:lnTo>
                <a:lnTo>
                  <a:pt x="1682" y="103"/>
                </a:lnTo>
                <a:lnTo>
                  <a:pt x="1622" y="88"/>
                </a:lnTo>
                <a:lnTo>
                  <a:pt x="1532" y="77"/>
                </a:lnTo>
                <a:lnTo>
                  <a:pt x="1442" y="67"/>
                </a:lnTo>
                <a:lnTo>
                  <a:pt x="420" y="1"/>
                </a:lnTo>
                <a:close/>
                <a:moveTo>
                  <a:pt x="2373" y="1"/>
                </a:moveTo>
                <a:lnTo>
                  <a:pt x="2193" y="62"/>
                </a:lnTo>
                <a:lnTo>
                  <a:pt x="2072" y="118"/>
                </a:lnTo>
                <a:lnTo>
                  <a:pt x="1982" y="174"/>
                </a:lnTo>
                <a:lnTo>
                  <a:pt x="1952" y="236"/>
                </a:lnTo>
                <a:lnTo>
                  <a:pt x="1982" y="282"/>
                </a:lnTo>
                <a:lnTo>
                  <a:pt x="2042" y="333"/>
                </a:lnTo>
                <a:lnTo>
                  <a:pt x="2132" y="378"/>
                </a:lnTo>
                <a:lnTo>
                  <a:pt x="2253" y="424"/>
                </a:lnTo>
                <a:lnTo>
                  <a:pt x="2433" y="470"/>
                </a:lnTo>
                <a:lnTo>
                  <a:pt x="2643" y="516"/>
                </a:lnTo>
                <a:lnTo>
                  <a:pt x="2883" y="557"/>
                </a:lnTo>
                <a:lnTo>
                  <a:pt x="3154" y="593"/>
                </a:lnTo>
                <a:lnTo>
                  <a:pt x="3694" y="542"/>
                </a:lnTo>
                <a:lnTo>
                  <a:pt x="3784" y="526"/>
                </a:lnTo>
                <a:lnTo>
                  <a:pt x="3814" y="506"/>
                </a:lnTo>
                <a:lnTo>
                  <a:pt x="3784" y="486"/>
                </a:lnTo>
                <a:lnTo>
                  <a:pt x="3724" y="470"/>
                </a:lnTo>
                <a:lnTo>
                  <a:pt x="3604" y="445"/>
                </a:lnTo>
                <a:lnTo>
                  <a:pt x="3454" y="404"/>
                </a:lnTo>
                <a:lnTo>
                  <a:pt x="3334" y="358"/>
                </a:lnTo>
                <a:lnTo>
                  <a:pt x="3304" y="327"/>
                </a:lnTo>
                <a:lnTo>
                  <a:pt x="3304" y="302"/>
                </a:lnTo>
                <a:lnTo>
                  <a:pt x="3304" y="266"/>
                </a:lnTo>
                <a:lnTo>
                  <a:pt x="3364" y="231"/>
                </a:lnTo>
                <a:lnTo>
                  <a:pt x="3454" y="190"/>
                </a:lnTo>
                <a:lnTo>
                  <a:pt x="3604" y="149"/>
                </a:lnTo>
                <a:lnTo>
                  <a:pt x="3634" y="134"/>
                </a:lnTo>
                <a:lnTo>
                  <a:pt x="3634" y="118"/>
                </a:lnTo>
                <a:lnTo>
                  <a:pt x="3634" y="103"/>
                </a:lnTo>
                <a:lnTo>
                  <a:pt x="3574" y="88"/>
                </a:lnTo>
                <a:lnTo>
                  <a:pt x="3514" y="77"/>
                </a:lnTo>
                <a:lnTo>
                  <a:pt x="3394" y="67"/>
                </a:lnTo>
                <a:lnTo>
                  <a:pt x="237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91"/>
          <p:cNvSpPr/>
          <p:nvPr/>
        </p:nvSpPr>
        <p:spPr>
          <a:xfrm flipH="1">
            <a:off x="798971" y="580975"/>
            <a:ext cx="679621" cy="655576"/>
          </a:xfrm>
          <a:custGeom>
            <a:avLst/>
            <a:gdLst/>
            <a:ahLst/>
            <a:cxnLst/>
            <a:rect l="l" t="t" r="r" b="b"/>
            <a:pathLst>
              <a:path w="15318" h="2506" extrusionOk="0">
                <a:moveTo>
                  <a:pt x="7209" y="1"/>
                </a:moveTo>
                <a:lnTo>
                  <a:pt x="6698" y="11"/>
                </a:lnTo>
                <a:lnTo>
                  <a:pt x="6217" y="21"/>
                </a:lnTo>
                <a:lnTo>
                  <a:pt x="5767" y="37"/>
                </a:lnTo>
                <a:lnTo>
                  <a:pt x="5316" y="52"/>
                </a:lnTo>
                <a:lnTo>
                  <a:pt x="4896" y="77"/>
                </a:lnTo>
                <a:lnTo>
                  <a:pt x="4505" y="103"/>
                </a:lnTo>
                <a:lnTo>
                  <a:pt x="4115" y="128"/>
                </a:lnTo>
                <a:lnTo>
                  <a:pt x="3755" y="164"/>
                </a:lnTo>
                <a:lnTo>
                  <a:pt x="3394" y="195"/>
                </a:lnTo>
                <a:lnTo>
                  <a:pt x="3094" y="231"/>
                </a:lnTo>
                <a:lnTo>
                  <a:pt x="2763" y="271"/>
                </a:lnTo>
                <a:lnTo>
                  <a:pt x="2493" y="312"/>
                </a:lnTo>
                <a:lnTo>
                  <a:pt x="2223" y="358"/>
                </a:lnTo>
                <a:lnTo>
                  <a:pt x="1953" y="399"/>
                </a:lnTo>
                <a:lnTo>
                  <a:pt x="1742" y="445"/>
                </a:lnTo>
                <a:lnTo>
                  <a:pt x="1322" y="542"/>
                </a:lnTo>
                <a:lnTo>
                  <a:pt x="961" y="644"/>
                </a:lnTo>
                <a:lnTo>
                  <a:pt x="661" y="741"/>
                </a:lnTo>
                <a:lnTo>
                  <a:pt x="421" y="843"/>
                </a:lnTo>
                <a:lnTo>
                  <a:pt x="241" y="945"/>
                </a:lnTo>
                <a:lnTo>
                  <a:pt x="120" y="1036"/>
                </a:lnTo>
                <a:lnTo>
                  <a:pt x="30" y="1128"/>
                </a:lnTo>
                <a:lnTo>
                  <a:pt x="0" y="1215"/>
                </a:lnTo>
                <a:lnTo>
                  <a:pt x="0" y="1291"/>
                </a:lnTo>
                <a:lnTo>
                  <a:pt x="871" y="1373"/>
                </a:lnTo>
                <a:lnTo>
                  <a:pt x="1742" y="1460"/>
                </a:lnTo>
                <a:lnTo>
                  <a:pt x="2583" y="1552"/>
                </a:lnTo>
                <a:lnTo>
                  <a:pt x="3394" y="1643"/>
                </a:lnTo>
                <a:lnTo>
                  <a:pt x="4205" y="1740"/>
                </a:lnTo>
                <a:lnTo>
                  <a:pt x="4986" y="1837"/>
                </a:lnTo>
                <a:lnTo>
                  <a:pt x="5767" y="1939"/>
                </a:lnTo>
                <a:lnTo>
                  <a:pt x="6488" y="2046"/>
                </a:lnTo>
                <a:lnTo>
                  <a:pt x="7179" y="2153"/>
                </a:lnTo>
                <a:lnTo>
                  <a:pt x="7839" y="2266"/>
                </a:lnTo>
                <a:lnTo>
                  <a:pt x="8470" y="2383"/>
                </a:lnTo>
                <a:lnTo>
                  <a:pt x="9041" y="2505"/>
                </a:lnTo>
                <a:lnTo>
                  <a:pt x="9581" y="2495"/>
                </a:lnTo>
                <a:lnTo>
                  <a:pt x="10062" y="2480"/>
                </a:lnTo>
                <a:lnTo>
                  <a:pt x="10542" y="2459"/>
                </a:lnTo>
                <a:lnTo>
                  <a:pt x="10963" y="2434"/>
                </a:lnTo>
                <a:lnTo>
                  <a:pt x="11383" y="2408"/>
                </a:lnTo>
                <a:lnTo>
                  <a:pt x="11774" y="2378"/>
                </a:lnTo>
                <a:lnTo>
                  <a:pt x="12134" y="2342"/>
                </a:lnTo>
                <a:lnTo>
                  <a:pt x="12495" y="2301"/>
                </a:lnTo>
                <a:lnTo>
                  <a:pt x="12795" y="2261"/>
                </a:lnTo>
                <a:lnTo>
                  <a:pt x="13095" y="2220"/>
                </a:lnTo>
                <a:lnTo>
                  <a:pt x="13366" y="2174"/>
                </a:lnTo>
                <a:lnTo>
                  <a:pt x="13606" y="2128"/>
                </a:lnTo>
                <a:lnTo>
                  <a:pt x="13846" y="2077"/>
                </a:lnTo>
                <a:lnTo>
                  <a:pt x="14057" y="2026"/>
                </a:lnTo>
                <a:lnTo>
                  <a:pt x="14237" y="1975"/>
                </a:lnTo>
                <a:lnTo>
                  <a:pt x="14417" y="1924"/>
                </a:lnTo>
                <a:lnTo>
                  <a:pt x="14717" y="1812"/>
                </a:lnTo>
                <a:lnTo>
                  <a:pt x="14928" y="1699"/>
                </a:lnTo>
                <a:lnTo>
                  <a:pt x="15108" y="1587"/>
                </a:lnTo>
                <a:lnTo>
                  <a:pt x="15228" y="1480"/>
                </a:lnTo>
                <a:lnTo>
                  <a:pt x="15288" y="1373"/>
                </a:lnTo>
                <a:lnTo>
                  <a:pt x="15318" y="1271"/>
                </a:lnTo>
                <a:lnTo>
                  <a:pt x="15318" y="1179"/>
                </a:lnTo>
                <a:lnTo>
                  <a:pt x="15288" y="1093"/>
                </a:lnTo>
                <a:lnTo>
                  <a:pt x="15198" y="1006"/>
                </a:lnTo>
                <a:lnTo>
                  <a:pt x="15138" y="914"/>
                </a:lnTo>
                <a:lnTo>
                  <a:pt x="15018" y="822"/>
                </a:lnTo>
                <a:lnTo>
                  <a:pt x="14867" y="730"/>
                </a:lnTo>
                <a:lnTo>
                  <a:pt x="14687" y="644"/>
                </a:lnTo>
                <a:lnTo>
                  <a:pt x="14447" y="552"/>
                </a:lnTo>
                <a:lnTo>
                  <a:pt x="14177" y="470"/>
                </a:lnTo>
                <a:lnTo>
                  <a:pt x="13816" y="389"/>
                </a:lnTo>
                <a:lnTo>
                  <a:pt x="13636" y="348"/>
                </a:lnTo>
                <a:lnTo>
                  <a:pt x="13396" y="312"/>
                </a:lnTo>
                <a:lnTo>
                  <a:pt x="13186" y="276"/>
                </a:lnTo>
                <a:lnTo>
                  <a:pt x="12915" y="241"/>
                </a:lnTo>
                <a:lnTo>
                  <a:pt x="12645" y="210"/>
                </a:lnTo>
                <a:lnTo>
                  <a:pt x="12345" y="179"/>
                </a:lnTo>
                <a:lnTo>
                  <a:pt x="12044" y="149"/>
                </a:lnTo>
                <a:lnTo>
                  <a:pt x="11714" y="123"/>
                </a:lnTo>
                <a:lnTo>
                  <a:pt x="11353" y="98"/>
                </a:lnTo>
                <a:lnTo>
                  <a:pt x="10963" y="77"/>
                </a:lnTo>
                <a:lnTo>
                  <a:pt x="10542" y="57"/>
                </a:lnTo>
                <a:lnTo>
                  <a:pt x="10092" y="42"/>
                </a:lnTo>
                <a:lnTo>
                  <a:pt x="9641" y="26"/>
                </a:lnTo>
                <a:lnTo>
                  <a:pt x="9161" y="16"/>
                </a:lnTo>
                <a:lnTo>
                  <a:pt x="8620" y="6"/>
                </a:lnTo>
                <a:lnTo>
                  <a:pt x="8080"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91"/>
          <p:cNvSpPr/>
          <p:nvPr/>
        </p:nvSpPr>
        <p:spPr>
          <a:xfrm flipH="1">
            <a:off x="798971" y="580975"/>
            <a:ext cx="679621" cy="655576"/>
          </a:xfrm>
          <a:custGeom>
            <a:avLst/>
            <a:gdLst/>
            <a:ahLst/>
            <a:cxnLst/>
            <a:rect l="l" t="t" r="r" b="b"/>
            <a:pathLst>
              <a:path w="15318" h="2506" fill="none" extrusionOk="0">
                <a:moveTo>
                  <a:pt x="7719" y="1"/>
                </a:moveTo>
                <a:lnTo>
                  <a:pt x="7719" y="1"/>
                </a:lnTo>
                <a:lnTo>
                  <a:pt x="8080" y="1"/>
                </a:lnTo>
                <a:lnTo>
                  <a:pt x="8080" y="1"/>
                </a:lnTo>
                <a:lnTo>
                  <a:pt x="8620" y="6"/>
                </a:lnTo>
                <a:lnTo>
                  <a:pt x="9161" y="16"/>
                </a:lnTo>
                <a:lnTo>
                  <a:pt x="9641" y="26"/>
                </a:lnTo>
                <a:lnTo>
                  <a:pt x="10092" y="42"/>
                </a:lnTo>
                <a:lnTo>
                  <a:pt x="10542" y="57"/>
                </a:lnTo>
                <a:lnTo>
                  <a:pt x="10963" y="77"/>
                </a:lnTo>
                <a:lnTo>
                  <a:pt x="11353" y="98"/>
                </a:lnTo>
                <a:lnTo>
                  <a:pt x="11714" y="123"/>
                </a:lnTo>
                <a:lnTo>
                  <a:pt x="12044" y="149"/>
                </a:lnTo>
                <a:lnTo>
                  <a:pt x="12345" y="179"/>
                </a:lnTo>
                <a:lnTo>
                  <a:pt x="12645" y="210"/>
                </a:lnTo>
                <a:lnTo>
                  <a:pt x="12915" y="241"/>
                </a:lnTo>
                <a:lnTo>
                  <a:pt x="13186" y="276"/>
                </a:lnTo>
                <a:lnTo>
                  <a:pt x="13396" y="312"/>
                </a:lnTo>
                <a:lnTo>
                  <a:pt x="13636" y="348"/>
                </a:lnTo>
                <a:lnTo>
                  <a:pt x="13816" y="389"/>
                </a:lnTo>
                <a:lnTo>
                  <a:pt x="14177" y="470"/>
                </a:lnTo>
                <a:lnTo>
                  <a:pt x="14447" y="552"/>
                </a:lnTo>
                <a:lnTo>
                  <a:pt x="14687" y="644"/>
                </a:lnTo>
                <a:lnTo>
                  <a:pt x="14867" y="730"/>
                </a:lnTo>
                <a:lnTo>
                  <a:pt x="15018" y="822"/>
                </a:lnTo>
                <a:lnTo>
                  <a:pt x="15138" y="914"/>
                </a:lnTo>
                <a:lnTo>
                  <a:pt x="15198" y="1006"/>
                </a:lnTo>
                <a:lnTo>
                  <a:pt x="15288" y="1093"/>
                </a:lnTo>
                <a:lnTo>
                  <a:pt x="15288" y="1093"/>
                </a:lnTo>
                <a:lnTo>
                  <a:pt x="15318" y="1179"/>
                </a:lnTo>
                <a:lnTo>
                  <a:pt x="15318" y="1271"/>
                </a:lnTo>
                <a:lnTo>
                  <a:pt x="15288" y="1373"/>
                </a:lnTo>
                <a:lnTo>
                  <a:pt x="15228" y="1480"/>
                </a:lnTo>
                <a:lnTo>
                  <a:pt x="15108" y="1587"/>
                </a:lnTo>
                <a:lnTo>
                  <a:pt x="14928" y="1699"/>
                </a:lnTo>
                <a:lnTo>
                  <a:pt x="14717" y="1812"/>
                </a:lnTo>
                <a:lnTo>
                  <a:pt x="14417" y="1924"/>
                </a:lnTo>
                <a:lnTo>
                  <a:pt x="14237" y="1975"/>
                </a:lnTo>
                <a:lnTo>
                  <a:pt x="14057" y="2026"/>
                </a:lnTo>
                <a:lnTo>
                  <a:pt x="13846" y="2077"/>
                </a:lnTo>
                <a:lnTo>
                  <a:pt x="13606" y="2128"/>
                </a:lnTo>
                <a:lnTo>
                  <a:pt x="13366" y="2174"/>
                </a:lnTo>
                <a:lnTo>
                  <a:pt x="13095" y="2220"/>
                </a:lnTo>
                <a:lnTo>
                  <a:pt x="12795" y="2261"/>
                </a:lnTo>
                <a:lnTo>
                  <a:pt x="12495" y="2301"/>
                </a:lnTo>
                <a:lnTo>
                  <a:pt x="12134" y="2342"/>
                </a:lnTo>
                <a:lnTo>
                  <a:pt x="11774" y="2378"/>
                </a:lnTo>
                <a:lnTo>
                  <a:pt x="11383" y="2408"/>
                </a:lnTo>
                <a:lnTo>
                  <a:pt x="10963" y="2434"/>
                </a:lnTo>
                <a:lnTo>
                  <a:pt x="10542" y="2459"/>
                </a:lnTo>
                <a:lnTo>
                  <a:pt x="10062" y="2480"/>
                </a:lnTo>
                <a:lnTo>
                  <a:pt x="9581" y="2495"/>
                </a:lnTo>
                <a:lnTo>
                  <a:pt x="9041" y="2505"/>
                </a:lnTo>
                <a:lnTo>
                  <a:pt x="9041" y="2505"/>
                </a:lnTo>
                <a:lnTo>
                  <a:pt x="8470" y="2383"/>
                </a:lnTo>
                <a:lnTo>
                  <a:pt x="7839" y="2266"/>
                </a:lnTo>
                <a:lnTo>
                  <a:pt x="7179" y="2153"/>
                </a:lnTo>
                <a:lnTo>
                  <a:pt x="6488" y="2046"/>
                </a:lnTo>
                <a:lnTo>
                  <a:pt x="6488" y="2046"/>
                </a:lnTo>
                <a:lnTo>
                  <a:pt x="5767" y="1939"/>
                </a:lnTo>
                <a:lnTo>
                  <a:pt x="4986" y="1837"/>
                </a:lnTo>
                <a:lnTo>
                  <a:pt x="4205" y="1740"/>
                </a:lnTo>
                <a:lnTo>
                  <a:pt x="3394" y="1643"/>
                </a:lnTo>
                <a:lnTo>
                  <a:pt x="2583" y="1552"/>
                </a:lnTo>
                <a:lnTo>
                  <a:pt x="1742" y="1460"/>
                </a:lnTo>
                <a:lnTo>
                  <a:pt x="871" y="1373"/>
                </a:lnTo>
                <a:lnTo>
                  <a:pt x="0" y="1291"/>
                </a:lnTo>
                <a:lnTo>
                  <a:pt x="0" y="1291"/>
                </a:lnTo>
                <a:lnTo>
                  <a:pt x="0" y="1215"/>
                </a:lnTo>
                <a:lnTo>
                  <a:pt x="0" y="1215"/>
                </a:lnTo>
                <a:lnTo>
                  <a:pt x="30" y="1128"/>
                </a:lnTo>
                <a:lnTo>
                  <a:pt x="120" y="1036"/>
                </a:lnTo>
                <a:lnTo>
                  <a:pt x="241" y="945"/>
                </a:lnTo>
                <a:lnTo>
                  <a:pt x="421" y="843"/>
                </a:lnTo>
                <a:lnTo>
                  <a:pt x="661" y="741"/>
                </a:lnTo>
                <a:lnTo>
                  <a:pt x="961" y="644"/>
                </a:lnTo>
                <a:lnTo>
                  <a:pt x="1322" y="542"/>
                </a:lnTo>
                <a:lnTo>
                  <a:pt x="1742" y="445"/>
                </a:lnTo>
                <a:lnTo>
                  <a:pt x="1953" y="399"/>
                </a:lnTo>
                <a:lnTo>
                  <a:pt x="2223" y="358"/>
                </a:lnTo>
                <a:lnTo>
                  <a:pt x="2493" y="312"/>
                </a:lnTo>
                <a:lnTo>
                  <a:pt x="2763" y="271"/>
                </a:lnTo>
                <a:lnTo>
                  <a:pt x="3094" y="231"/>
                </a:lnTo>
                <a:lnTo>
                  <a:pt x="3394" y="195"/>
                </a:lnTo>
                <a:lnTo>
                  <a:pt x="3755" y="164"/>
                </a:lnTo>
                <a:lnTo>
                  <a:pt x="4115" y="128"/>
                </a:lnTo>
                <a:lnTo>
                  <a:pt x="4505" y="103"/>
                </a:lnTo>
                <a:lnTo>
                  <a:pt x="4896" y="77"/>
                </a:lnTo>
                <a:lnTo>
                  <a:pt x="5316" y="52"/>
                </a:lnTo>
                <a:lnTo>
                  <a:pt x="5767" y="37"/>
                </a:lnTo>
                <a:lnTo>
                  <a:pt x="6217" y="21"/>
                </a:lnTo>
                <a:lnTo>
                  <a:pt x="6698" y="11"/>
                </a:lnTo>
                <a:lnTo>
                  <a:pt x="7209" y="1"/>
                </a:lnTo>
                <a:lnTo>
                  <a:pt x="771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91"/>
          <p:cNvSpPr/>
          <p:nvPr/>
        </p:nvSpPr>
        <p:spPr>
          <a:xfrm flipH="1">
            <a:off x="1077466" y="918702"/>
            <a:ext cx="401127" cy="320463"/>
          </a:xfrm>
          <a:custGeom>
            <a:avLst/>
            <a:gdLst/>
            <a:ahLst/>
            <a:cxnLst/>
            <a:rect l="l" t="t" r="r" b="b"/>
            <a:pathLst>
              <a:path w="9041" h="1225" extrusionOk="0">
                <a:moveTo>
                  <a:pt x="0" y="0"/>
                </a:moveTo>
                <a:lnTo>
                  <a:pt x="30" y="82"/>
                </a:lnTo>
                <a:lnTo>
                  <a:pt x="90" y="174"/>
                </a:lnTo>
                <a:lnTo>
                  <a:pt x="180" y="271"/>
                </a:lnTo>
                <a:lnTo>
                  <a:pt x="301" y="368"/>
                </a:lnTo>
                <a:lnTo>
                  <a:pt x="481" y="470"/>
                </a:lnTo>
                <a:lnTo>
                  <a:pt x="721" y="567"/>
                </a:lnTo>
                <a:lnTo>
                  <a:pt x="991" y="669"/>
                </a:lnTo>
                <a:lnTo>
                  <a:pt x="1172" y="715"/>
                </a:lnTo>
                <a:lnTo>
                  <a:pt x="1352" y="766"/>
                </a:lnTo>
                <a:lnTo>
                  <a:pt x="1562" y="811"/>
                </a:lnTo>
                <a:lnTo>
                  <a:pt x="1802" y="852"/>
                </a:lnTo>
                <a:lnTo>
                  <a:pt x="2073" y="898"/>
                </a:lnTo>
                <a:lnTo>
                  <a:pt x="2343" y="939"/>
                </a:lnTo>
                <a:lnTo>
                  <a:pt x="2613" y="980"/>
                </a:lnTo>
                <a:lnTo>
                  <a:pt x="2944" y="1015"/>
                </a:lnTo>
                <a:lnTo>
                  <a:pt x="3304" y="1051"/>
                </a:lnTo>
                <a:lnTo>
                  <a:pt x="3665" y="1082"/>
                </a:lnTo>
                <a:lnTo>
                  <a:pt x="4055" y="1112"/>
                </a:lnTo>
                <a:lnTo>
                  <a:pt x="4475" y="1138"/>
                </a:lnTo>
                <a:lnTo>
                  <a:pt x="4926" y="1163"/>
                </a:lnTo>
                <a:lnTo>
                  <a:pt x="5407" y="1184"/>
                </a:lnTo>
                <a:lnTo>
                  <a:pt x="5917" y="1199"/>
                </a:lnTo>
                <a:lnTo>
                  <a:pt x="6458" y="1214"/>
                </a:lnTo>
                <a:lnTo>
                  <a:pt x="7028" y="1219"/>
                </a:lnTo>
                <a:lnTo>
                  <a:pt x="7629" y="1225"/>
                </a:lnTo>
                <a:lnTo>
                  <a:pt x="8500" y="1225"/>
                </a:lnTo>
                <a:lnTo>
                  <a:pt x="9041" y="1214"/>
                </a:lnTo>
                <a:lnTo>
                  <a:pt x="8470" y="1092"/>
                </a:lnTo>
                <a:lnTo>
                  <a:pt x="7839" y="975"/>
                </a:lnTo>
                <a:lnTo>
                  <a:pt x="7179" y="862"/>
                </a:lnTo>
                <a:lnTo>
                  <a:pt x="6488" y="755"/>
                </a:lnTo>
                <a:lnTo>
                  <a:pt x="5767" y="648"/>
                </a:lnTo>
                <a:lnTo>
                  <a:pt x="4986" y="546"/>
                </a:lnTo>
                <a:lnTo>
                  <a:pt x="4205" y="449"/>
                </a:lnTo>
                <a:lnTo>
                  <a:pt x="3394" y="352"/>
                </a:lnTo>
                <a:lnTo>
                  <a:pt x="2583" y="261"/>
                </a:lnTo>
                <a:lnTo>
                  <a:pt x="1742" y="169"/>
                </a:lnTo>
                <a:lnTo>
                  <a:pt x="871" y="82"/>
                </a:lnTo>
                <a:lnTo>
                  <a:pt x="0" y="0"/>
                </a:lnTo>
                <a:close/>
              </a:path>
            </a:pathLst>
          </a:custGeom>
          <a:solidFill>
            <a:srgbClr val="006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91"/>
          <p:cNvSpPr/>
          <p:nvPr/>
        </p:nvSpPr>
        <p:spPr>
          <a:xfrm flipH="1">
            <a:off x="1077466" y="918702"/>
            <a:ext cx="401127" cy="320463"/>
          </a:xfrm>
          <a:custGeom>
            <a:avLst/>
            <a:gdLst/>
            <a:ahLst/>
            <a:cxnLst/>
            <a:rect l="l" t="t" r="r" b="b"/>
            <a:pathLst>
              <a:path w="9041" h="1225" fill="none" extrusionOk="0">
                <a:moveTo>
                  <a:pt x="0" y="0"/>
                </a:moveTo>
                <a:lnTo>
                  <a:pt x="0" y="0"/>
                </a:lnTo>
                <a:lnTo>
                  <a:pt x="871" y="82"/>
                </a:lnTo>
                <a:lnTo>
                  <a:pt x="1742" y="169"/>
                </a:lnTo>
                <a:lnTo>
                  <a:pt x="2583" y="261"/>
                </a:lnTo>
                <a:lnTo>
                  <a:pt x="3394" y="352"/>
                </a:lnTo>
                <a:lnTo>
                  <a:pt x="4205" y="449"/>
                </a:lnTo>
                <a:lnTo>
                  <a:pt x="4986" y="546"/>
                </a:lnTo>
                <a:lnTo>
                  <a:pt x="5767" y="648"/>
                </a:lnTo>
                <a:lnTo>
                  <a:pt x="6488" y="755"/>
                </a:lnTo>
                <a:lnTo>
                  <a:pt x="6488" y="755"/>
                </a:lnTo>
                <a:lnTo>
                  <a:pt x="7179" y="862"/>
                </a:lnTo>
                <a:lnTo>
                  <a:pt x="7839" y="975"/>
                </a:lnTo>
                <a:lnTo>
                  <a:pt x="8470" y="1092"/>
                </a:lnTo>
                <a:lnTo>
                  <a:pt x="9041" y="1214"/>
                </a:lnTo>
                <a:lnTo>
                  <a:pt x="9041" y="1214"/>
                </a:lnTo>
                <a:lnTo>
                  <a:pt x="8500" y="1225"/>
                </a:lnTo>
                <a:lnTo>
                  <a:pt x="7929" y="1225"/>
                </a:lnTo>
                <a:lnTo>
                  <a:pt x="7929" y="1225"/>
                </a:lnTo>
                <a:lnTo>
                  <a:pt x="7629" y="1225"/>
                </a:lnTo>
                <a:lnTo>
                  <a:pt x="7629" y="1225"/>
                </a:lnTo>
                <a:lnTo>
                  <a:pt x="7028" y="1219"/>
                </a:lnTo>
                <a:lnTo>
                  <a:pt x="6458" y="1214"/>
                </a:lnTo>
                <a:lnTo>
                  <a:pt x="5917" y="1199"/>
                </a:lnTo>
                <a:lnTo>
                  <a:pt x="5407" y="1184"/>
                </a:lnTo>
                <a:lnTo>
                  <a:pt x="4926" y="1163"/>
                </a:lnTo>
                <a:lnTo>
                  <a:pt x="4475" y="1138"/>
                </a:lnTo>
                <a:lnTo>
                  <a:pt x="4055" y="1112"/>
                </a:lnTo>
                <a:lnTo>
                  <a:pt x="3665" y="1082"/>
                </a:lnTo>
                <a:lnTo>
                  <a:pt x="3304" y="1051"/>
                </a:lnTo>
                <a:lnTo>
                  <a:pt x="2944" y="1015"/>
                </a:lnTo>
                <a:lnTo>
                  <a:pt x="2613" y="980"/>
                </a:lnTo>
                <a:lnTo>
                  <a:pt x="2343" y="939"/>
                </a:lnTo>
                <a:lnTo>
                  <a:pt x="2073" y="898"/>
                </a:lnTo>
                <a:lnTo>
                  <a:pt x="1802" y="852"/>
                </a:lnTo>
                <a:lnTo>
                  <a:pt x="1562" y="811"/>
                </a:lnTo>
                <a:lnTo>
                  <a:pt x="1352" y="766"/>
                </a:lnTo>
                <a:lnTo>
                  <a:pt x="1172" y="715"/>
                </a:lnTo>
                <a:lnTo>
                  <a:pt x="991" y="669"/>
                </a:lnTo>
                <a:lnTo>
                  <a:pt x="721" y="567"/>
                </a:lnTo>
                <a:lnTo>
                  <a:pt x="481" y="470"/>
                </a:lnTo>
                <a:lnTo>
                  <a:pt x="301" y="368"/>
                </a:lnTo>
                <a:lnTo>
                  <a:pt x="180" y="271"/>
                </a:lnTo>
                <a:lnTo>
                  <a:pt x="90" y="174"/>
                </a:lnTo>
                <a:lnTo>
                  <a:pt x="30" y="82"/>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91"/>
          <p:cNvSpPr/>
          <p:nvPr/>
        </p:nvSpPr>
        <p:spPr>
          <a:xfrm flipH="1">
            <a:off x="1038824" y="834728"/>
            <a:ext cx="170593" cy="154869"/>
          </a:xfrm>
          <a:custGeom>
            <a:avLst/>
            <a:gdLst/>
            <a:ahLst/>
            <a:cxnLst/>
            <a:rect l="l" t="t" r="r" b="b"/>
            <a:pathLst>
              <a:path w="3845" h="592" extrusionOk="0">
                <a:moveTo>
                  <a:pt x="661" y="0"/>
                </a:moveTo>
                <a:lnTo>
                  <a:pt x="150" y="51"/>
                </a:lnTo>
                <a:lnTo>
                  <a:pt x="30" y="72"/>
                </a:lnTo>
                <a:lnTo>
                  <a:pt x="0" y="87"/>
                </a:lnTo>
                <a:lnTo>
                  <a:pt x="30" y="107"/>
                </a:lnTo>
                <a:lnTo>
                  <a:pt x="120" y="123"/>
                </a:lnTo>
                <a:lnTo>
                  <a:pt x="241" y="153"/>
                </a:lnTo>
                <a:lnTo>
                  <a:pt x="391" y="189"/>
                </a:lnTo>
                <a:lnTo>
                  <a:pt x="481" y="235"/>
                </a:lnTo>
                <a:lnTo>
                  <a:pt x="541" y="265"/>
                </a:lnTo>
                <a:lnTo>
                  <a:pt x="541" y="296"/>
                </a:lnTo>
                <a:lnTo>
                  <a:pt x="511" y="327"/>
                </a:lnTo>
                <a:lnTo>
                  <a:pt x="481" y="367"/>
                </a:lnTo>
                <a:lnTo>
                  <a:pt x="391" y="403"/>
                </a:lnTo>
                <a:lnTo>
                  <a:pt x="241" y="449"/>
                </a:lnTo>
                <a:lnTo>
                  <a:pt x="211" y="464"/>
                </a:lnTo>
                <a:lnTo>
                  <a:pt x="181" y="480"/>
                </a:lnTo>
                <a:lnTo>
                  <a:pt x="211" y="495"/>
                </a:lnTo>
                <a:lnTo>
                  <a:pt x="241" y="505"/>
                </a:lnTo>
                <a:lnTo>
                  <a:pt x="331" y="520"/>
                </a:lnTo>
                <a:lnTo>
                  <a:pt x="421" y="525"/>
                </a:lnTo>
                <a:lnTo>
                  <a:pt x="1442" y="592"/>
                </a:lnTo>
                <a:lnTo>
                  <a:pt x="1652" y="536"/>
                </a:lnTo>
                <a:lnTo>
                  <a:pt x="1772" y="474"/>
                </a:lnTo>
                <a:lnTo>
                  <a:pt x="1862" y="418"/>
                </a:lnTo>
                <a:lnTo>
                  <a:pt x="1892" y="357"/>
                </a:lnTo>
                <a:lnTo>
                  <a:pt x="1862" y="311"/>
                </a:lnTo>
                <a:lnTo>
                  <a:pt x="1802" y="260"/>
                </a:lnTo>
                <a:lnTo>
                  <a:pt x="1712" y="214"/>
                </a:lnTo>
                <a:lnTo>
                  <a:pt x="1592" y="168"/>
                </a:lnTo>
                <a:lnTo>
                  <a:pt x="1412" y="123"/>
                </a:lnTo>
                <a:lnTo>
                  <a:pt x="1202" y="82"/>
                </a:lnTo>
                <a:lnTo>
                  <a:pt x="961" y="41"/>
                </a:lnTo>
                <a:lnTo>
                  <a:pt x="661" y="0"/>
                </a:lnTo>
                <a:close/>
                <a:moveTo>
                  <a:pt x="2643" y="0"/>
                </a:moveTo>
                <a:lnTo>
                  <a:pt x="2103" y="51"/>
                </a:lnTo>
                <a:lnTo>
                  <a:pt x="2013" y="72"/>
                </a:lnTo>
                <a:lnTo>
                  <a:pt x="1983" y="87"/>
                </a:lnTo>
                <a:lnTo>
                  <a:pt x="2013" y="107"/>
                </a:lnTo>
                <a:lnTo>
                  <a:pt x="2073" y="123"/>
                </a:lnTo>
                <a:lnTo>
                  <a:pt x="2193" y="153"/>
                </a:lnTo>
                <a:lnTo>
                  <a:pt x="2343" y="189"/>
                </a:lnTo>
                <a:lnTo>
                  <a:pt x="2463" y="235"/>
                </a:lnTo>
                <a:lnTo>
                  <a:pt x="2493" y="265"/>
                </a:lnTo>
                <a:lnTo>
                  <a:pt x="2493" y="296"/>
                </a:lnTo>
                <a:lnTo>
                  <a:pt x="2493" y="327"/>
                </a:lnTo>
                <a:lnTo>
                  <a:pt x="2433" y="367"/>
                </a:lnTo>
                <a:lnTo>
                  <a:pt x="2343" y="403"/>
                </a:lnTo>
                <a:lnTo>
                  <a:pt x="2193" y="449"/>
                </a:lnTo>
                <a:lnTo>
                  <a:pt x="2163" y="464"/>
                </a:lnTo>
                <a:lnTo>
                  <a:pt x="2163" y="480"/>
                </a:lnTo>
                <a:lnTo>
                  <a:pt x="2163" y="495"/>
                </a:lnTo>
                <a:lnTo>
                  <a:pt x="2223" y="505"/>
                </a:lnTo>
                <a:lnTo>
                  <a:pt x="2283" y="520"/>
                </a:lnTo>
                <a:lnTo>
                  <a:pt x="2403" y="525"/>
                </a:lnTo>
                <a:lnTo>
                  <a:pt x="3424" y="592"/>
                </a:lnTo>
                <a:lnTo>
                  <a:pt x="3604" y="536"/>
                </a:lnTo>
                <a:lnTo>
                  <a:pt x="3725" y="474"/>
                </a:lnTo>
                <a:lnTo>
                  <a:pt x="3815" y="418"/>
                </a:lnTo>
                <a:lnTo>
                  <a:pt x="3845" y="357"/>
                </a:lnTo>
                <a:lnTo>
                  <a:pt x="3815" y="311"/>
                </a:lnTo>
                <a:lnTo>
                  <a:pt x="3755" y="260"/>
                </a:lnTo>
                <a:lnTo>
                  <a:pt x="3665" y="214"/>
                </a:lnTo>
                <a:lnTo>
                  <a:pt x="3544" y="168"/>
                </a:lnTo>
                <a:lnTo>
                  <a:pt x="3364" y="123"/>
                </a:lnTo>
                <a:lnTo>
                  <a:pt x="3154" y="82"/>
                </a:lnTo>
                <a:lnTo>
                  <a:pt x="2914" y="41"/>
                </a:lnTo>
                <a:lnTo>
                  <a:pt x="264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91"/>
          <p:cNvSpPr txBox="1">
            <a:spLocks noGrp="1"/>
          </p:cNvSpPr>
          <p:nvPr>
            <p:ph type="title"/>
          </p:nvPr>
        </p:nvSpPr>
        <p:spPr>
          <a:xfrm>
            <a:off x="1240425" y="1538275"/>
            <a:ext cx="2012100" cy="20664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2498" name="Google Shape;2498;p91"/>
          <p:cNvSpPr txBox="1">
            <a:spLocks noGrp="1"/>
          </p:cNvSpPr>
          <p:nvPr>
            <p:ph type="title" idx="4"/>
          </p:nvPr>
        </p:nvSpPr>
        <p:spPr>
          <a:xfrm>
            <a:off x="1240425" y="3849950"/>
            <a:ext cx="20121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2499" name="Google Shape;2499;p91"/>
          <p:cNvSpPr txBox="1">
            <a:spLocks noGrp="1"/>
          </p:cNvSpPr>
          <p:nvPr>
            <p:ph type="title" idx="5"/>
          </p:nvPr>
        </p:nvSpPr>
        <p:spPr>
          <a:xfrm>
            <a:off x="4114725" y="1085850"/>
            <a:ext cx="4572000" cy="293400"/>
          </a:xfrm>
          <a:prstGeom prst="rect">
            <a:avLst/>
          </a:prstGeom>
        </p:spPr>
        <p:txBody>
          <a:bodyPr spcFirstLastPara="1" wrap="square" lIns="0" tIns="0" rIns="0" bIns="0" anchor="b" anchorCtr="0">
            <a:noAutofit/>
          </a:bodyPr>
          <a:lstStyle>
            <a:lvl1pPr lvl="0" rtl="0">
              <a:spcBef>
                <a:spcPts val="0"/>
              </a:spcBef>
              <a:spcAft>
                <a:spcPts val="0"/>
              </a:spcAft>
              <a:buSzPts val="1000"/>
              <a:buNone/>
              <a:defRPr sz="1000"/>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2500" name="Google Shape;2500;p91"/>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864">
          <p15:clr>
            <a:srgbClr val="FA7B17"/>
          </p15:clr>
        </p15:guide>
        <p15:guide id="2" orient="horz" pos="720">
          <p15:clr>
            <a:srgbClr val="FA7B17"/>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CS Participants">
  <p:cSld name="CUSTOM_1_1_3_1_2">
    <p:spTree>
      <p:nvGrpSpPr>
        <p:cNvPr id="1" name="Shape 2501"/>
        <p:cNvGrpSpPr/>
        <p:nvPr/>
      </p:nvGrpSpPr>
      <p:grpSpPr>
        <a:xfrm>
          <a:off x="0" y="0"/>
          <a:ext cx="0" cy="0"/>
          <a:chOff x="0" y="0"/>
          <a:chExt cx="0" cy="0"/>
        </a:xfrm>
      </p:grpSpPr>
      <p:sp>
        <p:nvSpPr>
          <p:cNvPr id="2502" name="Google Shape;2502;p92"/>
          <p:cNvSpPr/>
          <p:nvPr/>
        </p:nvSpPr>
        <p:spPr>
          <a:xfrm>
            <a:off x="0" y="0"/>
            <a:ext cx="32004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92"/>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92"/>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92"/>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2506" name="Google Shape;2506;p92"/>
          <p:cNvSpPr txBox="1">
            <a:spLocks noGrp="1"/>
          </p:cNvSpPr>
          <p:nvPr>
            <p:ph type="title"/>
          </p:nvPr>
        </p:nvSpPr>
        <p:spPr>
          <a:xfrm>
            <a:off x="457200" y="1085850"/>
            <a:ext cx="4572000" cy="293400"/>
          </a:xfrm>
          <a:prstGeom prst="rect">
            <a:avLst/>
          </a:prstGeom>
        </p:spPr>
        <p:txBody>
          <a:bodyPr spcFirstLastPara="1" wrap="square" lIns="0" tIns="0" rIns="0" bIns="0" anchor="b" anchorCtr="0">
            <a:noAutofit/>
          </a:bodyPr>
          <a:lstStyle>
            <a:lvl1pPr lvl="0" rtl="0">
              <a:spcBef>
                <a:spcPts val="0"/>
              </a:spcBef>
              <a:spcAft>
                <a:spcPts val="0"/>
              </a:spcAft>
              <a:buSzPts val="1000"/>
              <a:buNone/>
              <a:defRPr sz="1000"/>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2507" name="Google Shape;2507;p92"/>
          <p:cNvSpPr txBox="1">
            <a:spLocks noGrp="1"/>
          </p:cNvSpPr>
          <p:nvPr>
            <p:ph type="subTitle" idx="2"/>
          </p:nvPr>
        </p:nvSpPr>
        <p:spPr>
          <a:xfrm>
            <a:off x="3657599" y="1604325"/>
            <a:ext cx="2380500" cy="32466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0"/>
              </a:spcBef>
              <a:spcAft>
                <a:spcPts val="0"/>
              </a:spcAft>
              <a:buSzPts val="800"/>
              <a:buNone/>
              <a:defRPr sz="800"/>
            </a:lvl2pPr>
            <a:lvl3pPr lvl="2" rtl="0">
              <a:spcBef>
                <a:spcPts val="0"/>
              </a:spcBef>
              <a:spcAft>
                <a:spcPts val="0"/>
              </a:spcAft>
              <a:buSzPts val="800"/>
              <a:buNone/>
              <a:defRPr sz="800"/>
            </a:lvl3pPr>
            <a:lvl4pPr lvl="3" rtl="0">
              <a:spcBef>
                <a:spcPts val="0"/>
              </a:spcBef>
              <a:spcAft>
                <a:spcPts val="0"/>
              </a:spcAft>
              <a:buSzPts val="800"/>
              <a:buNone/>
              <a:defRPr sz="800"/>
            </a:lvl4pPr>
            <a:lvl5pPr lvl="4" rtl="0">
              <a:spcBef>
                <a:spcPts val="0"/>
              </a:spcBef>
              <a:spcAft>
                <a:spcPts val="0"/>
              </a:spcAft>
              <a:buSzPts val="800"/>
              <a:buNone/>
              <a:defRPr sz="800"/>
            </a:lvl5pPr>
            <a:lvl6pPr lvl="5" rtl="0">
              <a:spcBef>
                <a:spcPts val="0"/>
              </a:spcBef>
              <a:spcAft>
                <a:spcPts val="0"/>
              </a:spcAft>
              <a:buSzPts val="800"/>
              <a:buNone/>
              <a:defRPr sz="800"/>
            </a:lvl6pPr>
            <a:lvl7pPr lvl="6" rtl="0">
              <a:spcBef>
                <a:spcPts val="0"/>
              </a:spcBef>
              <a:spcAft>
                <a:spcPts val="0"/>
              </a:spcAft>
              <a:buSzPts val="800"/>
              <a:buNone/>
              <a:defRPr sz="800"/>
            </a:lvl7pPr>
            <a:lvl8pPr lvl="7" rtl="0">
              <a:spcBef>
                <a:spcPts val="0"/>
              </a:spcBef>
              <a:spcAft>
                <a:spcPts val="0"/>
              </a:spcAft>
              <a:buSzPts val="800"/>
              <a:buNone/>
              <a:defRPr sz="800"/>
            </a:lvl8pPr>
            <a:lvl9pPr lvl="8" rtl="0">
              <a:spcBef>
                <a:spcPts val="0"/>
              </a:spcBef>
              <a:spcAft>
                <a:spcPts val="0"/>
              </a:spcAft>
              <a:buSzPts val="800"/>
              <a:buNone/>
              <a:defRPr sz="800"/>
            </a:lvl9pPr>
          </a:lstStyle>
          <a:p>
            <a:endParaRPr/>
          </a:p>
        </p:txBody>
      </p:sp>
      <p:sp>
        <p:nvSpPr>
          <p:cNvPr id="2508" name="Google Shape;2508;p92"/>
          <p:cNvSpPr txBox="1">
            <a:spLocks noGrp="1"/>
          </p:cNvSpPr>
          <p:nvPr>
            <p:ph type="subTitle" idx="3"/>
          </p:nvPr>
        </p:nvSpPr>
        <p:spPr>
          <a:xfrm>
            <a:off x="6335635" y="1604325"/>
            <a:ext cx="2380500" cy="32466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0"/>
              </a:spcBef>
              <a:spcAft>
                <a:spcPts val="0"/>
              </a:spcAft>
              <a:buSzPts val="800"/>
              <a:buNone/>
              <a:defRPr sz="800"/>
            </a:lvl2pPr>
            <a:lvl3pPr lvl="2" rtl="0">
              <a:spcBef>
                <a:spcPts val="0"/>
              </a:spcBef>
              <a:spcAft>
                <a:spcPts val="0"/>
              </a:spcAft>
              <a:buSzPts val="800"/>
              <a:buNone/>
              <a:defRPr sz="800"/>
            </a:lvl3pPr>
            <a:lvl4pPr lvl="3" rtl="0">
              <a:spcBef>
                <a:spcPts val="0"/>
              </a:spcBef>
              <a:spcAft>
                <a:spcPts val="0"/>
              </a:spcAft>
              <a:buSzPts val="800"/>
              <a:buNone/>
              <a:defRPr sz="800"/>
            </a:lvl4pPr>
            <a:lvl5pPr lvl="4" rtl="0">
              <a:spcBef>
                <a:spcPts val="0"/>
              </a:spcBef>
              <a:spcAft>
                <a:spcPts val="0"/>
              </a:spcAft>
              <a:buSzPts val="800"/>
              <a:buNone/>
              <a:defRPr sz="800"/>
            </a:lvl5pPr>
            <a:lvl6pPr lvl="5" rtl="0">
              <a:spcBef>
                <a:spcPts val="0"/>
              </a:spcBef>
              <a:spcAft>
                <a:spcPts val="0"/>
              </a:spcAft>
              <a:buSzPts val="800"/>
              <a:buNone/>
              <a:defRPr sz="800"/>
            </a:lvl6pPr>
            <a:lvl7pPr lvl="6" rtl="0">
              <a:spcBef>
                <a:spcPts val="0"/>
              </a:spcBef>
              <a:spcAft>
                <a:spcPts val="0"/>
              </a:spcAft>
              <a:buSzPts val="800"/>
              <a:buNone/>
              <a:defRPr sz="800"/>
            </a:lvl7pPr>
            <a:lvl8pPr lvl="7" rtl="0">
              <a:spcBef>
                <a:spcPts val="0"/>
              </a:spcBef>
              <a:spcAft>
                <a:spcPts val="0"/>
              </a:spcAft>
              <a:buSzPts val="800"/>
              <a:buNone/>
              <a:defRPr sz="800"/>
            </a:lvl8pPr>
            <a:lvl9pPr lvl="8" rtl="0">
              <a:spcBef>
                <a:spcPts val="0"/>
              </a:spcBef>
              <a:spcAft>
                <a:spcPts val="0"/>
              </a:spcAft>
              <a:buSzPts val="800"/>
              <a:buNone/>
              <a:defRPr sz="800"/>
            </a:lvl9pPr>
          </a:lstStyle>
          <a:p>
            <a:endParaRPr/>
          </a:p>
        </p:txBody>
      </p:sp>
      <p:sp>
        <p:nvSpPr>
          <p:cNvPr id="2509" name="Google Shape;2509;p92"/>
          <p:cNvSpPr txBox="1">
            <a:spLocks noGrp="1"/>
          </p:cNvSpPr>
          <p:nvPr>
            <p:ph type="subTitle" idx="4"/>
          </p:nvPr>
        </p:nvSpPr>
        <p:spPr>
          <a:xfrm>
            <a:off x="457200" y="1600200"/>
            <a:ext cx="2380500" cy="30630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0"/>
              </a:spcBef>
              <a:spcAft>
                <a:spcPts val="0"/>
              </a:spcAft>
              <a:buSzPts val="900"/>
              <a:buNone/>
              <a:defRPr/>
            </a:lvl2pPr>
            <a:lvl3pPr lvl="2" rtl="0">
              <a:spcBef>
                <a:spcPts val="0"/>
              </a:spcBef>
              <a:spcAft>
                <a:spcPts val="0"/>
              </a:spcAft>
              <a:buSzPts val="900"/>
              <a:buNone/>
              <a:defRPr/>
            </a:lvl3pPr>
            <a:lvl4pPr lvl="3" rtl="0">
              <a:spcBef>
                <a:spcPts val="0"/>
              </a:spcBef>
              <a:spcAft>
                <a:spcPts val="0"/>
              </a:spcAft>
              <a:buSzPts val="900"/>
              <a:buNone/>
              <a:defRPr/>
            </a:lvl4pPr>
            <a:lvl5pPr lvl="4" rtl="0">
              <a:spcBef>
                <a:spcPts val="0"/>
              </a:spcBef>
              <a:spcAft>
                <a:spcPts val="0"/>
              </a:spcAft>
              <a:buSzPts val="900"/>
              <a:buNone/>
              <a:defRPr/>
            </a:lvl5pPr>
            <a:lvl6pPr lvl="5" rtl="0">
              <a:spcBef>
                <a:spcPts val="0"/>
              </a:spcBef>
              <a:spcAft>
                <a:spcPts val="0"/>
              </a:spcAft>
              <a:buSzPts val="900"/>
              <a:buNone/>
              <a:defRPr/>
            </a:lvl6pPr>
            <a:lvl7pPr lvl="6" rtl="0">
              <a:spcBef>
                <a:spcPts val="0"/>
              </a:spcBef>
              <a:spcAft>
                <a:spcPts val="0"/>
              </a:spcAft>
              <a:buSzPts val="900"/>
              <a:buNone/>
              <a:defRPr/>
            </a:lvl7pPr>
            <a:lvl8pPr lvl="7" rtl="0">
              <a:spcBef>
                <a:spcPts val="0"/>
              </a:spcBef>
              <a:spcAft>
                <a:spcPts val="0"/>
              </a:spcAft>
              <a:buSzPts val="900"/>
              <a:buNone/>
              <a:defRPr/>
            </a:lvl8pPr>
            <a:lvl9pPr lvl="8" rtl="0">
              <a:spcBef>
                <a:spcPts val="0"/>
              </a:spcBef>
              <a:spcAft>
                <a:spcPts val="0"/>
              </a:spcAft>
              <a:buSzPts val="900"/>
              <a:buNone/>
              <a:defRPr/>
            </a:lvl9pPr>
          </a:lstStyle>
          <a:p>
            <a:endParaRPr/>
          </a:p>
        </p:txBody>
      </p:sp>
      <p:sp>
        <p:nvSpPr>
          <p:cNvPr id="2510" name="Google Shape;2510;p92"/>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864">
          <p15:clr>
            <a:srgbClr val="FA7B17"/>
          </p15:clr>
        </p15:guide>
        <p15:guide id="2" orient="horz" pos="720">
          <p15:clr>
            <a:srgbClr val="FA7B17"/>
          </p15:clr>
        </p15:guide>
        <p15:guide id="3" pos="2016">
          <p15:clr>
            <a:srgbClr val="FA7B17"/>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new">
  <p:cSld name="CUSTOM_7">
    <p:spTree>
      <p:nvGrpSpPr>
        <p:cNvPr id="1" name="Shape 2511"/>
        <p:cNvGrpSpPr/>
        <p:nvPr/>
      </p:nvGrpSpPr>
      <p:grpSpPr>
        <a:xfrm>
          <a:off x="0" y="0"/>
          <a:ext cx="0" cy="0"/>
          <a:chOff x="0" y="0"/>
          <a:chExt cx="0" cy="0"/>
        </a:xfrm>
      </p:grpSpPr>
      <p:sp>
        <p:nvSpPr>
          <p:cNvPr id="2512" name="Google Shape;2512;p93"/>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Gray Footer – Title + 3 Column">
  <p:cSld name="Title and two columns_1">
    <p:spTree>
      <p:nvGrpSpPr>
        <p:cNvPr id="1" name="Shape 2513"/>
        <p:cNvGrpSpPr/>
        <p:nvPr/>
      </p:nvGrpSpPr>
      <p:grpSpPr>
        <a:xfrm>
          <a:off x="0" y="0"/>
          <a:ext cx="0" cy="0"/>
          <a:chOff x="0" y="0"/>
          <a:chExt cx="0" cy="0"/>
        </a:xfrm>
      </p:grpSpPr>
      <p:sp>
        <p:nvSpPr>
          <p:cNvPr id="2514" name="Google Shape;2514;p94"/>
          <p:cNvSpPr txBox="1">
            <a:spLocks noGrp="1"/>
          </p:cNvSpPr>
          <p:nvPr>
            <p:ph type="title"/>
          </p:nvPr>
        </p:nvSpPr>
        <p:spPr>
          <a:xfrm>
            <a:off x="387275" y="222375"/>
            <a:ext cx="2627100" cy="15282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2515" name="Google Shape;2515;p94"/>
          <p:cNvSpPr txBox="1">
            <a:spLocks noGrp="1"/>
          </p:cNvSpPr>
          <p:nvPr>
            <p:ph type="body" idx="1"/>
          </p:nvPr>
        </p:nvSpPr>
        <p:spPr>
          <a:xfrm>
            <a:off x="387275" y="2078325"/>
            <a:ext cx="2736000" cy="2670600"/>
          </a:xfrm>
          <a:prstGeom prst="rect">
            <a:avLst/>
          </a:prstGeom>
          <a:noFill/>
          <a:ln>
            <a:noFill/>
          </a:ln>
        </p:spPr>
        <p:txBody>
          <a:bodyPr spcFirstLastPara="1" wrap="square" lIns="91425" tIns="91425" rIns="91425" bIns="91425" anchor="t" anchorCtr="0">
            <a:noAutofit/>
          </a:bodyPr>
          <a:lstStyle>
            <a:lvl1pPr marL="457200" lvl="0" indent="-228600" algn="l" rtl="0">
              <a:lnSpc>
                <a:spcPct val="115000"/>
              </a:lnSpc>
              <a:spcBef>
                <a:spcPts val="0"/>
              </a:spcBef>
              <a:spcAft>
                <a:spcPts val="0"/>
              </a:spcAft>
              <a:buSzPts val="900"/>
              <a:buNone/>
              <a:defRPr sz="900"/>
            </a:lvl1pPr>
            <a:lvl2pPr marL="914400" lvl="1" indent="-285750" algn="l" rtl="0">
              <a:lnSpc>
                <a:spcPct val="115000"/>
              </a:lnSpc>
              <a:spcBef>
                <a:spcPts val="1600"/>
              </a:spcBef>
              <a:spcAft>
                <a:spcPts val="0"/>
              </a:spcAft>
              <a:buSzPts val="900"/>
              <a:buChar char="○"/>
              <a:defRPr sz="900"/>
            </a:lvl2pPr>
            <a:lvl3pPr marL="1371600" lvl="2" indent="-285750" algn="l" rtl="0">
              <a:lnSpc>
                <a:spcPct val="115000"/>
              </a:lnSpc>
              <a:spcBef>
                <a:spcPts val="1600"/>
              </a:spcBef>
              <a:spcAft>
                <a:spcPts val="0"/>
              </a:spcAft>
              <a:buSzPts val="900"/>
              <a:buChar char="■"/>
              <a:defRPr sz="900"/>
            </a:lvl3pPr>
            <a:lvl4pPr marL="1828800" lvl="3" indent="-285750" algn="l" rtl="0">
              <a:lnSpc>
                <a:spcPct val="115000"/>
              </a:lnSpc>
              <a:spcBef>
                <a:spcPts val="1600"/>
              </a:spcBef>
              <a:spcAft>
                <a:spcPts val="0"/>
              </a:spcAft>
              <a:buSzPts val="900"/>
              <a:buChar char="●"/>
              <a:defRPr sz="900"/>
            </a:lvl4pPr>
            <a:lvl5pPr marL="2286000" lvl="4" indent="-285750" algn="l" rtl="0">
              <a:lnSpc>
                <a:spcPct val="115000"/>
              </a:lnSpc>
              <a:spcBef>
                <a:spcPts val="1600"/>
              </a:spcBef>
              <a:spcAft>
                <a:spcPts val="0"/>
              </a:spcAft>
              <a:buSzPts val="900"/>
              <a:buChar char="○"/>
              <a:defRPr sz="900"/>
            </a:lvl5pPr>
            <a:lvl6pPr marL="2743200" lvl="5" indent="-285750" algn="l" rtl="0">
              <a:lnSpc>
                <a:spcPct val="115000"/>
              </a:lnSpc>
              <a:spcBef>
                <a:spcPts val="1600"/>
              </a:spcBef>
              <a:spcAft>
                <a:spcPts val="0"/>
              </a:spcAft>
              <a:buSzPts val="900"/>
              <a:buChar char="■"/>
              <a:defRPr sz="900"/>
            </a:lvl6pPr>
            <a:lvl7pPr marL="3200400" lvl="6" indent="-285750" algn="l" rtl="0">
              <a:lnSpc>
                <a:spcPct val="115000"/>
              </a:lnSpc>
              <a:spcBef>
                <a:spcPts val="1600"/>
              </a:spcBef>
              <a:spcAft>
                <a:spcPts val="0"/>
              </a:spcAft>
              <a:buSzPts val="900"/>
              <a:buChar char="●"/>
              <a:defRPr sz="900"/>
            </a:lvl7pPr>
            <a:lvl8pPr marL="3657600" lvl="7" indent="-285750" algn="l" rtl="0">
              <a:lnSpc>
                <a:spcPct val="115000"/>
              </a:lnSpc>
              <a:spcBef>
                <a:spcPts val="1600"/>
              </a:spcBef>
              <a:spcAft>
                <a:spcPts val="0"/>
              </a:spcAft>
              <a:buSzPts val="900"/>
              <a:buChar char="○"/>
              <a:defRPr sz="900"/>
            </a:lvl8pPr>
            <a:lvl9pPr marL="4114800" lvl="8" indent="-285750" algn="l" rtl="0">
              <a:lnSpc>
                <a:spcPct val="115000"/>
              </a:lnSpc>
              <a:spcBef>
                <a:spcPts val="1600"/>
              </a:spcBef>
              <a:spcAft>
                <a:spcPts val="1600"/>
              </a:spcAft>
              <a:buSzPts val="900"/>
              <a:buChar char="■"/>
              <a:defRPr sz="900"/>
            </a:lvl9pPr>
          </a:lstStyle>
          <a:p>
            <a:endParaRPr/>
          </a:p>
        </p:txBody>
      </p:sp>
      <p:sp>
        <p:nvSpPr>
          <p:cNvPr id="2516" name="Google Shape;2516;p94"/>
          <p:cNvSpPr txBox="1">
            <a:spLocks noGrp="1"/>
          </p:cNvSpPr>
          <p:nvPr>
            <p:ph type="body" idx="2"/>
          </p:nvPr>
        </p:nvSpPr>
        <p:spPr>
          <a:xfrm>
            <a:off x="3311925" y="451950"/>
            <a:ext cx="2685900" cy="4296900"/>
          </a:xfrm>
          <a:prstGeom prst="rect">
            <a:avLst/>
          </a:prstGeom>
          <a:noFill/>
          <a:ln>
            <a:noFill/>
          </a:ln>
        </p:spPr>
        <p:txBody>
          <a:bodyPr spcFirstLastPara="1" wrap="square" lIns="91425" tIns="91425" rIns="91425" bIns="91425" anchor="t" anchorCtr="0">
            <a:noAutofit/>
          </a:bodyPr>
          <a:lstStyle>
            <a:lvl1pPr marL="457200" lvl="0" indent="-228600" algn="l" rtl="0">
              <a:lnSpc>
                <a:spcPct val="115000"/>
              </a:lnSpc>
              <a:spcBef>
                <a:spcPts val="0"/>
              </a:spcBef>
              <a:spcAft>
                <a:spcPts val="0"/>
              </a:spcAft>
              <a:buSzPts val="900"/>
              <a:buNone/>
              <a:defRPr sz="900"/>
            </a:lvl1pPr>
            <a:lvl2pPr marL="914400" lvl="1" indent="-285750" algn="l" rtl="0">
              <a:lnSpc>
                <a:spcPct val="115000"/>
              </a:lnSpc>
              <a:spcBef>
                <a:spcPts val="1600"/>
              </a:spcBef>
              <a:spcAft>
                <a:spcPts val="0"/>
              </a:spcAft>
              <a:buSzPts val="900"/>
              <a:buChar char="○"/>
              <a:defRPr sz="900"/>
            </a:lvl2pPr>
            <a:lvl3pPr marL="1371600" lvl="2" indent="-285750" algn="l" rtl="0">
              <a:lnSpc>
                <a:spcPct val="115000"/>
              </a:lnSpc>
              <a:spcBef>
                <a:spcPts val="1600"/>
              </a:spcBef>
              <a:spcAft>
                <a:spcPts val="0"/>
              </a:spcAft>
              <a:buSzPts val="900"/>
              <a:buChar char="■"/>
              <a:defRPr sz="900"/>
            </a:lvl3pPr>
            <a:lvl4pPr marL="1828800" lvl="3" indent="-285750" algn="l" rtl="0">
              <a:lnSpc>
                <a:spcPct val="115000"/>
              </a:lnSpc>
              <a:spcBef>
                <a:spcPts val="1600"/>
              </a:spcBef>
              <a:spcAft>
                <a:spcPts val="0"/>
              </a:spcAft>
              <a:buSzPts val="900"/>
              <a:buChar char="●"/>
              <a:defRPr sz="900"/>
            </a:lvl4pPr>
            <a:lvl5pPr marL="2286000" lvl="4" indent="-285750" algn="l" rtl="0">
              <a:lnSpc>
                <a:spcPct val="115000"/>
              </a:lnSpc>
              <a:spcBef>
                <a:spcPts val="1600"/>
              </a:spcBef>
              <a:spcAft>
                <a:spcPts val="0"/>
              </a:spcAft>
              <a:buSzPts val="900"/>
              <a:buChar char="○"/>
              <a:defRPr sz="900"/>
            </a:lvl5pPr>
            <a:lvl6pPr marL="2743200" lvl="5" indent="-285750" algn="l" rtl="0">
              <a:lnSpc>
                <a:spcPct val="115000"/>
              </a:lnSpc>
              <a:spcBef>
                <a:spcPts val="1600"/>
              </a:spcBef>
              <a:spcAft>
                <a:spcPts val="0"/>
              </a:spcAft>
              <a:buSzPts val="900"/>
              <a:buChar char="■"/>
              <a:defRPr sz="900"/>
            </a:lvl6pPr>
            <a:lvl7pPr marL="3200400" lvl="6" indent="-285750" algn="l" rtl="0">
              <a:lnSpc>
                <a:spcPct val="115000"/>
              </a:lnSpc>
              <a:spcBef>
                <a:spcPts val="1600"/>
              </a:spcBef>
              <a:spcAft>
                <a:spcPts val="0"/>
              </a:spcAft>
              <a:buSzPts val="900"/>
              <a:buChar char="●"/>
              <a:defRPr sz="900"/>
            </a:lvl7pPr>
            <a:lvl8pPr marL="3657600" lvl="7" indent="-285750" algn="l" rtl="0">
              <a:lnSpc>
                <a:spcPct val="115000"/>
              </a:lnSpc>
              <a:spcBef>
                <a:spcPts val="1600"/>
              </a:spcBef>
              <a:spcAft>
                <a:spcPts val="0"/>
              </a:spcAft>
              <a:buSzPts val="900"/>
              <a:buChar char="○"/>
              <a:defRPr sz="900"/>
            </a:lvl8pPr>
            <a:lvl9pPr marL="4114800" lvl="8" indent="-285750" algn="l" rtl="0">
              <a:lnSpc>
                <a:spcPct val="115000"/>
              </a:lnSpc>
              <a:spcBef>
                <a:spcPts val="1600"/>
              </a:spcBef>
              <a:spcAft>
                <a:spcPts val="1600"/>
              </a:spcAft>
              <a:buSzPts val="900"/>
              <a:buChar char="■"/>
              <a:defRPr sz="900"/>
            </a:lvl9pPr>
          </a:lstStyle>
          <a:p>
            <a:endParaRPr/>
          </a:p>
        </p:txBody>
      </p:sp>
      <p:cxnSp>
        <p:nvCxnSpPr>
          <p:cNvPr id="2517" name="Google Shape;2517;p94"/>
          <p:cNvCxnSpPr/>
          <p:nvPr/>
        </p:nvCxnSpPr>
        <p:spPr>
          <a:xfrm>
            <a:off x="438000" y="1828800"/>
            <a:ext cx="2595600" cy="3900"/>
          </a:xfrm>
          <a:prstGeom prst="straightConnector1">
            <a:avLst/>
          </a:prstGeom>
          <a:noFill/>
          <a:ln w="28575" cap="flat" cmpd="sng">
            <a:solidFill>
              <a:srgbClr val="14BEF0"/>
            </a:solidFill>
            <a:prstDash val="solid"/>
            <a:round/>
            <a:headEnd type="none" w="med" len="med"/>
            <a:tailEnd type="none" w="med" len="med"/>
          </a:ln>
        </p:spPr>
      </p:cxnSp>
      <p:cxnSp>
        <p:nvCxnSpPr>
          <p:cNvPr id="2518" name="Google Shape;2518;p94"/>
          <p:cNvCxnSpPr/>
          <p:nvPr/>
        </p:nvCxnSpPr>
        <p:spPr>
          <a:xfrm>
            <a:off x="3214439" y="221700"/>
            <a:ext cx="0" cy="4700100"/>
          </a:xfrm>
          <a:prstGeom prst="straightConnector1">
            <a:avLst/>
          </a:prstGeom>
          <a:noFill/>
          <a:ln w="9525" cap="flat" cmpd="sng">
            <a:solidFill>
              <a:schemeClr val="lt2"/>
            </a:solidFill>
            <a:prstDash val="solid"/>
            <a:round/>
            <a:headEnd type="none" w="med" len="med"/>
            <a:tailEnd type="none" w="med" len="med"/>
          </a:ln>
        </p:spPr>
      </p:cxnSp>
      <p:sp>
        <p:nvSpPr>
          <p:cNvPr id="2519" name="Google Shape;2519;p94"/>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1899">
          <p15:clr>
            <a:srgbClr val="FA7B17"/>
          </p15:clr>
        </p15:guide>
        <p15:guide id="2" pos="2073">
          <p15:clr>
            <a:srgbClr val="FA7B17"/>
          </p15:clr>
        </p15:guide>
        <p15:guide id="3" pos="3685">
          <p15:clr>
            <a:srgbClr val="FA7B17"/>
          </p15:clr>
        </p15:guide>
        <p15:guide id="4" pos="3860">
          <p15:clr>
            <a:srgbClr val="FA7B17"/>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20"/>
        <p:cNvGrpSpPr/>
        <p:nvPr/>
      </p:nvGrpSpPr>
      <p:grpSpPr>
        <a:xfrm>
          <a:off x="0" y="0"/>
          <a:ext cx="0" cy="0"/>
          <a:chOff x="0" y="0"/>
          <a:chExt cx="0" cy="0"/>
        </a:xfrm>
      </p:grpSpPr>
      <p:sp>
        <p:nvSpPr>
          <p:cNvPr id="2521" name="Google Shape;2521;p95"/>
          <p:cNvSpPr txBox="1">
            <a:spLocks noGrp="1"/>
          </p:cNvSpPr>
          <p:nvPr>
            <p:ph type="title"/>
          </p:nvPr>
        </p:nvSpPr>
        <p:spPr>
          <a:xfrm>
            <a:off x="457200" y="914400"/>
            <a:ext cx="8229600" cy="3640800"/>
          </a:xfrm>
          <a:prstGeom prst="rect">
            <a:avLst/>
          </a:prstGeom>
        </p:spPr>
        <p:txBody>
          <a:bodyPr spcFirstLastPara="1" wrap="square" lIns="0" tIns="0" rIns="0" bIns="0" anchor="t"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2522" name="Google Shape;2522;p95"/>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new 1">
  <p:cSld name="CUSTOM_8">
    <p:spTree>
      <p:nvGrpSpPr>
        <p:cNvPr id="1" name="Shape 2523"/>
        <p:cNvGrpSpPr/>
        <p:nvPr/>
      </p:nvGrpSpPr>
      <p:grpSpPr>
        <a:xfrm>
          <a:off x="0" y="0"/>
          <a:ext cx="0" cy="0"/>
          <a:chOff x="0" y="0"/>
          <a:chExt cx="0" cy="0"/>
        </a:xfrm>
      </p:grpSpPr>
      <p:sp>
        <p:nvSpPr>
          <p:cNvPr id="2524" name="Google Shape;2524;p96"/>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2525"/>
        <p:cNvGrpSpPr/>
        <p:nvPr/>
      </p:nvGrpSpPr>
      <p:grpSpPr>
        <a:xfrm>
          <a:off x="0" y="0"/>
          <a:ext cx="0" cy="0"/>
          <a:chOff x="0" y="0"/>
          <a:chExt cx="0" cy="0"/>
        </a:xfrm>
      </p:grpSpPr>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26"/>
        <p:cNvGrpSpPr/>
        <p:nvPr/>
      </p:nvGrpSpPr>
      <p:grpSpPr>
        <a:xfrm>
          <a:off x="0" y="0"/>
          <a:ext cx="0" cy="0"/>
          <a:chOff x="0" y="0"/>
          <a:chExt cx="0" cy="0"/>
        </a:xfrm>
      </p:grpSpPr>
      <p:sp>
        <p:nvSpPr>
          <p:cNvPr id="2527" name="Google Shape;2527;p98"/>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Clr>
                <a:schemeClr val="dk1"/>
              </a:buClr>
              <a:buSzPts val="18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2528" name="Google Shape;2528;p98"/>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1600"/>
              </a:spcBef>
              <a:spcAft>
                <a:spcPts val="0"/>
              </a:spcAft>
              <a:buClr>
                <a:schemeClr val="dk1"/>
              </a:buClr>
              <a:buSzPts val="1800"/>
              <a:buChar char="○"/>
              <a:defRPr/>
            </a:lvl2pPr>
            <a:lvl3pPr marL="1371600" lvl="2" indent="-342900" algn="l" rtl="0">
              <a:spcBef>
                <a:spcPts val="1600"/>
              </a:spcBef>
              <a:spcAft>
                <a:spcPts val="0"/>
              </a:spcAft>
              <a:buClr>
                <a:schemeClr val="dk1"/>
              </a:buClr>
              <a:buSzPts val="1800"/>
              <a:buChar char="■"/>
              <a:defRPr/>
            </a:lvl3pPr>
            <a:lvl4pPr marL="1828800" lvl="3" indent="-342900" algn="l" rtl="0">
              <a:spcBef>
                <a:spcPts val="1600"/>
              </a:spcBef>
              <a:spcAft>
                <a:spcPts val="0"/>
              </a:spcAft>
              <a:buClr>
                <a:schemeClr val="dk1"/>
              </a:buClr>
              <a:buSzPts val="1800"/>
              <a:buChar char="●"/>
              <a:defRPr/>
            </a:lvl4pPr>
            <a:lvl5pPr marL="2286000" lvl="4" indent="-342900" algn="l" rtl="0">
              <a:spcBef>
                <a:spcPts val="1600"/>
              </a:spcBef>
              <a:spcAft>
                <a:spcPts val="0"/>
              </a:spcAft>
              <a:buClr>
                <a:schemeClr val="dk1"/>
              </a:buClr>
              <a:buSzPts val="1800"/>
              <a:buChar char="○"/>
              <a:defRPr/>
            </a:lvl5pPr>
            <a:lvl6pPr marL="2743200" lvl="5" indent="-342900" algn="l" rtl="0">
              <a:spcBef>
                <a:spcPts val="1600"/>
              </a:spcBef>
              <a:spcAft>
                <a:spcPts val="0"/>
              </a:spcAft>
              <a:buClr>
                <a:schemeClr val="dk1"/>
              </a:buClr>
              <a:buSzPts val="1800"/>
              <a:buChar char="■"/>
              <a:defRPr/>
            </a:lvl6pPr>
            <a:lvl7pPr marL="3200400" lvl="6" indent="-342900" algn="l" rtl="0">
              <a:spcBef>
                <a:spcPts val="1600"/>
              </a:spcBef>
              <a:spcAft>
                <a:spcPts val="0"/>
              </a:spcAft>
              <a:buClr>
                <a:schemeClr val="dk1"/>
              </a:buClr>
              <a:buSzPts val="1800"/>
              <a:buChar char="●"/>
              <a:defRPr/>
            </a:lvl7pPr>
            <a:lvl8pPr marL="3657600" lvl="7" indent="-342900" algn="l" rtl="0">
              <a:spcBef>
                <a:spcPts val="1600"/>
              </a:spcBef>
              <a:spcAft>
                <a:spcPts val="0"/>
              </a:spcAft>
              <a:buClr>
                <a:schemeClr val="dk1"/>
              </a:buClr>
              <a:buSzPts val="1800"/>
              <a:buChar char="○"/>
              <a:defRPr/>
            </a:lvl8pPr>
            <a:lvl9pPr marL="4114800" lvl="8" indent="-342900" algn="l" rtl="0">
              <a:spcBef>
                <a:spcPts val="1600"/>
              </a:spcBef>
              <a:spcAft>
                <a:spcPts val="1600"/>
              </a:spcAft>
              <a:buClr>
                <a:schemeClr val="dk1"/>
              </a:buClr>
              <a:buSzPts val="1800"/>
              <a:buChar char="■"/>
              <a:defRPr/>
            </a:lvl9pPr>
          </a:lstStyle>
          <a:p>
            <a:endParaRPr/>
          </a:p>
        </p:txBody>
      </p:sp>
      <p:sp>
        <p:nvSpPr>
          <p:cNvPr id="2529" name="Google Shape;2529;p98"/>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530" name="Google Shape;2530;p98"/>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531" name="Google Shape;2531;p98"/>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CS Text 1">
  <p:cSld name="CUSTOM_1_1_3_1_1_1">
    <p:spTree>
      <p:nvGrpSpPr>
        <p:cNvPr id="1" name="Shape 2532"/>
        <p:cNvGrpSpPr/>
        <p:nvPr/>
      </p:nvGrpSpPr>
      <p:grpSpPr>
        <a:xfrm>
          <a:off x="0" y="0"/>
          <a:ext cx="0" cy="0"/>
          <a:chOff x="0" y="0"/>
          <a:chExt cx="0" cy="0"/>
        </a:xfrm>
      </p:grpSpPr>
      <p:sp>
        <p:nvSpPr>
          <p:cNvPr id="2533" name="Google Shape;2533;p99"/>
          <p:cNvSpPr txBox="1">
            <a:spLocks noGrp="1"/>
          </p:cNvSpPr>
          <p:nvPr>
            <p:ph type="sldNum" idx="12"/>
          </p:nvPr>
        </p:nvSpPr>
        <p:spPr>
          <a:xfrm>
            <a:off x="5029156" y="4663225"/>
            <a:ext cx="3687000" cy="393600"/>
          </a:xfrm>
          <a:prstGeom prst="rect">
            <a:avLst/>
          </a:prstGeom>
        </p:spPr>
        <p:txBody>
          <a:bodyPr spcFirstLastPara="1" wrap="square" lIns="91425" tIns="91425" rIns="91425" bIns="91425" anchor="t" anchorCtr="0">
            <a:noAutofit/>
          </a:bodyPr>
          <a:lstStyle>
            <a:lvl1pPr lvl="0" rtl="0">
              <a:buNone/>
              <a:defRPr sz="700" b="1">
                <a:solidFill>
                  <a:srgbClr val="969696"/>
                </a:solidFill>
                <a:latin typeface="Open Sans"/>
                <a:ea typeface="Open Sans"/>
                <a:cs typeface="Open Sans"/>
                <a:sym typeface="Open Sans"/>
              </a:defRPr>
            </a:lvl1pPr>
            <a:lvl2pPr lvl="1" rtl="0">
              <a:buNone/>
              <a:defRPr sz="700" b="1">
                <a:solidFill>
                  <a:srgbClr val="969696"/>
                </a:solidFill>
                <a:latin typeface="Open Sans"/>
                <a:ea typeface="Open Sans"/>
                <a:cs typeface="Open Sans"/>
                <a:sym typeface="Open Sans"/>
              </a:defRPr>
            </a:lvl2pPr>
            <a:lvl3pPr lvl="2" rtl="0">
              <a:buNone/>
              <a:defRPr sz="700" b="1">
                <a:solidFill>
                  <a:srgbClr val="969696"/>
                </a:solidFill>
                <a:latin typeface="Open Sans"/>
                <a:ea typeface="Open Sans"/>
                <a:cs typeface="Open Sans"/>
                <a:sym typeface="Open Sans"/>
              </a:defRPr>
            </a:lvl3pPr>
            <a:lvl4pPr lvl="3" rtl="0">
              <a:buNone/>
              <a:defRPr sz="700" b="1">
                <a:solidFill>
                  <a:srgbClr val="969696"/>
                </a:solidFill>
                <a:latin typeface="Open Sans"/>
                <a:ea typeface="Open Sans"/>
                <a:cs typeface="Open Sans"/>
                <a:sym typeface="Open Sans"/>
              </a:defRPr>
            </a:lvl4pPr>
            <a:lvl5pPr lvl="4" rtl="0">
              <a:buNone/>
              <a:defRPr sz="700" b="1">
                <a:solidFill>
                  <a:srgbClr val="969696"/>
                </a:solidFill>
                <a:latin typeface="Open Sans"/>
                <a:ea typeface="Open Sans"/>
                <a:cs typeface="Open Sans"/>
                <a:sym typeface="Open Sans"/>
              </a:defRPr>
            </a:lvl5pPr>
            <a:lvl6pPr lvl="5" rtl="0">
              <a:buNone/>
              <a:defRPr sz="700" b="1">
                <a:solidFill>
                  <a:srgbClr val="969696"/>
                </a:solidFill>
                <a:latin typeface="Open Sans"/>
                <a:ea typeface="Open Sans"/>
                <a:cs typeface="Open Sans"/>
                <a:sym typeface="Open Sans"/>
              </a:defRPr>
            </a:lvl6pPr>
            <a:lvl7pPr lvl="6" rtl="0">
              <a:buNone/>
              <a:defRPr sz="700" b="1">
                <a:solidFill>
                  <a:srgbClr val="969696"/>
                </a:solidFill>
                <a:latin typeface="Open Sans"/>
                <a:ea typeface="Open Sans"/>
                <a:cs typeface="Open Sans"/>
                <a:sym typeface="Open Sans"/>
              </a:defRPr>
            </a:lvl7pPr>
            <a:lvl8pPr lvl="7" rtl="0">
              <a:buNone/>
              <a:defRPr sz="700" b="1">
                <a:solidFill>
                  <a:srgbClr val="969696"/>
                </a:solidFill>
                <a:latin typeface="Open Sans"/>
                <a:ea typeface="Open Sans"/>
                <a:cs typeface="Open Sans"/>
                <a:sym typeface="Open Sans"/>
              </a:defRPr>
            </a:lvl8pPr>
            <a:lvl9pPr lvl="8" rtl="0">
              <a:buNone/>
              <a:defRPr sz="700" b="1">
                <a:solidFill>
                  <a:srgbClr val="969696"/>
                </a:solidFill>
                <a:latin typeface="Open Sans"/>
                <a:ea typeface="Open Sans"/>
                <a:cs typeface="Open Sans"/>
                <a:sym typeface="Open Sans"/>
              </a:defRPr>
            </a:lvl9pPr>
          </a:lstStyle>
          <a:p>
            <a:pPr marL="0" lvl="0" indent="0" algn="r" rtl="0">
              <a:spcBef>
                <a:spcPts val="0"/>
              </a:spcBef>
              <a:spcAft>
                <a:spcPts val="0"/>
              </a:spcAft>
              <a:buNone/>
            </a:pPr>
            <a:r>
              <a:rPr lang="en"/>
              <a:t>FORMATION DCH POUR LE PEV</a:t>
            </a:r>
            <a:endParaRPr sz="800" b="0">
              <a:solidFill>
                <a:srgbClr val="B7B7B7"/>
              </a:solidFill>
              <a:latin typeface="Lato"/>
              <a:ea typeface="Lato"/>
              <a:cs typeface="Lato"/>
              <a:sym typeface="Lato"/>
            </a:endParaRPr>
          </a:p>
        </p:txBody>
      </p:sp>
      <p:sp>
        <p:nvSpPr>
          <p:cNvPr id="2534" name="Google Shape;2534;p99"/>
          <p:cNvSpPr txBox="1">
            <a:spLocks noGrp="1"/>
          </p:cNvSpPr>
          <p:nvPr>
            <p:ph type="subTitle" idx="1"/>
          </p:nvPr>
        </p:nvSpPr>
        <p:spPr>
          <a:xfrm>
            <a:off x="457200" y="1271127"/>
            <a:ext cx="2100900" cy="25362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2535" name="Google Shape;2535;p99"/>
          <p:cNvSpPr txBox="1">
            <a:spLocks noGrp="1"/>
          </p:cNvSpPr>
          <p:nvPr>
            <p:ph type="subTitle" idx="2"/>
          </p:nvPr>
        </p:nvSpPr>
        <p:spPr>
          <a:xfrm>
            <a:off x="2928450" y="1271127"/>
            <a:ext cx="2100900" cy="25362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2536" name="Google Shape;2536;p99"/>
          <p:cNvSpPr txBox="1">
            <a:spLocks noGrp="1"/>
          </p:cNvSpPr>
          <p:nvPr>
            <p:ph type="subTitle" idx="3"/>
          </p:nvPr>
        </p:nvSpPr>
        <p:spPr>
          <a:xfrm>
            <a:off x="5399700" y="1271777"/>
            <a:ext cx="2100900" cy="2536200"/>
          </a:xfrm>
          <a:prstGeom prst="rect">
            <a:avLst/>
          </a:prstGeom>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1600"/>
              </a:spcBef>
              <a:spcAft>
                <a:spcPts val="0"/>
              </a:spcAft>
              <a:buSzPts val="800"/>
              <a:buNone/>
              <a:defRPr sz="800"/>
            </a:lvl2pPr>
            <a:lvl3pPr lvl="2" rtl="0">
              <a:spcBef>
                <a:spcPts val="1600"/>
              </a:spcBef>
              <a:spcAft>
                <a:spcPts val="0"/>
              </a:spcAft>
              <a:buSzPts val="800"/>
              <a:buNone/>
              <a:defRPr sz="800"/>
            </a:lvl3pPr>
            <a:lvl4pPr lvl="3" rtl="0">
              <a:spcBef>
                <a:spcPts val="1600"/>
              </a:spcBef>
              <a:spcAft>
                <a:spcPts val="0"/>
              </a:spcAft>
              <a:buSzPts val="800"/>
              <a:buNone/>
              <a:defRPr sz="800"/>
            </a:lvl4pPr>
            <a:lvl5pPr lvl="4" rtl="0">
              <a:spcBef>
                <a:spcPts val="1600"/>
              </a:spcBef>
              <a:spcAft>
                <a:spcPts val="0"/>
              </a:spcAft>
              <a:buSzPts val="800"/>
              <a:buNone/>
              <a:defRPr sz="800"/>
            </a:lvl5pPr>
            <a:lvl6pPr lvl="5" rtl="0">
              <a:spcBef>
                <a:spcPts val="1600"/>
              </a:spcBef>
              <a:spcAft>
                <a:spcPts val="0"/>
              </a:spcAft>
              <a:buSzPts val="800"/>
              <a:buNone/>
              <a:defRPr sz="800"/>
            </a:lvl6pPr>
            <a:lvl7pPr lvl="6" rtl="0">
              <a:spcBef>
                <a:spcPts val="1600"/>
              </a:spcBef>
              <a:spcAft>
                <a:spcPts val="0"/>
              </a:spcAft>
              <a:buSzPts val="800"/>
              <a:buNone/>
              <a:defRPr sz="800"/>
            </a:lvl7pPr>
            <a:lvl8pPr lvl="7" rtl="0">
              <a:spcBef>
                <a:spcPts val="1600"/>
              </a:spcBef>
              <a:spcAft>
                <a:spcPts val="0"/>
              </a:spcAft>
              <a:buSzPts val="800"/>
              <a:buNone/>
              <a:defRPr sz="800"/>
            </a:lvl8pPr>
            <a:lvl9pPr lvl="8" rtl="0">
              <a:spcBef>
                <a:spcPts val="1600"/>
              </a:spcBef>
              <a:spcAft>
                <a:spcPts val="1600"/>
              </a:spcAft>
              <a:buSzPts val="800"/>
              <a:buNone/>
              <a:defRPr sz="800"/>
            </a:lvl9pPr>
          </a:lstStyle>
          <a:p>
            <a:endParaRPr/>
          </a:p>
        </p:txBody>
      </p:sp>
      <p:sp>
        <p:nvSpPr>
          <p:cNvPr id="2537" name="Google Shape;2537;p99"/>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extLst>
    <p:ext uri="{DCECCB84-F9BA-43D5-87BE-67443E8EF086}">
      <p15:sldGuideLst xmlns:p15="http://schemas.microsoft.com/office/powerpoint/2012/main">
        <p15:guide id="1" orient="horz" pos="869">
          <p15:clr>
            <a:srgbClr val="FA7B17"/>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Blue - Section Cover 3">
  <p:cSld name="CUSTOM_2_5">
    <p:bg>
      <p:bgPr>
        <a:solidFill>
          <a:srgbClr val="F36856"/>
        </a:solidFill>
        <a:effectLst/>
      </p:bgPr>
    </p:bg>
    <p:spTree>
      <p:nvGrpSpPr>
        <p:cNvPr id="1" name="Shape 2538"/>
        <p:cNvGrpSpPr/>
        <p:nvPr/>
      </p:nvGrpSpPr>
      <p:grpSpPr>
        <a:xfrm>
          <a:off x="0" y="0"/>
          <a:ext cx="0" cy="0"/>
          <a:chOff x="0" y="0"/>
          <a:chExt cx="0" cy="0"/>
        </a:xfrm>
      </p:grpSpPr>
      <p:sp>
        <p:nvSpPr>
          <p:cNvPr id="2539" name="Google Shape;2539;p100"/>
          <p:cNvSpPr/>
          <p:nvPr/>
        </p:nvSpPr>
        <p:spPr>
          <a:xfrm flipH="1">
            <a:off x="5381316" y="3872757"/>
            <a:ext cx="3762685" cy="1270747"/>
          </a:xfrm>
          <a:custGeom>
            <a:avLst/>
            <a:gdLst/>
            <a:ahLst/>
            <a:cxnLst/>
            <a:rect l="l" t="t" r="r" b="b"/>
            <a:pathLst>
              <a:path w="89444" h="5123" extrusionOk="0">
                <a:moveTo>
                  <a:pt x="65897" y="1"/>
                </a:moveTo>
                <a:lnTo>
                  <a:pt x="65116" y="6"/>
                </a:lnTo>
                <a:lnTo>
                  <a:pt x="64305" y="16"/>
                </a:lnTo>
                <a:lnTo>
                  <a:pt x="63524" y="27"/>
                </a:lnTo>
                <a:lnTo>
                  <a:pt x="1" y="27"/>
                </a:lnTo>
                <a:lnTo>
                  <a:pt x="1" y="5122"/>
                </a:lnTo>
                <a:lnTo>
                  <a:pt x="89053" y="5122"/>
                </a:lnTo>
                <a:lnTo>
                  <a:pt x="89234" y="4928"/>
                </a:lnTo>
                <a:lnTo>
                  <a:pt x="89354" y="4724"/>
                </a:lnTo>
                <a:lnTo>
                  <a:pt x="89414" y="4520"/>
                </a:lnTo>
                <a:lnTo>
                  <a:pt x="89444" y="4311"/>
                </a:lnTo>
                <a:lnTo>
                  <a:pt x="89384" y="4097"/>
                </a:lnTo>
                <a:lnTo>
                  <a:pt x="89264" y="3883"/>
                </a:lnTo>
                <a:lnTo>
                  <a:pt x="89114" y="3663"/>
                </a:lnTo>
                <a:lnTo>
                  <a:pt x="88873" y="3444"/>
                </a:lnTo>
                <a:lnTo>
                  <a:pt x="88573" y="3220"/>
                </a:lnTo>
                <a:lnTo>
                  <a:pt x="88213" y="2990"/>
                </a:lnTo>
                <a:lnTo>
                  <a:pt x="87792" y="2760"/>
                </a:lnTo>
                <a:lnTo>
                  <a:pt x="87281" y="2526"/>
                </a:lnTo>
                <a:lnTo>
                  <a:pt x="86741" y="2291"/>
                </a:lnTo>
                <a:lnTo>
                  <a:pt x="86110" y="2057"/>
                </a:lnTo>
                <a:lnTo>
                  <a:pt x="85419" y="1817"/>
                </a:lnTo>
                <a:lnTo>
                  <a:pt x="84668" y="1572"/>
                </a:lnTo>
                <a:lnTo>
                  <a:pt x="84278" y="1460"/>
                </a:lnTo>
                <a:lnTo>
                  <a:pt x="83857" y="1353"/>
                </a:lnTo>
                <a:lnTo>
                  <a:pt x="83407" y="1251"/>
                </a:lnTo>
                <a:lnTo>
                  <a:pt x="82956" y="1149"/>
                </a:lnTo>
                <a:lnTo>
                  <a:pt x="82446" y="1057"/>
                </a:lnTo>
                <a:lnTo>
                  <a:pt x="81935" y="965"/>
                </a:lnTo>
                <a:lnTo>
                  <a:pt x="81425" y="878"/>
                </a:lnTo>
                <a:lnTo>
                  <a:pt x="80854" y="797"/>
                </a:lnTo>
                <a:lnTo>
                  <a:pt x="80283" y="715"/>
                </a:lnTo>
                <a:lnTo>
                  <a:pt x="79683" y="644"/>
                </a:lnTo>
                <a:lnTo>
                  <a:pt x="79082" y="572"/>
                </a:lnTo>
                <a:lnTo>
                  <a:pt x="78421" y="506"/>
                </a:lnTo>
                <a:lnTo>
                  <a:pt x="77790" y="445"/>
                </a:lnTo>
                <a:lnTo>
                  <a:pt x="77130" y="389"/>
                </a:lnTo>
                <a:lnTo>
                  <a:pt x="76439" y="338"/>
                </a:lnTo>
                <a:lnTo>
                  <a:pt x="75748" y="287"/>
                </a:lnTo>
                <a:lnTo>
                  <a:pt x="75057" y="241"/>
                </a:lnTo>
                <a:lnTo>
                  <a:pt x="74336" y="200"/>
                </a:lnTo>
                <a:lnTo>
                  <a:pt x="73586" y="164"/>
                </a:lnTo>
                <a:lnTo>
                  <a:pt x="72865" y="129"/>
                </a:lnTo>
                <a:lnTo>
                  <a:pt x="72114" y="103"/>
                </a:lnTo>
                <a:lnTo>
                  <a:pt x="71363" y="78"/>
                </a:lnTo>
                <a:lnTo>
                  <a:pt x="70582" y="52"/>
                </a:lnTo>
                <a:lnTo>
                  <a:pt x="69831" y="37"/>
                </a:lnTo>
                <a:lnTo>
                  <a:pt x="69050" y="21"/>
                </a:lnTo>
                <a:lnTo>
                  <a:pt x="68269" y="11"/>
                </a:lnTo>
                <a:lnTo>
                  <a:pt x="67489" y="6"/>
                </a:lnTo>
                <a:lnTo>
                  <a:pt x="66678"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100"/>
          <p:cNvSpPr/>
          <p:nvPr/>
        </p:nvSpPr>
        <p:spPr>
          <a:xfrm flipH="1">
            <a:off x="5381316" y="3872757"/>
            <a:ext cx="3762685" cy="1270747"/>
          </a:xfrm>
          <a:custGeom>
            <a:avLst/>
            <a:gdLst/>
            <a:ahLst/>
            <a:cxnLst/>
            <a:rect l="l" t="t" r="r" b="b"/>
            <a:pathLst>
              <a:path w="89444" h="5123" fill="none" extrusionOk="0">
                <a:moveTo>
                  <a:pt x="1" y="27"/>
                </a:moveTo>
                <a:lnTo>
                  <a:pt x="63524" y="27"/>
                </a:lnTo>
                <a:lnTo>
                  <a:pt x="63524" y="27"/>
                </a:lnTo>
                <a:lnTo>
                  <a:pt x="64305" y="16"/>
                </a:lnTo>
                <a:lnTo>
                  <a:pt x="65116" y="6"/>
                </a:lnTo>
                <a:lnTo>
                  <a:pt x="65897" y="1"/>
                </a:lnTo>
                <a:lnTo>
                  <a:pt x="66678" y="1"/>
                </a:lnTo>
                <a:lnTo>
                  <a:pt x="67489" y="6"/>
                </a:lnTo>
                <a:lnTo>
                  <a:pt x="68269" y="11"/>
                </a:lnTo>
                <a:lnTo>
                  <a:pt x="69050" y="21"/>
                </a:lnTo>
                <a:lnTo>
                  <a:pt x="69831" y="37"/>
                </a:lnTo>
                <a:lnTo>
                  <a:pt x="70582" y="52"/>
                </a:lnTo>
                <a:lnTo>
                  <a:pt x="71363" y="78"/>
                </a:lnTo>
                <a:lnTo>
                  <a:pt x="72114" y="103"/>
                </a:lnTo>
                <a:lnTo>
                  <a:pt x="72865" y="129"/>
                </a:lnTo>
                <a:lnTo>
                  <a:pt x="73586" y="164"/>
                </a:lnTo>
                <a:lnTo>
                  <a:pt x="74336" y="200"/>
                </a:lnTo>
                <a:lnTo>
                  <a:pt x="75057" y="241"/>
                </a:lnTo>
                <a:lnTo>
                  <a:pt x="75748" y="287"/>
                </a:lnTo>
                <a:lnTo>
                  <a:pt x="76439" y="338"/>
                </a:lnTo>
                <a:lnTo>
                  <a:pt x="77130" y="389"/>
                </a:lnTo>
                <a:lnTo>
                  <a:pt x="77790" y="445"/>
                </a:lnTo>
                <a:lnTo>
                  <a:pt x="78421" y="506"/>
                </a:lnTo>
                <a:lnTo>
                  <a:pt x="79082" y="572"/>
                </a:lnTo>
                <a:lnTo>
                  <a:pt x="79683" y="644"/>
                </a:lnTo>
                <a:lnTo>
                  <a:pt x="80283" y="715"/>
                </a:lnTo>
                <a:lnTo>
                  <a:pt x="80854" y="797"/>
                </a:lnTo>
                <a:lnTo>
                  <a:pt x="81425" y="878"/>
                </a:lnTo>
                <a:lnTo>
                  <a:pt x="81935" y="965"/>
                </a:lnTo>
                <a:lnTo>
                  <a:pt x="82446" y="1057"/>
                </a:lnTo>
                <a:lnTo>
                  <a:pt x="82956" y="1149"/>
                </a:lnTo>
                <a:lnTo>
                  <a:pt x="83407" y="1251"/>
                </a:lnTo>
                <a:lnTo>
                  <a:pt x="83857" y="1353"/>
                </a:lnTo>
                <a:lnTo>
                  <a:pt x="84278" y="1460"/>
                </a:lnTo>
                <a:lnTo>
                  <a:pt x="84668" y="1572"/>
                </a:lnTo>
                <a:lnTo>
                  <a:pt x="84668" y="1572"/>
                </a:lnTo>
                <a:lnTo>
                  <a:pt x="85419" y="1817"/>
                </a:lnTo>
                <a:lnTo>
                  <a:pt x="86110" y="2057"/>
                </a:lnTo>
                <a:lnTo>
                  <a:pt x="86741" y="2291"/>
                </a:lnTo>
                <a:lnTo>
                  <a:pt x="87281" y="2526"/>
                </a:lnTo>
                <a:lnTo>
                  <a:pt x="87792" y="2760"/>
                </a:lnTo>
                <a:lnTo>
                  <a:pt x="88213" y="2990"/>
                </a:lnTo>
                <a:lnTo>
                  <a:pt x="88573" y="3220"/>
                </a:lnTo>
                <a:lnTo>
                  <a:pt x="88873" y="3444"/>
                </a:lnTo>
                <a:lnTo>
                  <a:pt x="89114" y="3663"/>
                </a:lnTo>
                <a:lnTo>
                  <a:pt x="89264" y="3883"/>
                </a:lnTo>
                <a:lnTo>
                  <a:pt x="89384" y="4097"/>
                </a:lnTo>
                <a:lnTo>
                  <a:pt x="89444" y="4311"/>
                </a:lnTo>
                <a:lnTo>
                  <a:pt x="89414" y="4520"/>
                </a:lnTo>
                <a:lnTo>
                  <a:pt x="89354" y="4724"/>
                </a:lnTo>
                <a:lnTo>
                  <a:pt x="89234" y="4928"/>
                </a:lnTo>
                <a:lnTo>
                  <a:pt x="89053" y="5122"/>
                </a:lnTo>
                <a:lnTo>
                  <a:pt x="1" y="5122"/>
                </a:lnTo>
                <a:lnTo>
                  <a:pt x="1" y="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100"/>
          <p:cNvSpPr/>
          <p:nvPr/>
        </p:nvSpPr>
        <p:spPr>
          <a:xfrm flipH="1">
            <a:off x="5381316" y="3872757"/>
            <a:ext cx="3762685" cy="1270747"/>
          </a:xfrm>
          <a:custGeom>
            <a:avLst/>
            <a:gdLst/>
            <a:ahLst/>
            <a:cxnLst/>
            <a:rect l="l" t="t" r="r" b="b"/>
            <a:pathLst>
              <a:path w="89444" h="5123" extrusionOk="0">
                <a:moveTo>
                  <a:pt x="66497" y="1"/>
                </a:moveTo>
                <a:lnTo>
                  <a:pt x="65146" y="6"/>
                </a:lnTo>
                <a:lnTo>
                  <a:pt x="63764" y="21"/>
                </a:lnTo>
                <a:lnTo>
                  <a:pt x="63734" y="27"/>
                </a:lnTo>
                <a:lnTo>
                  <a:pt x="1" y="27"/>
                </a:lnTo>
                <a:lnTo>
                  <a:pt x="1" y="5122"/>
                </a:lnTo>
                <a:lnTo>
                  <a:pt x="89053" y="5122"/>
                </a:lnTo>
                <a:lnTo>
                  <a:pt x="89234" y="4944"/>
                </a:lnTo>
                <a:lnTo>
                  <a:pt x="89354" y="4765"/>
                </a:lnTo>
                <a:lnTo>
                  <a:pt x="89414" y="4576"/>
                </a:lnTo>
                <a:lnTo>
                  <a:pt x="89444" y="4388"/>
                </a:lnTo>
                <a:lnTo>
                  <a:pt x="89414" y="4224"/>
                </a:lnTo>
                <a:lnTo>
                  <a:pt x="89384" y="4061"/>
                </a:lnTo>
                <a:lnTo>
                  <a:pt x="89294" y="3893"/>
                </a:lnTo>
                <a:lnTo>
                  <a:pt x="89144" y="3724"/>
                </a:lnTo>
                <a:lnTo>
                  <a:pt x="88993" y="3556"/>
                </a:lnTo>
                <a:lnTo>
                  <a:pt x="88783" y="3383"/>
                </a:lnTo>
                <a:lnTo>
                  <a:pt x="88543" y="3209"/>
                </a:lnTo>
                <a:lnTo>
                  <a:pt x="88273" y="3036"/>
                </a:lnTo>
                <a:lnTo>
                  <a:pt x="87972" y="2857"/>
                </a:lnTo>
                <a:lnTo>
                  <a:pt x="87612" y="2679"/>
                </a:lnTo>
                <a:lnTo>
                  <a:pt x="87221" y="2495"/>
                </a:lnTo>
                <a:lnTo>
                  <a:pt x="86801" y="2317"/>
                </a:lnTo>
                <a:lnTo>
                  <a:pt x="86320" y="2133"/>
                </a:lnTo>
                <a:lnTo>
                  <a:pt x="85810" y="1944"/>
                </a:lnTo>
                <a:lnTo>
                  <a:pt x="85239" y="1761"/>
                </a:lnTo>
                <a:lnTo>
                  <a:pt x="84668" y="1572"/>
                </a:lnTo>
                <a:lnTo>
                  <a:pt x="84578" y="1552"/>
                </a:lnTo>
                <a:lnTo>
                  <a:pt x="84248" y="1455"/>
                </a:lnTo>
                <a:lnTo>
                  <a:pt x="83888" y="1358"/>
                </a:lnTo>
                <a:lnTo>
                  <a:pt x="83497" y="1266"/>
                </a:lnTo>
                <a:lnTo>
                  <a:pt x="83077" y="1179"/>
                </a:lnTo>
                <a:lnTo>
                  <a:pt x="82656" y="1093"/>
                </a:lnTo>
                <a:lnTo>
                  <a:pt x="82236" y="1011"/>
                </a:lnTo>
                <a:lnTo>
                  <a:pt x="81755" y="934"/>
                </a:lnTo>
                <a:lnTo>
                  <a:pt x="81305" y="858"/>
                </a:lnTo>
                <a:lnTo>
                  <a:pt x="80794" y="786"/>
                </a:lnTo>
                <a:lnTo>
                  <a:pt x="80313" y="720"/>
                </a:lnTo>
                <a:lnTo>
                  <a:pt x="79773" y="654"/>
                </a:lnTo>
                <a:lnTo>
                  <a:pt x="79232" y="593"/>
                </a:lnTo>
                <a:lnTo>
                  <a:pt x="78692" y="537"/>
                </a:lnTo>
                <a:lnTo>
                  <a:pt x="78151" y="480"/>
                </a:lnTo>
                <a:lnTo>
                  <a:pt x="77550" y="424"/>
                </a:lnTo>
                <a:lnTo>
                  <a:pt x="76980" y="378"/>
                </a:lnTo>
                <a:lnTo>
                  <a:pt x="76379" y="333"/>
                </a:lnTo>
                <a:lnTo>
                  <a:pt x="75778" y="287"/>
                </a:lnTo>
                <a:lnTo>
                  <a:pt x="75147" y="246"/>
                </a:lnTo>
                <a:lnTo>
                  <a:pt x="74517" y="210"/>
                </a:lnTo>
                <a:lnTo>
                  <a:pt x="73886" y="180"/>
                </a:lnTo>
                <a:lnTo>
                  <a:pt x="73255" y="149"/>
                </a:lnTo>
                <a:lnTo>
                  <a:pt x="72594" y="118"/>
                </a:lnTo>
                <a:lnTo>
                  <a:pt x="71934" y="93"/>
                </a:lnTo>
                <a:lnTo>
                  <a:pt x="71273" y="72"/>
                </a:lnTo>
                <a:lnTo>
                  <a:pt x="70612" y="52"/>
                </a:lnTo>
                <a:lnTo>
                  <a:pt x="69261" y="27"/>
                </a:lnTo>
                <a:lnTo>
                  <a:pt x="67879" y="6"/>
                </a:lnTo>
                <a:lnTo>
                  <a:pt x="66497" y="1"/>
                </a:lnTo>
                <a:close/>
              </a:path>
            </a:pathLst>
          </a:custGeom>
          <a:solidFill>
            <a:srgbClr val="FCB5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100"/>
          <p:cNvSpPr/>
          <p:nvPr/>
        </p:nvSpPr>
        <p:spPr>
          <a:xfrm flipH="1">
            <a:off x="5482285" y="1033845"/>
            <a:ext cx="1936998" cy="2018114"/>
          </a:xfrm>
          <a:custGeom>
            <a:avLst/>
            <a:gdLst/>
            <a:ahLst/>
            <a:cxnLst/>
            <a:rect l="l" t="t" r="r" b="b"/>
            <a:pathLst>
              <a:path w="46045" h="8136" fill="none" extrusionOk="0">
                <a:moveTo>
                  <a:pt x="22737" y="0"/>
                </a:moveTo>
                <a:lnTo>
                  <a:pt x="22737" y="0"/>
                </a:lnTo>
                <a:lnTo>
                  <a:pt x="24149" y="5"/>
                </a:lnTo>
                <a:lnTo>
                  <a:pt x="24900" y="10"/>
                </a:lnTo>
                <a:lnTo>
                  <a:pt x="25681" y="21"/>
                </a:lnTo>
                <a:lnTo>
                  <a:pt x="26492" y="31"/>
                </a:lnTo>
                <a:lnTo>
                  <a:pt x="27333" y="51"/>
                </a:lnTo>
                <a:lnTo>
                  <a:pt x="28204" y="72"/>
                </a:lnTo>
                <a:lnTo>
                  <a:pt x="29075" y="97"/>
                </a:lnTo>
                <a:lnTo>
                  <a:pt x="29946" y="133"/>
                </a:lnTo>
                <a:lnTo>
                  <a:pt x="30847" y="168"/>
                </a:lnTo>
                <a:lnTo>
                  <a:pt x="31748" y="214"/>
                </a:lnTo>
                <a:lnTo>
                  <a:pt x="32649" y="265"/>
                </a:lnTo>
                <a:lnTo>
                  <a:pt x="33550" y="321"/>
                </a:lnTo>
                <a:lnTo>
                  <a:pt x="34451" y="388"/>
                </a:lnTo>
                <a:lnTo>
                  <a:pt x="35352" y="464"/>
                </a:lnTo>
                <a:lnTo>
                  <a:pt x="36223" y="546"/>
                </a:lnTo>
                <a:lnTo>
                  <a:pt x="37094" y="638"/>
                </a:lnTo>
                <a:lnTo>
                  <a:pt x="37935" y="740"/>
                </a:lnTo>
                <a:lnTo>
                  <a:pt x="38776" y="847"/>
                </a:lnTo>
                <a:lnTo>
                  <a:pt x="39557" y="969"/>
                </a:lnTo>
                <a:lnTo>
                  <a:pt x="40338" y="1102"/>
                </a:lnTo>
                <a:lnTo>
                  <a:pt x="41088" y="1240"/>
                </a:lnTo>
                <a:lnTo>
                  <a:pt x="41809" y="1398"/>
                </a:lnTo>
                <a:lnTo>
                  <a:pt x="42140" y="1474"/>
                </a:lnTo>
                <a:lnTo>
                  <a:pt x="42470" y="1561"/>
                </a:lnTo>
                <a:lnTo>
                  <a:pt x="42770" y="1648"/>
                </a:lnTo>
                <a:lnTo>
                  <a:pt x="43101" y="1739"/>
                </a:lnTo>
                <a:lnTo>
                  <a:pt x="43401" y="1831"/>
                </a:lnTo>
                <a:lnTo>
                  <a:pt x="43671" y="1928"/>
                </a:lnTo>
                <a:lnTo>
                  <a:pt x="43942" y="2030"/>
                </a:lnTo>
                <a:lnTo>
                  <a:pt x="44212" y="2132"/>
                </a:lnTo>
                <a:lnTo>
                  <a:pt x="44452" y="2239"/>
                </a:lnTo>
                <a:lnTo>
                  <a:pt x="44693" y="2352"/>
                </a:lnTo>
                <a:lnTo>
                  <a:pt x="44903" y="2464"/>
                </a:lnTo>
                <a:lnTo>
                  <a:pt x="45113" y="2581"/>
                </a:lnTo>
                <a:lnTo>
                  <a:pt x="45323" y="2703"/>
                </a:lnTo>
                <a:lnTo>
                  <a:pt x="45504" y="2826"/>
                </a:lnTo>
                <a:lnTo>
                  <a:pt x="45654" y="2959"/>
                </a:lnTo>
                <a:lnTo>
                  <a:pt x="45804" y="3091"/>
                </a:lnTo>
                <a:lnTo>
                  <a:pt x="45924" y="3224"/>
                </a:lnTo>
                <a:lnTo>
                  <a:pt x="46044" y="3367"/>
                </a:lnTo>
                <a:lnTo>
                  <a:pt x="46044" y="3367"/>
                </a:lnTo>
                <a:lnTo>
                  <a:pt x="45083" y="3392"/>
                </a:lnTo>
                <a:lnTo>
                  <a:pt x="44122" y="3423"/>
                </a:lnTo>
                <a:lnTo>
                  <a:pt x="43191" y="3458"/>
                </a:lnTo>
                <a:lnTo>
                  <a:pt x="42260" y="3499"/>
                </a:lnTo>
                <a:lnTo>
                  <a:pt x="41389" y="3540"/>
                </a:lnTo>
                <a:lnTo>
                  <a:pt x="40518" y="3581"/>
                </a:lnTo>
                <a:lnTo>
                  <a:pt x="39677" y="3632"/>
                </a:lnTo>
                <a:lnTo>
                  <a:pt x="38866" y="3678"/>
                </a:lnTo>
                <a:lnTo>
                  <a:pt x="38085" y="3734"/>
                </a:lnTo>
                <a:lnTo>
                  <a:pt x="37364" y="3790"/>
                </a:lnTo>
                <a:lnTo>
                  <a:pt x="36643" y="3846"/>
                </a:lnTo>
                <a:lnTo>
                  <a:pt x="35983" y="3907"/>
                </a:lnTo>
                <a:lnTo>
                  <a:pt x="35382" y="3974"/>
                </a:lnTo>
                <a:lnTo>
                  <a:pt x="34781" y="4035"/>
                </a:lnTo>
                <a:lnTo>
                  <a:pt x="34271" y="4106"/>
                </a:lnTo>
                <a:lnTo>
                  <a:pt x="33760" y="4172"/>
                </a:lnTo>
                <a:lnTo>
                  <a:pt x="33760" y="4172"/>
                </a:lnTo>
                <a:lnTo>
                  <a:pt x="33189" y="4264"/>
                </a:lnTo>
                <a:lnTo>
                  <a:pt x="32649" y="4361"/>
                </a:lnTo>
                <a:lnTo>
                  <a:pt x="32138" y="4453"/>
                </a:lnTo>
                <a:lnTo>
                  <a:pt x="31628" y="4555"/>
                </a:lnTo>
                <a:lnTo>
                  <a:pt x="31147" y="4652"/>
                </a:lnTo>
                <a:lnTo>
                  <a:pt x="30666" y="4754"/>
                </a:lnTo>
                <a:lnTo>
                  <a:pt x="30216" y="4861"/>
                </a:lnTo>
                <a:lnTo>
                  <a:pt x="29795" y="4968"/>
                </a:lnTo>
                <a:lnTo>
                  <a:pt x="29405" y="5075"/>
                </a:lnTo>
                <a:lnTo>
                  <a:pt x="29045" y="5187"/>
                </a:lnTo>
                <a:lnTo>
                  <a:pt x="28684" y="5300"/>
                </a:lnTo>
                <a:lnTo>
                  <a:pt x="28354" y="5417"/>
                </a:lnTo>
                <a:lnTo>
                  <a:pt x="28053" y="5534"/>
                </a:lnTo>
                <a:lnTo>
                  <a:pt x="27783" y="5652"/>
                </a:lnTo>
                <a:lnTo>
                  <a:pt x="27513" y="5774"/>
                </a:lnTo>
                <a:lnTo>
                  <a:pt x="27272" y="5896"/>
                </a:lnTo>
                <a:lnTo>
                  <a:pt x="27062" y="6019"/>
                </a:lnTo>
                <a:lnTo>
                  <a:pt x="26882" y="6146"/>
                </a:lnTo>
                <a:lnTo>
                  <a:pt x="26702" y="6279"/>
                </a:lnTo>
                <a:lnTo>
                  <a:pt x="26582" y="6407"/>
                </a:lnTo>
                <a:lnTo>
                  <a:pt x="26462" y="6539"/>
                </a:lnTo>
                <a:lnTo>
                  <a:pt x="26371" y="6672"/>
                </a:lnTo>
                <a:lnTo>
                  <a:pt x="26311" y="6810"/>
                </a:lnTo>
                <a:lnTo>
                  <a:pt x="26281" y="6942"/>
                </a:lnTo>
                <a:lnTo>
                  <a:pt x="26281" y="7085"/>
                </a:lnTo>
                <a:lnTo>
                  <a:pt x="26281" y="7223"/>
                </a:lnTo>
                <a:lnTo>
                  <a:pt x="26341" y="7365"/>
                </a:lnTo>
                <a:lnTo>
                  <a:pt x="26401" y="7508"/>
                </a:lnTo>
                <a:lnTo>
                  <a:pt x="26492" y="7651"/>
                </a:lnTo>
                <a:lnTo>
                  <a:pt x="26642" y="7799"/>
                </a:lnTo>
                <a:lnTo>
                  <a:pt x="26792" y="7947"/>
                </a:lnTo>
                <a:lnTo>
                  <a:pt x="26972" y="8095"/>
                </a:lnTo>
                <a:lnTo>
                  <a:pt x="26972" y="8095"/>
                </a:lnTo>
                <a:lnTo>
                  <a:pt x="25921" y="8115"/>
                </a:lnTo>
                <a:lnTo>
                  <a:pt x="24900" y="8125"/>
                </a:lnTo>
                <a:lnTo>
                  <a:pt x="23939" y="8136"/>
                </a:lnTo>
                <a:lnTo>
                  <a:pt x="22978" y="8136"/>
                </a:lnTo>
                <a:lnTo>
                  <a:pt x="22978" y="8136"/>
                </a:lnTo>
                <a:lnTo>
                  <a:pt x="22197" y="8136"/>
                </a:lnTo>
                <a:lnTo>
                  <a:pt x="21476" y="8131"/>
                </a:lnTo>
                <a:lnTo>
                  <a:pt x="20755" y="8125"/>
                </a:lnTo>
                <a:lnTo>
                  <a:pt x="20094" y="8110"/>
                </a:lnTo>
                <a:lnTo>
                  <a:pt x="20094" y="8110"/>
                </a:lnTo>
                <a:lnTo>
                  <a:pt x="18472" y="8080"/>
                </a:lnTo>
                <a:lnTo>
                  <a:pt x="17661" y="8059"/>
                </a:lnTo>
                <a:lnTo>
                  <a:pt x="16820" y="8034"/>
                </a:lnTo>
                <a:lnTo>
                  <a:pt x="15979" y="8008"/>
                </a:lnTo>
                <a:lnTo>
                  <a:pt x="15138" y="7972"/>
                </a:lnTo>
                <a:lnTo>
                  <a:pt x="14298" y="7937"/>
                </a:lnTo>
                <a:lnTo>
                  <a:pt x="13457" y="7896"/>
                </a:lnTo>
                <a:lnTo>
                  <a:pt x="12646" y="7850"/>
                </a:lnTo>
                <a:lnTo>
                  <a:pt x="11805" y="7799"/>
                </a:lnTo>
                <a:lnTo>
                  <a:pt x="10994" y="7743"/>
                </a:lnTo>
                <a:lnTo>
                  <a:pt x="10183" y="7677"/>
                </a:lnTo>
                <a:lnTo>
                  <a:pt x="9372" y="7605"/>
                </a:lnTo>
                <a:lnTo>
                  <a:pt x="8621" y="7524"/>
                </a:lnTo>
                <a:lnTo>
                  <a:pt x="7840" y="7437"/>
                </a:lnTo>
                <a:lnTo>
                  <a:pt x="7119" y="7340"/>
                </a:lnTo>
                <a:lnTo>
                  <a:pt x="6398" y="7233"/>
                </a:lnTo>
                <a:lnTo>
                  <a:pt x="5708" y="7121"/>
                </a:lnTo>
                <a:lnTo>
                  <a:pt x="5047" y="6998"/>
                </a:lnTo>
                <a:lnTo>
                  <a:pt x="4416" y="6861"/>
                </a:lnTo>
                <a:lnTo>
                  <a:pt x="3815" y="6718"/>
                </a:lnTo>
                <a:lnTo>
                  <a:pt x="3245" y="6560"/>
                </a:lnTo>
                <a:lnTo>
                  <a:pt x="2704" y="6391"/>
                </a:lnTo>
                <a:lnTo>
                  <a:pt x="2224" y="6213"/>
                </a:lnTo>
                <a:lnTo>
                  <a:pt x="1773" y="6019"/>
                </a:lnTo>
                <a:lnTo>
                  <a:pt x="1353" y="5815"/>
                </a:lnTo>
                <a:lnTo>
                  <a:pt x="1022" y="5601"/>
                </a:lnTo>
                <a:lnTo>
                  <a:pt x="692" y="5366"/>
                </a:lnTo>
                <a:lnTo>
                  <a:pt x="452" y="5121"/>
                </a:lnTo>
                <a:lnTo>
                  <a:pt x="241" y="4861"/>
                </a:lnTo>
                <a:lnTo>
                  <a:pt x="91" y="4586"/>
                </a:lnTo>
                <a:lnTo>
                  <a:pt x="1" y="4295"/>
                </a:lnTo>
                <a:lnTo>
                  <a:pt x="1" y="4295"/>
                </a:lnTo>
                <a:lnTo>
                  <a:pt x="1" y="4147"/>
                </a:lnTo>
                <a:lnTo>
                  <a:pt x="1" y="3999"/>
                </a:lnTo>
                <a:lnTo>
                  <a:pt x="31" y="3861"/>
                </a:lnTo>
                <a:lnTo>
                  <a:pt x="61" y="3719"/>
                </a:lnTo>
                <a:lnTo>
                  <a:pt x="121" y="3586"/>
                </a:lnTo>
                <a:lnTo>
                  <a:pt x="211" y="3453"/>
                </a:lnTo>
                <a:lnTo>
                  <a:pt x="331" y="3321"/>
                </a:lnTo>
                <a:lnTo>
                  <a:pt x="452" y="3193"/>
                </a:lnTo>
                <a:lnTo>
                  <a:pt x="602" y="3071"/>
                </a:lnTo>
                <a:lnTo>
                  <a:pt x="782" y="2948"/>
                </a:lnTo>
                <a:lnTo>
                  <a:pt x="962" y="2831"/>
                </a:lnTo>
                <a:lnTo>
                  <a:pt x="1142" y="2714"/>
                </a:lnTo>
                <a:lnTo>
                  <a:pt x="1353" y="2601"/>
                </a:lnTo>
                <a:lnTo>
                  <a:pt x="1593" y="2494"/>
                </a:lnTo>
                <a:lnTo>
                  <a:pt x="1833" y="2382"/>
                </a:lnTo>
                <a:lnTo>
                  <a:pt x="2103" y="2280"/>
                </a:lnTo>
                <a:lnTo>
                  <a:pt x="2374" y="2178"/>
                </a:lnTo>
                <a:lnTo>
                  <a:pt x="2674" y="2081"/>
                </a:lnTo>
                <a:lnTo>
                  <a:pt x="2974" y="1984"/>
                </a:lnTo>
                <a:lnTo>
                  <a:pt x="3275" y="1887"/>
                </a:lnTo>
                <a:lnTo>
                  <a:pt x="3605" y="1796"/>
                </a:lnTo>
                <a:lnTo>
                  <a:pt x="3966" y="1709"/>
                </a:lnTo>
                <a:lnTo>
                  <a:pt x="4686" y="1535"/>
                </a:lnTo>
                <a:lnTo>
                  <a:pt x="5437" y="1377"/>
                </a:lnTo>
                <a:lnTo>
                  <a:pt x="6218" y="1229"/>
                </a:lnTo>
                <a:lnTo>
                  <a:pt x="7059" y="1087"/>
                </a:lnTo>
                <a:lnTo>
                  <a:pt x="7930" y="959"/>
                </a:lnTo>
                <a:lnTo>
                  <a:pt x="8801" y="837"/>
                </a:lnTo>
                <a:lnTo>
                  <a:pt x="9702" y="724"/>
                </a:lnTo>
                <a:lnTo>
                  <a:pt x="10633" y="617"/>
                </a:lnTo>
                <a:lnTo>
                  <a:pt x="11564" y="525"/>
                </a:lnTo>
                <a:lnTo>
                  <a:pt x="12495" y="439"/>
                </a:lnTo>
                <a:lnTo>
                  <a:pt x="13457" y="362"/>
                </a:lnTo>
                <a:lnTo>
                  <a:pt x="14418" y="291"/>
                </a:lnTo>
                <a:lnTo>
                  <a:pt x="15349" y="230"/>
                </a:lnTo>
                <a:lnTo>
                  <a:pt x="16280" y="174"/>
                </a:lnTo>
                <a:lnTo>
                  <a:pt x="17211" y="128"/>
                </a:lnTo>
                <a:lnTo>
                  <a:pt x="18142" y="92"/>
                </a:lnTo>
                <a:lnTo>
                  <a:pt x="19013" y="56"/>
                </a:lnTo>
                <a:lnTo>
                  <a:pt x="19884" y="31"/>
                </a:lnTo>
                <a:lnTo>
                  <a:pt x="20725" y="15"/>
                </a:lnTo>
                <a:lnTo>
                  <a:pt x="21536" y="5"/>
                </a:lnTo>
                <a:lnTo>
                  <a:pt x="22317" y="0"/>
                </a:lnTo>
                <a:lnTo>
                  <a:pt x="22317" y="0"/>
                </a:lnTo>
                <a:lnTo>
                  <a:pt x="2273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100"/>
          <p:cNvSpPr/>
          <p:nvPr/>
        </p:nvSpPr>
        <p:spPr>
          <a:xfrm flipH="1">
            <a:off x="5381252" y="3875865"/>
            <a:ext cx="3762685" cy="1270747"/>
          </a:xfrm>
          <a:custGeom>
            <a:avLst/>
            <a:gdLst/>
            <a:ahLst/>
            <a:cxnLst/>
            <a:rect l="l" t="t" r="r" b="b"/>
            <a:pathLst>
              <a:path w="89444" h="5123" fill="none" extrusionOk="0">
                <a:moveTo>
                  <a:pt x="66497" y="1"/>
                </a:moveTo>
                <a:lnTo>
                  <a:pt x="66497" y="1"/>
                </a:lnTo>
                <a:lnTo>
                  <a:pt x="66497" y="1"/>
                </a:lnTo>
                <a:lnTo>
                  <a:pt x="66497" y="1"/>
                </a:lnTo>
                <a:lnTo>
                  <a:pt x="67879" y="6"/>
                </a:lnTo>
                <a:lnTo>
                  <a:pt x="69261" y="27"/>
                </a:lnTo>
                <a:lnTo>
                  <a:pt x="70612" y="52"/>
                </a:lnTo>
                <a:lnTo>
                  <a:pt x="71273" y="72"/>
                </a:lnTo>
                <a:lnTo>
                  <a:pt x="71934" y="93"/>
                </a:lnTo>
                <a:lnTo>
                  <a:pt x="72594" y="118"/>
                </a:lnTo>
                <a:lnTo>
                  <a:pt x="73255" y="149"/>
                </a:lnTo>
                <a:lnTo>
                  <a:pt x="73886" y="180"/>
                </a:lnTo>
                <a:lnTo>
                  <a:pt x="74517" y="210"/>
                </a:lnTo>
                <a:lnTo>
                  <a:pt x="75147" y="246"/>
                </a:lnTo>
                <a:lnTo>
                  <a:pt x="75778" y="287"/>
                </a:lnTo>
                <a:lnTo>
                  <a:pt x="76379" y="333"/>
                </a:lnTo>
                <a:lnTo>
                  <a:pt x="76980" y="378"/>
                </a:lnTo>
                <a:lnTo>
                  <a:pt x="77550" y="424"/>
                </a:lnTo>
                <a:lnTo>
                  <a:pt x="78151" y="480"/>
                </a:lnTo>
                <a:lnTo>
                  <a:pt x="78692" y="537"/>
                </a:lnTo>
                <a:lnTo>
                  <a:pt x="79232" y="593"/>
                </a:lnTo>
                <a:lnTo>
                  <a:pt x="79773" y="654"/>
                </a:lnTo>
                <a:lnTo>
                  <a:pt x="80313" y="720"/>
                </a:lnTo>
                <a:lnTo>
                  <a:pt x="80794" y="786"/>
                </a:lnTo>
                <a:lnTo>
                  <a:pt x="81305" y="858"/>
                </a:lnTo>
                <a:lnTo>
                  <a:pt x="81755" y="934"/>
                </a:lnTo>
                <a:lnTo>
                  <a:pt x="82236" y="1011"/>
                </a:lnTo>
                <a:lnTo>
                  <a:pt x="82656" y="1093"/>
                </a:lnTo>
                <a:lnTo>
                  <a:pt x="83077" y="1179"/>
                </a:lnTo>
                <a:lnTo>
                  <a:pt x="83497" y="1266"/>
                </a:lnTo>
                <a:lnTo>
                  <a:pt x="83888" y="1358"/>
                </a:lnTo>
                <a:lnTo>
                  <a:pt x="84248" y="1455"/>
                </a:lnTo>
                <a:lnTo>
                  <a:pt x="84578" y="1552"/>
                </a:lnTo>
                <a:lnTo>
                  <a:pt x="84578" y="1552"/>
                </a:lnTo>
                <a:lnTo>
                  <a:pt x="84668" y="1572"/>
                </a:lnTo>
                <a:lnTo>
                  <a:pt x="84668" y="1572"/>
                </a:lnTo>
                <a:lnTo>
                  <a:pt x="84668" y="1572"/>
                </a:lnTo>
                <a:lnTo>
                  <a:pt x="85239" y="1761"/>
                </a:lnTo>
                <a:lnTo>
                  <a:pt x="85810" y="1944"/>
                </a:lnTo>
                <a:lnTo>
                  <a:pt x="86320" y="2133"/>
                </a:lnTo>
                <a:lnTo>
                  <a:pt x="86801" y="2317"/>
                </a:lnTo>
                <a:lnTo>
                  <a:pt x="87221" y="2495"/>
                </a:lnTo>
                <a:lnTo>
                  <a:pt x="87612" y="2679"/>
                </a:lnTo>
                <a:lnTo>
                  <a:pt x="87972" y="2857"/>
                </a:lnTo>
                <a:lnTo>
                  <a:pt x="88273" y="3036"/>
                </a:lnTo>
                <a:lnTo>
                  <a:pt x="88543" y="3209"/>
                </a:lnTo>
                <a:lnTo>
                  <a:pt x="88783" y="3383"/>
                </a:lnTo>
                <a:lnTo>
                  <a:pt x="88993" y="3556"/>
                </a:lnTo>
                <a:lnTo>
                  <a:pt x="89144" y="3724"/>
                </a:lnTo>
                <a:lnTo>
                  <a:pt x="89294" y="3893"/>
                </a:lnTo>
                <a:lnTo>
                  <a:pt x="89384" y="4061"/>
                </a:lnTo>
                <a:lnTo>
                  <a:pt x="89414" y="4224"/>
                </a:lnTo>
                <a:lnTo>
                  <a:pt x="89444" y="4388"/>
                </a:lnTo>
                <a:lnTo>
                  <a:pt x="89444" y="4388"/>
                </a:lnTo>
                <a:lnTo>
                  <a:pt x="89414" y="4576"/>
                </a:lnTo>
                <a:lnTo>
                  <a:pt x="89354" y="4765"/>
                </a:lnTo>
                <a:lnTo>
                  <a:pt x="89234" y="4944"/>
                </a:lnTo>
                <a:lnTo>
                  <a:pt x="89053" y="5122"/>
                </a:lnTo>
                <a:lnTo>
                  <a:pt x="1" y="5122"/>
                </a:lnTo>
                <a:lnTo>
                  <a:pt x="1" y="27"/>
                </a:lnTo>
                <a:lnTo>
                  <a:pt x="63524" y="27"/>
                </a:lnTo>
                <a:lnTo>
                  <a:pt x="63524" y="27"/>
                </a:lnTo>
                <a:lnTo>
                  <a:pt x="63704" y="27"/>
                </a:lnTo>
                <a:lnTo>
                  <a:pt x="63704" y="27"/>
                </a:lnTo>
                <a:lnTo>
                  <a:pt x="63734" y="27"/>
                </a:lnTo>
                <a:lnTo>
                  <a:pt x="63734" y="27"/>
                </a:lnTo>
                <a:lnTo>
                  <a:pt x="63764" y="21"/>
                </a:lnTo>
                <a:lnTo>
                  <a:pt x="63764" y="21"/>
                </a:lnTo>
                <a:lnTo>
                  <a:pt x="65146" y="6"/>
                </a:lnTo>
                <a:lnTo>
                  <a:pt x="6649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100"/>
          <p:cNvSpPr/>
          <p:nvPr/>
        </p:nvSpPr>
        <p:spPr>
          <a:xfrm flipH="1">
            <a:off x="5469616" y="1868776"/>
            <a:ext cx="844042" cy="1173017"/>
          </a:xfrm>
          <a:custGeom>
            <a:avLst/>
            <a:gdLst/>
            <a:ahLst/>
            <a:cxnLst/>
            <a:rect l="l" t="t" r="r" b="b"/>
            <a:pathLst>
              <a:path w="20064" h="4729" fill="none" extrusionOk="0">
                <a:moveTo>
                  <a:pt x="19763" y="1"/>
                </a:moveTo>
                <a:lnTo>
                  <a:pt x="19763" y="1"/>
                </a:lnTo>
                <a:lnTo>
                  <a:pt x="19853" y="164"/>
                </a:lnTo>
                <a:lnTo>
                  <a:pt x="19943" y="332"/>
                </a:lnTo>
                <a:lnTo>
                  <a:pt x="20003" y="511"/>
                </a:lnTo>
                <a:lnTo>
                  <a:pt x="20064" y="689"/>
                </a:lnTo>
                <a:lnTo>
                  <a:pt x="20064" y="689"/>
                </a:lnTo>
                <a:lnTo>
                  <a:pt x="20064" y="954"/>
                </a:lnTo>
                <a:lnTo>
                  <a:pt x="20003" y="1209"/>
                </a:lnTo>
                <a:lnTo>
                  <a:pt x="19883" y="1454"/>
                </a:lnTo>
                <a:lnTo>
                  <a:pt x="19703" y="1689"/>
                </a:lnTo>
                <a:lnTo>
                  <a:pt x="19463" y="1908"/>
                </a:lnTo>
                <a:lnTo>
                  <a:pt x="19162" y="2122"/>
                </a:lnTo>
                <a:lnTo>
                  <a:pt x="18832" y="2326"/>
                </a:lnTo>
                <a:lnTo>
                  <a:pt x="18442" y="2515"/>
                </a:lnTo>
                <a:lnTo>
                  <a:pt x="17991" y="2699"/>
                </a:lnTo>
                <a:lnTo>
                  <a:pt x="17511" y="2872"/>
                </a:lnTo>
                <a:lnTo>
                  <a:pt x="17000" y="3035"/>
                </a:lnTo>
                <a:lnTo>
                  <a:pt x="16429" y="3188"/>
                </a:lnTo>
                <a:lnTo>
                  <a:pt x="15829" y="3336"/>
                </a:lnTo>
                <a:lnTo>
                  <a:pt x="15198" y="3469"/>
                </a:lnTo>
                <a:lnTo>
                  <a:pt x="14537" y="3602"/>
                </a:lnTo>
                <a:lnTo>
                  <a:pt x="13846" y="3719"/>
                </a:lnTo>
                <a:lnTo>
                  <a:pt x="13095" y="3831"/>
                </a:lnTo>
                <a:lnTo>
                  <a:pt x="12375" y="3938"/>
                </a:lnTo>
                <a:lnTo>
                  <a:pt x="11594" y="4035"/>
                </a:lnTo>
                <a:lnTo>
                  <a:pt x="10813" y="4127"/>
                </a:lnTo>
                <a:lnTo>
                  <a:pt x="10002" y="4209"/>
                </a:lnTo>
                <a:lnTo>
                  <a:pt x="9161" y="4285"/>
                </a:lnTo>
                <a:lnTo>
                  <a:pt x="8350" y="4357"/>
                </a:lnTo>
                <a:lnTo>
                  <a:pt x="7509" y="4418"/>
                </a:lnTo>
                <a:lnTo>
                  <a:pt x="6638" y="4479"/>
                </a:lnTo>
                <a:lnTo>
                  <a:pt x="5797" y="4530"/>
                </a:lnTo>
                <a:lnTo>
                  <a:pt x="4926" y="4576"/>
                </a:lnTo>
                <a:lnTo>
                  <a:pt x="4085" y="4617"/>
                </a:lnTo>
                <a:lnTo>
                  <a:pt x="3214" y="4652"/>
                </a:lnTo>
                <a:lnTo>
                  <a:pt x="2373" y="4678"/>
                </a:lnTo>
                <a:lnTo>
                  <a:pt x="1502" y="4708"/>
                </a:lnTo>
                <a:lnTo>
                  <a:pt x="691" y="4729"/>
                </a:lnTo>
                <a:lnTo>
                  <a:pt x="691" y="4729"/>
                </a:lnTo>
                <a:lnTo>
                  <a:pt x="511" y="4581"/>
                </a:lnTo>
                <a:lnTo>
                  <a:pt x="361" y="4433"/>
                </a:lnTo>
                <a:lnTo>
                  <a:pt x="211" y="4285"/>
                </a:lnTo>
                <a:lnTo>
                  <a:pt x="120" y="4142"/>
                </a:lnTo>
                <a:lnTo>
                  <a:pt x="60" y="3999"/>
                </a:lnTo>
                <a:lnTo>
                  <a:pt x="0" y="3857"/>
                </a:lnTo>
                <a:lnTo>
                  <a:pt x="0" y="3719"/>
                </a:lnTo>
                <a:lnTo>
                  <a:pt x="0" y="3576"/>
                </a:lnTo>
                <a:lnTo>
                  <a:pt x="30" y="3444"/>
                </a:lnTo>
                <a:lnTo>
                  <a:pt x="90" y="3306"/>
                </a:lnTo>
                <a:lnTo>
                  <a:pt x="181" y="3173"/>
                </a:lnTo>
                <a:lnTo>
                  <a:pt x="301" y="3041"/>
                </a:lnTo>
                <a:lnTo>
                  <a:pt x="421" y="2913"/>
                </a:lnTo>
                <a:lnTo>
                  <a:pt x="601" y="2780"/>
                </a:lnTo>
                <a:lnTo>
                  <a:pt x="781" y="2653"/>
                </a:lnTo>
                <a:lnTo>
                  <a:pt x="991" y="2530"/>
                </a:lnTo>
                <a:lnTo>
                  <a:pt x="1232" y="2408"/>
                </a:lnTo>
                <a:lnTo>
                  <a:pt x="1502" y="2286"/>
                </a:lnTo>
                <a:lnTo>
                  <a:pt x="1772" y="2168"/>
                </a:lnTo>
                <a:lnTo>
                  <a:pt x="2073" y="2051"/>
                </a:lnTo>
                <a:lnTo>
                  <a:pt x="2403" y="1934"/>
                </a:lnTo>
                <a:lnTo>
                  <a:pt x="2764" y="1821"/>
                </a:lnTo>
                <a:lnTo>
                  <a:pt x="3124" y="1709"/>
                </a:lnTo>
                <a:lnTo>
                  <a:pt x="3514" y="1602"/>
                </a:lnTo>
                <a:lnTo>
                  <a:pt x="3935" y="1495"/>
                </a:lnTo>
                <a:lnTo>
                  <a:pt x="4385" y="1388"/>
                </a:lnTo>
                <a:lnTo>
                  <a:pt x="4866" y="1286"/>
                </a:lnTo>
                <a:lnTo>
                  <a:pt x="5347" y="1189"/>
                </a:lnTo>
                <a:lnTo>
                  <a:pt x="5857" y="1087"/>
                </a:lnTo>
                <a:lnTo>
                  <a:pt x="6368" y="995"/>
                </a:lnTo>
                <a:lnTo>
                  <a:pt x="6908" y="898"/>
                </a:lnTo>
                <a:lnTo>
                  <a:pt x="7479" y="806"/>
                </a:lnTo>
                <a:lnTo>
                  <a:pt x="7479" y="806"/>
                </a:lnTo>
                <a:lnTo>
                  <a:pt x="7990" y="740"/>
                </a:lnTo>
                <a:lnTo>
                  <a:pt x="8500" y="669"/>
                </a:lnTo>
                <a:lnTo>
                  <a:pt x="9101" y="608"/>
                </a:lnTo>
                <a:lnTo>
                  <a:pt x="9702" y="541"/>
                </a:lnTo>
                <a:lnTo>
                  <a:pt x="10362" y="480"/>
                </a:lnTo>
                <a:lnTo>
                  <a:pt x="11083" y="424"/>
                </a:lnTo>
                <a:lnTo>
                  <a:pt x="11804" y="368"/>
                </a:lnTo>
                <a:lnTo>
                  <a:pt x="12585" y="312"/>
                </a:lnTo>
                <a:lnTo>
                  <a:pt x="13396" y="266"/>
                </a:lnTo>
                <a:lnTo>
                  <a:pt x="14237" y="215"/>
                </a:lnTo>
                <a:lnTo>
                  <a:pt x="15108" y="174"/>
                </a:lnTo>
                <a:lnTo>
                  <a:pt x="15979" y="133"/>
                </a:lnTo>
                <a:lnTo>
                  <a:pt x="16910" y="92"/>
                </a:lnTo>
                <a:lnTo>
                  <a:pt x="17841" y="57"/>
                </a:lnTo>
                <a:lnTo>
                  <a:pt x="18802" y="26"/>
                </a:lnTo>
                <a:lnTo>
                  <a:pt x="1976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100"/>
          <p:cNvSpPr txBox="1">
            <a:spLocks noGrp="1"/>
          </p:cNvSpPr>
          <p:nvPr>
            <p:ph type="title"/>
          </p:nvPr>
        </p:nvSpPr>
        <p:spPr>
          <a:xfrm>
            <a:off x="457200" y="1189675"/>
            <a:ext cx="80418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2546" name="Google Shape;2546;p100"/>
          <p:cNvSpPr txBox="1">
            <a:spLocks noGrp="1"/>
          </p:cNvSpPr>
          <p:nvPr>
            <p:ph type="title" idx="2"/>
          </p:nvPr>
        </p:nvSpPr>
        <p:spPr>
          <a:xfrm>
            <a:off x="457200" y="838200"/>
            <a:ext cx="8229600" cy="263100"/>
          </a:xfrm>
          <a:prstGeom prst="rect">
            <a:avLst/>
          </a:prstGeom>
        </p:spPr>
        <p:txBody>
          <a:bodyPr spcFirstLastPara="1" wrap="square" lIns="0" tIns="0" rIns="0" bIns="0" anchor="b" anchorCtr="0">
            <a:noAutofit/>
          </a:bodyPr>
          <a:lstStyle>
            <a:lvl1pPr lvl="0" rtl="0">
              <a:spcBef>
                <a:spcPts val="0"/>
              </a:spcBef>
              <a:spcAft>
                <a:spcPts val="0"/>
              </a:spcAft>
              <a:buClr>
                <a:srgbClr val="FCB515"/>
              </a:buClr>
              <a:buSzPts val="1400"/>
              <a:buNone/>
              <a:defRPr sz="1400">
                <a:solidFill>
                  <a:srgbClr val="FCB515"/>
                </a:solidFill>
              </a:defRPr>
            </a:lvl1pPr>
            <a:lvl2pPr lvl="1" rtl="0">
              <a:spcBef>
                <a:spcPts val="0"/>
              </a:spcBef>
              <a:spcAft>
                <a:spcPts val="0"/>
              </a:spcAft>
              <a:buSzPts val="1200"/>
              <a:buNone/>
              <a:defRPr sz="1200">
                <a:latin typeface="Lato"/>
                <a:ea typeface="Lato"/>
                <a:cs typeface="Lato"/>
                <a:sym typeface="Lato"/>
              </a:defRPr>
            </a:lvl2pPr>
            <a:lvl3pPr lvl="2" rtl="0">
              <a:spcBef>
                <a:spcPts val="0"/>
              </a:spcBef>
              <a:spcAft>
                <a:spcPts val="0"/>
              </a:spcAft>
              <a:buSzPts val="1200"/>
              <a:buNone/>
              <a:defRPr sz="1200">
                <a:latin typeface="Lato"/>
                <a:ea typeface="Lato"/>
                <a:cs typeface="Lato"/>
                <a:sym typeface="Lato"/>
              </a:defRPr>
            </a:lvl3pPr>
            <a:lvl4pPr lvl="3" rtl="0">
              <a:spcBef>
                <a:spcPts val="0"/>
              </a:spcBef>
              <a:spcAft>
                <a:spcPts val="0"/>
              </a:spcAft>
              <a:buSzPts val="1200"/>
              <a:buNone/>
              <a:defRPr sz="1200">
                <a:latin typeface="Lato"/>
                <a:ea typeface="Lato"/>
                <a:cs typeface="Lato"/>
                <a:sym typeface="Lato"/>
              </a:defRPr>
            </a:lvl4pPr>
            <a:lvl5pPr lvl="4" rtl="0">
              <a:spcBef>
                <a:spcPts val="0"/>
              </a:spcBef>
              <a:spcAft>
                <a:spcPts val="0"/>
              </a:spcAft>
              <a:buSzPts val="1200"/>
              <a:buNone/>
              <a:defRPr sz="1200">
                <a:latin typeface="Lato"/>
                <a:ea typeface="Lato"/>
                <a:cs typeface="Lato"/>
                <a:sym typeface="Lato"/>
              </a:defRPr>
            </a:lvl5pPr>
            <a:lvl6pPr lvl="5" rtl="0">
              <a:spcBef>
                <a:spcPts val="0"/>
              </a:spcBef>
              <a:spcAft>
                <a:spcPts val="0"/>
              </a:spcAft>
              <a:buSzPts val="1200"/>
              <a:buNone/>
              <a:defRPr sz="1200">
                <a:latin typeface="Lato"/>
                <a:ea typeface="Lato"/>
                <a:cs typeface="Lato"/>
                <a:sym typeface="Lato"/>
              </a:defRPr>
            </a:lvl6pPr>
            <a:lvl7pPr lvl="6" rtl="0">
              <a:spcBef>
                <a:spcPts val="0"/>
              </a:spcBef>
              <a:spcAft>
                <a:spcPts val="0"/>
              </a:spcAft>
              <a:buSzPts val="1200"/>
              <a:buNone/>
              <a:defRPr sz="1200">
                <a:latin typeface="Lato"/>
                <a:ea typeface="Lato"/>
                <a:cs typeface="Lato"/>
                <a:sym typeface="Lato"/>
              </a:defRPr>
            </a:lvl7pPr>
            <a:lvl8pPr lvl="7" rtl="0">
              <a:spcBef>
                <a:spcPts val="0"/>
              </a:spcBef>
              <a:spcAft>
                <a:spcPts val="0"/>
              </a:spcAft>
              <a:buSzPts val="1200"/>
              <a:buNone/>
              <a:defRPr sz="1200">
                <a:latin typeface="Lato"/>
                <a:ea typeface="Lato"/>
                <a:cs typeface="Lato"/>
                <a:sym typeface="Lato"/>
              </a:defRPr>
            </a:lvl8pPr>
            <a:lvl9pPr lvl="8" rtl="0">
              <a:spcBef>
                <a:spcPts val="0"/>
              </a:spcBef>
              <a:spcAft>
                <a:spcPts val="0"/>
              </a:spcAft>
              <a:buSzPts val="1200"/>
              <a:buNone/>
              <a:defRPr sz="1200">
                <a:latin typeface="Lato"/>
                <a:ea typeface="Lato"/>
                <a:cs typeface="Lato"/>
                <a:sym typeface="Lato"/>
              </a:defRPr>
            </a:lvl9pPr>
          </a:lstStyle>
          <a:p>
            <a:endParaRPr/>
          </a:p>
        </p:txBody>
      </p:sp>
      <p:sp>
        <p:nvSpPr>
          <p:cNvPr id="2547" name="Google Shape;2547;p100"/>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matchingName="gray 1">
  <p:cSld name="Blank_1_1_1_2_1">
    <p:spTree>
      <p:nvGrpSpPr>
        <p:cNvPr id="1" name="Shape 2558"/>
        <p:cNvGrpSpPr/>
        <p:nvPr/>
      </p:nvGrpSpPr>
      <p:grpSpPr>
        <a:xfrm>
          <a:off x="0" y="0"/>
          <a:ext cx="0" cy="0"/>
          <a:chOff x="0" y="0"/>
          <a:chExt cx="0" cy="0"/>
        </a:xfrm>
      </p:grpSpPr>
      <p:sp>
        <p:nvSpPr>
          <p:cNvPr id="2559" name="Google Shape;2559;p102"/>
          <p:cNvSpPr txBox="1"/>
          <p:nvPr/>
        </p:nvSpPr>
        <p:spPr>
          <a:xfrm>
            <a:off x="8551206" y="4803306"/>
            <a:ext cx="232200" cy="263100"/>
          </a:xfrm>
          <a:prstGeom prst="rect">
            <a:avLst/>
          </a:prstGeom>
          <a:noFill/>
          <a:ln>
            <a:noFill/>
          </a:ln>
        </p:spPr>
        <p:txBody>
          <a:bodyPr spcFirstLastPara="1" wrap="square" lIns="26775" tIns="26775" rIns="26775" bIns="26775" anchor="t" anchorCtr="0">
            <a:noAutofit/>
          </a:bodyPr>
          <a:lstStyle/>
          <a:p>
            <a:pPr marL="0" lvl="0" indent="0" algn="r" rtl="0">
              <a:spcBef>
                <a:spcPts val="0"/>
              </a:spcBef>
              <a:spcAft>
                <a:spcPts val="0"/>
              </a:spcAft>
              <a:buNone/>
            </a:pPr>
            <a:fld id="{00000000-1234-1234-1234-123412341234}" type="slidenum">
              <a:rPr lang="en" sz="700" b="1">
                <a:solidFill>
                  <a:srgbClr val="FFFFFF"/>
                </a:solidFill>
                <a:latin typeface="Open Sans"/>
                <a:ea typeface="Open Sans"/>
                <a:cs typeface="Open Sans"/>
                <a:sym typeface="Open Sans"/>
              </a:rPr>
              <a:t>‹#›</a:t>
            </a:fld>
            <a:endParaRPr sz="700" b="1">
              <a:solidFill>
                <a:srgbClr val="FFFFFF"/>
              </a:solidFill>
              <a:latin typeface="Open Sans"/>
              <a:ea typeface="Open Sans"/>
              <a:cs typeface="Open Sans"/>
              <a:sym typeface="Open Sans"/>
            </a:endParaRPr>
          </a:p>
        </p:txBody>
      </p:sp>
      <p:sp>
        <p:nvSpPr>
          <p:cNvPr id="2560" name="Google Shape;2560;p102"/>
          <p:cNvSpPr txBox="1"/>
          <p:nvPr/>
        </p:nvSpPr>
        <p:spPr>
          <a:xfrm>
            <a:off x="5214432" y="4843741"/>
            <a:ext cx="3297300" cy="87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700" b="1">
                <a:solidFill>
                  <a:srgbClr val="FFFFFF"/>
                </a:solidFill>
                <a:latin typeface="Open Sans"/>
                <a:ea typeface="Open Sans"/>
                <a:cs typeface="Open Sans"/>
                <a:sym typeface="Open Sans"/>
              </a:rPr>
              <a:t>HUMAN CENTRED DESIGN TRAINING</a:t>
            </a:r>
            <a:endParaRPr sz="700" b="1">
              <a:solidFill>
                <a:srgbClr val="FFFFFF"/>
              </a:solidFill>
              <a:latin typeface="Open Sans"/>
              <a:ea typeface="Open Sans"/>
              <a:cs typeface="Open Sans"/>
              <a:sym typeface="Open Sans"/>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81"/>
        <p:cNvGrpSpPr/>
        <p:nvPr/>
      </p:nvGrpSpPr>
      <p:grpSpPr>
        <a:xfrm>
          <a:off x="0" y="0"/>
          <a:ext cx="0" cy="0"/>
          <a:chOff x="0" y="0"/>
          <a:chExt cx="0" cy="0"/>
        </a:xfrm>
      </p:grpSpPr>
      <p:sp>
        <p:nvSpPr>
          <p:cNvPr id="2582" name="Google Shape;2582;p105"/>
          <p:cNvSpPr txBox="1">
            <a:spLocks noGrp="1"/>
          </p:cNvSpPr>
          <p:nvPr>
            <p:ph type="ctrTitle"/>
          </p:nvPr>
        </p:nvSpPr>
        <p:spPr>
          <a:xfrm>
            <a:off x="311708" y="744575"/>
            <a:ext cx="8520600" cy="2052600"/>
          </a:xfrm>
          <a:prstGeom prst="rect">
            <a:avLst/>
          </a:prstGeom>
        </p:spPr>
        <p:txBody>
          <a:bodyPr spcFirstLastPara="1" wrap="square" lIns="0" tIns="0" rIns="0" bIns="0" anchor="b" anchorCtr="0">
            <a:noAutofit/>
          </a:bodyPr>
          <a:lstStyle>
            <a:lvl1pPr lvl="0" algn="ctr" rtl="0">
              <a:spcBef>
                <a:spcPts val="0"/>
              </a:spcBef>
              <a:spcAft>
                <a:spcPts val="0"/>
              </a:spcAft>
              <a:buSzPts val="5300"/>
              <a:buNone/>
              <a:defRPr sz="5300"/>
            </a:lvl1pPr>
            <a:lvl2pPr lvl="1" algn="ctr" rtl="0">
              <a:spcBef>
                <a:spcPts val="0"/>
              </a:spcBef>
              <a:spcAft>
                <a:spcPts val="0"/>
              </a:spcAft>
              <a:buSzPts val="5300"/>
              <a:buNone/>
              <a:defRPr sz="5300"/>
            </a:lvl2pPr>
            <a:lvl3pPr lvl="2" algn="ctr" rtl="0">
              <a:spcBef>
                <a:spcPts val="0"/>
              </a:spcBef>
              <a:spcAft>
                <a:spcPts val="0"/>
              </a:spcAft>
              <a:buSzPts val="5300"/>
              <a:buNone/>
              <a:defRPr sz="5300"/>
            </a:lvl3pPr>
            <a:lvl4pPr lvl="3" algn="ctr" rtl="0">
              <a:spcBef>
                <a:spcPts val="0"/>
              </a:spcBef>
              <a:spcAft>
                <a:spcPts val="0"/>
              </a:spcAft>
              <a:buSzPts val="5300"/>
              <a:buNone/>
              <a:defRPr sz="5300"/>
            </a:lvl4pPr>
            <a:lvl5pPr lvl="4" algn="ctr" rtl="0">
              <a:spcBef>
                <a:spcPts val="0"/>
              </a:spcBef>
              <a:spcAft>
                <a:spcPts val="0"/>
              </a:spcAft>
              <a:buSzPts val="5300"/>
              <a:buNone/>
              <a:defRPr sz="5300"/>
            </a:lvl5pPr>
            <a:lvl6pPr lvl="5" algn="ctr" rtl="0">
              <a:spcBef>
                <a:spcPts val="0"/>
              </a:spcBef>
              <a:spcAft>
                <a:spcPts val="0"/>
              </a:spcAft>
              <a:buSzPts val="5300"/>
              <a:buNone/>
              <a:defRPr sz="5300"/>
            </a:lvl6pPr>
            <a:lvl7pPr lvl="6" algn="ctr" rtl="0">
              <a:spcBef>
                <a:spcPts val="0"/>
              </a:spcBef>
              <a:spcAft>
                <a:spcPts val="0"/>
              </a:spcAft>
              <a:buSzPts val="5300"/>
              <a:buNone/>
              <a:defRPr sz="5300"/>
            </a:lvl7pPr>
            <a:lvl8pPr lvl="7" algn="ctr" rtl="0">
              <a:spcBef>
                <a:spcPts val="0"/>
              </a:spcBef>
              <a:spcAft>
                <a:spcPts val="0"/>
              </a:spcAft>
              <a:buSzPts val="5300"/>
              <a:buNone/>
              <a:defRPr sz="5300"/>
            </a:lvl8pPr>
            <a:lvl9pPr lvl="8" algn="ctr" rtl="0">
              <a:spcBef>
                <a:spcPts val="0"/>
              </a:spcBef>
              <a:spcAft>
                <a:spcPts val="0"/>
              </a:spcAft>
              <a:buSzPts val="5300"/>
              <a:buNone/>
              <a:defRPr sz="5300"/>
            </a:lvl9pPr>
          </a:lstStyle>
          <a:p>
            <a:endParaRPr/>
          </a:p>
        </p:txBody>
      </p:sp>
      <p:sp>
        <p:nvSpPr>
          <p:cNvPr id="2583" name="Google Shape;2583;p105"/>
          <p:cNvSpPr txBox="1">
            <a:spLocks noGrp="1"/>
          </p:cNvSpPr>
          <p:nvPr>
            <p:ph type="subTitle" idx="1"/>
          </p:nvPr>
        </p:nvSpPr>
        <p:spPr>
          <a:xfrm>
            <a:off x="311700" y="2834125"/>
            <a:ext cx="8520600" cy="7926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2900"/>
              <a:buNone/>
              <a:defRPr sz="2900"/>
            </a:lvl1pPr>
            <a:lvl2pPr lvl="1" algn="ctr" rtl="0">
              <a:lnSpc>
                <a:spcPct val="100000"/>
              </a:lnSpc>
              <a:spcBef>
                <a:spcPts val="0"/>
              </a:spcBef>
              <a:spcAft>
                <a:spcPts val="0"/>
              </a:spcAft>
              <a:buSzPts val="2900"/>
              <a:buNone/>
              <a:defRPr sz="2900"/>
            </a:lvl2pPr>
            <a:lvl3pPr lvl="2" algn="ctr" rtl="0">
              <a:lnSpc>
                <a:spcPct val="100000"/>
              </a:lnSpc>
              <a:spcBef>
                <a:spcPts val="0"/>
              </a:spcBef>
              <a:spcAft>
                <a:spcPts val="0"/>
              </a:spcAft>
              <a:buSzPts val="2900"/>
              <a:buNone/>
              <a:defRPr sz="2900"/>
            </a:lvl3pPr>
            <a:lvl4pPr lvl="3" algn="ctr" rtl="0">
              <a:lnSpc>
                <a:spcPct val="100000"/>
              </a:lnSpc>
              <a:spcBef>
                <a:spcPts val="0"/>
              </a:spcBef>
              <a:spcAft>
                <a:spcPts val="0"/>
              </a:spcAft>
              <a:buSzPts val="2900"/>
              <a:buNone/>
              <a:defRPr sz="2900"/>
            </a:lvl4pPr>
            <a:lvl5pPr lvl="4" algn="ctr" rtl="0">
              <a:lnSpc>
                <a:spcPct val="100000"/>
              </a:lnSpc>
              <a:spcBef>
                <a:spcPts val="0"/>
              </a:spcBef>
              <a:spcAft>
                <a:spcPts val="0"/>
              </a:spcAft>
              <a:buSzPts val="2900"/>
              <a:buNone/>
              <a:defRPr sz="2900"/>
            </a:lvl5pPr>
            <a:lvl6pPr lvl="5" algn="ctr" rtl="0">
              <a:lnSpc>
                <a:spcPct val="100000"/>
              </a:lnSpc>
              <a:spcBef>
                <a:spcPts val="0"/>
              </a:spcBef>
              <a:spcAft>
                <a:spcPts val="0"/>
              </a:spcAft>
              <a:buSzPts val="2900"/>
              <a:buNone/>
              <a:defRPr sz="2900"/>
            </a:lvl6pPr>
            <a:lvl7pPr lvl="6" algn="ctr" rtl="0">
              <a:lnSpc>
                <a:spcPct val="100000"/>
              </a:lnSpc>
              <a:spcBef>
                <a:spcPts val="0"/>
              </a:spcBef>
              <a:spcAft>
                <a:spcPts val="0"/>
              </a:spcAft>
              <a:buSzPts val="2900"/>
              <a:buNone/>
              <a:defRPr sz="2900"/>
            </a:lvl7pPr>
            <a:lvl8pPr lvl="7" algn="ctr" rtl="0">
              <a:lnSpc>
                <a:spcPct val="100000"/>
              </a:lnSpc>
              <a:spcBef>
                <a:spcPts val="0"/>
              </a:spcBef>
              <a:spcAft>
                <a:spcPts val="0"/>
              </a:spcAft>
              <a:buSzPts val="2900"/>
              <a:buNone/>
              <a:defRPr sz="2900"/>
            </a:lvl8pPr>
            <a:lvl9pPr lvl="8" algn="ctr" rtl="0">
              <a:lnSpc>
                <a:spcPct val="100000"/>
              </a:lnSpc>
              <a:spcBef>
                <a:spcPts val="0"/>
              </a:spcBef>
              <a:spcAft>
                <a:spcPts val="0"/>
              </a:spcAft>
              <a:buSzPts val="2900"/>
              <a:buNone/>
              <a:defRPr sz="2900"/>
            </a:lvl9pPr>
          </a:lstStyle>
          <a:p>
            <a:endParaRPr/>
          </a:p>
        </p:txBody>
      </p:sp>
      <p:sp>
        <p:nvSpPr>
          <p:cNvPr id="2584" name="Google Shape;2584;p10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matchingName="gray">
  <p:cSld name="Blank_1_1_1_2_2">
    <p:spTree>
      <p:nvGrpSpPr>
        <p:cNvPr id="1" name="Shape 2585"/>
        <p:cNvGrpSpPr/>
        <p:nvPr/>
      </p:nvGrpSpPr>
      <p:grpSpPr>
        <a:xfrm>
          <a:off x="0" y="0"/>
          <a:ext cx="0" cy="0"/>
          <a:chOff x="0" y="0"/>
          <a:chExt cx="0" cy="0"/>
        </a:xfrm>
      </p:grpSpPr>
      <p:sp>
        <p:nvSpPr>
          <p:cNvPr id="2586" name="Google Shape;2586;p106"/>
          <p:cNvSpPr txBox="1">
            <a:spLocks noGrp="1"/>
          </p:cNvSpPr>
          <p:nvPr>
            <p:ph type="sldNum" idx="12"/>
          </p:nvPr>
        </p:nvSpPr>
        <p:spPr>
          <a:xfrm>
            <a:off x="8551206" y="4818940"/>
            <a:ext cx="232200" cy="263100"/>
          </a:xfrm>
          <a:prstGeom prst="rect">
            <a:avLst/>
          </a:prstGeom>
          <a:noFill/>
          <a:ln>
            <a:noFill/>
          </a:ln>
        </p:spPr>
        <p:txBody>
          <a:bodyPr spcFirstLastPara="1" wrap="square" lIns="26775" tIns="26775" rIns="26775" bIns="26775" anchor="t" anchorCtr="0">
            <a:noAutofit/>
          </a:bodyPr>
          <a:lstStyle>
            <a:lvl1pPr marL="0" marR="0" lvl="0"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1pPr>
            <a:lvl2pPr marL="0" marR="0" lvl="1"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2pPr>
            <a:lvl3pPr marL="0" marR="0" lvl="2"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3pPr>
            <a:lvl4pPr marL="0" marR="0" lvl="3"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4pPr>
            <a:lvl5pPr marL="0" marR="0" lvl="4"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5pPr>
            <a:lvl6pPr marL="0" marR="0" lvl="5"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6pPr>
            <a:lvl7pPr marL="0" marR="0" lvl="6"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7pPr>
            <a:lvl8pPr marL="0" marR="0" lvl="7"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8pPr>
            <a:lvl9pPr marL="0" marR="0" lvl="8" indent="0" algn="r" rtl="0">
              <a:lnSpc>
                <a:spcPct val="100000"/>
              </a:lnSpc>
              <a:spcBef>
                <a:spcPts val="0"/>
              </a:spcBef>
              <a:spcAft>
                <a:spcPts val="0"/>
              </a:spcAft>
              <a:buClr>
                <a:srgbClr val="969696"/>
              </a:buClr>
              <a:buSzPts val="700"/>
              <a:buFont typeface="Open Sans"/>
              <a:buNone/>
              <a:defRPr sz="700" b="1">
                <a:solidFill>
                  <a:srgbClr val="969696"/>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
        <p:nvSpPr>
          <p:cNvPr id="2587" name="Google Shape;2587;p106"/>
          <p:cNvSpPr txBox="1"/>
          <p:nvPr/>
        </p:nvSpPr>
        <p:spPr>
          <a:xfrm>
            <a:off x="5214432" y="4843741"/>
            <a:ext cx="3297300" cy="87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700" b="1">
                <a:solidFill>
                  <a:srgbClr val="969696"/>
                </a:solidFill>
                <a:latin typeface="Open Sans"/>
                <a:ea typeface="Open Sans"/>
                <a:cs typeface="Open Sans"/>
                <a:sym typeface="Open Sans"/>
              </a:rPr>
              <a:t>HUMAN CENTRED DESIGN TRAINING</a:t>
            </a:r>
            <a:endParaRPr sz="700" b="1">
              <a:solidFill>
                <a:srgbClr val="969696"/>
              </a:solidFill>
              <a:latin typeface="Open Sans"/>
              <a:ea typeface="Open Sans"/>
              <a:cs typeface="Open Sans"/>
              <a:sym typeface="Open Sans"/>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Orange - Basic 2">
  <p:cSld name="TITLE_AND_BODY_3_1_1_1_2">
    <p:spTree>
      <p:nvGrpSpPr>
        <p:cNvPr id="1" name="Shape 2588"/>
        <p:cNvGrpSpPr/>
        <p:nvPr/>
      </p:nvGrpSpPr>
      <p:grpSpPr>
        <a:xfrm>
          <a:off x="0" y="0"/>
          <a:ext cx="0" cy="0"/>
          <a:chOff x="0" y="0"/>
          <a:chExt cx="0" cy="0"/>
        </a:xfrm>
      </p:grpSpPr>
      <p:sp>
        <p:nvSpPr>
          <p:cNvPr id="2589" name="Google Shape;2589;p107"/>
          <p:cNvSpPr txBox="1">
            <a:spLocks noGrp="1"/>
          </p:cNvSpPr>
          <p:nvPr>
            <p:ph type="sldNum" idx="12"/>
          </p:nvPr>
        </p:nvSpPr>
        <p:spPr>
          <a:xfrm>
            <a:off x="5029156" y="4663225"/>
            <a:ext cx="3687000" cy="393600"/>
          </a:xfrm>
          <a:prstGeom prst="rect">
            <a:avLst/>
          </a:prstGeom>
        </p:spPr>
        <p:txBody>
          <a:bodyPr spcFirstLastPara="1" wrap="square" lIns="91425" tIns="91425" rIns="91425" bIns="91425" anchor="t" anchorCtr="0">
            <a:noAutofit/>
          </a:bodyPr>
          <a:lstStyle>
            <a:lvl1pPr lvl="0" rtl="0">
              <a:buClr>
                <a:srgbClr val="969696"/>
              </a:buClr>
              <a:buSzPts val="700"/>
              <a:buFont typeface="Open Sans"/>
              <a:buNone/>
              <a:defRPr sz="700" b="1">
                <a:solidFill>
                  <a:srgbClr val="969696"/>
                </a:solidFill>
                <a:latin typeface="Open Sans"/>
                <a:ea typeface="Open Sans"/>
                <a:cs typeface="Open Sans"/>
                <a:sym typeface="Open Sans"/>
              </a:defRPr>
            </a:lvl1pPr>
            <a:lvl2pPr lvl="1" rtl="0">
              <a:buClr>
                <a:srgbClr val="969696"/>
              </a:buClr>
              <a:buSzPts val="700"/>
              <a:buFont typeface="Open Sans"/>
              <a:buNone/>
              <a:defRPr sz="700" b="1">
                <a:solidFill>
                  <a:srgbClr val="969696"/>
                </a:solidFill>
                <a:latin typeface="Open Sans"/>
                <a:ea typeface="Open Sans"/>
                <a:cs typeface="Open Sans"/>
                <a:sym typeface="Open Sans"/>
              </a:defRPr>
            </a:lvl2pPr>
            <a:lvl3pPr lvl="2" rtl="0">
              <a:buClr>
                <a:srgbClr val="969696"/>
              </a:buClr>
              <a:buSzPts val="700"/>
              <a:buFont typeface="Open Sans"/>
              <a:buNone/>
              <a:defRPr sz="700" b="1">
                <a:solidFill>
                  <a:srgbClr val="969696"/>
                </a:solidFill>
                <a:latin typeface="Open Sans"/>
                <a:ea typeface="Open Sans"/>
                <a:cs typeface="Open Sans"/>
                <a:sym typeface="Open Sans"/>
              </a:defRPr>
            </a:lvl3pPr>
            <a:lvl4pPr lvl="3" rtl="0">
              <a:buClr>
                <a:srgbClr val="969696"/>
              </a:buClr>
              <a:buSzPts val="700"/>
              <a:buFont typeface="Open Sans"/>
              <a:buNone/>
              <a:defRPr sz="700" b="1">
                <a:solidFill>
                  <a:srgbClr val="969696"/>
                </a:solidFill>
                <a:latin typeface="Open Sans"/>
                <a:ea typeface="Open Sans"/>
                <a:cs typeface="Open Sans"/>
                <a:sym typeface="Open Sans"/>
              </a:defRPr>
            </a:lvl4pPr>
            <a:lvl5pPr lvl="4" rtl="0">
              <a:buClr>
                <a:srgbClr val="969696"/>
              </a:buClr>
              <a:buSzPts val="700"/>
              <a:buFont typeface="Open Sans"/>
              <a:buNone/>
              <a:defRPr sz="700" b="1">
                <a:solidFill>
                  <a:srgbClr val="969696"/>
                </a:solidFill>
                <a:latin typeface="Open Sans"/>
                <a:ea typeface="Open Sans"/>
                <a:cs typeface="Open Sans"/>
                <a:sym typeface="Open Sans"/>
              </a:defRPr>
            </a:lvl5pPr>
            <a:lvl6pPr lvl="5" rtl="0">
              <a:buClr>
                <a:srgbClr val="969696"/>
              </a:buClr>
              <a:buSzPts val="700"/>
              <a:buFont typeface="Open Sans"/>
              <a:buNone/>
              <a:defRPr sz="700" b="1">
                <a:solidFill>
                  <a:srgbClr val="969696"/>
                </a:solidFill>
                <a:latin typeface="Open Sans"/>
                <a:ea typeface="Open Sans"/>
                <a:cs typeface="Open Sans"/>
                <a:sym typeface="Open Sans"/>
              </a:defRPr>
            </a:lvl6pPr>
            <a:lvl7pPr lvl="6" rtl="0">
              <a:buClr>
                <a:srgbClr val="969696"/>
              </a:buClr>
              <a:buSzPts val="700"/>
              <a:buFont typeface="Open Sans"/>
              <a:buNone/>
              <a:defRPr sz="700" b="1">
                <a:solidFill>
                  <a:srgbClr val="969696"/>
                </a:solidFill>
                <a:latin typeface="Open Sans"/>
                <a:ea typeface="Open Sans"/>
                <a:cs typeface="Open Sans"/>
                <a:sym typeface="Open Sans"/>
              </a:defRPr>
            </a:lvl7pPr>
            <a:lvl8pPr lvl="7" rtl="0">
              <a:buClr>
                <a:srgbClr val="969696"/>
              </a:buClr>
              <a:buSzPts val="700"/>
              <a:buFont typeface="Open Sans"/>
              <a:buNone/>
              <a:defRPr sz="700" b="1">
                <a:solidFill>
                  <a:srgbClr val="969696"/>
                </a:solidFill>
                <a:latin typeface="Open Sans"/>
                <a:ea typeface="Open Sans"/>
                <a:cs typeface="Open Sans"/>
                <a:sym typeface="Open Sans"/>
              </a:defRPr>
            </a:lvl8pPr>
            <a:lvl9pPr lvl="8" rtl="0">
              <a:buClr>
                <a:srgbClr val="969696"/>
              </a:buClr>
              <a:buSzPts val="700"/>
              <a:buFont typeface="Open Sans"/>
              <a:buNone/>
              <a:defRPr sz="700" b="1">
                <a:solidFill>
                  <a:srgbClr val="969696"/>
                </a:solidFill>
                <a:latin typeface="Open Sans"/>
                <a:ea typeface="Open Sans"/>
                <a:cs typeface="Open Sans"/>
                <a:sym typeface="Open Sans"/>
              </a:defRPr>
            </a:lvl9pPr>
          </a:lstStyle>
          <a:p>
            <a:pPr marL="0" lvl="0" indent="0" algn="r" rtl="0">
              <a:spcBef>
                <a:spcPts val="0"/>
              </a:spcBef>
              <a:spcAft>
                <a:spcPts val="0"/>
              </a:spcAft>
              <a:buNone/>
            </a:pPr>
            <a:r>
              <a:rPr lang="en"/>
              <a:t>FORMATION DCH POUR LE PEV</a:t>
            </a:r>
            <a:endParaRPr sz="500" b="0">
              <a:solidFill>
                <a:schemeClr val="dk1"/>
              </a:solidFill>
              <a:latin typeface="Arial"/>
              <a:ea typeface="Arial"/>
              <a:cs typeface="Arial"/>
              <a:sym typeface="Arial"/>
            </a:endParaRPr>
          </a:p>
          <a:p>
            <a:pPr marL="0" lvl="0" indent="0" algn="r" rtl="0">
              <a:spcBef>
                <a:spcPts val="0"/>
              </a:spcBef>
              <a:spcAft>
                <a:spcPts val="0"/>
              </a:spcAft>
              <a:buNone/>
            </a:pPr>
            <a:endParaRPr/>
          </a:p>
          <a:p>
            <a:pPr marL="0" lvl="0" indent="0" algn="l" rtl="0">
              <a:spcBef>
                <a:spcPts val="0"/>
              </a:spcBef>
              <a:spcAft>
                <a:spcPts val="0"/>
              </a:spcAft>
              <a:buClr>
                <a:srgbClr val="000000"/>
              </a:buClr>
              <a:buSzPts val="1400"/>
              <a:buFont typeface="Arial"/>
              <a:buNone/>
            </a:pPr>
            <a:endParaRPr sz="800" b="0">
              <a:solidFill>
                <a:srgbClr val="B7B7B7"/>
              </a:solidFill>
              <a:latin typeface="Lato"/>
              <a:ea typeface="Lato"/>
              <a:cs typeface="Lato"/>
              <a:sym typeface="Lato"/>
            </a:endParaRPr>
          </a:p>
        </p:txBody>
      </p:sp>
      <p:sp>
        <p:nvSpPr>
          <p:cNvPr id="2590" name="Google Shape;2590;p107"/>
          <p:cNvSpPr txBox="1">
            <a:spLocks noGrp="1"/>
          </p:cNvSpPr>
          <p:nvPr>
            <p:ph type="subTitle" idx="1"/>
          </p:nvPr>
        </p:nvSpPr>
        <p:spPr>
          <a:xfrm>
            <a:off x="457200" y="1219950"/>
            <a:ext cx="3657600" cy="3288000"/>
          </a:xfrm>
          <a:prstGeom prst="rect">
            <a:avLst/>
          </a:prstGeom>
        </p:spPr>
        <p:txBody>
          <a:bodyPr spcFirstLastPara="1" wrap="square" lIns="0" tIns="0" rIns="0" bIns="0" anchor="t" anchorCtr="0">
            <a:noAutofit/>
          </a:bodyPr>
          <a:lstStyle>
            <a:lvl1pPr lvl="0" rtl="0">
              <a:spcBef>
                <a:spcPts val="0"/>
              </a:spcBef>
              <a:spcAft>
                <a:spcPts val="0"/>
              </a:spcAft>
              <a:buSzPts val="900"/>
              <a:buNone/>
              <a:defRPr/>
            </a:lvl1pPr>
            <a:lvl2pPr lvl="1" rtl="0">
              <a:spcBef>
                <a:spcPts val="1600"/>
              </a:spcBef>
              <a:spcAft>
                <a:spcPts val="0"/>
              </a:spcAft>
              <a:buSzPts val="900"/>
              <a:buNone/>
              <a:defRPr/>
            </a:lvl2pPr>
            <a:lvl3pPr lvl="2" rtl="0">
              <a:spcBef>
                <a:spcPts val="1600"/>
              </a:spcBef>
              <a:spcAft>
                <a:spcPts val="0"/>
              </a:spcAft>
              <a:buSzPts val="900"/>
              <a:buNone/>
              <a:defRPr/>
            </a:lvl3pPr>
            <a:lvl4pPr lvl="3" rtl="0">
              <a:spcBef>
                <a:spcPts val="1600"/>
              </a:spcBef>
              <a:spcAft>
                <a:spcPts val="0"/>
              </a:spcAft>
              <a:buSzPts val="900"/>
              <a:buNone/>
              <a:defRPr/>
            </a:lvl4pPr>
            <a:lvl5pPr lvl="4" rtl="0">
              <a:spcBef>
                <a:spcPts val="1600"/>
              </a:spcBef>
              <a:spcAft>
                <a:spcPts val="0"/>
              </a:spcAft>
              <a:buSzPts val="900"/>
              <a:buNone/>
              <a:defRPr/>
            </a:lvl5pPr>
            <a:lvl6pPr lvl="5" rtl="0">
              <a:spcBef>
                <a:spcPts val="1600"/>
              </a:spcBef>
              <a:spcAft>
                <a:spcPts val="0"/>
              </a:spcAft>
              <a:buSzPts val="900"/>
              <a:buNone/>
              <a:defRPr/>
            </a:lvl6pPr>
            <a:lvl7pPr lvl="6" rtl="0">
              <a:spcBef>
                <a:spcPts val="1600"/>
              </a:spcBef>
              <a:spcAft>
                <a:spcPts val="0"/>
              </a:spcAft>
              <a:buSzPts val="900"/>
              <a:buNone/>
              <a:defRPr/>
            </a:lvl7pPr>
            <a:lvl8pPr lvl="7" rtl="0">
              <a:spcBef>
                <a:spcPts val="1600"/>
              </a:spcBef>
              <a:spcAft>
                <a:spcPts val="0"/>
              </a:spcAft>
              <a:buSzPts val="900"/>
              <a:buNone/>
              <a:defRPr/>
            </a:lvl8pPr>
            <a:lvl9pPr lvl="8" rtl="0">
              <a:spcBef>
                <a:spcPts val="1600"/>
              </a:spcBef>
              <a:spcAft>
                <a:spcPts val="1600"/>
              </a:spcAft>
              <a:buSzPts val="900"/>
              <a:buNone/>
              <a:defRPr/>
            </a:lvl9pPr>
          </a:lstStyle>
          <a:p>
            <a:endParaRPr/>
          </a:p>
        </p:txBody>
      </p:sp>
      <p:sp>
        <p:nvSpPr>
          <p:cNvPr id="2591" name="Google Shape;2591;p107"/>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107"/>
          <p:cNvSpPr/>
          <p:nvPr/>
        </p:nvSpPr>
        <p:spPr>
          <a:xfrm rot="10800000">
            <a:off x="8508368" y="2423333"/>
            <a:ext cx="162495" cy="3295"/>
          </a:xfrm>
          <a:custGeom>
            <a:avLst/>
            <a:gdLst/>
            <a:ahLst/>
            <a:cxnLst/>
            <a:rect l="l" t="t" r="r" b="b"/>
            <a:pathLst>
              <a:path w="1773" h="8" fill="none" extrusionOk="0">
                <a:moveTo>
                  <a:pt x="1" y="7"/>
                </a:moveTo>
                <a:lnTo>
                  <a:pt x="1773" y="7"/>
                </a:lnTo>
                <a:lnTo>
                  <a:pt x="1773" y="7"/>
                </a:lnTo>
                <a:lnTo>
                  <a:pt x="132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107"/>
          <p:cNvSpPr/>
          <p:nvPr/>
        </p:nvSpPr>
        <p:spPr>
          <a:xfrm rot="10800000">
            <a:off x="8508368" y="2423333"/>
            <a:ext cx="162495" cy="3295"/>
          </a:xfrm>
          <a:custGeom>
            <a:avLst/>
            <a:gdLst/>
            <a:ahLst/>
            <a:cxnLst/>
            <a:rect l="l" t="t" r="r" b="b"/>
            <a:pathLst>
              <a:path w="1773" h="8" extrusionOk="0">
                <a:moveTo>
                  <a:pt x="451" y="1"/>
                </a:moveTo>
                <a:lnTo>
                  <a:pt x="1" y="7"/>
                </a:lnTo>
                <a:lnTo>
                  <a:pt x="1773" y="7"/>
                </a:lnTo>
                <a:lnTo>
                  <a:pt x="1322" y="1"/>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107"/>
          <p:cNvSpPr/>
          <p:nvPr/>
        </p:nvSpPr>
        <p:spPr>
          <a:xfrm rot="10800000">
            <a:off x="8508368" y="2423333"/>
            <a:ext cx="162495" cy="3295"/>
          </a:xfrm>
          <a:custGeom>
            <a:avLst/>
            <a:gdLst/>
            <a:ahLst/>
            <a:cxnLst/>
            <a:rect l="l" t="t" r="r" b="b"/>
            <a:pathLst>
              <a:path w="1773" h="8" fill="none" extrusionOk="0">
                <a:moveTo>
                  <a:pt x="1" y="7"/>
                </a:moveTo>
                <a:lnTo>
                  <a:pt x="1773" y="7"/>
                </a:lnTo>
                <a:lnTo>
                  <a:pt x="1773" y="7"/>
                </a:lnTo>
                <a:lnTo>
                  <a:pt x="1322" y="1"/>
                </a:lnTo>
                <a:lnTo>
                  <a:pt x="902" y="1"/>
                </a:lnTo>
                <a:lnTo>
                  <a:pt x="902" y="1"/>
                </a:lnTo>
                <a:lnTo>
                  <a:pt x="451" y="1"/>
                </a:lnTo>
                <a:lnTo>
                  <a:pt x="1" y="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107"/>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107"/>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107"/>
          <p:cNvSpPr txBox="1">
            <a:spLocks noGrp="1"/>
          </p:cNvSpPr>
          <p:nvPr>
            <p:ph type="title"/>
          </p:nvPr>
        </p:nvSpPr>
        <p:spPr>
          <a:xfrm>
            <a:off x="457200" y="640075"/>
            <a:ext cx="4149900" cy="3393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About Nucleus">
  <p:cSld name="Title and two columns_2_2">
    <p:spTree>
      <p:nvGrpSpPr>
        <p:cNvPr id="1" name="Shape 2598"/>
        <p:cNvGrpSpPr/>
        <p:nvPr/>
      </p:nvGrpSpPr>
      <p:grpSpPr>
        <a:xfrm>
          <a:off x="0" y="0"/>
          <a:ext cx="0" cy="0"/>
          <a:chOff x="0" y="0"/>
          <a:chExt cx="0" cy="0"/>
        </a:xfrm>
      </p:grpSpPr>
      <p:sp>
        <p:nvSpPr>
          <p:cNvPr id="2599" name="Google Shape;2599;p108"/>
          <p:cNvSpPr txBox="1">
            <a:spLocks noGrp="1"/>
          </p:cNvSpPr>
          <p:nvPr>
            <p:ph type="title"/>
          </p:nvPr>
        </p:nvSpPr>
        <p:spPr>
          <a:xfrm>
            <a:off x="387275" y="771825"/>
            <a:ext cx="4641900" cy="174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2600" name="Google Shape;2600;p108"/>
          <p:cNvSpPr txBox="1">
            <a:spLocks noGrp="1"/>
          </p:cNvSpPr>
          <p:nvPr>
            <p:ph type="body" idx="1"/>
          </p:nvPr>
        </p:nvSpPr>
        <p:spPr>
          <a:xfrm>
            <a:off x="387275" y="3025125"/>
            <a:ext cx="2446500" cy="1695900"/>
          </a:xfrm>
          <a:prstGeom prst="rect">
            <a:avLst/>
          </a:prstGeom>
          <a:noFill/>
          <a:ln>
            <a:noFill/>
          </a:ln>
        </p:spPr>
        <p:txBody>
          <a:bodyPr spcFirstLastPara="1" wrap="square" lIns="91425" tIns="91425" rIns="91425" bIns="91425" anchor="t" anchorCtr="0">
            <a:noAutofit/>
          </a:bodyPr>
          <a:lstStyle>
            <a:lvl1pPr marL="457200" lvl="0" indent="-228600" algn="l" rtl="0">
              <a:lnSpc>
                <a:spcPct val="115000"/>
              </a:lnSpc>
              <a:spcBef>
                <a:spcPts val="0"/>
              </a:spcBef>
              <a:spcAft>
                <a:spcPts val="0"/>
              </a:spcAft>
              <a:buClr>
                <a:srgbClr val="253746"/>
              </a:buClr>
              <a:buSzPts val="1000"/>
              <a:buNone/>
              <a:defRPr sz="1000">
                <a:solidFill>
                  <a:srgbClr val="253746"/>
                </a:solidFill>
              </a:defRPr>
            </a:lvl1pPr>
            <a:lvl2pPr marL="914400" lvl="1" indent="-292100" algn="l" rtl="0">
              <a:lnSpc>
                <a:spcPct val="115000"/>
              </a:lnSpc>
              <a:spcBef>
                <a:spcPts val="1600"/>
              </a:spcBef>
              <a:spcAft>
                <a:spcPts val="0"/>
              </a:spcAft>
              <a:buClr>
                <a:srgbClr val="253746"/>
              </a:buClr>
              <a:buSzPts val="1000"/>
              <a:buChar char="○"/>
              <a:defRPr sz="1000">
                <a:solidFill>
                  <a:srgbClr val="253746"/>
                </a:solidFill>
              </a:defRPr>
            </a:lvl2pPr>
            <a:lvl3pPr marL="1371600" lvl="2" indent="-292100" algn="l" rtl="0">
              <a:lnSpc>
                <a:spcPct val="115000"/>
              </a:lnSpc>
              <a:spcBef>
                <a:spcPts val="1600"/>
              </a:spcBef>
              <a:spcAft>
                <a:spcPts val="0"/>
              </a:spcAft>
              <a:buClr>
                <a:srgbClr val="253746"/>
              </a:buClr>
              <a:buSzPts val="1000"/>
              <a:buChar char="■"/>
              <a:defRPr sz="1000">
                <a:solidFill>
                  <a:srgbClr val="253746"/>
                </a:solidFill>
              </a:defRPr>
            </a:lvl3pPr>
            <a:lvl4pPr marL="1828800" lvl="3" indent="-292100" algn="l" rtl="0">
              <a:lnSpc>
                <a:spcPct val="115000"/>
              </a:lnSpc>
              <a:spcBef>
                <a:spcPts val="1600"/>
              </a:spcBef>
              <a:spcAft>
                <a:spcPts val="0"/>
              </a:spcAft>
              <a:buClr>
                <a:srgbClr val="253746"/>
              </a:buClr>
              <a:buSzPts val="1000"/>
              <a:buChar char="●"/>
              <a:defRPr sz="1000">
                <a:solidFill>
                  <a:srgbClr val="253746"/>
                </a:solidFill>
              </a:defRPr>
            </a:lvl4pPr>
            <a:lvl5pPr marL="2286000" lvl="4" indent="-292100" algn="l" rtl="0">
              <a:lnSpc>
                <a:spcPct val="115000"/>
              </a:lnSpc>
              <a:spcBef>
                <a:spcPts val="1600"/>
              </a:spcBef>
              <a:spcAft>
                <a:spcPts val="0"/>
              </a:spcAft>
              <a:buClr>
                <a:srgbClr val="253746"/>
              </a:buClr>
              <a:buSzPts val="1000"/>
              <a:buChar char="○"/>
              <a:defRPr sz="1000">
                <a:solidFill>
                  <a:srgbClr val="253746"/>
                </a:solidFill>
              </a:defRPr>
            </a:lvl5pPr>
            <a:lvl6pPr marL="2743200" lvl="5" indent="-292100" algn="l" rtl="0">
              <a:lnSpc>
                <a:spcPct val="115000"/>
              </a:lnSpc>
              <a:spcBef>
                <a:spcPts val="1600"/>
              </a:spcBef>
              <a:spcAft>
                <a:spcPts val="0"/>
              </a:spcAft>
              <a:buClr>
                <a:srgbClr val="253746"/>
              </a:buClr>
              <a:buSzPts val="1000"/>
              <a:buChar char="■"/>
              <a:defRPr sz="1000">
                <a:solidFill>
                  <a:srgbClr val="253746"/>
                </a:solidFill>
              </a:defRPr>
            </a:lvl6pPr>
            <a:lvl7pPr marL="3200400" lvl="6" indent="-292100" algn="l" rtl="0">
              <a:lnSpc>
                <a:spcPct val="115000"/>
              </a:lnSpc>
              <a:spcBef>
                <a:spcPts val="1600"/>
              </a:spcBef>
              <a:spcAft>
                <a:spcPts val="0"/>
              </a:spcAft>
              <a:buClr>
                <a:srgbClr val="253746"/>
              </a:buClr>
              <a:buSzPts val="1000"/>
              <a:buChar char="●"/>
              <a:defRPr sz="1000">
                <a:solidFill>
                  <a:srgbClr val="253746"/>
                </a:solidFill>
              </a:defRPr>
            </a:lvl7pPr>
            <a:lvl8pPr marL="3657600" lvl="7" indent="-292100" algn="l" rtl="0">
              <a:lnSpc>
                <a:spcPct val="115000"/>
              </a:lnSpc>
              <a:spcBef>
                <a:spcPts val="1600"/>
              </a:spcBef>
              <a:spcAft>
                <a:spcPts val="0"/>
              </a:spcAft>
              <a:buClr>
                <a:srgbClr val="253746"/>
              </a:buClr>
              <a:buSzPts val="1000"/>
              <a:buChar char="○"/>
              <a:defRPr sz="1000">
                <a:solidFill>
                  <a:srgbClr val="253746"/>
                </a:solidFill>
              </a:defRPr>
            </a:lvl8pPr>
            <a:lvl9pPr marL="4114800" lvl="8" indent="-292100" algn="l" rtl="0">
              <a:lnSpc>
                <a:spcPct val="115000"/>
              </a:lnSpc>
              <a:spcBef>
                <a:spcPts val="1600"/>
              </a:spcBef>
              <a:spcAft>
                <a:spcPts val="1600"/>
              </a:spcAft>
              <a:buClr>
                <a:srgbClr val="253746"/>
              </a:buClr>
              <a:buSzPts val="1000"/>
              <a:buChar char="■"/>
              <a:defRPr sz="1000">
                <a:solidFill>
                  <a:srgbClr val="253746"/>
                </a:solidFill>
              </a:defRPr>
            </a:lvl9pPr>
          </a:lstStyle>
          <a:p>
            <a:endParaRPr/>
          </a:p>
        </p:txBody>
      </p:sp>
      <p:sp>
        <p:nvSpPr>
          <p:cNvPr id="2601" name="Google Shape;2601;p108"/>
          <p:cNvSpPr txBox="1">
            <a:spLocks noGrp="1"/>
          </p:cNvSpPr>
          <p:nvPr>
            <p:ph type="sldNum" idx="12"/>
          </p:nvPr>
        </p:nvSpPr>
        <p:spPr>
          <a:xfrm>
            <a:off x="8686800" y="4693625"/>
            <a:ext cx="457200" cy="3936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9pPr>
          </a:lstStyle>
          <a:p>
            <a:pPr marL="0" lvl="0" indent="0" algn="ctr" rtl="0">
              <a:spcBef>
                <a:spcPts val="0"/>
              </a:spcBef>
              <a:spcAft>
                <a:spcPts val="0"/>
              </a:spcAft>
              <a:buNone/>
            </a:pPr>
            <a:fld id="{00000000-1234-1234-1234-123412341234}" type="slidenum">
              <a:rPr lang="en"/>
              <a:t>‹#›</a:t>
            </a:fld>
            <a:endParaRPr/>
          </a:p>
        </p:txBody>
      </p:sp>
      <p:sp>
        <p:nvSpPr>
          <p:cNvPr id="2602" name="Google Shape;2602;p108"/>
          <p:cNvSpPr txBox="1">
            <a:spLocks noGrp="1"/>
          </p:cNvSpPr>
          <p:nvPr>
            <p:ph type="sldNum" idx="2"/>
          </p:nvPr>
        </p:nvSpPr>
        <p:spPr>
          <a:xfrm>
            <a:off x="8686800" y="4693625"/>
            <a:ext cx="457200" cy="3936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9pPr>
          </a:lstStyle>
          <a:p>
            <a:pPr marL="0" lvl="0" indent="0" algn="ctr" rtl="0">
              <a:spcBef>
                <a:spcPts val="0"/>
              </a:spcBef>
              <a:spcAft>
                <a:spcPts val="0"/>
              </a:spcAft>
              <a:buNone/>
            </a:pPr>
            <a:fld id="{00000000-1234-1234-1234-123412341234}" type="slidenum">
              <a:rPr lang="en"/>
              <a:t>‹#›</a:t>
            </a:fld>
            <a:endParaRPr/>
          </a:p>
        </p:txBody>
      </p:sp>
      <p:cxnSp>
        <p:nvCxnSpPr>
          <p:cNvPr id="2603" name="Google Shape;2603;p108"/>
          <p:cNvCxnSpPr/>
          <p:nvPr/>
        </p:nvCxnSpPr>
        <p:spPr>
          <a:xfrm>
            <a:off x="8686800" y="4650"/>
            <a:ext cx="0" cy="5134200"/>
          </a:xfrm>
          <a:prstGeom prst="straightConnector1">
            <a:avLst/>
          </a:prstGeom>
          <a:noFill/>
          <a:ln w="9525" cap="flat" cmpd="sng">
            <a:solidFill>
              <a:srgbClr val="98A4AF"/>
            </a:solidFill>
            <a:prstDash val="solid"/>
            <a:round/>
            <a:headEnd type="none" w="sm" len="sm"/>
            <a:tailEnd type="none" w="sm" len="sm"/>
          </a:ln>
        </p:spPr>
      </p:cxnSp>
      <p:pic>
        <p:nvPicPr>
          <p:cNvPr id="2604" name="Google Shape;2604;p108"/>
          <p:cNvPicPr preferRelativeResize="0"/>
          <p:nvPr/>
        </p:nvPicPr>
        <p:blipFill rotWithShape="1">
          <a:blip r:embed="rId2">
            <a:alphaModFix/>
          </a:blip>
          <a:srcRect/>
          <a:stretch/>
        </p:blipFill>
        <p:spPr>
          <a:xfrm>
            <a:off x="8743025" y="242616"/>
            <a:ext cx="294625" cy="243750"/>
          </a:xfrm>
          <a:prstGeom prst="rect">
            <a:avLst/>
          </a:prstGeom>
          <a:noFill/>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Half Box - Light">
  <p:cSld name="Title and two columns_5">
    <p:spTree>
      <p:nvGrpSpPr>
        <p:cNvPr id="1" name="Shape 2608"/>
        <p:cNvGrpSpPr/>
        <p:nvPr/>
      </p:nvGrpSpPr>
      <p:grpSpPr>
        <a:xfrm>
          <a:off x="0" y="0"/>
          <a:ext cx="0" cy="0"/>
          <a:chOff x="0" y="0"/>
          <a:chExt cx="0" cy="0"/>
        </a:xfrm>
      </p:grpSpPr>
      <p:sp>
        <p:nvSpPr>
          <p:cNvPr id="2609" name="Google Shape;2609;p110"/>
          <p:cNvSpPr/>
          <p:nvPr/>
        </p:nvSpPr>
        <p:spPr>
          <a:xfrm>
            <a:off x="0" y="0"/>
            <a:ext cx="4566600" cy="5156400"/>
          </a:xfrm>
          <a:prstGeom prst="rect">
            <a:avLst/>
          </a:prstGeom>
          <a:solidFill>
            <a:srgbClr val="EFF3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110"/>
          <p:cNvSpPr txBox="1">
            <a:spLocks noGrp="1"/>
          </p:cNvSpPr>
          <p:nvPr>
            <p:ph type="title"/>
          </p:nvPr>
        </p:nvSpPr>
        <p:spPr>
          <a:xfrm>
            <a:off x="463550" y="838200"/>
            <a:ext cx="3656100" cy="9906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2611" name="Google Shape;2611;p110"/>
          <p:cNvSpPr txBox="1">
            <a:spLocks noGrp="1"/>
          </p:cNvSpPr>
          <p:nvPr>
            <p:ph type="body" idx="1"/>
          </p:nvPr>
        </p:nvSpPr>
        <p:spPr>
          <a:xfrm>
            <a:off x="463550" y="1828800"/>
            <a:ext cx="3656100" cy="2865300"/>
          </a:xfrm>
          <a:prstGeom prst="rect">
            <a:avLst/>
          </a:prstGeom>
          <a:noFill/>
          <a:ln>
            <a:noFill/>
          </a:ln>
        </p:spPr>
        <p:txBody>
          <a:bodyPr spcFirstLastPara="1" wrap="square" lIns="0" tIns="0" rIns="0" bIns="0" anchor="t" anchorCtr="0">
            <a:noAutofit/>
          </a:bodyPr>
          <a:lstStyle>
            <a:lvl1pPr marL="457200" lvl="0" indent="-228600" algn="l" rtl="0">
              <a:lnSpc>
                <a:spcPct val="115000"/>
              </a:lnSpc>
              <a:spcBef>
                <a:spcPts val="0"/>
              </a:spcBef>
              <a:spcAft>
                <a:spcPts val="0"/>
              </a:spcAft>
              <a:buClr>
                <a:srgbClr val="687077"/>
              </a:buClr>
              <a:buSzPts val="900"/>
              <a:buNone/>
              <a:defRPr sz="900">
                <a:solidFill>
                  <a:srgbClr val="687077"/>
                </a:solidFill>
              </a:defRPr>
            </a:lvl1pPr>
            <a:lvl2pPr marL="914400" lvl="1" indent="-285750" algn="l" rtl="0">
              <a:lnSpc>
                <a:spcPct val="115000"/>
              </a:lnSpc>
              <a:spcBef>
                <a:spcPts val="1600"/>
              </a:spcBef>
              <a:spcAft>
                <a:spcPts val="0"/>
              </a:spcAft>
              <a:buClr>
                <a:srgbClr val="687077"/>
              </a:buClr>
              <a:buSzPts val="900"/>
              <a:buChar char="○"/>
              <a:defRPr sz="900">
                <a:solidFill>
                  <a:srgbClr val="687077"/>
                </a:solidFill>
              </a:defRPr>
            </a:lvl2pPr>
            <a:lvl3pPr marL="1371600" lvl="2" indent="-285750" algn="l" rtl="0">
              <a:lnSpc>
                <a:spcPct val="115000"/>
              </a:lnSpc>
              <a:spcBef>
                <a:spcPts val="1600"/>
              </a:spcBef>
              <a:spcAft>
                <a:spcPts val="0"/>
              </a:spcAft>
              <a:buClr>
                <a:srgbClr val="687077"/>
              </a:buClr>
              <a:buSzPts val="900"/>
              <a:buChar char="■"/>
              <a:defRPr sz="900">
                <a:solidFill>
                  <a:srgbClr val="687077"/>
                </a:solidFill>
              </a:defRPr>
            </a:lvl3pPr>
            <a:lvl4pPr marL="1828800" lvl="3" indent="-285750" algn="l" rtl="0">
              <a:lnSpc>
                <a:spcPct val="115000"/>
              </a:lnSpc>
              <a:spcBef>
                <a:spcPts val="1600"/>
              </a:spcBef>
              <a:spcAft>
                <a:spcPts val="0"/>
              </a:spcAft>
              <a:buClr>
                <a:srgbClr val="687077"/>
              </a:buClr>
              <a:buSzPts val="900"/>
              <a:buChar char="●"/>
              <a:defRPr sz="900">
                <a:solidFill>
                  <a:srgbClr val="687077"/>
                </a:solidFill>
              </a:defRPr>
            </a:lvl4pPr>
            <a:lvl5pPr marL="2286000" lvl="4" indent="-285750" algn="l" rtl="0">
              <a:lnSpc>
                <a:spcPct val="115000"/>
              </a:lnSpc>
              <a:spcBef>
                <a:spcPts val="1600"/>
              </a:spcBef>
              <a:spcAft>
                <a:spcPts val="0"/>
              </a:spcAft>
              <a:buClr>
                <a:srgbClr val="687077"/>
              </a:buClr>
              <a:buSzPts val="900"/>
              <a:buChar char="○"/>
              <a:defRPr sz="900">
                <a:solidFill>
                  <a:srgbClr val="687077"/>
                </a:solidFill>
              </a:defRPr>
            </a:lvl5pPr>
            <a:lvl6pPr marL="2743200" lvl="5" indent="-285750" algn="l" rtl="0">
              <a:lnSpc>
                <a:spcPct val="115000"/>
              </a:lnSpc>
              <a:spcBef>
                <a:spcPts val="1600"/>
              </a:spcBef>
              <a:spcAft>
                <a:spcPts val="0"/>
              </a:spcAft>
              <a:buClr>
                <a:srgbClr val="687077"/>
              </a:buClr>
              <a:buSzPts val="900"/>
              <a:buChar char="■"/>
              <a:defRPr sz="900">
                <a:solidFill>
                  <a:srgbClr val="687077"/>
                </a:solidFill>
              </a:defRPr>
            </a:lvl6pPr>
            <a:lvl7pPr marL="3200400" lvl="6" indent="-285750" algn="l" rtl="0">
              <a:lnSpc>
                <a:spcPct val="115000"/>
              </a:lnSpc>
              <a:spcBef>
                <a:spcPts val="1600"/>
              </a:spcBef>
              <a:spcAft>
                <a:spcPts val="0"/>
              </a:spcAft>
              <a:buClr>
                <a:srgbClr val="687077"/>
              </a:buClr>
              <a:buSzPts val="900"/>
              <a:buChar char="●"/>
              <a:defRPr sz="900">
                <a:solidFill>
                  <a:srgbClr val="687077"/>
                </a:solidFill>
              </a:defRPr>
            </a:lvl7pPr>
            <a:lvl8pPr marL="3657600" lvl="7" indent="-285750" algn="l" rtl="0">
              <a:lnSpc>
                <a:spcPct val="115000"/>
              </a:lnSpc>
              <a:spcBef>
                <a:spcPts val="1600"/>
              </a:spcBef>
              <a:spcAft>
                <a:spcPts val="0"/>
              </a:spcAft>
              <a:buClr>
                <a:srgbClr val="687077"/>
              </a:buClr>
              <a:buSzPts val="900"/>
              <a:buChar char="○"/>
              <a:defRPr sz="900">
                <a:solidFill>
                  <a:srgbClr val="687077"/>
                </a:solidFill>
              </a:defRPr>
            </a:lvl8pPr>
            <a:lvl9pPr marL="4114800" lvl="8" indent="-285750" algn="l" rtl="0">
              <a:lnSpc>
                <a:spcPct val="115000"/>
              </a:lnSpc>
              <a:spcBef>
                <a:spcPts val="1600"/>
              </a:spcBef>
              <a:spcAft>
                <a:spcPts val="1600"/>
              </a:spcAft>
              <a:buClr>
                <a:srgbClr val="687077"/>
              </a:buClr>
              <a:buSzPts val="900"/>
              <a:buChar char="■"/>
              <a:defRPr sz="900">
                <a:solidFill>
                  <a:srgbClr val="687077"/>
                </a:solidFill>
              </a:defRPr>
            </a:lvl9pPr>
          </a:lstStyle>
          <a:p>
            <a:endParaRPr/>
          </a:p>
        </p:txBody>
      </p:sp>
      <p:sp>
        <p:nvSpPr>
          <p:cNvPr id="2612" name="Google Shape;2612;p110"/>
          <p:cNvSpPr txBox="1">
            <a:spLocks noGrp="1"/>
          </p:cNvSpPr>
          <p:nvPr>
            <p:ph type="body" idx="2"/>
          </p:nvPr>
        </p:nvSpPr>
        <p:spPr>
          <a:xfrm>
            <a:off x="5029200" y="914400"/>
            <a:ext cx="3200400" cy="3779700"/>
          </a:xfrm>
          <a:prstGeom prst="rect">
            <a:avLst/>
          </a:prstGeom>
          <a:noFill/>
          <a:ln>
            <a:noFill/>
          </a:ln>
        </p:spPr>
        <p:txBody>
          <a:bodyPr spcFirstLastPara="1" wrap="square" lIns="0" tIns="0" rIns="0" bIns="0" anchor="t" anchorCtr="0">
            <a:noAutofit/>
          </a:bodyPr>
          <a:lstStyle>
            <a:lvl1pPr marL="457200" lvl="0" indent="-228600" algn="l" rtl="0">
              <a:lnSpc>
                <a:spcPct val="115000"/>
              </a:lnSpc>
              <a:spcBef>
                <a:spcPts val="0"/>
              </a:spcBef>
              <a:spcAft>
                <a:spcPts val="0"/>
              </a:spcAft>
              <a:buSzPts val="1400"/>
              <a:buNone/>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2613" name="Google Shape;2613;p110"/>
          <p:cNvSpPr txBox="1">
            <a:spLocks noGrp="1"/>
          </p:cNvSpPr>
          <p:nvPr>
            <p:ph type="sldNum" idx="12"/>
          </p:nvPr>
        </p:nvSpPr>
        <p:spPr>
          <a:xfrm>
            <a:off x="8686800" y="4693625"/>
            <a:ext cx="457200" cy="3936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Blue - Section Cover 4">
  <p:cSld name="CUSTOM_2_6">
    <p:bg>
      <p:bgPr>
        <a:solidFill>
          <a:srgbClr val="0066C6"/>
        </a:solidFill>
        <a:effectLst/>
      </p:bgPr>
    </p:bg>
    <p:spTree>
      <p:nvGrpSpPr>
        <p:cNvPr id="1" name="Shape 2614"/>
        <p:cNvGrpSpPr/>
        <p:nvPr/>
      </p:nvGrpSpPr>
      <p:grpSpPr>
        <a:xfrm>
          <a:off x="0" y="0"/>
          <a:ext cx="0" cy="0"/>
          <a:chOff x="0" y="0"/>
          <a:chExt cx="0" cy="0"/>
        </a:xfrm>
      </p:grpSpPr>
      <p:sp>
        <p:nvSpPr>
          <p:cNvPr id="2615" name="Google Shape;2615;p111"/>
          <p:cNvSpPr/>
          <p:nvPr/>
        </p:nvSpPr>
        <p:spPr>
          <a:xfrm flipH="1">
            <a:off x="5381316" y="3872757"/>
            <a:ext cx="3762685" cy="1270747"/>
          </a:xfrm>
          <a:custGeom>
            <a:avLst/>
            <a:gdLst/>
            <a:ahLst/>
            <a:cxnLst/>
            <a:rect l="l" t="t" r="r" b="b"/>
            <a:pathLst>
              <a:path w="89444" h="5123" extrusionOk="0">
                <a:moveTo>
                  <a:pt x="65897" y="1"/>
                </a:moveTo>
                <a:lnTo>
                  <a:pt x="65116" y="6"/>
                </a:lnTo>
                <a:lnTo>
                  <a:pt x="64305" y="16"/>
                </a:lnTo>
                <a:lnTo>
                  <a:pt x="63524" y="27"/>
                </a:lnTo>
                <a:lnTo>
                  <a:pt x="1" y="27"/>
                </a:lnTo>
                <a:lnTo>
                  <a:pt x="1" y="5122"/>
                </a:lnTo>
                <a:lnTo>
                  <a:pt x="89053" y="5122"/>
                </a:lnTo>
                <a:lnTo>
                  <a:pt x="89234" y="4928"/>
                </a:lnTo>
                <a:lnTo>
                  <a:pt x="89354" y="4724"/>
                </a:lnTo>
                <a:lnTo>
                  <a:pt x="89414" y="4520"/>
                </a:lnTo>
                <a:lnTo>
                  <a:pt x="89444" y="4311"/>
                </a:lnTo>
                <a:lnTo>
                  <a:pt x="89384" y="4097"/>
                </a:lnTo>
                <a:lnTo>
                  <a:pt x="89264" y="3883"/>
                </a:lnTo>
                <a:lnTo>
                  <a:pt x="89114" y="3663"/>
                </a:lnTo>
                <a:lnTo>
                  <a:pt x="88873" y="3444"/>
                </a:lnTo>
                <a:lnTo>
                  <a:pt x="88573" y="3220"/>
                </a:lnTo>
                <a:lnTo>
                  <a:pt x="88213" y="2990"/>
                </a:lnTo>
                <a:lnTo>
                  <a:pt x="87792" y="2760"/>
                </a:lnTo>
                <a:lnTo>
                  <a:pt x="87281" y="2526"/>
                </a:lnTo>
                <a:lnTo>
                  <a:pt x="86741" y="2291"/>
                </a:lnTo>
                <a:lnTo>
                  <a:pt x="86110" y="2057"/>
                </a:lnTo>
                <a:lnTo>
                  <a:pt x="85419" y="1817"/>
                </a:lnTo>
                <a:lnTo>
                  <a:pt x="84668" y="1572"/>
                </a:lnTo>
                <a:lnTo>
                  <a:pt x="84278" y="1460"/>
                </a:lnTo>
                <a:lnTo>
                  <a:pt x="83857" y="1353"/>
                </a:lnTo>
                <a:lnTo>
                  <a:pt x="83407" y="1251"/>
                </a:lnTo>
                <a:lnTo>
                  <a:pt x="82956" y="1149"/>
                </a:lnTo>
                <a:lnTo>
                  <a:pt x="82446" y="1057"/>
                </a:lnTo>
                <a:lnTo>
                  <a:pt x="81935" y="965"/>
                </a:lnTo>
                <a:lnTo>
                  <a:pt x="81425" y="878"/>
                </a:lnTo>
                <a:lnTo>
                  <a:pt x="80854" y="797"/>
                </a:lnTo>
                <a:lnTo>
                  <a:pt x="80283" y="715"/>
                </a:lnTo>
                <a:lnTo>
                  <a:pt x="79683" y="644"/>
                </a:lnTo>
                <a:lnTo>
                  <a:pt x="79082" y="572"/>
                </a:lnTo>
                <a:lnTo>
                  <a:pt x="78421" y="506"/>
                </a:lnTo>
                <a:lnTo>
                  <a:pt x="77790" y="445"/>
                </a:lnTo>
                <a:lnTo>
                  <a:pt x="77130" y="389"/>
                </a:lnTo>
                <a:lnTo>
                  <a:pt x="76439" y="338"/>
                </a:lnTo>
                <a:lnTo>
                  <a:pt x="75748" y="287"/>
                </a:lnTo>
                <a:lnTo>
                  <a:pt x="75057" y="241"/>
                </a:lnTo>
                <a:lnTo>
                  <a:pt x="74336" y="200"/>
                </a:lnTo>
                <a:lnTo>
                  <a:pt x="73586" y="164"/>
                </a:lnTo>
                <a:lnTo>
                  <a:pt x="72865" y="129"/>
                </a:lnTo>
                <a:lnTo>
                  <a:pt x="72114" y="103"/>
                </a:lnTo>
                <a:lnTo>
                  <a:pt x="71363" y="78"/>
                </a:lnTo>
                <a:lnTo>
                  <a:pt x="70582" y="52"/>
                </a:lnTo>
                <a:lnTo>
                  <a:pt x="69831" y="37"/>
                </a:lnTo>
                <a:lnTo>
                  <a:pt x="69050" y="21"/>
                </a:lnTo>
                <a:lnTo>
                  <a:pt x="68269" y="11"/>
                </a:lnTo>
                <a:lnTo>
                  <a:pt x="67489" y="6"/>
                </a:lnTo>
                <a:lnTo>
                  <a:pt x="66678"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111"/>
          <p:cNvSpPr/>
          <p:nvPr/>
        </p:nvSpPr>
        <p:spPr>
          <a:xfrm flipH="1">
            <a:off x="5381316" y="3872757"/>
            <a:ext cx="3762685" cy="1270747"/>
          </a:xfrm>
          <a:custGeom>
            <a:avLst/>
            <a:gdLst/>
            <a:ahLst/>
            <a:cxnLst/>
            <a:rect l="l" t="t" r="r" b="b"/>
            <a:pathLst>
              <a:path w="89444" h="5123" fill="none" extrusionOk="0">
                <a:moveTo>
                  <a:pt x="1" y="27"/>
                </a:moveTo>
                <a:lnTo>
                  <a:pt x="63524" y="27"/>
                </a:lnTo>
                <a:lnTo>
                  <a:pt x="63524" y="27"/>
                </a:lnTo>
                <a:lnTo>
                  <a:pt x="64305" y="16"/>
                </a:lnTo>
                <a:lnTo>
                  <a:pt x="65116" y="6"/>
                </a:lnTo>
                <a:lnTo>
                  <a:pt x="65897" y="1"/>
                </a:lnTo>
                <a:lnTo>
                  <a:pt x="66678" y="1"/>
                </a:lnTo>
                <a:lnTo>
                  <a:pt x="67489" y="6"/>
                </a:lnTo>
                <a:lnTo>
                  <a:pt x="68269" y="11"/>
                </a:lnTo>
                <a:lnTo>
                  <a:pt x="69050" y="21"/>
                </a:lnTo>
                <a:lnTo>
                  <a:pt x="69831" y="37"/>
                </a:lnTo>
                <a:lnTo>
                  <a:pt x="70582" y="52"/>
                </a:lnTo>
                <a:lnTo>
                  <a:pt x="71363" y="78"/>
                </a:lnTo>
                <a:lnTo>
                  <a:pt x="72114" y="103"/>
                </a:lnTo>
                <a:lnTo>
                  <a:pt x="72865" y="129"/>
                </a:lnTo>
                <a:lnTo>
                  <a:pt x="73586" y="164"/>
                </a:lnTo>
                <a:lnTo>
                  <a:pt x="74336" y="200"/>
                </a:lnTo>
                <a:lnTo>
                  <a:pt x="75057" y="241"/>
                </a:lnTo>
                <a:lnTo>
                  <a:pt x="75748" y="287"/>
                </a:lnTo>
                <a:lnTo>
                  <a:pt x="76439" y="338"/>
                </a:lnTo>
                <a:lnTo>
                  <a:pt x="77130" y="389"/>
                </a:lnTo>
                <a:lnTo>
                  <a:pt x="77790" y="445"/>
                </a:lnTo>
                <a:lnTo>
                  <a:pt x="78421" y="506"/>
                </a:lnTo>
                <a:lnTo>
                  <a:pt x="79082" y="572"/>
                </a:lnTo>
                <a:lnTo>
                  <a:pt x="79683" y="644"/>
                </a:lnTo>
                <a:lnTo>
                  <a:pt x="80283" y="715"/>
                </a:lnTo>
                <a:lnTo>
                  <a:pt x="80854" y="797"/>
                </a:lnTo>
                <a:lnTo>
                  <a:pt x="81425" y="878"/>
                </a:lnTo>
                <a:lnTo>
                  <a:pt x="81935" y="965"/>
                </a:lnTo>
                <a:lnTo>
                  <a:pt x="82446" y="1057"/>
                </a:lnTo>
                <a:lnTo>
                  <a:pt x="82956" y="1149"/>
                </a:lnTo>
                <a:lnTo>
                  <a:pt x="83407" y="1251"/>
                </a:lnTo>
                <a:lnTo>
                  <a:pt x="83857" y="1353"/>
                </a:lnTo>
                <a:lnTo>
                  <a:pt x="84278" y="1460"/>
                </a:lnTo>
                <a:lnTo>
                  <a:pt x="84668" y="1572"/>
                </a:lnTo>
                <a:lnTo>
                  <a:pt x="84668" y="1572"/>
                </a:lnTo>
                <a:lnTo>
                  <a:pt x="85419" y="1817"/>
                </a:lnTo>
                <a:lnTo>
                  <a:pt x="86110" y="2057"/>
                </a:lnTo>
                <a:lnTo>
                  <a:pt x="86741" y="2291"/>
                </a:lnTo>
                <a:lnTo>
                  <a:pt x="87281" y="2526"/>
                </a:lnTo>
                <a:lnTo>
                  <a:pt x="87792" y="2760"/>
                </a:lnTo>
                <a:lnTo>
                  <a:pt x="88213" y="2990"/>
                </a:lnTo>
                <a:lnTo>
                  <a:pt x="88573" y="3220"/>
                </a:lnTo>
                <a:lnTo>
                  <a:pt x="88873" y="3444"/>
                </a:lnTo>
                <a:lnTo>
                  <a:pt x="89114" y="3663"/>
                </a:lnTo>
                <a:lnTo>
                  <a:pt x="89264" y="3883"/>
                </a:lnTo>
                <a:lnTo>
                  <a:pt x="89384" y="4097"/>
                </a:lnTo>
                <a:lnTo>
                  <a:pt x="89444" y="4311"/>
                </a:lnTo>
                <a:lnTo>
                  <a:pt x="89414" y="4520"/>
                </a:lnTo>
                <a:lnTo>
                  <a:pt x="89354" y="4724"/>
                </a:lnTo>
                <a:lnTo>
                  <a:pt x="89234" y="4928"/>
                </a:lnTo>
                <a:lnTo>
                  <a:pt x="89053" y="5122"/>
                </a:lnTo>
                <a:lnTo>
                  <a:pt x="1" y="5122"/>
                </a:lnTo>
                <a:lnTo>
                  <a:pt x="1" y="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111"/>
          <p:cNvSpPr/>
          <p:nvPr/>
        </p:nvSpPr>
        <p:spPr>
          <a:xfrm flipH="1">
            <a:off x="5381316" y="3872757"/>
            <a:ext cx="3762685" cy="1270747"/>
          </a:xfrm>
          <a:custGeom>
            <a:avLst/>
            <a:gdLst/>
            <a:ahLst/>
            <a:cxnLst/>
            <a:rect l="l" t="t" r="r" b="b"/>
            <a:pathLst>
              <a:path w="89444" h="5123" extrusionOk="0">
                <a:moveTo>
                  <a:pt x="66497" y="1"/>
                </a:moveTo>
                <a:lnTo>
                  <a:pt x="65146" y="6"/>
                </a:lnTo>
                <a:lnTo>
                  <a:pt x="63764" y="21"/>
                </a:lnTo>
                <a:lnTo>
                  <a:pt x="63734" y="27"/>
                </a:lnTo>
                <a:lnTo>
                  <a:pt x="1" y="27"/>
                </a:lnTo>
                <a:lnTo>
                  <a:pt x="1" y="5122"/>
                </a:lnTo>
                <a:lnTo>
                  <a:pt x="89053" y="5122"/>
                </a:lnTo>
                <a:lnTo>
                  <a:pt x="89234" y="4944"/>
                </a:lnTo>
                <a:lnTo>
                  <a:pt x="89354" y="4765"/>
                </a:lnTo>
                <a:lnTo>
                  <a:pt x="89414" y="4576"/>
                </a:lnTo>
                <a:lnTo>
                  <a:pt x="89444" y="4388"/>
                </a:lnTo>
                <a:lnTo>
                  <a:pt x="89414" y="4224"/>
                </a:lnTo>
                <a:lnTo>
                  <a:pt x="89384" y="4061"/>
                </a:lnTo>
                <a:lnTo>
                  <a:pt x="89294" y="3893"/>
                </a:lnTo>
                <a:lnTo>
                  <a:pt x="89144" y="3724"/>
                </a:lnTo>
                <a:lnTo>
                  <a:pt x="88993" y="3556"/>
                </a:lnTo>
                <a:lnTo>
                  <a:pt x="88783" y="3383"/>
                </a:lnTo>
                <a:lnTo>
                  <a:pt x="88543" y="3209"/>
                </a:lnTo>
                <a:lnTo>
                  <a:pt x="88273" y="3036"/>
                </a:lnTo>
                <a:lnTo>
                  <a:pt x="87972" y="2857"/>
                </a:lnTo>
                <a:lnTo>
                  <a:pt x="87612" y="2679"/>
                </a:lnTo>
                <a:lnTo>
                  <a:pt x="87221" y="2495"/>
                </a:lnTo>
                <a:lnTo>
                  <a:pt x="86801" y="2317"/>
                </a:lnTo>
                <a:lnTo>
                  <a:pt x="86320" y="2133"/>
                </a:lnTo>
                <a:lnTo>
                  <a:pt x="85810" y="1944"/>
                </a:lnTo>
                <a:lnTo>
                  <a:pt x="85239" y="1761"/>
                </a:lnTo>
                <a:lnTo>
                  <a:pt x="84668" y="1572"/>
                </a:lnTo>
                <a:lnTo>
                  <a:pt x="84578" y="1552"/>
                </a:lnTo>
                <a:lnTo>
                  <a:pt x="84248" y="1455"/>
                </a:lnTo>
                <a:lnTo>
                  <a:pt x="83888" y="1358"/>
                </a:lnTo>
                <a:lnTo>
                  <a:pt x="83497" y="1266"/>
                </a:lnTo>
                <a:lnTo>
                  <a:pt x="83077" y="1179"/>
                </a:lnTo>
                <a:lnTo>
                  <a:pt x="82656" y="1093"/>
                </a:lnTo>
                <a:lnTo>
                  <a:pt x="82236" y="1011"/>
                </a:lnTo>
                <a:lnTo>
                  <a:pt x="81755" y="934"/>
                </a:lnTo>
                <a:lnTo>
                  <a:pt x="81305" y="858"/>
                </a:lnTo>
                <a:lnTo>
                  <a:pt x="80794" y="786"/>
                </a:lnTo>
                <a:lnTo>
                  <a:pt x="80313" y="720"/>
                </a:lnTo>
                <a:lnTo>
                  <a:pt x="79773" y="654"/>
                </a:lnTo>
                <a:lnTo>
                  <a:pt x="79232" y="593"/>
                </a:lnTo>
                <a:lnTo>
                  <a:pt x="78692" y="537"/>
                </a:lnTo>
                <a:lnTo>
                  <a:pt x="78151" y="480"/>
                </a:lnTo>
                <a:lnTo>
                  <a:pt x="77550" y="424"/>
                </a:lnTo>
                <a:lnTo>
                  <a:pt x="76980" y="378"/>
                </a:lnTo>
                <a:lnTo>
                  <a:pt x="76379" y="333"/>
                </a:lnTo>
                <a:lnTo>
                  <a:pt x="75778" y="287"/>
                </a:lnTo>
                <a:lnTo>
                  <a:pt x="75147" y="246"/>
                </a:lnTo>
                <a:lnTo>
                  <a:pt x="74517" y="210"/>
                </a:lnTo>
                <a:lnTo>
                  <a:pt x="73886" y="180"/>
                </a:lnTo>
                <a:lnTo>
                  <a:pt x="73255" y="149"/>
                </a:lnTo>
                <a:lnTo>
                  <a:pt x="72594" y="118"/>
                </a:lnTo>
                <a:lnTo>
                  <a:pt x="71934" y="93"/>
                </a:lnTo>
                <a:lnTo>
                  <a:pt x="71273" y="72"/>
                </a:lnTo>
                <a:lnTo>
                  <a:pt x="70612" y="52"/>
                </a:lnTo>
                <a:lnTo>
                  <a:pt x="69261" y="27"/>
                </a:lnTo>
                <a:lnTo>
                  <a:pt x="67879" y="6"/>
                </a:lnTo>
                <a:lnTo>
                  <a:pt x="66497" y="1"/>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111"/>
          <p:cNvSpPr/>
          <p:nvPr/>
        </p:nvSpPr>
        <p:spPr>
          <a:xfrm flipH="1">
            <a:off x="5482285" y="1033845"/>
            <a:ext cx="1936998" cy="2018114"/>
          </a:xfrm>
          <a:custGeom>
            <a:avLst/>
            <a:gdLst/>
            <a:ahLst/>
            <a:cxnLst/>
            <a:rect l="l" t="t" r="r" b="b"/>
            <a:pathLst>
              <a:path w="46045" h="8136" fill="none" extrusionOk="0">
                <a:moveTo>
                  <a:pt x="22737" y="0"/>
                </a:moveTo>
                <a:lnTo>
                  <a:pt x="22737" y="0"/>
                </a:lnTo>
                <a:lnTo>
                  <a:pt x="24149" y="5"/>
                </a:lnTo>
                <a:lnTo>
                  <a:pt x="24900" y="10"/>
                </a:lnTo>
                <a:lnTo>
                  <a:pt x="25681" y="21"/>
                </a:lnTo>
                <a:lnTo>
                  <a:pt x="26492" y="31"/>
                </a:lnTo>
                <a:lnTo>
                  <a:pt x="27333" y="51"/>
                </a:lnTo>
                <a:lnTo>
                  <a:pt x="28204" y="72"/>
                </a:lnTo>
                <a:lnTo>
                  <a:pt x="29075" y="97"/>
                </a:lnTo>
                <a:lnTo>
                  <a:pt x="29946" y="133"/>
                </a:lnTo>
                <a:lnTo>
                  <a:pt x="30847" y="168"/>
                </a:lnTo>
                <a:lnTo>
                  <a:pt x="31748" y="214"/>
                </a:lnTo>
                <a:lnTo>
                  <a:pt x="32649" y="265"/>
                </a:lnTo>
                <a:lnTo>
                  <a:pt x="33550" y="321"/>
                </a:lnTo>
                <a:lnTo>
                  <a:pt x="34451" y="388"/>
                </a:lnTo>
                <a:lnTo>
                  <a:pt x="35352" y="464"/>
                </a:lnTo>
                <a:lnTo>
                  <a:pt x="36223" y="546"/>
                </a:lnTo>
                <a:lnTo>
                  <a:pt x="37094" y="638"/>
                </a:lnTo>
                <a:lnTo>
                  <a:pt x="37935" y="740"/>
                </a:lnTo>
                <a:lnTo>
                  <a:pt x="38776" y="847"/>
                </a:lnTo>
                <a:lnTo>
                  <a:pt x="39557" y="969"/>
                </a:lnTo>
                <a:lnTo>
                  <a:pt x="40338" y="1102"/>
                </a:lnTo>
                <a:lnTo>
                  <a:pt x="41088" y="1240"/>
                </a:lnTo>
                <a:lnTo>
                  <a:pt x="41809" y="1398"/>
                </a:lnTo>
                <a:lnTo>
                  <a:pt x="42140" y="1474"/>
                </a:lnTo>
                <a:lnTo>
                  <a:pt x="42470" y="1561"/>
                </a:lnTo>
                <a:lnTo>
                  <a:pt x="42770" y="1648"/>
                </a:lnTo>
                <a:lnTo>
                  <a:pt x="43101" y="1739"/>
                </a:lnTo>
                <a:lnTo>
                  <a:pt x="43401" y="1831"/>
                </a:lnTo>
                <a:lnTo>
                  <a:pt x="43671" y="1928"/>
                </a:lnTo>
                <a:lnTo>
                  <a:pt x="43942" y="2030"/>
                </a:lnTo>
                <a:lnTo>
                  <a:pt x="44212" y="2132"/>
                </a:lnTo>
                <a:lnTo>
                  <a:pt x="44452" y="2239"/>
                </a:lnTo>
                <a:lnTo>
                  <a:pt x="44693" y="2352"/>
                </a:lnTo>
                <a:lnTo>
                  <a:pt x="44903" y="2464"/>
                </a:lnTo>
                <a:lnTo>
                  <a:pt x="45113" y="2581"/>
                </a:lnTo>
                <a:lnTo>
                  <a:pt x="45323" y="2703"/>
                </a:lnTo>
                <a:lnTo>
                  <a:pt x="45504" y="2826"/>
                </a:lnTo>
                <a:lnTo>
                  <a:pt x="45654" y="2959"/>
                </a:lnTo>
                <a:lnTo>
                  <a:pt x="45804" y="3091"/>
                </a:lnTo>
                <a:lnTo>
                  <a:pt x="45924" y="3224"/>
                </a:lnTo>
                <a:lnTo>
                  <a:pt x="46044" y="3367"/>
                </a:lnTo>
                <a:lnTo>
                  <a:pt x="46044" y="3367"/>
                </a:lnTo>
                <a:lnTo>
                  <a:pt x="45083" y="3392"/>
                </a:lnTo>
                <a:lnTo>
                  <a:pt x="44122" y="3423"/>
                </a:lnTo>
                <a:lnTo>
                  <a:pt x="43191" y="3458"/>
                </a:lnTo>
                <a:lnTo>
                  <a:pt x="42260" y="3499"/>
                </a:lnTo>
                <a:lnTo>
                  <a:pt x="41389" y="3540"/>
                </a:lnTo>
                <a:lnTo>
                  <a:pt x="40518" y="3581"/>
                </a:lnTo>
                <a:lnTo>
                  <a:pt x="39677" y="3632"/>
                </a:lnTo>
                <a:lnTo>
                  <a:pt x="38866" y="3678"/>
                </a:lnTo>
                <a:lnTo>
                  <a:pt x="38085" y="3734"/>
                </a:lnTo>
                <a:lnTo>
                  <a:pt x="37364" y="3790"/>
                </a:lnTo>
                <a:lnTo>
                  <a:pt x="36643" y="3846"/>
                </a:lnTo>
                <a:lnTo>
                  <a:pt x="35983" y="3907"/>
                </a:lnTo>
                <a:lnTo>
                  <a:pt x="35382" y="3974"/>
                </a:lnTo>
                <a:lnTo>
                  <a:pt x="34781" y="4035"/>
                </a:lnTo>
                <a:lnTo>
                  <a:pt x="34271" y="4106"/>
                </a:lnTo>
                <a:lnTo>
                  <a:pt x="33760" y="4172"/>
                </a:lnTo>
                <a:lnTo>
                  <a:pt x="33760" y="4172"/>
                </a:lnTo>
                <a:lnTo>
                  <a:pt x="33189" y="4264"/>
                </a:lnTo>
                <a:lnTo>
                  <a:pt x="32649" y="4361"/>
                </a:lnTo>
                <a:lnTo>
                  <a:pt x="32138" y="4453"/>
                </a:lnTo>
                <a:lnTo>
                  <a:pt x="31628" y="4555"/>
                </a:lnTo>
                <a:lnTo>
                  <a:pt x="31147" y="4652"/>
                </a:lnTo>
                <a:lnTo>
                  <a:pt x="30666" y="4754"/>
                </a:lnTo>
                <a:lnTo>
                  <a:pt x="30216" y="4861"/>
                </a:lnTo>
                <a:lnTo>
                  <a:pt x="29795" y="4968"/>
                </a:lnTo>
                <a:lnTo>
                  <a:pt x="29405" y="5075"/>
                </a:lnTo>
                <a:lnTo>
                  <a:pt x="29045" y="5187"/>
                </a:lnTo>
                <a:lnTo>
                  <a:pt x="28684" y="5300"/>
                </a:lnTo>
                <a:lnTo>
                  <a:pt x="28354" y="5417"/>
                </a:lnTo>
                <a:lnTo>
                  <a:pt x="28053" y="5534"/>
                </a:lnTo>
                <a:lnTo>
                  <a:pt x="27783" y="5652"/>
                </a:lnTo>
                <a:lnTo>
                  <a:pt x="27513" y="5774"/>
                </a:lnTo>
                <a:lnTo>
                  <a:pt x="27272" y="5896"/>
                </a:lnTo>
                <a:lnTo>
                  <a:pt x="27062" y="6019"/>
                </a:lnTo>
                <a:lnTo>
                  <a:pt x="26882" y="6146"/>
                </a:lnTo>
                <a:lnTo>
                  <a:pt x="26702" y="6279"/>
                </a:lnTo>
                <a:lnTo>
                  <a:pt x="26582" y="6407"/>
                </a:lnTo>
                <a:lnTo>
                  <a:pt x="26462" y="6539"/>
                </a:lnTo>
                <a:lnTo>
                  <a:pt x="26371" y="6672"/>
                </a:lnTo>
                <a:lnTo>
                  <a:pt x="26311" y="6810"/>
                </a:lnTo>
                <a:lnTo>
                  <a:pt x="26281" y="6942"/>
                </a:lnTo>
                <a:lnTo>
                  <a:pt x="26281" y="7085"/>
                </a:lnTo>
                <a:lnTo>
                  <a:pt x="26281" y="7223"/>
                </a:lnTo>
                <a:lnTo>
                  <a:pt x="26341" y="7365"/>
                </a:lnTo>
                <a:lnTo>
                  <a:pt x="26401" y="7508"/>
                </a:lnTo>
                <a:lnTo>
                  <a:pt x="26492" y="7651"/>
                </a:lnTo>
                <a:lnTo>
                  <a:pt x="26642" y="7799"/>
                </a:lnTo>
                <a:lnTo>
                  <a:pt x="26792" y="7947"/>
                </a:lnTo>
                <a:lnTo>
                  <a:pt x="26972" y="8095"/>
                </a:lnTo>
                <a:lnTo>
                  <a:pt x="26972" y="8095"/>
                </a:lnTo>
                <a:lnTo>
                  <a:pt x="25921" y="8115"/>
                </a:lnTo>
                <a:lnTo>
                  <a:pt x="24900" y="8125"/>
                </a:lnTo>
                <a:lnTo>
                  <a:pt x="23939" y="8136"/>
                </a:lnTo>
                <a:lnTo>
                  <a:pt x="22978" y="8136"/>
                </a:lnTo>
                <a:lnTo>
                  <a:pt x="22978" y="8136"/>
                </a:lnTo>
                <a:lnTo>
                  <a:pt x="22197" y="8136"/>
                </a:lnTo>
                <a:lnTo>
                  <a:pt x="21476" y="8131"/>
                </a:lnTo>
                <a:lnTo>
                  <a:pt x="20755" y="8125"/>
                </a:lnTo>
                <a:lnTo>
                  <a:pt x="20094" y="8110"/>
                </a:lnTo>
                <a:lnTo>
                  <a:pt x="20094" y="8110"/>
                </a:lnTo>
                <a:lnTo>
                  <a:pt x="18472" y="8080"/>
                </a:lnTo>
                <a:lnTo>
                  <a:pt x="17661" y="8059"/>
                </a:lnTo>
                <a:lnTo>
                  <a:pt x="16820" y="8034"/>
                </a:lnTo>
                <a:lnTo>
                  <a:pt x="15979" y="8008"/>
                </a:lnTo>
                <a:lnTo>
                  <a:pt x="15138" y="7972"/>
                </a:lnTo>
                <a:lnTo>
                  <a:pt x="14298" y="7937"/>
                </a:lnTo>
                <a:lnTo>
                  <a:pt x="13457" y="7896"/>
                </a:lnTo>
                <a:lnTo>
                  <a:pt x="12646" y="7850"/>
                </a:lnTo>
                <a:lnTo>
                  <a:pt x="11805" y="7799"/>
                </a:lnTo>
                <a:lnTo>
                  <a:pt x="10994" y="7743"/>
                </a:lnTo>
                <a:lnTo>
                  <a:pt x="10183" y="7677"/>
                </a:lnTo>
                <a:lnTo>
                  <a:pt x="9372" y="7605"/>
                </a:lnTo>
                <a:lnTo>
                  <a:pt x="8621" y="7524"/>
                </a:lnTo>
                <a:lnTo>
                  <a:pt x="7840" y="7437"/>
                </a:lnTo>
                <a:lnTo>
                  <a:pt x="7119" y="7340"/>
                </a:lnTo>
                <a:lnTo>
                  <a:pt x="6398" y="7233"/>
                </a:lnTo>
                <a:lnTo>
                  <a:pt x="5708" y="7121"/>
                </a:lnTo>
                <a:lnTo>
                  <a:pt x="5047" y="6998"/>
                </a:lnTo>
                <a:lnTo>
                  <a:pt x="4416" y="6861"/>
                </a:lnTo>
                <a:lnTo>
                  <a:pt x="3815" y="6718"/>
                </a:lnTo>
                <a:lnTo>
                  <a:pt x="3245" y="6560"/>
                </a:lnTo>
                <a:lnTo>
                  <a:pt x="2704" y="6391"/>
                </a:lnTo>
                <a:lnTo>
                  <a:pt x="2224" y="6213"/>
                </a:lnTo>
                <a:lnTo>
                  <a:pt x="1773" y="6019"/>
                </a:lnTo>
                <a:lnTo>
                  <a:pt x="1353" y="5815"/>
                </a:lnTo>
                <a:lnTo>
                  <a:pt x="1022" y="5601"/>
                </a:lnTo>
                <a:lnTo>
                  <a:pt x="692" y="5366"/>
                </a:lnTo>
                <a:lnTo>
                  <a:pt x="452" y="5121"/>
                </a:lnTo>
                <a:lnTo>
                  <a:pt x="241" y="4861"/>
                </a:lnTo>
                <a:lnTo>
                  <a:pt x="91" y="4586"/>
                </a:lnTo>
                <a:lnTo>
                  <a:pt x="1" y="4295"/>
                </a:lnTo>
                <a:lnTo>
                  <a:pt x="1" y="4295"/>
                </a:lnTo>
                <a:lnTo>
                  <a:pt x="1" y="4147"/>
                </a:lnTo>
                <a:lnTo>
                  <a:pt x="1" y="3999"/>
                </a:lnTo>
                <a:lnTo>
                  <a:pt x="31" y="3861"/>
                </a:lnTo>
                <a:lnTo>
                  <a:pt x="61" y="3719"/>
                </a:lnTo>
                <a:lnTo>
                  <a:pt x="121" y="3586"/>
                </a:lnTo>
                <a:lnTo>
                  <a:pt x="211" y="3453"/>
                </a:lnTo>
                <a:lnTo>
                  <a:pt x="331" y="3321"/>
                </a:lnTo>
                <a:lnTo>
                  <a:pt x="452" y="3193"/>
                </a:lnTo>
                <a:lnTo>
                  <a:pt x="602" y="3071"/>
                </a:lnTo>
                <a:lnTo>
                  <a:pt x="782" y="2948"/>
                </a:lnTo>
                <a:lnTo>
                  <a:pt x="962" y="2831"/>
                </a:lnTo>
                <a:lnTo>
                  <a:pt x="1142" y="2714"/>
                </a:lnTo>
                <a:lnTo>
                  <a:pt x="1353" y="2601"/>
                </a:lnTo>
                <a:lnTo>
                  <a:pt x="1593" y="2494"/>
                </a:lnTo>
                <a:lnTo>
                  <a:pt x="1833" y="2382"/>
                </a:lnTo>
                <a:lnTo>
                  <a:pt x="2103" y="2280"/>
                </a:lnTo>
                <a:lnTo>
                  <a:pt x="2374" y="2178"/>
                </a:lnTo>
                <a:lnTo>
                  <a:pt x="2674" y="2081"/>
                </a:lnTo>
                <a:lnTo>
                  <a:pt x="2974" y="1984"/>
                </a:lnTo>
                <a:lnTo>
                  <a:pt x="3275" y="1887"/>
                </a:lnTo>
                <a:lnTo>
                  <a:pt x="3605" y="1796"/>
                </a:lnTo>
                <a:lnTo>
                  <a:pt x="3966" y="1709"/>
                </a:lnTo>
                <a:lnTo>
                  <a:pt x="4686" y="1535"/>
                </a:lnTo>
                <a:lnTo>
                  <a:pt x="5437" y="1377"/>
                </a:lnTo>
                <a:lnTo>
                  <a:pt x="6218" y="1229"/>
                </a:lnTo>
                <a:lnTo>
                  <a:pt x="7059" y="1087"/>
                </a:lnTo>
                <a:lnTo>
                  <a:pt x="7930" y="959"/>
                </a:lnTo>
                <a:lnTo>
                  <a:pt x="8801" y="837"/>
                </a:lnTo>
                <a:lnTo>
                  <a:pt x="9702" y="724"/>
                </a:lnTo>
                <a:lnTo>
                  <a:pt x="10633" y="617"/>
                </a:lnTo>
                <a:lnTo>
                  <a:pt x="11564" y="525"/>
                </a:lnTo>
                <a:lnTo>
                  <a:pt x="12495" y="439"/>
                </a:lnTo>
                <a:lnTo>
                  <a:pt x="13457" y="362"/>
                </a:lnTo>
                <a:lnTo>
                  <a:pt x="14418" y="291"/>
                </a:lnTo>
                <a:lnTo>
                  <a:pt x="15349" y="230"/>
                </a:lnTo>
                <a:lnTo>
                  <a:pt x="16280" y="174"/>
                </a:lnTo>
                <a:lnTo>
                  <a:pt x="17211" y="128"/>
                </a:lnTo>
                <a:lnTo>
                  <a:pt x="18142" y="92"/>
                </a:lnTo>
                <a:lnTo>
                  <a:pt x="19013" y="56"/>
                </a:lnTo>
                <a:lnTo>
                  <a:pt x="19884" y="31"/>
                </a:lnTo>
                <a:lnTo>
                  <a:pt x="20725" y="15"/>
                </a:lnTo>
                <a:lnTo>
                  <a:pt x="21536" y="5"/>
                </a:lnTo>
                <a:lnTo>
                  <a:pt x="22317" y="0"/>
                </a:lnTo>
                <a:lnTo>
                  <a:pt x="22317" y="0"/>
                </a:lnTo>
                <a:lnTo>
                  <a:pt x="2273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111"/>
          <p:cNvSpPr/>
          <p:nvPr/>
        </p:nvSpPr>
        <p:spPr>
          <a:xfrm flipH="1">
            <a:off x="5381252" y="3875865"/>
            <a:ext cx="3762685" cy="1270747"/>
          </a:xfrm>
          <a:custGeom>
            <a:avLst/>
            <a:gdLst/>
            <a:ahLst/>
            <a:cxnLst/>
            <a:rect l="l" t="t" r="r" b="b"/>
            <a:pathLst>
              <a:path w="89444" h="5123" fill="none" extrusionOk="0">
                <a:moveTo>
                  <a:pt x="66497" y="1"/>
                </a:moveTo>
                <a:lnTo>
                  <a:pt x="66497" y="1"/>
                </a:lnTo>
                <a:lnTo>
                  <a:pt x="66497" y="1"/>
                </a:lnTo>
                <a:lnTo>
                  <a:pt x="66497" y="1"/>
                </a:lnTo>
                <a:lnTo>
                  <a:pt x="67879" y="6"/>
                </a:lnTo>
                <a:lnTo>
                  <a:pt x="69261" y="27"/>
                </a:lnTo>
                <a:lnTo>
                  <a:pt x="70612" y="52"/>
                </a:lnTo>
                <a:lnTo>
                  <a:pt x="71273" y="72"/>
                </a:lnTo>
                <a:lnTo>
                  <a:pt x="71934" y="93"/>
                </a:lnTo>
                <a:lnTo>
                  <a:pt x="72594" y="118"/>
                </a:lnTo>
                <a:lnTo>
                  <a:pt x="73255" y="149"/>
                </a:lnTo>
                <a:lnTo>
                  <a:pt x="73886" y="180"/>
                </a:lnTo>
                <a:lnTo>
                  <a:pt x="74517" y="210"/>
                </a:lnTo>
                <a:lnTo>
                  <a:pt x="75147" y="246"/>
                </a:lnTo>
                <a:lnTo>
                  <a:pt x="75778" y="287"/>
                </a:lnTo>
                <a:lnTo>
                  <a:pt x="76379" y="333"/>
                </a:lnTo>
                <a:lnTo>
                  <a:pt x="76980" y="378"/>
                </a:lnTo>
                <a:lnTo>
                  <a:pt x="77550" y="424"/>
                </a:lnTo>
                <a:lnTo>
                  <a:pt x="78151" y="480"/>
                </a:lnTo>
                <a:lnTo>
                  <a:pt x="78692" y="537"/>
                </a:lnTo>
                <a:lnTo>
                  <a:pt x="79232" y="593"/>
                </a:lnTo>
                <a:lnTo>
                  <a:pt x="79773" y="654"/>
                </a:lnTo>
                <a:lnTo>
                  <a:pt x="80313" y="720"/>
                </a:lnTo>
                <a:lnTo>
                  <a:pt x="80794" y="786"/>
                </a:lnTo>
                <a:lnTo>
                  <a:pt x="81305" y="858"/>
                </a:lnTo>
                <a:lnTo>
                  <a:pt x="81755" y="934"/>
                </a:lnTo>
                <a:lnTo>
                  <a:pt x="82236" y="1011"/>
                </a:lnTo>
                <a:lnTo>
                  <a:pt x="82656" y="1093"/>
                </a:lnTo>
                <a:lnTo>
                  <a:pt x="83077" y="1179"/>
                </a:lnTo>
                <a:lnTo>
                  <a:pt x="83497" y="1266"/>
                </a:lnTo>
                <a:lnTo>
                  <a:pt x="83888" y="1358"/>
                </a:lnTo>
                <a:lnTo>
                  <a:pt x="84248" y="1455"/>
                </a:lnTo>
                <a:lnTo>
                  <a:pt x="84578" y="1552"/>
                </a:lnTo>
                <a:lnTo>
                  <a:pt x="84578" y="1552"/>
                </a:lnTo>
                <a:lnTo>
                  <a:pt x="84668" y="1572"/>
                </a:lnTo>
                <a:lnTo>
                  <a:pt x="84668" y="1572"/>
                </a:lnTo>
                <a:lnTo>
                  <a:pt x="84668" y="1572"/>
                </a:lnTo>
                <a:lnTo>
                  <a:pt x="85239" y="1761"/>
                </a:lnTo>
                <a:lnTo>
                  <a:pt x="85810" y="1944"/>
                </a:lnTo>
                <a:lnTo>
                  <a:pt x="86320" y="2133"/>
                </a:lnTo>
                <a:lnTo>
                  <a:pt x="86801" y="2317"/>
                </a:lnTo>
                <a:lnTo>
                  <a:pt x="87221" y="2495"/>
                </a:lnTo>
                <a:lnTo>
                  <a:pt x="87612" y="2679"/>
                </a:lnTo>
                <a:lnTo>
                  <a:pt x="87972" y="2857"/>
                </a:lnTo>
                <a:lnTo>
                  <a:pt x="88273" y="3036"/>
                </a:lnTo>
                <a:lnTo>
                  <a:pt x="88543" y="3209"/>
                </a:lnTo>
                <a:lnTo>
                  <a:pt x="88783" y="3383"/>
                </a:lnTo>
                <a:lnTo>
                  <a:pt x="88993" y="3556"/>
                </a:lnTo>
                <a:lnTo>
                  <a:pt x="89144" y="3724"/>
                </a:lnTo>
                <a:lnTo>
                  <a:pt x="89294" y="3893"/>
                </a:lnTo>
                <a:lnTo>
                  <a:pt x="89384" y="4061"/>
                </a:lnTo>
                <a:lnTo>
                  <a:pt x="89414" y="4224"/>
                </a:lnTo>
                <a:lnTo>
                  <a:pt x="89444" y="4388"/>
                </a:lnTo>
                <a:lnTo>
                  <a:pt x="89444" y="4388"/>
                </a:lnTo>
                <a:lnTo>
                  <a:pt x="89414" y="4576"/>
                </a:lnTo>
                <a:lnTo>
                  <a:pt x="89354" y="4765"/>
                </a:lnTo>
                <a:lnTo>
                  <a:pt x="89234" y="4944"/>
                </a:lnTo>
                <a:lnTo>
                  <a:pt x="89053" y="5122"/>
                </a:lnTo>
                <a:lnTo>
                  <a:pt x="1" y="5122"/>
                </a:lnTo>
                <a:lnTo>
                  <a:pt x="1" y="27"/>
                </a:lnTo>
                <a:lnTo>
                  <a:pt x="63524" y="27"/>
                </a:lnTo>
                <a:lnTo>
                  <a:pt x="63524" y="27"/>
                </a:lnTo>
                <a:lnTo>
                  <a:pt x="63704" y="27"/>
                </a:lnTo>
                <a:lnTo>
                  <a:pt x="63704" y="27"/>
                </a:lnTo>
                <a:lnTo>
                  <a:pt x="63734" y="27"/>
                </a:lnTo>
                <a:lnTo>
                  <a:pt x="63734" y="27"/>
                </a:lnTo>
                <a:lnTo>
                  <a:pt x="63764" y="21"/>
                </a:lnTo>
                <a:lnTo>
                  <a:pt x="63764" y="21"/>
                </a:lnTo>
                <a:lnTo>
                  <a:pt x="65146" y="6"/>
                </a:lnTo>
                <a:lnTo>
                  <a:pt x="6649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111"/>
          <p:cNvSpPr/>
          <p:nvPr/>
        </p:nvSpPr>
        <p:spPr>
          <a:xfrm flipH="1">
            <a:off x="5469616" y="1868776"/>
            <a:ext cx="844042" cy="1173017"/>
          </a:xfrm>
          <a:custGeom>
            <a:avLst/>
            <a:gdLst/>
            <a:ahLst/>
            <a:cxnLst/>
            <a:rect l="l" t="t" r="r" b="b"/>
            <a:pathLst>
              <a:path w="20064" h="4729" fill="none" extrusionOk="0">
                <a:moveTo>
                  <a:pt x="19763" y="1"/>
                </a:moveTo>
                <a:lnTo>
                  <a:pt x="19763" y="1"/>
                </a:lnTo>
                <a:lnTo>
                  <a:pt x="19853" y="164"/>
                </a:lnTo>
                <a:lnTo>
                  <a:pt x="19943" y="332"/>
                </a:lnTo>
                <a:lnTo>
                  <a:pt x="20003" y="511"/>
                </a:lnTo>
                <a:lnTo>
                  <a:pt x="20064" y="689"/>
                </a:lnTo>
                <a:lnTo>
                  <a:pt x="20064" y="689"/>
                </a:lnTo>
                <a:lnTo>
                  <a:pt x="20064" y="954"/>
                </a:lnTo>
                <a:lnTo>
                  <a:pt x="20003" y="1209"/>
                </a:lnTo>
                <a:lnTo>
                  <a:pt x="19883" y="1454"/>
                </a:lnTo>
                <a:lnTo>
                  <a:pt x="19703" y="1689"/>
                </a:lnTo>
                <a:lnTo>
                  <a:pt x="19463" y="1908"/>
                </a:lnTo>
                <a:lnTo>
                  <a:pt x="19162" y="2122"/>
                </a:lnTo>
                <a:lnTo>
                  <a:pt x="18832" y="2326"/>
                </a:lnTo>
                <a:lnTo>
                  <a:pt x="18442" y="2515"/>
                </a:lnTo>
                <a:lnTo>
                  <a:pt x="17991" y="2699"/>
                </a:lnTo>
                <a:lnTo>
                  <a:pt x="17511" y="2872"/>
                </a:lnTo>
                <a:lnTo>
                  <a:pt x="17000" y="3035"/>
                </a:lnTo>
                <a:lnTo>
                  <a:pt x="16429" y="3188"/>
                </a:lnTo>
                <a:lnTo>
                  <a:pt x="15829" y="3336"/>
                </a:lnTo>
                <a:lnTo>
                  <a:pt x="15198" y="3469"/>
                </a:lnTo>
                <a:lnTo>
                  <a:pt x="14537" y="3602"/>
                </a:lnTo>
                <a:lnTo>
                  <a:pt x="13846" y="3719"/>
                </a:lnTo>
                <a:lnTo>
                  <a:pt x="13095" y="3831"/>
                </a:lnTo>
                <a:lnTo>
                  <a:pt x="12375" y="3938"/>
                </a:lnTo>
                <a:lnTo>
                  <a:pt x="11594" y="4035"/>
                </a:lnTo>
                <a:lnTo>
                  <a:pt x="10813" y="4127"/>
                </a:lnTo>
                <a:lnTo>
                  <a:pt x="10002" y="4209"/>
                </a:lnTo>
                <a:lnTo>
                  <a:pt x="9161" y="4285"/>
                </a:lnTo>
                <a:lnTo>
                  <a:pt x="8350" y="4357"/>
                </a:lnTo>
                <a:lnTo>
                  <a:pt x="7509" y="4418"/>
                </a:lnTo>
                <a:lnTo>
                  <a:pt x="6638" y="4479"/>
                </a:lnTo>
                <a:lnTo>
                  <a:pt x="5797" y="4530"/>
                </a:lnTo>
                <a:lnTo>
                  <a:pt x="4926" y="4576"/>
                </a:lnTo>
                <a:lnTo>
                  <a:pt x="4085" y="4617"/>
                </a:lnTo>
                <a:lnTo>
                  <a:pt x="3214" y="4652"/>
                </a:lnTo>
                <a:lnTo>
                  <a:pt x="2373" y="4678"/>
                </a:lnTo>
                <a:lnTo>
                  <a:pt x="1502" y="4708"/>
                </a:lnTo>
                <a:lnTo>
                  <a:pt x="691" y="4729"/>
                </a:lnTo>
                <a:lnTo>
                  <a:pt x="691" y="4729"/>
                </a:lnTo>
                <a:lnTo>
                  <a:pt x="511" y="4581"/>
                </a:lnTo>
                <a:lnTo>
                  <a:pt x="361" y="4433"/>
                </a:lnTo>
                <a:lnTo>
                  <a:pt x="211" y="4285"/>
                </a:lnTo>
                <a:lnTo>
                  <a:pt x="120" y="4142"/>
                </a:lnTo>
                <a:lnTo>
                  <a:pt x="60" y="3999"/>
                </a:lnTo>
                <a:lnTo>
                  <a:pt x="0" y="3857"/>
                </a:lnTo>
                <a:lnTo>
                  <a:pt x="0" y="3719"/>
                </a:lnTo>
                <a:lnTo>
                  <a:pt x="0" y="3576"/>
                </a:lnTo>
                <a:lnTo>
                  <a:pt x="30" y="3444"/>
                </a:lnTo>
                <a:lnTo>
                  <a:pt x="90" y="3306"/>
                </a:lnTo>
                <a:lnTo>
                  <a:pt x="181" y="3173"/>
                </a:lnTo>
                <a:lnTo>
                  <a:pt x="301" y="3041"/>
                </a:lnTo>
                <a:lnTo>
                  <a:pt x="421" y="2913"/>
                </a:lnTo>
                <a:lnTo>
                  <a:pt x="601" y="2780"/>
                </a:lnTo>
                <a:lnTo>
                  <a:pt x="781" y="2653"/>
                </a:lnTo>
                <a:lnTo>
                  <a:pt x="991" y="2530"/>
                </a:lnTo>
                <a:lnTo>
                  <a:pt x="1232" y="2408"/>
                </a:lnTo>
                <a:lnTo>
                  <a:pt x="1502" y="2286"/>
                </a:lnTo>
                <a:lnTo>
                  <a:pt x="1772" y="2168"/>
                </a:lnTo>
                <a:lnTo>
                  <a:pt x="2073" y="2051"/>
                </a:lnTo>
                <a:lnTo>
                  <a:pt x="2403" y="1934"/>
                </a:lnTo>
                <a:lnTo>
                  <a:pt x="2764" y="1821"/>
                </a:lnTo>
                <a:lnTo>
                  <a:pt x="3124" y="1709"/>
                </a:lnTo>
                <a:lnTo>
                  <a:pt x="3514" y="1602"/>
                </a:lnTo>
                <a:lnTo>
                  <a:pt x="3935" y="1495"/>
                </a:lnTo>
                <a:lnTo>
                  <a:pt x="4385" y="1388"/>
                </a:lnTo>
                <a:lnTo>
                  <a:pt x="4866" y="1286"/>
                </a:lnTo>
                <a:lnTo>
                  <a:pt x="5347" y="1189"/>
                </a:lnTo>
                <a:lnTo>
                  <a:pt x="5857" y="1087"/>
                </a:lnTo>
                <a:lnTo>
                  <a:pt x="6368" y="995"/>
                </a:lnTo>
                <a:lnTo>
                  <a:pt x="6908" y="898"/>
                </a:lnTo>
                <a:lnTo>
                  <a:pt x="7479" y="806"/>
                </a:lnTo>
                <a:lnTo>
                  <a:pt x="7479" y="806"/>
                </a:lnTo>
                <a:lnTo>
                  <a:pt x="7990" y="740"/>
                </a:lnTo>
                <a:lnTo>
                  <a:pt x="8500" y="669"/>
                </a:lnTo>
                <a:lnTo>
                  <a:pt x="9101" y="608"/>
                </a:lnTo>
                <a:lnTo>
                  <a:pt x="9702" y="541"/>
                </a:lnTo>
                <a:lnTo>
                  <a:pt x="10362" y="480"/>
                </a:lnTo>
                <a:lnTo>
                  <a:pt x="11083" y="424"/>
                </a:lnTo>
                <a:lnTo>
                  <a:pt x="11804" y="368"/>
                </a:lnTo>
                <a:lnTo>
                  <a:pt x="12585" y="312"/>
                </a:lnTo>
                <a:lnTo>
                  <a:pt x="13396" y="266"/>
                </a:lnTo>
                <a:lnTo>
                  <a:pt x="14237" y="215"/>
                </a:lnTo>
                <a:lnTo>
                  <a:pt x="15108" y="174"/>
                </a:lnTo>
                <a:lnTo>
                  <a:pt x="15979" y="133"/>
                </a:lnTo>
                <a:lnTo>
                  <a:pt x="16910" y="92"/>
                </a:lnTo>
                <a:lnTo>
                  <a:pt x="17841" y="57"/>
                </a:lnTo>
                <a:lnTo>
                  <a:pt x="18802" y="26"/>
                </a:lnTo>
                <a:lnTo>
                  <a:pt x="1976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111"/>
          <p:cNvSpPr txBox="1">
            <a:spLocks noGrp="1"/>
          </p:cNvSpPr>
          <p:nvPr>
            <p:ph type="title"/>
          </p:nvPr>
        </p:nvSpPr>
        <p:spPr>
          <a:xfrm>
            <a:off x="457200" y="1189675"/>
            <a:ext cx="80418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2622" name="Google Shape;2622;p111"/>
          <p:cNvSpPr txBox="1">
            <a:spLocks noGrp="1"/>
          </p:cNvSpPr>
          <p:nvPr>
            <p:ph type="title" idx="2"/>
          </p:nvPr>
        </p:nvSpPr>
        <p:spPr>
          <a:xfrm>
            <a:off x="457200" y="838200"/>
            <a:ext cx="8229600" cy="263100"/>
          </a:xfrm>
          <a:prstGeom prst="rect">
            <a:avLst/>
          </a:prstGeom>
        </p:spPr>
        <p:txBody>
          <a:bodyPr spcFirstLastPara="1" wrap="square" lIns="0" tIns="0" rIns="0" bIns="0" anchor="b" anchorCtr="0">
            <a:noAutofit/>
          </a:bodyPr>
          <a:lstStyle>
            <a:lvl1pPr lvl="0" rtl="0">
              <a:spcBef>
                <a:spcPts val="0"/>
              </a:spcBef>
              <a:spcAft>
                <a:spcPts val="0"/>
              </a:spcAft>
              <a:buClr>
                <a:srgbClr val="14BEF0"/>
              </a:buClr>
              <a:buSzPts val="1400"/>
              <a:buNone/>
              <a:defRPr sz="1400">
                <a:solidFill>
                  <a:srgbClr val="14BEF0"/>
                </a:solidFill>
              </a:defRPr>
            </a:lvl1pPr>
            <a:lvl2pPr lvl="1" rtl="0">
              <a:spcBef>
                <a:spcPts val="0"/>
              </a:spcBef>
              <a:spcAft>
                <a:spcPts val="0"/>
              </a:spcAft>
              <a:buSzPts val="1200"/>
              <a:buNone/>
              <a:defRPr sz="1200">
                <a:latin typeface="Lato"/>
                <a:ea typeface="Lato"/>
                <a:cs typeface="Lato"/>
                <a:sym typeface="Lato"/>
              </a:defRPr>
            </a:lvl2pPr>
            <a:lvl3pPr lvl="2" rtl="0">
              <a:spcBef>
                <a:spcPts val="0"/>
              </a:spcBef>
              <a:spcAft>
                <a:spcPts val="0"/>
              </a:spcAft>
              <a:buSzPts val="1200"/>
              <a:buNone/>
              <a:defRPr sz="1200">
                <a:latin typeface="Lato"/>
                <a:ea typeface="Lato"/>
                <a:cs typeface="Lato"/>
                <a:sym typeface="Lato"/>
              </a:defRPr>
            </a:lvl3pPr>
            <a:lvl4pPr lvl="3" rtl="0">
              <a:spcBef>
                <a:spcPts val="0"/>
              </a:spcBef>
              <a:spcAft>
                <a:spcPts val="0"/>
              </a:spcAft>
              <a:buSzPts val="1200"/>
              <a:buNone/>
              <a:defRPr sz="1200">
                <a:latin typeface="Lato"/>
                <a:ea typeface="Lato"/>
                <a:cs typeface="Lato"/>
                <a:sym typeface="Lato"/>
              </a:defRPr>
            </a:lvl4pPr>
            <a:lvl5pPr lvl="4" rtl="0">
              <a:spcBef>
                <a:spcPts val="0"/>
              </a:spcBef>
              <a:spcAft>
                <a:spcPts val="0"/>
              </a:spcAft>
              <a:buSzPts val="1200"/>
              <a:buNone/>
              <a:defRPr sz="1200">
                <a:latin typeface="Lato"/>
                <a:ea typeface="Lato"/>
                <a:cs typeface="Lato"/>
                <a:sym typeface="Lato"/>
              </a:defRPr>
            </a:lvl5pPr>
            <a:lvl6pPr lvl="5" rtl="0">
              <a:spcBef>
                <a:spcPts val="0"/>
              </a:spcBef>
              <a:spcAft>
                <a:spcPts val="0"/>
              </a:spcAft>
              <a:buSzPts val="1200"/>
              <a:buNone/>
              <a:defRPr sz="1200">
                <a:latin typeface="Lato"/>
                <a:ea typeface="Lato"/>
                <a:cs typeface="Lato"/>
                <a:sym typeface="Lato"/>
              </a:defRPr>
            </a:lvl6pPr>
            <a:lvl7pPr lvl="6" rtl="0">
              <a:spcBef>
                <a:spcPts val="0"/>
              </a:spcBef>
              <a:spcAft>
                <a:spcPts val="0"/>
              </a:spcAft>
              <a:buSzPts val="1200"/>
              <a:buNone/>
              <a:defRPr sz="1200">
                <a:latin typeface="Lato"/>
                <a:ea typeface="Lato"/>
                <a:cs typeface="Lato"/>
                <a:sym typeface="Lato"/>
              </a:defRPr>
            </a:lvl7pPr>
            <a:lvl8pPr lvl="7" rtl="0">
              <a:spcBef>
                <a:spcPts val="0"/>
              </a:spcBef>
              <a:spcAft>
                <a:spcPts val="0"/>
              </a:spcAft>
              <a:buSzPts val="1200"/>
              <a:buNone/>
              <a:defRPr sz="1200">
                <a:latin typeface="Lato"/>
                <a:ea typeface="Lato"/>
                <a:cs typeface="Lato"/>
                <a:sym typeface="Lato"/>
              </a:defRPr>
            </a:lvl8pPr>
            <a:lvl9pPr lvl="8" rtl="0">
              <a:spcBef>
                <a:spcPts val="0"/>
              </a:spcBef>
              <a:spcAft>
                <a:spcPts val="0"/>
              </a:spcAft>
              <a:buSzPts val="1200"/>
              <a:buNone/>
              <a:defRPr sz="1200">
                <a:latin typeface="Lato"/>
                <a:ea typeface="Lato"/>
                <a:cs typeface="Lato"/>
                <a:sym typeface="Lato"/>
              </a:defRPr>
            </a:lvl9pPr>
          </a:lstStyle>
          <a:p>
            <a:endParaRPr/>
          </a:p>
        </p:txBody>
      </p:sp>
      <p:sp>
        <p:nvSpPr>
          <p:cNvPr id="2623" name="Google Shape;2623;p111"/>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111"/>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111"/>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2626" name="Google Shape;2626;p111"/>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Blue - Power Quote 1">
  <p:cSld name="CUSTOM_4_3">
    <p:spTree>
      <p:nvGrpSpPr>
        <p:cNvPr id="1" name="Shape 2627"/>
        <p:cNvGrpSpPr/>
        <p:nvPr/>
      </p:nvGrpSpPr>
      <p:grpSpPr>
        <a:xfrm>
          <a:off x="0" y="0"/>
          <a:ext cx="0" cy="0"/>
          <a:chOff x="0" y="0"/>
          <a:chExt cx="0" cy="0"/>
        </a:xfrm>
      </p:grpSpPr>
      <p:sp>
        <p:nvSpPr>
          <p:cNvPr id="2628" name="Google Shape;2628;p112"/>
          <p:cNvSpPr/>
          <p:nvPr/>
        </p:nvSpPr>
        <p:spPr>
          <a:xfrm flipH="1">
            <a:off x="457296" y="906778"/>
            <a:ext cx="8229504" cy="2018281"/>
          </a:xfrm>
          <a:custGeom>
            <a:avLst/>
            <a:gdLst/>
            <a:ahLst/>
            <a:cxnLst/>
            <a:rect l="l" t="t" r="r" b="b"/>
            <a:pathLst>
              <a:path w="145218" h="6040" extrusionOk="0">
                <a:moveTo>
                  <a:pt x="16009" y="1"/>
                </a:moveTo>
                <a:lnTo>
                  <a:pt x="14988" y="16"/>
                </a:lnTo>
                <a:lnTo>
                  <a:pt x="13966" y="36"/>
                </a:lnTo>
                <a:lnTo>
                  <a:pt x="12975" y="62"/>
                </a:lnTo>
                <a:lnTo>
                  <a:pt x="12014" y="103"/>
                </a:lnTo>
                <a:lnTo>
                  <a:pt x="11053" y="148"/>
                </a:lnTo>
                <a:lnTo>
                  <a:pt x="10122" y="205"/>
                </a:lnTo>
                <a:lnTo>
                  <a:pt x="9221" y="266"/>
                </a:lnTo>
                <a:lnTo>
                  <a:pt x="8380" y="342"/>
                </a:lnTo>
                <a:lnTo>
                  <a:pt x="7539" y="424"/>
                </a:lnTo>
                <a:lnTo>
                  <a:pt x="7149" y="470"/>
                </a:lnTo>
                <a:lnTo>
                  <a:pt x="6758" y="516"/>
                </a:lnTo>
                <a:lnTo>
                  <a:pt x="6398" y="567"/>
                </a:lnTo>
                <a:lnTo>
                  <a:pt x="6037" y="623"/>
                </a:lnTo>
                <a:lnTo>
                  <a:pt x="5677" y="674"/>
                </a:lnTo>
                <a:lnTo>
                  <a:pt x="5347" y="735"/>
                </a:lnTo>
                <a:lnTo>
                  <a:pt x="5016" y="796"/>
                </a:lnTo>
                <a:lnTo>
                  <a:pt x="4686" y="857"/>
                </a:lnTo>
                <a:lnTo>
                  <a:pt x="4415" y="924"/>
                </a:lnTo>
                <a:lnTo>
                  <a:pt x="4115" y="990"/>
                </a:lnTo>
                <a:lnTo>
                  <a:pt x="3845" y="1061"/>
                </a:lnTo>
                <a:lnTo>
                  <a:pt x="3604" y="1138"/>
                </a:lnTo>
                <a:lnTo>
                  <a:pt x="3094" y="1301"/>
                </a:lnTo>
                <a:lnTo>
                  <a:pt x="2613" y="1464"/>
                </a:lnTo>
                <a:lnTo>
                  <a:pt x="2163" y="1623"/>
                </a:lnTo>
                <a:lnTo>
                  <a:pt x="1772" y="1781"/>
                </a:lnTo>
                <a:lnTo>
                  <a:pt x="1442" y="1939"/>
                </a:lnTo>
                <a:lnTo>
                  <a:pt x="1112" y="2097"/>
                </a:lnTo>
                <a:lnTo>
                  <a:pt x="841" y="2250"/>
                </a:lnTo>
                <a:lnTo>
                  <a:pt x="601" y="2403"/>
                </a:lnTo>
                <a:lnTo>
                  <a:pt x="421" y="2551"/>
                </a:lnTo>
                <a:lnTo>
                  <a:pt x="271" y="2699"/>
                </a:lnTo>
                <a:lnTo>
                  <a:pt x="151" y="2847"/>
                </a:lnTo>
                <a:lnTo>
                  <a:pt x="60" y="2989"/>
                </a:lnTo>
                <a:lnTo>
                  <a:pt x="30" y="3132"/>
                </a:lnTo>
                <a:lnTo>
                  <a:pt x="0" y="3275"/>
                </a:lnTo>
                <a:lnTo>
                  <a:pt x="30" y="3413"/>
                </a:lnTo>
                <a:lnTo>
                  <a:pt x="90" y="3551"/>
                </a:lnTo>
                <a:lnTo>
                  <a:pt x="211" y="3683"/>
                </a:lnTo>
                <a:lnTo>
                  <a:pt x="331" y="3816"/>
                </a:lnTo>
                <a:lnTo>
                  <a:pt x="511" y="3943"/>
                </a:lnTo>
                <a:lnTo>
                  <a:pt x="721" y="4071"/>
                </a:lnTo>
                <a:lnTo>
                  <a:pt x="961" y="4193"/>
                </a:lnTo>
                <a:lnTo>
                  <a:pt x="1202" y="4316"/>
                </a:lnTo>
                <a:lnTo>
                  <a:pt x="1532" y="4433"/>
                </a:lnTo>
                <a:lnTo>
                  <a:pt x="1862" y="4550"/>
                </a:lnTo>
                <a:lnTo>
                  <a:pt x="2223" y="4663"/>
                </a:lnTo>
                <a:lnTo>
                  <a:pt x="2613" y="4775"/>
                </a:lnTo>
                <a:lnTo>
                  <a:pt x="3034" y="4882"/>
                </a:lnTo>
                <a:lnTo>
                  <a:pt x="3514" y="4984"/>
                </a:lnTo>
                <a:lnTo>
                  <a:pt x="3995" y="5086"/>
                </a:lnTo>
                <a:lnTo>
                  <a:pt x="4506" y="5188"/>
                </a:lnTo>
                <a:lnTo>
                  <a:pt x="5046" y="5285"/>
                </a:lnTo>
                <a:lnTo>
                  <a:pt x="5617" y="5377"/>
                </a:lnTo>
                <a:lnTo>
                  <a:pt x="5947" y="5423"/>
                </a:lnTo>
                <a:lnTo>
                  <a:pt x="6308" y="5468"/>
                </a:lnTo>
                <a:lnTo>
                  <a:pt x="6668" y="5514"/>
                </a:lnTo>
                <a:lnTo>
                  <a:pt x="7089" y="5560"/>
                </a:lnTo>
                <a:lnTo>
                  <a:pt x="7509" y="5601"/>
                </a:lnTo>
                <a:lnTo>
                  <a:pt x="7960" y="5647"/>
                </a:lnTo>
                <a:lnTo>
                  <a:pt x="8921" y="5723"/>
                </a:lnTo>
                <a:lnTo>
                  <a:pt x="9972" y="5800"/>
                </a:lnTo>
                <a:lnTo>
                  <a:pt x="11113" y="5866"/>
                </a:lnTo>
                <a:lnTo>
                  <a:pt x="12285" y="5922"/>
                </a:lnTo>
                <a:lnTo>
                  <a:pt x="13546" y="5968"/>
                </a:lnTo>
                <a:lnTo>
                  <a:pt x="13726" y="5912"/>
                </a:lnTo>
                <a:lnTo>
                  <a:pt x="13966" y="5861"/>
                </a:lnTo>
                <a:lnTo>
                  <a:pt x="14207" y="5810"/>
                </a:lnTo>
                <a:lnTo>
                  <a:pt x="14477" y="5759"/>
                </a:lnTo>
                <a:lnTo>
                  <a:pt x="14777" y="5713"/>
                </a:lnTo>
                <a:lnTo>
                  <a:pt x="15108" y="5672"/>
                </a:lnTo>
                <a:lnTo>
                  <a:pt x="15438" y="5632"/>
                </a:lnTo>
                <a:lnTo>
                  <a:pt x="15799" y="5591"/>
                </a:lnTo>
                <a:lnTo>
                  <a:pt x="16219" y="5560"/>
                </a:lnTo>
                <a:lnTo>
                  <a:pt x="16640" y="5530"/>
                </a:lnTo>
                <a:lnTo>
                  <a:pt x="17090" y="5504"/>
                </a:lnTo>
                <a:lnTo>
                  <a:pt x="17571" y="5479"/>
                </a:lnTo>
                <a:lnTo>
                  <a:pt x="18081" y="5463"/>
                </a:lnTo>
                <a:lnTo>
                  <a:pt x="18622" y="5448"/>
                </a:lnTo>
                <a:lnTo>
                  <a:pt x="19223" y="5443"/>
                </a:lnTo>
                <a:lnTo>
                  <a:pt x="19823" y="5438"/>
                </a:lnTo>
                <a:lnTo>
                  <a:pt x="20094" y="5438"/>
                </a:lnTo>
                <a:lnTo>
                  <a:pt x="20784" y="5443"/>
                </a:lnTo>
                <a:lnTo>
                  <a:pt x="21445" y="5453"/>
                </a:lnTo>
                <a:lnTo>
                  <a:pt x="22046" y="5474"/>
                </a:lnTo>
                <a:lnTo>
                  <a:pt x="22616" y="5494"/>
                </a:lnTo>
                <a:lnTo>
                  <a:pt x="23157" y="5519"/>
                </a:lnTo>
                <a:lnTo>
                  <a:pt x="23638" y="5550"/>
                </a:lnTo>
                <a:lnTo>
                  <a:pt x="24088" y="5581"/>
                </a:lnTo>
                <a:lnTo>
                  <a:pt x="24509" y="5621"/>
                </a:lnTo>
                <a:lnTo>
                  <a:pt x="24899" y="5662"/>
                </a:lnTo>
                <a:lnTo>
                  <a:pt x="25259" y="5708"/>
                </a:lnTo>
                <a:lnTo>
                  <a:pt x="25590" y="5754"/>
                </a:lnTo>
                <a:lnTo>
                  <a:pt x="25890" y="5800"/>
                </a:lnTo>
                <a:lnTo>
                  <a:pt x="26161" y="5851"/>
                </a:lnTo>
                <a:lnTo>
                  <a:pt x="26401" y="5907"/>
                </a:lnTo>
                <a:lnTo>
                  <a:pt x="26611" y="5963"/>
                </a:lnTo>
                <a:lnTo>
                  <a:pt x="26821" y="6019"/>
                </a:lnTo>
                <a:lnTo>
                  <a:pt x="125906" y="6019"/>
                </a:lnTo>
                <a:lnTo>
                  <a:pt x="127017" y="6035"/>
                </a:lnTo>
                <a:lnTo>
                  <a:pt x="128128" y="6040"/>
                </a:lnTo>
                <a:lnTo>
                  <a:pt x="128969" y="6035"/>
                </a:lnTo>
                <a:lnTo>
                  <a:pt x="129840" y="6029"/>
                </a:lnTo>
                <a:lnTo>
                  <a:pt x="130681" y="6009"/>
                </a:lnTo>
                <a:lnTo>
                  <a:pt x="131492" y="5989"/>
                </a:lnTo>
                <a:lnTo>
                  <a:pt x="132303" y="5958"/>
                </a:lnTo>
                <a:lnTo>
                  <a:pt x="133114" y="5922"/>
                </a:lnTo>
                <a:lnTo>
                  <a:pt x="133895" y="5882"/>
                </a:lnTo>
                <a:lnTo>
                  <a:pt x="134646" y="5836"/>
                </a:lnTo>
                <a:lnTo>
                  <a:pt x="135397" y="5780"/>
                </a:lnTo>
                <a:lnTo>
                  <a:pt x="136087" y="5723"/>
                </a:lnTo>
                <a:lnTo>
                  <a:pt x="136778" y="5657"/>
                </a:lnTo>
                <a:lnTo>
                  <a:pt x="137409" y="5586"/>
                </a:lnTo>
                <a:lnTo>
                  <a:pt x="138040" y="5509"/>
                </a:lnTo>
                <a:lnTo>
                  <a:pt x="138610" y="5428"/>
                </a:lnTo>
                <a:lnTo>
                  <a:pt x="139151" y="5341"/>
                </a:lnTo>
                <a:lnTo>
                  <a:pt x="139662" y="5249"/>
                </a:lnTo>
                <a:lnTo>
                  <a:pt x="140202" y="5137"/>
                </a:lnTo>
                <a:lnTo>
                  <a:pt x="140713" y="5020"/>
                </a:lnTo>
                <a:lnTo>
                  <a:pt x="141223" y="4902"/>
                </a:lnTo>
                <a:lnTo>
                  <a:pt x="141674" y="4780"/>
                </a:lnTo>
                <a:lnTo>
                  <a:pt x="142124" y="4652"/>
                </a:lnTo>
                <a:lnTo>
                  <a:pt x="142545" y="4520"/>
                </a:lnTo>
                <a:lnTo>
                  <a:pt x="142935" y="4387"/>
                </a:lnTo>
                <a:lnTo>
                  <a:pt x="143296" y="4249"/>
                </a:lnTo>
                <a:lnTo>
                  <a:pt x="143656" y="4112"/>
                </a:lnTo>
                <a:lnTo>
                  <a:pt x="143957" y="3969"/>
                </a:lnTo>
                <a:lnTo>
                  <a:pt x="144227" y="3826"/>
                </a:lnTo>
                <a:lnTo>
                  <a:pt x="144467" y="3683"/>
                </a:lnTo>
                <a:lnTo>
                  <a:pt x="144677" y="3535"/>
                </a:lnTo>
                <a:lnTo>
                  <a:pt x="144858" y="3387"/>
                </a:lnTo>
                <a:lnTo>
                  <a:pt x="145008" y="3239"/>
                </a:lnTo>
                <a:lnTo>
                  <a:pt x="145128" y="3086"/>
                </a:lnTo>
                <a:lnTo>
                  <a:pt x="145188" y="2938"/>
                </a:lnTo>
                <a:lnTo>
                  <a:pt x="145218" y="2791"/>
                </a:lnTo>
                <a:lnTo>
                  <a:pt x="145218" y="2638"/>
                </a:lnTo>
                <a:lnTo>
                  <a:pt x="145158" y="2490"/>
                </a:lnTo>
                <a:lnTo>
                  <a:pt x="145068" y="2342"/>
                </a:lnTo>
                <a:lnTo>
                  <a:pt x="144918" y="2194"/>
                </a:lnTo>
                <a:lnTo>
                  <a:pt x="144768" y="2051"/>
                </a:lnTo>
                <a:lnTo>
                  <a:pt x="144527" y="1908"/>
                </a:lnTo>
                <a:lnTo>
                  <a:pt x="144257" y="1765"/>
                </a:lnTo>
                <a:lnTo>
                  <a:pt x="143957" y="1623"/>
                </a:lnTo>
                <a:lnTo>
                  <a:pt x="143596" y="1490"/>
                </a:lnTo>
                <a:lnTo>
                  <a:pt x="143176" y="1352"/>
                </a:lnTo>
                <a:lnTo>
                  <a:pt x="142695" y="1220"/>
                </a:lnTo>
                <a:lnTo>
                  <a:pt x="142185" y="1092"/>
                </a:lnTo>
                <a:lnTo>
                  <a:pt x="141614" y="970"/>
                </a:lnTo>
                <a:lnTo>
                  <a:pt x="141013" y="847"/>
                </a:lnTo>
                <a:lnTo>
                  <a:pt x="140653" y="791"/>
                </a:lnTo>
                <a:lnTo>
                  <a:pt x="140292" y="735"/>
                </a:lnTo>
                <a:lnTo>
                  <a:pt x="139932" y="679"/>
                </a:lnTo>
                <a:lnTo>
                  <a:pt x="139511" y="628"/>
                </a:lnTo>
                <a:lnTo>
                  <a:pt x="139061" y="577"/>
                </a:lnTo>
                <a:lnTo>
                  <a:pt x="138580" y="526"/>
                </a:lnTo>
                <a:lnTo>
                  <a:pt x="138100" y="475"/>
                </a:lnTo>
                <a:lnTo>
                  <a:pt x="137589" y="429"/>
                </a:lnTo>
                <a:lnTo>
                  <a:pt x="137049" y="383"/>
                </a:lnTo>
                <a:lnTo>
                  <a:pt x="136508" y="342"/>
                </a:lnTo>
                <a:lnTo>
                  <a:pt x="135937" y="301"/>
                </a:lnTo>
                <a:lnTo>
                  <a:pt x="135337" y="266"/>
                </a:lnTo>
                <a:lnTo>
                  <a:pt x="134105" y="194"/>
                </a:lnTo>
                <a:lnTo>
                  <a:pt x="132844" y="133"/>
                </a:lnTo>
                <a:lnTo>
                  <a:pt x="132633" y="189"/>
                </a:lnTo>
                <a:lnTo>
                  <a:pt x="132393" y="240"/>
                </a:lnTo>
                <a:lnTo>
                  <a:pt x="132153" y="296"/>
                </a:lnTo>
                <a:lnTo>
                  <a:pt x="131883" y="342"/>
                </a:lnTo>
                <a:lnTo>
                  <a:pt x="131582" y="393"/>
                </a:lnTo>
                <a:lnTo>
                  <a:pt x="131282" y="434"/>
                </a:lnTo>
                <a:lnTo>
                  <a:pt x="130922" y="475"/>
                </a:lnTo>
                <a:lnTo>
                  <a:pt x="130561" y="516"/>
                </a:lnTo>
                <a:lnTo>
                  <a:pt x="130141" y="551"/>
                </a:lnTo>
                <a:lnTo>
                  <a:pt x="129720" y="582"/>
                </a:lnTo>
                <a:lnTo>
                  <a:pt x="129270" y="607"/>
                </a:lnTo>
                <a:lnTo>
                  <a:pt x="128789" y="633"/>
                </a:lnTo>
                <a:lnTo>
                  <a:pt x="128248" y="648"/>
                </a:lnTo>
                <a:lnTo>
                  <a:pt x="127708" y="664"/>
                </a:lnTo>
                <a:lnTo>
                  <a:pt x="127137" y="669"/>
                </a:lnTo>
                <a:lnTo>
                  <a:pt x="126506" y="674"/>
                </a:lnTo>
                <a:lnTo>
                  <a:pt x="126236" y="674"/>
                </a:lnTo>
                <a:lnTo>
                  <a:pt x="125485" y="669"/>
                </a:lnTo>
                <a:lnTo>
                  <a:pt x="124764" y="653"/>
                </a:lnTo>
                <a:lnTo>
                  <a:pt x="124134" y="638"/>
                </a:lnTo>
                <a:lnTo>
                  <a:pt x="123533" y="613"/>
                </a:lnTo>
                <a:lnTo>
                  <a:pt x="122962" y="582"/>
                </a:lnTo>
                <a:lnTo>
                  <a:pt x="122452" y="546"/>
                </a:lnTo>
                <a:lnTo>
                  <a:pt x="121971" y="511"/>
                </a:lnTo>
                <a:lnTo>
                  <a:pt x="121551" y="465"/>
                </a:lnTo>
                <a:lnTo>
                  <a:pt x="121160" y="419"/>
                </a:lnTo>
                <a:lnTo>
                  <a:pt x="120800" y="368"/>
                </a:lnTo>
                <a:lnTo>
                  <a:pt x="120469" y="317"/>
                </a:lnTo>
                <a:lnTo>
                  <a:pt x="120169" y="261"/>
                </a:lnTo>
                <a:lnTo>
                  <a:pt x="119899" y="199"/>
                </a:lnTo>
                <a:lnTo>
                  <a:pt x="119689" y="143"/>
                </a:lnTo>
                <a:lnTo>
                  <a:pt x="119478" y="82"/>
                </a:lnTo>
                <a:lnTo>
                  <a:pt x="119298" y="21"/>
                </a:lnTo>
                <a:lnTo>
                  <a:pt x="19433" y="21"/>
                </a:lnTo>
                <a:lnTo>
                  <a:pt x="18231" y="6"/>
                </a:lnTo>
                <a:lnTo>
                  <a:pt x="17030" y="1"/>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112"/>
          <p:cNvSpPr/>
          <p:nvPr/>
        </p:nvSpPr>
        <p:spPr>
          <a:xfrm flipH="1">
            <a:off x="457296" y="906778"/>
            <a:ext cx="8229504" cy="2018281"/>
          </a:xfrm>
          <a:custGeom>
            <a:avLst/>
            <a:gdLst/>
            <a:ahLst/>
            <a:cxnLst/>
            <a:rect l="l" t="t" r="r" b="b"/>
            <a:pathLst>
              <a:path w="145218" h="6040" fill="none" extrusionOk="0">
                <a:moveTo>
                  <a:pt x="17030" y="1"/>
                </a:moveTo>
                <a:lnTo>
                  <a:pt x="17030" y="1"/>
                </a:lnTo>
                <a:lnTo>
                  <a:pt x="18231" y="6"/>
                </a:lnTo>
                <a:lnTo>
                  <a:pt x="19433" y="21"/>
                </a:lnTo>
                <a:lnTo>
                  <a:pt x="119298" y="21"/>
                </a:lnTo>
                <a:lnTo>
                  <a:pt x="119298" y="21"/>
                </a:lnTo>
                <a:lnTo>
                  <a:pt x="119478" y="82"/>
                </a:lnTo>
                <a:lnTo>
                  <a:pt x="119689" y="143"/>
                </a:lnTo>
                <a:lnTo>
                  <a:pt x="119899" y="199"/>
                </a:lnTo>
                <a:lnTo>
                  <a:pt x="120169" y="261"/>
                </a:lnTo>
                <a:lnTo>
                  <a:pt x="120469" y="317"/>
                </a:lnTo>
                <a:lnTo>
                  <a:pt x="120800" y="368"/>
                </a:lnTo>
                <a:lnTo>
                  <a:pt x="121160" y="419"/>
                </a:lnTo>
                <a:lnTo>
                  <a:pt x="121551" y="465"/>
                </a:lnTo>
                <a:lnTo>
                  <a:pt x="121971" y="511"/>
                </a:lnTo>
                <a:lnTo>
                  <a:pt x="122452" y="546"/>
                </a:lnTo>
                <a:lnTo>
                  <a:pt x="122962" y="582"/>
                </a:lnTo>
                <a:lnTo>
                  <a:pt x="123533" y="613"/>
                </a:lnTo>
                <a:lnTo>
                  <a:pt x="124134" y="638"/>
                </a:lnTo>
                <a:lnTo>
                  <a:pt x="124764" y="653"/>
                </a:lnTo>
                <a:lnTo>
                  <a:pt x="125485" y="669"/>
                </a:lnTo>
                <a:lnTo>
                  <a:pt x="126236" y="674"/>
                </a:lnTo>
                <a:lnTo>
                  <a:pt x="126236" y="674"/>
                </a:lnTo>
                <a:lnTo>
                  <a:pt x="126506" y="674"/>
                </a:lnTo>
                <a:lnTo>
                  <a:pt x="126506" y="674"/>
                </a:lnTo>
                <a:lnTo>
                  <a:pt x="127137" y="669"/>
                </a:lnTo>
                <a:lnTo>
                  <a:pt x="127708" y="664"/>
                </a:lnTo>
                <a:lnTo>
                  <a:pt x="128248" y="648"/>
                </a:lnTo>
                <a:lnTo>
                  <a:pt x="128789" y="633"/>
                </a:lnTo>
                <a:lnTo>
                  <a:pt x="129270" y="607"/>
                </a:lnTo>
                <a:lnTo>
                  <a:pt x="129720" y="582"/>
                </a:lnTo>
                <a:lnTo>
                  <a:pt x="130141" y="551"/>
                </a:lnTo>
                <a:lnTo>
                  <a:pt x="130561" y="516"/>
                </a:lnTo>
                <a:lnTo>
                  <a:pt x="130922" y="475"/>
                </a:lnTo>
                <a:lnTo>
                  <a:pt x="131282" y="434"/>
                </a:lnTo>
                <a:lnTo>
                  <a:pt x="131582" y="393"/>
                </a:lnTo>
                <a:lnTo>
                  <a:pt x="131883" y="342"/>
                </a:lnTo>
                <a:lnTo>
                  <a:pt x="132153" y="296"/>
                </a:lnTo>
                <a:lnTo>
                  <a:pt x="132393" y="240"/>
                </a:lnTo>
                <a:lnTo>
                  <a:pt x="132633" y="189"/>
                </a:lnTo>
                <a:lnTo>
                  <a:pt x="132844" y="133"/>
                </a:lnTo>
                <a:lnTo>
                  <a:pt x="132844" y="133"/>
                </a:lnTo>
                <a:lnTo>
                  <a:pt x="134105" y="194"/>
                </a:lnTo>
                <a:lnTo>
                  <a:pt x="135337" y="266"/>
                </a:lnTo>
                <a:lnTo>
                  <a:pt x="135937" y="301"/>
                </a:lnTo>
                <a:lnTo>
                  <a:pt x="136508" y="342"/>
                </a:lnTo>
                <a:lnTo>
                  <a:pt x="137049" y="383"/>
                </a:lnTo>
                <a:lnTo>
                  <a:pt x="137589" y="429"/>
                </a:lnTo>
                <a:lnTo>
                  <a:pt x="138100" y="475"/>
                </a:lnTo>
                <a:lnTo>
                  <a:pt x="138580" y="526"/>
                </a:lnTo>
                <a:lnTo>
                  <a:pt x="139061" y="577"/>
                </a:lnTo>
                <a:lnTo>
                  <a:pt x="139511" y="628"/>
                </a:lnTo>
                <a:lnTo>
                  <a:pt x="139932" y="679"/>
                </a:lnTo>
                <a:lnTo>
                  <a:pt x="140292" y="735"/>
                </a:lnTo>
                <a:lnTo>
                  <a:pt x="140653" y="791"/>
                </a:lnTo>
                <a:lnTo>
                  <a:pt x="141013" y="847"/>
                </a:lnTo>
                <a:lnTo>
                  <a:pt x="141013" y="847"/>
                </a:lnTo>
                <a:lnTo>
                  <a:pt x="141614" y="970"/>
                </a:lnTo>
                <a:lnTo>
                  <a:pt x="142185" y="1092"/>
                </a:lnTo>
                <a:lnTo>
                  <a:pt x="142695" y="1220"/>
                </a:lnTo>
                <a:lnTo>
                  <a:pt x="143176" y="1352"/>
                </a:lnTo>
                <a:lnTo>
                  <a:pt x="143596" y="1490"/>
                </a:lnTo>
                <a:lnTo>
                  <a:pt x="143957" y="1623"/>
                </a:lnTo>
                <a:lnTo>
                  <a:pt x="144257" y="1765"/>
                </a:lnTo>
                <a:lnTo>
                  <a:pt x="144527" y="1908"/>
                </a:lnTo>
                <a:lnTo>
                  <a:pt x="144768" y="2051"/>
                </a:lnTo>
                <a:lnTo>
                  <a:pt x="144918" y="2194"/>
                </a:lnTo>
                <a:lnTo>
                  <a:pt x="145068" y="2342"/>
                </a:lnTo>
                <a:lnTo>
                  <a:pt x="145158" y="2490"/>
                </a:lnTo>
                <a:lnTo>
                  <a:pt x="145218" y="2638"/>
                </a:lnTo>
                <a:lnTo>
                  <a:pt x="145218" y="2791"/>
                </a:lnTo>
                <a:lnTo>
                  <a:pt x="145188" y="2938"/>
                </a:lnTo>
                <a:lnTo>
                  <a:pt x="145128" y="3086"/>
                </a:lnTo>
                <a:lnTo>
                  <a:pt x="145008" y="3239"/>
                </a:lnTo>
                <a:lnTo>
                  <a:pt x="144858" y="3387"/>
                </a:lnTo>
                <a:lnTo>
                  <a:pt x="144677" y="3535"/>
                </a:lnTo>
                <a:lnTo>
                  <a:pt x="144467" y="3683"/>
                </a:lnTo>
                <a:lnTo>
                  <a:pt x="144227" y="3826"/>
                </a:lnTo>
                <a:lnTo>
                  <a:pt x="143957" y="3969"/>
                </a:lnTo>
                <a:lnTo>
                  <a:pt x="143656" y="4112"/>
                </a:lnTo>
                <a:lnTo>
                  <a:pt x="143296" y="4249"/>
                </a:lnTo>
                <a:lnTo>
                  <a:pt x="142935" y="4387"/>
                </a:lnTo>
                <a:lnTo>
                  <a:pt x="142545" y="4520"/>
                </a:lnTo>
                <a:lnTo>
                  <a:pt x="142124" y="4652"/>
                </a:lnTo>
                <a:lnTo>
                  <a:pt x="141674" y="4780"/>
                </a:lnTo>
                <a:lnTo>
                  <a:pt x="141223" y="4902"/>
                </a:lnTo>
                <a:lnTo>
                  <a:pt x="140713" y="5020"/>
                </a:lnTo>
                <a:lnTo>
                  <a:pt x="140202" y="5137"/>
                </a:lnTo>
                <a:lnTo>
                  <a:pt x="139662" y="5249"/>
                </a:lnTo>
                <a:lnTo>
                  <a:pt x="139662" y="5249"/>
                </a:lnTo>
                <a:lnTo>
                  <a:pt x="139151" y="5341"/>
                </a:lnTo>
                <a:lnTo>
                  <a:pt x="138610" y="5428"/>
                </a:lnTo>
                <a:lnTo>
                  <a:pt x="138040" y="5509"/>
                </a:lnTo>
                <a:lnTo>
                  <a:pt x="137409" y="5586"/>
                </a:lnTo>
                <a:lnTo>
                  <a:pt x="136778" y="5657"/>
                </a:lnTo>
                <a:lnTo>
                  <a:pt x="136087" y="5723"/>
                </a:lnTo>
                <a:lnTo>
                  <a:pt x="135397" y="5780"/>
                </a:lnTo>
                <a:lnTo>
                  <a:pt x="134646" y="5836"/>
                </a:lnTo>
                <a:lnTo>
                  <a:pt x="133895" y="5882"/>
                </a:lnTo>
                <a:lnTo>
                  <a:pt x="133114" y="5922"/>
                </a:lnTo>
                <a:lnTo>
                  <a:pt x="132303" y="5958"/>
                </a:lnTo>
                <a:lnTo>
                  <a:pt x="131492" y="5989"/>
                </a:lnTo>
                <a:lnTo>
                  <a:pt x="130681" y="6009"/>
                </a:lnTo>
                <a:lnTo>
                  <a:pt x="129840" y="6029"/>
                </a:lnTo>
                <a:lnTo>
                  <a:pt x="128969" y="6035"/>
                </a:lnTo>
                <a:lnTo>
                  <a:pt x="128128" y="6040"/>
                </a:lnTo>
                <a:lnTo>
                  <a:pt x="128128" y="6040"/>
                </a:lnTo>
                <a:lnTo>
                  <a:pt x="127017" y="6035"/>
                </a:lnTo>
                <a:lnTo>
                  <a:pt x="125906" y="6019"/>
                </a:lnTo>
                <a:lnTo>
                  <a:pt x="26821" y="6019"/>
                </a:lnTo>
                <a:lnTo>
                  <a:pt x="26821" y="6019"/>
                </a:lnTo>
                <a:lnTo>
                  <a:pt x="26611" y="5963"/>
                </a:lnTo>
                <a:lnTo>
                  <a:pt x="26401" y="5907"/>
                </a:lnTo>
                <a:lnTo>
                  <a:pt x="26161" y="5851"/>
                </a:lnTo>
                <a:lnTo>
                  <a:pt x="25890" y="5800"/>
                </a:lnTo>
                <a:lnTo>
                  <a:pt x="25590" y="5754"/>
                </a:lnTo>
                <a:lnTo>
                  <a:pt x="25259" y="5708"/>
                </a:lnTo>
                <a:lnTo>
                  <a:pt x="24899" y="5662"/>
                </a:lnTo>
                <a:lnTo>
                  <a:pt x="24509" y="5621"/>
                </a:lnTo>
                <a:lnTo>
                  <a:pt x="24088" y="5581"/>
                </a:lnTo>
                <a:lnTo>
                  <a:pt x="23638" y="5550"/>
                </a:lnTo>
                <a:lnTo>
                  <a:pt x="23157" y="5519"/>
                </a:lnTo>
                <a:lnTo>
                  <a:pt x="22616" y="5494"/>
                </a:lnTo>
                <a:lnTo>
                  <a:pt x="22046" y="5474"/>
                </a:lnTo>
                <a:lnTo>
                  <a:pt x="21445" y="5453"/>
                </a:lnTo>
                <a:lnTo>
                  <a:pt x="20784" y="5443"/>
                </a:lnTo>
                <a:lnTo>
                  <a:pt x="20094" y="5438"/>
                </a:lnTo>
                <a:lnTo>
                  <a:pt x="20094" y="5438"/>
                </a:lnTo>
                <a:lnTo>
                  <a:pt x="19823" y="5438"/>
                </a:lnTo>
                <a:lnTo>
                  <a:pt x="19823" y="5438"/>
                </a:lnTo>
                <a:lnTo>
                  <a:pt x="19223" y="5443"/>
                </a:lnTo>
                <a:lnTo>
                  <a:pt x="18622" y="5448"/>
                </a:lnTo>
                <a:lnTo>
                  <a:pt x="18081" y="5463"/>
                </a:lnTo>
                <a:lnTo>
                  <a:pt x="17571" y="5479"/>
                </a:lnTo>
                <a:lnTo>
                  <a:pt x="17090" y="5504"/>
                </a:lnTo>
                <a:lnTo>
                  <a:pt x="16640" y="5530"/>
                </a:lnTo>
                <a:lnTo>
                  <a:pt x="16219" y="5560"/>
                </a:lnTo>
                <a:lnTo>
                  <a:pt x="15799" y="5591"/>
                </a:lnTo>
                <a:lnTo>
                  <a:pt x="15438" y="5632"/>
                </a:lnTo>
                <a:lnTo>
                  <a:pt x="15108" y="5672"/>
                </a:lnTo>
                <a:lnTo>
                  <a:pt x="14777" y="5713"/>
                </a:lnTo>
                <a:lnTo>
                  <a:pt x="14477" y="5759"/>
                </a:lnTo>
                <a:lnTo>
                  <a:pt x="14207" y="5810"/>
                </a:lnTo>
                <a:lnTo>
                  <a:pt x="13966" y="5861"/>
                </a:lnTo>
                <a:lnTo>
                  <a:pt x="13726" y="5912"/>
                </a:lnTo>
                <a:lnTo>
                  <a:pt x="13546" y="5968"/>
                </a:lnTo>
                <a:lnTo>
                  <a:pt x="13546" y="5968"/>
                </a:lnTo>
                <a:lnTo>
                  <a:pt x="12285" y="5922"/>
                </a:lnTo>
                <a:lnTo>
                  <a:pt x="11113" y="5866"/>
                </a:lnTo>
                <a:lnTo>
                  <a:pt x="9972" y="5800"/>
                </a:lnTo>
                <a:lnTo>
                  <a:pt x="8921" y="5723"/>
                </a:lnTo>
                <a:lnTo>
                  <a:pt x="7960" y="5647"/>
                </a:lnTo>
                <a:lnTo>
                  <a:pt x="7509" y="5601"/>
                </a:lnTo>
                <a:lnTo>
                  <a:pt x="7089" y="5560"/>
                </a:lnTo>
                <a:lnTo>
                  <a:pt x="6668" y="5514"/>
                </a:lnTo>
                <a:lnTo>
                  <a:pt x="6308" y="5468"/>
                </a:lnTo>
                <a:lnTo>
                  <a:pt x="5947" y="5423"/>
                </a:lnTo>
                <a:lnTo>
                  <a:pt x="5617" y="5377"/>
                </a:lnTo>
                <a:lnTo>
                  <a:pt x="5617" y="5377"/>
                </a:lnTo>
                <a:lnTo>
                  <a:pt x="5046" y="5285"/>
                </a:lnTo>
                <a:lnTo>
                  <a:pt x="4506" y="5188"/>
                </a:lnTo>
                <a:lnTo>
                  <a:pt x="3995" y="5086"/>
                </a:lnTo>
                <a:lnTo>
                  <a:pt x="3514" y="4984"/>
                </a:lnTo>
                <a:lnTo>
                  <a:pt x="3034" y="4882"/>
                </a:lnTo>
                <a:lnTo>
                  <a:pt x="2613" y="4775"/>
                </a:lnTo>
                <a:lnTo>
                  <a:pt x="2223" y="4663"/>
                </a:lnTo>
                <a:lnTo>
                  <a:pt x="1862" y="4550"/>
                </a:lnTo>
                <a:lnTo>
                  <a:pt x="1532" y="4433"/>
                </a:lnTo>
                <a:lnTo>
                  <a:pt x="1202" y="4316"/>
                </a:lnTo>
                <a:lnTo>
                  <a:pt x="961" y="4193"/>
                </a:lnTo>
                <a:lnTo>
                  <a:pt x="721" y="4071"/>
                </a:lnTo>
                <a:lnTo>
                  <a:pt x="511" y="3943"/>
                </a:lnTo>
                <a:lnTo>
                  <a:pt x="331" y="3816"/>
                </a:lnTo>
                <a:lnTo>
                  <a:pt x="211" y="3683"/>
                </a:lnTo>
                <a:lnTo>
                  <a:pt x="90" y="3551"/>
                </a:lnTo>
                <a:lnTo>
                  <a:pt x="30" y="3413"/>
                </a:lnTo>
                <a:lnTo>
                  <a:pt x="0" y="3275"/>
                </a:lnTo>
                <a:lnTo>
                  <a:pt x="30" y="3132"/>
                </a:lnTo>
                <a:lnTo>
                  <a:pt x="60" y="2989"/>
                </a:lnTo>
                <a:lnTo>
                  <a:pt x="151" y="2847"/>
                </a:lnTo>
                <a:lnTo>
                  <a:pt x="271" y="2699"/>
                </a:lnTo>
                <a:lnTo>
                  <a:pt x="421" y="2551"/>
                </a:lnTo>
                <a:lnTo>
                  <a:pt x="601" y="2403"/>
                </a:lnTo>
                <a:lnTo>
                  <a:pt x="841" y="2250"/>
                </a:lnTo>
                <a:lnTo>
                  <a:pt x="1112" y="2097"/>
                </a:lnTo>
                <a:lnTo>
                  <a:pt x="1442" y="1939"/>
                </a:lnTo>
                <a:lnTo>
                  <a:pt x="1772" y="1781"/>
                </a:lnTo>
                <a:lnTo>
                  <a:pt x="2163" y="1623"/>
                </a:lnTo>
                <a:lnTo>
                  <a:pt x="2613" y="1464"/>
                </a:lnTo>
                <a:lnTo>
                  <a:pt x="3094" y="1301"/>
                </a:lnTo>
                <a:lnTo>
                  <a:pt x="3604" y="1138"/>
                </a:lnTo>
                <a:lnTo>
                  <a:pt x="3604" y="1138"/>
                </a:lnTo>
                <a:lnTo>
                  <a:pt x="3845" y="1061"/>
                </a:lnTo>
                <a:lnTo>
                  <a:pt x="4115" y="990"/>
                </a:lnTo>
                <a:lnTo>
                  <a:pt x="4415" y="924"/>
                </a:lnTo>
                <a:lnTo>
                  <a:pt x="4686" y="857"/>
                </a:lnTo>
                <a:lnTo>
                  <a:pt x="5016" y="796"/>
                </a:lnTo>
                <a:lnTo>
                  <a:pt x="5347" y="735"/>
                </a:lnTo>
                <a:lnTo>
                  <a:pt x="5677" y="674"/>
                </a:lnTo>
                <a:lnTo>
                  <a:pt x="6037" y="623"/>
                </a:lnTo>
                <a:lnTo>
                  <a:pt x="6398" y="567"/>
                </a:lnTo>
                <a:lnTo>
                  <a:pt x="6758" y="516"/>
                </a:lnTo>
                <a:lnTo>
                  <a:pt x="7149" y="470"/>
                </a:lnTo>
                <a:lnTo>
                  <a:pt x="7539" y="424"/>
                </a:lnTo>
                <a:lnTo>
                  <a:pt x="8380" y="342"/>
                </a:lnTo>
                <a:lnTo>
                  <a:pt x="9221" y="266"/>
                </a:lnTo>
                <a:lnTo>
                  <a:pt x="10122" y="205"/>
                </a:lnTo>
                <a:lnTo>
                  <a:pt x="11053" y="148"/>
                </a:lnTo>
                <a:lnTo>
                  <a:pt x="12014" y="103"/>
                </a:lnTo>
                <a:lnTo>
                  <a:pt x="12975" y="62"/>
                </a:lnTo>
                <a:lnTo>
                  <a:pt x="13966" y="36"/>
                </a:lnTo>
                <a:lnTo>
                  <a:pt x="14988" y="16"/>
                </a:lnTo>
                <a:lnTo>
                  <a:pt x="16009" y="1"/>
                </a:lnTo>
                <a:lnTo>
                  <a:pt x="1703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112"/>
          <p:cNvSpPr/>
          <p:nvPr/>
        </p:nvSpPr>
        <p:spPr>
          <a:xfrm flipH="1">
            <a:off x="7115711" y="2901010"/>
            <a:ext cx="868128" cy="663293"/>
          </a:xfrm>
          <a:custGeom>
            <a:avLst/>
            <a:gdLst/>
            <a:ahLst/>
            <a:cxnLst/>
            <a:rect l="l" t="t" r="r" b="b"/>
            <a:pathLst>
              <a:path w="15319" h="1985" extrusionOk="0">
                <a:moveTo>
                  <a:pt x="1142" y="0"/>
                </a:moveTo>
                <a:lnTo>
                  <a:pt x="932" y="56"/>
                </a:lnTo>
                <a:lnTo>
                  <a:pt x="782" y="118"/>
                </a:lnTo>
                <a:lnTo>
                  <a:pt x="631" y="174"/>
                </a:lnTo>
                <a:lnTo>
                  <a:pt x="481" y="235"/>
                </a:lnTo>
                <a:lnTo>
                  <a:pt x="271" y="357"/>
                </a:lnTo>
                <a:lnTo>
                  <a:pt x="151" y="475"/>
                </a:lnTo>
                <a:lnTo>
                  <a:pt x="61" y="592"/>
                </a:lnTo>
                <a:lnTo>
                  <a:pt x="1" y="699"/>
                </a:lnTo>
                <a:lnTo>
                  <a:pt x="31" y="801"/>
                </a:lnTo>
                <a:lnTo>
                  <a:pt x="61" y="893"/>
                </a:lnTo>
                <a:lnTo>
                  <a:pt x="121" y="985"/>
                </a:lnTo>
                <a:lnTo>
                  <a:pt x="211" y="1071"/>
                </a:lnTo>
                <a:lnTo>
                  <a:pt x="331" y="1163"/>
                </a:lnTo>
                <a:lnTo>
                  <a:pt x="451" y="1255"/>
                </a:lnTo>
                <a:lnTo>
                  <a:pt x="661" y="1347"/>
                </a:lnTo>
                <a:lnTo>
                  <a:pt x="872" y="1434"/>
                </a:lnTo>
                <a:lnTo>
                  <a:pt x="1172" y="1520"/>
                </a:lnTo>
                <a:lnTo>
                  <a:pt x="1502" y="1602"/>
                </a:lnTo>
                <a:lnTo>
                  <a:pt x="1713" y="1638"/>
                </a:lnTo>
                <a:lnTo>
                  <a:pt x="1923" y="1678"/>
                </a:lnTo>
                <a:lnTo>
                  <a:pt x="2163" y="1714"/>
                </a:lnTo>
                <a:lnTo>
                  <a:pt x="2403" y="1745"/>
                </a:lnTo>
                <a:lnTo>
                  <a:pt x="2674" y="1780"/>
                </a:lnTo>
                <a:lnTo>
                  <a:pt x="2974" y="1811"/>
                </a:lnTo>
                <a:lnTo>
                  <a:pt x="3304" y="1837"/>
                </a:lnTo>
                <a:lnTo>
                  <a:pt x="3635" y="1867"/>
                </a:lnTo>
                <a:lnTo>
                  <a:pt x="3995" y="1888"/>
                </a:lnTo>
                <a:lnTo>
                  <a:pt x="4386" y="1913"/>
                </a:lnTo>
                <a:lnTo>
                  <a:pt x="4806" y="1928"/>
                </a:lnTo>
                <a:lnTo>
                  <a:pt x="5227" y="1949"/>
                </a:lnTo>
                <a:lnTo>
                  <a:pt x="5677" y="1959"/>
                </a:lnTo>
                <a:lnTo>
                  <a:pt x="6188" y="1974"/>
                </a:lnTo>
                <a:lnTo>
                  <a:pt x="6698" y="1979"/>
                </a:lnTo>
                <a:lnTo>
                  <a:pt x="7239" y="1984"/>
                </a:lnTo>
                <a:lnTo>
                  <a:pt x="8140" y="1984"/>
                </a:lnTo>
                <a:lnTo>
                  <a:pt x="8651" y="1979"/>
                </a:lnTo>
                <a:lnTo>
                  <a:pt x="9131" y="1964"/>
                </a:lnTo>
                <a:lnTo>
                  <a:pt x="9582" y="1954"/>
                </a:lnTo>
                <a:lnTo>
                  <a:pt x="10032" y="1933"/>
                </a:lnTo>
                <a:lnTo>
                  <a:pt x="10453" y="1913"/>
                </a:lnTo>
                <a:lnTo>
                  <a:pt x="10843" y="1888"/>
                </a:lnTo>
                <a:lnTo>
                  <a:pt x="11234" y="1857"/>
                </a:lnTo>
                <a:lnTo>
                  <a:pt x="11594" y="1826"/>
                </a:lnTo>
                <a:lnTo>
                  <a:pt x="11924" y="1791"/>
                </a:lnTo>
                <a:lnTo>
                  <a:pt x="12255" y="1755"/>
                </a:lnTo>
                <a:lnTo>
                  <a:pt x="12555" y="1714"/>
                </a:lnTo>
                <a:lnTo>
                  <a:pt x="12855" y="1673"/>
                </a:lnTo>
                <a:lnTo>
                  <a:pt x="13126" y="1632"/>
                </a:lnTo>
                <a:lnTo>
                  <a:pt x="13366" y="1587"/>
                </a:lnTo>
                <a:lnTo>
                  <a:pt x="13606" y="1541"/>
                </a:lnTo>
                <a:lnTo>
                  <a:pt x="14027" y="1444"/>
                </a:lnTo>
                <a:lnTo>
                  <a:pt x="14387" y="1347"/>
                </a:lnTo>
                <a:lnTo>
                  <a:pt x="14688" y="1245"/>
                </a:lnTo>
                <a:lnTo>
                  <a:pt x="14928" y="1143"/>
                </a:lnTo>
                <a:lnTo>
                  <a:pt x="15108" y="1046"/>
                </a:lnTo>
                <a:lnTo>
                  <a:pt x="15228" y="949"/>
                </a:lnTo>
                <a:lnTo>
                  <a:pt x="15288" y="857"/>
                </a:lnTo>
                <a:lnTo>
                  <a:pt x="15318" y="776"/>
                </a:lnTo>
                <a:lnTo>
                  <a:pt x="15318" y="699"/>
                </a:lnTo>
                <a:lnTo>
                  <a:pt x="15318" y="617"/>
                </a:lnTo>
                <a:lnTo>
                  <a:pt x="15258" y="531"/>
                </a:lnTo>
                <a:lnTo>
                  <a:pt x="15168" y="439"/>
                </a:lnTo>
                <a:lnTo>
                  <a:pt x="15048" y="342"/>
                </a:lnTo>
                <a:lnTo>
                  <a:pt x="14898" y="245"/>
                </a:lnTo>
                <a:lnTo>
                  <a:pt x="14688" y="148"/>
                </a:lnTo>
                <a:lnTo>
                  <a:pt x="14417" y="51"/>
                </a:lnTo>
                <a:lnTo>
                  <a:pt x="7539" y="51"/>
                </a:lnTo>
                <a:lnTo>
                  <a:pt x="6458" y="67"/>
                </a:lnTo>
                <a:lnTo>
                  <a:pt x="5347" y="72"/>
                </a:lnTo>
                <a:lnTo>
                  <a:pt x="4266" y="67"/>
                </a:lnTo>
                <a:lnTo>
                  <a:pt x="3214" y="51"/>
                </a:lnTo>
                <a:lnTo>
                  <a:pt x="2163" y="31"/>
                </a:lnTo>
                <a:lnTo>
                  <a:pt x="1142" y="0"/>
                </a:lnTo>
                <a:close/>
              </a:path>
            </a:pathLst>
          </a:custGeom>
          <a:solidFill>
            <a:srgbClr val="00B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112"/>
          <p:cNvSpPr/>
          <p:nvPr/>
        </p:nvSpPr>
        <p:spPr>
          <a:xfrm flipH="1">
            <a:off x="7115711" y="2901010"/>
            <a:ext cx="868128" cy="663293"/>
          </a:xfrm>
          <a:custGeom>
            <a:avLst/>
            <a:gdLst/>
            <a:ahLst/>
            <a:cxnLst/>
            <a:rect l="l" t="t" r="r" b="b"/>
            <a:pathLst>
              <a:path w="15319" h="1985" fill="none" extrusionOk="0">
                <a:moveTo>
                  <a:pt x="1142" y="0"/>
                </a:moveTo>
                <a:lnTo>
                  <a:pt x="1142" y="0"/>
                </a:lnTo>
                <a:lnTo>
                  <a:pt x="2163" y="31"/>
                </a:lnTo>
                <a:lnTo>
                  <a:pt x="3214" y="51"/>
                </a:lnTo>
                <a:lnTo>
                  <a:pt x="4266" y="67"/>
                </a:lnTo>
                <a:lnTo>
                  <a:pt x="5347" y="72"/>
                </a:lnTo>
                <a:lnTo>
                  <a:pt x="5347" y="72"/>
                </a:lnTo>
                <a:lnTo>
                  <a:pt x="6458" y="67"/>
                </a:lnTo>
                <a:lnTo>
                  <a:pt x="7539" y="51"/>
                </a:lnTo>
                <a:lnTo>
                  <a:pt x="14417" y="51"/>
                </a:lnTo>
                <a:lnTo>
                  <a:pt x="14417" y="51"/>
                </a:lnTo>
                <a:lnTo>
                  <a:pt x="14688" y="148"/>
                </a:lnTo>
                <a:lnTo>
                  <a:pt x="14898" y="245"/>
                </a:lnTo>
                <a:lnTo>
                  <a:pt x="15048" y="342"/>
                </a:lnTo>
                <a:lnTo>
                  <a:pt x="15168" y="439"/>
                </a:lnTo>
                <a:lnTo>
                  <a:pt x="15258" y="531"/>
                </a:lnTo>
                <a:lnTo>
                  <a:pt x="15318" y="617"/>
                </a:lnTo>
                <a:lnTo>
                  <a:pt x="15318" y="699"/>
                </a:lnTo>
                <a:lnTo>
                  <a:pt x="15318" y="776"/>
                </a:lnTo>
                <a:lnTo>
                  <a:pt x="15318" y="776"/>
                </a:lnTo>
                <a:lnTo>
                  <a:pt x="15288" y="857"/>
                </a:lnTo>
                <a:lnTo>
                  <a:pt x="15228" y="949"/>
                </a:lnTo>
                <a:lnTo>
                  <a:pt x="15108" y="1046"/>
                </a:lnTo>
                <a:lnTo>
                  <a:pt x="14928" y="1143"/>
                </a:lnTo>
                <a:lnTo>
                  <a:pt x="14688" y="1245"/>
                </a:lnTo>
                <a:lnTo>
                  <a:pt x="14387" y="1347"/>
                </a:lnTo>
                <a:lnTo>
                  <a:pt x="14027" y="1444"/>
                </a:lnTo>
                <a:lnTo>
                  <a:pt x="13606" y="1541"/>
                </a:lnTo>
                <a:lnTo>
                  <a:pt x="13366" y="1587"/>
                </a:lnTo>
                <a:lnTo>
                  <a:pt x="13126" y="1632"/>
                </a:lnTo>
                <a:lnTo>
                  <a:pt x="12855" y="1673"/>
                </a:lnTo>
                <a:lnTo>
                  <a:pt x="12555" y="1714"/>
                </a:lnTo>
                <a:lnTo>
                  <a:pt x="12255" y="1755"/>
                </a:lnTo>
                <a:lnTo>
                  <a:pt x="11924" y="1791"/>
                </a:lnTo>
                <a:lnTo>
                  <a:pt x="11594" y="1826"/>
                </a:lnTo>
                <a:lnTo>
                  <a:pt x="11234" y="1857"/>
                </a:lnTo>
                <a:lnTo>
                  <a:pt x="10843" y="1888"/>
                </a:lnTo>
                <a:lnTo>
                  <a:pt x="10453" y="1913"/>
                </a:lnTo>
                <a:lnTo>
                  <a:pt x="10032" y="1933"/>
                </a:lnTo>
                <a:lnTo>
                  <a:pt x="9582" y="1954"/>
                </a:lnTo>
                <a:lnTo>
                  <a:pt x="9131" y="1964"/>
                </a:lnTo>
                <a:lnTo>
                  <a:pt x="8651" y="1979"/>
                </a:lnTo>
                <a:lnTo>
                  <a:pt x="8140" y="1984"/>
                </a:lnTo>
                <a:lnTo>
                  <a:pt x="7599" y="1984"/>
                </a:lnTo>
                <a:lnTo>
                  <a:pt x="7599" y="1984"/>
                </a:lnTo>
                <a:lnTo>
                  <a:pt x="7239" y="1984"/>
                </a:lnTo>
                <a:lnTo>
                  <a:pt x="7239" y="1984"/>
                </a:lnTo>
                <a:lnTo>
                  <a:pt x="6698" y="1979"/>
                </a:lnTo>
                <a:lnTo>
                  <a:pt x="6188" y="1974"/>
                </a:lnTo>
                <a:lnTo>
                  <a:pt x="5677" y="1959"/>
                </a:lnTo>
                <a:lnTo>
                  <a:pt x="5227" y="1949"/>
                </a:lnTo>
                <a:lnTo>
                  <a:pt x="4806" y="1928"/>
                </a:lnTo>
                <a:lnTo>
                  <a:pt x="4386" y="1913"/>
                </a:lnTo>
                <a:lnTo>
                  <a:pt x="3995" y="1888"/>
                </a:lnTo>
                <a:lnTo>
                  <a:pt x="3635" y="1867"/>
                </a:lnTo>
                <a:lnTo>
                  <a:pt x="3304" y="1837"/>
                </a:lnTo>
                <a:lnTo>
                  <a:pt x="2974" y="1811"/>
                </a:lnTo>
                <a:lnTo>
                  <a:pt x="2674" y="1780"/>
                </a:lnTo>
                <a:lnTo>
                  <a:pt x="2403" y="1745"/>
                </a:lnTo>
                <a:lnTo>
                  <a:pt x="2163" y="1714"/>
                </a:lnTo>
                <a:lnTo>
                  <a:pt x="1923" y="1678"/>
                </a:lnTo>
                <a:lnTo>
                  <a:pt x="1713" y="1638"/>
                </a:lnTo>
                <a:lnTo>
                  <a:pt x="1502" y="1602"/>
                </a:lnTo>
                <a:lnTo>
                  <a:pt x="1172" y="1520"/>
                </a:lnTo>
                <a:lnTo>
                  <a:pt x="872" y="1434"/>
                </a:lnTo>
                <a:lnTo>
                  <a:pt x="661" y="1347"/>
                </a:lnTo>
                <a:lnTo>
                  <a:pt x="451" y="1255"/>
                </a:lnTo>
                <a:lnTo>
                  <a:pt x="331" y="1163"/>
                </a:lnTo>
                <a:lnTo>
                  <a:pt x="211" y="1071"/>
                </a:lnTo>
                <a:lnTo>
                  <a:pt x="121" y="985"/>
                </a:lnTo>
                <a:lnTo>
                  <a:pt x="61" y="893"/>
                </a:lnTo>
                <a:lnTo>
                  <a:pt x="61" y="893"/>
                </a:lnTo>
                <a:lnTo>
                  <a:pt x="31" y="801"/>
                </a:lnTo>
                <a:lnTo>
                  <a:pt x="1" y="699"/>
                </a:lnTo>
                <a:lnTo>
                  <a:pt x="61" y="592"/>
                </a:lnTo>
                <a:lnTo>
                  <a:pt x="151" y="475"/>
                </a:lnTo>
                <a:lnTo>
                  <a:pt x="271" y="357"/>
                </a:lnTo>
                <a:lnTo>
                  <a:pt x="481" y="235"/>
                </a:lnTo>
                <a:lnTo>
                  <a:pt x="631" y="174"/>
                </a:lnTo>
                <a:lnTo>
                  <a:pt x="782" y="118"/>
                </a:lnTo>
                <a:lnTo>
                  <a:pt x="932" y="56"/>
                </a:lnTo>
                <a:lnTo>
                  <a:pt x="114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112"/>
          <p:cNvSpPr/>
          <p:nvPr/>
        </p:nvSpPr>
        <p:spPr>
          <a:xfrm flipH="1">
            <a:off x="7166768" y="2723574"/>
            <a:ext cx="752408" cy="201494"/>
          </a:xfrm>
          <a:custGeom>
            <a:avLst/>
            <a:gdLst/>
            <a:ahLst/>
            <a:cxnLst/>
            <a:rect l="l" t="t" r="r" b="b"/>
            <a:pathLst>
              <a:path w="13277" h="603" extrusionOk="0">
                <a:moveTo>
                  <a:pt x="6278" y="1"/>
                </a:moveTo>
                <a:lnTo>
                  <a:pt x="5678" y="6"/>
                </a:lnTo>
                <a:lnTo>
                  <a:pt x="5077" y="11"/>
                </a:lnTo>
                <a:lnTo>
                  <a:pt x="4536" y="26"/>
                </a:lnTo>
                <a:lnTo>
                  <a:pt x="4026" y="42"/>
                </a:lnTo>
                <a:lnTo>
                  <a:pt x="3545" y="67"/>
                </a:lnTo>
                <a:lnTo>
                  <a:pt x="3095" y="93"/>
                </a:lnTo>
                <a:lnTo>
                  <a:pt x="2674" y="123"/>
                </a:lnTo>
                <a:lnTo>
                  <a:pt x="2254" y="154"/>
                </a:lnTo>
                <a:lnTo>
                  <a:pt x="1893" y="195"/>
                </a:lnTo>
                <a:lnTo>
                  <a:pt x="1563" y="235"/>
                </a:lnTo>
                <a:lnTo>
                  <a:pt x="1232" y="276"/>
                </a:lnTo>
                <a:lnTo>
                  <a:pt x="932" y="322"/>
                </a:lnTo>
                <a:lnTo>
                  <a:pt x="662" y="373"/>
                </a:lnTo>
                <a:lnTo>
                  <a:pt x="421" y="424"/>
                </a:lnTo>
                <a:lnTo>
                  <a:pt x="181" y="475"/>
                </a:lnTo>
                <a:lnTo>
                  <a:pt x="1" y="531"/>
                </a:lnTo>
                <a:lnTo>
                  <a:pt x="1022" y="562"/>
                </a:lnTo>
                <a:lnTo>
                  <a:pt x="2073" y="582"/>
                </a:lnTo>
                <a:lnTo>
                  <a:pt x="3125" y="598"/>
                </a:lnTo>
                <a:lnTo>
                  <a:pt x="4206" y="603"/>
                </a:lnTo>
                <a:lnTo>
                  <a:pt x="5317" y="598"/>
                </a:lnTo>
                <a:lnTo>
                  <a:pt x="6398" y="582"/>
                </a:lnTo>
                <a:lnTo>
                  <a:pt x="13276" y="582"/>
                </a:lnTo>
                <a:lnTo>
                  <a:pt x="13066" y="526"/>
                </a:lnTo>
                <a:lnTo>
                  <a:pt x="12856" y="470"/>
                </a:lnTo>
                <a:lnTo>
                  <a:pt x="12616" y="414"/>
                </a:lnTo>
                <a:lnTo>
                  <a:pt x="12345" y="363"/>
                </a:lnTo>
                <a:lnTo>
                  <a:pt x="12045" y="317"/>
                </a:lnTo>
                <a:lnTo>
                  <a:pt x="11714" y="271"/>
                </a:lnTo>
                <a:lnTo>
                  <a:pt x="11354" y="225"/>
                </a:lnTo>
                <a:lnTo>
                  <a:pt x="10964" y="184"/>
                </a:lnTo>
                <a:lnTo>
                  <a:pt x="10543" y="144"/>
                </a:lnTo>
                <a:lnTo>
                  <a:pt x="10093" y="113"/>
                </a:lnTo>
                <a:lnTo>
                  <a:pt x="9612" y="82"/>
                </a:lnTo>
                <a:lnTo>
                  <a:pt x="9071" y="57"/>
                </a:lnTo>
                <a:lnTo>
                  <a:pt x="8501" y="37"/>
                </a:lnTo>
                <a:lnTo>
                  <a:pt x="7900" y="16"/>
                </a:lnTo>
                <a:lnTo>
                  <a:pt x="7239" y="6"/>
                </a:lnTo>
                <a:lnTo>
                  <a:pt x="6549" y="1"/>
                </a:lnTo>
                <a:close/>
              </a:path>
            </a:pathLst>
          </a:custGeom>
          <a:solidFill>
            <a:srgbClr val="006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112"/>
          <p:cNvSpPr/>
          <p:nvPr/>
        </p:nvSpPr>
        <p:spPr>
          <a:xfrm flipH="1">
            <a:off x="7166768" y="2723574"/>
            <a:ext cx="752408" cy="201494"/>
          </a:xfrm>
          <a:custGeom>
            <a:avLst/>
            <a:gdLst/>
            <a:ahLst/>
            <a:cxnLst/>
            <a:rect l="l" t="t" r="r" b="b"/>
            <a:pathLst>
              <a:path w="13277" h="603" fill="none" extrusionOk="0">
                <a:moveTo>
                  <a:pt x="6278" y="1"/>
                </a:moveTo>
                <a:lnTo>
                  <a:pt x="6278" y="1"/>
                </a:lnTo>
                <a:lnTo>
                  <a:pt x="6549" y="1"/>
                </a:lnTo>
                <a:lnTo>
                  <a:pt x="6549" y="1"/>
                </a:lnTo>
                <a:lnTo>
                  <a:pt x="7239" y="6"/>
                </a:lnTo>
                <a:lnTo>
                  <a:pt x="7900" y="16"/>
                </a:lnTo>
                <a:lnTo>
                  <a:pt x="8501" y="37"/>
                </a:lnTo>
                <a:lnTo>
                  <a:pt x="9071" y="57"/>
                </a:lnTo>
                <a:lnTo>
                  <a:pt x="9612" y="82"/>
                </a:lnTo>
                <a:lnTo>
                  <a:pt x="10093" y="113"/>
                </a:lnTo>
                <a:lnTo>
                  <a:pt x="10543" y="144"/>
                </a:lnTo>
                <a:lnTo>
                  <a:pt x="10964" y="184"/>
                </a:lnTo>
                <a:lnTo>
                  <a:pt x="11354" y="225"/>
                </a:lnTo>
                <a:lnTo>
                  <a:pt x="11714" y="271"/>
                </a:lnTo>
                <a:lnTo>
                  <a:pt x="12045" y="317"/>
                </a:lnTo>
                <a:lnTo>
                  <a:pt x="12345" y="363"/>
                </a:lnTo>
                <a:lnTo>
                  <a:pt x="12616" y="414"/>
                </a:lnTo>
                <a:lnTo>
                  <a:pt x="12856" y="470"/>
                </a:lnTo>
                <a:lnTo>
                  <a:pt x="13066" y="526"/>
                </a:lnTo>
                <a:lnTo>
                  <a:pt x="13276" y="582"/>
                </a:lnTo>
                <a:lnTo>
                  <a:pt x="6398" y="582"/>
                </a:lnTo>
                <a:lnTo>
                  <a:pt x="6398" y="582"/>
                </a:lnTo>
                <a:lnTo>
                  <a:pt x="5317" y="598"/>
                </a:lnTo>
                <a:lnTo>
                  <a:pt x="4206" y="603"/>
                </a:lnTo>
                <a:lnTo>
                  <a:pt x="4206" y="603"/>
                </a:lnTo>
                <a:lnTo>
                  <a:pt x="3125" y="598"/>
                </a:lnTo>
                <a:lnTo>
                  <a:pt x="2073" y="582"/>
                </a:lnTo>
                <a:lnTo>
                  <a:pt x="1022" y="562"/>
                </a:lnTo>
                <a:lnTo>
                  <a:pt x="1" y="531"/>
                </a:lnTo>
                <a:lnTo>
                  <a:pt x="1" y="531"/>
                </a:lnTo>
                <a:lnTo>
                  <a:pt x="181" y="475"/>
                </a:lnTo>
                <a:lnTo>
                  <a:pt x="421" y="424"/>
                </a:lnTo>
                <a:lnTo>
                  <a:pt x="662" y="373"/>
                </a:lnTo>
                <a:lnTo>
                  <a:pt x="932" y="322"/>
                </a:lnTo>
                <a:lnTo>
                  <a:pt x="1232" y="276"/>
                </a:lnTo>
                <a:lnTo>
                  <a:pt x="1563" y="235"/>
                </a:lnTo>
                <a:lnTo>
                  <a:pt x="1893" y="195"/>
                </a:lnTo>
                <a:lnTo>
                  <a:pt x="2254" y="154"/>
                </a:lnTo>
                <a:lnTo>
                  <a:pt x="2674" y="123"/>
                </a:lnTo>
                <a:lnTo>
                  <a:pt x="3095" y="93"/>
                </a:lnTo>
                <a:lnTo>
                  <a:pt x="3545" y="67"/>
                </a:lnTo>
                <a:lnTo>
                  <a:pt x="4026" y="42"/>
                </a:lnTo>
                <a:lnTo>
                  <a:pt x="4536" y="26"/>
                </a:lnTo>
                <a:lnTo>
                  <a:pt x="5077" y="11"/>
                </a:lnTo>
                <a:lnTo>
                  <a:pt x="5678" y="6"/>
                </a:lnTo>
                <a:lnTo>
                  <a:pt x="627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112"/>
          <p:cNvSpPr/>
          <p:nvPr/>
        </p:nvSpPr>
        <p:spPr>
          <a:xfrm flipH="1">
            <a:off x="1098716" y="291600"/>
            <a:ext cx="868071" cy="659951"/>
          </a:xfrm>
          <a:custGeom>
            <a:avLst/>
            <a:gdLst/>
            <a:ahLst/>
            <a:cxnLst/>
            <a:rect l="l" t="t" r="r" b="b"/>
            <a:pathLst>
              <a:path w="15318" h="1975" fill="none" extrusionOk="0">
                <a:moveTo>
                  <a:pt x="7749" y="0"/>
                </a:moveTo>
                <a:lnTo>
                  <a:pt x="7749" y="0"/>
                </a:lnTo>
                <a:lnTo>
                  <a:pt x="8110" y="0"/>
                </a:lnTo>
                <a:lnTo>
                  <a:pt x="8110" y="0"/>
                </a:lnTo>
                <a:lnTo>
                  <a:pt x="8650" y="5"/>
                </a:lnTo>
                <a:lnTo>
                  <a:pt x="9161" y="10"/>
                </a:lnTo>
                <a:lnTo>
                  <a:pt x="9641" y="26"/>
                </a:lnTo>
                <a:lnTo>
                  <a:pt x="10122" y="36"/>
                </a:lnTo>
                <a:lnTo>
                  <a:pt x="10542" y="56"/>
                </a:lnTo>
                <a:lnTo>
                  <a:pt x="10963" y="72"/>
                </a:lnTo>
                <a:lnTo>
                  <a:pt x="11353" y="97"/>
                </a:lnTo>
                <a:lnTo>
                  <a:pt x="11714" y="117"/>
                </a:lnTo>
                <a:lnTo>
                  <a:pt x="12044" y="148"/>
                </a:lnTo>
                <a:lnTo>
                  <a:pt x="12375" y="174"/>
                </a:lnTo>
                <a:lnTo>
                  <a:pt x="12645" y="204"/>
                </a:lnTo>
                <a:lnTo>
                  <a:pt x="12915" y="240"/>
                </a:lnTo>
                <a:lnTo>
                  <a:pt x="13185" y="271"/>
                </a:lnTo>
                <a:lnTo>
                  <a:pt x="13426" y="311"/>
                </a:lnTo>
                <a:lnTo>
                  <a:pt x="13636" y="347"/>
                </a:lnTo>
                <a:lnTo>
                  <a:pt x="13816" y="388"/>
                </a:lnTo>
                <a:lnTo>
                  <a:pt x="14177" y="464"/>
                </a:lnTo>
                <a:lnTo>
                  <a:pt x="14447" y="551"/>
                </a:lnTo>
                <a:lnTo>
                  <a:pt x="14687" y="643"/>
                </a:lnTo>
                <a:lnTo>
                  <a:pt x="14867" y="730"/>
                </a:lnTo>
                <a:lnTo>
                  <a:pt x="15018" y="821"/>
                </a:lnTo>
                <a:lnTo>
                  <a:pt x="15138" y="913"/>
                </a:lnTo>
                <a:lnTo>
                  <a:pt x="15228" y="1000"/>
                </a:lnTo>
                <a:lnTo>
                  <a:pt x="15288" y="1092"/>
                </a:lnTo>
                <a:lnTo>
                  <a:pt x="15288" y="1092"/>
                </a:lnTo>
                <a:lnTo>
                  <a:pt x="15318" y="1178"/>
                </a:lnTo>
                <a:lnTo>
                  <a:pt x="15318" y="1280"/>
                </a:lnTo>
                <a:lnTo>
                  <a:pt x="15288" y="1393"/>
                </a:lnTo>
                <a:lnTo>
                  <a:pt x="15198" y="1505"/>
                </a:lnTo>
                <a:lnTo>
                  <a:pt x="15078" y="1622"/>
                </a:lnTo>
                <a:lnTo>
                  <a:pt x="14867" y="1739"/>
                </a:lnTo>
                <a:lnTo>
                  <a:pt x="14747" y="1801"/>
                </a:lnTo>
                <a:lnTo>
                  <a:pt x="14597" y="1862"/>
                </a:lnTo>
                <a:lnTo>
                  <a:pt x="14447" y="1918"/>
                </a:lnTo>
                <a:lnTo>
                  <a:pt x="14267" y="1974"/>
                </a:lnTo>
                <a:lnTo>
                  <a:pt x="14267" y="1974"/>
                </a:lnTo>
                <a:lnTo>
                  <a:pt x="13486" y="1944"/>
                </a:lnTo>
                <a:lnTo>
                  <a:pt x="12735" y="1918"/>
                </a:lnTo>
                <a:lnTo>
                  <a:pt x="11924" y="1898"/>
                </a:lnTo>
                <a:lnTo>
                  <a:pt x="11143" y="1877"/>
                </a:lnTo>
                <a:lnTo>
                  <a:pt x="10332" y="1862"/>
                </a:lnTo>
                <a:lnTo>
                  <a:pt x="9521" y="1852"/>
                </a:lnTo>
                <a:lnTo>
                  <a:pt x="8710" y="1842"/>
                </a:lnTo>
                <a:lnTo>
                  <a:pt x="7899" y="1842"/>
                </a:lnTo>
                <a:lnTo>
                  <a:pt x="7899" y="1842"/>
                </a:lnTo>
                <a:lnTo>
                  <a:pt x="6758" y="1847"/>
                </a:lnTo>
                <a:lnTo>
                  <a:pt x="5587" y="1862"/>
                </a:lnTo>
                <a:lnTo>
                  <a:pt x="721" y="1862"/>
                </a:lnTo>
                <a:lnTo>
                  <a:pt x="721" y="1862"/>
                </a:lnTo>
                <a:lnTo>
                  <a:pt x="511" y="1770"/>
                </a:lnTo>
                <a:lnTo>
                  <a:pt x="361" y="1683"/>
                </a:lnTo>
                <a:lnTo>
                  <a:pt x="210" y="1597"/>
                </a:lnTo>
                <a:lnTo>
                  <a:pt x="120" y="1510"/>
                </a:lnTo>
                <a:lnTo>
                  <a:pt x="60" y="1428"/>
                </a:lnTo>
                <a:lnTo>
                  <a:pt x="30" y="1352"/>
                </a:lnTo>
                <a:lnTo>
                  <a:pt x="0" y="1209"/>
                </a:lnTo>
                <a:lnTo>
                  <a:pt x="0" y="1209"/>
                </a:lnTo>
                <a:lnTo>
                  <a:pt x="30" y="1127"/>
                </a:lnTo>
                <a:lnTo>
                  <a:pt x="120" y="1036"/>
                </a:lnTo>
                <a:lnTo>
                  <a:pt x="241" y="939"/>
                </a:lnTo>
                <a:lnTo>
                  <a:pt x="421" y="842"/>
                </a:lnTo>
                <a:lnTo>
                  <a:pt x="661" y="740"/>
                </a:lnTo>
                <a:lnTo>
                  <a:pt x="961" y="638"/>
                </a:lnTo>
                <a:lnTo>
                  <a:pt x="1322" y="541"/>
                </a:lnTo>
                <a:lnTo>
                  <a:pt x="1742" y="444"/>
                </a:lnTo>
                <a:lnTo>
                  <a:pt x="1983" y="398"/>
                </a:lnTo>
                <a:lnTo>
                  <a:pt x="2223" y="352"/>
                </a:lnTo>
                <a:lnTo>
                  <a:pt x="2493" y="311"/>
                </a:lnTo>
                <a:lnTo>
                  <a:pt x="2793" y="271"/>
                </a:lnTo>
                <a:lnTo>
                  <a:pt x="3094" y="230"/>
                </a:lnTo>
                <a:lnTo>
                  <a:pt x="3424" y="194"/>
                </a:lnTo>
                <a:lnTo>
                  <a:pt x="3755" y="158"/>
                </a:lnTo>
                <a:lnTo>
                  <a:pt x="4115" y="128"/>
                </a:lnTo>
                <a:lnTo>
                  <a:pt x="4505" y="102"/>
                </a:lnTo>
                <a:lnTo>
                  <a:pt x="4896" y="77"/>
                </a:lnTo>
                <a:lnTo>
                  <a:pt x="5316" y="51"/>
                </a:lnTo>
                <a:lnTo>
                  <a:pt x="5767" y="36"/>
                </a:lnTo>
                <a:lnTo>
                  <a:pt x="6217" y="21"/>
                </a:lnTo>
                <a:lnTo>
                  <a:pt x="6698" y="10"/>
                </a:lnTo>
                <a:lnTo>
                  <a:pt x="7209" y="0"/>
                </a:lnTo>
                <a:lnTo>
                  <a:pt x="774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112"/>
          <p:cNvSpPr/>
          <p:nvPr/>
        </p:nvSpPr>
        <p:spPr>
          <a:xfrm flipH="1">
            <a:off x="1158274" y="906778"/>
            <a:ext cx="767652" cy="225219"/>
          </a:xfrm>
          <a:custGeom>
            <a:avLst/>
            <a:gdLst/>
            <a:ahLst/>
            <a:cxnLst/>
            <a:rect l="l" t="t" r="r" b="b"/>
            <a:pathLst>
              <a:path w="13546" h="674" extrusionOk="0">
                <a:moveTo>
                  <a:pt x="7178" y="1"/>
                </a:moveTo>
                <a:lnTo>
                  <a:pt x="6037" y="6"/>
                </a:lnTo>
                <a:lnTo>
                  <a:pt x="4866" y="21"/>
                </a:lnTo>
                <a:lnTo>
                  <a:pt x="0" y="21"/>
                </a:lnTo>
                <a:lnTo>
                  <a:pt x="180" y="82"/>
                </a:lnTo>
                <a:lnTo>
                  <a:pt x="391" y="143"/>
                </a:lnTo>
                <a:lnTo>
                  <a:pt x="601" y="199"/>
                </a:lnTo>
                <a:lnTo>
                  <a:pt x="871" y="261"/>
                </a:lnTo>
                <a:lnTo>
                  <a:pt x="1171" y="317"/>
                </a:lnTo>
                <a:lnTo>
                  <a:pt x="1502" y="368"/>
                </a:lnTo>
                <a:lnTo>
                  <a:pt x="1862" y="419"/>
                </a:lnTo>
                <a:lnTo>
                  <a:pt x="2253" y="465"/>
                </a:lnTo>
                <a:lnTo>
                  <a:pt x="2673" y="511"/>
                </a:lnTo>
                <a:lnTo>
                  <a:pt x="3154" y="546"/>
                </a:lnTo>
                <a:lnTo>
                  <a:pt x="3664" y="582"/>
                </a:lnTo>
                <a:lnTo>
                  <a:pt x="4235" y="613"/>
                </a:lnTo>
                <a:lnTo>
                  <a:pt x="4836" y="638"/>
                </a:lnTo>
                <a:lnTo>
                  <a:pt x="5466" y="653"/>
                </a:lnTo>
                <a:lnTo>
                  <a:pt x="6187" y="669"/>
                </a:lnTo>
                <a:lnTo>
                  <a:pt x="6938" y="674"/>
                </a:lnTo>
                <a:lnTo>
                  <a:pt x="7208" y="674"/>
                </a:lnTo>
                <a:lnTo>
                  <a:pt x="7839" y="669"/>
                </a:lnTo>
                <a:lnTo>
                  <a:pt x="8410" y="664"/>
                </a:lnTo>
                <a:lnTo>
                  <a:pt x="8950" y="648"/>
                </a:lnTo>
                <a:lnTo>
                  <a:pt x="9491" y="633"/>
                </a:lnTo>
                <a:lnTo>
                  <a:pt x="9972" y="607"/>
                </a:lnTo>
                <a:lnTo>
                  <a:pt x="10422" y="582"/>
                </a:lnTo>
                <a:lnTo>
                  <a:pt x="10843" y="551"/>
                </a:lnTo>
                <a:lnTo>
                  <a:pt x="11263" y="516"/>
                </a:lnTo>
                <a:lnTo>
                  <a:pt x="11624" y="475"/>
                </a:lnTo>
                <a:lnTo>
                  <a:pt x="11984" y="434"/>
                </a:lnTo>
                <a:lnTo>
                  <a:pt x="12284" y="393"/>
                </a:lnTo>
                <a:lnTo>
                  <a:pt x="12585" y="342"/>
                </a:lnTo>
                <a:lnTo>
                  <a:pt x="12855" y="296"/>
                </a:lnTo>
                <a:lnTo>
                  <a:pt x="13095" y="240"/>
                </a:lnTo>
                <a:lnTo>
                  <a:pt x="13335" y="189"/>
                </a:lnTo>
                <a:lnTo>
                  <a:pt x="13546" y="133"/>
                </a:lnTo>
                <a:lnTo>
                  <a:pt x="12765" y="103"/>
                </a:lnTo>
                <a:lnTo>
                  <a:pt x="12014" y="77"/>
                </a:lnTo>
                <a:lnTo>
                  <a:pt x="11203" y="57"/>
                </a:lnTo>
                <a:lnTo>
                  <a:pt x="10422" y="36"/>
                </a:lnTo>
                <a:lnTo>
                  <a:pt x="9611" y="21"/>
                </a:lnTo>
                <a:lnTo>
                  <a:pt x="8800" y="11"/>
                </a:lnTo>
                <a:lnTo>
                  <a:pt x="7989" y="1"/>
                </a:lnTo>
                <a:close/>
              </a:path>
            </a:pathLst>
          </a:custGeom>
          <a:solidFill>
            <a:srgbClr val="008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112"/>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112"/>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112"/>
          <p:cNvSpPr txBox="1">
            <a:spLocks noGrp="1"/>
          </p:cNvSpPr>
          <p:nvPr>
            <p:ph type="subTitle" idx="1"/>
          </p:nvPr>
        </p:nvSpPr>
        <p:spPr>
          <a:xfrm>
            <a:off x="0" y="176900"/>
            <a:ext cx="1193100" cy="3393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2639" name="Google Shape;2639;p112"/>
          <p:cNvSpPr txBox="1">
            <a:spLocks noGrp="1"/>
          </p:cNvSpPr>
          <p:nvPr>
            <p:ph type="title"/>
          </p:nvPr>
        </p:nvSpPr>
        <p:spPr>
          <a:xfrm>
            <a:off x="1312875" y="1295400"/>
            <a:ext cx="6397800" cy="8289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2000"/>
              <a:buFont typeface="Lato"/>
              <a:buNone/>
              <a:defRPr sz="2000">
                <a:solidFill>
                  <a:schemeClr val="lt1"/>
                </a:solidFill>
                <a:latin typeface="Lato"/>
                <a:ea typeface="Lato"/>
                <a:cs typeface="Lato"/>
                <a:sym typeface="Lato"/>
              </a:defRPr>
            </a:lvl1pPr>
            <a:lvl2pPr lvl="1" rtl="0">
              <a:spcBef>
                <a:spcPts val="0"/>
              </a:spcBef>
              <a:spcAft>
                <a:spcPts val="0"/>
              </a:spcAft>
              <a:buClr>
                <a:schemeClr val="lt1"/>
              </a:buClr>
              <a:buSzPts val="2400"/>
              <a:buNone/>
              <a:defRPr>
                <a:solidFill>
                  <a:schemeClr val="lt1"/>
                </a:solidFill>
                <a:latin typeface="Lato"/>
                <a:ea typeface="Lato"/>
                <a:cs typeface="Lato"/>
                <a:sym typeface="Lato"/>
              </a:defRPr>
            </a:lvl2pPr>
            <a:lvl3pPr lvl="2" rtl="0">
              <a:spcBef>
                <a:spcPts val="0"/>
              </a:spcBef>
              <a:spcAft>
                <a:spcPts val="0"/>
              </a:spcAft>
              <a:buClr>
                <a:schemeClr val="lt1"/>
              </a:buClr>
              <a:buSzPts val="2400"/>
              <a:buNone/>
              <a:defRPr>
                <a:solidFill>
                  <a:schemeClr val="lt1"/>
                </a:solidFill>
                <a:latin typeface="Lato"/>
                <a:ea typeface="Lato"/>
                <a:cs typeface="Lato"/>
                <a:sym typeface="Lato"/>
              </a:defRPr>
            </a:lvl3pPr>
            <a:lvl4pPr lvl="3" rtl="0">
              <a:spcBef>
                <a:spcPts val="0"/>
              </a:spcBef>
              <a:spcAft>
                <a:spcPts val="0"/>
              </a:spcAft>
              <a:buClr>
                <a:schemeClr val="lt1"/>
              </a:buClr>
              <a:buSzPts val="2400"/>
              <a:buNone/>
              <a:defRPr>
                <a:solidFill>
                  <a:schemeClr val="lt1"/>
                </a:solidFill>
                <a:latin typeface="Lato"/>
                <a:ea typeface="Lato"/>
                <a:cs typeface="Lato"/>
                <a:sym typeface="Lato"/>
              </a:defRPr>
            </a:lvl4pPr>
            <a:lvl5pPr lvl="4" rtl="0">
              <a:spcBef>
                <a:spcPts val="0"/>
              </a:spcBef>
              <a:spcAft>
                <a:spcPts val="0"/>
              </a:spcAft>
              <a:buClr>
                <a:schemeClr val="lt1"/>
              </a:buClr>
              <a:buSzPts val="2400"/>
              <a:buNone/>
              <a:defRPr>
                <a:solidFill>
                  <a:schemeClr val="lt1"/>
                </a:solidFill>
                <a:latin typeface="Lato"/>
                <a:ea typeface="Lato"/>
                <a:cs typeface="Lato"/>
                <a:sym typeface="Lato"/>
              </a:defRPr>
            </a:lvl5pPr>
            <a:lvl6pPr lvl="5" rtl="0">
              <a:spcBef>
                <a:spcPts val="0"/>
              </a:spcBef>
              <a:spcAft>
                <a:spcPts val="0"/>
              </a:spcAft>
              <a:buClr>
                <a:schemeClr val="lt1"/>
              </a:buClr>
              <a:buSzPts val="2400"/>
              <a:buNone/>
              <a:defRPr>
                <a:solidFill>
                  <a:schemeClr val="lt1"/>
                </a:solidFill>
                <a:latin typeface="Lato"/>
                <a:ea typeface="Lato"/>
                <a:cs typeface="Lato"/>
                <a:sym typeface="Lato"/>
              </a:defRPr>
            </a:lvl6pPr>
            <a:lvl7pPr lvl="6" rtl="0">
              <a:spcBef>
                <a:spcPts val="0"/>
              </a:spcBef>
              <a:spcAft>
                <a:spcPts val="0"/>
              </a:spcAft>
              <a:buClr>
                <a:schemeClr val="lt1"/>
              </a:buClr>
              <a:buSzPts val="2400"/>
              <a:buNone/>
              <a:defRPr>
                <a:solidFill>
                  <a:schemeClr val="lt1"/>
                </a:solidFill>
                <a:latin typeface="Lato"/>
                <a:ea typeface="Lato"/>
                <a:cs typeface="Lato"/>
                <a:sym typeface="Lato"/>
              </a:defRPr>
            </a:lvl7pPr>
            <a:lvl8pPr lvl="7" rtl="0">
              <a:spcBef>
                <a:spcPts val="0"/>
              </a:spcBef>
              <a:spcAft>
                <a:spcPts val="0"/>
              </a:spcAft>
              <a:buClr>
                <a:schemeClr val="lt1"/>
              </a:buClr>
              <a:buSzPts val="2400"/>
              <a:buNone/>
              <a:defRPr>
                <a:solidFill>
                  <a:schemeClr val="lt1"/>
                </a:solidFill>
                <a:latin typeface="Lato"/>
                <a:ea typeface="Lato"/>
                <a:cs typeface="Lato"/>
                <a:sym typeface="Lato"/>
              </a:defRPr>
            </a:lvl8pPr>
            <a:lvl9pPr lvl="8" rtl="0">
              <a:spcBef>
                <a:spcPts val="0"/>
              </a:spcBef>
              <a:spcAft>
                <a:spcPts val="0"/>
              </a:spcAft>
              <a:buClr>
                <a:schemeClr val="lt1"/>
              </a:buClr>
              <a:buSzPts val="2400"/>
              <a:buNone/>
              <a:defRPr>
                <a:solidFill>
                  <a:schemeClr val="lt1"/>
                </a:solidFill>
                <a:latin typeface="Lato"/>
                <a:ea typeface="Lato"/>
                <a:cs typeface="Lato"/>
                <a:sym typeface="Lato"/>
              </a:defRPr>
            </a:lvl9pPr>
          </a:lstStyle>
          <a:p>
            <a:endParaRPr/>
          </a:p>
        </p:txBody>
      </p:sp>
      <p:sp>
        <p:nvSpPr>
          <p:cNvPr id="2640" name="Google Shape;2640;p112"/>
          <p:cNvSpPr txBox="1">
            <a:spLocks noGrp="1"/>
          </p:cNvSpPr>
          <p:nvPr>
            <p:ph type="title" idx="2"/>
          </p:nvPr>
        </p:nvSpPr>
        <p:spPr>
          <a:xfrm>
            <a:off x="1312875" y="2293250"/>
            <a:ext cx="64299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
              <a:buFont typeface="Lato"/>
              <a:buNone/>
              <a:defRPr sz="800">
                <a:solidFill>
                  <a:schemeClr val="lt1"/>
                </a:solidFill>
                <a:latin typeface="Lato"/>
                <a:ea typeface="Lato"/>
                <a:cs typeface="Lato"/>
                <a:sym typeface="Lato"/>
              </a:defRPr>
            </a:lvl1pPr>
            <a:lvl2pPr lvl="1" rtl="0">
              <a:spcBef>
                <a:spcPts val="0"/>
              </a:spcBef>
              <a:spcAft>
                <a:spcPts val="0"/>
              </a:spcAft>
              <a:buClr>
                <a:schemeClr val="lt1"/>
              </a:buClr>
              <a:buSzPts val="800"/>
              <a:buNone/>
              <a:defRPr sz="800">
                <a:solidFill>
                  <a:schemeClr val="lt1"/>
                </a:solidFill>
                <a:latin typeface="Lato"/>
                <a:ea typeface="Lato"/>
                <a:cs typeface="Lato"/>
                <a:sym typeface="Lato"/>
              </a:defRPr>
            </a:lvl2pPr>
            <a:lvl3pPr lvl="2" rtl="0">
              <a:spcBef>
                <a:spcPts val="0"/>
              </a:spcBef>
              <a:spcAft>
                <a:spcPts val="0"/>
              </a:spcAft>
              <a:buClr>
                <a:schemeClr val="lt1"/>
              </a:buClr>
              <a:buSzPts val="800"/>
              <a:buNone/>
              <a:defRPr sz="800">
                <a:solidFill>
                  <a:schemeClr val="lt1"/>
                </a:solidFill>
                <a:latin typeface="Lato"/>
                <a:ea typeface="Lato"/>
                <a:cs typeface="Lato"/>
                <a:sym typeface="Lato"/>
              </a:defRPr>
            </a:lvl3pPr>
            <a:lvl4pPr lvl="3" rtl="0">
              <a:spcBef>
                <a:spcPts val="0"/>
              </a:spcBef>
              <a:spcAft>
                <a:spcPts val="0"/>
              </a:spcAft>
              <a:buClr>
                <a:schemeClr val="lt1"/>
              </a:buClr>
              <a:buSzPts val="800"/>
              <a:buNone/>
              <a:defRPr sz="800">
                <a:solidFill>
                  <a:schemeClr val="lt1"/>
                </a:solidFill>
                <a:latin typeface="Lato"/>
                <a:ea typeface="Lato"/>
                <a:cs typeface="Lato"/>
                <a:sym typeface="Lato"/>
              </a:defRPr>
            </a:lvl4pPr>
            <a:lvl5pPr lvl="4" rtl="0">
              <a:spcBef>
                <a:spcPts val="0"/>
              </a:spcBef>
              <a:spcAft>
                <a:spcPts val="0"/>
              </a:spcAft>
              <a:buClr>
                <a:schemeClr val="lt1"/>
              </a:buClr>
              <a:buSzPts val="800"/>
              <a:buNone/>
              <a:defRPr sz="800">
                <a:solidFill>
                  <a:schemeClr val="lt1"/>
                </a:solidFill>
                <a:latin typeface="Lato"/>
                <a:ea typeface="Lato"/>
                <a:cs typeface="Lato"/>
                <a:sym typeface="Lato"/>
              </a:defRPr>
            </a:lvl5pPr>
            <a:lvl6pPr lvl="5" rtl="0">
              <a:spcBef>
                <a:spcPts val="0"/>
              </a:spcBef>
              <a:spcAft>
                <a:spcPts val="0"/>
              </a:spcAft>
              <a:buClr>
                <a:schemeClr val="lt1"/>
              </a:buClr>
              <a:buSzPts val="800"/>
              <a:buNone/>
              <a:defRPr sz="800">
                <a:solidFill>
                  <a:schemeClr val="lt1"/>
                </a:solidFill>
                <a:latin typeface="Lato"/>
                <a:ea typeface="Lato"/>
                <a:cs typeface="Lato"/>
                <a:sym typeface="Lato"/>
              </a:defRPr>
            </a:lvl6pPr>
            <a:lvl7pPr lvl="6" rtl="0">
              <a:spcBef>
                <a:spcPts val="0"/>
              </a:spcBef>
              <a:spcAft>
                <a:spcPts val="0"/>
              </a:spcAft>
              <a:buClr>
                <a:schemeClr val="lt1"/>
              </a:buClr>
              <a:buSzPts val="800"/>
              <a:buNone/>
              <a:defRPr sz="800">
                <a:solidFill>
                  <a:schemeClr val="lt1"/>
                </a:solidFill>
                <a:latin typeface="Lato"/>
                <a:ea typeface="Lato"/>
                <a:cs typeface="Lato"/>
                <a:sym typeface="Lato"/>
              </a:defRPr>
            </a:lvl7pPr>
            <a:lvl8pPr lvl="7" rtl="0">
              <a:spcBef>
                <a:spcPts val="0"/>
              </a:spcBef>
              <a:spcAft>
                <a:spcPts val="0"/>
              </a:spcAft>
              <a:buClr>
                <a:schemeClr val="lt1"/>
              </a:buClr>
              <a:buSzPts val="800"/>
              <a:buNone/>
              <a:defRPr sz="800">
                <a:solidFill>
                  <a:schemeClr val="lt1"/>
                </a:solidFill>
                <a:latin typeface="Lato"/>
                <a:ea typeface="Lato"/>
                <a:cs typeface="Lato"/>
                <a:sym typeface="Lato"/>
              </a:defRPr>
            </a:lvl8pPr>
            <a:lvl9pPr lvl="8" rtl="0">
              <a:spcBef>
                <a:spcPts val="0"/>
              </a:spcBef>
              <a:spcAft>
                <a:spcPts val="0"/>
              </a:spcAft>
              <a:buClr>
                <a:schemeClr val="lt1"/>
              </a:buClr>
              <a:buSzPts val="800"/>
              <a:buNone/>
              <a:defRPr sz="800">
                <a:solidFill>
                  <a:schemeClr val="lt1"/>
                </a:solidFill>
                <a:latin typeface="Lato"/>
                <a:ea typeface="Lato"/>
                <a:cs typeface="Lato"/>
                <a:sym typeface="Lato"/>
              </a:defRPr>
            </a:lvl9pPr>
          </a:lstStyle>
          <a:p>
            <a:endParaRPr/>
          </a:p>
        </p:txBody>
      </p:sp>
      <p:sp>
        <p:nvSpPr>
          <p:cNvPr id="2641" name="Google Shape;2641;p112"/>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Dark intro">
  <p:cSld name="Title and two columns_2_2_1_3">
    <p:bg>
      <p:bgPr>
        <a:solidFill>
          <a:srgbClr val="253746"/>
        </a:solidFill>
        <a:effectLst/>
      </p:bgPr>
    </p:bg>
    <p:spTree>
      <p:nvGrpSpPr>
        <p:cNvPr id="1" name="Shape 2642"/>
        <p:cNvGrpSpPr/>
        <p:nvPr/>
      </p:nvGrpSpPr>
      <p:grpSpPr>
        <a:xfrm>
          <a:off x="0" y="0"/>
          <a:ext cx="0" cy="0"/>
          <a:chOff x="0" y="0"/>
          <a:chExt cx="0" cy="0"/>
        </a:xfrm>
      </p:grpSpPr>
      <p:sp>
        <p:nvSpPr>
          <p:cNvPr id="2643" name="Google Shape;2643;p113"/>
          <p:cNvSpPr txBox="1">
            <a:spLocks noGrp="1"/>
          </p:cNvSpPr>
          <p:nvPr>
            <p:ph type="body" idx="1"/>
          </p:nvPr>
        </p:nvSpPr>
        <p:spPr>
          <a:xfrm>
            <a:off x="3646400" y="875150"/>
            <a:ext cx="4114800" cy="3779100"/>
          </a:xfrm>
          <a:prstGeom prst="rect">
            <a:avLst/>
          </a:prstGeom>
          <a:noFill/>
          <a:ln>
            <a:noFill/>
          </a:ln>
        </p:spPr>
        <p:txBody>
          <a:bodyPr spcFirstLastPara="1" wrap="square" lIns="0" tIns="0" rIns="0" bIns="0" anchor="t" anchorCtr="0">
            <a:noAutofit/>
          </a:bodyPr>
          <a:lstStyle>
            <a:lvl1pPr marL="457200" lvl="0" indent="-228600" algn="l" rtl="0">
              <a:lnSpc>
                <a:spcPct val="115000"/>
              </a:lnSpc>
              <a:spcBef>
                <a:spcPts val="0"/>
              </a:spcBef>
              <a:spcAft>
                <a:spcPts val="0"/>
              </a:spcAft>
              <a:buClr>
                <a:srgbClr val="98A2AB"/>
              </a:buClr>
              <a:buSzPts val="900"/>
              <a:buNone/>
              <a:defRPr>
                <a:solidFill>
                  <a:srgbClr val="98A2AB"/>
                </a:solidFill>
              </a:defRPr>
            </a:lvl1pPr>
            <a:lvl2pPr marL="914400" lvl="1" indent="-285750" algn="l" rtl="0">
              <a:lnSpc>
                <a:spcPct val="115000"/>
              </a:lnSpc>
              <a:spcBef>
                <a:spcPts val="1600"/>
              </a:spcBef>
              <a:spcAft>
                <a:spcPts val="0"/>
              </a:spcAft>
              <a:buClr>
                <a:srgbClr val="98A2AB"/>
              </a:buClr>
              <a:buSzPts val="900"/>
              <a:buChar char="○"/>
              <a:defRPr>
                <a:solidFill>
                  <a:srgbClr val="98A2AB"/>
                </a:solidFill>
              </a:defRPr>
            </a:lvl2pPr>
            <a:lvl3pPr marL="1371600" lvl="2" indent="-285750" algn="l" rtl="0">
              <a:lnSpc>
                <a:spcPct val="115000"/>
              </a:lnSpc>
              <a:spcBef>
                <a:spcPts val="1600"/>
              </a:spcBef>
              <a:spcAft>
                <a:spcPts val="0"/>
              </a:spcAft>
              <a:buClr>
                <a:srgbClr val="98A2AB"/>
              </a:buClr>
              <a:buSzPts val="900"/>
              <a:buChar char="■"/>
              <a:defRPr>
                <a:solidFill>
                  <a:srgbClr val="98A2AB"/>
                </a:solidFill>
              </a:defRPr>
            </a:lvl3pPr>
            <a:lvl4pPr marL="1828800" lvl="3" indent="-285750" algn="l" rtl="0">
              <a:lnSpc>
                <a:spcPct val="115000"/>
              </a:lnSpc>
              <a:spcBef>
                <a:spcPts val="1600"/>
              </a:spcBef>
              <a:spcAft>
                <a:spcPts val="0"/>
              </a:spcAft>
              <a:buClr>
                <a:srgbClr val="98A2AB"/>
              </a:buClr>
              <a:buSzPts val="900"/>
              <a:buChar char="●"/>
              <a:defRPr>
                <a:solidFill>
                  <a:srgbClr val="98A2AB"/>
                </a:solidFill>
              </a:defRPr>
            </a:lvl4pPr>
            <a:lvl5pPr marL="2286000" lvl="4" indent="-285750" algn="l" rtl="0">
              <a:lnSpc>
                <a:spcPct val="115000"/>
              </a:lnSpc>
              <a:spcBef>
                <a:spcPts val="1600"/>
              </a:spcBef>
              <a:spcAft>
                <a:spcPts val="0"/>
              </a:spcAft>
              <a:buClr>
                <a:srgbClr val="98A2AB"/>
              </a:buClr>
              <a:buSzPts val="900"/>
              <a:buChar char="○"/>
              <a:defRPr>
                <a:solidFill>
                  <a:srgbClr val="98A2AB"/>
                </a:solidFill>
              </a:defRPr>
            </a:lvl5pPr>
            <a:lvl6pPr marL="2743200" lvl="5" indent="-285750" algn="l" rtl="0">
              <a:lnSpc>
                <a:spcPct val="115000"/>
              </a:lnSpc>
              <a:spcBef>
                <a:spcPts val="1600"/>
              </a:spcBef>
              <a:spcAft>
                <a:spcPts val="0"/>
              </a:spcAft>
              <a:buClr>
                <a:srgbClr val="98A2AB"/>
              </a:buClr>
              <a:buSzPts val="900"/>
              <a:buChar char="■"/>
              <a:defRPr>
                <a:solidFill>
                  <a:srgbClr val="98A2AB"/>
                </a:solidFill>
              </a:defRPr>
            </a:lvl6pPr>
            <a:lvl7pPr marL="3200400" lvl="6" indent="-285750" algn="l" rtl="0">
              <a:lnSpc>
                <a:spcPct val="115000"/>
              </a:lnSpc>
              <a:spcBef>
                <a:spcPts val="1600"/>
              </a:spcBef>
              <a:spcAft>
                <a:spcPts val="0"/>
              </a:spcAft>
              <a:buClr>
                <a:srgbClr val="98A2AB"/>
              </a:buClr>
              <a:buSzPts val="900"/>
              <a:buChar char="●"/>
              <a:defRPr>
                <a:solidFill>
                  <a:srgbClr val="98A2AB"/>
                </a:solidFill>
              </a:defRPr>
            </a:lvl7pPr>
            <a:lvl8pPr marL="3657600" lvl="7" indent="-285750" algn="l" rtl="0">
              <a:lnSpc>
                <a:spcPct val="115000"/>
              </a:lnSpc>
              <a:spcBef>
                <a:spcPts val="1600"/>
              </a:spcBef>
              <a:spcAft>
                <a:spcPts val="0"/>
              </a:spcAft>
              <a:buClr>
                <a:srgbClr val="98A2AB"/>
              </a:buClr>
              <a:buSzPts val="900"/>
              <a:buChar char="○"/>
              <a:defRPr>
                <a:solidFill>
                  <a:srgbClr val="98A2AB"/>
                </a:solidFill>
              </a:defRPr>
            </a:lvl8pPr>
            <a:lvl9pPr marL="4114800" lvl="8" indent="-285750" algn="l" rtl="0">
              <a:lnSpc>
                <a:spcPct val="115000"/>
              </a:lnSpc>
              <a:spcBef>
                <a:spcPts val="1600"/>
              </a:spcBef>
              <a:spcAft>
                <a:spcPts val="1600"/>
              </a:spcAft>
              <a:buClr>
                <a:srgbClr val="98A2AB"/>
              </a:buClr>
              <a:buSzPts val="900"/>
              <a:buChar char="■"/>
              <a:defRPr>
                <a:solidFill>
                  <a:srgbClr val="98A2AB"/>
                </a:solidFill>
              </a:defRPr>
            </a:lvl9pPr>
          </a:lstStyle>
          <a:p>
            <a:endParaRPr/>
          </a:p>
        </p:txBody>
      </p:sp>
      <p:sp>
        <p:nvSpPr>
          <p:cNvPr id="2644" name="Google Shape;2644;p113"/>
          <p:cNvSpPr txBox="1">
            <a:spLocks noGrp="1"/>
          </p:cNvSpPr>
          <p:nvPr>
            <p:ph type="sldNum" idx="12"/>
          </p:nvPr>
        </p:nvSpPr>
        <p:spPr>
          <a:xfrm>
            <a:off x="8686800" y="4693625"/>
            <a:ext cx="457200" cy="3936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98A4AF"/>
                </a:solidFill>
                <a:latin typeface="Karla"/>
                <a:ea typeface="Karla"/>
                <a:cs typeface="Karla"/>
                <a:sym typeface="Karla"/>
              </a:defRPr>
            </a:lvl9pPr>
          </a:lstStyle>
          <a:p>
            <a:pPr marL="0" lvl="0" indent="0" algn="ctr" rtl="0">
              <a:spcBef>
                <a:spcPts val="0"/>
              </a:spcBef>
              <a:spcAft>
                <a:spcPts val="0"/>
              </a:spcAft>
              <a:buNone/>
            </a:pPr>
            <a:fld id="{00000000-1234-1234-1234-123412341234}" type="slidenum">
              <a:rPr lang="en"/>
              <a:t>‹#›</a:t>
            </a:fld>
            <a:endParaRPr/>
          </a:p>
        </p:txBody>
      </p:sp>
      <p:sp>
        <p:nvSpPr>
          <p:cNvPr id="2645" name="Google Shape;2645;p113"/>
          <p:cNvSpPr txBox="1">
            <a:spLocks noGrp="1"/>
          </p:cNvSpPr>
          <p:nvPr>
            <p:ph type="title"/>
          </p:nvPr>
        </p:nvSpPr>
        <p:spPr>
          <a:xfrm>
            <a:off x="463550" y="838200"/>
            <a:ext cx="2282700" cy="16002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rgbClr val="00BF6F"/>
              </a:buClr>
              <a:buSzPts val="2800"/>
              <a:buNone/>
              <a:defRPr>
                <a:solidFill>
                  <a:srgbClr val="00BF6F"/>
                </a:solidFill>
              </a:defRPr>
            </a:lvl1pPr>
            <a:lvl2pPr lvl="1" algn="l" rtl="0">
              <a:lnSpc>
                <a:spcPct val="100000"/>
              </a:lnSpc>
              <a:spcBef>
                <a:spcPts val="0"/>
              </a:spcBef>
              <a:spcAft>
                <a:spcPts val="0"/>
              </a:spcAft>
              <a:buClr>
                <a:srgbClr val="00BF6F"/>
              </a:buClr>
              <a:buSzPts val="2800"/>
              <a:buNone/>
              <a:defRPr>
                <a:solidFill>
                  <a:srgbClr val="00BF6F"/>
                </a:solidFill>
              </a:defRPr>
            </a:lvl2pPr>
            <a:lvl3pPr lvl="2" algn="l" rtl="0">
              <a:lnSpc>
                <a:spcPct val="100000"/>
              </a:lnSpc>
              <a:spcBef>
                <a:spcPts val="0"/>
              </a:spcBef>
              <a:spcAft>
                <a:spcPts val="0"/>
              </a:spcAft>
              <a:buClr>
                <a:srgbClr val="00BF6F"/>
              </a:buClr>
              <a:buSzPts val="2800"/>
              <a:buNone/>
              <a:defRPr>
                <a:solidFill>
                  <a:srgbClr val="00BF6F"/>
                </a:solidFill>
              </a:defRPr>
            </a:lvl3pPr>
            <a:lvl4pPr lvl="3" algn="l" rtl="0">
              <a:lnSpc>
                <a:spcPct val="100000"/>
              </a:lnSpc>
              <a:spcBef>
                <a:spcPts val="0"/>
              </a:spcBef>
              <a:spcAft>
                <a:spcPts val="0"/>
              </a:spcAft>
              <a:buClr>
                <a:srgbClr val="00BF6F"/>
              </a:buClr>
              <a:buSzPts val="2800"/>
              <a:buNone/>
              <a:defRPr>
                <a:solidFill>
                  <a:srgbClr val="00BF6F"/>
                </a:solidFill>
              </a:defRPr>
            </a:lvl4pPr>
            <a:lvl5pPr lvl="4" algn="l" rtl="0">
              <a:lnSpc>
                <a:spcPct val="100000"/>
              </a:lnSpc>
              <a:spcBef>
                <a:spcPts val="0"/>
              </a:spcBef>
              <a:spcAft>
                <a:spcPts val="0"/>
              </a:spcAft>
              <a:buClr>
                <a:srgbClr val="00BF6F"/>
              </a:buClr>
              <a:buSzPts val="2800"/>
              <a:buNone/>
              <a:defRPr>
                <a:solidFill>
                  <a:srgbClr val="00BF6F"/>
                </a:solidFill>
              </a:defRPr>
            </a:lvl5pPr>
            <a:lvl6pPr lvl="5" algn="l" rtl="0">
              <a:lnSpc>
                <a:spcPct val="100000"/>
              </a:lnSpc>
              <a:spcBef>
                <a:spcPts val="0"/>
              </a:spcBef>
              <a:spcAft>
                <a:spcPts val="0"/>
              </a:spcAft>
              <a:buClr>
                <a:srgbClr val="00BF6F"/>
              </a:buClr>
              <a:buSzPts val="2800"/>
              <a:buNone/>
              <a:defRPr>
                <a:solidFill>
                  <a:srgbClr val="00BF6F"/>
                </a:solidFill>
              </a:defRPr>
            </a:lvl6pPr>
            <a:lvl7pPr lvl="6" algn="l" rtl="0">
              <a:lnSpc>
                <a:spcPct val="100000"/>
              </a:lnSpc>
              <a:spcBef>
                <a:spcPts val="0"/>
              </a:spcBef>
              <a:spcAft>
                <a:spcPts val="0"/>
              </a:spcAft>
              <a:buClr>
                <a:srgbClr val="00BF6F"/>
              </a:buClr>
              <a:buSzPts val="2800"/>
              <a:buNone/>
              <a:defRPr>
                <a:solidFill>
                  <a:srgbClr val="00BF6F"/>
                </a:solidFill>
              </a:defRPr>
            </a:lvl7pPr>
            <a:lvl8pPr lvl="7" algn="l" rtl="0">
              <a:lnSpc>
                <a:spcPct val="100000"/>
              </a:lnSpc>
              <a:spcBef>
                <a:spcPts val="0"/>
              </a:spcBef>
              <a:spcAft>
                <a:spcPts val="0"/>
              </a:spcAft>
              <a:buClr>
                <a:srgbClr val="00BF6F"/>
              </a:buClr>
              <a:buSzPts val="2800"/>
              <a:buNone/>
              <a:defRPr>
                <a:solidFill>
                  <a:srgbClr val="00BF6F"/>
                </a:solidFill>
              </a:defRPr>
            </a:lvl8pPr>
            <a:lvl9pPr lvl="8" algn="l" rtl="0">
              <a:lnSpc>
                <a:spcPct val="100000"/>
              </a:lnSpc>
              <a:spcBef>
                <a:spcPts val="0"/>
              </a:spcBef>
              <a:spcAft>
                <a:spcPts val="0"/>
              </a:spcAft>
              <a:buClr>
                <a:srgbClr val="00BF6F"/>
              </a:buClr>
              <a:buSzPts val="2800"/>
              <a:buNone/>
              <a:defRPr>
                <a:solidFill>
                  <a:srgbClr val="00BF6F"/>
                </a:solidFill>
              </a:defRPr>
            </a:lvl9pPr>
          </a:lstStyle>
          <a:p>
            <a:endParaRPr/>
          </a:p>
        </p:txBody>
      </p:sp>
    </p:spTree>
  </p:cSld>
  <p:clrMapOvr>
    <a:masterClrMapping/>
  </p:clrMapOvr>
  <p:extLst>
    <p:ext uri="{DCECCB84-F9BA-43D5-87BE-67443E8EF086}">
      <p15:sldGuideLst xmlns:p15="http://schemas.microsoft.com/office/powerpoint/2012/main">
        <p15:guide id="1" pos="4889">
          <p15:clr>
            <a:srgbClr val="FA7B17"/>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Blue - Basic  1">
  <p:cSld name="TITLE_AND_BODY_3_3">
    <p:spTree>
      <p:nvGrpSpPr>
        <p:cNvPr id="1" name="Shape 2646"/>
        <p:cNvGrpSpPr/>
        <p:nvPr/>
      </p:nvGrpSpPr>
      <p:grpSpPr>
        <a:xfrm>
          <a:off x="0" y="0"/>
          <a:ext cx="0" cy="0"/>
          <a:chOff x="0" y="0"/>
          <a:chExt cx="0" cy="0"/>
        </a:xfrm>
      </p:grpSpPr>
      <p:sp>
        <p:nvSpPr>
          <p:cNvPr id="2647" name="Google Shape;2647;p114"/>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8" name="Google Shape;2648;p114"/>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1CBD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9" name="Google Shape;2649;p114"/>
          <p:cNvSpPr txBox="1">
            <a:spLocks noGrp="1"/>
          </p:cNvSpPr>
          <p:nvPr>
            <p:ph type="subTitle" idx="1"/>
          </p:nvPr>
        </p:nvSpPr>
        <p:spPr>
          <a:xfrm>
            <a:off x="457200" y="1219950"/>
            <a:ext cx="3657600" cy="3288000"/>
          </a:xfrm>
          <a:prstGeom prst="rect">
            <a:avLst/>
          </a:prstGeom>
          <a:noFill/>
          <a:ln>
            <a:noFill/>
          </a:ln>
        </p:spPr>
        <p:txBody>
          <a:bodyPr spcFirstLastPara="1" wrap="square" lIns="0" tIns="0" rIns="0" bIns="0" anchor="t" anchorCtr="0">
            <a:noAutofit/>
          </a:bodyPr>
          <a:lstStyle>
            <a:lvl1pPr lvl="0" algn="l" rtl="0">
              <a:lnSpc>
                <a:spcPct val="115000"/>
              </a:lnSpc>
              <a:spcBef>
                <a:spcPts val="0"/>
              </a:spcBef>
              <a:spcAft>
                <a:spcPts val="0"/>
              </a:spcAft>
              <a:buSzPts val="900"/>
              <a:buNone/>
              <a:defRPr/>
            </a:lvl1pPr>
            <a:lvl2pPr lvl="1" algn="l" rtl="0">
              <a:lnSpc>
                <a:spcPct val="115000"/>
              </a:lnSpc>
              <a:spcBef>
                <a:spcPts val="1600"/>
              </a:spcBef>
              <a:spcAft>
                <a:spcPts val="0"/>
              </a:spcAft>
              <a:buSzPts val="900"/>
              <a:buNone/>
              <a:defRPr/>
            </a:lvl2pPr>
            <a:lvl3pPr lvl="2" algn="l" rtl="0">
              <a:lnSpc>
                <a:spcPct val="115000"/>
              </a:lnSpc>
              <a:spcBef>
                <a:spcPts val="1600"/>
              </a:spcBef>
              <a:spcAft>
                <a:spcPts val="0"/>
              </a:spcAft>
              <a:buSzPts val="900"/>
              <a:buNone/>
              <a:defRPr/>
            </a:lvl3pPr>
            <a:lvl4pPr lvl="3" algn="l" rtl="0">
              <a:lnSpc>
                <a:spcPct val="115000"/>
              </a:lnSpc>
              <a:spcBef>
                <a:spcPts val="1600"/>
              </a:spcBef>
              <a:spcAft>
                <a:spcPts val="0"/>
              </a:spcAft>
              <a:buSzPts val="900"/>
              <a:buNone/>
              <a:defRPr/>
            </a:lvl4pPr>
            <a:lvl5pPr lvl="4" algn="l" rtl="0">
              <a:lnSpc>
                <a:spcPct val="115000"/>
              </a:lnSpc>
              <a:spcBef>
                <a:spcPts val="1600"/>
              </a:spcBef>
              <a:spcAft>
                <a:spcPts val="0"/>
              </a:spcAft>
              <a:buSzPts val="900"/>
              <a:buNone/>
              <a:defRPr/>
            </a:lvl5pPr>
            <a:lvl6pPr lvl="5" algn="l" rtl="0">
              <a:lnSpc>
                <a:spcPct val="115000"/>
              </a:lnSpc>
              <a:spcBef>
                <a:spcPts val="1600"/>
              </a:spcBef>
              <a:spcAft>
                <a:spcPts val="0"/>
              </a:spcAft>
              <a:buSzPts val="900"/>
              <a:buNone/>
              <a:defRPr/>
            </a:lvl6pPr>
            <a:lvl7pPr lvl="6" algn="l" rtl="0">
              <a:lnSpc>
                <a:spcPct val="115000"/>
              </a:lnSpc>
              <a:spcBef>
                <a:spcPts val="1600"/>
              </a:spcBef>
              <a:spcAft>
                <a:spcPts val="0"/>
              </a:spcAft>
              <a:buSzPts val="900"/>
              <a:buNone/>
              <a:defRPr/>
            </a:lvl7pPr>
            <a:lvl8pPr lvl="7" algn="l" rtl="0">
              <a:lnSpc>
                <a:spcPct val="115000"/>
              </a:lnSpc>
              <a:spcBef>
                <a:spcPts val="1600"/>
              </a:spcBef>
              <a:spcAft>
                <a:spcPts val="0"/>
              </a:spcAft>
              <a:buSzPts val="900"/>
              <a:buNone/>
              <a:defRPr/>
            </a:lvl8pPr>
            <a:lvl9pPr lvl="8" algn="l" rtl="0">
              <a:lnSpc>
                <a:spcPct val="115000"/>
              </a:lnSpc>
              <a:spcBef>
                <a:spcPts val="1600"/>
              </a:spcBef>
              <a:spcAft>
                <a:spcPts val="1600"/>
              </a:spcAft>
              <a:buSzPts val="900"/>
              <a:buNone/>
              <a:defRPr/>
            </a:lvl9pPr>
          </a:lstStyle>
          <a:p>
            <a:endParaRPr/>
          </a:p>
        </p:txBody>
      </p:sp>
      <p:sp>
        <p:nvSpPr>
          <p:cNvPr id="2650" name="Google Shape;2650;p114"/>
          <p:cNvSpPr txBox="1">
            <a:spLocks noGrp="1"/>
          </p:cNvSpPr>
          <p:nvPr>
            <p:ph type="subTitle" idx="2"/>
          </p:nvPr>
        </p:nvSpPr>
        <p:spPr>
          <a:xfrm>
            <a:off x="0" y="176900"/>
            <a:ext cx="1193100" cy="339300"/>
          </a:xfrm>
          <a:prstGeom prst="rect">
            <a:avLst/>
          </a:prstGeom>
          <a:noFill/>
          <a:ln>
            <a:noFill/>
          </a:ln>
        </p:spPr>
        <p:txBody>
          <a:bodyPr spcFirstLastPara="1" wrap="square" lIns="0" tIns="0" rIns="0" bIns="0" anchor="ctr" anchorCtr="0">
            <a:noAutofit/>
          </a:bodyPr>
          <a:lstStyle>
            <a:lvl1pPr lvl="0" algn="ctr" rtl="0">
              <a:lnSpc>
                <a:spcPct val="115000"/>
              </a:lnSpc>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lnSpc>
                <a:spcPct val="115000"/>
              </a:lnSpc>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lnSpc>
                <a:spcPct val="115000"/>
              </a:lnSpc>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lnSpc>
                <a:spcPct val="115000"/>
              </a:lnSpc>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lnSpc>
                <a:spcPct val="115000"/>
              </a:lnSpc>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lnSpc>
                <a:spcPct val="115000"/>
              </a:lnSpc>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lnSpc>
                <a:spcPct val="115000"/>
              </a:lnSpc>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lnSpc>
                <a:spcPct val="115000"/>
              </a:lnSpc>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lnSpc>
                <a:spcPct val="115000"/>
              </a:lnSpc>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2651" name="Google Shape;2651;p114"/>
          <p:cNvSpPr txBox="1">
            <a:spLocks noGrp="1"/>
          </p:cNvSpPr>
          <p:nvPr>
            <p:ph type="title"/>
          </p:nvPr>
        </p:nvSpPr>
        <p:spPr>
          <a:xfrm>
            <a:off x="457200" y="640075"/>
            <a:ext cx="4149900" cy="33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2400"/>
              <a:buNone/>
              <a:defRPr/>
            </a:lvl1pPr>
            <a:lvl2pPr lvl="1" algn="l" rtl="0">
              <a:lnSpc>
                <a:spcPct val="100000"/>
              </a:lnSpc>
              <a:spcBef>
                <a:spcPts val="0"/>
              </a:spcBef>
              <a:spcAft>
                <a:spcPts val="0"/>
              </a:spcAft>
              <a:buSzPts val="2400"/>
              <a:buNone/>
              <a:defRPr/>
            </a:lvl2pPr>
            <a:lvl3pPr lvl="2" algn="l" rtl="0">
              <a:lnSpc>
                <a:spcPct val="100000"/>
              </a:lnSpc>
              <a:spcBef>
                <a:spcPts val="0"/>
              </a:spcBef>
              <a:spcAft>
                <a:spcPts val="0"/>
              </a:spcAft>
              <a:buSzPts val="2400"/>
              <a:buNone/>
              <a:defRPr/>
            </a:lvl3pPr>
            <a:lvl4pPr lvl="3" algn="l" rtl="0">
              <a:lnSpc>
                <a:spcPct val="100000"/>
              </a:lnSpc>
              <a:spcBef>
                <a:spcPts val="0"/>
              </a:spcBef>
              <a:spcAft>
                <a:spcPts val="0"/>
              </a:spcAft>
              <a:buSzPts val="2400"/>
              <a:buNone/>
              <a:defRPr/>
            </a:lvl4pPr>
            <a:lvl5pPr lvl="4" algn="l" rtl="0">
              <a:lnSpc>
                <a:spcPct val="100000"/>
              </a:lnSpc>
              <a:spcBef>
                <a:spcPts val="0"/>
              </a:spcBef>
              <a:spcAft>
                <a:spcPts val="0"/>
              </a:spcAft>
              <a:buSzPts val="2400"/>
              <a:buNone/>
              <a:defRPr/>
            </a:lvl5pPr>
            <a:lvl6pPr lvl="5" algn="l" rtl="0">
              <a:lnSpc>
                <a:spcPct val="100000"/>
              </a:lnSpc>
              <a:spcBef>
                <a:spcPts val="0"/>
              </a:spcBef>
              <a:spcAft>
                <a:spcPts val="0"/>
              </a:spcAft>
              <a:buSzPts val="2400"/>
              <a:buNone/>
              <a:defRPr/>
            </a:lvl6pPr>
            <a:lvl7pPr lvl="6" algn="l" rtl="0">
              <a:lnSpc>
                <a:spcPct val="100000"/>
              </a:lnSpc>
              <a:spcBef>
                <a:spcPts val="0"/>
              </a:spcBef>
              <a:spcAft>
                <a:spcPts val="0"/>
              </a:spcAft>
              <a:buSzPts val="2400"/>
              <a:buNone/>
              <a:defRPr/>
            </a:lvl7pPr>
            <a:lvl8pPr lvl="7" algn="l" rtl="0">
              <a:lnSpc>
                <a:spcPct val="100000"/>
              </a:lnSpc>
              <a:spcBef>
                <a:spcPts val="0"/>
              </a:spcBef>
              <a:spcAft>
                <a:spcPts val="0"/>
              </a:spcAft>
              <a:buSzPts val="2400"/>
              <a:buNone/>
              <a:defRPr/>
            </a:lvl8pPr>
            <a:lvl9pPr lvl="8" algn="l" rtl="0">
              <a:lnSpc>
                <a:spcPct val="100000"/>
              </a:lnSpc>
              <a:spcBef>
                <a:spcPts val="0"/>
              </a:spcBef>
              <a:spcAft>
                <a:spcPts val="0"/>
              </a:spcAft>
              <a:buSzPts val="2400"/>
              <a:buNone/>
              <a:defRPr/>
            </a:lvl9pPr>
          </a:lstStyle>
          <a:p>
            <a:endParaRPr/>
          </a:p>
        </p:txBody>
      </p:sp>
      <p:sp>
        <p:nvSpPr>
          <p:cNvPr id="2652" name="Google Shape;2652;p114"/>
          <p:cNvSpPr txBox="1">
            <a:spLocks noGrp="1"/>
          </p:cNvSpPr>
          <p:nvPr>
            <p:ph type="sldNum" idx="12"/>
          </p:nvPr>
        </p:nvSpPr>
        <p:spPr>
          <a:xfrm>
            <a:off x="8290498" y="466910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Orange - Basic 3">
  <p:cSld name="TITLE_AND_BODY_3_1_1_1_3">
    <p:spTree>
      <p:nvGrpSpPr>
        <p:cNvPr id="1" name="Shape 2653"/>
        <p:cNvGrpSpPr/>
        <p:nvPr/>
      </p:nvGrpSpPr>
      <p:grpSpPr>
        <a:xfrm>
          <a:off x="0" y="0"/>
          <a:ext cx="0" cy="0"/>
          <a:chOff x="0" y="0"/>
          <a:chExt cx="0" cy="0"/>
        </a:xfrm>
      </p:grpSpPr>
      <p:sp>
        <p:nvSpPr>
          <p:cNvPr id="2654" name="Google Shape;2654;p115"/>
          <p:cNvSpPr txBox="1">
            <a:spLocks noGrp="1"/>
          </p:cNvSpPr>
          <p:nvPr>
            <p:ph type="subTitle" idx="1"/>
          </p:nvPr>
        </p:nvSpPr>
        <p:spPr>
          <a:xfrm>
            <a:off x="457200" y="1219950"/>
            <a:ext cx="3657600" cy="3288000"/>
          </a:xfrm>
          <a:prstGeom prst="rect">
            <a:avLst/>
          </a:prstGeom>
          <a:noFill/>
          <a:ln>
            <a:noFill/>
          </a:ln>
        </p:spPr>
        <p:txBody>
          <a:bodyPr spcFirstLastPara="1" wrap="square" lIns="0" tIns="0" rIns="0" bIns="0" anchor="t" anchorCtr="0">
            <a:noAutofit/>
          </a:bodyPr>
          <a:lstStyle>
            <a:lvl1pPr lvl="0" algn="l" rtl="0">
              <a:lnSpc>
                <a:spcPct val="115000"/>
              </a:lnSpc>
              <a:spcBef>
                <a:spcPts val="0"/>
              </a:spcBef>
              <a:spcAft>
                <a:spcPts val="0"/>
              </a:spcAft>
              <a:buSzPts val="900"/>
              <a:buNone/>
              <a:defRPr/>
            </a:lvl1pPr>
            <a:lvl2pPr lvl="1" algn="l" rtl="0">
              <a:lnSpc>
                <a:spcPct val="115000"/>
              </a:lnSpc>
              <a:spcBef>
                <a:spcPts val="1600"/>
              </a:spcBef>
              <a:spcAft>
                <a:spcPts val="0"/>
              </a:spcAft>
              <a:buSzPts val="900"/>
              <a:buNone/>
              <a:defRPr/>
            </a:lvl2pPr>
            <a:lvl3pPr lvl="2" algn="l" rtl="0">
              <a:lnSpc>
                <a:spcPct val="115000"/>
              </a:lnSpc>
              <a:spcBef>
                <a:spcPts val="1600"/>
              </a:spcBef>
              <a:spcAft>
                <a:spcPts val="0"/>
              </a:spcAft>
              <a:buSzPts val="900"/>
              <a:buNone/>
              <a:defRPr/>
            </a:lvl3pPr>
            <a:lvl4pPr lvl="3" algn="l" rtl="0">
              <a:lnSpc>
                <a:spcPct val="115000"/>
              </a:lnSpc>
              <a:spcBef>
                <a:spcPts val="1600"/>
              </a:spcBef>
              <a:spcAft>
                <a:spcPts val="0"/>
              </a:spcAft>
              <a:buSzPts val="900"/>
              <a:buNone/>
              <a:defRPr/>
            </a:lvl4pPr>
            <a:lvl5pPr lvl="4" algn="l" rtl="0">
              <a:lnSpc>
                <a:spcPct val="115000"/>
              </a:lnSpc>
              <a:spcBef>
                <a:spcPts val="1600"/>
              </a:spcBef>
              <a:spcAft>
                <a:spcPts val="0"/>
              </a:spcAft>
              <a:buSzPts val="900"/>
              <a:buNone/>
              <a:defRPr/>
            </a:lvl5pPr>
            <a:lvl6pPr lvl="5" algn="l" rtl="0">
              <a:lnSpc>
                <a:spcPct val="115000"/>
              </a:lnSpc>
              <a:spcBef>
                <a:spcPts val="1600"/>
              </a:spcBef>
              <a:spcAft>
                <a:spcPts val="0"/>
              </a:spcAft>
              <a:buSzPts val="900"/>
              <a:buNone/>
              <a:defRPr/>
            </a:lvl6pPr>
            <a:lvl7pPr lvl="6" algn="l" rtl="0">
              <a:lnSpc>
                <a:spcPct val="115000"/>
              </a:lnSpc>
              <a:spcBef>
                <a:spcPts val="1600"/>
              </a:spcBef>
              <a:spcAft>
                <a:spcPts val="0"/>
              </a:spcAft>
              <a:buSzPts val="900"/>
              <a:buNone/>
              <a:defRPr/>
            </a:lvl7pPr>
            <a:lvl8pPr lvl="7" algn="l" rtl="0">
              <a:lnSpc>
                <a:spcPct val="115000"/>
              </a:lnSpc>
              <a:spcBef>
                <a:spcPts val="1600"/>
              </a:spcBef>
              <a:spcAft>
                <a:spcPts val="0"/>
              </a:spcAft>
              <a:buSzPts val="900"/>
              <a:buNone/>
              <a:defRPr/>
            </a:lvl8pPr>
            <a:lvl9pPr lvl="8" algn="l" rtl="0">
              <a:lnSpc>
                <a:spcPct val="115000"/>
              </a:lnSpc>
              <a:spcBef>
                <a:spcPts val="1600"/>
              </a:spcBef>
              <a:spcAft>
                <a:spcPts val="1600"/>
              </a:spcAft>
              <a:buSzPts val="900"/>
              <a:buNone/>
              <a:defRPr/>
            </a:lvl9pPr>
          </a:lstStyle>
          <a:p>
            <a:endParaRPr/>
          </a:p>
        </p:txBody>
      </p:sp>
      <p:sp>
        <p:nvSpPr>
          <p:cNvPr id="2655" name="Google Shape;2655;p115"/>
          <p:cNvSpPr/>
          <p:nvPr/>
        </p:nvSpPr>
        <p:spPr>
          <a:xfrm rot="10800000">
            <a:off x="4592699" y="1678228"/>
            <a:ext cx="744486" cy="1305824"/>
          </a:xfrm>
          <a:custGeom>
            <a:avLst/>
            <a:gdLst/>
            <a:ahLst/>
            <a:cxnLst/>
            <a:rect l="l" t="t" r="r" b="b"/>
            <a:pathLst>
              <a:path w="7840" h="3060" extrusionOk="0">
                <a:moveTo>
                  <a:pt x="571" y="1"/>
                </a:moveTo>
                <a:lnTo>
                  <a:pt x="1" y="8"/>
                </a:lnTo>
                <a:lnTo>
                  <a:pt x="421" y="47"/>
                </a:lnTo>
                <a:lnTo>
                  <a:pt x="782" y="87"/>
                </a:lnTo>
                <a:lnTo>
                  <a:pt x="1142" y="133"/>
                </a:lnTo>
                <a:lnTo>
                  <a:pt x="1502" y="193"/>
                </a:lnTo>
                <a:lnTo>
                  <a:pt x="1803" y="259"/>
                </a:lnTo>
                <a:lnTo>
                  <a:pt x="2103" y="331"/>
                </a:lnTo>
                <a:lnTo>
                  <a:pt x="2373" y="411"/>
                </a:ln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515" y="2419"/>
                </a:lnTo>
                <a:lnTo>
                  <a:pt x="3665" y="2504"/>
                </a:lnTo>
                <a:lnTo>
                  <a:pt x="3815" y="2597"/>
                </a:lnTo>
                <a:lnTo>
                  <a:pt x="3905" y="2689"/>
                </a:lnTo>
                <a:lnTo>
                  <a:pt x="3995" y="2782"/>
                </a:lnTo>
                <a:lnTo>
                  <a:pt x="4055" y="2874"/>
                </a:lnTo>
                <a:lnTo>
                  <a:pt x="4085" y="2967"/>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6" name="Google Shape;2656;p115"/>
          <p:cNvSpPr/>
          <p:nvPr/>
        </p:nvSpPr>
        <p:spPr>
          <a:xfrm rot="10800000">
            <a:off x="4592699" y="1678228"/>
            <a:ext cx="744486" cy="1305824"/>
          </a:xfrm>
          <a:custGeom>
            <a:avLst/>
            <a:gdLst/>
            <a:ahLst/>
            <a:cxnLst/>
            <a:rect l="l" t="t" r="r" b="b"/>
            <a:pathLst>
              <a:path w="7840" h="3060" fill="none" extrusionOk="0">
                <a:moveTo>
                  <a:pt x="2614" y="496"/>
                </a:moveTo>
                <a:lnTo>
                  <a:pt x="2614" y="496"/>
                </a:lnTo>
                <a:lnTo>
                  <a:pt x="2944" y="628"/>
                </a:lnTo>
                <a:lnTo>
                  <a:pt x="3214" y="754"/>
                </a:lnTo>
                <a:lnTo>
                  <a:pt x="3455" y="886"/>
                </a:lnTo>
                <a:lnTo>
                  <a:pt x="3635" y="1012"/>
                </a:lnTo>
                <a:lnTo>
                  <a:pt x="3785" y="1131"/>
                </a:lnTo>
                <a:lnTo>
                  <a:pt x="3935" y="1256"/>
                </a:lnTo>
                <a:lnTo>
                  <a:pt x="4025" y="1375"/>
                </a:lnTo>
                <a:lnTo>
                  <a:pt x="4055" y="1494"/>
                </a:lnTo>
                <a:lnTo>
                  <a:pt x="4085" y="1606"/>
                </a:lnTo>
                <a:lnTo>
                  <a:pt x="4055" y="1718"/>
                </a:lnTo>
                <a:lnTo>
                  <a:pt x="4025" y="1831"/>
                </a:lnTo>
                <a:lnTo>
                  <a:pt x="3935" y="1936"/>
                </a:lnTo>
                <a:lnTo>
                  <a:pt x="3815" y="2035"/>
                </a:lnTo>
                <a:lnTo>
                  <a:pt x="3695" y="2141"/>
                </a:lnTo>
                <a:lnTo>
                  <a:pt x="3515" y="2240"/>
                </a:lnTo>
                <a:lnTo>
                  <a:pt x="3305" y="2333"/>
                </a:lnTo>
                <a:lnTo>
                  <a:pt x="3305" y="2333"/>
                </a:lnTo>
                <a:lnTo>
                  <a:pt x="3515" y="2419"/>
                </a:lnTo>
                <a:lnTo>
                  <a:pt x="3665" y="2504"/>
                </a:lnTo>
                <a:lnTo>
                  <a:pt x="3815" y="2597"/>
                </a:lnTo>
                <a:lnTo>
                  <a:pt x="3905" y="2689"/>
                </a:lnTo>
                <a:lnTo>
                  <a:pt x="3995" y="2782"/>
                </a:lnTo>
                <a:lnTo>
                  <a:pt x="4055" y="2874"/>
                </a:lnTo>
                <a:lnTo>
                  <a:pt x="4085" y="2967"/>
                </a:lnTo>
                <a:lnTo>
                  <a:pt x="4085" y="3059"/>
                </a:lnTo>
                <a:lnTo>
                  <a:pt x="4085" y="3059"/>
                </a:lnTo>
                <a:lnTo>
                  <a:pt x="4446" y="3033"/>
                </a:lnTo>
                <a:lnTo>
                  <a:pt x="4806" y="2993"/>
                </a:lnTo>
                <a:lnTo>
                  <a:pt x="5137" y="2954"/>
                </a:lnTo>
                <a:lnTo>
                  <a:pt x="5467" y="2907"/>
                </a:lnTo>
                <a:lnTo>
                  <a:pt x="5767" y="2854"/>
                </a:lnTo>
                <a:lnTo>
                  <a:pt x="6068" y="2788"/>
                </a:lnTo>
                <a:lnTo>
                  <a:pt x="6368" y="2722"/>
                </a:lnTo>
                <a:lnTo>
                  <a:pt x="6608" y="2643"/>
                </a:lnTo>
                <a:lnTo>
                  <a:pt x="6879" y="2557"/>
                </a:lnTo>
                <a:lnTo>
                  <a:pt x="7089" y="2465"/>
                </a:lnTo>
                <a:lnTo>
                  <a:pt x="7299" y="2359"/>
                </a:lnTo>
                <a:lnTo>
                  <a:pt x="7449" y="2247"/>
                </a:lnTo>
                <a:lnTo>
                  <a:pt x="7600" y="2121"/>
                </a:lnTo>
                <a:lnTo>
                  <a:pt x="7720" y="1983"/>
                </a:lnTo>
                <a:lnTo>
                  <a:pt x="7780" y="1837"/>
                </a:lnTo>
                <a:lnTo>
                  <a:pt x="7840" y="1679"/>
                </a:lnTo>
                <a:lnTo>
                  <a:pt x="7840" y="1679"/>
                </a:lnTo>
                <a:lnTo>
                  <a:pt x="7840" y="1566"/>
                </a:lnTo>
                <a:lnTo>
                  <a:pt x="7810" y="1454"/>
                </a:lnTo>
                <a:lnTo>
                  <a:pt x="7750" y="1348"/>
                </a:lnTo>
                <a:lnTo>
                  <a:pt x="7690" y="1249"/>
                </a:lnTo>
                <a:lnTo>
                  <a:pt x="7600" y="1150"/>
                </a:lnTo>
                <a:lnTo>
                  <a:pt x="7479" y="1058"/>
                </a:lnTo>
                <a:lnTo>
                  <a:pt x="7359" y="972"/>
                </a:lnTo>
                <a:lnTo>
                  <a:pt x="7209" y="893"/>
                </a:lnTo>
                <a:lnTo>
                  <a:pt x="7029" y="813"/>
                </a:lnTo>
                <a:lnTo>
                  <a:pt x="6849" y="741"/>
                </a:lnTo>
                <a:lnTo>
                  <a:pt x="6638" y="668"/>
                </a:lnTo>
                <a:lnTo>
                  <a:pt x="6428" y="602"/>
                </a:lnTo>
                <a:lnTo>
                  <a:pt x="6188" y="536"/>
                </a:lnTo>
                <a:lnTo>
                  <a:pt x="5948" y="483"/>
                </a:lnTo>
                <a:lnTo>
                  <a:pt x="5707" y="424"/>
                </a:lnTo>
                <a:lnTo>
                  <a:pt x="5437" y="371"/>
                </a:lnTo>
                <a:lnTo>
                  <a:pt x="4896" y="285"/>
                </a:lnTo>
                <a:lnTo>
                  <a:pt x="4356" y="206"/>
                </a:lnTo>
                <a:lnTo>
                  <a:pt x="3755" y="140"/>
                </a:lnTo>
                <a:lnTo>
                  <a:pt x="3184" y="87"/>
                </a:lnTo>
                <a:lnTo>
                  <a:pt x="2644" y="47"/>
                </a:lnTo>
                <a:lnTo>
                  <a:pt x="2103" y="21"/>
                </a:lnTo>
                <a:lnTo>
                  <a:pt x="1563" y="8"/>
                </a:lnTo>
                <a:lnTo>
                  <a:pt x="1112" y="1"/>
                </a:lnTo>
                <a:lnTo>
                  <a:pt x="1112" y="1"/>
                </a:lnTo>
                <a:lnTo>
                  <a:pt x="571" y="1"/>
                </a:lnTo>
                <a:lnTo>
                  <a:pt x="1" y="8"/>
                </a:lnTo>
                <a:lnTo>
                  <a:pt x="1" y="8"/>
                </a:lnTo>
                <a:lnTo>
                  <a:pt x="421" y="47"/>
                </a:lnTo>
                <a:lnTo>
                  <a:pt x="782" y="87"/>
                </a:lnTo>
                <a:lnTo>
                  <a:pt x="1142" y="133"/>
                </a:lnTo>
                <a:lnTo>
                  <a:pt x="1502" y="193"/>
                </a:lnTo>
                <a:lnTo>
                  <a:pt x="1803" y="259"/>
                </a:lnTo>
                <a:lnTo>
                  <a:pt x="2103" y="331"/>
                </a:lnTo>
                <a:lnTo>
                  <a:pt x="2373" y="411"/>
                </a:lnTo>
                <a:lnTo>
                  <a:pt x="2614" y="496"/>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7" name="Google Shape;2657;p115"/>
          <p:cNvSpPr txBox="1">
            <a:spLocks noGrp="1"/>
          </p:cNvSpPr>
          <p:nvPr>
            <p:ph type="title"/>
          </p:nvPr>
        </p:nvSpPr>
        <p:spPr>
          <a:xfrm>
            <a:off x="457200" y="640075"/>
            <a:ext cx="4149900" cy="33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2400"/>
              <a:buNone/>
              <a:defRPr/>
            </a:lvl1pPr>
            <a:lvl2pPr lvl="1" algn="l" rtl="0">
              <a:lnSpc>
                <a:spcPct val="100000"/>
              </a:lnSpc>
              <a:spcBef>
                <a:spcPts val="0"/>
              </a:spcBef>
              <a:spcAft>
                <a:spcPts val="0"/>
              </a:spcAft>
              <a:buSzPts val="2400"/>
              <a:buNone/>
              <a:defRPr/>
            </a:lvl2pPr>
            <a:lvl3pPr lvl="2" algn="l" rtl="0">
              <a:lnSpc>
                <a:spcPct val="100000"/>
              </a:lnSpc>
              <a:spcBef>
                <a:spcPts val="0"/>
              </a:spcBef>
              <a:spcAft>
                <a:spcPts val="0"/>
              </a:spcAft>
              <a:buSzPts val="2400"/>
              <a:buNone/>
              <a:defRPr/>
            </a:lvl3pPr>
            <a:lvl4pPr lvl="3" algn="l" rtl="0">
              <a:lnSpc>
                <a:spcPct val="100000"/>
              </a:lnSpc>
              <a:spcBef>
                <a:spcPts val="0"/>
              </a:spcBef>
              <a:spcAft>
                <a:spcPts val="0"/>
              </a:spcAft>
              <a:buSzPts val="2400"/>
              <a:buNone/>
              <a:defRPr/>
            </a:lvl4pPr>
            <a:lvl5pPr lvl="4" algn="l" rtl="0">
              <a:lnSpc>
                <a:spcPct val="100000"/>
              </a:lnSpc>
              <a:spcBef>
                <a:spcPts val="0"/>
              </a:spcBef>
              <a:spcAft>
                <a:spcPts val="0"/>
              </a:spcAft>
              <a:buSzPts val="2400"/>
              <a:buNone/>
              <a:defRPr/>
            </a:lvl5pPr>
            <a:lvl6pPr lvl="5" algn="l" rtl="0">
              <a:lnSpc>
                <a:spcPct val="100000"/>
              </a:lnSpc>
              <a:spcBef>
                <a:spcPts val="0"/>
              </a:spcBef>
              <a:spcAft>
                <a:spcPts val="0"/>
              </a:spcAft>
              <a:buSzPts val="2400"/>
              <a:buNone/>
              <a:defRPr/>
            </a:lvl6pPr>
            <a:lvl7pPr lvl="6" algn="l" rtl="0">
              <a:lnSpc>
                <a:spcPct val="100000"/>
              </a:lnSpc>
              <a:spcBef>
                <a:spcPts val="0"/>
              </a:spcBef>
              <a:spcAft>
                <a:spcPts val="0"/>
              </a:spcAft>
              <a:buSzPts val="2400"/>
              <a:buNone/>
              <a:defRPr/>
            </a:lvl7pPr>
            <a:lvl8pPr lvl="7" algn="l" rtl="0">
              <a:lnSpc>
                <a:spcPct val="100000"/>
              </a:lnSpc>
              <a:spcBef>
                <a:spcPts val="0"/>
              </a:spcBef>
              <a:spcAft>
                <a:spcPts val="0"/>
              </a:spcAft>
              <a:buSzPts val="2400"/>
              <a:buNone/>
              <a:defRPr/>
            </a:lvl8pPr>
            <a:lvl9pPr lvl="8" algn="l" rtl="0">
              <a:lnSpc>
                <a:spcPct val="100000"/>
              </a:lnSpc>
              <a:spcBef>
                <a:spcPts val="0"/>
              </a:spcBef>
              <a:spcAft>
                <a:spcPts val="0"/>
              </a:spcAft>
              <a:buSzPts val="2400"/>
              <a:buNone/>
              <a:defRPr/>
            </a:lvl9pPr>
          </a:lstStyle>
          <a:p>
            <a:endParaRPr/>
          </a:p>
        </p:txBody>
      </p:sp>
      <p:sp>
        <p:nvSpPr>
          <p:cNvPr id="2658" name="Google Shape;2658;p115"/>
          <p:cNvSpPr/>
          <p:nvPr/>
        </p:nvSpPr>
        <p:spPr>
          <a:xfrm flipH="1">
            <a:off x="167967"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9" name="Google Shape;2659;p115"/>
          <p:cNvSpPr/>
          <p:nvPr/>
        </p:nvSpPr>
        <p:spPr>
          <a:xfrm flipH="1">
            <a:off x="-169108" y="71588"/>
            <a:ext cx="1072457" cy="356999"/>
          </a:xfrm>
          <a:custGeom>
            <a:avLst/>
            <a:gdLst/>
            <a:ahLst/>
            <a:cxnLst/>
            <a:rect l="l" t="t" r="r" b="b"/>
            <a:pathLst>
              <a:path w="76920" h="4342" extrusionOk="0">
                <a:moveTo>
                  <a:pt x="14117" y="0"/>
                </a:moveTo>
                <a:lnTo>
                  <a:pt x="13366" y="5"/>
                </a:lnTo>
                <a:lnTo>
                  <a:pt x="12585" y="11"/>
                </a:lnTo>
                <a:lnTo>
                  <a:pt x="11835" y="21"/>
                </a:lnTo>
                <a:lnTo>
                  <a:pt x="11084" y="36"/>
                </a:lnTo>
                <a:lnTo>
                  <a:pt x="10333" y="57"/>
                </a:lnTo>
                <a:lnTo>
                  <a:pt x="9612" y="77"/>
                </a:lnTo>
                <a:lnTo>
                  <a:pt x="8891" y="102"/>
                </a:lnTo>
                <a:lnTo>
                  <a:pt x="8200" y="133"/>
                </a:lnTo>
                <a:lnTo>
                  <a:pt x="7540" y="169"/>
                </a:lnTo>
                <a:lnTo>
                  <a:pt x="6909" y="204"/>
                </a:lnTo>
                <a:lnTo>
                  <a:pt x="6338" y="245"/>
                </a:lnTo>
                <a:lnTo>
                  <a:pt x="5768" y="286"/>
                </a:lnTo>
                <a:lnTo>
                  <a:pt x="5257" y="332"/>
                </a:lnTo>
                <a:lnTo>
                  <a:pt x="4776" y="378"/>
                </a:lnTo>
                <a:lnTo>
                  <a:pt x="4356" y="429"/>
                </a:lnTo>
                <a:lnTo>
                  <a:pt x="3965" y="480"/>
                </a:lnTo>
                <a:lnTo>
                  <a:pt x="3575" y="546"/>
                </a:lnTo>
                <a:lnTo>
                  <a:pt x="3185" y="618"/>
                </a:lnTo>
                <a:lnTo>
                  <a:pt x="2824" y="684"/>
                </a:lnTo>
                <a:lnTo>
                  <a:pt x="2464" y="760"/>
                </a:lnTo>
                <a:lnTo>
                  <a:pt x="2133" y="832"/>
                </a:lnTo>
                <a:lnTo>
                  <a:pt x="1833" y="908"/>
                </a:lnTo>
                <a:lnTo>
                  <a:pt x="1563" y="990"/>
                </a:lnTo>
                <a:lnTo>
                  <a:pt x="1292" y="1072"/>
                </a:lnTo>
                <a:lnTo>
                  <a:pt x="1052" y="1153"/>
                </a:lnTo>
                <a:lnTo>
                  <a:pt x="842" y="1240"/>
                </a:lnTo>
                <a:lnTo>
                  <a:pt x="662" y="1327"/>
                </a:lnTo>
                <a:lnTo>
                  <a:pt x="481" y="1413"/>
                </a:lnTo>
                <a:lnTo>
                  <a:pt x="361" y="1505"/>
                </a:lnTo>
                <a:lnTo>
                  <a:pt x="241" y="1597"/>
                </a:lnTo>
                <a:lnTo>
                  <a:pt x="121" y="1694"/>
                </a:lnTo>
                <a:lnTo>
                  <a:pt x="61" y="1786"/>
                </a:lnTo>
                <a:lnTo>
                  <a:pt x="31" y="1883"/>
                </a:lnTo>
                <a:lnTo>
                  <a:pt x="1" y="1985"/>
                </a:lnTo>
                <a:lnTo>
                  <a:pt x="1" y="2087"/>
                </a:lnTo>
                <a:lnTo>
                  <a:pt x="31" y="2189"/>
                </a:lnTo>
                <a:lnTo>
                  <a:pt x="91" y="2291"/>
                </a:lnTo>
                <a:lnTo>
                  <a:pt x="181" y="2393"/>
                </a:lnTo>
                <a:lnTo>
                  <a:pt x="271" y="2500"/>
                </a:lnTo>
                <a:lnTo>
                  <a:pt x="421" y="2607"/>
                </a:lnTo>
                <a:lnTo>
                  <a:pt x="572" y="2719"/>
                </a:lnTo>
                <a:lnTo>
                  <a:pt x="782" y="2826"/>
                </a:lnTo>
                <a:lnTo>
                  <a:pt x="992" y="2938"/>
                </a:lnTo>
                <a:lnTo>
                  <a:pt x="1262" y="3051"/>
                </a:lnTo>
                <a:lnTo>
                  <a:pt x="1533" y="3163"/>
                </a:lnTo>
                <a:lnTo>
                  <a:pt x="1833" y="3275"/>
                </a:lnTo>
                <a:lnTo>
                  <a:pt x="2163" y="3392"/>
                </a:lnTo>
                <a:lnTo>
                  <a:pt x="2524" y="3510"/>
                </a:lnTo>
                <a:lnTo>
                  <a:pt x="2914" y="3612"/>
                </a:lnTo>
                <a:lnTo>
                  <a:pt x="3335" y="3709"/>
                </a:lnTo>
                <a:lnTo>
                  <a:pt x="3785" y="3800"/>
                </a:lnTo>
                <a:lnTo>
                  <a:pt x="4266" y="3882"/>
                </a:lnTo>
                <a:lnTo>
                  <a:pt x="4806" y="3953"/>
                </a:lnTo>
                <a:lnTo>
                  <a:pt x="5377" y="4025"/>
                </a:lnTo>
                <a:lnTo>
                  <a:pt x="5948" y="4086"/>
                </a:lnTo>
                <a:lnTo>
                  <a:pt x="6578" y="4142"/>
                </a:lnTo>
                <a:lnTo>
                  <a:pt x="7209" y="4188"/>
                </a:lnTo>
                <a:lnTo>
                  <a:pt x="7900" y="4229"/>
                </a:lnTo>
                <a:lnTo>
                  <a:pt x="8561" y="4265"/>
                </a:lnTo>
                <a:lnTo>
                  <a:pt x="9282" y="4295"/>
                </a:lnTo>
                <a:lnTo>
                  <a:pt x="9972" y="4316"/>
                </a:lnTo>
                <a:lnTo>
                  <a:pt x="10723" y="4331"/>
                </a:lnTo>
                <a:lnTo>
                  <a:pt x="11444" y="4341"/>
                </a:lnTo>
                <a:lnTo>
                  <a:pt x="12976" y="4341"/>
                </a:lnTo>
                <a:lnTo>
                  <a:pt x="13757" y="4331"/>
                </a:lnTo>
                <a:lnTo>
                  <a:pt x="62023" y="4331"/>
                </a:lnTo>
                <a:lnTo>
                  <a:pt x="62773" y="4336"/>
                </a:lnTo>
                <a:lnTo>
                  <a:pt x="63524" y="4341"/>
                </a:lnTo>
                <a:lnTo>
                  <a:pt x="64305" y="4336"/>
                </a:lnTo>
                <a:lnTo>
                  <a:pt x="65116" y="4326"/>
                </a:lnTo>
                <a:lnTo>
                  <a:pt x="65897" y="4310"/>
                </a:lnTo>
                <a:lnTo>
                  <a:pt x="66678" y="4290"/>
                </a:lnTo>
                <a:lnTo>
                  <a:pt x="67459" y="4265"/>
                </a:lnTo>
                <a:lnTo>
                  <a:pt x="68180" y="4234"/>
                </a:lnTo>
                <a:lnTo>
                  <a:pt x="68900" y="4198"/>
                </a:lnTo>
                <a:lnTo>
                  <a:pt x="69621" y="4157"/>
                </a:lnTo>
                <a:lnTo>
                  <a:pt x="70282" y="4112"/>
                </a:lnTo>
                <a:lnTo>
                  <a:pt x="70943" y="4066"/>
                </a:lnTo>
                <a:lnTo>
                  <a:pt x="71544" y="4015"/>
                </a:lnTo>
                <a:lnTo>
                  <a:pt x="72114" y="3959"/>
                </a:lnTo>
                <a:lnTo>
                  <a:pt x="72625" y="3902"/>
                </a:lnTo>
                <a:lnTo>
                  <a:pt x="73105" y="3841"/>
                </a:lnTo>
                <a:lnTo>
                  <a:pt x="73556" y="3775"/>
                </a:lnTo>
                <a:lnTo>
                  <a:pt x="73916" y="3714"/>
                </a:lnTo>
                <a:lnTo>
                  <a:pt x="74367" y="3627"/>
                </a:lnTo>
                <a:lnTo>
                  <a:pt x="74757" y="3540"/>
                </a:lnTo>
                <a:lnTo>
                  <a:pt x="75148" y="3448"/>
                </a:lnTo>
                <a:lnTo>
                  <a:pt x="75478" y="3352"/>
                </a:lnTo>
                <a:lnTo>
                  <a:pt x="75748" y="3260"/>
                </a:lnTo>
                <a:lnTo>
                  <a:pt x="76019" y="3158"/>
                </a:lnTo>
                <a:lnTo>
                  <a:pt x="76229" y="3061"/>
                </a:lnTo>
                <a:lnTo>
                  <a:pt x="76439" y="2959"/>
                </a:lnTo>
                <a:lnTo>
                  <a:pt x="76589" y="2857"/>
                </a:lnTo>
                <a:lnTo>
                  <a:pt x="76709" y="2750"/>
                </a:lnTo>
                <a:lnTo>
                  <a:pt x="76800" y="2648"/>
                </a:lnTo>
                <a:lnTo>
                  <a:pt x="76860" y="2541"/>
                </a:lnTo>
                <a:lnTo>
                  <a:pt x="76920" y="2433"/>
                </a:lnTo>
                <a:lnTo>
                  <a:pt x="76920" y="2326"/>
                </a:lnTo>
                <a:lnTo>
                  <a:pt x="76890" y="2219"/>
                </a:lnTo>
                <a:lnTo>
                  <a:pt x="76860" y="2112"/>
                </a:lnTo>
                <a:lnTo>
                  <a:pt x="76770" y="2005"/>
                </a:lnTo>
                <a:lnTo>
                  <a:pt x="76679" y="1898"/>
                </a:lnTo>
                <a:lnTo>
                  <a:pt x="76529" y="1796"/>
                </a:lnTo>
                <a:lnTo>
                  <a:pt x="76379" y="1689"/>
                </a:lnTo>
                <a:lnTo>
                  <a:pt x="76229" y="1587"/>
                </a:lnTo>
                <a:lnTo>
                  <a:pt x="76019" y="1485"/>
                </a:lnTo>
                <a:lnTo>
                  <a:pt x="75808" y="1383"/>
                </a:lnTo>
                <a:lnTo>
                  <a:pt x="75568" y="1281"/>
                </a:lnTo>
                <a:lnTo>
                  <a:pt x="75298" y="1184"/>
                </a:lnTo>
                <a:lnTo>
                  <a:pt x="75028" y="1092"/>
                </a:lnTo>
                <a:lnTo>
                  <a:pt x="74727" y="995"/>
                </a:lnTo>
                <a:lnTo>
                  <a:pt x="74427" y="903"/>
                </a:lnTo>
                <a:lnTo>
                  <a:pt x="74066" y="816"/>
                </a:lnTo>
                <a:lnTo>
                  <a:pt x="73736" y="735"/>
                </a:lnTo>
                <a:lnTo>
                  <a:pt x="73376" y="653"/>
                </a:lnTo>
                <a:lnTo>
                  <a:pt x="72985" y="572"/>
                </a:lnTo>
                <a:lnTo>
                  <a:pt x="72565" y="495"/>
                </a:lnTo>
                <a:lnTo>
                  <a:pt x="72114" y="429"/>
                </a:lnTo>
                <a:lnTo>
                  <a:pt x="71634" y="363"/>
                </a:lnTo>
                <a:lnTo>
                  <a:pt x="71093" y="306"/>
                </a:lnTo>
                <a:lnTo>
                  <a:pt x="70552" y="255"/>
                </a:lnTo>
                <a:lnTo>
                  <a:pt x="69982" y="210"/>
                </a:lnTo>
                <a:lnTo>
                  <a:pt x="69351" y="169"/>
                </a:lnTo>
                <a:lnTo>
                  <a:pt x="68720" y="133"/>
                </a:lnTo>
                <a:lnTo>
                  <a:pt x="68090" y="97"/>
                </a:lnTo>
                <a:lnTo>
                  <a:pt x="67429" y="72"/>
                </a:lnTo>
                <a:lnTo>
                  <a:pt x="66738" y="51"/>
                </a:lnTo>
                <a:lnTo>
                  <a:pt x="66047" y="31"/>
                </a:lnTo>
                <a:lnTo>
                  <a:pt x="65356" y="21"/>
                </a:lnTo>
                <a:lnTo>
                  <a:pt x="64666" y="11"/>
                </a:lnTo>
                <a:lnTo>
                  <a:pt x="63945" y="5"/>
                </a:lnTo>
                <a:lnTo>
                  <a:pt x="63254" y="0"/>
                </a:lnTo>
                <a:close/>
              </a:path>
            </a:pathLst>
          </a:custGeom>
          <a:solidFill>
            <a:srgbClr val="FF72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0" name="Google Shape;2660;p115"/>
          <p:cNvSpPr txBox="1">
            <a:spLocks noGrp="1"/>
          </p:cNvSpPr>
          <p:nvPr>
            <p:ph type="subTitle" idx="2"/>
          </p:nvPr>
        </p:nvSpPr>
        <p:spPr>
          <a:xfrm>
            <a:off x="0" y="176900"/>
            <a:ext cx="1193100" cy="339300"/>
          </a:xfrm>
          <a:prstGeom prst="rect">
            <a:avLst/>
          </a:prstGeom>
          <a:noFill/>
          <a:ln>
            <a:noFill/>
          </a:ln>
        </p:spPr>
        <p:txBody>
          <a:bodyPr spcFirstLastPara="1" wrap="square" lIns="0" tIns="0" rIns="0" bIns="0" anchor="ctr" anchorCtr="0">
            <a:noAutofit/>
          </a:bodyPr>
          <a:lstStyle>
            <a:lvl1pPr lvl="0" algn="ctr" rtl="0">
              <a:lnSpc>
                <a:spcPct val="115000"/>
              </a:lnSpc>
              <a:spcBef>
                <a:spcPts val="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1pPr>
            <a:lvl2pPr lvl="1" algn="ctr" rtl="0">
              <a:lnSpc>
                <a:spcPct val="115000"/>
              </a:lnSpc>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2pPr>
            <a:lvl3pPr lvl="2" algn="ctr" rtl="0">
              <a:lnSpc>
                <a:spcPct val="115000"/>
              </a:lnSpc>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3pPr>
            <a:lvl4pPr lvl="3" algn="ctr" rtl="0">
              <a:lnSpc>
                <a:spcPct val="115000"/>
              </a:lnSpc>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4pPr>
            <a:lvl5pPr lvl="4" algn="ctr" rtl="0">
              <a:lnSpc>
                <a:spcPct val="115000"/>
              </a:lnSpc>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5pPr>
            <a:lvl6pPr lvl="5" algn="ctr" rtl="0">
              <a:lnSpc>
                <a:spcPct val="115000"/>
              </a:lnSpc>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6pPr>
            <a:lvl7pPr lvl="6" algn="ctr" rtl="0">
              <a:lnSpc>
                <a:spcPct val="115000"/>
              </a:lnSpc>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7pPr>
            <a:lvl8pPr lvl="7" algn="ctr" rtl="0">
              <a:lnSpc>
                <a:spcPct val="115000"/>
              </a:lnSpc>
              <a:spcBef>
                <a:spcPts val="1600"/>
              </a:spcBef>
              <a:spcAft>
                <a:spcPts val="0"/>
              </a:spcAft>
              <a:buClr>
                <a:schemeClr val="lt1"/>
              </a:buClr>
              <a:buSzPts val="700"/>
              <a:buFont typeface="Lato Black"/>
              <a:buNone/>
              <a:defRPr sz="700">
                <a:solidFill>
                  <a:schemeClr val="lt1"/>
                </a:solidFill>
                <a:latin typeface="Lato Black"/>
                <a:ea typeface="Lato Black"/>
                <a:cs typeface="Lato Black"/>
                <a:sym typeface="Lato Black"/>
              </a:defRPr>
            </a:lvl8pPr>
            <a:lvl9pPr lvl="8" algn="ctr" rtl="0">
              <a:lnSpc>
                <a:spcPct val="115000"/>
              </a:lnSpc>
              <a:spcBef>
                <a:spcPts val="1600"/>
              </a:spcBef>
              <a:spcAft>
                <a:spcPts val="1600"/>
              </a:spcAft>
              <a:buClr>
                <a:schemeClr val="lt1"/>
              </a:buClr>
              <a:buSzPts val="700"/>
              <a:buFont typeface="Lato Black"/>
              <a:buNone/>
              <a:defRPr sz="700">
                <a:solidFill>
                  <a:schemeClr val="lt1"/>
                </a:solidFill>
                <a:latin typeface="Lato Black"/>
                <a:ea typeface="Lato Black"/>
                <a:cs typeface="Lato Black"/>
                <a:sym typeface="Lato Black"/>
              </a:defRPr>
            </a:lvl9pPr>
          </a:lstStyle>
          <a:p>
            <a:endParaRPr/>
          </a:p>
        </p:txBody>
      </p:sp>
      <p:sp>
        <p:nvSpPr>
          <p:cNvPr id="2661" name="Google Shape;2661;p115"/>
          <p:cNvSpPr txBox="1">
            <a:spLocks noGrp="1"/>
          </p:cNvSpPr>
          <p:nvPr>
            <p:ph type="sldNum" idx="12"/>
          </p:nvPr>
        </p:nvSpPr>
        <p:spPr>
          <a:xfrm>
            <a:off x="8290498" y="466910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B7B7B7"/>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ITLE_AND_BODY_6">
  <p:cSld name="TITLE_AND_BODY_6">
    <p:spTree>
      <p:nvGrpSpPr>
        <p:cNvPr id="1" name="Shape 2662"/>
        <p:cNvGrpSpPr/>
        <p:nvPr/>
      </p:nvGrpSpPr>
      <p:grpSpPr>
        <a:xfrm>
          <a:off x="0" y="0"/>
          <a:ext cx="0" cy="0"/>
          <a:chOff x="0" y="0"/>
          <a:chExt cx="0" cy="0"/>
        </a:xfrm>
      </p:grpSpPr>
      <p:sp>
        <p:nvSpPr>
          <p:cNvPr id="2663" name="Google Shape;2663;p116"/>
          <p:cNvSpPr txBox="1">
            <a:spLocks noGrp="1"/>
          </p:cNvSpPr>
          <p:nvPr>
            <p:ph type="title"/>
          </p:nvPr>
        </p:nvSpPr>
        <p:spPr>
          <a:xfrm>
            <a:off x="311700" y="445025"/>
            <a:ext cx="8520600" cy="5727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2664" name="Google Shape;2664;p116"/>
          <p:cNvSpPr txBox="1">
            <a:spLocks noGrp="1"/>
          </p:cNvSpPr>
          <p:nvPr>
            <p:ph type="body" idx="1"/>
          </p:nvPr>
        </p:nvSpPr>
        <p:spPr>
          <a:xfrm>
            <a:off x="311700" y="1152475"/>
            <a:ext cx="8520600" cy="3416400"/>
          </a:xfrm>
          <a:prstGeom prst="rect">
            <a:avLst/>
          </a:prstGeom>
        </p:spPr>
        <p:txBody>
          <a:bodyPr spcFirstLastPara="1" wrap="square" lIns="0" tIns="0" rIns="0" bIns="0" anchor="t" anchorCtr="0">
            <a:noAutofit/>
          </a:bodyPr>
          <a:lstStyle>
            <a:lvl1pPr marL="457200" lvl="0" indent="-285750" rtl="0">
              <a:spcBef>
                <a:spcPts val="0"/>
              </a:spcBef>
              <a:spcAft>
                <a:spcPts val="0"/>
              </a:spcAft>
              <a:buSzPts val="900"/>
              <a:buChar char="●"/>
              <a:defRPr/>
            </a:lvl1pPr>
            <a:lvl2pPr marL="914400" lvl="1" indent="-285750" rtl="0">
              <a:spcBef>
                <a:spcPts val="1600"/>
              </a:spcBef>
              <a:spcAft>
                <a:spcPts val="0"/>
              </a:spcAft>
              <a:buSzPts val="900"/>
              <a:buChar char="○"/>
              <a:defRPr/>
            </a:lvl2pPr>
            <a:lvl3pPr marL="1371600" lvl="2" indent="-285750" rtl="0">
              <a:spcBef>
                <a:spcPts val="1600"/>
              </a:spcBef>
              <a:spcAft>
                <a:spcPts val="0"/>
              </a:spcAft>
              <a:buSzPts val="900"/>
              <a:buChar char="■"/>
              <a:defRPr/>
            </a:lvl3pPr>
            <a:lvl4pPr marL="1828800" lvl="3" indent="-285750" rtl="0">
              <a:spcBef>
                <a:spcPts val="1600"/>
              </a:spcBef>
              <a:spcAft>
                <a:spcPts val="0"/>
              </a:spcAft>
              <a:buSzPts val="900"/>
              <a:buChar char="●"/>
              <a:defRPr/>
            </a:lvl4pPr>
            <a:lvl5pPr marL="2286000" lvl="4" indent="-285750" rtl="0">
              <a:spcBef>
                <a:spcPts val="1600"/>
              </a:spcBef>
              <a:spcAft>
                <a:spcPts val="0"/>
              </a:spcAft>
              <a:buSzPts val="900"/>
              <a:buChar char="○"/>
              <a:defRPr/>
            </a:lvl5pPr>
            <a:lvl6pPr marL="2743200" lvl="5" indent="-285750" rtl="0">
              <a:spcBef>
                <a:spcPts val="1600"/>
              </a:spcBef>
              <a:spcAft>
                <a:spcPts val="0"/>
              </a:spcAft>
              <a:buSzPts val="900"/>
              <a:buChar char="■"/>
              <a:defRPr/>
            </a:lvl6pPr>
            <a:lvl7pPr marL="3200400" lvl="6" indent="-285750" rtl="0">
              <a:spcBef>
                <a:spcPts val="1600"/>
              </a:spcBef>
              <a:spcAft>
                <a:spcPts val="0"/>
              </a:spcAft>
              <a:buSzPts val="900"/>
              <a:buChar char="●"/>
              <a:defRPr/>
            </a:lvl7pPr>
            <a:lvl8pPr marL="3657600" lvl="7" indent="-285750" rtl="0">
              <a:spcBef>
                <a:spcPts val="1600"/>
              </a:spcBef>
              <a:spcAft>
                <a:spcPts val="0"/>
              </a:spcAft>
              <a:buSzPts val="900"/>
              <a:buChar char="○"/>
              <a:defRPr/>
            </a:lvl8pPr>
            <a:lvl9pPr marL="4114800" lvl="8" indent="-285750" rtl="0">
              <a:spcBef>
                <a:spcPts val="1600"/>
              </a:spcBef>
              <a:spcAft>
                <a:spcPts val="1600"/>
              </a:spcAft>
              <a:buSzPts val="900"/>
              <a:buChar char="■"/>
              <a:defRPr/>
            </a:lvl9pPr>
          </a:lstStyle>
          <a:p>
            <a:endParaRPr/>
          </a:p>
        </p:txBody>
      </p:sp>
      <p:sp>
        <p:nvSpPr>
          <p:cNvPr id="2665" name="Google Shape;2665;p1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Blue - Section Cover 2 1">
  <p:cSld name="CUSTOM_2_4_1">
    <p:bg>
      <p:bgPr>
        <a:solidFill>
          <a:srgbClr val="0066C6"/>
        </a:solidFill>
        <a:effectLst/>
      </p:bgPr>
    </p:bg>
    <p:spTree>
      <p:nvGrpSpPr>
        <p:cNvPr id="1" name="Shape 2666"/>
        <p:cNvGrpSpPr/>
        <p:nvPr/>
      </p:nvGrpSpPr>
      <p:grpSpPr>
        <a:xfrm>
          <a:off x="0" y="0"/>
          <a:ext cx="0" cy="0"/>
          <a:chOff x="0" y="0"/>
          <a:chExt cx="0" cy="0"/>
        </a:xfrm>
      </p:grpSpPr>
      <p:sp>
        <p:nvSpPr>
          <p:cNvPr id="2667" name="Google Shape;2667;p117"/>
          <p:cNvSpPr/>
          <p:nvPr/>
        </p:nvSpPr>
        <p:spPr>
          <a:xfrm flipH="1">
            <a:off x="5381316" y="3872757"/>
            <a:ext cx="3762685" cy="1270747"/>
          </a:xfrm>
          <a:custGeom>
            <a:avLst/>
            <a:gdLst/>
            <a:ahLst/>
            <a:cxnLst/>
            <a:rect l="l" t="t" r="r" b="b"/>
            <a:pathLst>
              <a:path w="89444" h="5123" extrusionOk="0">
                <a:moveTo>
                  <a:pt x="65897" y="1"/>
                </a:moveTo>
                <a:lnTo>
                  <a:pt x="65116" y="6"/>
                </a:lnTo>
                <a:lnTo>
                  <a:pt x="64305" y="16"/>
                </a:lnTo>
                <a:lnTo>
                  <a:pt x="63524" y="27"/>
                </a:lnTo>
                <a:lnTo>
                  <a:pt x="1" y="27"/>
                </a:lnTo>
                <a:lnTo>
                  <a:pt x="1" y="5122"/>
                </a:lnTo>
                <a:lnTo>
                  <a:pt x="89053" y="5122"/>
                </a:lnTo>
                <a:lnTo>
                  <a:pt x="89234" y="4928"/>
                </a:lnTo>
                <a:lnTo>
                  <a:pt x="89354" y="4724"/>
                </a:lnTo>
                <a:lnTo>
                  <a:pt x="89414" y="4520"/>
                </a:lnTo>
                <a:lnTo>
                  <a:pt x="89444" y="4311"/>
                </a:lnTo>
                <a:lnTo>
                  <a:pt x="89384" y="4097"/>
                </a:lnTo>
                <a:lnTo>
                  <a:pt x="89264" y="3883"/>
                </a:lnTo>
                <a:lnTo>
                  <a:pt x="89114" y="3663"/>
                </a:lnTo>
                <a:lnTo>
                  <a:pt x="88873" y="3444"/>
                </a:lnTo>
                <a:lnTo>
                  <a:pt x="88573" y="3220"/>
                </a:lnTo>
                <a:lnTo>
                  <a:pt x="88213" y="2990"/>
                </a:lnTo>
                <a:lnTo>
                  <a:pt x="87792" y="2760"/>
                </a:lnTo>
                <a:lnTo>
                  <a:pt x="87281" y="2526"/>
                </a:lnTo>
                <a:lnTo>
                  <a:pt x="86741" y="2291"/>
                </a:lnTo>
                <a:lnTo>
                  <a:pt x="86110" y="2057"/>
                </a:lnTo>
                <a:lnTo>
                  <a:pt x="85419" y="1817"/>
                </a:lnTo>
                <a:lnTo>
                  <a:pt x="84668" y="1572"/>
                </a:lnTo>
                <a:lnTo>
                  <a:pt x="84278" y="1460"/>
                </a:lnTo>
                <a:lnTo>
                  <a:pt x="83857" y="1353"/>
                </a:lnTo>
                <a:lnTo>
                  <a:pt x="83407" y="1251"/>
                </a:lnTo>
                <a:lnTo>
                  <a:pt x="82956" y="1149"/>
                </a:lnTo>
                <a:lnTo>
                  <a:pt x="82446" y="1057"/>
                </a:lnTo>
                <a:lnTo>
                  <a:pt x="81935" y="965"/>
                </a:lnTo>
                <a:lnTo>
                  <a:pt x="81425" y="878"/>
                </a:lnTo>
                <a:lnTo>
                  <a:pt x="80854" y="797"/>
                </a:lnTo>
                <a:lnTo>
                  <a:pt x="80283" y="715"/>
                </a:lnTo>
                <a:lnTo>
                  <a:pt x="79683" y="644"/>
                </a:lnTo>
                <a:lnTo>
                  <a:pt x="79082" y="572"/>
                </a:lnTo>
                <a:lnTo>
                  <a:pt x="78421" y="506"/>
                </a:lnTo>
                <a:lnTo>
                  <a:pt x="77790" y="445"/>
                </a:lnTo>
                <a:lnTo>
                  <a:pt x="77130" y="389"/>
                </a:lnTo>
                <a:lnTo>
                  <a:pt x="76439" y="338"/>
                </a:lnTo>
                <a:lnTo>
                  <a:pt x="75748" y="287"/>
                </a:lnTo>
                <a:lnTo>
                  <a:pt x="75057" y="241"/>
                </a:lnTo>
                <a:lnTo>
                  <a:pt x="74336" y="200"/>
                </a:lnTo>
                <a:lnTo>
                  <a:pt x="73586" y="164"/>
                </a:lnTo>
                <a:lnTo>
                  <a:pt x="72865" y="129"/>
                </a:lnTo>
                <a:lnTo>
                  <a:pt x="72114" y="103"/>
                </a:lnTo>
                <a:lnTo>
                  <a:pt x="71363" y="78"/>
                </a:lnTo>
                <a:lnTo>
                  <a:pt x="70582" y="52"/>
                </a:lnTo>
                <a:lnTo>
                  <a:pt x="69831" y="37"/>
                </a:lnTo>
                <a:lnTo>
                  <a:pt x="69050" y="21"/>
                </a:lnTo>
                <a:lnTo>
                  <a:pt x="68269" y="11"/>
                </a:lnTo>
                <a:lnTo>
                  <a:pt x="67489" y="6"/>
                </a:lnTo>
                <a:lnTo>
                  <a:pt x="66678" y="1"/>
                </a:lnTo>
                <a:close/>
              </a:path>
            </a:pathLst>
          </a:custGeom>
          <a:solidFill>
            <a:srgbClr val="00B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117"/>
          <p:cNvSpPr/>
          <p:nvPr/>
        </p:nvSpPr>
        <p:spPr>
          <a:xfrm flipH="1">
            <a:off x="5381316" y="3872757"/>
            <a:ext cx="3762685" cy="1270747"/>
          </a:xfrm>
          <a:custGeom>
            <a:avLst/>
            <a:gdLst/>
            <a:ahLst/>
            <a:cxnLst/>
            <a:rect l="l" t="t" r="r" b="b"/>
            <a:pathLst>
              <a:path w="89444" h="5123" fill="none" extrusionOk="0">
                <a:moveTo>
                  <a:pt x="1" y="27"/>
                </a:moveTo>
                <a:lnTo>
                  <a:pt x="63524" y="27"/>
                </a:lnTo>
                <a:lnTo>
                  <a:pt x="63524" y="27"/>
                </a:lnTo>
                <a:lnTo>
                  <a:pt x="64305" y="16"/>
                </a:lnTo>
                <a:lnTo>
                  <a:pt x="65116" y="6"/>
                </a:lnTo>
                <a:lnTo>
                  <a:pt x="65897" y="1"/>
                </a:lnTo>
                <a:lnTo>
                  <a:pt x="66678" y="1"/>
                </a:lnTo>
                <a:lnTo>
                  <a:pt x="67489" y="6"/>
                </a:lnTo>
                <a:lnTo>
                  <a:pt x="68269" y="11"/>
                </a:lnTo>
                <a:lnTo>
                  <a:pt x="69050" y="21"/>
                </a:lnTo>
                <a:lnTo>
                  <a:pt x="69831" y="37"/>
                </a:lnTo>
                <a:lnTo>
                  <a:pt x="70582" y="52"/>
                </a:lnTo>
                <a:lnTo>
                  <a:pt x="71363" y="78"/>
                </a:lnTo>
                <a:lnTo>
                  <a:pt x="72114" y="103"/>
                </a:lnTo>
                <a:lnTo>
                  <a:pt x="72865" y="129"/>
                </a:lnTo>
                <a:lnTo>
                  <a:pt x="73586" y="164"/>
                </a:lnTo>
                <a:lnTo>
                  <a:pt x="74336" y="200"/>
                </a:lnTo>
                <a:lnTo>
                  <a:pt x="75057" y="241"/>
                </a:lnTo>
                <a:lnTo>
                  <a:pt x="75748" y="287"/>
                </a:lnTo>
                <a:lnTo>
                  <a:pt x="76439" y="338"/>
                </a:lnTo>
                <a:lnTo>
                  <a:pt x="77130" y="389"/>
                </a:lnTo>
                <a:lnTo>
                  <a:pt x="77790" y="445"/>
                </a:lnTo>
                <a:lnTo>
                  <a:pt x="78421" y="506"/>
                </a:lnTo>
                <a:lnTo>
                  <a:pt x="79082" y="572"/>
                </a:lnTo>
                <a:lnTo>
                  <a:pt x="79683" y="644"/>
                </a:lnTo>
                <a:lnTo>
                  <a:pt x="80283" y="715"/>
                </a:lnTo>
                <a:lnTo>
                  <a:pt x="80854" y="797"/>
                </a:lnTo>
                <a:lnTo>
                  <a:pt x="81425" y="878"/>
                </a:lnTo>
                <a:lnTo>
                  <a:pt x="81935" y="965"/>
                </a:lnTo>
                <a:lnTo>
                  <a:pt x="82446" y="1057"/>
                </a:lnTo>
                <a:lnTo>
                  <a:pt x="82956" y="1149"/>
                </a:lnTo>
                <a:lnTo>
                  <a:pt x="83407" y="1251"/>
                </a:lnTo>
                <a:lnTo>
                  <a:pt x="83857" y="1353"/>
                </a:lnTo>
                <a:lnTo>
                  <a:pt x="84278" y="1460"/>
                </a:lnTo>
                <a:lnTo>
                  <a:pt x="84668" y="1572"/>
                </a:lnTo>
                <a:lnTo>
                  <a:pt x="84668" y="1572"/>
                </a:lnTo>
                <a:lnTo>
                  <a:pt x="85419" y="1817"/>
                </a:lnTo>
                <a:lnTo>
                  <a:pt x="86110" y="2057"/>
                </a:lnTo>
                <a:lnTo>
                  <a:pt x="86741" y="2291"/>
                </a:lnTo>
                <a:lnTo>
                  <a:pt x="87281" y="2526"/>
                </a:lnTo>
                <a:lnTo>
                  <a:pt x="87792" y="2760"/>
                </a:lnTo>
                <a:lnTo>
                  <a:pt x="88213" y="2990"/>
                </a:lnTo>
                <a:lnTo>
                  <a:pt x="88573" y="3220"/>
                </a:lnTo>
                <a:lnTo>
                  <a:pt x="88873" y="3444"/>
                </a:lnTo>
                <a:lnTo>
                  <a:pt x="89114" y="3663"/>
                </a:lnTo>
                <a:lnTo>
                  <a:pt x="89264" y="3883"/>
                </a:lnTo>
                <a:lnTo>
                  <a:pt x="89384" y="4097"/>
                </a:lnTo>
                <a:lnTo>
                  <a:pt x="89444" y="4311"/>
                </a:lnTo>
                <a:lnTo>
                  <a:pt x="89414" y="4520"/>
                </a:lnTo>
                <a:lnTo>
                  <a:pt x="89354" y="4724"/>
                </a:lnTo>
                <a:lnTo>
                  <a:pt x="89234" y="4928"/>
                </a:lnTo>
                <a:lnTo>
                  <a:pt x="89053" y="5122"/>
                </a:lnTo>
                <a:lnTo>
                  <a:pt x="1" y="5122"/>
                </a:lnTo>
                <a:lnTo>
                  <a:pt x="1" y="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117"/>
          <p:cNvSpPr/>
          <p:nvPr/>
        </p:nvSpPr>
        <p:spPr>
          <a:xfrm flipH="1">
            <a:off x="5381316" y="3872757"/>
            <a:ext cx="3762685" cy="1270747"/>
          </a:xfrm>
          <a:custGeom>
            <a:avLst/>
            <a:gdLst/>
            <a:ahLst/>
            <a:cxnLst/>
            <a:rect l="l" t="t" r="r" b="b"/>
            <a:pathLst>
              <a:path w="89444" h="5123" extrusionOk="0">
                <a:moveTo>
                  <a:pt x="66497" y="1"/>
                </a:moveTo>
                <a:lnTo>
                  <a:pt x="65146" y="6"/>
                </a:lnTo>
                <a:lnTo>
                  <a:pt x="63764" y="21"/>
                </a:lnTo>
                <a:lnTo>
                  <a:pt x="63734" y="27"/>
                </a:lnTo>
                <a:lnTo>
                  <a:pt x="1" y="27"/>
                </a:lnTo>
                <a:lnTo>
                  <a:pt x="1" y="5122"/>
                </a:lnTo>
                <a:lnTo>
                  <a:pt x="89053" y="5122"/>
                </a:lnTo>
                <a:lnTo>
                  <a:pt x="89234" y="4944"/>
                </a:lnTo>
                <a:lnTo>
                  <a:pt x="89354" y="4765"/>
                </a:lnTo>
                <a:lnTo>
                  <a:pt x="89414" y="4576"/>
                </a:lnTo>
                <a:lnTo>
                  <a:pt x="89444" y="4388"/>
                </a:lnTo>
                <a:lnTo>
                  <a:pt x="89414" y="4224"/>
                </a:lnTo>
                <a:lnTo>
                  <a:pt x="89384" y="4061"/>
                </a:lnTo>
                <a:lnTo>
                  <a:pt x="89294" y="3893"/>
                </a:lnTo>
                <a:lnTo>
                  <a:pt x="89144" y="3724"/>
                </a:lnTo>
                <a:lnTo>
                  <a:pt x="88993" y="3556"/>
                </a:lnTo>
                <a:lnTo>
                  <a:pt x="88783" y="3383"/>
                </a:lnTo>
                <a:lnTo>
                  <a:pt x="88543" y="3209"/>
                </a:lnTo>
                <a:lnTo>
                  <a:pt x="88273" y="3036"/>
                </a:lnTo>
                <a:lnTo>
                  <a:pt x="87972" y="2857"/>
                </a:lnTo>
                <a:lnTo>
                  <a:pt x="87612" y="2679"/>
                </a:lnTo>
                <a:lnTo>
                  <a:pt x="87221" y="2495"/>
                </a:lnTo>
                <a:lnTo>
                  <a:pt x="86801" y="2317"/>
                </a:lnTo>
                <a:lnTo>
                  <a:pt x="86320" y="2133"/>
                </a:lnTo>
                <a:lnTo>
                  <a:pt x="85810" y="1944"/>
                </a:lnTo>
                <a:lnTo>
                  <a:pt x="85239" y="1761"/>
                </a:lnTo>
                <a:lnTo>
                  <a:pt x="84668" y="1572"/>
                </a:lnTo>
                <a:lnTo>
                  <a:pt x="84578" y="1552"/>
                </a:lnTo>
                <a:lnTo>
                  <a:pt x="84248" y="1455"/>
                </a:lnTo>
                <a:lnTo>
                  <a:pt x="83888" y="1358"/>
                </a:lnTo>
                <a:lnTo>
                  <a:pt x="83497" y="1266"/>
                </a:lnTo>
                <a:lnTo>
                  <a:pt x="83077" y="1179"/>
                </a:lnTo>
                <a:lnTo>
                  <a:pt x="82656" y="1093"/>
                </a:lnTo>
                <a:lnTo>
                  <a:pt x="82236" y="1011"/>
                </a:lnTo>
                <a:lnTo>
                  <a:pt x="81755" y="934"/>
                </a:lnTo>
                <a:lnTo>
                  <a:pt x="81305" y="858"/>
                </a:lnTo>
                <a:lnTo>
                  <a:pt x="80794" y="786"/>
                </a:lnTo>
                <a:lnTo>
                  <a:pt x="80313" y="720"/>
                </a:lnTo>
                <a:lnTo>
                  <a:pt x="79773" y="654"/>
                </a:lnTo>
                <a:lnTo>
                  <a:pt x="79232" y="593"/>
                </a:lnTo>
                <a:lnTo>
                  <a:pt x="78692" y="537"/>
                </a:lnTo>
                <a:lnTo>
                  <a:pt x="78151" y="480"/>
                </a:lnTo>
                <a:lnTo>
                  <a:pt x="77550" y="424"/>
                </a:lnTo>
                <a:lnTo>
                  <a:pt x="76980" y="378"/>
                </a:lnTo>
                <a:lnTo>
                  <a:pt x="76379" y="333"/>
                </a:lnTo>
                <a:lnTo>
                  <a:pt x="75778" y="287"/>
                </a:lnTo>
                <a:lnTo>
                  <a:pt x="75147" y="246"/>
                </a:lnTo>
                <a:lnTo>
                  <a:pt x="74517" y="210"/>
                </a:lnTo>
                <a:lnTo>
                  <a:pt x="73886" y="180"/>
                </a:lnTo>
                <a:lnTo>
                  <a:pt x="73255" y="149"/>
                </a:lnTo>
                <a:lnTo>
                  <a:pt x="72594" y="118"/>
                </a:lnTo>
                <a:lnTo>
                  <a:pt x="71934" y="93"/>
                </a:lnTo>
                <a:lnTo>
                  <a:pt x="71273" y="72"/>
                </a:lnTo>
                <a:lnTo>
                  <a:pt x="70612" y="52"/>
                </a:lnTo>
                <a:lnTo>
                  <a:pt x="69261" y="27"/>
                </a:lnTo>
                <a:lnTo>
                  <a:pt x="67879" y="6"/>
                </a:lnTo>
                <a:lnTo>
                  <a:pt x="66497" y="1"/>
                </a:lnTo>
                <a:close/>
              </a:path>
            </a:pathLst>
          </a:custGeom>
          <a:solidFill>
            <a:srgbClr val="008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117"/>
          <p:cNvSpPr/>
          <p:nvPr/>
        </p:nvSpPr>
        <p:spPr>
          <a:xfrm flipH="1">
            <a:off x="5482285" y="1033845"/>
            <a:ext cx="1936998" cy="2018114"/>
          </a:xfrm>
          <a:custGeom>
            <a:avLst/>
            <a:gdLst/>
            <a:ahLst/>
            <a:cxnLst/>
            <a:rect l="l" t="t" r="r" b="b"/>
            <a:pathLst>
              <a:path w="46045" h="8136" fill="none" extrusionOk="0">
                <a:moveTo>
                  <a:pt x="22737" y="0"/>
                </a:moveTo>
                <a:lnTo>
                  <a:pt x="22737" y="0"/>
                </a:lnTo>
                <a:lnTo>
                  <a:pt x="24149" y="5"/>
                </a:lnTo>
                <a:lnTo>
                  <a:pt x="24900" y="10"/>
                </a:lnTo>
                <a:lnTo>
                  <a:pt x="25681" y="21"/>
                </a:lnTo>
                <a:lnTo>
                  <a:pt x="26492" y="31"/>
                </a:lnTo>
                <a:lnTo>
                  <a:pt x="27333" y="51"/>
                </a:lnTo>
                <a:lnTo>
                  <a:pt x="28204" y="72"/>
                </a:lnTo>
                <a:lnTo>
                  <a:pt x="29075" y="97"/>
                </a:lnTo>
                <a:lnTo>
                  <a:pt x="29946" y="133"/>
                </a:lnTo>
                <a:lnTo>
                  <a:pt x="30847" y="168"/>
                </a:lnTo>
                <a:lnTo>
                  <a:pt x="31748" y="214"/>
                </a:lnTo>
                <a:lnTo>
                  <a:pt x="32649" y="265"/>
                </a:lnTo>
                <a:lnTo>
                  <a:pt x="33550" y="321"/>
                </a:lnTo>
                <a:lnTo>
                  <a:pt x="34451" y="388"/>
                </a:lnTo>
                <a:lnTo>
                  <a:pt x="35352" y="464"/>
                </a:lnTo>
                <a:lnTo>
                  <a:pt x="36223" y="546"/>
                </a:lnTo>
                <a:lnTo>
                  <a:pt x="37094" y="638"/>
                </a:lnTo>
                <a:lnTo>
                  <a:pt x="37935" y="740"/>
                </a:lnTo>
                <a:lnTo>
                  <a:pt x="38776" y="847"/>
                </a:lnTo>
                <a:lnTo>
                  <a:pt x="39557" y="969"/>
                </a:lnTo>
                <a:lnTo>
                  <a:pt x="40338" y="1102"/>
                </a:lnTo>
                <a:lnTo>
                  <a:pt x="41088" y="1240"/>
                </a:lnTo>
                <a:lnTo>
                  <a:pt x="41809" y="1398"/>
                </a:lnTo>
                <a:lnTo>
                  <a:pt x="42140" y="1474"/>
                </a:lnTo>
                <a:lnTo>
                  <a:pt x="42470" y="1561"/>
                </a:lnTo>
                <a:lnTo>
                  <a:pt x="42770" y="1648"/>
                </a:lnTo>
                <a:lnTo>
                  <a:pt x="43101" y="1739"/>
                </a:lnTo>
                <a:lnTo>
                  <a:pt x="43401" y="1831"/>
                </a:lnTo>
                <a:lnTo>
                  <a:pt x="43671" y="1928"/>
                </a:lnTo>
                <a:lnTo>
                  <a:pt x="43942" y="2030"/>
                </a:lnTo>
                <a:lnTo>
                  <a:pt x="44212" y="2132"/>
                </a:lnTo>
                <a:lnTo>
                  <a:pt x="44452" y="2239"/>
                </a:lnTo>
                <a:lnTo>
                  <a:pt x="44693" y="2352"/>
                </a:lnTo>
                <a:lnTo>
                  <a:pt x="44903" y="2464"/>
                </a:lnTo>
                <a:lnTo>
                  <a:pt x="45113" y="2581"/>
                </a:lnTo>
                <a:lnTo>
                  <a:pt x="45323" y="2703"/>
                </a:lnTo>
                <a:lnTo>
                  <a:pt x="45504" y="2826"/>
                </a:lnTo>
                <a:lnTo>
                  <a:pt x="45654" y="2959"/>
                </a:lnTo>
                <a:lnTo>
                  <a:pt x="45804" y="3091"/>
                </a:lnTo>
                <a:lnTo>
                  <a:pt x="45924" y="3224"/>
                </a:lnTo>
                <a:lnTo>
                  <a:pt x="46044" y="3367"/>
                </a:lnTo>
                <a:lnTo>
                  <a:pt x="46044" y="3367"/>
                </a:lnTo>
                <a:lnTo>
                  <a:pt x="45083" y="3392"/>
                </a:lnTo>
                <a:lnTo>
                  <a:pt x="44122" y="3423"/>
                </a:lnTo>
                <a:lnTo>
                  <a:pt x="43191" y="3458"/>
                </a:lnTo>
                <a:lnTo>
                  <a:pt x="42260" y="3499"/>
                </a:lnTo>
                <a:lnTo>
                  <a:pt x="41389" y="3540"/>
                </a:lnTo>
                <a:lnTo>
                  <a:pt x="40518" y="3581"/>
                </a:lnTo>
                <a:lnTo>
                  <a:pt x="39677" y="3632"/>
                </a:lnTo>
                <a:lnTo>
                  <a:pt x="38866" y="3678"/>
                </a:lnTo>
                <a:lnTo>
                  <a:pt x="38085" y="3734"/>
                </a:lnTo>
                <a:lnTo>
                  <a:pt x="37364" y="3790"/>
                </a:lnTo>
                <a:lnTo>
                  <a:pt x="36643" y="3846"/>
                </a:lnTo>
                <a:lnTo>
                  <a:pt x="35983" y="3907"/>
                </a:lnTo>
                <a:lnTo>
                  <a:pt x="35382" y="3974"/>
                </a:lnTo>
                <a:lnTo>
                  <a:pt x="34781" y="4035"/>
                </a:lnTo>
                <a:lnTo>
                  <a:pt x="34271" y="4106"/>
                </a:lnTo>
                <a:lnTo>
                  <a:pt x="33760" y="4172"/>
                </a:lnTo>
                <a:lnTo>
                  <a:pt x="33760" y="4172"/>
                </a:lnTo>
                <a:lnTo>
                  <a:pt x="33189" y="4264"/>
                </a:lnTo>
                <a:lnTo>
                  <a:pt x="32649" y="4361"/>
                </a:lnTo>
                <a:lnTo>
                  <a:pt x="32138" y="4453"/>
                </a:lnTo>
                <a:lnTo>
                  <a:pt x="31628" y="4555"/>
                </a:lnTo>
                <a:lnTo>
                  <a:pt x="31147" y="4652"/>
                </a:lnTo>
                <a:lnTo>
                  <a:pt x="30666" y="4754"/>
                </a:lnTo>
                <a:lnTo>
                  <a:pt x="30216" y="4861"/>
                </a:lnTo>
                <a:lnTo>
                  <a:pt x="29795" y="4968"/>
                </a:lnTo>
                <a:lnTo>
                  <a:pt x="29405" y="5075"/>
                </a:lnTo>
                <a:lnTo>
                  <a:pt x="29045" y="5187"/>
                </a:lnTo>
                <a:lnTo>
                  <a:pt x="28684" y="5300"/>
                </a:lnTo>
                <a:lnTo>
                  <a:pt x="28354" y="5417"/>
                </a:lnTo>
                <a:lnTo>
                  <a:pt x="28053" y="5534"/>
                </a:lnTo>
                <a:lnTo>
                  <a:pt x="27783" y="5652"/>
                </a:lnTo>
                <a:lnTo>
                  <a:pt x="27513" y="5774"/>
                </a:lnTo>
                <a:lnTo>
                  <a:pt x="27272" y="5896"/>
                </a:lnTo>
                <a:lnTo>
                  <a:pt x="27062" y="6019"/>
                </a:lnTo>
                <a:lnTo>
                  <a:pt x="26882" y="6146"/>
                </a:lnTo>
                <a:lnTo>
                  <a:pt x="26702" y="6279"/>
                </a:lnTo>
                <a:lnTo>
                  <a:pt x="26582" y="6407"/>
                </a:lnTo>
                <a:lnTo>
                  <a:pt x="26462" y="6539"/>
                </a:lnTo>
                <a:lnTo>
                  <a:pt x="26371" y="6672"/>
                </a:lnTo>
                <a:lnTo>
                  <a:pt x="26311" y="6810"/>
                </a:lnTo>
                <a:lnTo>
                  <a:pt x="26281" y="6942"/>
                </a:lnTo>
                <a:lnTo>
                  <a:pt x="26281" y="7085"/>
                </a:lnTo>
                <a:lnTo>
                  <a:pt x="26281" y="7223"/>
                </a:lnTo>
                <a:lnTo>
                  <a:pt x="26341" y="7365"/>
                </a:lnTo>
                <a:lnTo>
                  <a:pt x="26401" y="7508"/>
                </a:lnTo>
                <a:lnTo>
                  <a:pt x="26492" y="7651"/>
                </a:lnTo>
                <a:lnTo>
                  <a:pt x="26642" y="7799"/>
                </a:lnTo>
                <a:lnTo>
                  <a:pt x="26792" y="7947"/>
                </a:lnTo>
                <a:lnTo>
                  <a:pt x="26972" y="8095"/>
                </a:lnTo>
                <a:lnTo>
                  <a:pt x="26972" y="8095"/>
                </a:lnTo>
                <a:lnTo>
                  <a:pt x="25921" y="8115"/>
                </a:lnTo>
                <a:lnTo>
                  <a:pt x="24900" y="8125"/>
                </a:lnTo>
                <a:lnTo>
                  <a:pt x="23939" y="8136"/>
                </a:lnTo>
                <a:lnTo>
                  <a:pt x="22978" y="8136"/>
                </a:lnTo>
                <a:lnTo>
                  <a:pt x="22978" y="8136"/>
                </a:lnTo>
                <a:lnTo>
                  <a:pt x="22197" y="8136"/>
                </a:lnTo>
                <a:lnTo>
                  <a:pt x="21476" y="8131"/>
                </a:lnTo>
                <a:lnTo>
                  <a:pt x="20755" y="8125"/>
                </a:lnTo>
                <a:lnTo>
                  <a:pt x="20094" y="8110"/>
                </a:lnTo>
                <a:lnTo>
                  <a:pt x="20094" y="8110"/>
                </a:lnTo>
                <a:lnTo>
                  <a:pt x="18472" y="8080"/>
                </a:lnTo>
                <a:lnTo>
                  <a:pt x="17661" y="8059"/>
                </a:lnTo>
                <a:lnTo>
                  <a:pt x="16820" y="8034"/>
                </a:lnTo>
                <a:lnTo>
                  <a:pt x="15979" y="8008"/>
                </a:lnTo>
                <a:lnTo>
                  <a:pt x="15138" y="7972"/>
                </a:lnTo>
                <a:lnTo>
                  <a:pt x="14298" y="7937"/>
                </a:lnTo>
                <a:lnTo>
                  <a:pt x="13457" y="7896"/>
                </a:lnTo>
                <a:lnTo>
                  <a:pt x="12646" y="7850"/>
                </a:lnTo>
                <a:lnTo>
                  <a:pt x="11805" y="7799"/>
                </a:lnTo>
                <a:lnTo>
                  <a:pt x="10994" y="7743"/>
                </a:lnTo>
                <a:lnTo>
                  <a:pt x="10183" y="7677"/>
                </a:lnTo>
                <a:lnTo>
                  <a:pt x="9372" y="7605"/>
                </a:lnTo>
                <a:lnTo>
                  <a:pt x="8621" y="7524"/>
                </a:lnTo>
                <a:lnTo>
                  <a:pt x="7840" y="7437"/>
                </a:lnTo>
                <a:lnTo>
                  <a:pt x="7119" y="7340"/>
                </a:lnTo>
                <a:lnTo>
                  <a:pt x="6398" y="7233"/>
                </a:lnTo>
                <a:lnTo>
                  <a:pt x="5708" y="7121"/>
                </a:lnTo>
                <a:lnTo>
                  <a:pt x="5047" y="6998"/>
                </a:lnTo>
                <a:lnTo>
                  <a:pt x="4416" y="6861"/>
                </a:lnTo>
                <a:lnTo>
                  <a:pt x="3815" y="6718"/>
                </a:lnTo>
                <a:lnTo>
                  <a:pt x="3245" y="6560"/>
                </a:lnTo>
                <a:lnTo>
                  <a:pt x="2704" y="6391"/>
                </a:lnTo>
                <a:lnTo>
                  <a:pt x="2224" y="6213"/>
                </a:lnTo>
                <a:lnTo>
                  <a:pt x="1773" y="6019"/>
                </a:lnTo>
                <a:lnTo>
                  <a:pt x="1353" y="5815"/>
                </a:lnTo>
                <a:lnTo>
                  <a:pt x="1022" y="5601"/>
                </a:lnTo>
                <a:lnTo>
                  <a:pt x="692" y="5366"/>
                </a:lnTo>
                <a:lnTo>
                  <a:pt x="452" y="5121"/>
                </a:lnTo>
                <a:lnTo>
                  <a:pt x="241" y="4861"/>
                </a:lnTo>
                <a:lnTo>
                  <a:pt x="91" y="4586"/>
                </a:lnTo>
                <a:lnTo>
                  <a:pt x="1" y="4295"/>
                </a:lnTo>
                <a:lnTo>
                  <a:pt x="1" y="4295"/>
                </a:lnTo>
                <a:lnTo>
                  <a:pt x="1" y="4147"/>
                </a:lnTo>
                <a:lnTo>
                  <a:pt x="1" y="3999"/>
                </a:lnTo>
                <a:lnTo>
                  <a:pt x="31" y="3861"/>
                </a:lnTo>
                <a:lnTo>
                  <a:pt x="61" y="3719"/>
                </a:lnTo>
                <a:lnTo>
                  <a:pt x="121" y="3586"/>
                </a:lnTo>
                <a:lnTo>
                  <a:pt x="211" y="3453"/>
                </a:lnTo>
                <a:lnTo>
                  <a:pt x="331" y="3321"/>
                </a:lnTo>
                <a:lnTo>
                  <a:pt x="452" y="3193"/>
                </a:lnTo>
                <a:lnTo>
                  <a:pt x="602" y="3071"/>
                </a:lnTo>
                <a:lnTo>
                  <a:pt x="782" y="2948"/>
                </a:lnTo>
                <a:lnTo>
                  <a:pt x="962" y="2831"/>
                </a:lnTo>
                <a:lnTo>
                  <a:pt x="1142" y="2714"/>
                </a:lnTo>
                <a:lnTo>
                  <a:pt x="1353" y="2601"/>
                </a:lnTo>
                <a:lnTo>
                  <a:pt x="1593" y="2494"/>
                </a:lnTo>
                <a:lnTo>
                  <a:pt x="1833" y="2382"/>
                </a:lnTo>
                <a:lnTo>
                  <a:pt x="2103" y="2280"/>
                </a:lnTo>
                <a:lnTo>
                  <a:pt x="2374" y="2178"/>
                </a:lnTo>
                <a:lnTo>
                  <a:pt x="2674" y="2081"/>
                </a:lnTo>
                <a:lnTo>
                  <a:pt x="2974" y="1984"/>
                </a:lnTo>
                <a:lnTo>
                  <a:pt x="3275" y="1887"/>
                </a:lnTo>
                <a:lnTo>
                  <a:pt x="3605" y="1796"/>
                </a:lnTo>
                <a:lnTo>
                  <a:pt x="3966" y="1709"/>
                </a:lnTo>
                <a:lnTo>
                  <a:pt x="4686" y="1535"/>
                </a:lnTo>
                <a:lnTo>
                  <a:pt x="5437" y="1377"/>
                </a:lnTo>
                <a:lnTo>
                  <a:pt x="6218" y="1229"/>
                </a:lnTo>
                <a:lnTo>
                  <a:pt x="7059" y="1087"/>
                </a:lnTo>
                <a:lnTo>
                  <a:pt x="7930" y="959"/>
                </a:lnTo>
                <a:lnTo>
                  <a:pt x="8801" y="837"/>
                </a:lnTo>
                <a:lnTo>
                  <a:pt x="9702" y="724"/>
                </a:lnTo>
                <a:lnTo>
                  <a:pt x="10633" y="617"/>
                </a:lnTo>
                <a:lnTo>
                  <a:pt x="11564" y="525"/>
                </a:lnTo>
                <a:lnTo>
                  <a:pt x="12495" y="439"/>
                </a:lnTo>
                <a:lnTo>
                  <a:pt x="13457" y="362"/>
                </a:lnTo>
                <a:lnTo>
                  <a:pt x="14418" y="291"/>
                </a:lnTo>
                <a:lnTo>
                  <a:pt x="15349" y="230"/>
                </a:lnTo>
                <a:lnTo>
                  <a:pt x="16280" y="174"/>
                </a:lnTo>
                <a:lnTo>
                  <a:pt x="17211" y="128"/>
                </a:lnTo>
                <a:lnTo>
                  <a:pt x="18142" y="92"/>
                </a:lnTo>
                <a:lnTo>
                  <a:pt x="19013" y="56"/>
                </a:lnTo>
                <a:lnTo>
                  <a:pt x="19884" y="31"/>
                </a:lnTo>
                <a:lnTo>
                  <a:pt x="20725" y="15"/>
                </a:lnTo>
                <a:lnTo>
                  <a:pt x="21536" y="5"/>
                </a:lnTo>
                <a:lnTo>
                  <a:pt x="22317" y="0"/>
                </a:lnTo>
                <a:lnTo>
                  <a:pt x="22317" y="0"/>
                </a:lnTo>
                <a:lnTo>
                  <a:pt x="2273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117"/>
          <p:cNvSpPr/>
          <p:nvPr/>
        </p:nvSpPr>
        <p:spPr>
          <a:xfrm flipH="1">
            <a:off x="5381252" y="3875865"/>
            <a:ext cx="3762685" cy="1270747"/>
          </a:xfrm>
          <a:custGeom>
            <a:avLst/>
            <a:gdLst/>
            <a:ahLst/>
            <a:cxnLst/>
            <a:rect l="l" t="t" r="r" b="b"/>
            <a:pathLst>
              <a:path w="89444" h="5123" fill="none" extrusionOk="0">
                <a:moveTo>
                  <a:pt x="66497" y="1"/>
                </a:moveTo>
                <a:lnTo>
                  <a:pt x="66497" y="1"/>
                </a:lnTo>
                <a:lnTo>
                  <a:pt x="66497" y="1"/>
                </a:lnTo>
                <a:lnTo>
                  <a:pt x="66497" y="1"/>
                </a:lnTo>
                <a:lnTo>
                  <a:pt x="67879" y="6"/>
                </a:lnTo>
                <a:lnTo>
                  <a:pt x="69261" y="27"/>
                </a:lnTo>
                <a:lnTo>
                  <a:pt x="70612" y="52"/>
                </a:lnTo>
                <a:lnTo>
                  <a:pt x="71273" y="72"/>
                </a:lnTo>
                <a:lnTo>
                  <a:pt x="71934" y="93"/>
                </a:lnTo>
                <a:lnTo>
                  <a:pt x="72594" y="118"/>
                </a:lnTo>
                <a:lnTo>
                  <a:pt x="73255" y="149"/>
                </a:lnTo>
                <a:lnTo>
                  <a:pt x="73886" y="180"/>
                </a:lnTo>
                <a:lnTo>
                  <a:pt x="74517" y="210"/>
                </a:lnTo>
                <a:lnTo>
                  <a:pt x="75147" y="246"/>
                </a:lnTo>
                <a:lnTo>
                  <a:pt x="75778" y="287"/>
                </a:lnTo>
                <a:lnTo>
                  <a:pt x="76379" y="333"/>
                </a:lnTo>
                <a:lnTo>
                  <a:pt x="76980" y="378"/>
                </a:lnTo>
                <a:lnTo>
                  <a:pt x="77550" y="424"/>
                </a:lnTo>
                <a:lnTo>
                  <a:pt x="78151" y="480"/>
                </a:lnTo>
                <a:lnTo>
                  <a:pt x="78692" y="537"/>
                </a:lnTo>
                <a:lnTo>
                  <a:pt x="79232" y="593"/>
                </a:lnTo>
                <a:lnTo>
                  <a:pt x="79773" y="654"/>
                </a:lnTo>
                <a:lnTo>
                  <a:pt x="80313" y="720"/>
                </a:lnTo>
                <a:lnTo>
                  <a:pt x="80794" y="786"/>
                </a:lnTo>
                <a:lnTo>
                  <a:pt x="81305" y="858"/>
                </a:lnTo>
                <a:lnTo>
                  <a:pt x="81755" y="934"/>
                </a:lnTo>
                <a:lnTo>
                  <a:pt x="82236" y="1011"/>
                </a:lnTo>
                <a:lnTo>
                  <a:pt x="82656" y="1093"/>
                </a:lnTo>
                <a:lnTo>
                  <a:pt x="83077" y="1179"/>
                </a:lnTo>
                <a:lnTo>
                  <a:pt x="83497" y="1266"/>
                </a:lnTo>
                <a:lnTo>
                  <a:pt x="83888" y="1358"/>
                </a:lnTo>
                <a:lnTo>
                  <a:pt x="84248" y="1455"/>
                </a:lnTo>
                <a:lnTo>
                  <a:pt x="84578" y="1552"/>
                </a:lnTo>
                <a:lnTo>
                  <a:pt x="84578" y="1552"/>
                </a:lnTo>
                <a:lnTo>
                  <a:pt x="84668" y="1572"/>
                </a:lnTo>
                <a:lnTo>
                  <a:pt x="84668" y="1572"/>
                </a:lnTo>
                <a:lnTo>
                  <a:pt x="84668" y="1572"/>
                </a:lnTo>
                <a:lnTo>
                  <a:pt x="85239" y="1761"/>
                </a:lnTo>
                <a:lnTo>
                  <a:pt x="85810" y="1944"/>
                </a:lnTo>
                <a:lnTo>
                  <a:pt x="86320" y="2133"/>
                </a:lnTo>
                <a:lnTo>
                  <a:pt x="86801" y="2317"/>
                </a:lnTo>
                <a:lnTo>
                  <a:pt x="87221" y="2495"/>
                </a:lnTo>
                <a:lnTo>
                  <a:pt x="87612" y="2679"/>
                </a:lnTo>
                <a:lnTo>
                  <a:pt x="87972" y="2857"/>
                </a:lnTo>
                <a:lnTo>
                  <a:pt x="88273" y="3036"/>
                </a:lnTo>
                <a:lnTo>
                  <a:pt x="88543" y="3209"/>
                </a:lnTo>
                <a:lnTo>
                  <a:pt x="88783" y="3383"/>
                </a:lnTo>
                <a:lnTo>
                  <a:pt x="88993" y="3556"/>
                </a:lnTo>
                <a:lnTo>
                  <a:pt x="89144" y="3724"/>
                </a:lnTo>
                <a:lnTo>
                  <a:pt x="89294" y="3893"/>
                </a:lnTo>
                <a:lnTo>
                  <a:pt x="89384" y="4061"/>
                </a:lnTo>
                <a:lnTo>
                  <a:pt x="89414" y="4224"/>
                </a:lnTo>
                <a:lnTo>
                  <a:pt x="89444" y="4388"/>
                </a:lnTo>
                <a:lnTo>
                  <a:pt x="89444" y="4388"/>
                </a:lnTo>
                <a:lnTo>
                  <a:pt x="89414" y="4576"/>
                </a:lnTo>
                <a:lnTo>
                  <a:pt x="89354" y="4765"/>
                </a:lnTo>
                <a:lnTo>
                  <a:pt x="89234" y="4944"/>
                </a:lnTo>
                <a:lnTo>
                  <a:pt x="89053" y="5122"/>
                </a:lnTo>
                <a:lnTo>
                  <a:pt x="1" y="5122"/>
                </a:lnTo>
                <a:lnTo>
                  <a:pt x="1" y="27"/>
                </a:lnTo>
                <a:lnTo>
                  <a:pt x="63524" y="27"/>
                </a:lnTo>
                <a:lnTo>
                  <a:pt x="63524" y="27"/>
                </a:lnTo>
                <a:lnTo>
                  <a:pt x="63704" y="27"/>
                </a:lnTo>
                <a:lnTo>
                  <a:pt x="63704" y="27"/>
                </a:lnTo>
                <a:lnTo>
                  <a:pt x="63734" y="27"/>
                </a:lnTo>
                <a:lnTo>
                  <a:pt x="63734" y="27"/>
                </a:lnTo>
                <a:lnTo>
                  <a:pt x="63764" y="21"/>
                </a:lnTo>
                <a:lnTo>
                  <a:pt x="63764" y="21"/>
                </a:lnTo>
                <a:lnTo>
                  <a:pt x="65146" y="6"/>
                </a:lnTo>
                <a:lnTo>
                  <a:pt x="6649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117"/>
          <p:cNvSpPr/>
          <p:nvPr/>
        </p:nvSpPr>
        <p:spPr>
          <a:xfrm flipH="1">
            <a:off x="5469616" y="1868776"/>
            <a:ext cx="844042" cy="1173017"/>
          </a:xfrm>
          <a:custGeom>
            <a:avLst/>
            <a:gdLst/>
            <a:ahLst/>
            <a:cxnLst/>
            <a:rect l="l" t="t" r="r" b="b"/>
            <a:pathLst>
              <a:path w="20064" h="4729" fill="none" extrusionOk="0">
                <a:moveTo>
                  <a:pt x="19763" y="1"/>
                </a:moveTo>
                <a:lnTo>
                  <a:pt x="19763" y="1"/>
                </a:lnTo>
                <a:lnTo>
                  <a:pt x="19853" y="164"/>
                </a:lnTo>
                <a:lnTo>
                  <a:pt x="19943" y="332"/>
                </a:lnTo>
                <a:lnTo>
                  <a:pt x="20003" y="511"/>
                </a:lnTo>
                <a:lnTo>
                  <a:pt x="20064" y="689"/>
                </a:lnTo>
                <a:lnTo>
                  <a:pt x="20064" y="689"/>
                </a:lnTo>
                <a:lnTo>
                  <a:pt x="20064" y="954"/>
                </a:lnTo>
                <a:lnTo>
                  <a:pt x="20003" y="1209"/>
                </a:lnTo>
                <a:lnTo>
                  <a:pt x="19883" y="1454"/>
                </a:lnTo>
                <a:lnTo>
                  <a:pt x="19703" y="1689"/>
                </a:lnTo>
                <a:lnTo>
                  <a:pt x="19463" y="1908"/>
                </a:lnTo>
                <a:lnTo>
                  <a:pt x="19162" y="2122"/>
                </a:lnTo>
                <a:lnTo>
                  <a:pt x="18832" y="2326"/>
                </a:lnTo>
                <a:lnTo>
                  <a:pt x="18442" y="2515"/>
                </a:lnTo>
                <a:lnTo>
                  <a:pt x="17991" y="2699"/>
                </a:lnTo>
                <a:lnTo>
                  <a:pt x="17511" y="2872"/>
                </a:lnTo>
                <a:lnTo>
                  <a:pt x="17000" y="3035"/>
                </a:lnTo>
                <a:lnTo>
                  <a:pt x="16429" y="3188"/>
                </a:lnTo>
                <a:lnTo>
                  <a:pt x="15829" y="3336"/>
                </a:lnTo>
                <a:lnTo>
                  <a:pt x="15198" y="3469"/>
                </a:lnTo>
                <a:lnTo>
                  <a:pt x="14537" y="3602"/>
                </a:lnTo>
                <a:lnTo>
                  <a:pt x="13846" y="3719"/>
                </a:lnTo>
                <a:lnTo>
                  <a:pt x="13095" y="3831"/>
                </a:lnTo>
                <a:lnTo>
                  <a:pt x="12375" y="3938"/>
                </a:lnTo>
                <a:lnTo>
                  <a:pt x="11594" y="4035"/>
                </a:lnTo>
                <a:lnTo>
                  <a:pt x="10813" y="4127"/>
                </a:lnTo>
                <a:lnTo>
                  <a:pt x="10002" y="4209"/>
                </a:lnTo>
                <a:lnTo>
                  <a:pt x="9161" y="4285"/>
                </a:lnTo>
                <a:lnTo>
                  <a:pt x="8350" y="4357"/>
                </a:lnTo>
                <a:lnTo>
                  <a:pt x="7509" y="4418"/>
                </a:lnTo>
                <a:lnTo>
                  <a:pt x="6638" y="4479"/>
                </a:lnTo>
                <a:lnTo>
                  <a:pt x="5797" y="4530"/>
                </a:lnTo>
                <a:lnTo>
                  <a:pt x="4926" y="4576"/>
                </a:lnTo>
                <a:lnTo>
                  <a:pt x="4085" y="4617"/>
                </a:lnTo>
                <a:lnTo>
                  <a:pt x="3214" y="4652"/>
                </a:lnTo>
                <a:lnTo>
                  <a:pt x="2373" y="4678"/>
                </a:lnTo>
                <a:lnTo>
                  <a:pt x="1502" y="4708"/>
                </a:lnTo>
                <a:lnTo>
                  <a:pt x="691" y="4729"/>
                </a:lnTo>
                <a:lnTo>
                  <a:pt x="691" y="4729"/>
                </a:lnTo>
                <a:lnTo>
                  <a:pt x="511" y="4581"/>
                </a:lnTo>
                <a:lnTo>
                  <a:pt x="361" y="4433"/>
                </a:lnTo>
                <a:lnTo>
                  <a:pt x="211" y="4285"/>
                </a:lnTo>
                <a:lnTo>
                  <a:pt x="120" y="4142"/>
                </a:lnTo>
                <a:lnTo>
                  <a:pt x="60" y="3999"/>
                </a:lnTo>
                <a:lnTo>
                  <a:pt x="0" y="3857"/>
                </a:lnTo>
                <a:lnTo>
                  <a:pt x="0" y="3719"/>
                </a:lnTo>
                <a:lnTo>
                  <a:pt x="0" y="3576"/>
                </a:lnTo>
                <a:lnTo>
                  <a:pt x="30" y="3444"/>
                </a:lnTo>
                <a:lnTo>
                  <a:pt x="90" y="3306"/>
                </a:lnTo>
                <a:lnTo>
                  <a:pt x="181" y="3173"/>
                </a:lnTo>
                <a:lnTo>
                  <a:pt x="301" y="3041"/>
                </a:lnTo>
                <a:lnTo>
                  <a:pt x="421" y="2913"/>
                </a:lnTo>
                <a:lnTo>
                  <a:pt x="601" y="2780"/>
                </a:lnTo>
                <a:lnTo>
                  <a:pt x="781" y="2653"/>
                </a:lnTo>
                <a:lnTo>
                  <a:pt x="991" y="2530"/>
                </a:lnTo>
                <a:lnTo>
                  <a:pt x="1232" y="2408"/>
                </a:lnTo>
                <a:lnTo>
                  <a:pt x="1502" y="2286"/>
                </a:lnTo>
                <a:lnTo>
                  <a:pt x="1772" y="2168"/>
                </a:lnTo>
                <a:lnTo>
                  <a:pt x="2073" y="2051"/>
                </a:lnTo>
                <a:lnTo>
                  <a:pt x="2403" y="1934"/>
                </a:lnTo>
                <a:lnTo>
                  <a:pt x="2764" y="1821"/>
                </a:lnTo>
                <a:lnTo>
                  <a:pt x="3124" y="1709"/>
                </a:lnTo>
                <a:lnTo>
                  <a:pt x="3514" y="1602"/>
                </a:lnTo>
                <a:lnTo>
                  <a:pt x="3935" y="1495"/>
                </a:lnTo>
                <a:lnTo>
                  <a:pt x="4385" y="1388"/>
                </a:lnTo>
                <a:lnTo>
                  <a:pt x="4866" y="1286"/>
                </a:lnTo>
                <a:lnTo>
                  <a:pt x="5347" y="1189"/>
                </a:lnTo>
                <a:lnTo>
                  <a:pt x="5857" y="1087"/>
                </a:lnTo>
                <a:lnTo>
                  <a:pt x="6368" y="995"/>
                </a:lnTo>
                <a:lnTo>
                  <a:pt x="6908" y="898"/>
                </a:lnTo>
                <a:lnTo>
                  <a:pt x="7479" y="806"/>
                </a:lnTo>
                <a:lnTo>
                  <a:pt x="7479" y="806"/>
                </a:lnTo>
                <a:lnTo>
                  <a:pt x="7990" y="740"/>
                </a:lnTo>
                <a:lnTo>
                  <a:pt x="8500" y="669"/>
                </a:lnTo>
                <a:lnTo>
                  <a:pt x="9101" y="608"/>
                </a:lnTo>
                <a:lnTo>
                  <a:pt x="9702" y="541"/>
                </a:lnTo>
                <a:lnTo>
                  <a:pt x="10362" y="480"/>
                </a:lnTo>
                <a:lnTo>
                  <a:pt x="11083" y="424"/>
                </a:lnTo>
                <a:lnTo>
                  <a:pt x="11804" y="368"/>
                </a:lnTo>
                <a:lnTo>
                  <a:pt x="12585" y="312"/>
                </a:lnTo>
                <a:lnTo>
                  <a:pt x="13396" y="266"/>
                </a:lnTo>
                <a:lnTo>
                  <a:pt x="14237" y="215"/>
                </a:lnTo>
                <a:lnTo>
                  <a:pt x="15108" y="174"/>
                </a:lnTo>
                <a:lnTo>
                  <a:pt x="15979" y="133"/>
                </a:lnTo>
                <a:lnTo>
                  <a:pt x="16910" y="92"/>
                </a:lnTo>
                <a:lnTo>
                  <a:pt x="17841" y="57"/>
                </a:lnTo>
                <a:lnTo>
                  <a:pt x="18802" y="26"/>
                </a:lnTo>
                <a:lnTo>
                  <a:pt x="1976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117"/>
          <p:cNvSpPr txBox="1">
            <a:spLocks noGrp="1"/>
          </p:cNvSpPr>
          <p:nvPr>
            <p:ph type="title"/>
          </p:nvPr>
        </p:nvSpPr>
        <p:spPr>
          <a:xfrm>
            <a:off x="457200" y="1189675"/>
            <a:ext cx="8041800" cy="3393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SzPts val="2400"/>
              <a:buNone/>
              <a:defRPr>
                <a:latin typeface="Lato"/>
                <a:ea typeface="Lato"/>
                <a:cs typeface="Lato"/>
                <a:sym typeface="Lato"/>
              </a:defRPr>
            </a:lvl2pPr>
            <a:lvl3pPr lvl="2" rtl="0">
              <a:spcBef>
                <a:spcPts val="0"/>
              </a:spcBef>
              <a:spcAft>
                <a:spcPts val="0"/>
              </a:spcAft>
              <a:buSzPts val="2400"/>
              <a:buNone/>
              <a:defRPr>
                <a:latin typeface="Lato"/>
                <a:ea typeface="Lato"/>
                <a:cs typeface="Lato"/>
                <a:sym typeface="Lato"/>
              </a:defRPr>
            </a:lvl3pPr>
            <a:lvl4pPr lvl="3" rtl="0">
              <a:spcBef>
                <a:spcPts val="0"/>
              </a:spcBef>
              <a:spcAft>
                <a:spcPts val="0"/>
              </a:spcAft>
              <a:buSzPts val="2400"/>
              <a:buNone/>
              <a:defRPr>
                <a:latin typeface="Lato"/>
                <a:ea typeface="Lato"/>
                <a:cs typeface="Lato"/>
                <a:sym typeface="Lato"/>
              </a:defRPr>
            </a:lvl4pPr>
            <a:lvl5pPr lvl="4" rtl="0">
              <a:spcBef>
                <a:spcPts val="0"/>
              </a:spcBef>
              <a:spcAft>
                <a:spcPts val="0"/>
              </a:spcAft>
              <a:buSzPts val="2400"/>
              <a:buNone/>
              <a:defRPr>
                <a:latin typeface="Lato"/>
                <a:ea typeface="Lato"/>
                <a:cs typeface="Lato"/>
                <a:sym typeface="Lato"/>
              </a:defRPr>
            </a:lvl5pPr>
            <a:lvl6pPr lvl="5" rtl="0">
              <a:spcBef>
                <a:spcPts val="0"/>
              </a:spcBef>
              <a:spcAft>
                <a:spcPts val="0"/>
              </a:spcAft>
              <a:buSzPts val="2400"/>
              <a:buNone/>
              <a:defRPr>
                <a:latin typeface="Lato"/>
                <a:ea typeface="Lato"/>
                <a:cs typeface="Lato"/>
                <a:sym typeface="Lato"/>
              </a:defRPr>
            </a:lvl6pPr>
            <a:lvl7pPr lvl="6" rtl="0">
              <a:spcBef>
                <a:spcPts val="0"/>
              </a:spcBef>
              <a:spcAft>
                <a:spcPts val="0"/>
              </a:spcAft>
              <a:buSzPts val="2400"/>
              <a:buNone/>
              <a:defRPr>
                <a:latin typeface="Lato"/>
                <a:ea typeface="Lato"/>
                <a:cs typeface="Lato"/>
                <a:sym typeface="Lato"/>
              </a:defRPr>
            </a:lvl7pPr>
            <a:lvl8pPr lvl="7" rtl="0">
              <a:spcBef>
                <a:spcPts val="0"/>
              </a:spcBef>
              <a:spcAft>
                <a:spcPts val="0"/>
              </a:spcAft>
              <a:buSzPts val="2400"/>
              <a:buNone/>
              <a:defRPr>
                <a:latin typeface="Lato"/>
                <a:ea typeface="Lato"/>
                <a:cs typeface="Lato"/>
                <a:sym typeface="Lato"/>
              </a:defRPr>
            </a:lvl8pPr>
            <a:lvl9pPr lvl="8" rtl="0">
              <a:spcBef>
                <a:spcPts val="0"/>
              </a:spcBef>
              <a:spcAft>
                <a:spcPts val="0"/>
              </a:spcAft>
              <a:buSzPts val="2400"/>
              <a:buNone/>
              <a:defRPr>
                <a:latin typeface="Lato"/>
                <a:ea typeface="Lato"/>
                <a:cs typeface="Lato"/>
                <a:sym typeface="Lato"/>
              </a:defRPr>
            </a:lvl9pPr>
          </a:lstStyle>
          <a:p>
            <a:endParaRPr/>
          </a:p>
        </p:txBody>
      </p:sp>
      <p:sp>
        <p:nvSpPr>
          <p:cNvPr id="2674" name="Google Shape;2674;p117"/>
          <p:cNvSpPr txBox="1">
            <a:spLocks noGrp="1"/>
          </p:cNvSpPr>
          <p:nvPr>
            <p:ph type="title" idx="2"/>
          </p:nvPr>
        </p:nvSpPr>
        <p:spPr>
          <a:xfrm>
            <a:off x="457200" y="838200"/>
            <a:ext cx="8229600" cy="263100"/>
          </a:xfrm>
          <a:prstGeom prst="rect">
            <a:avLst/>
          </a:prstGeom>
        </p:spPr>
        <p:txBody>
          <a:bodyPr spcFirstLastPara="1" wrap="square" lIns="0" tIns="0" rIns="0" bIns="0" anchor="b" anchorCtr="0">
            <a:noAutofit/>
          </a:bodyPr>
          <a:lstStyle>
            <a:lvl1pPr lvl="0" rtl="0">
              <a:spcBef>
                <a:spcPts val="0"/>
              </a:spcBef>
              <a:spcAft>
                <a:spcPts val="0"/>
              </a:spcAft>
              <a:buClr>
                <a:srgbClr val="14BEF0"/>
              </a:buClr>
              <a:buSzPts val="1400"/>
              <a:buNone/>
              <a:defRPr sz="1400">
                <a:solidFill>
                  <a:srgbClr val="14BEF0"/>
                </a:solidFill>
              </a:defRPr>
            </a:lvl1pPr>
            <a:lvl2pPr lvl="1" rtl="0">
              <a:spcBef>
                <a:spcPts val="0"/>
              </a:spcBef>
              <a:spcAft>
                <a:spcPts val="0"/>
              </a:spcAft>
              <a:buSzPts val="1200"/>
              <a:buNone/>
              <a:defRPr sz="1200">
                <a:latin typeface="Lato"/>
                <a:ea typeface="Lato"/>
                <a:cs typeface="Lato"/>
                <a:sym typeface="Lato"/>
              </a:defRPr>
            </a:lvl2pPr>
            <a:lvl3pPr lvl="2" rtl="0">
              <a:spcBef>
                <a:spcPts val="0"/>
              </a:spcBef>
              <a:spcAft>
                <a:spcPts val="0"/>
              </a:spcAft>
              <a:buSzPts val="1200"/>
              <a:buNone/>
              <a:defRPr sz="1200">
                <a:latin typeface="Lato"/>
                <a:ea typeface="Lato"/>
                <a:cs typeface="Lato"/>
                <a:sym typeface="Lato"/>
              </a:defRPr>
            </a:lvl3pPr>
            <a:lvl4pPr lvl="3" rtl="0">
              <a:spcBef>
                <a:spcPts val="0"/>
              </a:spcBef>
              <a:spcAft>
                <a:spcPts val="0"/>
              </a:spcAft>
              <a:buSzPts val="1200"/>
              <a:buNone/>
              <a:defRPr sz="1200">
                <a:latin typeface="Lato"/>
                <a:ea typeface="Lato"/>
                <a:cs typeface="Lato"/>
                <a:sym typeface="Lato"/>
              </a:defRPr>
            </a:lvl4pPr>
            <a:lvl5pPr lvl="4" rtl="0">
              <a:spcBef>
                <a:spcPts val="0"/>
              </a:spcBef>
              <a:spcAft>
                <a:spcPts val="0"/>
              </a:spcAft>
              <a:buSzPts val="1200"/>
              <a:buNone/>
              <a:defRPr sz="1200">
                <a:latin typeface="Lato"/>
                <a:ea typeface="Lato"/>
                <a:cs typeface="Lato"/>
                <a:sym typeface="Lato"/>
              </a:defRPr>
            </a:lvl5pPr>
            <a:lvl6pPr lvl="5" rtl="0">
              <a:spcBef>
                <a:spcPts val="0"/>
              </a:spcBef>
              <a:spcAft>
                <a:spcPts val="0"/>
              </a:spcAft>
              <a:buSzPts val="1200"/>
              <a:buNone/>
              <a:defRPr sz="1200">
                <a:latin typeface="Lato"/>
                <a:ea typeface="Lato"/>
                <a:cs typeface="Lato"/>
                <a:sym typeface="Lato"/>
              </a:defRPr>
            </a:lvl6pPr>
            <a:lvl7pPr lvl="6" rtl="0">
              <a:spcBef>
                <a:spcPts val="0"/>
              </a:spcBef>
              <a:spcAft>
                <a:spcPts val="0"/>
              </a:spcAft>
              <a:buSzPts val="1200"/>
              <a:buNone/>
              <a:defRPr sz="1200">
                <a:latin typeface="Lato"/>
                <a:ea typeface="Lato"/>
                <a:cs typeface="Lato"/>
                <a:sym typeface="Lato"/>
              </a:defRPr>
            </a:lvl7pPr>
            <a:lvl8pPr lvl="7" rtl="0">
              <a:spcBef>
                <a:spcPts val="0"/>
              </a:spcBef>
              <a:spcAft>
                <a:spcPts val="0"/>
              </a:spcAft>
              <a:buSzPts val="1200"/>
              <a:buNone/>
              <a:defRPr sz="1200">
                <a:latin typeface="Lato"/>
                <a:ea typeface="Lato"/>
                <a:cs typeface="Lato"/>
                <a:sym typeface="Lato"/>
              </a:defRPr>
            </a:lvl8pPr>
            <a:lvl9pPr lvl="8" rtl="0">
              <a:spcBef>
                <a:spcPts val="0"/>
              </a:spcBef>
              <a:spcAft>
                <a:spcPts val="0"/>
              </a:spcAft>
              <a:buSzPts val="1200"/>
              <a:buNone/>
              <a:defRPr sz="1200">
                <a:latin typeface="Lato"/>
                <a:ea typeface="Lato"/>
                <a:cs typeface="Lato"/>
                <a:sym typeface="Lato"/>
              </a:defRPr>
            </a:lvl9pPr>
          </a:lstStyle>
          <a:p>
            <a:endParaRPr/>
          </a:p>
        </p:txBody>
      </p:sp>
      <p:sp>
        <p:nvSpPr>
          <p:cNvPr id="2675" name="Google Shape;2675;p117"/>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ITLE_AND_BODY_7">
  <p:cSld name="TITLE_AND_BODY_7">
    <p:spTree>
      <p:nvGrpSpPr>
        <p:cNvPr id="1" name="Shape 2676"/>
        <p:cNvGrpSpPr/>
        <p:nvPr/>
      </p:nvGrpSpPr>
      <p:grpSpPr>
        <a:xfrm>
          <a:off x="0" y="0"/>
          <a:ext cx="0" cy="0"/>
          <a:chOff x="0" y="0"/>
          <a:chExt cx="0" cy="0"/>
        </a:xfrm>
      </p:grpSpPr>
      <p:sp>
        <p:nvSpPr>
          <p:cNvPr id="2677" name="Google Shape;2677;p118"/>
          <p:cNvSpPr txBox="1">
            <a:spLocks noGrp="1"/>
          </p:cNvSpPr>
          <p:nvPr>
            <p:ph type="title"/>
          </p:nvPr>
        </p:nvSpPr>
        <p:spPr>
          <a:xfrm>
            <a:off x="311700" y="445025"/>
            <a:ext cx="8520600" cy="5727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2678" name="Google Shape;2678;p118"/>
          <p:cNvSpPr txBox="1">
            <a:spLocks noGrp="1"/>
          </p:cNvSpPr>
          <p:nvPr>
            <p:ph type="body" idx="1"/>
          </p:nvPr>
        </p:nvSpPr>
        <p:spPr>
          <a:xfrm>
            <a:off x="311700" y="1152475"/>
            <a:ext cx="8520600" cy="3416400"/>
          </a:xfrm>
          <a:prstGeom prst="rect">
            <a:avLst/>
          </a:prstGeom>
        </p:spPr>
        <p:txBody>
          <a:bodyPr spcFirstLastPara="1" wrap="square" lIns="0" tIns="0" rIns="0" bIns="0" anchor="t" anchorCtr="0">
            <a:noAutofit/>
          </a:bodyPr>
          <a:lstStyle>
            <a:lvl1pPr marL="457200" lvl="0" indent="-285750" rtl="0">
              <a:spcBef>
                <a:spcPts val="0"/>
              </a:spcBef>
              <a:spcAft>
                <a:spcPts val="0"/>
              </a:spcAft>
              <a:buSzPts val="900"/>
              <a:buChar char="●"/>
              <a:defRPr/>
            </a:lvl1pPr>
            <a:lvl2pPr marL="914400" lvl="1" indent="-285750" rtl="0">
              <a:spcBef>
                <a:spcPts val="1600"/>
              </a:spcBef>
              <a:spcAft>
                <a:spcPts val="0"/>
              </a:spcAft>
              <a:buSzPts val="900"/>
              <a:buChar char="○"/>
              <a:defRPr/>
            </a:lvl2pPr>
            <a:lvl3pPr marL="1371600" lvl="2" indent="-285750" rtl="0">
              <a:spcBef>
                <a:spcPts val="1600"/>
              </a:spcBef>
              <a:spcAft>
                <a:spcPts val="0"/>
              </a:spcAft>
              <a:buSzPts val="900"/>
              <a:buChar char="■"/>
              <a:defRPr/>
            </a:lvl3pPr>
            <a:lvl4pPr marL="1828800" lvl="3" indent="-285750" rtl="0">
              <a:spcBef>
                <a:spcPts val="1600"/>
              </a:spcBef>
              <a:spcAft>
                <a:spcPts val="0"/>
              </a:spcAft>
              <a:buSzPts val="900"/>
              <a:buChar char="●"/>
              <a:defRPr/>
            </a:lvl4pPr>
            <a:lvl5pPr marL="2286000" lvl="4" indent="-285750" rtl="0">
              <a:spcBef>
                <a:spcPts val="1600"/>
              </a:spcBef>
              <a:spcAft>
                <a:spcPts val="0"/>
              </a:spcAft>
              <a:buSzPts val="900"/>
              <a:buChar char="○"/>
              <a:defRPr/>
            </a:lvl5pPr>
            <a:lvl6pPr marL="2743200" lvl="5" indent="-285750" rtl="0">
              <a:spcBef>
                <a:spcPts val="1600"/>
              </a:spcBef>
              <a:spcAft>
                <a:spcPts val="0"/>
              </a:spcAft>
              <a:buSzPts val="900"/>
              <a:buChar char="■"/>
              <a:defRPr/>
            </a:lvl6pPr>
            <a:lvl7pPr marL="3200400" lvl="6" indent="-285750" rtl="0">
              <a:spcBef>
                <a:spcPts val="1600"/>
              </a:spcBef>
              <a:spcAft>
                <a:spcPts val="0"/>
              </a:spcAft>
              <a:buSzPts val="900"/>
              <a:buChar char="●"/>
              <a:defRPr/>
            </a:lvl7pPr>
            <a:lvl8pPr marL="3657600" lvl="7" indent="-285750" rtl="0">
              <a:spcBef>
                <a:spcPts val="1600"/>
              </a:spcBef>
              <a:spcAft>
                <a:spcPts val="0"/>
              </a:spcAft>
              <a:buSzPts val="900"/>
              <a:buChar char="○"/>
              <a:defRPr/>
            </a:lvl8pPr>
            <a:lvl9pPr marL="4114800" lvl="8" indent="-285750" rtl="0">
              <a:spcBef>
                <a:spcPts val="1600"/>
              </a:spcBef>
              <a:spcAft>
                <a:spcPts val="1600"/>
              </a:spcAft>
              <a:buSzPts val="900"/>
              <a:buChar char="■"/>
              <a:defRPr/>
            </a:lvl9pPr>
          </a:lstStyle>
          <a:p>
            <a:endParaRPr/>
          </a:p>
        </p:txBody>
      </p:sp>
      <p:sp>
        <p:nvSpPr>
          <p:cNvPr id="2679" name="Google Shape;2679;p1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4.xml"/><Relationship Id="rId21" Type="http://schemas.openxmlformats.org/officeDocument/2006/relationships/slideLayout" Target="../slideLayouts/slideLayout39.xml"/><Relationship Id="rId42" Type="http://schemas.openxmlformats.org/officeDocument/2006/relationships/slideLayout" Target="../slideLayouts/slideLayout60.xml"/><Relationship Id="rId47" Type="http://schemas.openxmlformats.org/officeDocument/2006/relationships/slideLayout" Target="../slideLayouts/slideLayout65.xml"/><Relationship Id="rId63" Type="http://schemas.openxmlformats.org/officeDocument/2006/relationships/slideLayout" Target="../slideLayouts/slideLayout81.xml"/><Relationship Id="rId68" Type="http://schemas.openxmlformats.org/officeDocument/2006/relationships/slideLayout" Target="../slideLayouts/slideLayout86.xml"/><Relationship Id="rId84" Type="http://schemas.openxmlformats.org/officeDocument/2006/relationships/slideLayout" Target="../slideLayouts/slideLayout102.xml"/><Relationship Id="rId89" Type="http://schemas.openxmlformats.org/officeDocument/2006/relationships/slideLayout" Target="../slideLayouts/slideLayout107.xml"/><Relationship Id="rId16" Type="http://schemas.openxmlformats.org/officeDocument/2006/relationships/slideLayout" Target="../slideLayouts/slideLayout34.xml"/><Relationship Id="rId11" Type="http://schemas.openxmlformats.org/officeDocument/2006/relationships/slideLayout" Target="../slideLayouts/slideLayout29.xml"/><Relationship Id="rId32" Type="http://schemas.openxmlformats.org/officeDocument/2006/relationships/slideLayout" Target="../slideLayouts/slideLayout50.xml"/><Relationship Id="rId37" Type="http://schemas.openxmlformats.org/officeDocument/2006/relationships/slideLayout" Target="../slideLayouts/slideLayout55.xml"/><Relationship Id="rId53" Type="http://schemas.openxmlformats.org/officeDocument/2006/relationships/slideLayout" Target="../slideLayouts/slideLayout71.xml"/><Relationship Id="rId58" Type="http://schemas.openxmlformats.org/officeDocument/2006/relationships/slideLayout" Target="../slideLayouts/slideLayout76.xml"/><Relationship Id="rId74" Type="http://schemas.openxmlformats.org/officeDocument/2006/relationships/slideLayout" Target="../slideLayouts/slideLayout92.xml"/><Relationship Id="rId79" Type="http://schemas.openxmlformats.org/officeDocument/2006/relationships/slideLayout" Target="../slideLayouts/slideLayout97.xml"/><Relationship Id="rId5" Type="http://schemas.openxmlformats.org/officeDocument/2006/relationships/slideLayout" Target="../slideLayouts/slideLayout23.xml"/><Relationship Id="rId90" Type="http://schemas.openxmlformats.org/officeDocument/2006/relationships/slideLayout" Target="../slideLayouts/slideLayout108.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 Id="rId30" Type="http://schemas.openxmlformats.org/officeDocument/2006/relationships/slideLayout" Target="../slideLayouts/slideLayout48.xml"/><Relationship Id="rId35" Type="http://schemas.openxmlformats.org/officeDocument/2006/relationships/slideLayout" Target="../slideLayouts/slideLayout53.xml"/><Relationship Id="rId43" Type="http://schemas.openxmlformats.org/officeDocument/2006/relationships/slideLayout" Target="../slideLayouts/slideLayout61.xml"/><Relationship Id="rId48" Type="http://schemas.openxmlformats.org/officeDocument/2006/relationships/slideLayout" Target="../slideLayouts/slideLayout66.xml"/><Relationship Id="rId56" Type="http://schemas.openxmlformats.org/officeDocument/2006/relationships/slideLayout" Target="../slideLayouts/slideLayout74.xml"/><Relationship Id="rId64" Type="http://schemas.openxmlformats.org/officeDocument/2006/relationships/slideLayout" Target="../slideLayouts/slideLayout82.xml"/><Relationship Id="rId69" Type="http://schemas.openxmlformats.org/officeDocument/2006/relationships/slideLayout" Target="../slideLayouts/slideLayout87.xml"/><Relationship Id="rId77" Type="http://schemas.openxmlformats.org/officeDocument/2006/relationships/slideLayout" Target="../slideLayouts/slideLayout95.xml"/><Relationship Id="rId8" Type="http://schemas.openxmlformats.org/officeDocument/2006/relationships/slideLayout" Target="../slideLayouts/slideLayout26.xml"/><Relationship Id="rId51" Type="http://schemas.openxmlformats.org/officeDocument/2006/relationships/slideLayout" Target="../slideLayouts/slideLayout69.xml"/><Relationship Id="rId72" Type="http://schemas.openxmlformats.org/officeDocument/2006/relationships/slideLayout" Target="../slideLayouts/slideLayout90.xml"/><Relationship Id="rId80" Type="http://schemas.openxmlformats.org/officeDocument/2006/relationships/slideLayout" Target="../slideLayouts/slideLayout98.xml"/><Relationship Id="rId85" Type="http://schemas.openxmlformats.org/officeDocument/2006/relationships/slideLayout" Target="../slideLayouts/slideLayout103.xml"/><Relationship Id="rId3" Type="http://schemas.openxmlformats.org/officeDocument/2006/relationships/slideLayout" Target="../slideLayouts/slideLayout21.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33" Type="http://schemas.openxmlformats.org/officeDocument/2006/relationships/slideLayout" Target="../slideLayouts/slideLayout51.xml"/><Relationship Id="rId38" Type="http://schemas.openxmlformats.org/officeDocument/2006/relationships/slideLayout" Target="../slideLayouts/slideLayout56.xml"/><Relationship Id="rId46" Type="http://schemas.openxmlformats.org/officeDocument/2006/relationships/slideLayout" Target="../slideLayouts/slideLayout64.xml"/><Relationship Id="rId59" Type="http://schemas.openxmlformats.org/officeDocument/2006/relationships/slideLayout" Target="../slideLayouts/slideLayout77.xml"/><Relationship Id="rId67" Type="http://schemas.openxmlformats.org/officeDocument/2006/relationships/slideLayout" Target="../slideLayouts/slideLayout85.xml"/><Relationship Id="rId20" Type="http://schemas.openxmlformats.org/officeDocument/2006/relationships/slideLayout" Target="../slideLayouts/slideLayout38.xml"/><Relationship Id="rId41" Type="http://schemas.openxmlformats.org/officeDocument/2006/relationships/slideLayout" Target="../slideLayouts/slideLayout59.xml"/><Relationship Id="rId54" Type="http://schemas.openxmlformats.org/officeDocument/2006/relationships/slideLayout" Target="../slideLayouts/slideLayout72.xml"/><Relationship Id="rId62" Type="http://schemas.openxmlformats.org/officeDocument/2006/relationships/slideLayout" Target="../slideLayouts/slideLayout80.xml"/><Relationship Id="rId70" Type="http://schemas.openxmlformats.org/officeDocument/2006/relationships/slideLayout" Target="../slideLayouts/slideLayout88.xml"/><Relationship Id="rId75" Type="http://schemas.openxmlformats.org/officeDocument/2006/relationships/slideLayout" Target="../slideLayouts/slideLayout93.xml"/><Relationship Id="rId83" Type="http://schemas.openxmlformats.org/officeDocument/2006/relationships/slideLayout" Target="../slideLayouts/slideLayout101.xml"/><Relationship Id="rId88" Type="http://schemas.openxmlformats.org/officeDocument/2006/relationships/slideLayout" Target="../slideLayouts/slideLayout106.xml"/><Relationship Id="rId91" Type="http://schemas.openxmlformats.org/officeDocument/2006/relationships/theme" Target="../theme/theme2.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slideLayout" Target="../slideLayouts/slideLayout46.xml"/><Relationship Id="rId36" Type="http://schemas.openxmlformats.org/officeDocument/2006/relationships/slideLayout" Target="../slideLayouts/slideLayout54.xml"/><Relationship Id="rId49" Type="http://schemas.openxmlformats.org/officeDocument/2006/relationships/slideLayout" Target="../slideLayouts/slideLayout67.xml"/><Relationship Id="rId57" Type="http://schemas.openxmlformats.org/officeDocument/2006/relationships/slideLayout" Target="../slideLayouts/slideLayout75.xml"/><Relationship Id="rId10" Type="http://schemas.openxmlformats.org/officeDocument/2006/relationships/slideLayout" Target="../slideLayouts/slideLayout28.xml"/><Relationship Id="rId31" Type="http://schemas.openxmlformats.org/officeDocument/2006/relationships/slideLayout" Target="../slideLayouts/slideLayout49.xml"/><Relationship Id="rId44" Type="http://schemas.openxmlformats.org/officeDocument/2006/relationships/slideLayout" Target="../slideLayouts/slideLayout62.xml"/><Relationship Id="rId52" Type="http://schemas.openxmlformats.org/officeDocument/2006/relationships/slideLayout" Target="../slideLayouts/slideLayout70.xml"/><Relationship Id="rId60" Type="http://schemas.openxmlformats.org/officeDocument/2006/relationships/slideLayout" Target="../slideLayouts/slideLayout78.xml"/><Relationship Id="rId65" Type="http://schemas.openxmlformats.org/officeDocument/2006/relationships/slideLayout" Target="../slideLayouts/slideLayout83.xml"/><Relationship Id="rId73" Type="http://schemas.openxmlformats.org/officeDocument/2006/relationships/slideLayout" Target="../slideLayouts/slideLayout91.xml"/><Relationship Id="rId78" Type="http://schemas.openxmlformats.org/officeDocument/2006/relationships/slideLayout" Target="../slideLayouts/slideLayout96.xml"/><Relationship Id="rId81" Type="http://schemas.openxmlformats.org/officeDocument/2006/relationships/slideLayout" Target="../slideLayouts/slideLayout99.xml"/><Relationship Id="rId86" Type="http://schemas.openxmlformats.org/officeDocument/2006/relationships/slideLayout" Target="../slideLayouts/slideLayout104.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9" Type="http://schemas.openxmlformats.org/officeDocument/2006/relationships/slideLayout" Target="../slideLayouts/slideLayout57.xml"/><Relationship Id="rId34" Type="http://schemas.openxmlformats.org/officeDocument/2006/relationships/slideLayout" Target="../slideLayouts/slideLayout52.xml"/><Relationship Id="rId50" Type="http://schemas.openxmlformats.org/officeDocument/2006/relationships/slideLayout" Target="../slideLayouts/slideLayout68.xml"/><Relationship Id="rId55" Type="http://schemas.openxmlformats.org/officeDocument/2006/relationships/slideLayout" Target="../slideLayouts/slideLayout73.xml"/><Relationship Id="rId76" Type="http://schemas.openxmlformats.org/officeDocument/2006/relationships/slideLayout" Target="../slideLayouts/slideLayout94.xml"/><Relationship Id="rId7" Type="http://schemas.openxmlformats.org/officeDocument/2006/relationships/slideLayout" Target="../slideLayouts/slideLayout25.xml"/><Relationship Id="rId71" Type="http://schemas.openxmlformats.org/officeDocument/2006/relationships/slideLayout" Target="../slideLayouts/slideLayout89.xml"/><Relationship Id="rId2" Type="http://schemas.openxmlformats.org/officeDocument/2006/relationships/slideLayout" Target="../slideLayouts/slideLayout20.xml"/><Relationship Id="rId29" Type="http://schemas.openxmlformats.org/officeDocument/2006/relationships/slideLayout" Target="../slideLayouts/slideLayout47.xml"/><Relationship Id="rId24" Type="http://schemas.openxmlformats.org/officeDocument/2006/relationships/slideLayout" Target="../slideLayouts/slideLayout42.xml"/><Relationship Id="rId40" Type="http://schemas.openxmlformats.org/officeDocument/2006/relationships/slideLayout" Target="../slideLayouts/slideLayout58.xml"/><Relationship Id="rId45" Type="http://schemas.openxmlformats.org/officeDocument/2006/relationships/slideLayout" Target="../slideLayouts/slideLayout63.xml"/><Relationship Id="rId66" Type="http://schemas.openxmlformats.org/officeDocument/2006/relationships/slideLayout" Target="../slideLayouts/slideLayout84.xml"/><Relationship Id="rId87" Type="http://schemas.openxmlformats.org/officeDocument/2006/relationships/slideLayout" Target="../slideLayouts/slideLayout105.xml"/><Relationship Id="rId61" Type="http://schemas.openxmlformats.org/officeDocument/2006/relationships/slideLayout" Target="../slideLayouts/slideLayout79.xml"/><Relationship Id="rId82" Type="http://schemas.openxmlformats.org/officeDocument/2006/relationships/slideLayout" Target="../slideLayouts/slideLayout100.xml"/><Relationship Id="rId1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0"/>
        <p:cNvGrpSpPr/>
        <p:nvPr/>
      </p:nvGrpSpPr>
      <p:grpSpPr>
        <a:xfrm>
          <a:off x="0" y="0"/>
          <a:ext cx="0" cy="0"/>
          <a:chOff x="0" y="0"/>
          <a:chExt cx="0" cy="0"/>
        </a:xfrm>
      </p:grpSpPr>
      <p:sp>
        <p:nvSpPr>
          <p:cNvPr id="81" name="Google Shape;81;p20"/>
          <p:cNvSpPr txBox="1">
            <a:spLocks noGrp="1"/>
          </p:cNvSpPr>
          <p:nvPr>
            <p:ph type="title"/>
          </p:nvPr>
        </p:nvSpPr>
        <p:spPr>
          <a:xfrm>
            <a:off x="457200" y="639175"/>
            <a:ext cx="8229600" cy="339300"/>
          </a:xfrm>
          <a:prstGeom prst="rect">
            <a:avLst/>
          </a:prstGeom>
          <a:noFill/>
          <a:ln>
            <a:noFill/>
          </a:ln>
        </p:spPr>
        <p:txBody>
          <a:bodyPr spcFirstLastPara="1" wrap="square" lIns="0" tIns="0" rIns="0" bIns="0" anchor="b" anchorCtr="0">
            <a:noAutofit/>
          </a:bodyPr>
          <a:lstStyle>
            <a:lvl1pPr lvl="0" rtl="0">
              <a:spcBef>
                <a:spcPts val="0"/>
              </a:spcBef>
              <a:spcAft>
                <a:spcPts val="0"/>
              </a:spcAft>
              <a:buSzPts val="2400"/>
              <a:buFont typeface="Poppins ExtraBold"/>
              <a:buNone/>
              <a:defRPr sz="2400">
                <a:latin typeface="Poppins ExtraBold"/>
                <a:ea typeface="Poppins ExtraBold"/>
                <a:cs typeface="Poppins ExtraBold"/>
                <a:sym typeface="Poppins ExtraBold"/>
              </a:defRPr>
            </a:lvl1pPr>
            <a:lvl2pPr lvl="1" rtl="0">
              <a:spcBef>
                <a:spcPts val="0"/>
              </a:spcBef>
              <a:spcAft>
                <a:spcPts val="0"/>
              </a:spcAft>
              <a:buClr>
                <a:schemeClr val="dk1"/>
              </a:buClr>
              <a:buSzPts val="2400"/>
              <a:buFont typeface="Poppins ExtraBold"/>
              <a:buNone/>
              <a:defRPr sz="2400">
                <a:solidFill>
                  <a:schemeClr val="dk1"/>
                </a:solidFill>
                <a:latin typeface="Poppins ExtraBold"/>
                <a:ea typeface="Poppins ExtraBold"/>
                <a:cs typeface="Poppins ExtraBold"/>
                <a:sym typeface="Poppins ExtraBold"/>
              </a:defRPr>
            </a:lvl2pPr>
            <a:lvl3pPr lvl="2" rtl="0">
              <a:spcBef>
                <a:spcPts val="0"/>
              </a:spcBef>
              <a:spcAft>
                <a:spcPts val="0"/>
              </a:spcAft>
              <a:buClr>
                <a:schemeClr val="dk1"/>
              </a:buClr>
              <a:buSzPts val="2400"/>
              <a:buFont typeface="Poppins ExtraBold"/>
              <a:buNone/>
              <a:defRPr sz="2400">
                <a:solidFill>
                  <a:schemeClr val="dk1"/>
                </a:solidFill>
                <a:latin typeface="Poppins ExtraBold"/>
                <a:ea typeface="Poppins ExtraBold"/>
                <a:cs typeface="Poppins ExtraBold"/>
                <a:sym typeface="Poppins ExtraBold"/>
              </a:defRPr>
            </a:lvl3pPr>
            <a:lvl4pPr lvl="3" rtl="0">
              <a:spcBef>
                <a:spcPts val="0"/>
              </a:spcBef>
              <a:spcAft>
                <a:spcPts val="0"/>
              </a:spcAft>
              <a:buClr>
                <a:schemeClr val="dk1"/>
              </a:buClr>
              <a:buSzPts val="2400"/>
              <a:buFont typeface="Poppins ExtraBold"/>
              <a:buNone/>
              <a:defRPr sz="2400">
                <a:solidFill>
                  <a:schemeClr val="dk1"/>
                </a:solidFill>
                <a:latin typeface="Poppins ExtraBold"/>
                <a:ea typeface="Poppins ExtraBold"/>
                <a:cs typeface="Poppins ExtraBold"/>
                <a:sym typeface="Poppins ExtraBold"/>
              </a:defRPr>
            </a:lvl4pPr>
            <a:lvl5pPr lvl="4" rtl="0">
              <a:spcBef>
                <a:spcPts val="0"/>
              </a:spcBef>
              <a:spcAft>
                <a:spcPts val="0"/>
              </a:spcAft>
              <a:buClr>
                <a:schemeClr val="dk1"/>
              </a:buClr>
              <a:buSzPts val="2400"/>
              <a:buFont typeface="Poppins ExtraBold"/>
              <a:buNone/>
              <a:defRPr sz="2400">
                <a:solidFill>
                  <a:schemeClr val="dk1"/>
                </a:solidFill>
                <a:latin typeface="Poppins ExtraBold"/>
                <a:ea typeface="Poppins ExtraBold"/>
                <a:cs typeface="Poppins ExtraBold"/>
                <a:sym typeface="Poppins ExtraBold"/>
              </a:defRPr>
            </a:lvl5pPr>
            <a:lvl6pPr lvl="5" rtl="0">
              <a:spcBef>
                <a:spcPts val="0"/>
              </a:spcBef>
              <a:spcAft>
                <a:spcPts val="0"/>
              </a:spcAft>
              <a:buClr>
                <a:schemeClr val="dk1"/>
              </a:buClr>
              <a:buSzPts val="2400"/>
              <a:buFont typeface="Poppins ExtraBold"/>
              <a:buNone/>
              <a:defRPr sz="2400">
                <a:solidFill>
                  <a:schemeClr val="dk1"/>
                </a:solidFill>
                <a:latin typeface="Poppins ExtraBold"/>
                <a:ea typeface="Poppins ExtraBold"/>
                <a:cs typeface="Poppins ExtraBold"/>
                <a:sym typeface="Poppins ExtraBold"/>
              </a:defRPr>
            </a:lvl6pPr>
            <a:lvl7pPr lvl="6" rtl="0">
              <a:spcBef>
                <a:spcPts val="0"/>
              </a:spcBef>
              <a:spcAft>
                <a:spcPts val="0"/>
              </a:spcAft>
              <a:buClr>
                <a:schemeClr val="dk1"/>
              </a:buClr>
              <a:buSzPts val="2400"/>
              <a:buFont typeface="Poppins ExtraBold"/>
              <a:buNone/>
              <a:defRPr sz="2400">
                <a:solidFill>
                  <a:schemeClr val="dk1"/>
                </a:solidFill>
                <a:latin typeface="Poppins ExtraBold"/>
                <a:ea typeface="Poppins ExtraBold"/>
                <a:cs typeface="Poppins ExtraBold"/>
                <a:sym typeface="Poppins ExtraBold"/>
              </a:defRPr>
            </a:lvl7pPr>
            <a:lvl8pPr lvl="7" rtl="0">
              <a:spcBef>
                <a:spcPts val="0"/>
              </a:spcBef>
              <a:spcAft>
                <a:spcPts val="0"/>
              </a:spcAft>
              <a:buClr>
                <a:schemeClr val="dk1"/>
              </a:buClr>
              <a:buSzPts val="2400"/>
              <a:buFont typeface="Poppins ExtraBold"/>
              <a:buNone/>
              <a:defRPr sz="2400">
                <a:solidFill>
                  <a:schemeClr val="dk1"/>
                </a:solidFill>
                <a:latin typeface="Poppins ExtraBold"/>
                <a:ea typeface="Poppins ExtraBold"/>
                <a:cs typeface="Poppins ExtraBold"/>
                <a:sym typeface="Poppins ExtraBold"/>
              </a:defRPr>
            </a:lvl8pPr>
            <a:lvl9pPr lvl="8" rtl="0">
              <a:spcBef>
                <a:spcPts val="0"/>
              </a:spcBef>
              <a:spcAft>
                <a:spcPts val="0"/>
              </a:spcAft>
              <a:buClr>
                <a:schemeClr val="dk1"/>
              </a:buClr>
              <a:buSzPts val="2400"/>
              <a:buFont typeface="Poppins ExtraBold"/>
              <a:buNone/>
              <a:defRPr sz="2400">
                <a:solidFill>
                  <a:schemeClr val="dk1"/>
                </a:solidFill>
                <a:latin typeface="Poppins ExtraBold"/>
                <a:ea typeface="Poppins ExtraBold"/>
                <a:cs typeface="Poppins ExtraBold"/>
                <a:sym typeface="Poppins ExtraBold"/>
              </a:defRPr>
            </a:lvl9pPr>
          </a:lstStyle>
          <a:p>
            <a:endParaRPr/>
          </a:p>
        </p:txBody>
      </p:sp>
      <p:sp>
        <p:nvSpPr>
          <p:cNvPr id="82" name="Google Shape;82;p20"/>
          <p:cNvSpPr txBox="1">
            <a:spLocks noGrp="1"/>
          </p:cNvSpPr>
          <p:nvPr>
            <p:ph type="body" idx="1"/>
          </p:nvPr>
        </p:nvSpPr>
        <p:spPr>
          <a:xfrm>
            <a:off x="457200" y="1240675"/>
            <a:ext cx="3687000" cy="2511600"/>
          </a:xfrm>
          <a:prstGeom prst="rect">
            <a:avLst/>
          </a:prstGeom>
          <a:noFill/>
          <a:ln>
            <a:noFill/>
          </a:ln>
        </p:spPr>
        <p:txBody>
          <a:bodyPr spcFirstLastPara="1" wrap="square" lIns="0" tIns="0" rIns="0" bIns="0" anchor="t" anchorCtr="0">
            <a:noAutofit/>
          </a:bodyPr>
          <a:lstStyle>
            <a:lvl1pPr marL="457200" lvl="0" indent="-285750" rtl="0">
              <a:lnSpc>
                <a:spcPct val="115000"/>
              </a:lnSpc>
              <a:spcBef>
                <a:spcPts val="0"/>
              </a:spcBef>
              <a:spcAft>
                <a:spcPts val="0"/>
              </a:spcAft>
              <a:buClr>
                <a:schemeClr val="dk2"/>
              </a:buClr>
              <a:buSzPts val="900"/>
              <a:buFont typeface="Poppins"/>
              <a:buChar char="●"/>
              <a:defRPr sz="900">
                <a:solidFill>
                  <a:schemeClr val="dk2"/>
                </a:solidFill>
                <a:latin typeface="Poppins"/>
                <a:ea typeface="Poppins"/>
                <a:cs typeface="Poppins"/>
                <a:sym typeface="Poppins"/>
              </a:defRPr>
            </a:lvl1pPr>
            <a:lvl2pPr marL="914400" lvl="1" indent="-285750" rtl="0">
              <a:lnSpc>
                <a:spcPct val="115000"/>
              </a:lnSpc>
              <a:spcBef>
                <a:spcPts val="1600"/>
              </a:spcBef>
              <a:spcAft>
                <a:spcPts val="0"/>
              </a:spcAft>
              <a:buClr>
                <a:schemeClr val="dk2"/>
              </a:buClr>
              <a:buSzPts val="900"/>
              <a:buFont typeface="Poppins"/>
              <a:buChar char="○"/>
              <a:defRPr sz="900">
                <a:solidFill>
                  <a:schemeClr val="dk2"/>
                </a:solidFill>
                <a:latin typeface="Poppins"/>
                <a:ea typeface="Poppins"/>
                <a:cs typeface="Poppins"/>
                <a:sym typeface="Poppins"/>
              </a:defRPr>
            </a:lvl2pPr>
            <a:lvl3pPr marL="1371600" lvl="2" indent="-285750" rtl="0">
              <a:lnSpc>
                <a:spcPct val="115000"/>
              </a:lnSpc>
              <a:spcBef>
                <a:spcPts val="1600"/>
              </a:spcBef>
              <a:spcAft>
                <a:spcPts val="0"/>
              </a:spcAft>
              <a:buClr>
                <a:schemeClr val="dk2"/>
              </a:buClr>
              <a:buSzPts val="900"/>
              <a:buFont typeface="Poppins"/>
              <a:buChar char="■"/>
              <a:defRPr sz="900">
                <a:solidFill>
                  <a:schemeClr val="dk2"/>
                </a:solidFill>
                <a:latin typeface="Poppins"/>
                <a:ea typeface="Poppins"/>
                <a:cs typeface="Poppins"/>
                <a:sym typeface="Poppins"/>
              </a:defRPr>
            </a:lvl3pPr>
            <a:lvl4pPr marL="1828800" lvl="3" indent="-285750" rtl="0">
              <a:lnSpc>
                <a:spcPct val="115000"/>
              </a:lnSpc>
              <a:spcBef>
                <a:spcPts val="1600"/>
              </a:spcBef>
              <a:spcAft>
                <a:spcPts val="0"/>
              </a:spcAft>
              <a:buClr>
                <a:schemeClr val="dk2"/>
              </a:buClr>
              <a:buSzPts val="900"/>
              <a:buFont typeface="Poppins"/>
              <a:buChar char="●"/>
              <a:defRPr sz="900">
                <a:solidFill>
                  <a:schemeClr val="dk2"/>
                </a:solidFill>
                <a:latin typeface="Poppins"/>
                <a:ea typeface="Poppins"/>
                <a:cs typeface="Poppins"/>
                <a:sym typeface="Poppins"/>
              </a:defRPr>
            </a:lvl4pPr>
            <a:lvl5pPr marL="2286000" lvl="4" indent="-285750" rtl="0">
              <a:lnSpc>
                <a:spcPct val="115000"/>
              </a:lnSpc>
              <a:spcBef>
                <a:spcPts val="1600"/>
              </a:spcBef>
              <a:spcAft>
                <a:spcPts val="0"/>
              </a:spcAft>
              <a:buClr>
                <a:schemeClr val="dk2"/>
              </a:buClr>
              <a:buSzPts val="900"/>
              <a:buFont typeface="Poppins"/>
              <a:buChar char="○"/>
              <a:defRPr sz="900">
                <a:solidFill>
                  <a:schemeClr val="dk2"/>
                </a:solidFill>
                <a:latin typeface="Poppins"/>
                <a:ea typeface="Poppins"/>
                <a:cs typeface="Poppins"/>
                <a:sym typeface="Poppins"/>
              </a:defRPr>
            </a:lvl5pPr>
            <a:lvl6pPr marL="2743200" lvl="5" indent="-285750" rtl="0">
              <a:lnSpc>
                <a:spcPct val="115000"/>
              </a:lnSpc>
              <a:spcBef>
                <a:spcPts val="1600"/>
              </a:spcBef>
              <a:spcAft>
                <a:spcPts val="0"/>
              </a:spcAft>
              <a:buClr>
                <a:schemeClr val="dk2"/>
              </a:buClr>
              <a:buSzPts val="900"/>
              <a:buFont typeface="Poppins"/>
              <a:buChar char="■"/>
              <a:defRPr sz="900">
                <a:solidFill>
                  <a:schemeClr val="dk2"/>
                </a:solidFill>
                <a:latin typeface="Poppins"/>
                <a:ea typeface="Poppins"/>
                <a:cs typeface="Poppins"/>
                <a:sym typeface="Poppins"/>
              </a:defRPr>
            </a:lvl6pPr>
            <a:lvl7pPr marL="3200400" lvl="6" indent="-285750" rtl="0">
              <a:lnSpc>
                <a:spcPct val="115000"/>
              </a:lnSpc>
              <a:spcBef>
                <a:spcPts val="1600"/>
              </a:spcBef>
              <a:spcAft>
                <a:spcPts val="0"/>
              </a:spcAft>
              <a:buClr>
                <a:schemeClr val="dk2"/>
              </a:buClr>
              <a:buSzPts val="900"/>
              <a:buFont typeface="Poppins"/>
              <a:buChar char="●"/>
              <a:defRPr sz="900">
                <a:solidFill>
                  <a:schemeClr val="dk2"/>
                </a:solidFill>
                <a:latin typeface="Poppins"/>
                <a:ea typeface="Poppins"/>
                <a:cs typeface="Poppins"/>
                <a:sym typeface="Poppins"/>
              </a:defRPr>
            </a:lvl7pPr>
            <a:lvl8pPr marL="3657600" lvl="7" indent="-285750" rtl="0">
              <a:lnSpc>
                <a:spcPct val="115000"/>
              </a:lnSpc>
              <a:spcBef>
                <a:spcPts val="1600"/>
              </a:spcBef>
              <a:spcAft>
                <a:spcPts val="0"/>
              </a:spcAft>
              <a:buClr>
                <a:schemeClr val="dk2"/>
              </a:buClr>
              <a:buSzPts val="900"/>
              <a:buFont typeface="Poppins"/>
              <a:buChar char="○"/>
              <a:defRPr sz="900">
                <a:solidFill>
                  <a:schemeClr val="dk2"/>
                </a:solidFill>
                <a:latin typeface="Poppins"/>
                <a:ea typeface="Poppins"/>
                <a:cs typeface="Poppins"/>
                <a:sym typeface="Poppins"/>
              </a:defRPr>
            </a:lvl8pPr>
            <a:lvl9pPr marL="4114800" lvl="8" indent="-285750" rtl="0">
              <a:lnSpc>
                <a:spcPct val="115000"/>
              </a:lnSpc>
              <a:spcBef>
                <a:spcPts val="1600"/>
              </a:spcBef>
              <a:spcAft>
                <a:spcPts val="1600"/>
              </a:spcAft>
              <a:buClr>
                <a:schemeClr val="dk2"/>
              </a:buClr>
              <a:buSzPts val="900"/>
              <a:buFont typeface="Poppins"/>
              <a:buChar char="■"/>
              <a:defRPr sz="900">
                <a:solidFill>
                  <a:schemeClr val="dk2"/>
                </a:solidFill>
                <a:latin typeface="Poppins"/>
                <a:ea typeface="Poppins"/>
                <a:cs typeface="Poppins"/>
                <a:sym typeface="Poppins"/>
              </a:defRPr>
            </a:lvl9pPr>
          </a:lstStyle>
          <a:p>
            <a:endParaRPr/>
          </a:p>
        </p:txBody>
      </p:sp>
      <p:sp>
        <p:nvSpPr>
          <p:cNvPr id="83" name="Google Shape;83;p20"/>
          <p:cNvSpPr txBox="1">
            <a:spLocks noGrp="1"/>
          </p:cNvSpPr>
          <p:nvPr>
            <p:ph type="sldNum" idx="12"/>
          </p:nvPr>
        </p:nvSpPr>
        <p:spPr>
          <a:xfrm>
            <a:off x="8290498" y="4669101"/>
            <a:ext cx="548700" cy="393600"/>
          </a:xfrm>
          <a:prstGeom prst="rect">
            <a:avLst/>
          </a:prstGeom>
          <a:noFill/>
          <a:ln>
            <a:noFill/>
          </a:ln>
        </p:spPr>
        <p:txBody>
          <a:bodyPr spcFirstLastPara="1" wrap="square" lIns="91425" tIns="91425" rIns="91425" bIns="91425" anchor="t" anchorCtr="0">
            <a:noAutofit/>
          </a:bodyPr>
          <a:lstStyle>
            <a:lvl1pPr lvl="0" algn="r" rtl="0">
              <a:buNone/>
              <a:defRPr sz="800">
                <a:solidFill>
                  <a:srgbClr val="B7B7B7"/>
                </a:solidFill>
                <a:latin typeface="Lato"/>
                <a:ea typeface="Lato"/>
                <a:cs typeface="Lato"/>
                <a:sym typeface="Lato"/>
              </a:defRPr>
            </a:lvl1pPr>
            <a:lvl2pPr lvl="1" algn="r" rtl="0">
              <a:buNone/>
              <a:defRPr sz="800">
                <a:solidFill>
                  <a:srgbClr val="B7B7B7"/>
                </a:solidFill>
                <a:latin typeface="Lato"/>
                <a:ea typeface="Lato"/>
                <a:cs typeface="Lato"/>
                <a:sym typeface="Lato"/>
              </a:defRPr>
            </a:lvl2pPr>
            <a:lvl3pPr lvl="2" algn="r" rtl="0">
              <a:buNone/>
              <a:defRPr sz="800">
                <a:solidFill>
                  <a:srgbClr val="B7B7B7"/>
                </a:solidFill>
                <a:latin typeface="Lato"/>
                <a:ea typeface="Lato"/>
                <a:cs typeface="Lato"/>
                <a:sym typeface="Lato"/>
              </a:defRPr>
            </a:lvl3pPr>
            <a:lvl4pPr lvl="3" algn="r" rtl="0">
              <a:buNone/>
              <a:defRPr sz="800">
                <a:solidFill>
                  <a:srgbClr val="B7B7B7"/>
                </a:solidFill>
                <a:latin typeface="Lato"/>
                <a:ea typeface="Lato"/>
                <a:cs typeface="Lato"/>
                <a:sym typeface="Lato"/>
              </a:defRPr>
            </a:lvl4pPr>
            <a:lvl5pPr lvl="4" algn="r" rtl="0">
              <a:buNone/>
              <a:defRPr sz="800">
                <a:solidFill>
                  <a:srgbClr val="B7B7B7"/>
                </a:solidFill>
                <a:latin typeface="Lato"/>
                <a:ea typeface="Lato"/>
                <a:cs typeface="Lato"/>
                <a:sym typeface="Lato"/>
              </a:defRPr>
            </a:lvl5pPr>
            <a:lvl6pPr lvl="5" algn="r" rtl="0">
              <a:buNone/>
              <a:defRPr sz="800">
                <a:solidFill>
                  <a:srgbClr val="B7B7B7"/>
                </a:solidFill>
                <a:latin typeface="Lato"/>
                <a:ea typeface="Lato"/>
                <a:cs typeface="Lato"/>
                <a:sym typeface="Lato"/>
              </a:defRPr>
            </a:lvl6pPr>
            <a:lvl7pPr lvl="6" algn="r" rtl="0">
              <a:buNone/>
              <a:defRPr sz="800">
                <a:solidFill>
                  <a:srgbClr val="B7B7B7"/>
                </a:solidFill>
                <a:latin typeface="Lato"/>
                <a:ea typeface="Lato"/>
                <a:cs typeface="Lato"/>
                <a:sym typeface="Lato"/>
              </a:defRPr>
            </a:lvl7pPr>
            <a:lvl8pPr lvl="7" algn="r" rtl="0">
              <a:buNone/>
              <a:defRPr sz="800">
                <a:solidFill>
                  <a:srgbClr val="B7B7B7"/>
                </a:solidFill>
                <a:latin typeface="Lato"/>
                <a:ea typeface="Lato"/>
                <a:cs typeface="Lato"/>
                <a:sym typeface="Lato"/>
              </a:defRPr>
            </a:lvl8pPr>
            <a:lvl9pPr lvl="8" algn="r" rtl="0">
              <a:buNone/>
              <a:defRPr sz="800">
                <a:solidFill>
                  <a:srgbClr val="B7B7B7"/>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7" r:id="rId11"/>
    <p:sldLayoutId id="2147483678" r:id="rId12"/>
    <p:sldLayoutId id="2147483679" r:id="rId13"/>
    <p:sldLayoutId id="2147483681"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3" r:id="rId24"/>
    <p:sldLayoutId id="2147483694" r:id="rId25"/>
    <p:sldLayoutId id="2147483695" r:id="rId26"/>
    <p:sldLayoutId id="2147483696" r:id="rId27"/>
    <p:sldLayoutId id="2147483697" r:id="rId28"/>
    <p:sldLayoutId id="2147483698" r:id="rId29"/>
    <p:sldLayoutId id="2147483699" r:id="rId30"/>
    <p:sldLayoutId id="2147483700" r:id="rId31"/>
    <p:sldLayoutId id="2147483701" r:id="rId32"/>
    <p:sldLayoutId id="2147483702" r:id="rId33"/>
    <p:sldLayoutId id="2147483703" r:id="rId34"/>
    <p:sldLayoutId id="2147483704" r:id="rId35"/>
    <p:sldLayoutId id="2147483705" r:id="rId36"/>
    <p:sldLayoutId id="2147483706" r:id="rId37"/>
    <p:sldLayoutId id="2147483707" r:id="rId38"/>
    <p:sldLayoutId id="2147483708" r:id="rId39"/>
    <p:sldLayoutId id="2147483709" r:id="rId40"/>
    <p:sldLayoutId id="2147483710" r:id="rId41"/>
    <p:sldLayoutId id="2147483711" r:id="rId42"/>
    <p:sldLayoutId id="2147483712" r:id="rId43"/>
    <p:sldLayoutId id="2147483713" r:id="rId44"/>
    <p:sldLayoutId id="2147483714" r:id="rId45"/>
    <p:sldLayoutId id="2147483715" r:id="rId46"/>
    <p:sldLayoutId id="2147483716" r:id="rId47"/>
    <p:sldLayoutId id="2147483717" r:id="rId48"/>
    <p:sldLayoutId id="2147483718" r:id="rId49"/>
    <p:sldLayoutId id="2147483719" r:id="rId50"/>
    <p:sldLayoutId id="2147483720" r:id="rId51"/>
    <p:sldLayoutId id="2147483721" r:id="rId52"/>
    <p:sldLayoutId id="2147483722" r:id="rId53"/>
    <p:sldLayoutId id="2147483723" r:id="rId54"/>
    <p:sldLayoutId id="2147483724" r:id="rId55"/>
    <p:sldLayoutId id="2147483725" r:id="rId56"/>
    <p:sldLayoutId id="2147483726" r:id="rId57"/>
    <p:sldLayoutId id="2147483727" r:id="rId58"/>
    <p:sldLayoutId id="2147483728" r:id="rId59"/>
    <p:sldLayoutId id="2147483729" r:id="rId60"/>
    <p:sldLayoutId id="2147483730" r:id="rId61"/>
    <p:sldLayoutId id="2147483731" r:id="rId62"/>
    <p:sldLayoutId id="2147483732" r:id="rId63"/>
    <p:sldLayoutId id="2147483733" r:id="rId64"/>
    <p:sldLayoutId id="2147483734" r:id="rId65"/>
    <p:sldLayoutId id="2147483735" r:id="rId66"/>
    <p:sldLayoutId id="2147483736" r:id="rId67"/>
    <p:sldLayoutId id="2147483737" r:id="rId68"/>
    <p:sldLayoutId id="2147483738" r:id="rId69"/>
    <p:sldLayoutId id="2147483739" r:id="rId70"/>
    <p:sldLayoutId id="2147483740" r:id="rId71"/>
    <p:sldLayoutId id="2147483741" r:id="rId72"/>
    <p:sldLayoutId id="2147483742" r:id="rId73"/>
    <p:sldLayoutId id="2147483743" r:id="rId74"/>
    <p:sldLayoutId id="2147483744" r:id="rId75"/>
    <p:sldLayoutId id="2147483745" r:id="rId76"/>
    <p:sldLayoutId id="2147483747" r:id="rId77"/>
    <p:sldLayoutId id="2147483750" r:id="rId78"/>
    <p:sldLayoutId id="2147483751" r:id="rId79"/>
    <p:sldLayoutId id="2147483752" r:id="rId80"/>
    <p:sldLayoutId id="2147483753" r:id="rId81"/>
    <p:sldLayoutId id="2147483755" r:id="rId82"/>
    <p:sldLayoutId id="2147483756" r:id="rId83"/>
    <p:sldLayoutId id="2147483757" r:id="rId84"/>
    <p:sldLayoutId id="2147483758" r:id="rId85"/>
    <p:sldLayoutId id="2147483759" r:id="rId86"/>
    <p:sldLayoutId id="2147483760" r:id="rId87"/>
    <p:sldLayoutId id="2147483761" r:id="rId88"/>
    <p:sldLayoutId id="2147483762" r:id="rId89"/>
    <p:sldLayoutId id="2147483763" r:id="rId9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472">
          <p15:clr>
            <a:srgbClr val="EA4335"/>
          </p15:clr>
        </p15:guide>
        <p15:guide id="2" pos="2880">
          <p15:clr>
            <a:srgbClr val="EA4335"/>
          </p15:clr>
        </p15:guide>
        <p15:guide id="3" pos="3168">
          <p15:clr>
            <a:srgbClr val="EA4335"/>
          </p15:clr>
        </p15:guide>
        <p15:guide id="4" orient="horz" pos="1152">
          <p15:clr>
            <a:srgbClr val="EA4335"/>
          </p15:clr>
        </p15:guide>
        <p15:guide id="5" orient="horz" pos="1296">
          <p15:clr>
            <a:srgbClr val="EA4335"/>
          </p15:clr>
        </p15:guide>
        <p15:guide id="6" pos="288">
          <p15:clr>
            <a:srgbClr val="EA4335"/>
          </p15:clr>
        </p15:guide>
        <p15:guide id="7" pos="2592">
          <p15:clr>
            <a:srgbClr val="EA4335"/>
          </p15:clr>
        </p15:guide>
        <p15:guide id="8" orient="horz" pos="1011">
          <p15:clr>
            <a:srgbClr val="EA4335"/>
          </p15:clr>
        </p15:guide>
        <p15:guide id="9" orient="horz" pos="576">
          <p15:clr>
            <a:srgbClr val="EA4335"/>
          </p15:clr>
        </p15:guide>
        <p15:guide id="10" pos="2304">
          <p15:clr>
            <a:srgbClr val="EA4335"/>
          </p15:clr>
        </p15:guide>
        <p15:guide id="11" pos="3456">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0.xml"/><Relationship Id="rId4" Type="http://schemas.openxmlformats.org/officeDocument/2006/relationships/hyperlink" Target="https://drive.google.com/open?id=1f5xE2bQ2Hqhsz8lWQvJdQZzJQzOMnLbm&amp;authuser=miguele%40thenucleusgroup.com&amp;usp=drive_fs"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68.xml"/><Relationship Id="rId5" Type="http://schemas.openxmlformats.org/officeDocument/2006/relationships/image" Target="../media/image13.jp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6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5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5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5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90D3EB"/>
        </a:solidFill>
        <a:effectLst/>
      </p:bgPr>
    </p:bg>
    <p:spTree>
      <p:nvGrpSpPr>
        <p:cNvPr id="1" name="Shape 2683"/>
        <p:cNvGrpSpPr/>
        <p:nvPr/>
      </p:nvGrpSpPr>
      <p:grpSpPr>
        <a:xfrm>
          <a:off x="0" y="0"/>
          <a:ext cx="0" cy="0"/>
          <a:chOff x="0" y="0"/>
          <a:chExt cx="0" cy="0"/>
        </a:xfrm>
      </p:grpSpPr>
      <p:sp>
        <p:nvSpPr>
          <p:cNvPr id="2684" name="Google Shape;2684;p119"/>
          <p:cNvSpPr/>
          <p:nvPr/>
        </p:nvSpPr>
        <p:spPr>
          <a:xfrm>
            <a:off x="3735050" y="268650"/>
            <a:ext cx="359100" cy="359100"/>
          </a:xfrm>
          <a:prstGeom prst="ellipse">
            <a:avLst/>
          </a:prstGeom>
          <a:solidFill>
            <a:srgbClr val="B9D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119"/>
          <p:cNvSpPr/>
          <p:nvPr/>
        </p:nvSpPr>
        <p:spPr>
          <a:xfrm>
            <a:off x="6128350" y="421900"/>
            <a:ext cx="359100" cy="359100"/>
          </a:xfrm>
          <a:prstGeom prst="ellipse">
            <a:avLst/>
          </a:prstGeom>
          <a:solidFill>
            <a:srgbClr val="B9D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86" name="Google Shape;2686;p119"/>
          <p:cNvPicPr preferRelativeResize="0"/>
          <p:nvPr/>
        </p:nvPicPr>
        <p:blipFill rotWithShape="1">
          <a:blip r:embed="rId3">
            <a:alphaModFix/>
          </a:blip>
          <a:srcRect b="4616"/>
          <a:stretch/>
        </p:blipFill>
        <p:spPr>
          <a:xfrm>
            <a:off x="1932219" y="125641"/>
            <a:ext cx="5258527" cy="2320467"/>
          </a:xfrm>
          <a:prstGeom prst="rect">
            <a:avLst/>
          </a:prstGeom>
          <a:noFill/>
          <a:ln>
            <a:noFill/>
          </a:ln>
        </p:spPr>
      </p:pic>
      <p:sp>
        <p:nvSpPr>
          <p:cNvPr id="2687" name="Google Shape;2687;p119"/>
          <p:cNvSpPr/>
          <p:nvPr/>
        </p:nvSpPr>
        <p:spPr>
          <a:xfrm>
            <a:off x="125" y="2184325"/>
            <a:ext cx="9144000" cy="2958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119"/>
          <p:cNvSpPr txBox="1"/>
          <p:nvPr/>
        </p:nvSpPr>
        <p:spPr>
          <a:xfrm>
            <a:off x="2585573" y="1121700"/>
            <a:ext cx="4000800" cy="6156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800">
                <a:latin typeface="Poppins Black"/>
                <a:ea typeface="Poppins Black"/>
                <a:cs typeface="Poppins Black"/>
                <a:sym typeface="Poppins Black"/>
              </a:rPr>
              <a:t>BIENVENUE!</a:t>
            </a:r>
            <a:endParaRPr sz="2800">
              <a:latin typeface="Poppins Black"/>
              <a:ea typeface="Poppins Black"/>
              <a:cs typeface="Poppins Black"/>
              <a:sym typeface="Poppins Black"/>
            </a:endParaRPr>
          </a:p>
        </p:txBody>
      </p:sp>
      <p:sp>
        <p:nvSpPr>
          <p:cNvPr id="2689" name="Google Shape;2689;p119"/>
          <p:cNvSpPr txBox="1"/>
          <p:nvPr/>
        </p:nvSpPr>
        <p:spPr>
          <a:xfrm>
            <a:off x="323740" y="2217354"/>
            <a:ext cx="8417100" cy="104641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800" dirty="0">
                <a:latin typeface="Poppins Black"/>
                <a:ea typeface="Poppins Black"/>
                <a:cs typeface="Poppins Black"/>
                <a:sym typeface="Poppins Black"/>
              </a:rPr>
              <a:t>Introduction au  Design Centré sur l’Humain et Sciences comportementales</a:t>
            </a:r>
            <a:endParaRPr sz="2800" i="1" dirty="0">
              <a:latin typeface="Poppins Black"/>
              <a:ea typeface="Poppins Black"/>
              <a:cs typeface="Poppins Black"/>
              <a:sym typeface="Poppins Black"/>
            </a:endParaRPr>
          </a:p>
        </p:txBody>
      </p:sp>
      <p:sp>
        <p:nvSpPr>
          <p:cNvPr id="2693" name="Google Shape;2693;p119"/>
          <p:cNvSpPr/>
          <p:nvPr/>
        </p:nvSpPr>
        <p:spPr>
          <a:xfrm>
            <a:off x="7900825" y="1435875"/>
            <a:ext cx="470400" cy="4704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119"/>
          <p:cNvSpPr/>
          <p:nvPr/>
        </p:nvSpPr>
        <p:spPr>
          <a:xfrm>
            <a:off x="244425" y="159526"/>
            <a:ext cx="516300" cy="903900"/>
          </a:xfrm>
          <a:prstGeom prst="star4">
            <a:avLst>
              <a:gd name="adj" fmla="val 12500"/>
            </a:avLst>
          </a:prstGeom>
          <a:solidFill>
            <a:srgbClr val="01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119"/>
          <p:cNvSpPr/>
          <p:nvPr/>
        </p:nvSpPr>
        <p:spPr>
          <a:xfrm>
            <a:off x="7829700" y="1409125"/>
            <a:ext cx="470400" cy="4704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119"/>
          <p:cNvSpPr/>
          <p:nvPr/>
        </p:nvSpPr>
        <p:spPr>
          <a:xfrm>
            <a:off x="624073" y="792871"/>
            <a:ext cx="166200" cy="290700"/>
          </a:xfrm>
          <a:prstGeom prst="star4">
            <a:avLst>
              <a:gd name="adj" fmla="val 12500"/>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119"/>
          <p:cNvSpPr/>
          <p:nvPr/>
        </p:nvSpPr>
        <p:spPr>
          <a:xfrm>
            <a:off x="221710" y="191059"/>
            <a:ext cx="516300" cy="903900"/>
          </a:xfrm>
          <a:prstGeom prst="star4">
            <a:avLst>
              <a:gd name="adj" fmla="val 125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119"/>
          <p:cNvSpPr/>
          <p:nvPr/>
        </p:nvSpPr>
        <p:spPr>
          <a:xfrm>
            <a:off x="7721120" y="1083568"/>
            <a:ext cx="179700" cy="364200"/>
          </a:xfrm>
          <a:prstGeom prst="star4">
            <a:avLst>
              <a:gd name="adj" fmla="val 12500"/>
            </a:avLst>
          </a:prstGeom>
          <a:solidFill>
            <a:srgbClr val="FFE200"/>
          </a:solidFill>
          <a:ln w="9525" cap="flat" cmpd="sng">
            <a:solidFill>
              <a:srgbClr val="FFE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119"/>
          <p:cNvSpPr/>
          <p:nvPr/>
        </p:nvSpPr>
        <p:spPr>
          <a:xfrm>
            <a:off x="8586640" y="159521"/>
            <a:ext cx="308400" cy="539700"/>
          </a:xfrm>
          <a:prstGeom prst="star4">
            <a:avLst>
              <a:gd name="adj" fmla="val 12500"/>
            </a:avLst>
          </a:prstGeom>
          <a:solidFill>
            <a:srgbClr val="FF9B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119"/>
          <p:cNvSpPr/>
          <p:nvPr/>
        </p:nvSpPr>
        <p:spPr>
          <a:xfrm>
            <a:off x="8573075" y="178351"/>
            <a:ext cx="308400" cy="539700"/>
          </a:xfrm>
          <a:prstGeom prst="star4">
            <a:avLst>
              <a:gd name="adj" fmla="val 125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119"/>
          <p:cNvSpPr/>
          <p:nvPr/>
        </p:nvSpPr>
        <p:spPr>
          <a:xfrm rot="10122698">
            <a:off x="1141726" y="1494455"/>
            <a:ext cx="312648" cy="358465"/>
          </a:xfrm>
          <a:prstGeom prst="ellipse">
            <a:avLst/>
          </a:prstGeom>
          <a:solidFill>
            <a:srgbClr val="2BB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119"/>
          <p:cNvSpPr/>
          <p:nvPr/>
        </p:nvSpPr>
        <p:spPr>
          <a:xfrm rot="10122698">
            <a:off x="1081325" y="1548972"/>
            <a:ext cx="312648" cy="358465"/>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48"/>
        <p:cNvGrpSpPr/>
        <p:nvPr/>
      </p:nvGrpSpPr>
      <p:grpSpPr>
        <a:xfrm>
          <a:off x="0" y="0"/>
          <a:ext cx="0" cy="0"/>
          <a:chOff x="0" y="0"/>
          <a:chExt cx="0" cy="0"/>
        </a:xfrm>
      </p:grpSpPr>
      <p:sp>
        <p:nvSpPr>
          <p:cNvPr id="2749" name="Google Shape;2749;p125"/>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a:t>
            </a:fld>
            <a:endParaRPr/>
          </a:p>
        </p:txBody>
      </p:sp>
      <p:sp>
        <p:nvSpPr>
          <p:cNvPr id="2750" name="Google Shape;2750;p125"/>
          <p:cNvSpPr txBox="1">
            <a:spLocks noGrp="1"/>
          </p:cNvSpPr>
          <p:nvPr>
            <p:ph type="subTitle" idx="1"/>
          </p:nvPr>
        </p:nvSpPr>
        <p:spPr>
          <a:xfrm>
            <a:off x="1759250" y="3032875"/>
            <a:ext cx="6220200" cy="195900"/>
          </a:xfrm>
          <a:prstGeom prst="rect">
            <a:avLst/>
          </a:prstGeom>
        </p:spPr>
        <p:txBody>
          <a:bodyPr spcFirstLastPara="1" wrap="square" lIns="0" tIns="0" rIns="0" bIns="0" anchor="t" anchorCtr="0">
            <a:noAutofit/>
          </a:bodyPr>
          <a:lstStyle/>
          <a:p>
            <a:pPr marL="0" lvl="0" indent="0" algn="l" rtl="0">
              <a:spcBef>
                <a:spcPts val="0"/>
              </a:spcBef>
              <a:spcAft>
                <a:spcPts val="1600"/>
              </a:spcAft>
              <a:buNone/>
            </a:pPr>
            <a:r>
              <a:rPr lang="en" b="1">
                <a:latin typeface="Poppins"/>
                <a:ea typeface="Poppins"/>
                <a:cs typeface="Poppins"/>
                <a:sym typeface="Poppins"/>
              </a:rPr>
              <a:t>Identification des interventions centrées sur la communauté</a:t>
            </a:r>
            <a:endParaRPr b="1">
              <a:latin typeface="Poppins"/>
              <a:ea typeface="Poppins"/>
              <a:cs typeface="Poppins"/>
              <a:sym typeface="Poppins"/>
            </a:endParaRPr>
          </a:p>
        </p:txBody>
      </p:sp>
      <p:sp>
        <p:nvSpPr>
          <p:cNvPr id="2751" name="Google Shape;2751;p125"/>
          <p:cNvSpPr txBox="1">
            <a:spLocks noGrp="1"/>
          </p:cNvSpPr>
          <p:nvPr>
            <p:ph type="title"/>
          </p:nvPr>
        </p:nvSpPr>
        <p:spPr>
          <a:xfrm>
            <a:off x="1759250" y="1096050"/>
            <a:ext cx="4856400" cy="312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Introduction au design centré sur l’humain</a:t>
            </a:r>
            <a:endParaRPr/>
          </a:p>
        </p:txBody>
      </p:sp>
      <p:sp>
        <p:nvSpPr>
          <p:cNvPr id="2752" name="Google Shape;2752;p125"/>
          <p:cNvSpPr txBox="1"/>
          <p:nvPr/>
        </p:nvSpPr>
        <p:spPr>
          <a:xfrm>
            <a:off x="1759250" y="804675"/>
            <a:ext cx="5079900" cy="195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1600"/>
              </a:spcAft>
              <a:buNone/>
            </a:pPr>
            <a:r>
              <a:rPr lang="en" sz="1000">
                <a:solidFill>
                  <a:schemeClr val="dk1"/>
                </a:solidFill>
                <a:latin typeface="Poppins Black"/>
                <a:ea typeface="Poppins Black"/>
                <a:cs typeface="Poppins Black"/>
                <a:sym typeface="Poppins Black"/>
              </a:rPr>
              <a:t>DCH MODULE 0</a:t>
            </a:r>
            <a:endParaRPr sz="1000">
              <a:latin typeface="Poppins Black"/>
              <a:ea typeface="Poppins Black"/>
              <a:cs typeface="Poppins Black"/>
              <a:sym typeface="Poppins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56"/>
        <p:cNvGrpSpPr/>
        <p:nvPr/>
      </p:nvGrpSpPr>
      <p:grpSpPr>
        <a:xfrm>
          <a:off x="0" y="0"/>
          <a:ext cx="0" cy="0"/>
          <a:chOff x="0" y="0"/>
          <a:chExt cx="0" cy="0"/>
        </a:xfrm>
      </p:grpSpPr>
      <p:sp>
        <p:nvSpPr>
          <p:cNvPr id="2757" name="Google Shape;2757;p126"/>
          <p:cNvSpPr/>
          <p:nvPr/>
        </p:nvSpPr>
        <p:spPr>
          <a:xfrm>
            <a:off x="125" y="3771900"/>
            <a:ext cx="9144000" cy="1371900"/>
          </a:xfrm>
          <a:prstGeom prst="rect">
            <a:avLst/>
          </a:prstGeom>
          <a:solidFill>
            <a:srgbClr val="90D3E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2758" name="Google Shape;2758;p126"/>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p>
            <a:pPr marL="0" lvl="0" indent="0" algn="ctr" rtl="0">
              <a:spcBef>
                <a:spcPts val="0"/>
              </a:spcBef>
              <a:spcAft>
                <a:spcPts val="1600"/>
              </a:spcAft>
              <a:buNone/>
            </a:pPr>
            <a:r>
              <a:rPr lang="en"/>
              <a:t>VISION SBC</a:t>
            </a:r>
            <a:endParaRPr/>
          </a:p>
        </p:txBody>
      </p:sp>
      <p:sp>
        <p:nvSpPr>
          <p:cNvPr id="2759" name="Google Shape;2759;p126"/>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a:t>
            </a:fld>
            <a:endParaRPr/>
          </a:p>
        </p:txBody>
      </p:sp>
      <p:pic>
        <p:nvPicPr>
          <p:cNvPr id="2760" name="Google Shape;2760;p126"/>
          <p:cNvPicPr preferRelativeResize="0"/>
          <p:nvPr/>
        </p:nvPicPr>
        <p:blipFill rotWithShape="1">
          <a:blip r:embed="rId3">
            <a:alphaModFix/>
          </a:blip>
          <a:srcRect t="18807" b="27286"/>
          <a:stretch/>
        </p:blipFill>
        <p:spPr>
          <a:xfrm>
            <a:off x="1252525" y="1095375"/>
            <a:ext cx="6426352" cy="2262000"/>
          </a:xfrm>
          <a:prstGeom prst="rect">
            <a:avLst/>
          </a:prstGeom>
          <a:noFill/>
          <a:ln>
            <a:noFill/>
          </a:ln>
        </p:spPr>
      </p:pic>
      <p:sp>
        <p:nvSpPr>
          <p:cNvPr id="2761" name="Google Shape;2761;p126"/>
          <p:cNvSpPr txBox="1"/>
          <p:nvPr/>
        </p:nvSpPr>
        <p:spPr>
          <a:xfrm>
            <a:off x="-6019800" y="3371850"/>
            <a:ext cx="31434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latin typeface="Poppins"/>
                <a:ea typeface="Poppins"/>
                <a:cs typeface="Poppins"/>
                <a:sym typeface="Poppins"/>
              </a:rPr>
              <a:t>Why is it important to </a:t>
            </a:r>
            <a:r>
              <a:rPr lang="en" b="1">
                <a:solidFill>
                  <a:schemeClr val="dk1"/>
                </a:solidFill>
                <a:highlight>
                  <a:schemeClr val="lt1"/>
                </a:highlight>
                <a:latin typeface="Poppins"/>
                <a:ea typeface="Poppins"/>
                <a:cs typeface="Poppins"/>
                <a:sym typeface="Poppins"/>
              </a:rPr>
              <a:t>understand the barriers</a:t>
            </a:r>
            <a:r>
              <a:rPr lang="en" b="1">
                <a:solidFill>
                  <a:schemeClr val="dk1"/>
                </a:solidFill>
                <a:latin typeface="Poppins"/>
                <a:ea typeface="Poppins"/>
                <a:cs typeface="Poppins"/>
                <a:sym typeface="Poppins"/>
              </a:rPr>
              <a:t> to </a:t>
            </a:r>
            <a:endParaRPr b="1">
              <a:solidFill>
                <a:schemeClr val="dk1"/>
              </a:solidFill>
              <a:latin typeface="Poppins"/>
              <a:ea typeface="Poppins"/>
              <a:cs typeface="Poppins"/>
              <a:sym typeface="Poppins"/>
            </a:endParaRPr>
          </a:p>
          <a:p>
            <a:pPr marL="0" lvl="0" indent="0" algn="l" rtl="0">
              <a:spcBef>
                <a:spcPts val="0"/>
              </a:spcBef>
              <a:spcAft>
                <a:spcPts val="0"/>
              </a:spcAft>
              <a:buNone/>
            </a:pPr>
            <a:r>
              <a:rPr lang="en" b="1">
                <a:solidFill>
                  <a:schemeClr val="dk1"/>
                </a:solidFill>
                <a:latin typeface="Poppins"/>
                <a:ea typeface="Poppins"/>
                <a:cs typeface="Poppins"/>
                <a:sym typeface="Poppins"/>
              </a:rPr>
              <a:t>the uptake of services and adoption of positive practices? </a:t>
            </a:r>
            <a:endParaRPr b="1">
              <a:solidFill>
                <a:schemeClr val="dk1"/>
              </a:solidFill>
              <a:latin typeface="Poppins"/>
              <a:ea typeface="Poppins"/>
              <a:cs typeface="Poppins"/>
              <a:sym typeface="Poppins"/>
            </a:endParaRPr>
          </a:p>
        </p:txBody>
      </p:sp>
      <p:sp>
        <p:nvSpPr>
          <p:cNvPr id="2762" name="Google Shape;2762;p126"/>
          <p:cNvSpPr txBox="1"/>
          <p:nvPr/>
        </p:nvSpPr>
        <p:spPr>
          <a:xfrm>
            <a:off x="1714500" y="4214550"/>
            <a:ext cx="5715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chemeClr val="dk1"/>
                </a:solidFill>
                <a:latin typeface="Poppins"/>
                <a:ea typeface="Poppins"/>
                <a:cs typeface="Poppins"/>
                <a:sym typeface="Poppins"/>
              </a:rPr>
              <a:t>A quoi vous fait penser ce dessin ?</a:t>
            </a:r>
            <a:endParaRPr sz="900">
              <a:solidFill>
                <a:schemeClr val="dk1"/>
              </a:solidFill>
              <a:latin typeface="Poppins"/>
              <a:ea typeface="Poppins"/>
              <a:cs typeface="Poppins"/>
              <a:sym typeface="Poppins"/>
            </a:endParaRPr>
          </a:p>
        </p:txBody>
      </p:sp>
      <p:sp>
        <p:nvSpPr>
          <p:cNvPr id="2763" name="Google Shape;2763;p126"/>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67"/>
        <p:cNvGrpSpPr/>
        <p:nvPr/>
      </p:nvGrpSpPr>
      <p:grpSpPr>
        <a:xfrm>
          <a:off x="0" y="0"/>
          <a:ext cx="0" cy="0"/>
          <a:chOff x="0" y="0"/>
          <a:chExt cx="0" cy="0"/>
        </a:xfrm>
      </p:grpSpPr>
      <p:sp>
        <p:nvSpPr>
          <p:cNvPr id="2768" name="Google Shape;2768;p127"/>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p>
            <a:pPr marL="0" lvl="0" indent="0" algn="ctr" rtl="0">
              <a:spcBef>
                <a:spcPts val="0"/>
              </a:spcBef>
              <a:spcAft>
                <a:spcPts val="1600"/>
              </a:spcAft>
              <a:buNone/>
            </a:pPr>
            <a:r>
              <a:rPr lang="en"/>
              <a:t>VISION SBC</a:t>
            </a:r>
            <a:endParaRPr/>
          </a:p>
        </p:txBody>
      </p:sp>
      <p:sp>
        <p:nvSpPr>
          <p:cNvPr id="2769" name="Google Shape;2769;p127"/>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a:t>
            </a:fld>
            <a:endParaRPr/>
          </a:p>
        </p:txBody>
      </p:sp>
      <p:sp>
        <p:nvSpPr>
          <p:cNvPr id="2770" name="Google Shape;2770;p127"/>
          <p:cNvSpPr txBox="1">
            <a:spLocks noGrp="1"/>
          </p:cNvSpPr>
          <p:nvPr>
            <p:ph type="title"/>
          </p:nvPr>
        </p:nvSpPr>
        <p:spPr>
          <a:xfrm>
            <a:off x="676275" y="1352550"/>
            <a:ext cx="5151900" cy="21681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4800">
                <a:solidFill>
                  <a:srgbClr val="FF7200"/>
                </a:solidFill>
              </a:rPr>
              <a:t>Comment</a:t>
            </a:r>
            <a:r>
              <a:rPr lang="en" sz="4800"/>
              <a:t> changer un comportement?</a:t>
            </a:r>
            <a:endParaRPr sz="4800"/>
          </a:p>
        </p:txBody>
      </p:sp>
      <p:sp>
        <p:nvSpPr>
          <p:cNvPr id="2771" name="Google Shape;2771;p127"/>
          <p:cNvSpPr/>
          <p:nvPr/>
        </p:nvSpPr>
        <p:spPr>
          <a:xfrm rot="10800000">
            <a:off x="5715228" y="3508429"/>
            <a:ext cx="528900" cy="528900"/>
          </a:xfrm>
          <a:prstGeom prst="ellipse">
            <a:avLst/>
          </a:prstGeom>
          <a:solidFill>
            <a:srgbClr val="01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127"/>
          <p:cNvSpPr/>
          <p:nvPr/>
        </p:nvSpPr>
        <p:spPr>
          <a:xfrm rot="-7732937">
            <a:off x="5724772" y="1852890"/>
            <a:ext cx="2340844" cy="2340844"/>
          </a:xfrm>
          <a:prstGeom prst="arc">
            <a:avLst>
              <a:gd name="adj1" fmla="val 16200000"/>
              <a:gd name="adj2" fmla="val 5911185"/>
            </a:avLst>
          </a:prstGeom>
          <a:noFill/>
          <a:ln w="9525" cap="flat" cmpd="sng">
            <a:solidFill>
              <a:schemeClr val="dk1"/>
            </a:solidFill>
            <a:prstDash val="solid"/>
            <a:round/>
            <a:headEnd type="non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127"/>
          <p:cNvSpPr/>
          <p:nvPr/>
        </p:nvSpPr>
        <p:spPr>
          <a:xfrm rot="10800000">
            <a:off x="7597811" y="2478807"/>
            <a:ext cx="1089000" cy="1089000"/>
          </a:xfrm>
          <a:prstGeom prst="ellipse">
            <a:avLst/>
          </a:pr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77"/>
        <p:cNvGrpSpPr/>
        <p:nvPr/>
      </p:nvGrpSpPr>
      <p:grpSpPr>
        <a:xfrm>
          <a:off x="0" y="0"/>
          <a:ext cx="0" cy="0"/>
          <a:chOff x="0" y="0"/>
          <a:chExt cx="0" cy="0"/>
        </a:xfrm>
      </p:grpSpPr>
      <p:sp>
        <p:nvSpPr>
          <p:cNvPr id="2778" name="Google Shape;2778;p128"/>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p>
            <a:pPr marL="0" lvl="0" indent="0" algn="ctr" rtl="0">
              <a:spcBef>
                <a:spcPts val="0"/>
              </a:spcBef>
              <a:spcAft>
                <a:spcPts val="1600"/>
              </a:spcAft>
              <a:buNone/>
            </a:pPr>
            <a:r>
              <a:rPr lang="en"/>
              <a:t>VISION SBC</a:t>
            </a:r>
            <a:endParaRPr/>
          </a:p>
        </p:txBody>
      </p:sp>
      <p:sp>
        <p:nvSpPr>
          <p:cNvPr id="2779" name="Google Shape;2779;p128"/>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a:t>
            </a:fld>
            <a:endParaRPr/>
          </a:p>
        </p:txBody>
      </p:sp>
      <p:sp>
        <p:nvSpPr>
          <p:cNvPr id="2780" name="Google Shape;2780;p128"/>
          <p:cNvSpPr txBox="1">
            <a:spLocks noGrp="1"/>
          </p:cNvSpPr>
          <p:nvPr>
            <p:ph type="title"/>
          </p:nvPr>
        </p:nvSpPr>
        <p:spPr>
          <a:xfrm>
            <a:off x="1247850" y="1505100"/>
            <a:ext cx="4819500" cy="21681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4800">
                <a:solidFill>
                  <a:srgbClr val="01ACF0"/>
                </a:solidFill>
              </a:rPr>
              <a:t>Informer </a:t>
            </a:r>
            <a:endParaRPr sz="4800">
              <a:solidFill>
                <a:srgbClr val="01ACF0"/>
              </a:solidFill>
            </a:endParaRPr>
          </a:p>
          <a:p>
            <a:pPr marL="0" lvl="0" indent="0" algn="l" rtl="0">
              <a:spcBef>
                <a:spcPts val="0"/>
              </a:spcBef>
              <a:spcAft>
                <a:spcPts val="0"/>
              </a:spcAft>
              <a:buNone/>
            </a:pPr>
            <a:r>
              <a:rPr lang="en" sz="4800">
                <a:solidFill>
                  <a:schemeClr val="dk1"/>
                </a:solidFill>
              </a:rPr>
              <a:t>n’est pas suffisant.</a:t>
            </a:r>
            <a:endParaRPr sz="4800">
              <a:solidFill>
                <a:schemeClr val="dk1"/>
              </a:solidFill>
            </a:endParaRPr>
          </a:p>
        </p:txBody>
      </p:sp>
      <p:grpSp>
        <p:nvGrpSpPr>
          <p:cNvPr id="2781" name="Google Shape;2781;p128"/>
          <p:cNvGrpSpPr/>
          <p:nvPr/>
        </p:nvGrpSpPr>
        <p:grpSpPr>
          <a:xfrm>
            <a:off x="7848699" y="2190745"/>
            <a:ext cx="300000" cy="300000"/>
            <a:chOff x="5657849" y="831770"/>
            <a:chExt cx="300000" cy="300000"/>
          </a:xfrm>
        </p:grpSpPr>
        <p:cxnSp>
          <p:nvCxnSpPr>
            <p:cNvPr id="2782" name="Google Shape;2782;p128"/>
            <p:cNvCxnSpPr/>
            <p:nvPr/>
          </p:nvCxnSpPr>
          <p:spPr>
            <a:xfrm>
              <a:off x="5657849" y="831770"/>
              <a:ext cx="300000" cy="300000"/>
            </a:xfrm>
            <a:prstGeom prst="straightConnector1">
              <a:avLst/>
            </a:prstGeom>
            <a:noFill/>
            <a:ln w="9525" cap="flat" cmpd="sng">
              <a:solidFill>
                <a:schemeClr val="dk1"/>
              </a:solidFill>
              <a:prstDash val="solid"/>
              <a:round/>
              <a:headEnd type="none" w="med" len="med"/>
              <a:tailEnd type="none" w="med" len="med"/>
            </a:ln>
          </p:spPr>
        </p:cxnSp>
        <p:cxnSp>
          <p:nvCxnSpPr>
            <p:cNvPr id="2783" name="Google Shape;2783;p128"/>
            <p:cNvCxnSpPr/>
            <p:nvPr/>
          </p:nvCxnSpPr>
          <p:spPr>
            <a:xfrm rot="5400000">
              <a:off x="5657849" y="831770"/>
              <a:ext cx="300000" cy="300000"/>
            </a:xfrm>
            <a:prstGeom prst="straightConnector1">
              <a:avLst/>
            </a:prstGeom>
            <a:noFill/>
            <a:ln w="9525" cap="flat" cmpd="sng">
              <a:solidFill>
                <a:schemeClr val="dk1"/>
              </a:solidFill>
              <a:prstDash val="solid"/>
              <a:round/>
              <a:headEnd type="none" w="med" len="med"/>
              <a:tailEnd type="none" w="med" len="med"/>
            </a:ln>
          </p:spPr>
        </p:cxnSp>
      </p:grpSp>
      <p:sp>
        <p:nvSpPr>
          <p:cNvPr id="2784" name="Google Shape;2784;p128"/>
          <p:cNvSpPr/>
          <p:nvPr/>
        </p:nvSpPr>
        <p:spPr>
          <a:xfrm rot="10800000">
            <a:off x="5715228" y="3127429"/>
            <a:ext cx="528900" cy="528900"/>
          </a:xfrm>
          <a:prstGeom prst="ellipse">
            <a:avLst/>
          </a:prstGeom>
          <a:solidFill>
            <a:srgbClr val="01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128"/>
          <p:cNvSpPr/>
          <p:nvPr/>
        </p:nvSpPr>
        <p:spPr>
          <a:xfrm rot="-7732937">
            <a:off x="5724772" y="1471890"/>
            <a:ext cx="2340844" cy="2340844"/>
          </a:xfrm>
          <a:prstGeom prst="arc">
            <a:avLst>
              <a:gd name="adj1" fmla="val 16200000"/>
              <a:gd name="adj2" fmla="val 5911185"/>
            </a:avLst>
          </a:prstGeom>
          <a:noFill/>
          <a:ln w="9525" cap="flat" cmpd="sng">
            <a:solidFill>
              <a:schemeClr val="dk1"/>
            </a:solidFill>
            <a:prstDash val="solid"/>
            <a:round/>
            <a:headEnd type="non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grpSp>
        <p:nvGrpSpPr>
          <p:cNvPr id="217" name="Google Shape;217;p35"/>
          <p:cNvGrpSpPr/>
          <p:nvPr/>
        </p:nvGrpSpPr>
        <p:grpSpPr>
          <a:xfrm>
            <a:off x="1904954" y="1127114"/>
            <a:ext cx="3303399" cy="3206169"/>
            <a:chOff x="2961500" y="961400"/>
            <a:chExt cx="3221100" cy="3220500"/>
          </a:xfrm>
        </p:grpSpPr>
        <p:sp>
          <p:nvSpPr>
            <p:cNvPr id="218" name="Google Shape;218;p35"/>
            <p:cNvSpPr/>
            <p:nvPr/>
          </p:nvSpPr>
          <p:spPr>
            <a:xfrm>
              <a:off x="2961500" y="961400"/>
              <a:ext cx="3221100" cy="3220500"/>
            </a:xfrm>
            <a:prstGeom prst="ellipse">
              <a:avLst/>
            </a:prstGeom>
            <a:solidFill>
              <a:srgbClr val="802017"/>
            </a:solidFill>
            <a:ln>
              <a:noFill/>
            </a:ln>
          </p:spPr>
          <p:txBody>
            <a:bodyPr spcFirstLastPara="1" wrap="square" lIns="68569" tIns="68569" rIns="68569" bIns="68569" anchor="ctr" anchorCtr="0">
              <a:noAutofit/>
            </a:bodyPr>
            <a:lstStyle/>
            <a:p>
              <a:endParaRPr sz="1050"/>
            </a:p>
          </p:txBody>
        </p:sp>
        <p:sp>
          <p:nvSpPr>
            <p:cNvPr id="219" name="Google Shape;219;p35"/>
            <p:cNvSpPr txBox="1"/>
            <p:nvPr/>
          </p:nvSpPr>
          <p:spPr>
            <a:xfrm>
              <a:off x="3782900" y="1200950"/>
              <a:ext cx="1578000" cy="563100"/>
            </a:xfrm>
            <a:prstGeom prst="rect">
              <a:avLst/>
            </a:prstGeom>
            <a:noFill/>
            <a:ln>
              <a:noFill/>
            </a:ln>
          </p:spPr>
          <p:txBody>
            <a:bodyPr spcFirstLastPara="1" wrap="square" lIns="68569" tIns="68569" rIns="68569" bIns="68569" anchor="ctr" anchorCtr="0">
              <a:noAutofit/>
            </a:bodyPr>
            <a:lstStyle/>
            <a:p>
              <a:pPr algn="ctr"/>
              <a:r>
                <a:rPr lang="en-US" sz="2400">
                  <a:solidFill>
                    <a:srgbClr val="FFFFFF"/>
                  </a:solidFill>
                  <a:latin typeface="Roboto"/>
                  <a:ea typeface="Roboto"/>
                  <a:cs typeface="Roboto"/>
                  <a:sym typeface="Roboto"/>
                </a:rPr>
                <a:t>SBC</a:t>
              </a:r>
              <a:endParaRPr sz="2400">
                <a:solidFill>
                  <a:srgbClr val="FFFFFF"/>
                </a:solidFill>
                <a:latin typeface="Roboto"/>
                <a:ea typeface="Roboto"/>
                <a:cs typeface="Roboto"/>
                <a:sym typeface="Roboto"/>
              </a:endParaRPr>
            </a:p>
          </p:txBody>
        </p:sp>
      </p:grpSp>
      <p:grpSp>
        <p:nvGrpSpPr>
          <p:cNvPr id="220" name="Google Shape;220;p35"/>
          <p:cNvGrpSpPr/>
          <p:nvPr/>
        </p:nvGrpSpPr>
        <p:grpSpPr>
          <a:xfrm>
            <a:off x="2539997" y="2174771"/>
            <a:ext cx="2147618" cy="2158502"/>
            <a:chOff x="3401686" y="1841492"/>
            <a:chExt cx="2340600" cy="2340600"/>
          </a:xfrm>
        </p:grpSpPr>
        <p:sp>
          <p:nvSpPr>
            <p:cNvPr id="221" name="Google Shape;221;p35"/>
            <p:cNvSpPr/>
            <p:nvPr/>
          </p:nvSpPr>
          <p:spPr>
            <a:xfrm>
              <a:off x="3401686" y="1841492"/>
              <a:ext cx="2340600" cy="2340600"/>
            </a:xfrm>
            <a:prstGeom prst="ellipse">
              <a:avLst/>
            </a:prstGeom>
            <a:solidFill>
              <a:srgbClr val="B02C20"/>
            </a:solidFill>
            <a:ln>
              <a:noFill/>
            </a:ln>
          </p:spPr>
          <p:txBody>
            <a:bodyPr spcFirstLastPara="1" wrap="square" lIns="68569" tIns="68569" rIns="68569" bIns="68569" anchor="ctr" anchorCtr="0">
              <a:noAutofit/>
            </a:bodyPr>
            <a:lstStyle/>
            <a:p>
              <a:endParaRPr sz="1050"/>
            </a:p>
          </p:txBody>
        </p:sp>
        <p:sp>
          <p:nvSpPr>
            <p:cNvPr id="222" name="Google Shape;222;p35"/>
            <p:cNvSpPr txBox="1"/>
            <p:nvPr/>
          </p:nvSpPr>
          <p:spPr>
            <a:xfrm>
              <a:off x="3833274" y="2002857"/>
              <a:ext cx="1477200" cy="534000"/>
            </a:xfrm>
            <a:prstGeom prst="rect">
              <a:avLst/>
            </a:prstGeom>
            <a:noFill/>
            <a:ln>
              <a:noFill/>
            </a:ln>
          </p:spPr>
          <p:txBody>
            <a:bodyPr spcFirstLastPara="1" wrap="square" lIns="68569" tIns="68569" rIns="68569" bIns="68569" anchor="ctr" anchorCtr="0">
              <a:noAutofit/>
            </a:bodyPr>
            <a:lstStyle/>
            <a:p>
              <a:pPr algn="ctr"/>
              <a:r>
                <a:rPr lang="en-US" sz="2400">
                  <a:solidFill>
                    <a:srgbClr val="FFFFFF"/>
                  </a:solidFill>
                  <a:latin typeface="Roboto"/>
                  <a:ea typeface="Roboto"/>
                  <a:cs typeface="Roboto"/>
                  <a:sym typeface="Roboto"/>
                </a:rPr>
                <a:t>C4D</a:t>
              </a:r>
              <a:endParaRPr sz="2400">
                <a:solidFill>
                  <a:srgbClr val="FFFFFF"/>
                </a:solidFill>
                <a:latin typeface="Roboto"/>
                <a:ea typeface="Roboto"/>
                <a:cs typeface="Roboto"/>
                <a:sym typeface="Roboto"/>
              </a:endParaRPr>
            </a:p>
          </p:txBody>
        </p:sp>
      </p:grpSp>
      <p:grpSp>
        <p:nvGrpSpPr>
          <p:cNvPr id="223" name="Google Shape;223;p35"/>
          <p:cNvGrpSpPr/>
          <p:nvPr/>
        </p:nvGrpSpPr>
        <p:grpSpPr>
          <a:xfrm>
            <a:off x="2981266" y="2984305"/>
            <a:ext cx="1379388" cy="1348979"/>
            <a:chOff x="3833620" y="2704915"/>
            <a:chExt cx="1476900" cy="1477200"/>
          </a:xfrm>
        </p:grpSpPr>
        <p:sp>
          <p:nvSpPr>
            <p:cNvPr id="224" name="Google Shape;224;p35"/>
            <p:cNvSpPr/>
            <p:nvPr/>
          </p:nvSpPr>
          <p:spPr>
            <a:xfrm>
              <a:off x="3833620" y="2704915"/>
              <a:ext cx="1476900" cy="1477200"/>
            </a:xfrm>
            <a:prstGeom prst="ellipse">
              <a:avLst/>
            </a:prstGeom>
            <a:solidFill>
              <a:srgbClr val="D83829"/>
            </a:solidFill>
            <a:ln>
              <a:noFill/>
            </a:ln>
          </p:spPr>
          <p:txBody>
            <a:bodyPr spcFirstLastPara="1" wrap="square" lIns="68569" tIns="68569" rIns="68569" bIns="68569" anchor="ctr" anchorCtr="0">
              <a:noAutofit/>
            </a:bodyPr>
            <a:lstStyle/>
            <a:p>
              <a:endParaRPr sz="1050"/>
            </a:p>
          </p:txBody>
        </p:sp>
        <p:sp>
          <p:nvSpPr>
            <p:cNvPr id="225" name="Google Shape;225;p35"/>
            <p:cNvSpPr txBox="1"/>
            <p:nvPr/>
          </p:nvSpPr>
          <p:spPr>
            <a:xfrm>
              <a:off x="3895857" y="3018024"/>
              <a:ext cx="1230000" cy="649200"/>
            </a:xfrm>
            <a:prstGeom prst="rect">
              <a:avLst/>
            </a:prstGeom>
            <a:noFill/>
            <a:ln>
              <a:noFill/>
            </a:ln>
          </p:spPr>
          <p:txBody>
            <a:bodyPr spcFirstLastPara="1" wrap="square" lIns="68569" tIns="68569" rIns="68569" bIns="68569" anchor="ctr" anchorCtr="0">
              <a:noAutofit/>
            </a:bodyPr>
            <a:lstStyle/>
            <a:p>
              <a:pPr algn="ctr"/>
              <a:r>
                <a:rPr lang="en-US" sz="2400" b="1">
                  <a:solidFill>
                    <a:srgbClr val="FFFFFF"/>
                  </a:solidFill>
                  <a:latin typeface="Roboto"/>
                  <a:ea typeface="Roboto"/>
                  <a:cs typeface="Roboto"/>
                  <a:sym typeface="Roboto"/>
                </a:rPr>
                <a:t>RCCE</a:t>
              </a:r>
              <a:endParaRPr sz="2400" b="1">
                <a:solidFill>
                  <a:srgbClr val="FFFFFF"/>
                </a:solidFill>
                <a:latin typeface="Roboto"/>
                <a:ea typeface="Roboto"/>
                <a:cs typeface="Roboto"/>
                <a:sym typeface="Roboto"/>
              </a:endParaRPr>
            </a:p>
          </p:txBody>
        </p:sp>
      </p:grpSp>
      <p:sp>
        <p:nvSpPr>
          <p:cNvPr id="226" name="Google Shape;226;p35"/>
          <p:cNvSpPr/>
          <p:nvPr/>
        </p:nvSpPr>
        <p:spPr>
          <a:xfrm>
            <a:off x="4549781" y="2073281"/>
            <a:ext cx="222300" cy="226575"/>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227" name="Google Shape;227;p35"/>
          <p:cNvSpPr/>
          <p:nvPr/>
        </p:nvSpPr>
        <p:spPr>
          <a:xfrm>
            <a:off x="4835531" y="2644781"/>
            <a:ext cx="222300" cy="226575"/>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050"/>
          </a:p>
        </p:txBody>
      </p:sp>
      <p:sp>
        <p:nvSpPr>
          <p:cNvPr id="228" name="Google Shape;228;p35"/>
          <p:cNvSpPr/>
          <p:nvPr/>
        </p:nvSpPr>
        <p:spPr>
          <a:xfrm>
            <a:off x="4149731" y="1501781"/>
            <a:ext cx="222300" cy="226575"/>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050"/>
          </a:p>
        </p:txBody>
      </p:sp>
      <p:cxnSp>
        <p:nvCxnSpPr>
          <p:cNvPr id="229" name="Google Shape;229;p35"/>
          <p:cNvCxnSpPr/>
          <p:nvPr/>
        </p:nvCxnSpPr>
        <p:spPr>
          <a:xfrm rot="10800000" flipH="1">
            <a:off x="4396626" y="1628800"/>
            <a:ext cx="985050" cy="9225"/>
          </a:xfrm>
          <a:prstGeom prst="straightConnector1">
            <a:avLst/>
          </a:prstGeom>
          <a:noFill/>
          <a:ln w="38100" cap="flat" cmpd="sng">
            <a:solidFill>
              <a:srgbClr val="FFFFFF"/>
            </a:solidFill>
            <a:prstDash val="solid"/>
            <a:round/>
            <a:headEnd type="none" w="med" len="med"/>
            <a:tailEnd type="none" w="med" len="med"/>
          </a:ln>
        </p:spPr>
      </p:cxnSp>
      <p:cxnSp>
        <p:nvCxnSpPr>
          <p:cNvPr id="230" name="Google Shape;230;p35"/>
          <p:cNvCxnSpPr/>
          <p:nvPr/>
        </p:nvCxnSpPr>
        <p:spPr>
          <a:xfrm rot="10800000" flipH="1">
            <a:off x="4749051" y="2162556"/>
            <a:ext cx="985050" cy="9225"/>
          </a:xfrm>
          <a:prstGeom prst="straightConnector1">
            <a:avLst/>
          </a:prstGeom>
          <a:noFill/>
          <a:ln w="38100" cap="flat" cmpd="sng">
            <a:solidFill>
              <a:srgbClr val="FFFFFF"/>
            </a:solidFill>
            <a:prstDash val="solid"/>
            <a:round/>
            <a:headEnd type="none" w="med" len="med"/>
            <a:tailEnd type="none" w="med" len="med"/>
          </a:ln>
        </p:spPr>
      </p:cxnSp>
      <p:cxnSp>
        <p:nvCxnSpPr>
          <p:cNvPr id="231" name="Google Shape;231;p35"/>
          <p:cNvCxnSpPr/>
          <p:nvPr/>
        </p:nvCxnSpPr>
        <p:spPr>
          <a:xfrm rot="10800000" flipH="1">
            <a:off x="5034295" y="2753462"/>
            <a:ext cx="985050" cy="9225"/>
          </a:xfrm>
          <a:prstGeom prst="straightConnector1">
            <a:avLst/>
          </a:prstGeom>
          <a:noFill/>
          <a:ln w="38100" cap="flat" cmpd="sng">
            <a:solidFill>
              <a:srgbClr val="FFFFFF"/>
            </a:solidFill>
            <a:prstDash val="solid"/>
            <a:round/>
            <a:headEnd type="none" w="med" len="med"/>
            <a:tailEnd type="none" w="med" len="med"/>
          </a:ln>
        </p:spPr>
      </p:cxnSp>
      <p:sp>
        <p:nvSpPr>
          <p:cNvPr id="232" name="Google Shape;232;p35"/>
          <p:cNvSpPr txBox="1"/>
          <p:nvPr/>
        </p:nvSpPr>
        <p:spPr>
          <a:xfrm>
            <a:off x="5406281" y="1418869"/>
            <a:ext cx="2264625" cy="392393"/>
          </a:xfrm>
          <a:prstGeom prst="rect">
            <a:avLst/>
          </a:prstGeom>
          <a:solidFill>
            <a:srgbClr val="F3F3F3"/>
          </a:solidFill>
          <a:ln>
            <a:noFill/>
          </a:ln>
        </p:spPr>
        <p:txBody>
          <a:bodyPr spcFirstLastPara="1" wrap="square" lIns="68569" tIns="68569" rIns="68569" bIns="68569" anchor="t" anchorCtr="0">
            <a:spAutoFit/>
          </a:bodyPr>
          <a:lstStyle/>
          <a:p>
            <a:pPr algn="ctr"/>
            <a:r>
              <a:rPr lang="en-US" sz="1650">
                <a:solidFill>
                  <a:srgbClr val="434343"/>
                </a:solidFill>
                <a:latin typeface="Calibri"/>
                <a:ea typeface="Calibri"/>
                <a:cs typeface="Calibri"/>
                <a:sym typeface="Calibri"/>
              </a:rPr>
              <a:t>Human Centered Design</a:t>
            </a:r>
            <a:endParaRPr sz="1650">
              <a:solidFill>
                <a:srgbClr val="434343"/>
              </a:solidFill>
              <a:latin typeface="Calibri"/>
              <a:ea typeface="Calibri"/>
              <a:cs typeface="Calibri"/>
              <a:sym typeface="Calibri"/>
            </a:endParaRPr>
          </a:p>
        </p:txBody>
      </p:sp>
      <p:sp>
        <p:nvSpPr>
          <p:cNvPr id="233" name="Google Shape;233;p35"/>
          <p:cNvSpPr txBox="1"/>
          <p:nvPr/>
        </p:nvSpPr>
        <p:spPr>
          <a:xfrm>
            <a:off x="5676994" y="1982719"/>
            <a:ext cx="1993950" cy="392393"/>
          </a:xfrm>
          <a:prstGeom prst="rect">
            <a:avLst/>
          </a:prstGeom>
          <a:solidFill>
            <a:srgbClr val="F3F3F3"/>
          </a:solidFill>
          <a:ln>
            <a:noFill/>
          </a:ln>
        </p:spPr>
        <p:txBody>
          <a:bodyPr spcFirstLastPara="1" wrap="square" lIns="68569" tIns="68569" rIns="68569" bIns="68569" anchor="t" anchorCtr="0">
            <a:spAutoFit/>
          </a:bodyPr>
          <a:lstStyle/>
          <a:p>
            <a:pPr algn="ctr"/>
            <a:r>
              <a:rPr lang="en-US" sz="1650" dirty="0">
                <a:solidFill>
                  <a:srgbClr val="434343"/>
                </a:solidFill>
                <a:latin typeface="Calibri"/>
                <a:ea typeface="Calibri"/>
                <a:cs typeface="Calibri"/>
                <a:sym typeface="Calibri"/>
              </a:rPr>
              <a:t>Positive Deviance</a:t>
            </a:r>
            <a:endParaRPr sz="1650" dirty="0">
              <a:solidFill>
                <a:srgbClr val="434343"/>
              </a:solidFill>
              <a:latin typeface="Calibri"/>
              <a:ea typeface="Calibri"/>
              <a:cs typeface="Calibri"/>
              <a:sym typeface="Calibri"/>
            </a:endParaRPr>
          </a:p>
        </p:txBody>
      </p:sp>
      <p:sp>
        <p:nvSpPr>
          <p:cNvPr id="234" name="Google Shape;234;p35"/>
          <p:cNvSpPr txBox="1"/>
          <p:nvPr/>
        </p:nvSpPr>
        <p:spPr>
          <a:xfrm>
            <a:off x="5676994" y="2561871"/>
            <a:ext cx="1936800" cy="392393"/>
          </a:xfrm>
          <a:prstGeom prst="rect">
            <a:avLst/>
          </a:prstGeom>
          <a:solidFill>
            <a:srgbClr val="F3F3F3"/>
          </a:solidFill>
          <a:ln>
            <a:noFill/>
          </a:ln>
        </p:spPr>
        <p:txBody>
          <a:bodyPr spcFirstLastPara="1" wrap="square" lIns="68569" tIns="68569" rIns="68569" bIns="68569" anchor="t" anchorCtr="0">
            <a:spAutoFit/>
          </a:bodyPr>
          <a:lstStyle/>
          <a:p>
            <a:pPr algn="ctr"/>
            <a:r>
              <a:rPr lang="en-US" sz="1650" dirty="0">
                <a:solidFill>
                  <a:srgbClr val="434343"/>
                </a:solidFill>
                <a:latin typeface="Calibri"/>
                <a:ea typeface="Calibri"/>
                <a:cs typeface="Calibri"/>
                <a:sym typeface="Calibri"/>
              </a:rPr>
              <a:t>Collective Change</a:t>
            </a:r>
            <a:endParaRPr sz="1650" dirty="0">
              <a:solidFill>
                <a:srgbClr val="434343"/>
              </a:solidFill>
              <a:latin typeface="Calibri"/>
              <a:ea typeface="Calibri"/>
              <a:cs typeface="Calibri"/>
              <a:sym typeface="Calibri"/>
            </a:endParaRPr>
          </a:p>
        </p:txBody>
      </p:sp>
      <p:sp>
        <p:nvSpPr>
          <p:cNvPr id="235" name="Google Shape;235;p35"/>
          <p:cNvSpPr txBox="1"/>
          <p:nvPr/>
        </p:nvSpPr>
        <p:spPr>
          <a:xfrm>
            <a:off x="499463" y="192702"/>
            <a:ext cx="7388756" cy="830966"/>
          </a:xfrm>
          <a:prstGeom prst="rect">
            <a:avLst/>
          </a:prstGeom>
          <a:solidFill>
            <a:srgbClr val="EFEFEF"/>
          </a:solidFill>
          <a:ln>
            <a:noFill/>
          </a:ln>
        </p:spPr>
        <p:txBody>
          <a:bodyPr spcFirstLastPara="1" wrap="square" lIns="68569" tIns="34275" rIns="68569" bIns="34275" anchor="t" anchorCtr="0">
            <a:spAutoFit/>
          </a:bodyPr>
          <a:lstStyle/>
          <a:p>
            <a:pPr>
              <a:buSzPts val="1100"/>
            </a:pPr>
            <a:r>
              <a:rPr lang="en-US" sz="1650" b="1" dirty="0">
                <a:solidFill>
                  <a:srgbClr val="1E4E79"/>
                </a:solidFill>
                <a:latin typeface="Calibri"/>
                <a:ea typeface="Calibri"/>
                <a:cs typeface="Calibri"/>
                <a:sym typeface="Calibri"/>
              </a:rPr>
              <a:t>SBC = C4D + 3 </a:t>
            </a:r>
            <a:endParaRPr sz="1650" b="1" dirty="0">
              <a:solidFill>
                <a:srgbClr val="1E4E79"/>
              </a:solidFill>
              <a:latin typeface="Calibri"/>
              <a:ea typeface="Calibri"/>
              <a:cs typeface="Calibri"/>
              <a:sym typeface="Calibri"/>
            </a:endParaRPr>
          </a:p>
          <a:p>
            <a:pPr>
              <a:buSzPts val="1100"/>
            </a:pPr>
            <a:r>
              <a:rPr lang="en-US" sz="1650" dirty="0">
                <a:solidFill>
                  <a:srgbClr val="1E4E79"/>
                </a:solidFill>
                <a:latin typeface="Calibri"/>
                <a:ea typeface="Calibri"/>
                <a:cs typeface="Calibri"/>
                <a:sym typeface="Calibri"/>
              </a:rPr>
              <a:t>Nous </a:t>
            </a:r>
            <a:r>
              <a:rPr lang="en-US" sz="1650" dirty="0" err="1">
                <a:solidFill>
                  <a:srgbClr val="1E4E79"/>
                </a:solidFill>
                <a:latin typeface="Calibri"/>
                <a:ea typeface="Calibri"/>
                <a:cs typeface="Calibri"/>
                <a:sym typeface="Calibri"/>
              </a:rPr>
              <a:t>ajoutons</a:t>
            </a:r>
            <a:r>
              <a:rPr lang="en-US" sz="1650" dirty="0">
                <a:solidFill>
                  <a:srgbClr val="1E4E79"/>
                </a:solidFill>
                <a:latin typeface="Calibri"/>
                <a:ea typeface="Calibri"/>
                <a:cs typeface="Calibri"/>
                <a:sym typeface="Calibri"/>
              </a:rPr>
              <a:t> à C4D trois </a:t>
            </a:r>
            <a:r>
              <a:rPr lang="en-US" sz="1650" dirty="0" err="1">
                <a:solidFill>
                  <a:srgbClr val="1E4E79"/>
                </a:solidFill>
                <a:latin typeface="Calibri"/>
                <a:ea typeface="Calibri"/>
                <a:cs typeface="Calibri"/>
                <a:sym typeface="Calibri"/>
              </a:rPr>
              <a:t>approches</a:t>
            </a:r>
            <a:r>
              <a:rPr lang="en-US" sz="1650" dirty="0">
                <a:solidFill>
                  <a:srgbClr val="1E4E79"/>
                </a:solidFill>
                <a:latin typeface="Calibri"/>
                <a:ea typeface="Calibri"/>
                <a:cs typeface="Calibri"/>
                <a:sym typeface="Calibri"/>
              </a:rPr>
              <a:t> SBC qui </a:t>
            </a:r>
            <a:r>
              <a:rPr lang="en-US" sz="1650" dirty="0" err="1">
                <a:solidFill>
                  <a:srgbClr val="1E4E79"/>
                </a:solidFill>
                <a:latin typeface="Calibri"/>
                <a:ea typeface="Calibri"/>
                <a:cs typeface="Calibri"/>
                <a:sym typeface="Calibri"/>
              </a:rPr>
              <a:t>vont</a:t>
            </a:r>
            <a:r>
              <a:rPr lang="en-US" sz="1650" dirty="0">
                <a:solidFill>
                  <a:srgbClr val="1E4E79"/>
                </a:solidFill>
                <a:latin typeface="Calibri"/>
                <a:ea typeface="Calibri"/>
                <a:cs typeface="Calibri"/>
                <a:sym typeface="Calibri"/>
              </a:rPr>
              <a:t> au-</a:t>
            </a:r>
            <a:r>
              <a:rPr lang="en-US" sz="1650" dirty="0" err="1">
                <a:solidFill>
                  <a:srgbClr val="1E4E79"/>
                </a:solidFill>
                <a:latin typeface="Calibri"/>
                <a:ea typeface="Calibri"/>
                <a:cs typeface="Calibri"/>
                <a:sym typeface="Calibri"/>
              </a:rPr>
              <a:t>delà</a:t>
            </a:r>
            <a:r>
              <a:rPr lang="en-US" sz="1650" dirty="0">
                <a:solidFill>
                  <a:srgbClr val="1E4E79"/>
                </a:solidFill>
                <a:latin typeface="Calibri"/>
                <a:ea typeface="Calibri"/>
                <a:cs typeface="Calibri"/>
                <a:sym typeface="Calibri"/>
              </a:rPr>
              <a:t> de la communication ( + 3, </a:t>
            </a:r>
            <a:r>
              <a:rPr lang="en-US" sz="1650" dirty="0" err="1">
                <a:solidFill>
                  <a:srgbClr val="1E4E79"/>
                </a:solidFill>
                <a:latin typeface="Calibri"/>
                <a:ea typeface="Calibri"/>
                <a:cs typeface="Calibri"/>
                <a:sym typeface="Calibri"/>
              </a:rPr>
              <a:t>c'est</a:t>
            </a:r>
            <a:r>
              <a:rPr lang="en-US" sz="1650" dirty="0">
                <a:solidFill>
                  <a:srgbClr val="1E4E79"/>
                </a:solidFill>
                <a:latin typeface="Calibri"/>
                <a:ea typeface="Calibri"/>
                <a:cs typeface="Calibri"/>
                <a:sym typeface="Calibri"/>
              </a:rPr>
              <a:t> le minimum)</a:t>
            </a:r>
            <a:endParaRPr sz="1800" b="1" dirty="0">
              <a:solidFill>
                <a:srgbClr val="1E4E79"/>
              </a:solidFill>
              <a:latin typeface="Calibri"/>
              <a:ea typeface="Calibri"/>
              <a:cs typeface="Calibri"/>
              <a:sym typeface="Calibri"/>
            </a:endParaRPr>
          </a:p>
        </p:txBody>
      </p:sp>
      <p:cxnSp>
        <p:nvCxnSpPr>
          <p:cNvPr id="21" name="Google Shape;231;p35">
            <a:extLst>
              <a:ext uri="{FF2B5EF4-FFF2-40B4-BE49-F238E27FC236}">
                <a16:creationId xmlns:a16="http://schemas.microsoft.com/office/drawing/2014/main" id="{EFB6919B-58D3-4038-840A-63454EB5FBED}"/>
              </a:ext>
            </a:extLst>
          </p:cNvPr>
          <p:cNvCxnSpPr>
            <a:cxnSpLocks/>
          </p:cNvCxnSpPr>
          <p:nvPr/>
        </p:nvCxnSpPr>
        <p:spPr>
          <a:xfrm>
            <a:off x="4902413" y="3165823"/>
            <a:ext cx="1267866" cy="104413"/>
          </a:xfrm>
          <a:prstGeom prst="straightConnector1">
            <a:avLst/>
          </a:prstGeom>
          <a:noFill/>
          <a:ln w="38100" cap="flat" cmpd="sng">
            <a:solidFill>
              <a:srgbClr val="FFFFFF"/>
            </a:solidFill>
            <a:prstDash val="solid"/>
            <a:round/>
            <a:headEnd type="none" w="med" len="med"/>
            <a:tailEnd type="none" w="med" len="med"/>
          </a:ln>
        </p:spPr>
      </p:cxnSp>
      <p:sp>
        <p:nvSpPr>
          <p:cNvPr id="24" name="Google Shape;234;p35">
            <a:extLst>
              <a:ext uri="{FF2B5EF4-FFF2-40B4-BE49-F238E27FC236}">
                <a16:creationId xmlns:a16="http://schemas.microsoft.com/office/drawing/2014/main" id="{D9AB5738-E944-44CD-BDF9-0DE0AC3BEE99}"/>
              </a:ext>
            </a:extLst>
          </p:cNvPr>
          <p:cNvSpPr txBox="1"/>
          <p:nvPr/>
        </p:nvSpPr>
        <p:spPr>
          <a:xfrm>
            <a:off x="5951419" y="3128249"/>
            <a:ext cx="1936800" cy="392393"/>
          </a:xfrm>
          <a:prstGeom prst="rect">
            <a:avLst/>
          </a:prstGeom>
          <a:solidFill>
            <a:srgbClr val="F3F3F3"/>
          </a:solidFill>
          <a:ln>
            <a:noFill/>
          </a:ln>
        </p:spPr>
        <p:txBody>
          <a:bodyPr spcFirstLastPara="1" wrap="square" lIns="68569" tIns="68569" rIns="68569" bIns="68569" anchor="t" anchorCtr="0">
            <a:spAutoFit/>
          </a:bodyPr>
          <a:lstStyle/>
          <a:p>
            <a:pPr marL="95250" lvl="0" algn="ctr">
              <a:buSzPts val="2100"/>
            </a:pPr>
            <a:r>
              <a:rPr lang="en-US" sz="1650" dirty="0">
                <a:solidFill>
                  <a:srgbClr val="434343"/>
                </a:solidFill>
                <a:latin typeface="Calibri"/>
                <a:cs typeface="Calibri"/>
                <a:sym typeface="Calibri"/>
              </a:rPr>
              <a:t>Behavioral Insights</a:t>
            </a:r>
          </a:p>
        </p:txBody>
      </p:sp>
      <p:sp>
        <p:nvSpPr>
          <p:cNvPr id="25" name="Google Shape;227;p35">
            <a:extLst>
              <a:ext uri="{FF2B5EF4-FFF2-40B4-BE49-F238E27FC236}">
                <a16:creationId xmlns:a16="http://schemas.microsoft.com/office/drawing/2014/main" id="{66C3C547-C8CD-441A-ACA0-5095EB05C7F9}"/>
              </a:ext>
            </a:extLst>
          </p:cNvPr>
          <p:cNvSpPr/>
          <p:nvPr/>
        </p:nvSpPr>
        <p:spPr>
          <a:xfrm flipH="1">
            <a:off x="4716405" y="3012180"/>
            <a:ext cx="186008" cy="258056"/>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0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89"/>
        <p:cNvGrpSpPr/>
        <p:nvPr/>
      </p:nvGrpSpPr>
      <p:grpSpPr>
        <a:xfrm>
          <a:off x="0" y="0"/>
          <a:ext cx="0" cy="0"/>
          <a:chOff x="0" y="0"/>
          <a:chExt cx="0" cy="0"/>
        </a:xfrm>
      </p:grpSpPr>
      <p:sp>
        <p:nvSpPr>
          <p:cNvPr id="2790" name="Google Shape;2790;p129"/>
          <p:cNvSpPr/>
          <p:nvPr/>
        </p:nvSpPr>
        <p:spPr>
          <a:xfrm>
            <a:off x="0" y="-7600"/>
            <a:ext cx="9144000" cy="5143500"/>
          </a:xfrm>
          <a:prstGeom prst="rect">
            <a:avLst/>
          </a:prstGeom>
          <a:solidFill>
            <a:srgbClr val="F6F8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129"/>
          <p:cNvSpPr/>
          <p:nvPr/>
        </p:nvSpPr>
        <p:spPr>
          <a:xfrm>
            <a:off x="3851375" y="460000"/>
            <a:ext cx="2578800" cy="1719300"/>
          </a:xfrm>
          <a:prstGeom prst="cloudCallout">
            <a:avLst>
              <a:gd name="adj1" fmla="val -50662"/>
              <a:gd name="adj2" fmla="val 43215"/>
            </a:avLst>
          </a:prstGeom>
          <a:solidFill>
            <a:schemeClr val="lt1"/>
          </a:solidFill>
          <a:ln w="9525" cap="flat" cmpd="sng">
            <a:solidFill>
              <a:schemeClr val="dk2"/>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Poppins ExtraBold"/>
                <a:ea typeface="Poppins ExtraBold"/>
                <a:cs typeface="Poppins ExtraBold"/>
                <a:sym typeface="Poppins ExtraBold"/>
              </a:rPr>
              <a:t>L'agent de santé m'a dit qu'il était temps de faire vacciner mon enfant.</a:t>
            </a:r>
            <a:endParaRPr sz="1000">
              <a:solidFill>
                <a:schemeClr val="dk1"/>
              </a:solidFill>
              <a:latin typeface="Poppins ExtraBold"/>
              <a:ea typeface="Poppins ExtraBold"/>
              <a:cs typeface="Poppins ExtraBold"/>
              <a:sym typeface="Poppins ExtraBold"/>
            </a:endParaRPr>
          </a:p>
        </p:txBody>
      </p:sp>
      <p:pic>
        <p:nvPicPr>
          <p:cNvPr id="2792" name="Google Shape;2792;p129"/>
          <p:cNvPicPr preferRelativeResize="0"/>
          <p:nvPr/>
        </p:nvPicPr>
        <p:blipFill rotWithShape="1">
          <a:blip r:embed="rId3">
            <a:alphaModFix/>
          </a:blip>
          <a:srcRect l="-1790" t="4697" r="1789" b="14448"/>
          <a:stretch/>
        </p:blipFill>
        <p:spPr>
          <a:xfrm>
            <a:off x="2244175" y="865913"/>
            <a:ext cx="3741255" cy="4403323"/>
          </a:xfrm>
          <a:prstGeom prst="rect">
            <a:avLst/>
          </a:prstGeom>
          <a:noFill/>
          <a:ln>
            <a:noFill/>
          </a:ln>
        </p:spPr>
      </p:pic>
      <p:sp>
        <p:nvSpPr>
          <p:cNvPr id="2793" name="Google Shape;2793;p129"/>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p>
            <a:pPr marL="0" lvl="0" indent="0" algn="ctr" rtl="0">
              <a:spcBef>
                <a:spcPts val="0"/>
              </a:spcBef>
              <a:spcAft>
                <a:spcPts val="1600"/>
              </a:spcAft>
              <a:buNone/>
            </a:pPr>
            <a:r>
              <a:rPr lang="en"/>
              <a:t>SBC VISION</a:t>
            </a:r>
            <a:endParaRPr/>
          </a:p>
        </p:txBody>
      </p:sp>
      <p:sp>
        <p:nvSpPr>
          <p:cNvPr id="2794" name="Google Shape;2794;p129"/>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98"/>
        <p:cNvGrpSpPr/>
        <p:nvPr/>
      </p:nvGrpSpPr>
      <p:grpSpPr>
        <a:xfrm>
          <a:off x="0" y="0"/>
          <a:ext cx="0" cy="0"/>
          <a:chOff x="0" y="0"/>
          <a:chExt cx="0" cy="0"/>
        </a:xfrm>
      </p:grpSpPr>
      <p:sp>
        <p:nvSpPr>
          <p:cNvPr id="2799" name="Google Shape;2799;p130"/>
          <p:cNvSpPr/>
          <p:nvPr/>
        </p:nvSpPr>
        <p:spPr>
          <a:xfrm>
            <a:off x="0" y="-7600"/>
            <a:ext cx="9144000" cy="5143500"/>
          </a:xfrm>
          <a:prstGeom prst="rect">
            <a:avLst/>
          </a:prstGeom>
          <a:solidFill>
            <a:srgbClr val="F6F8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130"/>
          <p:cNvSpPr/>
          <p:nvPr/>
        </p:nvSpPr>
        <p:spPr>
          <a:xfrm>
            <a:off x="7283125" y="2286575"/>
            <a:ext cx="2161500" cy="1719300"/>
          </a:xfrm>
          <a:prstGeom prst="cloudCallout">
            <a:avLst>
              <a:gd name="adj1" fmla="val -77981"/>
              <a:gd name="adj2" fmla="val 8658"/>
            </a:avLst>
          </a:prstGeom>
          <a:solidFill>
            <a:srgbClr val="FFE599"/>
          </a:solidFill>
          <a:ln w="9525" cap="flat" cmpd="sng">
            <a:solidFill>
              <a:schemeClr val="dk2"/>
            </a:solidFill>
            <a:prstDash val="solid"/>
            <a:round/>
            <a:headEnd type="none" w="sm" len="sm"/>
            <a:tailEnd type="none" w="sm" len="sm"/>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 sz="1000">
                <a:solidFill>
                  <a:schemeClr val="dk1"/>
                </a:solidFill>
                <a:latin typeface="Poppins ExtraBold"/>
                <a:ea typeface="Poppins ExtraBold"/>
                <a:cs typeface="Poppins ExtraBold"/>
                <a:sym typeface="Poppins ExtraBold"/>
              </a:rPr>
              <a:t>Les agents de santé nous jugent si on n’est  pas là avec un homme adulte.</a:t>
            </a:r>
            <a:endParaRPr sz="1000">
              <a:solidFill>
                <a:schemeClr val="dk1"/>
              </a:solidFill>
              <a:latin typeface="Poppins ExtraBold"/>
              <a:ea typeface="Poppins ExtraBold"/>
              <a:cs typeface="Poppins ExtraBold"/>
              <a:sym typeface="Poppins ExtraBold"/>
            </a:endParaRPr>
          </a:p>
        </p:txBody>
      </p:sp>
      <p:sp>
        <p:nvSpPr>
          <p:cNvPr id="2801" name="Google Shape;2801;p130"/>
          <p:cNvSpPr/>
          <p:nvPr/>
        </p:nvSpPr>
        <p:spPr>
          <a:xfrm>
            <a:off x="5486400" y="3005025"/>
            <a:ext cx="1851000" cy="1536900"/>
          </a:xfrm>
          <a:prstGeom prst="cloudCallout">
            <a:avLst>
              <a:gd name="adj1" fmla="val -62648"/>
              <a:gd name="adj2" fmla="val -52513"/>
            </a:avLst>
          </a:prstGeom>
          <a:solidFill>
            <a:srgbClr val="FFE599"/>
          </a:solidFill>
          <a:ln w="9525" cap="flat" cmpd="sng">
            <a:solidFill>
              <a:schemeClr val="dk2"/>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Poppins ExtraBold"/>
                <a:ea typeface="Poppins ExtraBold"/>
                <a:cs typeface="Poppins ExtraBold"/>
                <a:sym typeface="Poppins ExtraBold"/>
              </a:rPr>
              <a:t>Quand vais-je faire la lessive cette semaine ?</a:t>
            </a:r>
            <a:endParaRPr sz="1000">
              <a:solidFill>
                <a:schemeClr val="dk1"/>
              </a:solidFill>
              <a:latin typeface="Poppins ExtraBold"/>
              <a:ea typeface="Poppins ExtraBold"/>
              <a:cs typeface="Poppins ExtraBold"/>
              <a:sym typeface="Poppins ExtraBold"/>
            </a:endParaRPr>
          </a:p>
        </p:txBody>
      </p:sp>
      <p:sp>
        <p:nvSpPr>
          <p:cNvPr id="2802" name="Google Shape;2802;p130"/>
          <p:cNvSpPr/>
          <p:nvPr/>
        </p:nvSpPr>
        <p:spPr>
          <a:xfrm>
            <a:off x="3851375" y="460000"/>
            <a:ext cx="2578800" cy="1719300"/>
          </a:xfrm>
          <a:prstGeom prst="cloudCallout">
            <a:avLst>
              <a:gd name="adj1" fmla="val -50662"/>
              <a:gd name="adj2" fmla="val 43215"/>
            </a:avLst>
          </a:prstGeom>
          <a:solidFill>
            <a:schemeClr val="lt1"/>
          </a:solidFill>
          <a:ln w="9525" cap="flat" cmpd="sng">
            <a:solidFill>
              <a:schemeClr val="dk2"/>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Poppins ExtraBold"/>
                <a:ea typeface="Poppins ExtraBold"/>
                <a:cs typeface="Poppins ExtraBold"/>
                <a:sym typeface="Poppins ExtraBold"/>
              </a:rPr>
              <a:t>L'agent de santé m'a dit qu'il était temps de faire vacciner mon enfant.</a:t>
            </a:r>
            <a:endParaRPr sz="1000">
              <a:solidFill>
                <a:schemeClr val="dk1"/>
              </a:solidFill>
              <a:latin typeface="Poppins ExtraBold"/>
              <a:ea typeface="Poppins ExtraBold"/>
              <a:cs typeface="Poppins ExtraBold"/>
              <a:sym typeface="Poppins ExtraBold"/>
            </a:endParaRPr>
          </a:p>
        </p:txBody>
      </p:sp>
      <p:sp>
        <p:nvSpPr>
          <p:cNvPr id="2803" name="Google Shape;2803;p130"/>
          <p:cNvSpPr/>
          <p:nvPr/>
        </p:nvSpPr>
        <p:spPr>
          <a:xfrm>
            <a:off x="1360800" y="-220950"/>
            <a:ext cx="2982600" cy="1599900"/>
          </a:xfrm>
          <a:prstGeom prst="cloudCallout">
            <a:avLst>
              <a:gd name="adj1" fmla="val 15225"/>
              <a:gd name="adj2" fmla="val 42423"/>
            </a:avLst>
          </a:prstGeom>
          <a:solidFill>
            <a:srgbClr val="FFE599"/>
          </a:solidFill>
          <a:ln w="9525" cap="flat" cmpd="sng">
            <a:solidFill>
              <a:schemeClr val="dk2"/>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Poppins ExtraBold"/>
                <a:ea typeface="Poppins ExtraBold"/>
                <a:cs typeface="Poppins ExtraBold"/>
                <a:sym typeface="Poppins ExtraBold"/>
              </a:rPr>
              <a:t>Ma sœur a dit que mon bébé était en parfaite santé. Et les enfants en bonne santé n’ont pas besoin de vaccins.</a:t>
            </a:r>
            <a:endParaRPr sz="1000">
              <a:solidFill>
                <a:schemeClr val="dk1"/>
              </a:solidFill>
              <a:latin typeface="Poppins ExtraBold"/>
              <a:ea typeface="Poppins ExtraBold"/>
              <a:cs typeface="Poppins ExtraBold"/>
              <a:sym typeface="Poppins ExtraBold"/>
            </a:endParaRPr>
          </a:p>
        </p:txBody>
      </p:sp>
      <p:pic>
        <p:nvPicPr>
          <p:cNvPr id="2804" name="Google Shape;2804;p130"/>
          <p:cNvPicPr preferRelativeResize="0"/>
          <p:nvPr/>
        </p:nvPicPr>
        <p:blipFill rotWithShape="1">
          <a:blip r:embed="rId3">
            <a:alphaModFix/>
          </a:blip>
          <a:srcRect l="-1790" t="4697" r="1789" b="14448"/>
          <a:stretch/>
        </p:blipFill>
        <p:spPr>
          <a:xfrm>
            <a:off x="2244175" y="865913"/>
            <a:ext cx="3741255" cy="4403323"/>
          </a:xfrm>
          <a:prstGeom prst="rect">
            <a:avLst/>
          </a:prstGeom>
          <a:noFill/>
          <a:ln>
            <a:noFill/>
          </a:ln>
        </p:spPr>
      </p:pic>
      <p:sp>
        <p:nvSpPr>
          <p:cNvPr id="2805" name="Google Shape;2805;p130"/>
          <p:cNvSpPr/>
          <p:nvPr/>
        </p:nvSpPr>
        <p:spPr>
          <a:xfrm>
            <a:off x="7116900" y="567275"/>
            <a:ext cx="2365500" cy="1719300"/>
          </a:xfrm>
          <a:prstGeom prst="cloudCallout">
            <a:avLst>
              <a:gd name="adj1" fmla="val -60663"/>
              <a:gd name="adj2" fmla="val 43622"/>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0" bIns="91425" anchor="ctr" anchorCtr="0">
            <a:noAutofit/>
          </a:bodyPr>
          <a:lstStyle/>
          <a:p>
            <a:pPr marL="0" lvl="0" indent="0" algn="ctr" rtl="0">
              <a:spcBef>
                <a:spcPts val="0"/>
              </a:spcBef>
              <a:spcAft>
                <a:spcPts val="0"/>
              </a:spcAft>
              <a:buNone/>
            </a:pPr>
            <a:r>
              <a:rPr lang="en" sz="1000">
                <a:solidFill>
                  <a:schemeClr val="dk1"/>
                </a:solidFill>
                <a:latin typeface="Poppins ExtraBold"/>
                <a:ea typeface="Poppins ExtraBold"/>
                <a:cs typeface="Poppins ExtraBold"/>
                <a:sym typeface="Poppins ExtraBold"/>
              </a:rPr>
              <a:t>La dernière fois que je suis allé au centre de santé, j'ai attendu 4 heures et ils n'avaient pas de vaccins</a:t>
            </a:r>
            <a:endParaRPr sz="1000"/>
          </a:p>
        </p:txBody>
      </p:sp>
      <p:sp>
        <p:nvSpPr>
          <p:cNvPr id="2806" name="Google Shape;2806;p130"/>
          <p:cNvSpPr/>
          <p:nvPr/>
        </p:nvSpPr>
        <p:spPr>
          <a:xfrm>
            <a:off x="6457300" y="3819000"/>
            <a:ext cx="2090100" cy="1536900"/>
          </a:xfrm>
          <a:prstGeom prst="wedgeEllipseCallout">
            <a:avLst>
              <a:gd name="adj1" fmla="val 49234"/>
              <a:gd name="adj2" fmla="val -35115"/>
            </a:avLst>
          </a:prstGeom>
          <a:solidFill>
            <a:srgbClr val="FCE5CD"/>
          </a:solidFill>
          <a:ln w="9525" cap="flat" cmpd="sng">
            <a:solidFill>
              <a:srgbClr val="595959"/>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Poppins ExtraBold"/>
                <a:ea typeface="Poppins ExtraBold"/>
                <a:cs typeface="Poppins ExtraBold"/>
                <a:sym typeface="Poppins ExtraBold"/>
              </a:rPr>
              <a:t>Nous avons besoin de vous pour soigner le voisin malade.</a:t>
            </a:r>
            <a:endParaRPr sz="1000">
              <a:solidFill>
                <a:schemeClr val="dk1"/>
              </a:solidFill>
              <a:latin typeface="Poppins ExtraBold"/>
              <a:ea typeface="Poppins ExtraBold"/>
              <a:cs typeface="Poppins ExtraBold"/>
              <a:sym typeface="Poppins ExtraBold"/>
            </a:endParaRPr>
          </a:p>
        </p:txBody>
      </p:sp>
      <p:sp>
        <p:nvSpPr>
          <p:cNvPr id="2807" name="Google Shape;2807;p130"/>
          <p:cNvSpPr/>
          <p:nvPr/>
        </p:nvSpPr>
        <p:spPr>
          <a:xfrm>
            <a:off x="5452025" y="1604325"/>
            <a:ext cx="2034900" cy="1400700"/>
          </a:xfrm>
          <a:prstGeom prst="wedgeEllipseCallout">
            <a:avLst>
              <a:gd name="adj1" fmla="val 40844"/>
              <a:gd name="adj2" fmla="val 51506"/>
            </a:avLst>
          </a:prstGeom>
          <a:solidFill>
            <a:srgbClr val="FCE5CD"/>
          </a:solidFill>
          <a:ln w="9525" cap="flat" cmpd="sng">
            <a:solidFill>
              <a:srgbClr val="595959"/>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Poppins ExtraBold"/>
                <a:ea typeface="Poppins ExtraBold"/>
                <a:cs typeface="Poppins ExtraBold"/>
                <a:sym typeface="Poppins ExtraBold"/>
              </a:rPr>
              <a:t>Pouvez-vous garder mes enfants quand je vais en ville demain ?</a:t>
            </a:r>
            <a:endParaRPr sz="1000">
              <a:solidFill>
                <a:schemeClr val="dk1"/>
              </a:solidFill>
              <a:latin typeface="Poppins ExtraBold"/>
              <a:ea typeface="Poppins ExtraBold"/>
              <a:cs typeface="Poppins ExtraBold"/>
              <a:sym typeface="Poppins ExtraBold"/>
            </a:endParaRPr>
          </a:p>
        </p:txBody>
      </p:sp>
      <p:sp>
        <p:nvSpPr>
          <p:cNvPr id="2808" name="Google Shape;2808;p130"/>
          <p:cNvSpPr/>
          <p:nvPr/>
        </p:nvSpPr>
        <p:spPr>
          <a:xfrm>
            <a:off x="174150" y="2531225"/>
            <a:ext cx="1711800" cy="1644000"/>
          </a:xfrm>
          <a:prstGeom prst="verticalScroll">
            <a:avLst>
              <a:gd name="adj" fmla="val 12500"/>
            </a:avLst>
          </a:prstGeom>
          <a:solidFill>
            <a:srgbClr val="E6B8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Poppins ExtraBold"/>
                <a:ea typeface="Poppins ExtraBold"/>
                <a:cs typeface="Poppins ExtraBold"/>
                <a:sym typeface="Poppins ExtraBold"/>
              </a:rPr>
              <a:t>Chaleur extrême attendue pendant la saison des pluies.</a:t>
            </a:r>
            <a:endParaRPr sz="1000">
              <a:solidFill>
                <a:schemeClr val="dk1"/>
              </a:solidFill>
              <a:latin typeface="Poppins ExtraBold"/>
              <a:ea typeface="Poppins ExtraBold"/>
              <a:cs typeface="Poppins ExtraBold"/>
              <a:sym typeface="Poppins ExtraBold"/>
            </a:endParaRPr>
          </a:p>
        </p:txBody>
      </p:sp>
      <p:sp>
        <p:nvSpPr>
          <p:cNvPr id="2809" name="Google Shape;2809;p130"/>
          <p:cNvSpPr/>
          <p:nvPr/>
        </p:nvSpPr>
        <p:spPr>
          <a:xfrm>
            <a:off x="5756600" y="-327076"/>
            <a:ext cx="1957824" cy="2032128"/>
          </a:xfrm>
          <a:prstGeom prst="irregularSeal1">
            <a:avLst/>
          </a:prstGeom>
          <a:solidFill>
            <a:srgbClr val="E6B8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Poppins ExtraBold"/>
                <a:ea typeface="Poppins ExtraBold"/>
                <a:cs typeface="Poppins ExtraBold"/>
                <a:sym typeface="Poppins ExtraBold"/>
              </a:rPr>
              <a:t>Avez-vous été testé pour le VIH ?</a:t>
            </a:r>
            <a:endParaRPr sz="1000">
              <a:solidFill>
                <a:schemeClr val="dk1"/>
              </a:solidFill>
              <a:latin typeface="Poppins ExtraBold"/>
              <a:ea typeface="Poppins ExtraBold"/>
              <a:cs typeface="Poppins ExtraBold"/>
              <a:sym typeface="Poppins ExtraBold"/>
            </a:endParaRPr>
          </a:p>
        </p:txBody>
      </p:sp>
      <p:sp>
        <p:nvSpPr>
          <p:cNvPr id="2810" name="Google Shape;2810;p130"/>
          <p:cNvSpPr/>
          <p:nvPr/>
        </p:nvSpPr>
        <p:spPr>
          <a:xfrm>
            <a:off x="800700" y="3888198"/>
            <a:ext cx="1424100" cy="1098300"/>
          </a:xfrm>
          <a:prstGeom prst="wedgeEllipseCallout">
            <a:avLst>
              <a:gd name="adj1" fmla="val -60744"/>
              <a:gd name="adj2" fmla="val 27901"/>
            </a:avLst>
          </a:prstGeom>
          <a:solidFill>
            <a:srgbClr val="FCE5CD"/>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Poppins ExtraBold"/>
                <a:ea typeface="Poppins ExtraBold"/>
                <a:cs typeface="Poppins ExtraBold"/>
                <a:sym typeface="Poppins ExtraBold"/>
              </a:rPr>
              <a:t>Maman j'ai faim!</a:t>
            </a:r>
            <a:endParaRPr sz="1000">
              <a:solidFill>
                <a:schemeClr val="dk1"/>
              </a:solidFill>
              <a:latin typeface="Poppins ExtraBold"/>
              <a:ea typeface="Poppins ExtraBold"/>
              <a:cs typeface="Poppins ExtraBold"/>
              <a:sym typeface="Poppins ExtraBold"/>
            </a:endParaRPr>
          </a:p>
        </p:txBody>
      </p:sp>
      <p:sp>
        <p:nvSpPr>
          <p:cNvPr id="2811" name="Google Shape;2811;p130"/>
          <p:cNvSpPr txBox="1">
            <a:spLocks noGrp="1"/>
          </p:cNvSpPr>
          <p:nvPr>
            <p:ph type="title"/>
          </p:nvPr>
        </p:nvSpPr>
        <p:spPr>
          <a:xfrm>
            <a:off x="457200" y="1295400"/>
            <a:ext cx="2792100" cy="2175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a:t>Les obstacles vont au-delà des connaissances</a:t>
            </a:r>
            <a:endParaRPr/>
          </a:p>
        </p:txBody>
      </p:sp>
      <p:sp>
        <p:nvSpPr>
          <p:cNvPr id="2812" name="Google Shape;2812;p130"/>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p>
            <a:pPr marL="0" lvl="0" indent="0" algn="ctr" rtl="0">
              <a:spcBef>
                <a:spcPts val="0"/>
              </a:spcBef>
              <a:spcAft>
                <a:spcPts val="1600"/>
              </a:spcAft>
              <a:buNone/>
            </a:pPr>
            <a:r>
              <a:rPr lang="en"/>
              <a:t>SBC VISION</a:t>
            </a:r>
            <a:endParaRPr/>
          </a:p>
        </p:txBody>
      </p:sp>
      <p:sp>
        <p:nvSpPr>
          <p:cNvPr id="2813" name="Google Shape;2813;p130"/>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17"/>
        <p:cNvGrpSpPr/>
        <p:nvPr/>
      </p:nvGrpSpPr>
      <p:grpSpPr>
        <a:xfrm>
          <a:off x="0" y="0"/>
          <a:ext cx="0" cy="0"/>
          <a:chOff x="0" y="0"/>
          <a:chExt cx="0" cy="0"/>
        </a:xfrm>
      </p:grpSpPr>
      <p:sp>
        <p:nvSpPr>
          <p:cNvPr id="2818" name="Google Shape;2818;p131"/>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p>
            <a:pPr marL="0" lvl="0" indent="0" algn="ctr" rtl="0">
              <a:spcBef>
                <a:spcPts val="0"/>
              </a:spcBef>
              <a:spcAft>
                <a:spcPts val="1600"/>
              </a:spcAft>
              <a:buNone/>
            </a:pPr>
            <a:r>
              <a:rPr lang="en"/>
              <a:t>VISION SBC</a:t>
            </a:r>
            <a:endParaRPr/>
          </a:p>
        </p:txBody>
      </p:sp>
      <p:sp>
        <p:nvSpPr>
          <p:cNvPr id="2819" name="Google Shape;2819;p131"/>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9</a:t>
            </a:fld>
            <a:endParaRPr/>
          </a:p>
        </p:txBody>
      </p:sp>
      <p:sp>
        <p:nvSpPr>
          <p:cNvPr id="2820" name="Google Shape;2820;p131"/>
          <p:cNvSpPr/>
          <p:nvPr/>
        </p:nvSpPr>
        <p:spPr>
          <a:xfrm>
            <a:off x="4607100" y="300"/>
            <a:ext cx="4536900" cy="5143500"/>
          </a:xfrm>
          <a:prstGeom prst="rect">
            <a:avLst/>
          </a:prstGeom>
          <a:solidFill>
            <a:srgbClr val="FFAB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2821" name="Google Shape;2821;p131"/>
          <p:cNvSpPr txBox="1"/>
          <p:nvPr/>
        </p:nvSpPr>
        <p:spPr>
          <a:xfrm>
            <a:off x="237400" y="1604325"/>
            <a:ext cx="4176300" cy="29985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2200">
                <a:latin typeface="Poppins ExtraBold"/>
                <a:ea typeface="Poppins ExtraBold"/>
                <a:cs typeface="Poppins ExtraBold"/>
                <a:sym typeface="Poppins ExtraBold"/>
              </a:rPr>
              <a:t>Pour comprendre </a:t>
            </a:r>
            <a:r>
              <a:rPr lang="en" sz="2200">
                <a:solidFill>
                  <a:srgbClr val="FF7200"/>
                </a:solidFill>
                <a:latin typeface="Poppins ExtraBold"/>
                <a:ea typeface="Poppins ExtraBold"/>
                <a:cs typeface="Poppins ExtraBold"/>
                <a:sym typeface="Poppins ExtraBold"/>
              </a:rPr>
              <a:t>pourquoi les gens se comportent d’une certaine manière</a:t>
            </a:r>
            <a:r>
              <a:rPr lang="en" sz="2200">
                <a:latin typeface="Poppins ExtraBold"/>
                <a:ea typeface="Poppins ExtraBold"/>
                <a:cs typeface="Poppins ExtraBold"/>
                <a:sym typeface="Poppins ExtraBold"/>
              </a:rPr>
              <a:t>, il nous faut examiner les différents facteurs qui affectent leurs comportements (obstacles et opportunités) et concevoir de </a:t>
            </a:r>
            <a:r>
              <a:rPr lang="en" sz="2200">
                <a:solidFill>
                  <a:srgbClr val="FF7200"/>
                </a:solidFill>
                <a:latin typeface="Poppins ExtraBold"/>
                <a:ea typeface="Poppins ExtraBold"/>
                <a:cs typeface="Poppins ExtraBold"/>
                <a:sym typeface="Poppins ExtraBold"/>
              </a:rPr>
              <a:t>nouvelles interventions</a:t>
            </a:r>
            <a:r>
              <a:rPr lang="en" sz="2200">
                <a:latin typeface="Poppins ExtraBold"/>
                <a:ea typeface="Poppins ExtraBold"/>
                <a:cs typeface="Poppins ExtraBold"/>
                <a:sym typeface="Poppins ExtraBold"/>
              </a:rPr>
              <a:t> sur cette base.</a:t>
            </a:r>
            <a:endParaRPr sz="2200">
              <a:latin typeface="Poppins ExtraBold"/>
              <a:ea typeface="Poppins ExtraBold"/>
              <a:cs typeface="Poppins ExtraBold"/>
              <a:sym typeface="Poppins ExtraBold"/>
            </a:endParaRPr>
          </a:p>
        </p:txBody>
      </p:sp>
      <p:sp>
        <p:nvSpPr>
          <p:cNvPr id="2822" name="Google Shape;2822;p131"/>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rgbClr val="FFFFFF"/>
                </a:solidFill>
              </a:rPr>
              <a:t>9</a:t>
            </a:fld>
            <a:endParaRPr>
              <a:solidFill>
                <a:srgbClr val="FFFFFF"/>
              </a:solidFill>
            </a:endParaRPr>
          </a:p>
        </p:txBody>
      </p:sp>
      <p:sp>
        <p:nvSpPr>
          <p:cNvPr id="2823" name="Google Shape;2823;p131"/>
          <p:cNvSpPr/>
          <p:nvPr/>
        </p:nvSpPr>
        <p:spPr>
          <a:xfrm>
            <a:off x="6045750" y="264650"/>
            <a:ext cx="253800" cy="253800"/>
          </a:xfrm>
          <a:prstGeom prst="ellipse">
            <a:avLst/>
          </a:pr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131"/>
          <p:cNvSpPr/>
          <p:nvPr/>
        </p:nvSpPr>
        <p:spPr>
          <a:xfrm>
            <a:off x="7388007" y="-341675"/>
            <a:ext cx="253800" cy="253800"/>
          </a:xfrm>
          <a:prstGeom prst="ellipse">
            <a:avLst/>
          </a:pr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131"/>
          <p:cNvSpPr/>
          <p:nvPr/>
        </p:nvSpPr>
        <p:spPr>
          <a:xfrm>
            <a:off x="8261900" y="1005075"/>
            <a:ext cx="548700" cy="548700"/>
          </a:xfrm>
          <a:prstGeom prst="ellipse">
            <a:avLst/>
          </a:pr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131"/>
          <p:cNvSpPr/>
          <p:nvPr/>
        </p:nvSpPr>
        <p:spPr>
          <a:xfrm>
            <a:off x="6263950" y="739150"/>
            <a:ext cx="713100" cy="713100"/>
          </a:xfrm>
          <a:prstGeom prst="ellipse">
            <a:avLst/>
          </a:pr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131"/>
          <p:cNvSpPr/>
          <p:nvPr/>
        </p:nvSpPr>
        <p:spPr>
          <a:xfrm>
            <a:off x="5404850" y="1616175"/>
            <a:ext cx="482400" cy="482400"/>
          </a:xfrm>
          <a:prstGeom prst="ellipse">
            <a:avLst/>
          </a:pr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28" name="Google Shape;2828;p131"/>
          <p:cNvGrpSpPr/>
          <p:nvPr/>
        </p:nvGrpSpPr>
        <p:grpSpPr>
          <a:xfrm>
            <a:off x="4763226" y="974446"/>
            <a:ext cx="1765998" cy="1765998"/>
            <a:chOff x="5013000" y="1524100"/>
            <a:chExt cx="1589700" cy="1589700"/>
          </a:xfrm>
        </p:grpSpPr>
        <p:sp>
          <p:nvSpPr>
            <p:cNvPr id="2829" name="Google Shape;2829;p131"/>
            <p:cNvSpPr/>
            <p:nvPr/>
          </p:nvSpPr>
          <p:spPr>
            <a:xfrm>
              <a:off x="5013000" y="1524100"/>
              <a:ext cx="1589700" cy="1589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131"/>
            <p:cNvSpPr/>
            <p:nvPr/>
          </p:nvSpPr>
          <p:spPr>
            <a:xfrm>
              <a:off x="5301150" y="1812250"/>
              <a:ext cx="1013400" cy="101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131"/>
            <p:cNvSpPr/>
            <p:nvPr/>
          </p:nvSpPr>
          <p:spPr>
            <a:xfrm>
              <a:off x="5566650" y="2077750"/>
              <a:ext cx="482400" cy="482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131"/>
            <p:cNvSpPr/>
            <p:nvPr/>
          </p:nvSpPr>
          <p:spPr>
            <a:xfrm>
              <a:off x="5686950" y="2198050"/>
              <a:ext cx="241800" cy="241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131"/>
            <p:cNvSpPr/>
            <p:nvPr/>
          </p:nvSpPr>
          <p:spPr>
            <a:xfrm>
              <a:off x="5481450" y="1992550"/>
              <a:ext cx="652800" cy="652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4" name="Google Shape;2834;p131"/>
          <p:cNvGrpSpPr/>
          <p:nvPr/>
        </p:nvGrpSpPr>
        <p:grpSpPr>
          <a:xfrm>
            <a:off x="6072742" y="547945"/>
            <a:ext cx="1095621" cy="1095621"/>
            <a:chOff x="5013000" y="1524100"/>
            <a:chExt cx="1589700" cy="1589700"/>
          </a:xfrm>
        </p:grpSpPr>
        <p:sp>
          <p:nvSpPr>
            <p:cNvPr id="2835" name="Google Shape;2835;p131"/>
            <p:cNvSpPr/>
            <p:nvPr/>
          </p:nvSpPr>
          <p:spPr>
            <a:xfrm>
              <a:off x="5013000" y="1524100"/>
              <a:ext cx="1589700" cy="1589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131"/>
            <p:cNvSpPr/>
            <p:nvPr/>
          </p:nvSpPr>
          <p:spPr>
            <a:xfrm>
              <a:off x="5301150" y="1812250"/>
              <a:ext cx="1013400" cy="101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131"/>
            <p:cNvSpPr/>
            <p:nvPr/>
          </p:nvSpPr>
          <p:spPr>
            <a:xfrm>
              <a:off x="5566650" y="2077750"/>
              <a:ext cx="482400" cy="482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131"/>
            <p:cNvSpPr/>
            <p:nvPr/>
          </p:nvSpPr>
          <p:spPr>
            <a:xfrm>
              <a:off x="5686950" y="2198050"/>
              <a:ext cx="241800" cy="241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131"/>
            <p:cNvSpPr/>
            <p:nvPr/>
          </p:nvSpPr>
          <p:spPr>
            <a:xfrm>
              <a:off x="5481450" y="1992550"/>
              <a:ext cx="652800" cy="652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0" name="Google Shape;2840;p131"/>
          <p:cNvGrpSpPr/>
          <p:nvPr/>
        </p:nvGrpSpPr>
        <p:grpSpPr>
          <a:xfrm>
            <a:off x="7167791" y="-78544"/>
            <a:ext cx="2738417" cy="2738417"/>
            <a:chOff x="5013000" y="1524100"/>
            <a:chExt cx="1589700" cy="1589700"/>
          </a:xfrm>
        </p:grpSpPr>
        <p:sp>
          <p:nvSpPr>
            <p:cNvPr id="2841" name="Google Shape;2841;p131"/>
            <p:cNvSpPr/>
            <p:nvPr/>
          </p:nvSpPr>
          <p:spPr>
            <a:xfrm>
              <a:off x="5013000" y="1524100"/>
              <a:ext cx="1589700" cy="1589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131"/>
            <p:cNvSpPr/>
            <p:nvPr/>
          </p:nvSpPr>
          <p:spPr>
            <a:xfrm>
              <a:off x="5301150" y="1812250"/>
              <a:ext cx="1013400" cy="101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131"/>
            <p:cNvSpPr/>
            <p:nvPr/>
          </p:nvSpPr>
          <p:spPr>
            <a:xfrm>
              <a:off x="5566650" y="2077750"/>
              <a:ext cx="482400" cy="482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131"/>
            <p:cNvSpPr/>
            <p:nvPr/>
          </p:nvSpPr>
          <p:spPr>
            <a:xfrm>
              <a:off x="5686950" y="2198050"/>
              <a:ext cx="241800" cy="241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131"/>
            <p:cNvSpPr/>
            <p:nvPr/>
          </p:nvSpPr>
          <p:spPr>
            <a:xfrm>
              <a:off x="5481450" y="1992550"/>
              <a:ext cx="652800" cy="652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6" name="Google Shape;2846;p131"/>
          <p:cNvGrpSpPr/>
          <p:nvPr/>
        </p:nvGrpSpPr>
        <p:grpSpPr>
          <a:xfrm>
            <a:off x="5816074" y="34983"/>
            <a:ext cx="713139" cy="713139"/>
            <a:chOff x="5013000" y="1524100"/>
            <a:chExt cx="1589700" cy="1589700"/>
          </a:xfrm>
        </p:grpSpPr>
        <p:sp>
          <p:nvSpPr>
            <p:cNvPr id="2847" name="Google Shape;2847;p131"/>
            <p:cNvSpPr/>
            <p:nvPr/>
          </p:nvSpPr>
          <p:spPr>
            <a:xfrm>
              <a:off x="5013000" y="1524100"/>
              <a:ext cx="1589700" cy="1589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131"/>
            <p:cNvSpPr/>
            <p:nvPr/>
          </p:nvSpPr>
          <p:spPr>
            <a:xfrm>
              <a:off x="5301150" y="1812250"/>
              <a:ext cx="1013400" cy="101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131"/>
            <p:cNvSpPr/>
            <p:nvPr/>
          </p:nvSpPr>
          <p:spPr>
            <a:xfrm>
              <a:off x="5566650" y="2077750"/>
              <a:ext cx="482400" cy="482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131"/>
            <p:cNvSpPr/>
            <p:nvPr/>
          </p:nvSpPr>
          <p:spPr>
            <a:xfrm>
              <a:off x="5686950" y="2198050"/>
              <a:ext cx="241800" cy="241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131"/>
            <p:cNvSpPr/>
            <p:nvPr/>
          </p:nvSpPr>
          <p:spPr>
            <a:xfrm>
              <a:off x="5481450" y="1992550"/>
              <a:ext cx="652800" cy="652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2" name="Google Shape;2852;p131"/>
          <p:cNvGrpSpPr/>
          <p:nvPr/>
        </p:nvGrpSpPr>
        <p:grpSpPr>
          <a:xfrm>
            <a:off x="6901135" y="-828558"/>
            <a:ext cx="1227566" cy="1227566"/>
            <a:chOff x="5013000" y="1524100"/>
            <a:chExt cx="1589700" cy="1589700"/>
          </a:xfrm>
        </p:grpSpPr>
        <p:sp>
          <p:nvSpPr>
            <p:cNvPr id="2853" name="Google Shape;2853;p131"/>
            <p:cNvSpPr/>
            <p:nvPr/>
          </p:nvSpPr>
          <p:spPr>
            <a:xfrm>
              <a:off x="5013000" y="1524100"/>
              <a:ext cx="1589700" cy="1589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131"/>
            <p:cNvSpPr/>
            <p:nvPr/>
          </p:nvSpPr>
          <p:spPr>
            <a:xfrm>
              <a:off x="5301150" y="1812250"/>
              <a:ext cx="1013400" cy="101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131"/>
            <p:cNvSpPr/>
            <p:nvPr/>
          </p:nvSpPr>
          <p:spPr>
            <a:xfrm>
              <a:off x="5566650" y="2077750"/>
              <a:ext cx="482400" cy="482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131"/>
            <p:cNvSpPr/>
            <p:nvPr/>
          </p:nvSpPr>
          <p:spPr>
            <a:xfrm>
              <a:off x="5686950" y="2198050"/>
              <a:ext cx="241800" cy="241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131"/>
            <p:cNvSpPr/>
            <p:nvPr/>
          </p:nvSpPr>
          <p:spPr>
            <a:xfrm>
              <a:off x="5481450" y="1992550"/>
              <a:ext cx="652800" cy="652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61"/>
        <p:cNvGrpSpPr/>
        <p:nvPr/>
      </p:nvGrpSpPr>
      <p:grpSpPr>
        <a:xfrm>
          <a:off x="0" y="0"/>
          <a:ext cx="0" cy="0"/>
          <a:chOff x="0" y="0"/>
          <a:chExt cx="0" cy="0"/>
        </a:xfrm>
      </p:grpSpPr>
      <p:sp>
        <p:nvSpPr>
          <p:cNvPr id="2862" name="Google Shape;2862;p132"/>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p>
            <a:pPr marL="0" lvl="0" indent="0" algn="ctr" rtl="0">
              <a:spcBef>
                <a:spcPts val="0"/>
              </a:spcBef>
              <a:spcAft>
                <a:spcPts val="1600"/>
              </a:spcAft>
              <a:buNone/>
            </a:pPr>
            <a:r>
              <a:rPr lang="en"/>
              <a:t>VISION SBC</a:t>
            </a:r>
            <a:endParaRPr/>
          </a:p>
        </p:txBody>
      </p:sp>
      <p:sp>
        <p:nvSpPr>
          <p:cNvPr id="2863" name="Google Shape;2863;p132"/>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10</a:t>
            </a:fld>
            <a:endParaRPr/>
          </a:p>
        </p:txBody>
      </p:sp>
      <p:sp>
        <p:nvSpPr>
          <p:cNvPr id="2864" name="Google Shape;2864;p132"/>
          <p:cNvSpPr/>
          <p:nvPr/>
        </p:nvSpPr>
        <p:spPr>
          <a:xfrm>
            <a:off x="4562356" y="-67581"/>
            <a:ext cx="4536900" cy="5143500"/>
          </a:xfrm>
          <a:prstGeom prst="rect">
            <a:avLst/>
          </a:prstGeom>
          <a:solidFill>
            <a:srgbClr val="FFAB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2865" name="Google Shape;2865;p132"/>
          <p:cNvSpPr txBox="1">
            <a:spLocks noGrp="1"/>
          </p:cNvSpPr>
          <p:nvPr>
            <p:ph type="title"/>
          </p:nvPr>
        </p:nvSpPr>
        <p:spPr>
          <a:xfrm>
            <a:off x="4972050" y="1097275"/>
            <a:ext cx="3867300" cy="33129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200" dirty="0">
                <a:solidFill>
                  <a:srgbClr val="FFFFFF"/>
                </a:solidFill>
              </a:rPr>
              <a:t>Pour faire cela, nous avons besoin d'une </a:t>
            </a:r>
            <a:r>
              <a:rPr lang="en" sz="2200" dirty="0">
                <a:solidFill>
                  <a:srgbClr val="151515"/>
                </a:solidFill>
                <a:highlight>
                  <a:srgbClr val="FFFFFF"/>
                </a:highlight>
              </a:rPr>
              <a:t>approche différente </a:t>
            </a:r>
            <a:r>
              <a:rPr lang="en" sz="2200" dirty="0">
                <a:solidFill>
                  <a:srgbClr val="FFFFFF"/>
                </a:solidFill>
              </a:rPr>
              <a:t>et d'un </a:t>
            </a:r>
            <a:r>
              <a:rPr lang="en" sz="2200" dirty="0">
                <a:solidFill>
                  <a:srgbClr val="151515"/>
                </a:solidFill>
                <a:highlight>
                  <a:srgbClr val="FFFFFF"/>
                </a:highlight>
              </a:rPr>
              <a:t>état d'esprit différent</a:t>
            </a:r>
            <a:r>
              <a:rPr lang="en" sz="2200" dirty="0">
                <a:solidFill>
                  <a:srgbClr val="FFFFFF"/>
                </a:solidFill>
              </a:rPr>
              <a:t>.</a:t>
            </a:r>
            <a:endParaRPr sz="2200" dirty="0">
              <a:solidFill>
                <a:srgbClr val="FFFFFF"/>
              </a:solidFill>
            </a:endParaRPr>
          </a:p>
        </p:txBody>
      </p:sp>
      <p:sp>
        <p:nvSpPr>
          <p:cNvPr id="2866" name="Google Shape;2866;p132"/>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rgbClr val="FFFFFF"/>
                </a:solidFill>
              </a:rPr>
              <a:t>10</a:t>
            </a:fld>
            <a:endParaRPr>
              <a:solidFill>
                <a:srgbClr val="FFFFFF"/>
              </a:solidFill>
            </a:endParaRPr>
          </a:p>
        </p:txBody>
      </p:sp>
      <p:sp>
        <p:nvSpPr>
          <p:cNvPr id="2867" name="Google Shape;2867;p132"/>
          <p:cNvSpPr txBox="1"/>
          <p:nvPr/>
        </p:nvSpPr>
        <p:spPr>
          <a:xfrm>
            <a:off x="237400" y="1604325"/>
            <a:ext cx="4176300" cy="29985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2200">
                <a:solidFill>
                  <a:schemeClr val="dk1"/>
                </a:solidFill>
                <a:latin typeface="Poppins ExtraBold"/>
                <a:ea typeface="Poppins ExtraBold"/>
                <a:cs typeface="Poppins ExtraBold"/>
                <a:sym typeface="Poppins ExtraBold"/>
              </a:rPr>
              <a:t>Pour comprendre </a:t>
            </a:r>
            <a:r>
              <a:rPr lang="en" sz="2200">
                <a:solidFill>
                  <a:srgbClr val="FF7200"/>
                </a:solidFill>
                <a:latin typeface="Poppins ExtraBold"/>
                <a:ea typeface="Poppins ExtraBold"/>
                <a:cs typeface="Poppins ExtraBold"/>
                <a:sym typeface="Poppins ExtraBold"/>
              </a:rPr>
              <a:t>pourquoi les gens se comportent d’une certaine manière</a:t>
            </a:r>
            <a:r>
              <a:rPr lang="en" sz="2200">
                <a:solidFill>
                  <a:schemeClr val="dk1"/>
                </a:solidFill>
                <a:latin typeface="Poppins ExtraBold"/>
                <a:ea typeface="Poppins ExtraBold"/>
                <a:cs typeface="Poppins ExtraBold"/>
                <a:sym typeface="Poppins ExtraBold"/>
              </a:rPr>
              <a:t>, il nous faut examiner les différents facteurs qui affectent leurs comportements (obstacles et opportunités) et concevoir de </a:t>
            </a:r>
            <a:r>
              <a:rPr lang="en" sz="2200">
                <a:solidFill>
                  <a:srgbClr val="FF7200"/>
                </a:solidFill>
                <a:latin typeface="Poppins ExtraBold"/>
                <a:ea typeface="Poppins ExtraBold"/>
                <a:cs typeface="Poppins ExtraBold"/>
                <a:sym typeface="Poppins ExtraBold"/>
              </a:rPr>
              <a:t>nouvelles interventions</a:t>
            </a:r>
            <a:r>
              <a:rPr lang="en" sz="2200">
                <a:solidFill>
                  <a:schemeClr val="dk1"/>
                </a:solidFill>
                <a:latin typeface="Poppins ExtraBold"/>
                <a:ea typeface="Poppins ExtraBold"/>
                <a:cs typeface="Poppins ExtraBold"/>
                <a:sym typeface="Poppins ExtraBold"/>
              </a:rPr>
              <a:t> sur cette base.</a:t>
            </a:r>
            <a:endParaRPr sz="2200">
              <a:latin typeface="Poppins ExtraBold"/>
              <a:ea typeface="Poppins ExtraBold"/>
              <a:cs typeface="Poppins ExtraBold"/>
              <a:sym typeface="Poppins ExtraBold"/>
            </a:endParaRPr>
          </a:p>
        </p:txBody>
      </p:sp>
      <p:sp>
        <p:nvSpPr>
          <p:cNvPr id="2868" name="Google Shape;2868;p132"/>
          <p:cNvSpPr/>
          <p:nvPr/>
        </p:nvSpPr>
        <p:spPr>
          <a:xfrm>
            <a:off x="6045750" y="264650"/>
            <a:ext cx="253800" cy="253800"/>
          </a:xfrm>
          <a:prstGeom prst="ellipse">
            <a:avLst/>
          </a:pr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132"/>
          <p:cNvSpPr/>
          <p:nvPr/>
        </p:nvSpPr>
        <p:spPr>
          <a:xfrm>
            <a:off x="7388007" y="-341675"/>
            <a:ext cx="253800" cy="253800"/>
          </a:xfrm>
          <a:prstGeom prst="ellipse">
            <a:avLst/>
          </a:pr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132"/>
          <p:cNvSpPr/>
          <p:nvPr/>
        </p:nvSpPr>
        <p:spPr>
          <a:xfrm>
            <a:off x="8261900" y="1005075"/>
            <a:ext cx="548700" cy="548700"/>
          </a:xfrm>
          <a:prstGeom prst="ellipse">
            <a:avLst/>
          </a:pr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132"/>
          <p:cNvSpPr/>
          <p:nvPr/>
        </p:nvSpPr>
        <p:spPr>
          <a:xfrm>
            <a:off x="6263950" y="739150"/>
            <a:ext cx="713100" cy="713100"/>
          </a:xfrm>
          <a:prstGeom prst="ellipse">
            <a:avLst/>
          </a:pr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132"/>
          <p:cNvSpPr/>
          <p:nvPr/>
        </p:nvSpPr>
        <p:spPr>
          <a:xfrm>
            <a:off x="5404850" y="1616175"/>
            <a:ext cx="482400" cy="482400"/>
          </a:xfrm>
          <a:prstGeom prst="ellipse">
            <a:avLst/>
          </a:prstGeom>
          <a:solidFill>
            <a:srgbClr val="FF7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73" name="Google Shape;2873;p132"/>
          <p:cNvGrpSpPr/>
          <p:nvPr/>
        </p:nvGrpSpPr>
        <p:grpSpPr>
          <a:xfrm>
            <a:off x="4763226" y="974446"/>
            <a:ext cx="1765998" cy="1765998"/>
            <a:chOff x="5013000" y="1524100"/>
            <a:chExt cx="1589700" cy="1589700"/>
          </a:xfrm>
        </p:grpSpPr>
        <p:sp>
          <p:nvSpPr>
            <p:cNvPr id="2874" name="Google Shape;2874;p132"/>
            <p:cNvSpPr/>
            <p:nvPr/>
          </p:nvSpPr>
          <p:spPr>
            <a:xfrm>
              <a:off x="5013000" y="1524100"/>
              <a:ext cx="1589700" cy="1589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132"/>
            <p:cNvSpPr/>
            <p:nvPr/>
          </p:nvSpPr>
          <p:spPr>
            <a:xfrm>
              <a:off x="5301150" y="1812250"/>
              <a:ext cx="1013400" cy="101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132"/>
            <p:cNvSpPr/>
            <p:nvPr/>
          </p:nvSpPr>
          <p:spPr>
            <a:xfrm>
              <a:off x="5566650" y="2077750"/>
              <a:ext cx="482400" cy="482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132"/>
            <p:cNvSpPr/>
            <p:nvPr/>
          </p:nvSpPr>
          <p:spPr>
            <a:xfrm>
              <a:off x="5686950" y="2198050"/>
              <a:ext cx="241800" cy="241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132"/>
            <p:cNvSpPr/>
            <p:nvPr/>
          </p:nvSpPr>
          <p:spPr>
            <a:xfrm>
              <a:off x="5481450" y="1992550"/>
              <a:ext cx="652800" cy="652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9" name="Google Shape;2879;p132"/>
          <p:cNvGrpSpPr/>
          <p:nvPr/>
        </p:nvGrpSpPr>
        <p:grpSpPr>
          <a:xfrm>
            <a:off x="6072742" y="547945"/>
            <a:ext cx="1095621" cy="1095621"/>
            <a:chOff x="5013000" y="1524100"/>
            <a:chExt cx="1589700" cy="1589700"/>
          </a:xfrm>
        </p:grpSpPr>
        <p:sp>
          <p:nvSpPr>
            <p:cNvPr id="2880" name="Google Shape;2880;p132"/>
            <p:cNvSpPr/>
            <p:nvPr/>
          </p:nvSpPr>
          <p:spPr>
            <a:xfrm>
              <a:off x="5013000" y="1524100"/>
              <a:ext cx="1589700" cy="1589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132"/>
            <p:cNvSpPr/>
            <p:nvPr/>
          </p:nvSpPr>
          <p:spPr>
            <a:xfrm>
              <a:off x="5301150" y="1812250"/>
              <a:ext cx="1013400" cy="101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132"/>
            <p:cNvSpPr/>
            <p:nvPr/>
          </p:nvSpPr>
          <p:spPr>
            <a:xfrm>
              <a:off x="5566650" y="2077750"/>
              <a:ext cx="482400" cy="482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132"/>
            <p:cNvSpPr/>
            <p:nvPr/>
          </p:nvSpPr>
          <p:spPr>
            <a:xfrm>
              <a:off x="5686950" y="2198050"/>
              <a:ext cx="241800" cy="241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132"/>
            <p:cNvSpPr/>
            <p:nvPr/>
          </p:nvSpPr>
          <p:spPr>
            <a:xfrm>
              <a:off x="5481450" y="1992550"/>
              <a:ext cx="652800" cy="652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5" name="Google Shape;2885;p132"/>
          <p:cNvGrpSpPr/>
          <p:nvPr/>
        </p:nvGrpSpPr>
        <p:grpSpPr>
          <a:xfrm>
            <a:off x="7167791" y="-78544"/>
            <a:ext cx="2738417" cy="2738417"/>
            <a:chOff x="5013000" y="1524100"/>
            <a:chExt cx="1589700" cy="1589700"/>
          </a:xfrm>
        </p:grpSpPr>
        <p:sp>
          <p:nvSpPr>
            <p:cNvPr id="2886" name="Google Shape;2886;p132"/>
            <p:cNvSpPr/>
            <p:nvPr/>
          </p:nvSpPr>
          <p:spPr>
            <a:xfrm>
              <a:off x="5013000" y="1524100"/>
              <a:ext cx="1589700" cy="1589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132"/>
            <p:cNvSpPr/>
            <p:nvPr/>
          </p:nvSpPr>
          <p:spPr>
            <a:xfrm>
              <a:off x="5301150" y="1812250"/>
              <a:ext cx="1013400" cy="101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132"/>
            <p:cNvSpPr/>
            <p:nvPr/>
          </p:nvSpPr>
          <p:spPr>
            <a:xfrm>
              <a:off x="5566650" y="2077750"/>
              <a:ext cx="482400" cy="482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132"/>
            <p:cNvSpPr/>
            <p:nvPr/>
          </p:nvSpPr>
          <p:spPr>
            <a:xfrm>
              <a:off x="5686950" y="2198050"/>
              <a:ext cx="241800" cy="241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132"/>
            <p:cNvSpPr/>
            <p:nvPr/>
          </p:nvSpPr>
          <p:spPr>
            <a:xfrm>
              <a:off x="5481450" y="1992550"/>
              <a:ext cx="652800" cy="652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1" name="Google Shape;2891;p132"/>
          <p:cNvGrpSpPr/>
          <p:nvPr/>
        </p:nvGrpSpPr>
        <p:grpSpPr>
          <a:xfrm>
            <a:off x="5816074" y="34983"/>
            <a:ext cx="713139" cy="713139"/>
            <a:chOff x="5013000" y="1524100"/>
            <a:chExt cx="1589700" cy="1589700"/>
          </a:xfrm>
        </p:grpSpPr>
        <p:sp>
          <p:nvSpPr>
            <p:cNvPr id="2892" name="Google Shape;2892;p132"/>
            <p:cNvSpPr/>
            <p:nvPr/>
          </p:nvSpPr>
          <p:spPr>
            <a:xfrm>
              <a:off x="5013000" y="1524100"/>
              <a:ext cx="1589700" cy="1589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132"/>
            <p:cNvSpPr/>
            <p:nvPr/>
          </p:nvSpPr>
          <p:spPr>
            <a:xfrm>
              <a:off x="5301150" y="1812250"/>
              <a:ext cx="1013400" cy="101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132"/>
            <p:cNvSpPr/>
            <p:nvPr/>
          </p:nvSpPr>
          <p:spPr>
            <a:xfrm>
              <a:off x="5566650" y="2077750"/>
              <a:ext cx="482400" cy="482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132"/>
            <p:cNvSpPr/>
            <p:nvPr/>
          </p:nvSpPr>
          <p:spPr>
            <a:xfrm>
              <a:off x="5686950" y="2198050"/>
              <a:ext cx="241800" cy="241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132"/>
            <p:cNvSpPr/>
            <p:nvPr/>
          </p:nvSpPr>
          <p:spPr>
            <a:xfrm>
              <a:off x="5481450" y="1992550"/>
              <a:ext cx="652800" cy="652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7" name="Google Shape;2897;p132"/>
          <p:cNvGrpSpPr/>
          <p:nvPr/>
        </p:nvGrpSpPr>
        <p:grpSpPr>
          <a:xfrm>
            <a:off x="6901135" y="-828558"/>
            <a:ext cx="1227566" cy="1227566"/>
            <a:chOff x="5013000" y="1524100"/>
            <a:chExt cx="1589700" cy="1589700"/>
          </a:xfrm>
        </p:grpSpPr>
        <p:sp>
          <p:nvSpPr>
            <p:cNvPr id="2898" name="Google Shape;2898;p132"/>
            <p:cNvSpPr/>
            <p:nvPr/>
          </p:nvSpPr>
          <p:spPr>
            <a:xfrm>
              <a:off x="5013000" y="1524100"/>
              <a:ext cx="1589700" cy="1589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132"/>
            <p:cNvSpPr/>
            <p:nvPr/>
          </p:nvSpPr>
          <p:spPr>
            <a:xfrm>
              <a:off x="5301150" y="1812250"/>
              <a:ext cx="1013400" cy="101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132"/>
            <p:cNvSpPr/>
            <p:nvPr/>
          </p:nvSpPr>
          <p:spPr>
            <a:xfrm>
              <a:off x="5566650" y="2077750"/>
              <a:ext cx="482400" cy="482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132"/>
            <p:cNvSpPr/>
            <p:nvPr/>
          </p:nvSpPr>
          <p:spPr>
            <a:xfrm>
              <a:off x="5686950" y="2198050"/>
              <a:ext cx="241800" cy="241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132"/>
            <p:cNvSpPr/>
            <p:nvPr/>
          </p:nvSpPr>
          <p:spPr>
            <a:xfrm>
              <a:off x="5481450" y="1992550"/>
              <a:ext cx="652800" cy="652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06"/>
        <p:cNvGrpSpPr/>
        <p:nvPr/>
      </p:nvGrpSpPr>
      <p:grpSpPr>
        <a:xfrm>
          <a:off x="0" y="0"/>
          <a:ext cx="0" cy="0"/>
          <a:chOff x="0" y="0"/>
          <a:chExt cx="0" cy="0"/>
        </a:xfrm>
      </p:grpSpPr>
      <p:sp>
        <p:nvSpPr>
          <p:cNvPr id="2907" name="Google Shape;2907;p133"/>
          <p:cNvSpPr txBox="1">
            <a:spLocks noGrp="1"/>
          </p:cNvSpPr>
          <p:nvPr>
            <p:ph type="title"/>
          </p:nvPr>
        </p:nvSpPr>
        <p:spPr>
          <a:xfrm>
            <a:off x="457200" y="1775250"/>
            <a:ext cx="3200400" cy="22623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100"/>
              <a:buFont typeface="Arial"/>
              <a:buNone/>
            </a:pPr>
            <a:r>
              <a:rPr lang="en"/>
              <a:t>Nous utilisons donc des méthodes </a:t>
            </a:r>
            <a:r>
              <a:rPr lang="en">
                <a:solidFill>
                  <a:srgbClr val="00ADEF"/>
                </a:solidFill>
              </a:rPr>
              <a:t>qui conçoivent avec</a:t>
            </a:r>
            <a:r>
              <a:rPr lang="en"/>
              <a:t>,</a:t>
            </a:r>
            <a:endParaRPr/>
          </a:p>
          <a:p>
            <a:pPr marL="0" lvl="0" indent="0" algn="l" rtl="0">
              <a:lnSpc>
                <a:spcPct val="100000"/>
              </a:lnSpc>
              <a:spcBef>
                <a:spcPts val="0"/>
              </a:spcBef>
              <a:spcAft>
                <a:spcPts val="0"/>
              </a:spcAft>
              <a:buNone/>
            </a:pPr>
            <a:r>
              <a:rPr lang="en"/>
              <a:t>pas pour la communauté.</a:t>
            </a:r>
            <a:endParaRPr/>
          </a:p>
        </p:txBody>
      </p:sp>
      <p:sp>
        <p:nvSpPr>
          <p:cNvPr id="2908" name="Google Shape;2908;p133"/>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p>
            <a:pPr marL="0" lvl="0" indent="0" algn="ctr" rtl="0">
              <a:spcBef>
                <a:spcPts val="0"/>
              </a:spcBef>
              <a:spcAft>
                <a:spcPts val="1600"/>
              </a:spcAft>
              <a:buNone/>
            </a:pPr>
            <a:r>
              <a:rPr lang="en"/>
              <a:t>VISION SBC</a:t>
            </a:r>
            <a:endParaRPr/>
          </a:p>
        </p:txBody>
      </p:sp>
      <p:sp>
        <p:nvSpPr>
          <p:cNvPr id="2909" name="Google Shape;2909;p133"/>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11</a:t>
            </a:fld>
            <a:endParaRPr/>
          </a:p>
        </p:txBody>
      </p:sp>
      <p:sp>
        <p:nvSpPr>
          <p:cNvPr id="2910" name="Google Shape;2910;p133"/>
          <p:cNvSpPr/>
          <p:nvPr/>
        </p:nvSpPr>
        <p:spPr>
          <a:xfrm>
            <a:off x="3247875" y="831750"/>
            <a:ext cx="895500" cy="895500"/>
          </a:xfrm>
          <a:prstGeom prst="ellipse">
            <a:avLst/>
          </a:prstGeom>
          <a:solidFill>
            <a:srgbClr val="01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133"/>
          <p:cNvSpPr/>
          <p:nvPr/>
        </p:nvSpPr>
        <p:spPr>
          <a:xfrm rot="8100000">
            <a:off x="1723838" y="-424686"/>
            <a:ext cx="2170111" cy="2170111"/>
          </a:xfrm>
          <a:prstGeom prst="arc">
            <a:avLst>
              <a:gd name="adj1" fmla="val 1620000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12" name="Google Shape;2912;p133"/>
          <p:cNvPicPr preferRelativeResize="0"/>
          <p:nvPr/>
        </p:nvPicPr>
        <p:blipFill>
          <a:blip r:embed="rId3">
            <a:alphaModFix/>
          </a:blip>
          <a:stretch>
            <a:fillRect/>
          </a:stretch>
        </p:blipFill>
        <p:spPr>
          <a:xfrm>
            <a:off x="3796025" y="1252750"/>
            <a:ext cx="4284924" cy="2847550"/>
          </a:xfrm>
          <a:prstGeom prst="rect">
            <a:avLst/>
          </a:prstGeom>
          <a:noFill/>
          <a:ln>
            <a:noFill/>
          </a:ln>
        </p:spPr>
      </p:pic>
      <p:sp>
        <p:nvSpPr>
          <p:cNvPr id="2913" name="Google Shape;2913;p133"/>
          <p:cNvSpPr/>
          <p:nvPr/>
        </p:nvSpPr>
        <p:spPr>
          <a:xfrm rot="3600041">
            <a:off x="1723779" y="804058"/>
            <a:ext cx="2170245" cy="2170245"/>
          </a:xfrm>
          <a:prstGeom prst="arc">
            <a:avLst>
              <a:gd name="adj1" fmla="val 16200000"/>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17"/>
        <p:cNvGrpSpPr/>
        <p:nvPr/>
      </p:nvGrpSpPr>
      <p:grpSpPr>
        <a:xfrm>
          <a:off x="0" y="0"/>
          <a:ext cx="0" cy="0"/>
          <a:chOff x="0" y="0"/>
          <a:chExt cx="0" cy="0"/>
        </a:xfrm>
      </p:grpSpPr>
      <p:sp>
        <p:nvSpPr>
          <p:cNvPr id="2918" name="Google Shape;2918;p134"/>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p>
            <a:pPr marL="0" lvl="0" indent="0" algn="ctr" rtl="0">
              <a:spcBef>
                <a:spcPts val="0"/>
              </a:spcBef>
              <a:spcAft>
                <a:spcPts val="1600"/>
              </a:spcAft>
              <a:buNone/>
            </a:pPr>
            <a:r>
              <a:rPr lang="en"/>
              <a:t>VISION SBC</a:t>
            </a:r>
            <a:endParaRPr/>
          </a:p>
        </p:txBody>
      </p:sp>
      <p:sp>
        <p:nvSpPr>
          <p:cNvPr id="2919" name="Google Shape;2919;p134"/>
          <p:cNvSpPr txBox="1">
            <a:spLocks noGrp="1"/>
          </p:cNvSpPr>
          <p:nvPr>
            <p:ph type="title"/>
          </p:nvPr>
        </p:nvSpPr>
        <p:spPr>
          <a:xfrm>
            <a:off x="457200" y="944875"/>
            <a:ext cx="3376200" cy="3393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On développe des interventions qui</a:t>
            </a:r>
            <a:endParaRPr/>
          </a:p>
          <a:p>
            <a:pPr marL="0" lvl="0" indent="0" algn="l" rtl="0">
              <a:spcBef>
                <a:spcPts val="0"/>
              </a:spcBef>
              <a:spcAft>
                <a:spcPts val="0"/>
              </a:spcAft>
              <a:buNone/>
            </a:pPr>
            <a:r>
              <a:rPr lang="en"/>
              <a:t>vont au-delà de la communication</a:t>
            </a:r>
            <a:br>
              <a:rPr lang="en"/>
            </a:br>
            <a:r>
              <a:rPr lang="en" i="1">
                <a:latin typeface="Poppins"/>
                <a:ea typeface="Poppins"/>
                <a:cs typeface="Poppins"/>
                <a:sym typeface="Poppins"/>
              </a:rPr>
              <a:t>qui tirent parti des habitudes, des traditions et des influenceurs locaux</a:t>
            </a:r>
            <a:endParaRPr i="1">
              <a:latin typeface="Poppins"/>
              <a:ea typeface="Poppins"/>
              <a:cs typeface="Poppins"/>
              <a:sym typeface="Poppins"/>
            </a:endParaRPr>
          </a:p>
        </p:txBody>
      </p:sp>
      <p:sp>
        <p:nvSpPr>
          <p:cNvPr id="2920" name="Google Shape;2920;p134"/>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12</a:t>
            </a:fld>
            <a:endParaRPr/>
          </a:p>
        </p:txBody>
      </p:sp>
      <p:sp>
        <p:nvSpPr>
          <p:cNvPr id="2921" name="Google Shape;2921;p134"/>
          <p:cNvSpPr/>
          <p:nvPr/>
        </p:nvSpPr>
        <p:spPr>
          <a:xfrm>
            <a:off x="4122875" y="2182725"/>
            <a:ext cx="5021100" cy="2960700"/>
          </a:xfrm>
          <a:prstGeom prst="rect">
            <a:avLst/>
          </a:prstGeom>
          <a:solidFill>
            <a:srgbClr val="9375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22" name="Google Shape;2922;p134"/>
          <p:cNvPicPr preferRelativeResize="0"/>
          <p:nvPr/>
        </p:nvPicPr>
        <p:blipFill rotWithShape="1">
          <a:blip r:embed="rId3">
            <a:alphaModFix/>
          </a:blip>
          <a:srcRect l="-90" t="-47557" r="-70"/>
          <a:stretch/>
        </p:blipFill>
        <p:spPr>
          <a:xfrm>
            <a:off x="4118825" y="-18962"/>
            <a:ext cx="5029202" cy="4152724"/>
          </a:xfrm>
          <a:prstGeom prst="rect">
            <a:avLst/>
          </a:prstGeom>
          <a:noFill/>
          <a:ln>
            <a:noFill/>
          </a:ln>
        </p:spPr>
      </p:pic>
      <p:sp>
        <p:nvSpPr>
          <p:cNvPr id="2923" name="Google Shape;2923;p134">
            <a:hlinkClick r:id="rId4"/>
          </p:cNvPr>
          <p:cNvSpPr/>
          <p:nvPr/>
        </p:nvSpPr>
        <p:spPr>
          <a:xfrm>
            <a:off x="4112775" y="-275"/>
            <a:ext cx="5031300" cy="5143500"/>
          </a:xfrm>
          <a:prstGeom prst="rect">
            <a:avLst/>
          </a:prstGeom>
          <a:noFill/>
          <a:ln w="76200" cap="flat" cmpd="sng">
            <a:solidFill>
              <a:srgbClr val="967AB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27"/>
        <p:cNvGrpSpPr/>
        <p:nvPr/>
      </p:nvGrpSpPr>
      <p:grpSpPr>
        <a:xfrm>
          <a:off x="0" y="0"/>
          <a:ext cx="0" cy="0"/>
          <a:chOff x="0" y="0"/>
          <a:chExt cx="0" cy="0"/>
        </a:xfrm>
      </p:grpSpPr>
      <p:sp>
        <p:nvSpPr>
          <p:cNvPr id="2928" name="Google Shape;2928;p135"/>
          <p:cNvSpPr txBox="1">
            <a:spLocks noGrp="1"/>
          </p:cNvSpPr>
          <p:nvPr>
            <p:ph type="title"/>
          </p:nvPr>
        </p:nvSpPr>
        <p:spPr>
          <a:xfrm>
            <a:off x="457200" y="503875"/>
            <a:ext cx="8041800" cy="3393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3300"/>
              <a:t>→ Une approche sur mesure est nécessaire. </a:t>
            </a:r>
            <a:endParaRPr sz="3300"/>
          </a:p>
          <a:p>
            <a:pPr marL="0" lvl="0" indent="0" algn="l" rtl="0">
              <a:spcBef>
                <a:spcPts val="0"/>
              </a:spcBef>
              <a:spcAft>
                <a:spcPts val="0"/>
              </a:spcAft>
              <a:buClr>
                <a:schemeClr val="dk1"/>
              </a:buClr>
              <a:buSzPts val="1100"/>
              <a:buFont typeface="Arial"/>
              <a:buNone/>
            </a:pPr>
            <a:endParaRPr sz="3300"/>
          </a:p>
          <a:p>
            <a:pPr marL="0" lvl="0" indent="0" algn="l" rtl="0">
              <a:spcBef>
                <a:spcPts val="0"/>
              </a:spcBef>
              <a:spcAft>
                <a:spcPts val="0"/>
              </a:spcAft>
              <a:buNone/>
            </a:pPr>
            <a:r>
              <a:rPr lang="en" sz="3300">
                <a:solidFill>
                  <a:srgbClr val="14BEF0"/>
                </a:solidFill>
              </a:rPr>
              <a:t>Le design centré sur l'humain </a:t>
            </a:r>
            <a:r>
              <a:rPr lang="en" sz="3300"/>
              <a:t>s’applique en collaboration avec des communautés pour concevoir des solutions incluant leurs contributions et leurs points de vue. </a:t>
            </a:r>
            <a:endParaRPr sz="3300"/>
          </a:p>
        </p:txBody>
      </p:sp>
      <p:sp>
        <p:nvSpPr>
          <p:cNvPr id="2929" name="Google Shape;2929;p135"/>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33"/>
        <p:cNvGrpSpPr/>
        <p:nvPr/>
      </p:nvGrpSpPr>
      <p:grpSpPr>
        <a:xfrm>
          <a:off x="0" y="0"/>
          <a:ext cx="0" cy="0"/>
          <a:chOff x="0" y="0"/>
          <a:chExt cx="0" cy="0"/>
        </a:xfrm>
      </p:grpSpPr>
      <p:sp>
        <p:nvSpPr>
          <p:cNvPr id="2934" name="Google Shape;2934;p136"/>
          <p:cNvSpPr/>
          <p:nvPr/>
        </p:nvSpPr>
        <p:spPr>
          <a:xfrm>
            <a:off x="4571875" y="0"/>
            <a:ext cx="4572000" cy="5143500"/>
          </a:xfrm>
          <a:prstGeom prst="rect">
            <a:avLst/>
          </a:prstGeom>
          <a:solidFill>
            <a:srgbClr val="90D3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136"/>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14</a:t>
            </a:fld>
            <a:endParaRPr/>
          </a:p>
        </p:txBody>
      </p:sp>
      <p:sp>
        <p:nvSpPr>
          <p:cNvPr id="2936" name="Google Shape;2936;p136"/>
          <p:cNvSpPr txBox="1">
            <a:spLocks noGrp="1"/>
          </p:cNvSpPr>
          <p:nvPr>
            <p:ph type="subTitle" idx="1"/>
          </p:nvPr>
        </p:nvSpPr>
        <p:spPr>
          <a:xfrm>
            <a:off x="5029200" y="1816300"/>
            <a:ext cx="3657600" cy="1334100"/>
          </a:xfrm>
          <a:prstGeom prst="rect">
            <a:avLst/>
          </a:prstGeom>
        </p:spPr>
        <p:txBody>
          <a:bodyPr spcFirstLastPara="1" wrap="square" lIns="0" tIns="0" rIns="0" bIns="0" anchor="t" anchorCtr="0">
            <a:noAutofit/>
          </a:bodyPr>
          <a:lstStyle/>
          <a:p>
            <a:pPr marL="0" lvl="0" indent="0" algn="l" rtl="0">
              <a:spcBef>
                <a:spcPts val="0"/>
              </a:spcBef>
              <a:spcAft>
                <a:spcPts val="1600"/>
              </a:spcAft>
              <a:buNone/>
            </a:pPr>
            <a:r>
              <a:rPr lang="en" sz="2300">
                <a:solidFill>
                  <a:srgbClr val="FFFFFF"/>
                </a:solidFill>
              </a:rPr>
              <a:t>Comment concevoir des programmes qui sont souhaités, utilisés et adaptés aux communautés auprès desquelles ils sont censés servir ?</a:t>
            </a:r>
            <a:endParaRPr sz="2300">
              <a:solidFill>
                <a:srgbClr val="FFFFFF"/>
              </a:solidFill>
            </a:endParaRPr>
          </a:p>
        </p:txBody>
      </p:sp>
      <p:pic>
        <p:nvPicPr>
          <p:cNvPr id="2937" name="Google Shape;2937;p136" descr="Nepal Hospital | Rotary Club of Geelong Central"/>
          <p:cNvPicPr preferRelativeResize="0"/>
          <p:nvPr/>
        </p:nvPicPr>
        <p:blipFill rotWithShape="1">
          <a:blip r:embed="rId3">
            <a:alphaModFix/>
          </a:blip>
          <a:srcRect l="22779" r="10553"/>
          <a:stretch/>
        </p:blipFill>
        <p:spPr>
          <a:xfrm>
            <a:off x="-11" y="0"/>
            <a:ext cx="4572000" cy="5143500"/>
          </a:xfrm>
          <a:prstGeom prst="rect">
            <a:avLst/>
          </a:prstGeom>
          <a:noFill/>
          <a:ln>
            <a:noFill/>
          </a:ln>
        </p:spPr>
      </p:pic>
      <p:sp>
        <p:nvSpPr>
          <p:cNvPr id="2938" name="Google Shape;2938;p136"/>
          <p:cNvSpPr txBox="1">
            <a:spLocks noGrp="1"/>
          </p:cNvSpPr>
          <p:nvPr>
            <p:ph type="title"/>
          </p:nvPr>
        </p:nvSpPr>
        <p:spPr>
          <a:xfrm>
            <a:off x="5029200" y="1236425"/>
            <a:ext cx="3657600" cy="339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solidFill>
                  <a:srgbClr val="FFFFFF"/>
                </a:solidFill>
              </a:rPr>
              <a:t>Une histoire familière</a:t>
            </a:r>
            <a:endParaRPr>
              <a:solidFill>
                <a:srgbClr val="FFFFFF"/>
              </a:solidFill>
            </a:endParaRPr>
          </a:p>
        </p:txBody>
      </p:sp>
      <p:pic>
        <p:nvPicPr>
          <p:cNvPr id="2939" name="Google Shape;2939;p136"/>
          <p:cNvPicPr preferRelativeResize="0"/>
          <p:nvPr/>
        </p:nvPicPr>
        <p:blipFill rotWithShape="1">
          <a:blip r:embed="rId4">
            <a:alphaModFix/>
          </a:blip>
          <a:srcRect l="20092" r="20690"/>
          <a:stretch/>
        </p:blipFill>
        <p:spPr>
          <a:xfrm>
            <a:off x="0" y="9525"/>
            <a:ext cx="4572001" cy="5143500"/>
          </a:xfrm>
          <a:prstGeom prst="rect">
            <a:avLst/>
          </a:prstGeom>
          <a:noFill/>
          <a:ln>
            <a:noFill/>
          </a:ln>
        </p:spPr>
      </p:pic>
      <p:pic>
        <p:nvPicPr>
          <p:cNvPr id="2940" name="Google Shape;2940;p136"/>
          <p:cNvPicPr preferRelativeResize="0"/>
          <p:nvPr/>
        </p:nvPicPr>
        <p:blipFill rotWithShape="1">
          <a:blip r:embed="rId5">
            <a:alphaModFix/>
          </a:blip>
          <a:srcRect l="14793" r="26268"/>
          <a:stretch/>
        </p:blipFill>
        <p:spPr>
          <a:xfrm>
            <a:off x="0" y="0"/>
            <a:ext cx="4572000" cy="5143499"/>
          </a:xfrm>
          <a:prstGeom prst="rect">
            <a:avLst/>
          </a:prstGeom>
          <a:noFill/>
          <a:ln>
            <a:noFill/>
          </a:ln>
        </p:spPr>
      </p:pic>
      <p:sp>
        <p:nvSpPr>
          <p:cNvPr id="2941" name="Google Shape;2941;p136"/>
          <p:cNvSpPr/>
          <p:nvPr/>
        </p:nvSpPr>
        <p:spPr>
          <a:xfrm rot="3302814">
            <a:off x="8319888" y="422397"/>
            <a:ext cx="434103" cy="434103"/>
          </a:xfrm>
          <a:prstGeom prst="ellipse">
            <a:avLst/>
          </a:pr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136"/>
          <p:cNvSpPr/>
          <p:nvPr/>
        </p:nvSpPr>
        <p:spPr>
          <a:xfrm rot="3302814">
            <a:off x="8235356" y="444132"/>
            <a:ext cx="434103" cy="434103"/>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136"/>
          <p:cNvSpPr/>
          <p:nvPr/>
        </p:nvSpPr>
        <p:spPr>
          <a:xfrm>
            <a:off x="3871790" y="4069150"/>
            <a:ext cx="761700" cy="903900"/>
          </a:xfrm>
          <a:prstGeom prst="star4">
            <a:avLst>
              <a:gd name="adj" fmla="val 12500"/>
            </a:avLst>
          </a:prstGeom>
          <a:solidFill>
            <a:srgbClr val="01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136"/>
          <p:cNvSpPr/>
          <p:nvPr/>
        </p:nvSpPr>
        <p:spPr>
          <a:xfrm>
            <a:off x="4431956" y="4702485"/>
            <a:ext cx="245400" cy="290700"/>
          </a:xfrm>
          <a:prstGeom prst="star4">
            <a:avLst>
              <a:gd name="adj" fmla="val 12500"/>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136"/>
          <p:cNvSpPr/>
          <p:nvPr/>
        </p:nvSpPr>
        <p:spPr>
          <a:xfrm>
            <a:off x="3838275" y="4100682"/>
            <a:ext cx="761700" cy="903900"/>
          </a:xfrm>
          <a:prstGeom prst="star4">
            <a:avLst>
              <a:gd name="adj" fmla="val 125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49"/>
        <p:cNvGrpSpPr/>
        <p:nvPr/>
      </p:nvGrpSpPr>
      <p:grpSpPr>
        <a:xfrm>
          <a:off x="0" y="0"/>
          <a:ext cx="0" cy="0"/>
          <a:chOff x="0" y="0"/>
          <a:chExt cx="0" cy="0"/>
        </a:xfrm>
      </p:grpSpPr>
      <p:sp>
        <p:nvSpPr>
          <p:cNvPr id="2950" name="Google Shape;2950;p137"/>
          <p:cNvSpPr/>
          <p:nvPr/>
        </p:nvSpPr>
        <p:spPr>
          <a:xfrm>
            <a:off x="357400" y="424475"/>
            <a:ext cx="3730500" cy="3730500"/>
          </a:xfrm>
          <a:prstGeom prst="ellipse">
            <a:avLst/>
          </a:prstGeom>
          <a:solidFill>
            <a:srgbClr val="90D3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51" name="Google Shape;2951;p137"/>
          <p:cNvPicPr preferRelativeResize="0"/>
          <p:nvPr/>
        </p:nvPicPr>
        <p:blipFill rotWithShape="1">
          <a:blip r:embed="rId3">
            <a:alphaModFix/>
          </a:blip>
          <a:srcRect l="11808" b="19910"/>
          <a:stretch/>
        </p:blipFill>
        <p:spPr>
          <a:xfrm>
            <a:off x="-36425" y="1105150"/>
            <a:ext cx="1954276" cy="4038349"/>
          </a:xfrm>
          <a:prstGeom prst="rect">
            <a:avLst/>
          </a:prstGeom>
          <a:noFill/>
          <a:ln>
            <a:noFill/>
          </a:ln>
        </p:spPr>
      </p:pic>
      <p:pic>
        <p:nvPicPr>
          <p:cNvPr id="2952" name="Google Shape;2952;p137"/>
          <p:cNvPicPr preferRelativeResize="0"/>
          <p:nvPr/>
        </p:nvPicPr>
        <p:blipFill rotWithShape="1">
          <a:blip r:embed="rId4">
            <a:alphaModFix/>
          </a:blip>
          <a:srcRect b="11371"/>
          <a:stretch/>
        </p:blipFill>
        <p:spPr>
          <a:xfrm>
            <a:off x="886500" y="1018249"/>
            <a:ext cx="1647800" cy="4125251"/>
          </a:xfrm>
          <a:prstGeom prst="rect">
            <a:avLst/>
          </a:prstGeom>
          <a:noFill/>
          <a:ln>
            <a:noFill/>
          </a:ln>
        </p:spPr>
      </p:pic>
      <p:sp>
        <p:nvSpPr>
          <p:cNvPr id="2953" name="Google Shape;2953;p137"/>
          <p:cNvSpPr/>
          <p:nvPr/>
        </p:nvSpPr>
        <p:spPr>
          <a:xfrm>
            <a:off x="4571875" y="0"/>
            <a:ext cx="4572000" cy="5143500"/>
          </a:xfrm>
          <a:prstGeom prst="rect">
            <a:avLst/>
          </a:prstGeom>
          <a:solidFill>
            <a:srgbClr val="0062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137"/>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15</a:t>
            </a:fld>
            <a:endParaRPr/>
          </a:p>
        </p:txBody>
      </p:sp>
      <p:sp>
        <p:nvSpPr>
          <p:cNvPr id="2955" name="Google Shape;2955;p137"/>
          <p:cNvSpPr txBox="1">
            <a:spLocks noGrp="1"/>
          </p:cNvSpPr>
          <p:nvPr>
            <p:ph type="subTitle" idx="1"/>
          </p:nvPr>
        </p:nvSpPr>
        <p:spPr>
          <a:xfrm>
            <a:off x="5029200" y="1816300"/>
            <a:ext cx="3657600" cy="1334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400">
                <a:solidFill>
                  <a:srgbClr val="FFFFFF"/>
                </a:solidFill>
              </a:rPr>
              <a:t>Il existe un « </a:t>
            </a:r>
            <a:r>
              <a:rPr lang="en" sz="1400" i="1">
                <a:solidFill>
                  <a:srgbClr val="FFFFFF"/>
                </a:solidFill>
              </a:rPr>
              <a:t>écart d'empathie</a:t>
            </a:r>
            <a:r>
              <a:rPr lang="en" sz="1400">
                <a:solidFill>
                  <a:srgbClr val="FFFFFF"/>
                </a:solidFill>
              </a:rPr>
              <a:t> » entre les concepteurs du programme et les bénéficiaires du programme. Pour remédier à cela, nous devons :</a:t>
            </a:r>
            <a:endParaRPr sz="1400">
              <a:solidFill>
                <a:srgbClr val="FFFFFF"/>
              </a:solidFill>
            </a:endParaRPr>
          </a:p>
          <a:p>
            <a:pPr marL="0" lvl="0" indent="0" algn="l" rtl="0">
              <a:spcBef>
                <a:spcPts val="0"/>
              </a:spcBef>
              <a:spcAft>
                <a:spcPts val="0"/>
              </a:spcAft>
              <a:buNone/>
            </a:pPr>
            <a:endParaRPr sz="1400">
              <a:solidFill>
                <a:srgbClr val="FFFFFF"/>
              </a:solidFill>
            </a:endParaRPr>
          </a:p>
          <a:p>
            <a:pPr marL="0" lvl="0" indent="0" algn="l" rtl="0">
              <a:spcBef>
                <a:spcPts val="0"/>
              </a:spcBef>
              <a:spcAft>
                <a:spcPts val="0"/>
              </a:spcAft>
              <a:buNone/>
            </a:pPr>
            <a:r>
              <a:rPr lang="en" sz="1400">
                <a:solidFill>
                  <a:srgbClr val="FFFFFF"/>
                </a:solidFill>
              </a:rPr>
              <a:t>(1) Comprendre la réalité vécue et les véritables motivations des personnes</a:t>
            </a:r>
            <a:endParaRPr sz="1400">
              <a:solidFill>
                <a:srgbClr val="FFFFFF"/>
              </a:solidFill>
            </a:endParaRPr>
          </a:p>
          <a:p>
            <a:pPr marL="0" lvl="0" indent="0" algn="l" rtl="0">
              <a:spcBef>
                <a:spcPts val="0"/>
              </a:spcBef>
              <a:spcAft>
                <a:spcPts val="0"/>
              </a:spcAft>
              <a:buNone/>
            </a:pPr>
            <a:endParaRPr sz="1400">
              <a:solidFill>
                <a:srgbClr val="FFFFFF"/>
              </a:solidFill>
            </a:endParaRPr>
          </a:p>
          <a:p>
            <a:pPr marL="0" lvl="0" indent="0" algn="l" rtl="0">
              <a:spcBef>
                <a:spcPts val="0"/>
              </a:spcBef>
              <a:spcAft>
                <a:spcPts val="0"/>
              </a:spcAft>
              <a:buNone/>
            </a:pPr>
            <a:r>
              <a:rPr lang="en" sz="1400">
                <a:solidFill>
                  <a:srgbClr val="FFFFFF"/>
                </a:solidFill>
              </a:rPr>
              <a:t>(2) Co-concevoir des solutions directement avec les communautés de personnes qui utiliseront ou mettront en œuvre le programme</a:t>
            </a:r>
            <a:endParaRPr sz="1400">
              <a:solidFill>
                <a:srgbClr val="FFFFFF"/>
              </a:solidFill>
            </a:endParaRPr>
          </a:p>
        </p:txBody>
      </p:sp>
      <p:sp>
        <p:nvSpPr>
          <p:cNvPr id="2956" name="Google Shape;2956;p137"/>
          <p:cNvSpPr txBox="1">
            <a:spLocks noGrp="1"/>
          </p:cNvSpPr>
          <p:nvPr>
            <p:ph type="title"/>
          </p:nvPr>
        </p:nvSpPr>
        <p:spPr>
          <a:xfrm>
            <a:off x="5029200" y="1160225"/>
            <a:ext cx="4058400" cy="339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solidFill>
                  <a:srgbClr val="FFFFFF"/>
                </a:solidFill>
              </a:rPr>
              <a:t>Concevoir des services de santé est un défi centré sur l'humain.</a:t>
            </a:r>
            <a:endParaRPr>
              <a:solidFill>
                <a:srgbClr val="FFFFFF"/>
              </a:solidFill>
            </a:endParaRPr>
          </a:p>
        </p:txBody>
      </p:sp>
      <p:pic>
        <p:nvPicPr>
          <p:cNvPr id="2957" name="Google Shape;2957;p137"/>
          <p:cNvPicPr preferRelativeResize="0"/>
          <p:nvPr/>
        </p:nvPicPr>
        <p:blipFill rotWithShape="1">
          <a:blip r:embed="rId5">
            <a:alphaModFix/>
          </a:blip>
          <a:srcRect b="18943"/>
          <a:stretch/>
        </p:blipFill>
        <p:spPr>
          <a:xfrm>
            <a:off x="2407675" y="1207200"/>
            <a:ext cx="2131700" cy="3936302"/>
          </a:xfrm>
          <a:prstGeom prst="rect">
            <a:avLst/>
          </a:prstGeom>
          <a:noFill/>
          <a:ln>
            <a:noFill/>
          </a:ln>
        </p:spPr>
      </p:pic>
      <p:pic>
        <p:nvPicPr>
          <p:cNvPr id="2958" name="Google Shape;2958;p137"/>
          <p:cNvPicPr preferRelativeResize="0"/>
          <p:nvPr/>
        </p:nvPicPr>
        <p:blipFill rotWithShape="1">
          <a:blip r:embed="rId6">
            <a:alphaModFix/>
          </a:blip>
          <a:srcRect b="31417"/>
          <a:stretch/>
        </p:blipFill>
        <p:spPr>
          <a:xfrm>
            <a:off x="1344550" y="1413001"/>
            <a:ext cx="2669250" cy="37304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62"/>
        <p:cNvGrpSpPr/>
        <p:nvPr/>
      </p:nvGrpSpPr>
      <p:grpSpPr>
        <a:xfrm>
          <a:off x="0" y="0"/>
          <a:ext cx="0" cy="0"/>
          <a:chOff x="0" y="0"/>
          <a:chExt cx="0" cy="0"/>
        </a:xfrm>
      </p:grpSpPr>
      <p:sp>
        <p:nvSpPr>
          <p:cNvPr id="2963" name="Google Shape;2963;p138"/>
          <p:cNvSpPr/>
          <p:nvPr/>
        </p:nvSpPr>
        <p:spPr>
          <a:xfrm>
            <a:off x="7200427" y="3267352"/>
            <a:ext cx="1313100" cy="1313100"/>
          </a:xfrm>
          <a:prstGeom prst="ellipse">
            <a:avLst/>
          </a:prstGeom>
          <a:solidFill>
            <a:srgbClr val="FF64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138"/>
          <p:cNvSpPr/>
          <p:nvPr/>
        </p:nvSpPr>
        <p:spPr>
          <a:xfrm>
            <a:off x="5013477" y="2810152"/>
            <a:ext cx="1313100" cy="1313100"/>
          </a:xfrm>
          <a:prstGeom prst="ellipse">
            <a:avLst/>
          </a:prstGeom>
          <a:solidFill>
            <a:srgbClr val="8026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138"/>
          <p:cNvSpPr/>
          <p:nvPr/>
        </p:nvSpPr>
        <p:spPr>
          <a:xfrm>
            <a:off x="2817414" y="2352952"/>
            <a:ext cx="1313100" cy="1313100"/>
          </a:xfrm>
          <a:prstGeom prst="ellipse">
            <a:avLst/>
          </a:prstGeom>
          <a:solidFill>
            <a:srgbClr val="1589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138"/>
          <p:cNvSpPr/>
          <p:nvPr/>
        </p:nvSpPr>
        <p:spPr>
          <a:xfrm>
            <a:off x="621327" y="1895752"/>
            <a:ext cx="1313100" cy="1313100"/>
          </a:xfrm>
          <a:prstGeom prst="ellipse">
            <a:avLst/>
          </a:prstGeom>
          <a:solidFill>
            <a:srgbClr val="4BBE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138"/>
          <p:cNvSpPr txBox="1">
            <a:spLocks noGrp="1"/>
          </p:cNvSpPr>
          <p:nvPr>
            <p:ph type="title"/>
          </p:nvPr>
        </p:nvSpPr>
        <p:spPr>
          <a:xfrm>
            <a:off x="457200" y="607475"/>
            <a:ext cx="5990700" cy="339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Étapes SBC : approche en cascade</a:t>
            </a:r>
            <a:endParaRPr/>
          </a:p>
        </p:txBody>
      </p:sp>
      <p:sp>
        <p:nvSpPr>
          <p:cNvPr id="2968" name="Google Shape;2968;p138"/>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p>
            <a:pPr marL="0" lvl="0" indent="0" algn="ctr" rtl="0">
              <a:spcBef>
                <a:spcPts val="0"/>
              </a:spcBef>
              <a:spcAft>
                <a:spcPts val="1600"/>
              </a:spcAft>
              <a:buNone/>
            </a:pPr>
            <a:r>
              <a:rPr lang="en" dirty="0">
                <a:latin typeface="Poppins Black"/>
                <a:ea typeface="Poppins Black"/>
                <a:cs typeface="Poppins Black"/>
                <a:sym typeface="Poppins Black"/>
              </a:rPr>
              <a:t>A PROPOS DE  LA SBC</a:t>
            </a:r>
            <a:endParaRPr dirty="0">
              <a:latin typeface="Poppins Black"/>
              <a:ea typeface="Poppins Black"/>
              <a:cs typeface="Poppins Black"/>
              <a:sym typeface="Poppins Black"/>
            </a:endParaRPr>
          </a:p>
        </p:txBody>
      </p:sp>
      <p:sp>
        <p:nvSpPr>
          <p:cNvPr id="2969" name="Google Shape;2969;p138"/>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16</a:t>
            </a:fld>
            <a:endParaRPr/>
          </a:p>
        </p:txBody>
      </p:sp>
      <p:sp>
        <p:nvSpPr>
          <p:cNvPr id="2970" name="Google Shape;2970;p138"/>
          <p:cNvSpPr txBox="1"/>
          <p:nvPr/>
        </p:nvSpPr>
        <p:spPr>
          <a:xfrm>
            <a:off x="228775" y="2824913"/>
            <a:ext cx="2098200" cy="445500"/>
          </a:xfrm>
          <a:prstGeom prst="rect">
            <a:avLst/>
          </a:prstGeom>
          <a:solidFill>
            <a:srgbClr val="5E5E5E"/>
          </a:solid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000" b="1">
                <a:solidFill>
                  <a:srgbClr val="FFFFFF"/>
                </a:solidFill>
                <a:latin typeface="Poppins"/>
                <a:ea typeface="Poppins"/>
                <a:cs typeface="Poppins"/>
                <a:sym typeface="Poppins"/>
              </a:rPr>
              <a:t>DÉFINITION</a:t>
            </a:r>
            <a:endParaRPr sz="1000" b="1">
              <a:solidFill>
                <a:srgbClr val="FFFFFF"/>
              </a:solidFill>
              <a:latin typeface="Poppins"/>
              <a:ea typeface="Poppins"/>
              <a:cs typeface="Poppins"/>
              <a:sym typeface="Poppins"/>
            </a:endParaRPr>
          </a:p>
        </p:txBody>
      </p:sp>
      <p:sp>
        <p:nvSpPr>
          <p:cNvPr id="2971" name="Google Shape;2971;p138"/>
          <p:cNvSpPr txBox="1"/>
          <p:nvPr/>
        </p:nvSpPr>
        <p:spPr>
          <a:xfrm>
            <a:off x="2424858" y="3282113"/>
            <a:ext cx="2098200" cy="445500"/>
          </a:xfrm>
          <a:prstGeom prst="rect">
            <a:avLst/>
          </a:prstGeom>
          <a:solidFill>
            <a:srgbClr val="5E5E5E"/>
          </a:solid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000" b="1">
                <a:solidFill>
                  <a:srgbClr val="FFFFFF"/>
                </a:solidFill>
                <a:latin typeface="Poppins"/>
                <a:ea typeface="Poppins"/>
                <a:cs typeface="Poppins"/>
                <a:sym typeface="Poppins"/>
              </a:rPr>
              <a:t>DIAGNOSTIQUE</a:t>
            </a:r>
            <a:endParaRPr sz="1000" b="1">
              <a:solidFill>
                <a:srgbClr val="FFFFFF"/>
              </a:solidFill>
              <a:latin typeface="Poppins"/>
              <a:ea typeface="Poppins"/>
              <a:cs typeface="Poppins"/>
              <a:sym typeface="Poppins"/>
            </a:endParaRPr>
          </a:p>
        </p:txBody>
      </p:sp>
      <p:sp>
        <p:nvSpPr>
          <p:cNvPr id="2972" name="Google Shape;2972;p138"/>
          <p:cNvSpPr txBox="1"/>
          <p:nvPr/>
        </p:nvSpPr>
        <p:spPr>
          <a:xfrm>
            <a:off x="4620942" y="3739313"/>
            <a:ext cx="2098200" cy="445500"/>
          </a:xfrm>
          <a:prstGeom prst="rect">
            <a:avLst/>
          </a:prstGeom>
          <a:solidFill>
            <a:srgbClr val="5E5E5E"/>
          </a:solid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000" b="1">
                <a:solidFill>
                  <a:srgbClr val="FFFFFF"/>
                </a:solidFill>
                <a:latin typeface="Poppins"/>
                <a:ea typeface="Poppins"/>
                <a:cs typeface="Poppins"/>
                <a:sym typeface="Poppins"/>
              </a:rPr>
              <a:t>DESIGN</a:t>
            </a:r>
            <a:endParaRPr sz="1000" b="1">
              <a:solidFill>
                <a:srgbClr val="FFFFFF"/>
              </a:solidFill>
              <a:latin typeface="Poppins"/>
              <a:ea typeface="Poppins"/>
              <a:cs typeface="Poppins"/>
              <a:sym typeface="Poppins"/>
            </a:endParaRPr>
          </a:p>
        </p:txBody>
      </p:sp>
      <p:sp>
        <p:nvSpPr>
          <p:cNvPr id="2973" name="Google Shape;2973;p138"/>
          <p:cNvSpPr txBox="1"/>
          <p:nvPr/>
        </p:nvSpPr>
        <p:spPr>
          <a:xfrm>
            <a:off x="6817025" y="4196513"/>
            <a:ext cx="2098200" cy="445500"/>
          </a:xfrm>
          <a:prstGeom prst="rect">
            <a:avLst/>
          </a:prstGeom>
          <a:solidFill>
            <a:srgbClr val="5E5E5E"/>
          </a:solid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000" b="1">
                <a:solidFill>
                  <a:srgbClr val="FFFFFF"/>
                </a:solidFill>
                <a:latin typeface="Poppins"/>
                <a:ea typeface="Poppins"/>
                <a:cs typeface="Poppins"/>
                <a:sym typeface="Poppins"/>
              </a:rPr>
              <a:t>IMPLÉMENTATION</a:t>
            </a:r>
            <a:endParaRPr sz="1000" b="1">
              <a:solidFill>
                <a:srgbClr val="FFFFFF"/>
              </a:solidFill>
              <a:latin typeface="Poppins"/>
              <a:ea typeface="Poppins"/>
              <a:cs typeface="Poppins"/>
              <a:sym typeface="Poppins"/>
            </a:endParaRPr>
          </a:p>
        </p:txBody>
      </p:sp>
      <p:pic>
        <p:nvPicPr>
          <p:cNvPr id="2974" name="Google Shape;2974;p138"/>
          <p:cNvPicPr preferRelativeResize="0"/>
          <p:nvPr/>
        </p:nvPicPr>
        <p:blipFill>
          <a:blip r:embed="rId3">
            <a:alphaModFix/>
          </a:blip>
          <a:stretch>
            <a:fillRect/>
          </a:stretch>
        </p:blipFill>
        <p:spPr>
          <a:xfrm>
            <a:off x="743125" y="1786536"/>
            <a:ext cx="1069507" cy="1069447"/>
          </a:xfrm>
          <a:prstGeom prst="rect">
            <a:avLst/>
          </a:prstGeom>
          <a:noFill/>
          <a:ln>
            <a:noFill/>
          </a:ln>
        </p:spPr>
      </p:pic>
      <p:pic>
        <p:nvPicPr>
          <p:cNvPr id="2975" name="Google Shape;2975;p138"/>
          <p:cNvPicPr preferRelativeResize="0"/>
          <p:nvPr/>
        </p:nvPicPr>
        <p:blipFill rotWithShape="1">
          <a:blip r:embed="rId4">
            <a:alphaModFix/>
          </a:blip>
          <a:srcRect t="12855" b="19835"/>
          <a:stretch/>
        </p:blipFill>
        <p:spPr>
          <a:xfrm>
            <a:off x="2708326" y="2402451"/>
            <a:ext cx="1446240" cy="973500"/>
          </a:xfrm>
          <a:prstGeom prst="rect">
            <a:avLst/>
          </a:prstGeom>
          <a:noFill/>
          <a:ln>
            <a:noFill/>
          </a:ln>
        </p:spPr>
      </p:pic>
      <p:pic>
        <p:nvPicPr>
          <p:cNvPr id="2976" name="Google Shape;2976;p138"/>
          <p:cNvPicPr preferRelativeResize="0"/>
          <p:nvPr/>
        </p:nvPicPr>
        <p:blipFill>
          <a:blip r:embed="rId5">
            <a:alphaModFix/>
          </a:blip>
          <a:stretch>
            <a:fillRect/>
          </a:stretch>
        </p:blipFill>
        <p:spPr>
          <a:xfrm>
            <a:off x="5142752" y="2635089"/>
            <a:ext cx="1069500" cy="1069500"/>
          </a:xfrm>
          <a:prstGeom prst="rect">
            <a:avLst/>
          </a:prstGeom>
          <a:noFill/>
          <a:ln>
            <a:noFill/>
          </a:ln>
        </p:spPr>
      </p:pic>
      <p:pic>
        <p:nvPicPr>
          <p:cNvPr id="2977" name="Google Shape;2977;p138"/>
          <p:cNvPicPr preferRelativeResize="0"/>
          <p:nvPr/>
        </p:nvPicPr>
        <p:blipFill>
          <a:blip r:embed="rId6">
            <a:alphaModFix/>
          </a:blip>
          <a:stretch>
            <a:fillRect/>
          </a:stretch>
        </p:blipFill>
        <p:spPr>
          <a:xfrm>
            <a:off x="7251025" y="3092288"/>
            <a:ext cx="1331400" cy="1331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81"/>
        <p:cNvGrpSpPr/>
        <p:nvPr/>
      </p:nvGrpSpPr>
      <p:grpSpPr>
        <a:xfrm>
          <a:off x="0" y="0"/>
          <a:ext cx="0" cy="0"/>
          <a:chOff x="0" y="0"/>
          <a:chExt cx="0" cy="0"/>
        </a:xfrm>
      </p:grpSpPr>
      <p:sp>
        <p:nvSpPr>
          <p:cNvPr id="2982" name="Google Shape;2982;p139"/>
          <p:cNvSpPr txBox="1">
            <a:spLocks noGrp="1"/>
          </p:cNvSpPr>
          <p:nvPr>
            <p:ph type="title"/>
          </p:nvPr>
        </p:nvSpPr>
        <p:spPr>
          <a:xfrm>
            <a:off x="457200" y="607475"/>
            <a:ext cx="8074800" cy="339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Extension du DCH : Diverger et converger</a:t>
            </a:r>
            <a:endParaRPr/>
          </a:p>
        </p:txBody>
      </p:sp>
      <p:sp>
        <p:nvSpPr>
          <p:cNvPr id="2983" name="Google Shape;2983;p139"/>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p>
            <a:pPr marL="0" lvl="0" indent="0" algn="ctr" rtl="0">
              <a:spcBef>
                <a:spcPts val="0"/>
              </a:spcBef>
              <a:spcAft>
                <a:spcPts val="1600"/>
              </a:spcAft>
              <a:buNone/>
            </a:pPr>
            <a:r>
              <a:rPr lang="en">
                <a:latin typeface="Poppins Black"/>
                <a:ea typeface="Poppins Black"/>
                <a:cs typeface="Poppins Black"/>
                <a:sym typeface="Poppins Black"/>
              </a:rPr>
              <a:t>A PROPOS DU SBC</a:t>
            </a:r>
            <a:endParaRPr>
              <a:latin typeface="Poppins Black"/>
              <a:ea typeface="Poppins Black"/>
              <a:cs typeface="Poppins Black"/>
              <a:sym typeface="Poppins Black"/>
            </a:endParaRPr>
          </a:p>
        </p:txBody>
      </p:sp>
      <p:sp>
        <p:nvSpPr>
          <p:cNvPr id="2984" name="Google Shape;2984;p139"/>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17</a:t>
            </a:fld>
            <a:endParaRPr/>
          </a:p>
        </p:txBody>
      </p:sp>
      <p:sp>
        <p:nvSpPr>
          <p:cNvPr id="2985" name="Google Shape;2985;p139"/>
          <p:cNvSpPr txBox="1"/>
          <p:nvPr/>
        </p:nvSpPr>
        <p:spPr>
          <a:xfrm>
            <a:off x="224275" y="2812425"/>
            <a:ext cx="2098200" cy="445500"/>
          </a:xfrm>
          <a:prstGeom prst="rect">
            <a:avLst/>
          </a:prstGeom>
          <a:solidFill>
            <a:srgbClr val="5E5E5E"/>
          </a:solid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000" b="1">
                <a:solidFill>
                  <a:srgbClr val="FFFFFF"/>
                </a:solidFill>
                <a:latin typeface="Poppins"/>
                <a:ea typeface="Poppins"/>
                <a:cs typeface="Poppins"/>
                <a:sym typeface="Poppins"/>
              </a:rPr>
              <a:t>DÉFINITION</a:t>
            </a:r>
            <a:endParaRPr sz="1000" b="1">
              <a:solidFill>
                <a:srgbClr val="FFFFFF"/>
              </a:solidFill>
              <a:latin typeface="Poppins"/>
              <a:ea typeface="Poppins"/>
              <a:cs typeface="Poppins"/>
              <a:sym typeface="Poppins"/>
            </a:endParaRPr>
          </a:p>
          <a:p>
            <a:pPr marL="0" lvl="0" indent="0" algn="ctr" rtl="0">
              <a:spcBef>
                <a:spcPts val="0"/>
              </a:spcBef>
              <a:spcAft>
                <a:spcPts val="0"/>
              </a:spcAft>
              <a:buNone/>
            </a:pPr>
            <a:r>
              <a:rPr lang="en" sz="1000" b="1">
                <a:solidFill>
                  <a:srgbClr val="98A4AE"/>
                </a:solidFill>
                <a:latin typeface="Poppins"/>
                <a:ea typeface="Poppins"/>
                <a:cs typeface="Poppins"/>
                <a:sym typeface="Poppins"/>
              </a:rPr>
              <a:t>Découvrir les objectifs </a:t>
            </a:r>
            <a:endParaRPr sz="1000" b="1">
              <a:solidFill>
                <a:srgbClr val="FFFFFF"/>
              </a:solidFill>
              <a:latin typeface="Poppins"/>
              <a:ea typeface="Poppins"/>
              <a:cs typeface="Poppins"/>
              <a:sym typeface="Poppins"/>
            </a:endParaRPr>
          </a:p>
        </p:txBody>
      </p:sp>
      <p:sp>
        <p:nvSpPr>
          <p:cNvPr id="2986" name="Google Shape;2986;p139"/>
          <p:cNvSpPr txBox="1"/>
          <p:nvPr/>
        </p:nvSpPr>
        <p:spPr>
          <a:xfrm>
            <a:off x="2420358" y="2812425"/>
            <a:ext cx="2098200" cy="445500"/>
          </a:xfrm>
          <a:prstGeom prst="rect">
            <a:avLst/>
          </a:prstGeom>
          <a:solidFill>
            <a:srgbClr val="5E5E5E"/>
          </a:solid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000" b="1">
                <a:solidFill>
                  <a:srgbClr val="FFFFFF"/>
                </a:solidFill>
                <a:latin typeface="Poppins"/>
                <a:ea typeface="Poppins"/>
                <a:cs typeface="Poppins"/>
                <a:sym typeface="Poppins"/>
              </a:rPr>
              <a:t>DIAGNOSTIQUE</a:t>
            </a:r>
            <a:endParaRPr sz="1000" b="1">
              <a:solidFill>
                <a:srgbClr val="FFFFFF"/>
              </a:solidFill>
              <a:latin typeface="Poppins"/>
              <a:ea typeface="Poppins"/>
              <a:cs typeface="Poppins"/>
              <a:sym typeface="Poppins"/>
            </a:endParaRPr>
          </a:p>
          <a:p>
            <a:pPr marL="0" lvl="0" indent="0" algn="ctr" rtl="0">
              <a:spcBef>
                <a:spcPts val="0"/>
              </a:spcBef>
              <a:spcAft>
                <a:spcPts val="0"/>
              </a:spcAft>
              <a:buNone/>
            </a:pPr>
            <a:r>
              <a:rPr lang="en" sz="1000" b="1">
                <a:solidFill>
                  <a:srgbClr val="98A4AE"/>
                </a:solidFill>
                <a:latin typeface="Poppins"/>
                <a:ea typeface="Poppins"/>
                <a:cs typeface="Poppins"/>
                <a:sym typeface="Poppins"/>
              </a:rPr>
              <a:t>Faire preuve d'empathie</a:t>
            </a:r>
            <a:endParaRPr sz="1000" b="1">
              <a:solidFill>
                <a:srgbClr val="FFFFFF"/>
              </a:solidFill>
              <a:latin typeface="Poppins"/>
              <a:ea typeface="Poppins"/>
              <a:cs typeface="Poppins"/>
              <a:sym typeface="Poppins"/>
            </a:endParaRPr>
          </a:p>
        </p:txBody>
      </p:sp>
      <p:sp>
        <p:nvSpPr>
          <p:cNvPr id="2987" name="Google Shape;2987;p139"/>
          <p:cNvSpPr txBox="1"/>
          <p:nvPr/>
        </p:nvSpPr>
        <p:spPr>
          <a:xfrm>
            <a:off x="4616442" y="2812425"/>
            <a:ext cx="2098200" cy="445500"/>
          </a:xfrm>
          <a:prstGeom prst="rect">
            <a:avLst/>
          </a:prstGeom>
          <a:solidFill>
            <a:srgbClr val="5E5E5E"/>
          </a:solid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000" b="1">
                <a:solidFill>
                  <a:srgbClr val="FFFFFF"/>
                </a:solidFill>
                <a:latin typeface="Poppins"/>
                <a:ea typeface="Poppins"/>
                <a:cs typeface="Poppins"/>
                <a:sym typeface="Poppins"/>
              </a:rPr>
              <a:t>DESIGN</a:t>
            </a:r>
            <a:endParaRPr sz="1000" b="1">
              <a:solidFill>
                <a:srgbClr val="FFFFFF"/>
              </a:solidFill>
              <a:latin typeface="Poppins"/>
              <a:ea typeface="Poppins"/>
              <a:cs typeface="Poppins"/>
              <a:sym typeface="Poppins"/>
            </a:endParaRPr>
          </a:p>
          <a:p>
            <a:pPr marL="0" lvl="0" indent="0" algn="ctr" rtl="0">
              <a:spcBef>
                <a:spcPts val="0"/>
              </a:spcBef>
              <a:spcAft>
                <a:spcPts val="0"/>
              </a:spcAft>
              <a:buNone/>
            </a:pPr>
            <a:r>
              <a:rPr lang="en" sz="1000" b="1">
                <a:solidFill>
                  <a:srgbClr val="98A4AE"/>
                </a:solidFill>
                <a:latin typeface="Poppins"/>
                <a:ea typeface="Poppins"/>
                <a:cs typeface="Poppins"/>
                <a:sym typeface="Poppins"/>
              </a:rPr>
              <a:t>Concevoir et prototyper</a:t>
            </a:r>
            <a:endParaRPr sz="1000" b="1">
              <a:solidFill>
                <a:srgbClr val="FFFFFF"/>
              </a:solidFill>
              <a:latin typeface="Poppins"/>
              <a:ea typeface="Poppins"/>
              <a:cs typeface="Poppins"/>
              <a:sym typeface="Poppins"/>
            </a:endParaRPr>
          </a:p>
        </p:txBody>
      </p:sp>
      <p:sp>
        <p:nvSpPr>
          <p:cNvPr id="2988" name="Google Shape;2988;p139"/>
          <p:cNvSpPr txBox="1"/>
          <p:nvPr/>
        </p:nvSpPr>
        <p:spPr>
          <a:xfrm>
            <a:off x="6812525" y="2812425"/>
            <a:ext cx="2098200" cy="445500"/>
          </a:xfrm>
          <a:prstGeom prst="rect">
            <a:avLst/>
          </a:prstGeom>
          <a:solidFill>
            <a:srgbClr val="5E5E5E"/>
          </a:solid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000" b="1">
                <a:solidFill>
                  <a:srgbClr val="FFFFFF"/>
                </a:solidFill>
                <a:latin typeface="Poppins"/>
                <a:ea typeface="Poppins"/>
                <a:cs typeface="Poppins"/>
                <a:sym typeface="Poppins"/>
              </a:rPr>
              <a:t>IMPLÉMENTATION</a:t>
            </a:r>
            <a:endParaRPr sz="1000" b="1">
              <a:solidFill>
                <a:srgbClr val="FFFFFF"/>
              </a:solidFill>
              <a:latin typeface="Poppins"/>
              <a:ea typeface="Poppins"/>
              <a:cs typeface="Poppins"/>
              <a:sym typeface="Poppins"/>
            </a:endParaRPr>
          </a:p>
          <a:p>
            <a:pPr marL="0" lvl="0" indent="0" algn="ctr" rtl="0">
              <a:spcBef>
                <a:spcPts val="0"/>
              </a:spcBef>
              <a:spcAft>
                <a:spcPts val="0"/>
              </a:spcAft>
              <a:buNone/>
            </a:pPr>
            <a:r>
              <a:rPr lang="en" sz="1000" b="1">
                <a:solidFill>
                  <a:srgbClr val="98A4AE"/>
                </a:solidFill>
                <a:latin typeface="Poppins"/>
                <a:ea typeface="Poppins"/>
                <a:cs typeface="Poppins"/>
                <a:sym typeface="Poppins"/>
              </a:rPr>
              <a:t>Tester et faire évoluer</a:t>
            </a:r>
            <a:endParaRPr sz="1000" b="1">
              <a:solidFill>
                <a:srgbClr val="FFFFFF"/>
              </a:solidFill>
              <a:latin typeface="Poppins"/>
              <a:ea typeface="Poppins"/>
              <a:cs typeface="Poppins"/>
              <a:sym typeface="Poppins"/>
            </a:endParaRPr>
          </a:p>
        </p:txBody>
      </p:sp>
      <p:cxnSp>
        <p:nvCxnSpPr>
          <p:cNvPr id="2989" name="Google Shape;2989;p139"/>
          <p:cNvCxnSpPr/>
          <p:nvPr/>
        </p:nvCxnSpPr>
        <p:spPr>
          <a:xfrm flipH="1">
            <a:off x="267775" y="1060825"/>
            <a:ext cx="2011200" cy="2011200"/>
          </a:xfrm>
          <a:prstGeom prst="straightConnector1">
            <a:avLst/>
          </a:prstGeom>
          <a:noFill/>
          <a:ln w="28575" cap="flat" cmpd="sng">
            <a:solidFill>
              <a:srgbClr val="51BDA0"/>
            </a:solidFill>
            <a:prstDash val="solid"/>
            <a:round/>
            <a:headEnd type="oval" w="med" len="med"/>
            <a:tailEnd type="oval" w="med" len="med"/>
          </a:ln>
        </p:spPr>
      </p:cxnSp>
      <p:pic>
        <p:nvPicPr>
          <p:cNvPr id="2990" name="Google Shape;2990;p139"/>
          <p:cNvPicPr preferRelativeResize="0"/>
          <p:nvPr/>
        </p:nvPicPr>
        <p:blipFill>
          <a:blip r:embed="rId3">
            <a:alphaModFix/>
          </a:blip>
          <a:stretch>
            <a:fillRect/>
          </a:stretch>
        </p:blipFill>
        <p:spPr>
          <a:xfrm>
            <a:off x="738625" y="1774048"/>
            <a:ext cx="1069507" cy="1069447"/>
          </a:xfrm>
          <a:prstGeom prst="rect">
            <a:avLst/>
          </a:prstGeom>
          <a:noFill/>
          <a:ln>
            <a:noFill/>
          </a:ln>
        </p:spPr>
      </p:pic>
      <p:cxnSp>
        <p:nvCxnSpPr>
          <p:cNvPr id="2991" name="Google Shape;2991;p139"/>
          <p:cNvCxnSpPr/>
          <p:nvPr/>
        </p:nvCxnSpPr>
        <p:spPr>
          <a:xfrm>
            <a:off x="267775" y="2998325"/>
            <a:ext cx="2011200" cy="2011200"/>
          </a:xfrm>
          <a:prstGeom prst="straightConnector1">
            <a:avLst/>
          </a:prstGeom>
          <a:noFill/>
          <a:ln w="28575" cap="flat" cmpd="sng">
            <a:solidFill>
              <a:srgbClr val="51BDA0"/>
            </a:solidFill>
            <a:prstDash val="solid"/>
            <a:round/>
            <a:headEnd type="oval" w="med" len="med"/>
            <a:tailEnd type="oval" w="med" len="med"/>
          </a:ln>
        </p:spPr>
      </p:cxnSp>
      <p:cxnSp>
        <p:nvCxnSpPr>
          <p:cNvPr id="2992" name="Google Shape;2992;p139"/>
          <p:cNvCxnSpPr/>
          <p:nvPr/>
        </p:nvCxnSpPr>
        <p:spPr>
          <a:xfrm>
            <a:off x="2442100" y="1060825"/>
            <a:ext cx="2011200" cy="2011200"/>
          </a:xfrm>
          <a:prstGeom prst="straightConnector1">
            <a:avLst/>
          </a:prstGeom>
          <a:noFill/>
          <a:ln w="28575" cap="flat" cmpd="sng">
            <a:solidFill>
              <a:srgbClr val="0088CF"/>
            </a:solidFill>
            <a:prstDash val="solid"/>
            <a:round/>
            <a:headEnd type="oval" w="med" len="med"/>
            <a:tailEnd type="oval" w="med" len="med"/>
          </a:ln>
        </p:spPr>
      </p:cxnSp>
      <p:cxnSp>
        <p:nvCxnSpPr>
          <p:cNvPr id="2993" name="Google Shape;2993;p139"/>
          <p:cNvCxnSpPr/>
          <p:nvPr/>
        </p:nvCxnSpPr>
        <p:spPr>
          <a:xfrm flipH="1">
            <a:off x="2442100" y="2998325"/>
            <a:ext cx="2011200" cy="2011200"/>
          </a:xfrm>
          <a:prstGeom prst="straightConnector1">
            <a:avLst/>
          </a:prstGeom>
          <a:noFill/>
          <a:ln w="28575" cap="flat" cmpd="sng">
            <a:solidFill>
              <a:srgbClr val="0088CF"/>
            </a:solidFill>
            <a:prstDash val="solid"/>
            <a:round/>
            <a:headEnd type="oval" w="med" len="med"/>
            <a:tailEnd type="oval" w="med" len="med"/>
          </a:ln>
        </p:spPr>
      </p:cxnSp>
      <p:pic>
        <p:nvPicPr>
          <p:cNvPr id="2994" name="Google Shape;2994;p139"/>
          <p:cNvPicPr preferRelativeResize="0"/>
          <p:nvPr/>
        </p:nvPicPr>
        <p:blipFill rotWithShape="1">
          <a:blip r:embed="rId4">
            <a:alphaModFix/>
          </a:blip>
          <a:srcRect t="12855" b="19835"/>
          <a:stretch/>
        </p:blipFill>
        <p:spPr>
          <a:xfrm>
            <a:off x="2703826" y="1932763"/>
            <a:ext cx="1446240" cy="973500"/>
          </a:xfrm>
          <a:prstGeom prst="rect">
            <a:avLst/>
          </a:prstGeom>
          <a:noFill/>
          <a:ln>
            <a:noFill/>
          </a:ln>
        </p:spPr>
      </p:pic>
      <p:cxnSp>
        <p:nvCxnSpPr>
          <p:cNvPr id="2995" name="Google Shape;2995;p139"/>
          <p:cNvCxnSpPr/>
          <p:nvPr/>
        </p:nvCxnSpPr>
        <p:spPr>
          <a:xfrm flipH="1">
            <a:off x="4679500" y="1060825"/>
            <a:ext cx="2011200" cy="2011200"/>
          </a:xfrm>
          <a:prstGeom prst="straightConnector1">
            <a:avLst/>
          </a:prstGeom>
          <a:noFill/>
          <a:ln w="28575" cap="flat" cmpd="sng">
            <a:solidFill>
              <a:srgbClr val="8B2880"/>
            </a:solidFill>
            <a:prstDash val="solid"/>
            <a:round/>
            <a:headEnd type="oval" w="med" len="med"/>
            <a:tailEnd type="oval" w="med" len="med"/>
          </a:ln>
        </p:spPr>
      </p:cxnSp>
      <p:cxnSp>
        <p:nvCxnSpPr>
          <p:cNvPr id="2996" name="Google Shape;2996;p139"/>
          <p:cNvCxnSpPr/>
          <p:nvPr/>
        </p:nvCxnSpPr>
        <p:spPr>
          <a:xfrm>
            <a:off x="4679500" y="2998325"/>
            <a:ext cx="2011200" cy="2011200"/>
          </a:xfrm>
          <a:prstGeom prst="straightConnector1">
            <a:avLst/>
          </a:prstGeom>
          <a:noFill/>
          <a:ln w="28575" cap="flat" cmpd="sng">
            <a:solidFill>
              <a:srgbClr val="8B2880"/>
            </a:solidFill>
            <a:prstDash val="solid"/>
            <a:round/>
            <a:headEnd type="oval" w="med" len="med"/>
            <a:tailEnd type="oval" w="med" len="med"/>
          </a:ln>
        </p:spPr>
      </p:cxnSp>
      <p:cxnSp>
        <p:nvCxnSpPr>
          <p:cNvPr id="2997" name="Google Shape;2997;p139"/>
          <p:cNvCxnSpPr/>
          <p:nvPr/>
        </p:nvCxnSpPr>
        <p:spPr>
          <a:xfrm>
            <a:off x="6853825" y="1060825"/>
            <a:ext cx="2011200" cy="2011200"/>
          </a:xfrm>
          <a:prstGeom prst="straightConnector1">
            <a:avLst/>
          </a:prstGeom>
          <a:noFill/>
          <a:ln w="28575" cap="flat" cmpd="sng">
            <a:solidFill>
              <a:srgbClr val="FF5E4D"/>
            </a:solidFill>
            <a:prstDash val="solid"/>
            <a:round/>
            <a:headEnd type="oval" w="med" len="med"/>
            <a:tailEnd type="oval" w="med" len="med"/>
          </a:ln>
        </p:spPr>
      </p:cxnSp>
      <p:cxnSp>
        <p:nvCxnSpPr>
          <p:cNvPr id="2998" name="Google Shape;2998;p139"/>
          <p:cNvCxnSpPr/>
          <p:nvPr/>
        </p:nvCxnSpPr>
        <p:spPr>
          <a:xfrm flipH="1">
            <a:off x="6853825" y="2998325"/>
            <a:ext cx="2011200" cy="2011200"/>
          </a:xfrm>
          <a:prstGeom prst="straightConnector1">
            <a:avLst/>
          </a:prstGeom>
          <a:noFill/>
          <a:ln w="28575" cap="flat" cmpd="sng">
            <a:solidFill>
              <a:srgbClr val="FF5E4D"/>
            </a:solidFill>
            <a:prstDash val="solid"/>
            <a:round/>
            <a:headEnd type="oval" w="med" len="med"/>
            <a:tailEnd type="oval" w="med" len="med"/>
          </a:ln>
        </p:spPr>
      </p:cxnSp>
      <p:pic>
        <p:nvPicPr>
          <p:cNvPr id="2999" name="Google Shape;2999;p139"/>
          <p:cNvPicPr preferRelativeResize="0"/>
          <p:nvPr/>
        </p:nvPicPr>
        <p:blipFill>
          <a:blip r:embed="rId5">
            <a:alphaModFix/>
          </a:blip>
          <a:stretch>
            <a:fillRect/>
          </a:stretch>
        </p:blipFill>
        <p:spPr>
          <a:xfrm>
            <a:off x="5138252" y="1708202"/>
            <a:ext cx="1069500" cy="1069500"/>
          </a:xfrm>
          <a:prstGeom prst="rect">
            <a:avLst/>
          </a:prstGeom>
          <a:noFill/>
          <a:ln>
            <a:noFill/>
          </a:ln>
        </p:spPr>
      </p:pic>
      <p:pic>
        <p:nvPicPr>
          <p:cNvPr id="3000" name="Google Shape;3000;p139"/>
          <p:cNvPicPr preferRelativeResize="0"/>
          <p:nvPr/>
        </p:nvPicPr>
        <p:blipFill>
          <a:blip r:embed="rId6">
            <a:alphaModFix/>
          </a:blip>
          <a:stretch>
            <a:fillRect/>
          </a:stretch>
        </p:blipFill>
        <p:spPr>
          <a:xfrm>
            <a:off x="7246525" y="1708200"/>
            <a:ext cx="1331400" cy="1331400"/>
          </a:xfrm>
          <a:prstGeom prst="rect">
            <a:avLst/>
          </a:prstGeom>
          <a:noFill/>
          <a:ln>
            <a:noFill/>
          </a:ln>
        </p:spPr>
      </p:pic>
      <p:sp>
        <p:nvSpPr>
          <p:cNvPr id="3001" name="Google Shape;3001;p139"/>
          <p:cNvSpPr txBox="1"/>
          <p:nvPr/>
        </p:nvSpPr>
        <p:spPr>
          <a:xfrm rot="-2700000">
            <a:off x="112801" y="1686373"/>
            <a:ext cx="2323694" cy="338563"/>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b="1">
                <a:solidFill>
                  <a:srgbClr val="51BDA0"/>
                </a:solidFill>
                <a:latin typeface="Poppins"/>
                <a:ea typeface="Poppins"/>
                <a:cs typeface="Poppins"/>
                <a:sym typeface="Poppins"/>
              </a:rPr>
              <a:t>DIVERGE</a:t>
            </a:r>
            <a:endParaRPr>
              <a:solidFill>
                <a:srgbClr val="51BDA0"/>
              </a:solidFill>
            </a:endParaRPr>
          </a:p>
        </p:txBody>
      </p:sp>
      <p:sp>
        <p:nvSpPr>
          <p:cNvPr id="3002" name="Google Shape;3002;p139"/>
          <p:cNvSpPr txBox="1"/>
          <p:nvPr/>
        </p:nvSpPr>
        <p:spPr>
          <a:xfrm rot="2701255">
            <a:off x="2317391" y="1659511"/>
            <a:ext cx="2323694" cy="33856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rgbClr val="0088CF"/>
                </a:solidFill>
                <a:latin typeface="Poppins"/>
                <a:ea typeface="Poppins"/>
                <a:cs typeface="Poppins"/>
                <a:sym typeface="Poppins"/>
              </a:rPr>
              <a:t>CONVERGE</a:t>
            </a:r>
            <a:endParaRPr>
              <a:solidFill>
                <a:srgbClr val="0088CF"/>
              </a:solidFill>
            </a:endParaRPr>
          </a:p>
        </p:txBody>
      </p:sp>
      <p:sp>
        <p:nvSpPr>
          <p:cNvPr id="3003" name="Google Shape;3003;p139"/>
          <p:cNvSpPr txBox="1"/>
          <p:nvPr/>
        </p:nvSpPr>
        <p:spPr>
          <a:xfrm rot="-2700000">
            <a:off x="4482451" y="1673098"/>
            <a:ext cx="2323694" cy="338563"/>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b="1">
                <a:solidFill>
                  <a:srgbClr val="80266C"/>
                </a:solidFill>
                <a:latin typeface="Poppins"/>
                <a:ea typeface="Poppins"/>
                <a:cs typeface="Poppins"/>
                <a:sym typeface="Poppins"/>
              </a:rPr>
              <a:t>DIVERGE</a:t>
            </a:r>
            <a:endParaRPr>
              <a:solidFill>
                <a:srgbClr val="80266C"/>
              </a:solidFill>
            </a:endParaRPr>
          </a:p>
        </p:txBody>
      </p:sp>
      <p:sp>
        <p:nvSpPr>
          <p:cNvPr id="3004" name="Google Shape;3004;p139"/>
          <p:cNvSpPr txBox="1"/>
          <p:nvPr/>
        </p:nvSpPr>
        <p:spPr>
          <a:xfrm rot="2701255">
            <a:off x="6687041" y="1646236"/>
            <a:ext cx="2323694" cy="33856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rgbClr val="FF5E4D"/>
                </a:solidFill>
                <a:latin typeface="Poppins"/>
                <a:ea typeface="Poppins"/>
                <a:cs typeface="Poppins"/>
                <a:sym typeface="Poppins"/>
              </a:rPr>
              <a:t>CONVERGE</a:t>
            </a:r>
            <a:endParaRPr>
              <a:solidFill>
                <a:srgbClr val="FF5E4D"/>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sp>
        <p:nvSpPr>
          <p:cNvPr id="3009" name="Google Shape;3009;p140"/>
          <p:cNvSpPr/>
          <p:nvPr/>
        </p:nvSpPr>
        <p:spPr>
          <a:xfrm>
            <a:off x="7195927" y="1222164"/>
            <a:ext cx="1313100" cy="1313100"/>
          </a:xfrm>
          <a:prstGeom prst="ellipse">
            <a:avLst/>
          </a:prstGeom>
          <a:solidFill>
            <a:srgbClr val="FF64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140"/>
          <p:cNvSpPr/>
          <p:nvPr/>
        </p:nvSpPr>
        <p:spPr>
          <a:xfrm>
            <a:off x="5008977" y="1222164"/>
            <a:ext cx="1313100" cy="1313100"/>
          </a:xfrm>
          <a:prstGeom prst="ellipse">
            <a:avLst/>
          </a:prstGeom>
          <a:solidFill>
            <a:srgbClr val="8026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140"/>
          <p:cNvSpPr/>
          <p:nvPr/>
        </p:nvSpPr>
        <p:spPr>
          <a:xfrm>
            <a:off x="2812914" y="1222164"/>
            <a:ext cx="1313100" cy="1313100"/>
          </a:xfrm>
          <a:prstGeom prst="ellipse">
            <a:avLst/>
          </a:prstGeom>
          <a:solidFill>
            <a:srgbClr val="1589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140"/>
          <p:cNvSpPr/>
          <p:nvPr/>
        </p:nvSpPr>
        <p:spPr>
          <a:xfrm>
            <a:off x="616827" y="1222164"/>
            <a:ext cx="1313100" cy="1313100"/>
          </a:xfrm>
          <a:prstGeom prst="ellipse">
            <a:avLst/>
          </a:prstGeom>
          <a:solidFill>
            <a:srgbClr val="4BBE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140"/>
          <p:cNvSpPr txBox="1"/>
          <p:nvPr/>
        </p:nvSpPr>
        <p:spPr>
          <a:xfrm>
            <a:off x="2420350" y="4133125"/>
            <a:ext cx="2060700" cy="568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1100" b="1">
                <a:solidFill>
                  <a:srgbClr val="0088CF"/>
                </a:solidFill>
                <a:latin typeface="Poppins"/>
                <a:ea typeface="Poppins"/>
                <a:cs typeface="Poppins"/>
                <a:sym typeface="Poppins"/>
              </a:rPr>
              <a:t>Partager des </a:t>
            </a:r>
            <a:r>
              <a:rPr lang="en" sz="1100" b="1" strike="sngStrike">
                <a:solidFill>
                  <a:srgbClr val="0088CF"/>
                </a:solidFill>
                <a:latin typeface="Poppins"/>
                <a:ea typeface="Poppins"/>
                <a:cs typeface="Poppins"/>
                <a:sym typeface="Poppins"/>
              </a:rPr>
              <a:t>statistiques</a:t>
            </a:r>
            <a:endParaRPr sz="1100" b="1" strike="sngStrike">
              <a:solidFill>
                <a:srgbClr val="0088CF"/>
              </a:solidFill>
              <a:latin typeface="Poppins"/>
              <a:ea typeface="Poppins"/>
              <a:cs typeface="Poppins"/>
              <a:sym typeface="Poppins"/>
            </a:endParaRPr>
          </a:p>
          <a:p>
            <a:pPr marL="0" lvl="0" indent="0" algn="l" rtl="0">
              <a:lnSpc>
                <a:spcPct val="100000"/>
              </a:lnSpc>
              <a:spcBef>
                <a:spcPts val="0"/>
              </a:spcBef>
              <a:spcAft>
                <a:spcPts val="0"/>
              </a:spcAft>
              <a:buNone/>
            </a:pPr>
            <a:r>
              <a:rPr lang="en" sz="1100" b="1">
                <a:solidFill>
                  <a:srgbClr val="0088CF"/>
                </a:solidFill>
                <a:latin typeface="Poppins"/>
                <a:ea typeface="Poppins"/>
                <a:cs typeface="Poppins"/>
                <a:sym typeface="Poppins"/>
              </a:rPr>
              <a:t>histoires </a:t>
            </a:r>
            <a:r>
              <a:rPr lang="en" sz="700" b="1" i="1">
                <a:solidFill>
                  <a:srgbClr val="0088CF"/>
                </a:solidFill>
                <a:latin typeface="Poppins"/>
                <a:ea typeface="Poppins"/>
                <a:cs typeface="Poppins"/>
                <a:sym typeface="Poppins"/>
              </a:rPr>
              <a:t>basées sur des données</a:t>
            </a:r>
            <a:endParaRPr sz="700" b="1" i="1">
              <a:solidFill>
                <a:srgbClr val="0088CF"/>
              </a:solidFill>
              <a:latin typeface="Poppins"/>
              <a:ea typeface="Poppins"/>
              <a:cs typeface="Poppins"/>
              <a:sym typeface="Poppins"/>
            </a:endParaRPr>
          </a:p>
        </p:txBody>
      </p:sp>
      <p:sp>
        <p:nvSpPr>
          <p:cNvPr id="3014" name="Google Shape;3014;p140"/>
          <p:cNvSpPr txBox="1">
            <a:spLocks noGrp="1"/>
          </p:cNvSpPr>
          <p:nvPr>
            <p:ph type="title"/>
          </p:nvPr>
        </p:nvSpPr>
        <p:spPr>
          <a:xfrm>
            <a:off x="457200" y="607475"/>
            <a:ext cx="7746000" cy="339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Un processus itératif utilisant des outils simples</a:t>
            </a:r>
            <a:endParaRPr/>
          </a:p>
        </p:txBody>
      </p:sp>
      <p:sp>
        <p:nvSpPr>
          <p:cNvPr id="3015" name="Google Shape;3015;p140"/>
          <p:cNvSpPr txBox="1">
            <a:spLocks noGrp="1"/>
          </p:cNvSpPr>
          <p:nvPr>
            <p:ph type="subTitle" idx="2"/>
          </p:nvPr>
        </p:nvSpPr>
        <p:spPr>
          <a:xfrm>
            <a:off x="0" y="176900"/>
            <a:ext cx="1193100" cy="339300"/>
          </a:xfrm>
          <a:prstGeom prst="rect">
            <a:avLst/>
          </a:prstGeom>
        </p:spPr>
        <p:txBody>
          <a:bodyPr spcFirstLastPara="1" wrap="square" lIns="0" tIns="0" rIns="0" bIns="0" anchor="ctr" anchorCtr="0">
            <a:noAutofit/>
          </a:bodyPr>
          <a:lstStyle/>
          <a:p>
            <a:pPr marL="0" lvl="0" indent="0" algn="ctr" rtl="0">
              <a:spcBef>
                <a:spcPts val="0"/>
              </a:spcBef>
              <a:spcAft>
                <a:spcPts val="1600"/>
              </a:spcAft>
              <a:buNone/>
            </a:pPr>
            <a:r>
              <a:rPr lang="en">
                <a:latin typeface="Poppins Black"/>
                <a:ea typeface="Poppins Black"/>
                <a:cs typeface="Poppins Black"/>
                <a:sym typeface="Poppins Black"/>
              </a:rPr>
              <a:t>À PROPOS DU DCH</a:t>
            </a:r>
            <a:endParaRPr>
              <a:latin typeface="Poppins Black"/>
              <a:ea typeface="Poppins Black"/>
              <a:cs typeface="Poppins Black"/>
              <a:sym typeface="Poppins Black"/>
            </a:endParaRPr>
          </a:p>
        </p:txBody>
      </p:sp>
      <p:sp>
        <p:nvSpPr>
          <p:cNvPr id="3016" name="Google Shape;3016;p140"/>
          <p:cNvSpPr txBox="1">
            <a:spLocks noGrp="1"/>
          </p:cNvSpPr>
          <p:nvPr>
            <p:ph type="sldNum" idx="12"/>
          </p:nvPr>
        </p:nvSpPr>
        <p:spPr>
          <a:xfrm>
            <a:off x="8290498" y="46691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18</a:t>
            </a:fld>
            <a:endParaRPr/>
          </a:p>
        </p:txBody>
      </p:sp>
      <p:sp>
        <p:nvSpPr>
          <p:cNvPr id="3017" name="Google Shape;3017;p140"/>
          <p:cNvSpPr txBox="1"/>
          <p:nvPr/>
        </p:nvSpPr>
        <p:spPr>
          <a:xfrm>
            <a:off x="224275" y="2722450"/>
            <a:ext cx="2098200" cy="7416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1100" b="1">
                <a:solidFill>
                  <a:srgbClr val="51BDA0"/>
                </a:solidFill>
                <a:latin typeface="Poppins"/>
                <a:ea typeface="Poppins"/>
                <a:cs typeface="Poppins"/>
                <a:sym typeface="Poppins"/>
              </a:rPr>
              <a:t>Les gens sont </a:t>
            </a:r>
            <a:r>
              <a:rPr lang="en" sz="1100" b="1" strike="sngStrike">
                <a:solidFill>
                  <a:srgbClr val="51BDA0"/>
                </a:solidFill>
                <a:latin typeface="Poppins"/>
                <a:ea typeface="Poppins"/>
                <a:cs typeface="Poppins"/>
                <a:sym typeface="Poppins"/>
              </a:rPr>
              <a:t>rationnels</a:t>
            </a:r>
            <a:endParaRPr sz="1100" b="1">
              <a:solidFill>
                <a:srgbClr val="51BDA0"/>
              </a:solidFill>
              <a:latin typeface="Poppins"/>
              <a:ea typeface="Poppins"/>
              <a:cs typeface="Poppins"/>
              <a:sym typeface="Poppins"/>
            </a:endParaRPr>
          </a:p>
          <a:p>
            <a:pPr marL="0" lvl="0" indent="0" algn="l" rtl="0">
              <a:lnSpc>
                <a:spcPct val="100000"/>
              </a:lnSpc>
              <a:spcBef>
                <a:spcPts val="0"/>
              </a:spcBef>
              <a:spcAft>
                <a:spcPts val="0"/>
              </a:spcAft>
              <a:buNone/>
            </a:pPr>
            <a:r>
              <a:rPr lang="en" sz="1100" b="1">
                <a:solidFill>
                  <a:srgbClr val="51BDA0"/>
                </a:solidFill>
                <a:latin typeface="Poppins"/>
                <a:ea typeface="Poppins"/>
                <a:cs typeface="Poppins"/>
                <a:sym typeface="Poppins"/>
              </a:rPr>
              <a:t>humains </a:t>
            </a:r>
            <a:endParaRPr sz="1100" b="1" strike="sngStrike">
              <a:solidFill>
                <a:srgbClr val="51BDA0"/>
              </a:solidFill>
              <a:latin typeface="Poppins"/>
              <a:ea typeface="Poppins"/>
              <a:cs typeface="Poppins"/>
              <a:sym typeface="Poppins"/>
            </a:endParaRPr>
          </a:p>
        </p:txBody>
      </p:sp>
      <p:sp>
        <p:nvSpPr>
          <p:cNvPr id="3018" name="Google Shape;3018;p140"/>
          <p:cNvSpPr txBox="1"/>
          <p:nvPr/>
        </p:nvSpPr>
        <p:spPr>
          <a:xfrm>
            <a:off x="2420350" y="2722450"/>
            <a:ext cx="2060700" cy="7059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1100" b="1">
                <a:solidFill>
                  <a:srgbClr val="0088CF"/>
                </a:solidFill>
                <a:latin typeface="Poppins"/>
                <a:ea typeface="Poppins"/>
                <a:cs typeface="Poppins"/>
                <a:sym typeface="Poppins"/>
              </a:rPr>
              <a:t>Enquête </a:t>
            </a:r>
            <a:r>
              <a:rPr lang="en" sz="1100" b="1" strike="sngStrike">
                <a:solidFill>
                  <a:srgbClr val="0088CF"/>
                </a:solidFill>
                <a:latin typeface="Poppins"/>
                <a:ea typeface="Poppins"/>
                <a:cs typeface="Poppins"/>
                <a:sym typeface="Poppins"/>
              </a:rPr>
              <a:t>fermée</a:t>
            </a:r>
            <a:r>
              <a:rPr lang="en" sz="1100" b="1">
                <a:solidFill>
                  <a:srgbClr val="0088CF"/>
                </a:solidFill>
                <a:latin typeface="Poppins"/>
                <a:ea typeface="Poppins"/>
                <a:cs typeface="Poppins"/>
                <a:sym typeface="Poppins"/>
              </a:rPr>
              <a:t> ouverte sur les défis et les solutions</a:t>
            </a:r>
            <a:endParaRPr sz="1100" b="1">
              <a:solidFill>
                <a:srgbClr val="0088CF"/>
              </a:solidFill>
              <a:latin typeface="Poppins"/>
              <a:ea typeface="Poppins"/>
              <a:cs typeface="Poppins"/>
              <a:sym typeface="Poppins"/>
            </a:endParaRPr>
          </a:p>
        </p:txBody>
      </p:sp>
      <p:sp>
        <p:nvSpPr>
          <p:cNvPr id="3019" name="Google Shape;3019;p140"/>
          <p:cNvSpPr txBox="1"/>
          <p:nvPr/>
        </p:nvSpPr>
        <p:spPr>
          <a:xfrm>
            <a:off x="6812525" y="2749263"/>
            <a:ext cx="2098200" cy="973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1100" b="1" strike="sngStrike">
                <a:solidFill>
                  <a:srgbClr val="FF6447"/>
                </a:solidFill>
                <a:latin typeface="Poppins"/>
                <a:ea typeface="Poppins"/>
                <a:cs typeface="Poppins"/>
                <a:sym typeface="Poppins"/>
              </a:rPr>
              <a:t>Faire un rapport sur</a:t>
            </a:r>
            <a:endParaRPr sz="1100" b="1" strike="sngStrike">
              <a:solidFill>
                <a:srgbClr val="FF6447"/>
              </a:solidFill>
              <a:latin typeface="Poppins"/>
              <a:ea typeface="Poppins"/>
              <a:cs typeface="Poppins"/>
              <a:sym typeface="Poppins"/>
            </a:endParaRPr>
          </a:p>
          <a:p>
            <a:pPr marL="0" lvl="0" indent="0" algn="l" rtl="0">
              <a:lnSpc>
                <a:spcPct val="100000"/>
              </a:lnSpc>
              <a:spcBef>
                <a:spcPts val="0"/>
              </a:spcBef>
              <a:spcAft>
                <a:spcPts val="0"/>
              </a:spcAft>
              <a:buNone/>
            </a:pPr>
            <a:r>
              <a:rPr lang="en" sz="1100" b="1">
                <a:solidFill>
                  <a:srgbClr val="FF6447"/>
                </a:solidFill>
                <a:latin typeface="Poppins"/>
                <a:ea typeface="Poppins"/>
                <a:cs typeface="Poppins"/>
                <a:sym typeface="Poppins"/>
              </a:rPr>
              <a:t>Faire évoluer les interventions</a:t>
            </a:r>
            <a:endParaRPr sz="1100" b="1">
              <a:solidFill>
                <a:srgbClr val="FF6447"/>
              </a:solidFill>
              <a:latin typeface="Poppins"/>
              <a:ea typeface="Poppins"/>
              <a:cs typeface="Poppins"/>
              <a:sym typeface="Poppins"/>
            </a:endParaRPr>
          </a:p>
        </p:txBody>
      </p:sp>
      <p:sp>
        <p:nvSpPr>
          <p:cNvPr id="3020" name="Google Shape;3020;p140"/>
          <p:cNvSpPr txBox="1"/>
          <p:nvPr/>
        </p:nvSpPr>
        <p:spPr>
          <a:xfrm>
            <a:off x="4616450" y="2722450"/>
            <a:ext cx="2177400" cy="973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1100" b="1" strike="sngStrike">
                <a:solidFill>
                  <a:srgbClr val="80266C"/>
                </a:solidFill>
                <a:latin typeface="Poppins"/>
                <a:ea typeface="Poppins"/>
                <a:cs typeface="Poppins"/>
                <a:sym typeface="Poppins"/>
              </a:rPr>
              <a:t>Définir des messages </a:t>
            </a:r>
            <a:r>
              <a:rPr lang="en" sz="1100" b="1">
                <a:solidFill>
                  <a:srgbClr val="80266C"/>
                </a:solidFill>
                <a:latin typeface="Poppins"/>
                <a:ea typeface="Poppins"/>
                <a:cs typeface="Poppins"/>
                <a:sym typeface="Poppins"/>
              </a:rPr>
              <a:t>Concevoir des interventions avec la communauté</a:t>
            </a:r>
            <a:endParaRPr sz="1100" b="1">
              <a:solidFill>
                <a:srgbClr val="80266C"/>
              </a:solidFill>
              <a:latin typeface="Poppins"/>
              <a:ea typeface="Poppins"/>
              <a:cs typeface="Poppins"/>
              <a:sym typeface="Poppins"/>
            </a:endParaRPr>
          </a:p>
        </p:txBody>
      </p:sp>
      <p:sp>
        <p:nvSpPr>
          <p:cNvPr id="3021" name="Google Shape;3021;p140"/>
          <p:cNvSpPr txBox="1"/>
          <p:nvPr/>
        </p:nvSpPr>
        <p:spPr>
          <a:xfrm>
            <a:off x="224275" y="4133125"/>
            <a:ext cx="2098200" cy="74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1">
                <a:solidFill>
                  <a:srgbClr val="51BDA0"/>
                </a:solidFill>
                <a:latin typeface="Poppins"/>
                <a:ea typeface="Poppins"/>
                <a:cs typeface="Poppins"/>
                <a:sym typeface="Poppins"/>
              </a:rPr>
              <a:t>Les défis sont </a:t>
            </a:r>
            <a:r>
              <a:rPr lang="en" sz="1000" b="1" strike="sngStrike">
                <a:solidFill>
                  <a:srgbClr val="51BDA0"/>
                </a:solidFill>
                <a:latin typeface="Poppins"/>
                <a:ea typeface="Poppins"/>
                <a:cs typeface="Poppins"/>
                <a:sym typeface="Poppins"/>
              </a:rPr>
              <a:t>uni-</a:t>
            </a:r>
            <a:r>
              <a:rPr lang="en" sz="1000" b="1">
                <a:solidFill>
                  <a:srgbClr val="51BDA0"/>
                </a:solidFill>
                <a:latin typeface="Poppins"/>
                <a:ea typeface="Poppins"/>
                <a:cs typeface="Poppins"/>
                <a:sym typeface="Poppins"/>
              </a:rPr>
              <a:t>multidimensionnels</a:t>
            </a:r>
            <a:endParaRPr sz="1000" b="1">
              <a:solidFill>
                <a:srgbClr val="51BDA0"/>
              </a:solidFill>
              <a:latin typeface="Poppins"/>
              <a:ea typeface="Poppins"/>
              <a:cs typeface="Poppins"/>
              <a:sym typeface="Poppins"/>
            </a:endParaRPr>
          </a:p>
        </p:txBody>
      </p:sp>
      <p:sp>
        <p:nvSpPr>
          <p:cNvPr id="3022" name="Google Shape;3022;p140"/>
          <p:cNvSpPr txBox="1"/>
          <p:nvPr/>
        </p:nvSpPr>
        <p:spPr>
          <a:xfrm>
            <a:off x="4616450" y="4133125"/>
            <a:ext cx="2060700" cy="492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strike="sngStrike">
                <a:solidFill>
                  <a:srgbClr val="80266C"/>
                </a:solidFill>
                <a:latin typeface="Poppins"/>
                <a:ea typeface="Poppins"/>
                <a:cs typeface="Poppins"/>
                <a:sym typeface="Poppins"/>
              </a:rPr>
              <a:t>Validation linéaire </a:t>
            </a:r>
            <a:r>
              <a:rPr lang="en" sz="1100" b="1">
                <a:solidFill>
                  <a:srgbClr val="80266C"/>
                </a:solidFill>
                <a:latin typeface="Poppins"/>
                <a:ea typeface="Poppins"/>
                <a:cs typeface="Poppins"/>
                <a:sym typeface="Poppins"/>
              </a:rPr>
              <a:t>Itération cyclique</a:t>
            </a:r>
            <a:endParaRPr sz="900" b="1">
              <a:solidFill>
                <a:srgbClr val="80266C"/>
              </a:solidFill>
              <a:latin typeface="Poppins"/>
              <a:ea typeface="Poppins"/>
              <a:cs typeface="Poppins"/>
              <a:sym typeface="Poppins"/>
            </a:endParaRPr>
          </a:p>
        </p:txBody>
      </p:sp>
      <p:sp>
        <p:nvSpPr>
          <p:cNvPr id="3023" name="Google Shape;3023;p140"/>
          <p:cNvSpPr/>
          <p:nvPr/>
        </p:nvSpPr>
        <p:spPr>
          <a:xfrm>
            <a:off x="231700" y="3428350"/>
            <a:ext cx="2098200" cy="271800"/>
          </a:xfrm>
          <a:prstGeom prst="roundRect">
            <a:avLst>
              <a:gd name="adj" fmla="val 50000"/>
            </a:avLst>
          </a:prstGeom>
          <a:solidFill>
            <a:srgbClr val="51BD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latin typeface="Poppins"/>
                <a:ea typeface="Poppins"/>
                <a:cs typeface="Poppins"/>
                <a:sym typeface="Poppins"/>
              </a:rPr>
              <a:t>PERSONAS</a:t>
            </a:r>
            <a:endParaRPr sz="1000" b="1">
              <a:solidFill>
                <a:schemeClr val="lt1"/>
              </a:solidFill>
              <a:latin typeface="Poppins"/>
              <a:ea typeface="Poppins"/>
              <a:cs typeface="Poppins"/>
              <a:sym typeface="Poppins"/>
            </a:endParaRPr>
          </a:p>
        </p:txBody>
      </p:sp>
      <p:sp>
        <p:nvSpPr>
          <p:cNvPr id="3024" name="Google Shape;3024;p140"/>
          <p:cNvSpPr/>
          <p:nvPr/>
        </p:nvSpPr>
        <p:spPr>
          <a:xfrm>
            <a:off x="231700" y="4625775"/>
            <a:ext cx="2098200" cy="271800"/>
          </a:xfrm>
          <a:prstGeom prst="roundRect">
            <a:avLst>
              <a:gd name="adj" fmla="val 50000"/>
            </a:avLst>
          </a:prstGeom>
          <a:solidFill>
            <a:srgbClr val="51BD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latin typeface="Poppins"/>
                <a:ea typeface="Poppins"/>
                <a:cs typeface="Poppins"/>
                <a:sym typeface="Poppins"/>
              </a:rPr>
              <a:t>PARCOURS</a:t>
            </a:r>
            <a:endParaRPr sz="1000" b="1">
              <a:solidFill>
                <a:schemeClr val="lt1"/>
              </a:solidFill>
              <a:latin typeface="Poppins"/>
              <a:ea typeface="Poppins"/>
              <a:cs typeface="Poppins"/>
              <a:sym typeface="Poppins"/>
            </a:endParaRPr>
          </a:p>
        </p:txBody>
      </p:sp>
      <p:sp>
        <p:nvSpPr>
          <p:cNvPr id="3025" name="Google Shape;3025;p140"/>
          <p:cNvSpPr/>
          <p:nvPr/>
        </p:nvSpPr>
        <p:spPr>
          <a:xfrm>
            <a:off x="2401600" y="3428350"/>
            <a:ext cx="2098200" cy="271800"/>
          </a:xfrm>
          <a:prstGeom prst="roundRect">
            <a:avLst>
              <a:gd name="adj" fmla="val 50000"/>
            </a:avLst>
          </a:prstGeom>
          <a:solidFill>
            <a:srgbClr val="0086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latin typeface="Poppins"/>
                <a:ea typeface="Poppins"/>
                <a:cs typeface="Poppins"/>
                <a:sym typeface="Poppins"/>
              </a:rPr>
              <a:t>ENQUÊTE RAPIDE</a:t>
            </a:r>
            <a:endParaRPr sz="1000" b="1">
              <a:solidFill>
                <a:schemeClr val="lt1"/>
              </a:solidFill>
              <a:latin typeface="Poppins"/>
              <a:ea typeface="Poppins"/>
              <a:cs typeface="Poppins"/>
              <a:sym typeface="Poppins"/>
            </a:endParaRPr>
          </a:p>
        </p:txBody>
      </p:sp>
      <p:sp>
        <p:nvSpPr>
          <p:cNvPr id="3026" name="Google Shape;3026;p140"/>
          <p:cNvSpPr/>
          <p:nvPr/>
        </p:nvSpPr>
        <p:spPr>
          <a:xfrm>
            <a:off x="2401600" y="4625775"/>
            <a:ext cx="2098200" cy="271800"/>
          </a:xfrm>
          <a:prstGeom prst="roundRect">
            <a:avLst>
              <a:gd name="adj" fmla="val 50000"/>
            </a:avLst>
          </a:prstGeom>
          <a:solidFill>
            <a:srgbClr val="0086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latin typeface="Poppins"/>
                <a:ea typeface="Poppins"/>
                <a:cs typeface="Poppins"/>
                <a:sym typeface="Poppins"/>
              </a:rPr>
              <a:t>SYNTHÈSE</a:t>
            </a:r>
            <a:endParaRPr sz="1000" b="1">
              <a:solidFill>
                <a:schemeClr val="lt1"/>
              </a:solidFill>
              <a:latin typeface="Poppins"/>
              <a:ea typeface="Poppins"/>
              <a:cs typeface="Poppins"/>
              <a:sym typeface="Poppins"/>
            </a:endParaRPr>
          </a:p>
        </p:txBody>
      </p:sp>
      <p:sp>
        <p:nvSpPr>
          <p:cNvPr id="3027" name="Google Shape;3027;p140"/>
          <p:cNvSpPr/>
          <p:nvPr/>
        </p:nvSpPr>
        <p:spPr>
          <a:xfrm>
            <a:off x="2401607" y="3428350"/>
            <a:ext cx="271800" cy="271800"/>
          </a:xfrm>
          <a:prstGeom prst="ellipse">
            <a:avLst/>
          </a:prstGeom>
          <a:solidFill>
            <a:srgbClr val="0088CE"/>
          </a:solidFill>
          <a:ln w="28575" cap="flat" cmpd="sng">
            <a:solidFill>
              <a:srgbClr val="FFFFFF"/>
            </a:solidFill>
            <a:prstDash val="solid"/>
            <a:round/>
            <a:headEnd type="none" w="sm" len="sm"/>
            <a:tailEnd type="none" w="sm" len="sm"/>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FFFFFF"/>
              </a:buClr>
              <a:buSzPts val="2200"/>
              <a:buFont typeface="Helvetica Neue"/>
              <a:buNone/>
            </a:pPr>
            <a:r>
              <a:rPr lang="en" sz="800" b="1">
                <a:solidFill>
                  <a:srgbClr val="FFFFFF"/>
                </a:solidFill>
                <a:latin typeface="Poppins"/>
                <a:ea typeface="Poppins"/>
                <a:cs typeface="Poppins"/>
                <a:sym typeface="Poppins"/>
              </a:rPr>
              <a:t>3</a:t>
            </a:r>
            <a:endParaRPr sz="800" b="1" i="0" u="none" strike="noStrike" cap="none">
              <a:solidFill>
                <a:srgbClr val="000000"/>
              </a:solidFill>
              <a:latin typeface="Poppins"/>
              <a:ea typeface="Poppins"/>
              <a:cs typeface="Poppins"/>
              <a:sym typeface="Poppins"/>
            </a:endParaRPr>
          </a:p>
        </p:txBody>
      </p:sp>
      <p:sp>
        <p:nvSpPr>
          <p:cNvPr id="3028" name="Google Shape;3028;p140"/>
          <p:cNvSpPr/>
          <p:nvPr/>
        </p:nvSpPr>
        <p:spPr>
          <a:xfrm>
            <a:off x="231707" y="3428350"/>
            <a:ext cx="271800" cy="271800"/>
          </a:xfrm>
          <a:prstGeom prst="ellipse">
            <a:avLst/>
          </a:prstGeom>
          <a:solidFill>
            <a:srgbClr val="51BDA0"/>
          </a:solidFill>
          <a:ln w="28575" cap="flat" cmpd="sng">
            <a:solidFill>
              <a:srgbClr val="FFFFFF"/>
            </a:solidFill>
            <a:prstDash val="solid"/>
            <a:round/>
            <a:headEnd type="none" w="sm" len="sm"/>
            <a:tailEnd type="none" w="sm" len="sm"/>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FFFFFF"/>
              </a:buClr>
              <a:buSzPts val="2200"/>
              <a:buFont typeface="Helvetica Neue"/>
              <a:buNone/>
            </a:pPr>
            <a:r>
              <a:rPr lang="en" sz="800" b="1">
                <a:solidFill>
                  <a:srgbClr val="FFFFFF"/>
                </a:solidFill>
                <a:latin typeface="Poppins"/>
                <a:ea typeface="Poppins"/>
                <a:cs typeface="Poppins"/>
                <a:sym typeface="Poppins"/>
              </a:rPr>
              <a:t>1</a:t>
            </a:r>
            <a:endParaRPr sz="800" b="1" i="0" u="none" strike="noStrike" cap="none">
              <a:solidFill>
                <a:srgbClr val="000000"/>
              </a:solidFill>
              <a:latin typeface="Poppins"/>
              <a:ea typeface="Poppins"/>
              <a:cs typeface="Poppins"/>
              <a:sym typeface="Poppins"/>
            </a:endParaRPr>
          </a:p>
        </p:txBody>
      </p:sp>
      <p:sp>
        <p:nvSpPr>
          <p:cNvPr id="3029" name="Google Shape;3029;p140"/>
          <p:cNvSpPr/>
          <p:nvPr/>
        </p:nvSpPr>
        <p:spPr>
          <a:xfrm>
            <a:off x="231707" y="4625775"/>
            <a:ext cx="271800" cy="271800"/>
          </a:xfrm>
          <a:prstGeom prst="ellipse">
            <a:avLst/>
          </a:prstGeom>
          <a:solidFill>
            <a:srgbClr val="51BDA0"/>
          </a:solidFill>
          <a:ln w="28575" cap="flat" cmpd="sng">
            <a:solidFill>
              <a:srgbClr val="FFFFFF"/>
            </a:solidFill>
            <a:prstDash val="solid"/>
            <a:round/>
            <a:headEnd type="none" w="sm" len="sm"/>
            <a:tailEnd type="none" w="sm" len="sm"/>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FFFFFF"/>
              </a:buClr>
              <a:buSzPts val="2200"/>
              <a:buFont typeface="Helvetica Neue"/>
              <a:buNone/>
            </a:pPr>
            <a:r>
              <a:rPr lang="en" sz="800" b="1">
                <a:solidFill>
                  <a:srgbClr val="FFFFFF"/>
                </a:solidFill>
                <a:latin typeface="Poppins"/>
                <a:ea typeface="Poppins"/>
                <a:cs typeface="Poppins"/>
                <a:sym typeface="Poppins"/>
              </a:rPr>
              <a:t>2</a:t>
            </a:r>
            <a:endParaRPr sz="800" b="1" i="0" u="none" strike="noStrike" cap="none">
              <a:solidFill>
                <a:srgbClr val="000000"/>
              </a:solidFill>
              <a:latin typeface="Poppins"/>
              <a:ea typeface="Poppins"/>
              <a:cs typeface="Poppins"/>
              <a:sym typeface="Poppins"/>
            </a:endParaRPr>
          </a:p>
        </p:txBody>
      </p:sp>
      <p:sp>
        <p:nvSpPr>
          <p:cNvPr id="3030" name="Google Shape;3030;p140"/>
          <p:cNvSpPr/>
          <p:nvPr/>
        </p:nvSpPr>
        <p:spPr>
          <a:xfrm>
            <a:off x="2401607" y="4625775"/>
            <a:ext cx="271800" cy="271800"/>
          </a:xfrm>
          <a:prstGeom prst="ellipse">
            <a:avLst/>
          </a:prstGeom>
          <a:solidFill>
            <a:srgbClr val="0088CE"/>
          </a:solidFill>
          <a:ln w="28575" cap="flat" cmpd="sng">
            <a:solidFill>
              <a:srgbClr val="FFFFFF"/>
            </a:solidFill>
            <a:prstDash val="solid"/>
            <a:round/>
            <a:headEnd type="none" w="sm" len="sm"/>
            <a:tailEnd type="none" w="sm" len="sm"/>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FFFFFF"/>
              </a:buClr>
              <a:buSzPts val="2200"/>
              <a:buFont typeface="Helvetica Neue"/>
              <a:buNone/>
            </a:pPr>
            <a:r>
              <a:rPr lang="en" sz="800" b="1">
                <a:solidFill>
                  <a:srgbClr val="FFFFFF"/>
                </a:solidFill>
                <a:latin typeface="Poppins"/>
                <a:ea typeface="Poppins"/>
                <a:cs typeface="Poppins"/>
                <a:sym typeface="Poppins"/>
              </a:rPr>
              <a:t>4</a:t>
            </a:r>
            <a:endParaRPr sz="800" b="1" i="0" u="none" strike="noStrike" cap="none">
              <a:solidFill>
                <a:srgbClr val="000000"/>
              </a:solidFill>
              <a:latin typeface="Poppins"/>
              <a:ea typeface="Poppins"/>
              <a:cs typeface="Poppins"/>
              <a:sym typeface="Poppins"/>
            </a:endParaRPr>
          </a:p>
        </p:txBody>
      </p:sp>
      <p:sp>
        <p:nvSpPr>
          <p:cNvPr id="3031" name="Google Shape;3031;p140"/>
          <p:cNvSpPr/>
          <p:nvPr/>
        </p:nvSpPr>
        <p:spPr>
          <a:xfrm>
            <a:off x="4620163" y="3428350"/>
            <a:ext cx="2098200" cy="271800"/>
          </a:xfrm>
          <a:prstGeom prst="roundRect">
            <a:avLst>
              <a:gd name="adj" fmla="val 50000"/>
            </a:avLst>
          </a:prstGeom>
          <a:solidFill>
            <a:srgbClr val="80266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latin typeface="Poppins"/>
                <a:ea typeface="Poppins"/>
                <a:cs typeface="Poppins"/>
                <a:sym typeface="Poppins"/>
              </a:rPr>
              <a:t>GÉNÉRATION D'IDÉES</a:t>
            </a:r>
            <a:endParaRPr sz="1000" b="1">
              <a:solidFill>
                <a:schemeClr val="lt1"/>
              </a:solidFill>
              <a:latin typeface="Poppins"/>
              <a:ea typeface="Poppins"/>
              <a:cs typeface="Poppins"/>
              <a:sym typeface="Poppins"/>
            </a:endParaRPr>
          </a:p>
        </p:txBody>
      </p:sp>
      <p:sp>
        <p:nvSpPr>
          <p:cNvPr id="3032" name="Google Shape;3032;p140"/>
          <p:cNvSpPr/>
          <p:nvPr/>
        </p:nvSpPr>
        <p:spPr>
          <a:xfrm>
            <a:off x="4620163" y="4625775"/>
            <a:ext cx="2098200" cy="271800"/>
          </a:xfrm>
          <a:prstGeom prst="roundRect">
            <a:avLst>
              <a:gd name="adj" fmla="val 50000"/>
            </a:avLst>
          </a:prstGeom>
          <a:solidFill>
            <a:srgbClr val="80266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latin typeface="Poppins"/>
                <a:ea typeface="Poppins"/>
                <a:cs typeface="Poppins"/>
                <a:sym typeface="Poppins"/>
              </a:rPr>
              <a:t>PROTOTYPAGE</a:t>
            </a:r>
            <a:endParaRPr sz="1000" b="1">
              <a:solidFill>
                <a:schemeClr val="lt1"/>
              </a:solidFill>
              <a:latin typeface="Poppins"/>
              <a:ea typeface="Poppins"/>
              <a:cs typeface="Poppins"/>
              <a:sym typeface="Poppins"/>
            </a:endParaRPr>
          </a:p>
        </p:txBody>
      </p:sp>
      <p:sp>
        <p:nvSpPr>
          <p:cNvPr id="3033" name="Google Shape;3033;p140"/>
          <p:cNvSpPr/>
          <p:nvPr/>
        </p:nvSpPr>
        <p:spPr>
          <a:xfrm>
            <a:off x="4620170" y="3428350"/>
            <a:ext cx="271800" cy="271800"/>
          </a:xfrm>
          <a:prstGeom prst="ellipse">
            <a:avLst/>
          </a:prstGeom>
          <a:solidFill>
            <a:srgbClr val="80266C"/>
          </a:solidFill>
          <a:ln w="28575" cap="flat" cmpd="sng">
            <a:solidFill>
              <a:srgbClr val="FFFFFF"/>
            </a:solidFill>
            <a:prstDash val="solid"/>
            <a:round/>
            <a:headEnd type="none" w="sm" len="sm"/>
            <a:tailEnd type="none" w="sm" len="sm"/>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FFFFFF"/>
              </a:buClr>
              <a:buSzPts val="2200"/>
              <a:buFont typeface="Helvetica Neue"/>
              <a:buNone/>
            </a:pPr>
            <a:r>
              <a:rPr lang="en" sz="800" b="1">
                <a:solidFill>
                  <a:srgbClr val="FFFFFF"/>
                </a:solidFill>
                <a:latin typeface="Poppins"/>
                <a:ea typeface="Poppins"/>
                <a:cs typeface="Poppins"/>
                <a:sym typeface="Poppins"/>
              </a:rPr>
              <a:t>5</a:t>
            </a:r>
            <a:endParaRPr sz="800" b="1" i="0" u="none" strike="noStrike" cap="none">
              <a:solidFill>
                <a:srgbClr val="000000"/>
              </a:solidFill>
              <a:latin typeface="Poppins"/>
              <a:ea typeface="Poppins"/>
              <a:cs typeface="Poppins"/>
              <a:sym typeface="Poppins"/>
            </a:endParaRPr>
          </a:p>
        </p:txBody>
      </p:sp>
      <p:sp>
        <p:nvSpPr>
          <p:cNvPr id="3034" name="Google Shape;3034;p140"/>
          <p:cNvSpPr/>
          <p:nvPr/>
        </p:nvSpPr>
        <p:spPr>
          <a:xfrm>
            <a:off x="4620170" y="4625775"/>
            <a:ext cx="271800" cy="271800"/>
          </a:xfrm>
          <a:prstGeom prst="ellipse">
            <a:avLst/>
          </a:prstGeom>
          <a:solidFill>
            <a:srgbClr val="80266C"/>
          </a:solidFill>
          <a:ln w="28575" cap="flat" cmpd="sng">
            <a:solidFill>
              <a:srgbClr val="FFFFFF"/>
            </a:solidFill>
            <a:prstDash val="solid"/>
            <a:round/>
            <a:headEnd type="none" w="sm" len="sm"/>
            <a:tailEnd type="none" w="sm" len="sm"/>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FFFFFF"/>
              </a:buClr>
              <a:buSzPts val="2200"/>
              <a:buFont typeface="Helvetica Neue"/>
              <a:buNone/>
            </a:pPr>
            <a:r>
              <a:rPr lang="en" sz="800" b="1">
                <a:solidFill>
                  <a:srgbClr val="FFFFFF"/>
                </a:solidFill>
                <a:latin typeface="Poppins"/>
                <a:ea typeface="Poppins"/>
                <a:cs typeface="Poppins"/>
                <a:sym typeface="Poppins"/>
              </a:rPr>
              <a:t>6</a:t>
            </a:r>
            <a:endParaRPr sz="800" b="1" i="0" u="none" strike="noStrike" cap="none">
              <a:solidFill>
                <a:srgbClr val="000000"/>
              </a:solidFill>
              <a:latin typeface="Poppins"/>
              <a:ea typeface="Poppins"/>
              <a:cs typeface="Poppins"/>
              <a:sym typeface="Poppins"/>
            </a:endParaRPr>
          </a:p>
        </p:txBody>
      </p:sp>
      <p:sp>
        <p:nvSpPr>
          <p:cNvPr id="3035" name="Google Shape;3035;p140"/>
          <p:cNvSpPr/>
          <p:nvPr/>
        </p:nvSpPr>
        <p:spPr>
          <a:xfrm>
            <a:off x="6793788" y="3428350"/>
            <a:ext cx="2098200" cy="271800"/>
          </a:xfrm>
          <a:prstGeom prst="roundRect">
            <a:avLst>
              <a:gd name="adj" fmla="val 50000"/>
            </a:avLst>
          </a:prstGeom>
          <a:solidFill>
            <a:srgbClr val="FF6447"/>
          </a:solid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b="1">
                <a:solidFill>
                  <a:schemeClr val="lt1"/>
                </a:solidFill>
                <a:latin typeface="Poppins"/>
                <a:ea typeface="Poppins"/>
                <a:cs typeface="Poppins"/>
                <a:sym typeface="Poppins"/>
              </a:rPr>
              <a:t>THÉORIE DU CHANGEMENT</a:t>
            </a:r>
            <a:endParaRPr sz="1000" b="1">
              <a:solidFill>
                <a:schemeClr val="lt1"/>
              </a:solidFill>
              <a:latin typeface="Poppins"/>
              <a:ea typeface="Poppins"/>
              <a:cs typeface="Poppins"/>
              <a:sym typeface="Poppins"/>
            </a:endParaRPr>
          </a:p>
        </p:txBody>
      </p:sp>
      <p:sp>
        <p:nvSpPr>
          <p:cNvPr id="3036" name="Google Shape;3036;p140"/>
          <p:cNvSpPr/>
          <p:nvPr/>
        </p:nvSpPr>
        <p:spPr>
          <a:xfrm>
            <a:off x="6793795" y="3428350"/>
            <a:ext cx="271800" cy="271800"/>
          </a:xfrm>
          <a:prstGeom prst="ellipse">
            <a:avLst/>
          </a:prstGeom>
          <a:solidFill>
            <a:srgbClr val="FF6447"/>
          </a:solidFill>
          <a:ln w="28575" cap="flat" cmpd="sng">
            <a:solidFill>
              <a:srgbClr val="FFFFFF"/>
            </a:solidFill>
            <a:prstDash val="solid"/>
            <a:round/>
            <a:headEnd type="none" w="sm" len="sm"/>
            <a:tailEnd type="none" w="sm" len="sm"/>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FFFFFF"/>
              </a:buClr>
              <a:buSzPts val="2200"/>
              <a:buFont typeface="Helvetica Neue"/>
              <a:buNone/>
            </a:pPr>
            <a:r>
              <a:rPr lang="en" sz="800" b="1">
                <a:solidFill>
                  <a:srgbClr val="FFFFFF"/>
                </a:solidFill>
                <a:latin typeface="Poppins"/>
                <a:ea typeface="Poppins"/>
                <a:cs typeface="Poppins"/>
                <a:sym typeface="Poppins"/>
              </a:rPr>
              <a:t>7</a:t>
            </a:r>
            <a:endParaRPr sz="800" b="1" i="0" u="none" strike="noStrike" cap="none">
              <a:solidFill>
                <a:srgbClr val="000000"/>
              </a:solidFill>
              <a:latin typeface="Poppins"/>
              <a:ea typeface="Poppins"/>
              <a:cs typeface="Poppins"/>
              <a:sym typeface="Poppins"/>
            </a:endParaRPr>
          </a:p>
        </p:txBody>
      </p:sp>
      <p:pic>
        <p:nvPicPr>
          <p:cNvPr id="3037" name="Google Shape;3037;p140"/>
          <p:cNvPicPr preferRelativeResize="0"/>
          <p:nvPr/>
        </p:nvPicPr>
        <p:blipFill>
          <a:blip r:embed="rId3">
            <a:alphaModFix/>
          </a:blip>
          <a:stretch>
            <a:fillRect/>
          </a:stretch>
        </p:blipFill>
        <p:spPr>
          <a:xfrm>
            <a:off x="738625" y="1112948"/>
            <a:ext cx="1069507" cy="1069448"/>
          </a:xfrm>
          <a:prstGeom prst="rect">
            <a:avLst/>
          </a:prstGeom>
          <a:noFill/>
          <a:ln>
            <a:noFill/>
          </a:ln>
        </p:spPr>
      </p:pic>
      <p:pic>
        <p:nvPicPr>
          <p:cNvPr id="3038" name="Google Shape;3038;p140"/>
          <p:cNvPicPr preferRelativeResize="0"/>
          <p:nvPr/>
        </p:nvPicPr>
        <p:blipFill rotWithShape="1">
          <a:blip r:embed="rId4">
            <a:alphaModFix/>
          </a:blip>
          <a:srcRect t="12855" b="19835"/>
          <a:stretch/>
        </p:blipFill>
        <p:spPr>
          <a:xfrm>
            <a:off x="2703826" y="1271663"/>
            <a:ext cx="1446240" cy="973500"/>
          </a:xfrm>
          <a:prstGeom prst="rect">
            <a:avLst/>
          </a:prstGeom>
          <a:noFill/>
          <a:ln>
            <a:noFill/>
          </a:ln>
        </p:spPr>
      </p:pic>
      <p:pic>
        <p:nvPicPr>
          <p:cNvPr id="3039" name="Google Shape;3039;p140"/>
          <p:cNvPicPr preferRelativeResize="0"/>
          <p:nvPr/>
        </p:nvPicPr>
        <p:blipFill>
          <a:blip r:embed="rId5">
            <a:alphaModFix/>
          </a:blip>
          <a:stretch>
            <a:fillRect/>
          </a:stretch>
        </p:blipFill>
        <p:spPr>
          <a:xfrm>
            <a:off x="5138252" y="1047102"/>
            <a:ext cx="1069500" cy="1069500"/>
          </a:xfrm>
          <a:prstGeom prst="rect">
            <a:avLst/>
          </a:prstGeom>
          <a:noFill/>
          <a:ln>
            <a:noFill/>
          </a:ln>
        </p:spPr>
      </p:pic>
      <p:pic>
        <p:nvPicPr>
          <p:cNvPr id="3040" name="Google Shape;3040;p140"/>
          <p:cNvPicPr preferRelativeResize="0"/>
          <p:nvPr/>
        </p:nvPicPr>
        <p:blipFill>
          <a:blip r:embed="rId6">
            <a:alphaModFix/>
          </a:blip>
          <a:stretch>
            <a:fillRect/>
          </a:stretch>
        </p:blipFill>
        <p:spPr>
          <a:xfrm>
            <a:off x="7246525" y="1047100"/>
            <a:ext cx="1331400" cy="1331400"/>
          </a:xfrm>
          <a:prstGeom prst="rect">
            <a:avLst/>
          </a:prstGeom>
          <a:noFill/>
          <a:ln>
            <a:noFill/>
          </a:ln>
        </p:spPr>
      </p:pic>
      <p:sp>
        <p:nvSpPr>
          <p:cNvPr id="3041" name="Google Shape;3041;p140"/>
          <p:cNvSpPr txBox="1"/>
          <p:nvPr/>
        </p:nvSpPr>
        <p:spPr>
          <a:xfrm>
            <a:off x="228775" y="2229675"/>
            <a:ext cx="2098200" cy="445500"/>
          </a:xfrm>
          <a:prstGeom prst="rect">
            <a:avLst/>
          </a:prstGeom>
          <a:solidFill>
            <a:srgbClr val="5E5E5E"/>
          </a:solid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000" b="1">
                <a:solidFill>
                  <a:srgbClr val="FFFFFF"/>
                </a:solidFill>
                <a:latin typeface="Poppins"/>
                <a:ea typeface="Poppins"/>
                <a:cs typeface="Poppins"/>
                <a:sym typeface="Poppins"/>
              </a:rPr>
              <a:t>DÉFINITION</a:t>
            </a:r>
            <a:endParaRPr sz="1000" b="1">
              <a:solidFill>
                <a:srgbClr val="FFFFFF"/>
              </a:solidFill>
              <a:latin typeface="Poppins"/>
              <a:ea typeface="Poppins"/>
              <a:cs typeface="Poppins"/>
              <a:sym typeface="Poppins"/>
            </a:endParaRPr>
          </a:p>
          <a:p>
            <a:pPr marL="0" lvl="0" indent="0" algn="ctr" rtl="0">
              <a:spcBef>
                <a:spcPts val="0"/>
              </a:spcBef>
              <a:spcAft>
                <a:spcPts val="0"/>
              </a:spcAft>
              <a:buNone/>
            </a:pPr>
            <a:r>
              <a:rPr lang="en" sz="1000" b="1">
                <a:solidFill>
                  <a:srgbClr val="98A4AE"/>
                </a:solidFill>
                <a:latin typeface="Poppins"/>
                <a:ea typeface="Poppins"/>
                <a:cs typeface="Poppins"/>
                <a:sym typeface="Poppins"/>
              </a:rPr>
              <a:t>Découvrir les objectifs </a:t>
            </a:r>
            <a:endParaRPr sz="1000" b="1">
              <a:solidFill>
                <a:srgbClr val="FFFFFF"/>
              </a:solidFill>
              <a:latin typeface="Poppins"/>
              <a:ea typeface="Poppins"/>
              <a:cs typeface="Poppins"/>
              <a:sym typeface="Poppins"/>
            </a:endParaRPr>
          </a:p>
        </p:txBody>
      </p:sp>
      <p:sp>
        <p:nvSpPr>
          <p:cNvPr id="3042" name="Google Shape;3042;p140"/>
          <p:cNvSpPr txBox="1"/>
          <p:nvPr/>
        </p:nvSpPr>
        <p:spPr>
          <a:xfrm>
            <a:off x="2424858" y="2229675"/>
            <a:ext cx="2098200" cy="445500"/>
          </a:xfrm>
          <a:prstGeom prst="rect">
            <a:avLst/>
          </a:prstGeom>
          <a:solidFill>
            <a:srgbClr val="5E5E5E"/>
          </a:solid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 sz="1000" b="1">
                <a:solidFill>
                  <a:schemeClr val="lt1"/>
                </a:solidFill>
                <a:latin typeface="Poppins"/>
                <a:ea typeface="Poppins"/>
                <a:cs typeface="Poppins"/>
                <a:sym typeface="Poppins"/>
              </a:rPr>
              <a:t>DIAGNOSTIC</a:t>
            </a:r>
            <a:endParaRPr sz="1000" b="1">
              <a:solidFill>
                <a:srgbClr val="FFFFFF"/>
              </a:solidFill>
              <a:latin typeface="Poppins"/>
              <a:ea typeface="Poppins"/>
              <a:cs typeface="Poppins"/>
              <a:sym typeface="Poppins"/>
            </a:endParaRPr>
          </a:p>
          <a:p>
            <a:pPr marL="0" lvl="0" indent="0" algn="ctr" rtl="0">
              <a:spcBef>
                <a:spcPts val="0"/>
              </a:spcBef>
              <a:spcAft>
                <a:spcPts val="0"/>
              </a:spcAft>
              <a:buNone/>
            </a:pPr>
            <a:r>
              <a:rPr lang="en" sz="1000" b="1">
                <a:solidFill>
                  <a:srgbClr val="98A4AE"/>
                </a:solidFill>
                <a:latin typeface="Poppins"/>
                <a:ea typeface="Poppins"/>
                <a:cs typeface="Poppins"/>
                <a:sym typeface="Poppins"/>
              </a:rPr>
              <a:t>Faire preuve d'empathie</a:t>
            </a:r>
            <a:endParaRPr sz="1000" b="1">
              <a:solidFill>
                <a:srgbClr val="FFFFFF"/>
              </a:solidFill>
              <a:latin typeface="Poppins"/>
              <a:ea typeface="Poppins"/>
              <a:cs typeface="Poppins"/>
              <a:sym typeface="Poppins"/>
            </a:endParaRPr>
          </a:p>
        </p:txBody>
      </p:sp>
      <p:sp>
        <p:nvSpPr>
          <p:cNvPr id="3043" name="Google Shape;3043;p140"/>
          <p:cNvSpPr txBox="1"/>
          <p:nvPr/>
        </p:nvSpPr>
        <p:spPr>
          <a:xfrm>
            <a:off x="4620942" y="2229675"/>
            <a:ext cx="2098200" cy="445500"/>
          </a:xfrm>
          <a:prstGeom prst="rect">
            <a:avLst/>
          </a:prstGeom>
          <a:solidFill>
            <a:srgbClr val="5E5E5E"/>
          </a:solid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000" b="1">
                <a:solidFill>
                  <a:srgbClr val="FFFFFF"/>
                </a:solidFill>
                <a:latin typeface="Poppins"/>
                <a:ea typeface="Poppins"/>
                <a:cs typeface="Poppins"/>
                <a:sym typeface="Poppins"/>
              </a:rPr>
              <a:t>DESIGN</a:t>
            </a:r>
            <a:endParaRPr sz="1000" b="1">
              <a:solidFill>
                <a:srgbClr val="FFFFFF"/>
              </a:solidFill>
              <a:latin typeface="Poppins"/>
              <a:ea typeface="Poppins"/>
              <a:cs typeface="Poppins"/>
              <a:sym typeface="Poppins"/>
            </a:endParaRPr>
          </a:p>
          <a:p>
            <a:pPr marL="0" lvl="0" indent="0" algn="ctr" rtl="0">
              <a:spcBef>
                <a:spcPts val="0"/>
              </a:spcBef>
              <a:spcAft>
                <a:spcPts val="0"/>
              </a:spcAft>
              <a:buNone/>
            </a:pPr>
            <a:r>
              <a:rPr lang="en" sz="1000" b="1">
                <a:solidFill>
                  <a:srgbClr val="98A4AE"/>
                </a:solidFill>
                <a:latin typeface="Poppins"/>
                <a:ea typeface="Poppins"/>
                <a:cs typeface="Poppins"/>
                <a:sym typeface="Poppins"/>
              </a:rPr>
              <a:t>Concevoir et prototyper</a:t>
            </a:r>
            <a:endParaRPr sz="1000" b="1">
              <a:solidFill>
                <a:srgbClr val="FFFFFF"/>
              </a:solidFill>
              <a:latin typeface="Poppins"/>
              <a:ea typeface="Poppins"/>
              <a:cs typeface="Poppins"/>
              <a:sym typeface="Poppins"/>
            </a:endParaRPr>
          </a:p>
        </p:txBody>
      </p:sp>
      <p:sp>
        <p:nvSpPr>
          <p:cNvPr id="3044" name="Google Shape;3044;p140"/>
          <p:cNvSpPr txBox="1"/>
          <p:nvPr/>
        </p:nvSpPr>
        <p:spPr>
          <a:xfrm>
            <a:off x="6817025" y="2229675"/>
            <a:ext cx="2098200" cy="445500"/>
          </a:xfrm>
          <a:prstGeom prst="rect">
            <a:avLst/>
          </a:prstGeom>
          <a:solidFill>
            <a:srgbClr val="5E5E5E"/>
          </a:solid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000" b="1">
                <a:solidFill>
                  <a:srgbClr val="FFFFFF"/>
                </a:solidFill>
                <a:latin typeface="Poppins"/>
                <a:ea typeface="Poppins"/>
                <a:cs typeface="Poppins"/>
                <a:sym typeface="Poppins"/>
              </a:rPr>
              <a:t>IMPLÉMENTATION</a:t>
            </a:r>
            <a:endParaRPr sz="1000" b="1">
              <a:solidFill>
                <a:srgbClr val="FFFFFF"/>
              </a:solidFill>
              <a:latin typeface="Poppins"/>
              <a:ea typeface="Poppins"/>
              <a:cs typeface="Poppins"/>
              <a:sym typeface="Poppins"/>
            </a:endParaRPr>
          </a:p>
          <a:p>
            <a:pPr marL="0" lvl="0" indent="0" algn="ctr" rtl="0">
              <a:spcBef>
                <a:spcPts val="0"/>
              </a:spcBef>
              <a:spcAft>
                <a:spcPts val="0"/>
              </a:spcAft>
              <a:buNone/>
            </a:pPr>
            <a:r>
              <a:rPr lang="en" sz="1000" b="1">
                <a:solidFill>
                  <a:srgbClr val="98A4AE"/>
                </a:solidFill>
                <a:latin typeface="Poppins"/>
                <a:ea typeface="Poppins"/>
                <a:cs typeface="Poppins"/>
                <a:sym typeface="Poppins"/>
              </a:rPr>
              <a:t>Tester et faire évoluer</a:t>
            </a:r>
            <a:endParaRPr sz="1000" b="1">
              <a:solidFill>
                <a:srgbClr val="FFFFFF"/>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3539"/>
        <p:cNvGrpSpPr/>
        <p:nvPr/>
      </p:nvGrpSpPr>
      <p:grpSpPr>
        <a:xfrm>
          <a:off x="0" y="0"/>
          <a:ext cx="0" cy="0"/>
          <a:chOff x="0" y="0"/>
          <a:chExt cx="0" cy="0"/>
        </a:xfrm>
      </p:grpSpPr>
      <p:cxnSp>
        <p:nvCxnSpPr>
          <p:cNvPr id="3540" name="Google Shape;3540;p171"/>
          <p:cNvCxnSpPr/>
          <p:nvPr/>
        </p:nvCxnSpPr>
        <p:spPr>
          <a:xfrm rot="10800000">
            <a:off x="1389663" y="2508925"/>
            <a:ext cx="244800" cy="0"/>
          </a:xfrm>
          <a:prstGeom prst="straightConnector1">
            <a:avLst/>
          </a:prstGeom>
          <a:noFill/>
          <a:ln w="19050" cap="flat" cmpd="sng">
            <a:solidFill>
              <a:schemeClr val="dk1"/>
            </a:solidFill>
            <a:prstDash val="solid"/>
            <a:round/>
            <a:headEnd type="triangle" w="med" len="med"/>
            <a:tailEnd type="none" w="med" len="med"/>
          </a:ln>
        </p:spPr>
      </p:cxnSp>
      <p:sp>
        <p:nvSpPr>
          <p:cNvPr id="3541" name="Google Shape;3541;p171"/>
          <p:cNvSpPr/>
          <p:nvPr/>
        </p:nvSpPr>
        <p:spPr>
          <a:xfrm>
            <a:off x="454500" y="3238162"/>
            <a:ext cx="694500" cy="694500"/>
          </a:xfrm>
          <a:prstGeom prst="flowChartConnector">
            <a:avLst/>
          </a:prstGeom>
          <a:solidFill>
            <a:srgbClr val="FFB2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b="1">
                <a:solidFill>
                  <a:schemeClr val="lt1"/>
                </a:solidFill>
                <a:latin typeface="Poppins"/>
                <a:ea typeface="Poppins"/>
                <a:cs typeface="Poppins"/>
                <a:sym typeface="Poppins"/>
              </a:rPr>
              <a:t>UNICEF</a:t>
            </a:r>
            <a:endParaRPr sz="800" b="1">
              <a:solidFill>
                <a:schemeClr val="lt1"/>
              </a:solidFill>
              <a:latin typeface="Poppins"/>
              <a:ea typeface="Poppins"/>
              <a:cs typeface="Poppins"/>
              <a:sym typeface="Poppins"/>
            </a:endParaRPr>
          </a:p>
        </p:txBody>
      </p:sp>
      <p:sp>
        <p:nvSpPr>
          <p:cNvPr id="3542" name="Google Shape;3542;p171"/>
          <p:cNvSpPr/>
          <p:nvPr/>
        </p:nvSpPr>
        <p:spPr>
          <a:xfrm>
            <a:off x="1875153" y="2164650"/>
            <a:ext cx="694500" cy="694500"/>
          </a:xfrm>
          <a:prstGeom prst="flowChartConnector">
            <a:avLst/>
          </a:prstGeom>
          <a:solidFill>
            <a:srgbClr val="FF8B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b="1" dirty="0">
                <a:solidFill>
                  <a:schemeClr val="lt1"/>
                </a:solidFill>
                <a:latin typeface="Poppins"/>
                <a:ea typeface="Poppins"/>
                <a:cs typeface="Poppins"/>
                <a:sym typeface="Poppins"/>
              </a:rPr>
              <a:t>Études quantit-atives</a:t>
            </a:r>
            <a:endParaRPr sz="800" b="1" dirty="0">
              <a:solidFill>
                <a:schemeClr val="lt1"/>
              </a:solidFill>
              <a:latin typeface="Poppins"/>
              <a:ea typeface="Poppins"/>
              <a:cs typeface="Poppins"/>
              <a:sym typeface="Poppins"/>
            </a:endParaRPr>
          </a:p>
        </p:txBody>
      </p:sp>
      <p:sp>
        <p:nvSpPr>
          <p:cNvPr id="3544" name="Google Shape;3544;p171"/>
          <p:cNvSpPr/>
          <p:nvPr/>
        </p:nvSpPr>
        <p:spPr>
          <a:xfrm>
            <a:off x="1808835" y="3292263"/>
            <a:ext cx="694500" cy="694500"/>
          </a:xfrm>
          <a:prstGeom prst="flowChartConnector">
            <a:avLst/>
          </a:prstGeom>
          <a:solidFill>
            <a:srgbClr val="FF8B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b="1">
                <a:solidFill>
                  <a:schemeClr val="lt1"/>
                </a:solidFill>
                <a:latin typeface="Poppins"/>
                <a:ea typeface="Poppins"/>
                <a:cs typeface="Poppins"/>
                <a:sym typeface="Poppins"/>
              </a:rPr>
              <a:t>Études qualitatives</a:t>
            </a:r>
            <a:endParaRPr sz="800" b="1">
              <a:solidFill>
                <a:schemeClr val="lt1"/>
              </a:solidFill>
              <a:latin typeface="Poppins"/>
              <a:ea typeface="Poppins"/>
              <a:cs typeface="Poppins"/>
              <a:sym typeface="Poppins"/>
            </a:endParaRPr>
          </a:p>
        </p:txBody>
      </p:sp>
      <p:sp>
        <p:nvSpPr>
          <p:cNvPr id="3545" name="Google Shape;3545;p171"/>
          <p:cNvSpPr txBox="1"/>
          <p:nvPr/>
        </p:nvSpPr>
        <p:spPr>
          <a:xfrm>
            <a:off x="1634475" y="4303550"/>
            <a:ext cx="1202100" cy="800400"/>
          </a:xfrm>
          <a:prstGeom prst="rect">
            <a:avLst/>
          </a:prstGeom>
          <a:noFill/>
          <a:ln>
            <a:noFill/>
          </a:ln>
        </p:spPr>
        <p:txBody>
          <a:bodyPr spcFirstLastPara="1" wrap="square" lIns="0" tIns="91425" rIns="0" bIns="91425" anchor="t" anchorCtr="0">
            <a:spAutoFit/>
          </a:bodyPr>
          <a:lstStyle/>
          <a:p>
            <a:pPr marL="0" lvl="0" indent="0" algn="ctr" rtl="0">
              <a:spcBef>
                <a:spcPts val="0"/>
              </a:spcBef>
              <a:spcAft>
                <a:spcPts val="0"/>
              </a:spcAft>
              <a:buNone/>
            </a:pPr>
            <a:r>
              <a:rPr lang="en" sz="800" b="1">
                <a:solidFill>
                  <a:srgbClr val="FF8B00"/>
                </a:solidFill>
                <a:latin typeface="Poppins"/>
                <a:ea typeface="Poppins"/>
                <a:cs typeface="Poppins"/>
                <a:sym typeface="Poppins"/>
              </a:rPr>
              <a:t>MÉTHODOLOGIES STANDARDS</a:t>
            </a:r>
            <a:endParaRPr sz="800" b="1">
              <a:solidFill>
                <a:srgbClr val="FF8B00"/>
              </a:solidFill>
              <a:latin typeface="Poppins"/>
              <a:ea typeface="Poppins"/>
              <a:cs typeface="Poppins"/>
              <a:sym typeface="Poppins"/>
            </a:endParaRPr>
          </a:p>
          <a:p>
            <a:pPr marL="0" lvl="0" indent="0" algn="ctr" rtl="0">
              <a:spcBef>
                <a:spcPts val="0"/>
              </a:spcBef>
              <a:spcAft>
                <a:spcPts val="0"/>
              </a:spcAft>
              <a:buNone/>
            </a:pPr>
            <a:r>
              <a:rPr lang="en" sz="800" i="1">
                <a:solidFill>
                  <a:schemeClr val="dk1"/>
                </a:solidFill>
                <a:latin typeface="Lato"/>
                <a:ea typeface="Lato"/>
                <a:cs typeface="Lato"/>
                <a:sym typeface="Lato"/>
              </a:rPr>
              <a:t>transformer les données en opportunités de changement de normes</a:t>
            </a:r>
            <a:endParaRPr sz="800" b="1" i="1">
              <a:solidFill>
                <a:schemeClr val="dk1"/>
              </a:solidFill>
              <a:latin typeface="Lato"/>
              <a:ea typeface="Lato"/>
              <a:cs typeface="Lato"/>
              <a:sym typeface="Lato"/>
            </a:endParaRPr>
          </a:p>
        </p:txBody>
      </p:sp>
      <p:sp>
        <p:nvSpPr>
          <p:cNvPr id="3546" name="Google Shape;3546;p171"/>
          <p:cNvSpPr txBox="1"/>
          <p:nvPr/>
        </p:nvSpPr>
        <p:spPr>
          <a:xfrm>
            <a:off x="224372" y="4303550"/>
            <a:ext cx="1282200" cy="800400"/>
          </a:xfrm>
          <a:prstGeom prst="rect">
            <a:avLst/>
          </a:prstGeom>
          <a:noFill/>
          <a:ln>
            <a:noFill/>
          </a:ln>
        </p:spPr>
        <p:txBody>
          <a:bodyPr spcFirstLastPara="1" wrap="square" lIns="0" tIns="91425" rIns="0" bIns="91425" anchor="t" anchorCtr="0">
            <a:spAutoFit/>
          </a:bodyPr>
          <a:lstStyle/>
          <a:p>
            <a:pPr marL="0" lvl="0" indent="0" algn="ctr" rtl="0">
              <a:spcBef>
                <a:spcPts val="0"/>
              </a:spcBef>
              <a:spcAft>
                <a:spcPts val="0"/>
              </a:spcAft>
              <a:buNone/>
            </a:pPr>
            <a:r>
              <a:rPr lang="en" sz="800" b="1">
                <a:solidFill>
                  <a:srgbClr val="FFB200"/>
                </a:solidFill>
                <a:latin typeface="Poppins"/>
                <a:ea typeface="Poppins"/>
                <a:cs typeface="Poppins"/>
                <a:sym typeface="Poppins"/>
              </a:rPr>
              <a:t>AGENTS POUR LE CHANGEMENT</a:t>
            </a:r>
            <a:endParaRPr sz="800" b="1">
              <a:solidFill>
                <a:srgbClr val="FFB200"/>
              </a:solidFill>
              <a:latin typeface="Poppins"/>
              <a:ea typeface="Poppins"/>
              <a:cs typeface="Poppins"/>
              <a:sym typeface="Poppins"/>
            </a:endParaRPr>
          </a:p>
          <a:p>
            <a:pPr marL="0" lvl="0" indent="0" algn="ctr" rtl="0">
              <a:spcBef>
                <a:spcPts val="0"/>
              </a:spcBef>
              <a:spcAft>
                <a:spcPts val="0"/>
              </a:spcAft>
              <a:buNone/>
            </a:pPr>
            <a:r>
              <a:rPr lang="en" sz="800" i="1">
                <a:solidFill>
                  <a:schemeClr val="dk1"/>
                </a:solidFill>
                <a:latin typeface="Lato"/>
                <a:ea typeface="Lato"/>
                <a:cs typeface="Lato"/>
                <a:sym typeface="Lato"/>
              </a:rPr>
              <a:t>renforcer les capacités locales pour une résolution durable des problèmes</a:t>
            </a:r>
            <a:endParaRPr sz="800" i="1">
              <a:solidFill>
                <a:schemeClr val="dk1"/>
              </a:solidFill>
              <a:latin typeface="Lato"/>
              <a:ea typeface="Lato"/>
              <a:cs typeface="Lato"/>
              <a:sym typeface="Lato"/>
            </a:endParaRPr>
          </a:p>
        </p:txBody>
      </p:sp>
      <p:sp>
        <p:nvSpPr>
          <p:cNvPr id="3547" name="Google Shape;3547;p171"/>
          <p:cNvSpPr/>
          <p:nvPr/>
        </p:nvSpPr>
        <p:spPr>
          <a:xfrm>
            <a:off x="0" y="0"/>
            <a:ext cx="9144000" cy="578100"/>
          </a:xfrm>
          <a:prstGeom prst="rect">
            <a:avLst/>
          </a:prstGeom>
          <a:solidFill>
            <a:srgbClr val="00B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FFFF"/>
                </a:solidFill>
                <a:latin typeface="Poppins Black"/>
                <a:ea typeface="Poppins Black"/>
                <a:cs typeface="Poppins Black"/>
                <a:sym typeface="Poppins Black"/>
              </a:rPr>
              <a:t>DCH + BI comme des outils SBC</a:t>
            </a:r>
            <a:endParaRPr sz="1000">
              <a:solidFill>
                <a:srgbClr val="FFFFFF"/>
              </a:solidFill>
              <a:latin typeface="Poppins Black"/>
              <a:ea typeface="Poppins Black"/>
              <a:cs typeface="Poppins Black"/>
              <a:sym typeface="Poppins Black"/>
            </a:endParaRPr>
          </a:p>
        </p:txBody>
      </p:sp>
      <p:sp>
        <p:nvSpPr>
          <p:cNvPr id="3548" name="Google Shape;3548;p171"/>
          <p:cNvSpPr/>
          <p:nvPr/>
        </p:nvSpPr>
        <p:spPr>
          <a:xfrm>
            <a:off x="3135973" y="985443"/>
            <a:ext cx="1603200" cy="1603200"/>
          </a:xfrm>
          <a:prstGeom prst="flowChartConnector">
            <a:avLst/>
          </a:prstGeom>
          <a:noFill/>
          <a:ln w="38100" cap="flat" cmpd="sng">
            <a:solidFill>
              <a:srgbClr val="00BFF4"/>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b="1">
                <a:solidFill>
                  <a:srgbClr val="00BFF4"/>
                </a:solidFill>
                <a:latin typeface="Poppins"/>
                <a:ea typeface="Poppins"/>
                <a:cs typeface="Poppins"/>
                <a:sym typeface="Poppins"/>
              </a:rPr>
              <a:t>HCD</a:t>
            </a:r>
            <a:endParaRPr b="1">
              <a:solidFill>
                <a:srgbClr val="00BFF4"/>
              </a:solidFill>
              <a:latin typeface="Poppins"/>
              <a:ea typeface="Poppins"/>
              <a:cs typeface="Poppins"/>
              <a:sym typeface="Poppins"/>
            </a:endParaRPr>
          </a:p>
          <a:p>
            <a:pPr marL="0" lvl="0" indent="0" algn="ctr" rtl="0">
              <a:spcBef>
                <a:spcPts val="0"/>
              </a:spcBef>
              <a:spcAft>
                <a:spcPts val="0"/>
              </a:spcAft>
              <a:buNone/>
            </a:pPr>
            <a:r>
              <a:rPr lang="en" sz="800" i="1">
                <a:solidFill>
                  <a:schemeClr val="dk1"/>
                </a:solidFill>
                <a:latin typeface="Lato"/>
                <a:ea typeface="Lato"/>
                <a:cs typeface="Lato"/>
                <a:sym typeface="Lato"/>
              </a:rPr>
              <a:t>voir les défis à travers les yeux de la communauté et identifier les opportunités là où les solutions précédentes ont échoué</a:t>
            </a:r>
            <a:endParaRPr b="1">
              <a:solidFill>
                <a:schemeClr val="dk2"/>
              </a:solidFill>
              <a:latin typeface="Lato"/>
              <a:ea typeface="Lato"/>
              <a:cs typeface="Lato"/>
              <a:sym typeface="Lato"/>
            </a:endParaRPr>
          </a:p>
        </p:txBody>
      </p:sp>
      <p:sp>
        <p:nvSpPr>
          <p:cNvPr id="3549" name="Google Shape;3549;p171"/>
          <p:cNvSpPr/>
          <p:nvPr/>
        </p:nvSpPr>
        <p:spPr>
          <a:xfrm>
            <a:off x="3135973" y="2372826"/>
            <a:ext cx="1603200" cy="1603200"/>
          </a:xfrm>
          <a:prstGeom prst="flowChartConnector">
            <a:avLst/>
          </a:prstGeom>
          <a:noFill/>
          <a:ln w="38100" cap="flat" cmpd="sng">
            <a:solidFill>
              <a:srgbClr val="00BFF4"/>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b="1">
                <a:solidFill>
                  <a:srgbClr val="00BFF4"/>
                </a:solidFill>
                <a:latin typeface="Poppins"/>
                <a:ea typeface="Poppins"/>
                <a:cs typeface="Poppins"/>
                <a:sym typeface="Poppins"/>
              </a:rPr>
              <a:t>BI</a:t>
            </a:r>
            <a:endParaRPr b="1">
              <a:solidFill>
                <a:srgbClr val="00BFF4"/>
              </a:solidFill>
              <a:latin typeface="Poppins"/>
              <a:ea typeface="Poppins"/>
              <a:cs typeface="Poppins"/>
              <a:sym typeface="Poppins"/>
            </a:endParaRPr>
          </a:p>
          <a:p>
            <a:pPr marL="0" lvl="0" indent="0" algn="ctr" rtl="0">
              <a:spcBef>
                <a:spcPts val="0"/>
              </a:spcBef>
              <a:spcAft>
                <a:spcPts val="0"/>
              </a:spcAft>
              <a:buNone/>
            </a:pPr>
            <a:r>
              <a:rPr lang="en" sz="800" i="1">
                <a:solidFill>
                  <a:schemeClr val="dk1"/>
                </a:solidFill>
                <a:latin typeface="Lato"/>
                <a:ea typeface="Lato"/>
                <a:cs typeface="Lato"/>
                <a:sym typeface="Lato"/>
              </a:rPr>
              <a:t>regarder comment les décisions et les actions sont influencées par des facteurs extérieurs à notre conscience (habitudes, environnements, normes sociales, heuristiques)</a:t>
            </a:r>
            <a:endParaRPr>
              <a:solidFill>
                <a:schemeClr val="dk2"/>
              </a:solidFill>
              <a:latin typeface="Lato"/>
              <a:ea typeface="Lato"/>
              <a:cs typeface="Lato"/>
              <a:sym typeface="Lato"/>
            </a:endParaRPr>
          </a:p>
        </p:txBody>
      </p:sp>
      <p:sp>
        <p:nvSpPr>
          <p:cNvPr id="3550" name="Google Shape;3550;p171"/>
          <p:cNvSpPr txBox="1"/>
          <p:nvPr/>
        </p:nvSpPr>
        <p:spPr>
          <a:xfrm>
            <a:off x="5686550" y="4303550"/>
            <a:ext cx="1282200" cy="677100"/>
          </a:xfrm>
          <a:prstGeom prst="rect">
            <a:avLst/>
          </a:prstGeom>
          <a:noFill/>
          <a:ln>
            <a:noFill/>
          </a:ln>
        </p:spPr>
        <p:txBody>
          <a:bodyPr spcFirstLastPara="1" wrap="square" lIns="0" tIns="91425" rIns="0" bIns="91425" anchor="t" anchorCtr="0">
            <a:spAutoFit/>
          </a:bodyPr>
          <a:lstStyle/>
          <a:p>
            <a:pPr marL="0" lvl="0" indent="0" algn="ctr" rtl="0">
              <a:spcBef>
                <a:spcPts val="0"/>
              </a:spcBef>
              <a:spcAft>
                <a:spcPts val="0"/>
              </a:spcAft>
              <a:buClr>
                <a:schemeClr val="dk1"/>
              </a:buClr>
              <a:buSzPts val="1100"/>
              <a:buFont typeface="Arial"/>
              <a:buNone/>
            </a:pPr>
            <a:r>
              <a:rPr lang="en" sz="800" b="1" dirty="0">
                <a:solidFill>
                  <a:srgbClr val="8B2880"/>
                </a:solidFill>
                <a:latin typeface="Poppins"/>
                <a:ea typeface="Poppins"/>
                <a:cs typeface="Poppins"/>
                <a:sym typeface="Poppins"/>
              </a:rPr>
              <a:t>ACTIVITÉS</a:t>
            </a:r>
            <a:endParaRPr sz="800" b="1" dirty="0">
              <a:solidFill>
                <a:srgbClr val="8B2880"/>
              </a:solidFill>
              <a:latin typeface="Poppins"/>
              <a:ea typeface="Poppins"/>
              <a:cs typeface="Poppins"/>
              <a:sym typeface="Poppins"/>
            </a:endParaRPr>
          </a:p>
          <a:p>
            <a:pPr marL="0" lvl="0" indent="0" algn="ctr" rtl="0">
              <a:spcBef>
                <a:spcPts val="0"/>
              </a:spcBef>
              <a:spcAft>
                <a:spcPts val="0"/>
              </a:spcAft>
              <a:buClr>
                <a:schemeClr val="dk1"/>
              </a:buClr>
              <a:buSzPts val="1100"/>
              <a:buFont typeface="Arial"/>
              <a:buNone/>
            </a:pPr>
            <a:r>
              <a:rPr lang="en" sz="800" i="1" dirty="0">
                <a:solidFill>
                  <a:schemeClr val="dk1"/>
                </a:solidFill>
                <a:latin typeface="Lato"/>
                <a:ea typeface="Lato"/>
                <a:cs typeface="Lato"/>
                <a:sym typeface="Lato"/>
              </a:rPr>
              <a:t>stratégies articulées pour l'engagement communautaire</a:t>
            </a:r>
            <a:endParaRPr sz="800" i="1" dirty="0">
              <a:solidFill>
                <a:schemeClr val="dk1"/>
              </a:solidFill>
              <a:latin typeface="Lato"/>
              <a:ea typeface="Lato"/>
              <a:cs typeface="Lato"/>
              <a:sym typeface="Lato"/>
            </a:endParaRPr>
          </a:p>
          <a:p>
            <a:pPr marL="0" lvl="0" indent="0" algn="ctr" rtl="0">
              <a:spcBef>
                <a:spcPts val="0"/>
              </a:spcBef>
              <a:spcAft>
                <a:spcPts val="0"/>
              </a:spcAft>
              <a:buClr>
                <a:schemeClr val="dk1"/>
              </a:buClr>
              <a:buSzPts val="1100"/>
              <a:buFont typeface="Arial"/>
              <a:buNone/>
            </a:pPr>
            <a:endParaRPr sz="800" i="1" dirty="0">
              <a:solidFill>
                <a:schemeClr val="dk1"/>
              </a:solidFill>
              <a:latin typeface="Lato"/>
              <a:ea typeface="Lato"/>
              <a:cs typeface="Lato"/>
              <a:sym typeface="Lato"/>
            </a:endParaRPr>
          </a:p>
        </p:txBody>
      </p:sp>
      <p:cxnSp>
        <p:nvCxnSpPr>
          <p:cNvPr id="3551" name="Google Shape;3551;p171"/>
          <p:cNvCxnSpPr/>
          <p:nvPr/>
        </p:nvCxnSpPr>
        <p:spPr>
          <a:xfrm rot="10800000">
            <a:off x="2766163" y="2511900"/>
            <a:ext cx="244800" cy="0"/>
          </a:xfrm>
          <a:prstGeom prst="straightConnector1">
            <a:avLst/>
          </a:prstGeom>
          <a:noFill/>
          <a:ln w="19050" cap="flat" cmpd="sng">
            <a:solidFill>
              <a:schemeClr val="dk1"/>
            </a:solidFill>
            <a:prstDash val="solid"/>
            <a:round/>
            <a:headEnd type="triangle" w="med" len="med"/>
            <a:tailEnd type="none" w="med" len="med"/>
          </a:ln>
        </p:spPr>
      </p:cxnSp>
      <p:sp>
        <p:nvSpPr>
          <p:cNvPr id="3552" name="Google Shape;3552;p171"/>
          <p:cNvSpPr/>
          <p:nvPr/>
        </p:nvSpPr>
        <p:spPr>
          <a:xfrm>
            <a:off x="7757872" y="1561025"/>
            <a:ext cx="1080000" cy="1080000"/>
          </a:xfrm>
          <a:prstGeom prst="flowChartConnector">
            <a:avLst/>
          </a:prstGeom>
          <a:solidFill>
            <a:srgbClr val="FF3222">
              <a:alpha val="6071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i="1">
                <a:solidFill>
                  <a:schemeClr val="lt1"/>
                </a:solidFill>
                <a:latin typeface="Lato"/>
                <a:ea typeface="Lato"/>
                <a:cs typeface="Lato"/>
                <a:sym typeface="Lato"/>
              </a:rPr>
              <a:t>participations et appropriation mesurables de la communauté</a:t>
            </a:r>
            <a:endParaRPr sz="800" i="1">
              <a:solidFill>
                <a:schemeClr val="lt1"/>
              </a:solidFill>
              <a:latin typeface="Lato"/>
              <a:ea typeface="Lato"/>
              <a:cs typeface="Lato"/>
              <a:sym typeface="Lato"/>
            </a:endParaRPr>
          </a:p>
        </p:txBody>
      </p:sp>
      <p:cxnSp>
        <p:nvCxnSpPr>
          <p:cNvPr id="3553" name="Google Shape;3553;p171"/>
          <p:cNvCxnSpPr/>
          <p:nvPr/>
        </p:nvCxnSpPr>
        <p:spPr>
          <a:xfrm rot="10800000">
            <a:off x="6914263" y="2819488"/>
            <a:ext cx="244800" cy="0"/>
          </a:xfrm>
          <a:prstGeom prst="straightConnector1">
            <a:avLst/>
          </a:prstGeom>
          <a:noFill/>
          <a:ln w="19050" cap="flat" cmpd="sng">
            <a:solidFill>
              <a:schemeClr val="dk1"/>
            </a:solidFill>
            <a:prstDash val="solid"/>
            <a:round/>
            <a:headEnd type="triangle" w="med" len="med"/>
            <a:tailEnd type="none" w="med" len="med"/>
          </a:ln>
        </p:spPr>
      </p:cxnSp>
      <p:sp>
        <p:nvSpPr>
          <p:cNvPr id="3554" name="Google Shape;3554;p171"/>
          <p:cNvSpPr txBox="1"/>
          <p:nvPr/>
        </p:nvSpPr>
        <p:spPr>
          <a:xfrm>
            <a:off x="7621952" y="4303550"/>
            <a:ext cx="1282200" cy="923400"/>
          </a:xfrm>
          <a:prstGeom prst="rect">
            <a:avLst/>
          </a:prstGeom>
          <a:noFill/>
          <a:ln>
            <a:noFill/>
          </a:ln>
        </p:spPr>
        <p:txBody>
          <a:bodyPr spcFirstLastPara="1" wrap="square" lIns="0" tIns="91425" rIns="0" bIns="91425" anchor="t" anchorCtr="0">
            <a:spAutoFit/>
          </a:bodyPr>
          <a:lstStyle/>
          <a:p>
            <a:pPr marL="0" lvl="0" indent="0" algn="ctr" rtl="0">
              <a:spcBef>
                <a:spcPts val="0"/>
              </a:spcBef>
              <a:spcAft>
                <a:spcPts val="0"/>
              </a:spcAft>
              <a:buNone/>
            </a:pPr>
            <a:r>
              <a:rPr lang="en" sz="800" b="1">
                <a:solidFill>
                  <a:srgbClr val="FF3222"/>
                </a:solidFill>
                <a:latin typeface="Poppins"/>
                <a:ea typeface="Poppins"/>
                <a:cs typeface="Poppins"/>
                <a:sym typeface="Poppins"/>
              </a:rPr>
              <a:t>Gestion axée sur les résultats</a:t>
            </a:r>
            <a:endParaRPr sz="800" b="1">
              <a:solidFill>
                <a:srgbClr val="FF3222"/>
              </a:solidFill>
              <a:latin typeface="Poppins"/>
              <a:ea typeface="Poppins"/>
              <a:cs typeface="Poppins"/>
              <a:sym typeface="Poppins"/>
            </a:endParaRPr>
          </a:p>
          <a:p>
            <a:pPr marL="0" lvl="0" indent="0" algn="ctr" rtl="0">
              <a:spcBef>
                <a:spcPts val="0"/>
              </a:spcBef>
              <a:spcAft>
                <a:spcPts val="0"/>
              </a:spcAft>
              <a:buNone/>
            </a:pPr>
            <a:r>
              <a:rPr lang="en" sz="800" i="1">
                <a:solidFill>
                  <a:schemeClr val="dk1"/>
                </a:solidFill>
                <a:latin typeface="Lato"/>
                <a:ea typeface="Lato"/>
                <a:cs typeface="Lato"/>
                <a:sym typeface="Lato"/>
              </a:rPr>
              <a:t>un impact mesurable qui garantit que les communautés s'approprient la création de solutions</a:t>
            </a:r>
            <a:endParaRPr sz="800" b="1" i="1">
              <a:solidFill>
                <a:schemeClr val="dk1"/>
              </a:solidFill>
              <a:latin typeface="Lato"/>
              <a:ea typeface="Lato"/>
              <a:cs typeface="Lato"/>
              <a:sym typeface="Lato"/>
            </a:endParaRPr>
          </a:p>
        </p:txBody>
      </p:sp>
      <p:sp>
        <p:nvSpPr>
          <p:cNvPr id="3555" name="Google Shape;3555;p171"/>
          <p:cNvSpPr txBox="1"/>
          <p:nvPr/>
        </p:nvSpPr>
        <p:spPr>
          <a:xfrm>
            <a:off x="3274123" y="4158057"/>
            <a:ext cx="1326900" cy="923400"/>
          </a:xfrm>
          <a:prstGeom prst="rect">
            <a:avLst/>
          </a:prstGeom>
          <a:noFill/>
          <a:ln>
            <a:noFill/>
          </a:ln>
        </p:spPr>
        <p:txBody>
          <a:bodyPr spcFirstLastPara="1" wrap="square" lIns="0" tIns="91425" rIns="0" bIns="91425" anchor="t" anchorCtr="0">
            <a:spAutoFit/>
          </a:bodyPr>
          <a:lstStyle/>
          <a:p>
            <a:pPr marL="0" lvl="0" indent="0" algn="ctr" rtl="0">
              <a:spcBef>
                <a:spcPts val="0"/>
              </a:spcBef>
              <a:spcAft>
                <a:spcPts val="0"/>
              </a:spcAft>
              <a:buNone/>
            </a:pPr>
            <a:r>
              <a:rPr lang="en" sz="800" b="1" dirty="0">
                <a:solidFill>
                  <a:srgbClr val="00BFF4"/>
                </a:solidFill>
                <a:latin typeface="Poppins"/>
                <a:ea typeface="Poppins"/>
                <a:cs typeface="Poppins"/>
                <a:sym typeface="Poppins"/>
              </a:rPr>
              <a:t>NOUVELLES</a:t>
            </a:r>
            <a:endParaRPr sz="800" b="1" dirty="0">
              <a:solidFill>
                <a:srgbClr val="00BFF4"/>
              </a:solidFill>
              <a:latin typeface="Poppins"/>
              <a:ea typeface="Poppins"/>
              <a:cs typeface="Poppins"/>
              <a:sym typeface="Poppins"/>
            </a:endParaRPr>
          </a:p>
          <a:p>
            <a:pPr marL="0" lvl="0" indent="0" algn="ctr" rtl="0">
              <a:spcBef>
                <a:spcPts val="0"/>
              </a:spcBef>
              <a:spcAft>
                <a:spcPts val="0"/>
              </a:spcAft>
              <a:buNone/>
            </a:pPr>
            <a:r>
              <a:rPr lang="en" sz="800" b="1" dirty="0">
                <a:solidFill>
                  <a:srgbClr val="00BFF4"/>
                </a:solidFill>
                <a:latin typeface="Poppins"/>
                <a:ea typeface="Poppins"/>
                <a:cs typeface="Poppins"/>
                <a:sym typeface="Poppins"/>
              </a:rPr>
              <a:t>MÉTHODOLOGIES</a:t>
            </a:r>
            <a:endParaRPr sz="800" b="1" dirty="0">
              <a:solidFill>
                <a:srgbClr val="00BFF4"/>
              </a:solidFill>
              <a:latin typeface="Poppins"/>
              <a:ea typeface="Poppins"/>
              <a:cs typeface="Poppins"/>
              <a:sym typeface="Poppins"/>
            </a:endParaRPr>
          </a:p>
          <a:p>
            <a:pPr marL="0" lvl="0" indent="0" algn="ctr" rtl="0">
              <a:spcBef>
                <a:spcPts val="0"/>
              </a:spcBef>
              <a:spcAft>
                <a:spcPts val="0"/>
              </a:spcAft>
              <a:buNone/>
            </a:pPr>
            <a:r>
              <a:rPr lang="en" sz="800" i="1" dirty="0">
                <a:solidFill>
                  <a:schemeClr val="dk1"/>
                </a:solidFill>
                <a:latin typeface="Lato"/>
                <a:ea typeface="Lato"/>
                <a:cs typeface="Lato"/>
                <a:sym typeface="Lato"/>
              </a:rPr>
              <a:t>tester les hypothèses pour obtenir des informations sur la communauté et des interventions sur mesure</a:t>
            </a:r>
            <a:endParaRPr sz="800" b="1" i="1" dirty="0">
              <a:solidFill>
                <a:schemeClr val="dk1"/>
              </a:solidFill>
              <a:latin typeface="Lato"/>
              <a:ea typeface="Lato"/>
              <a:cs typeface="Lato"/>
              <a:sym typeface="Lato"/>
            </a:endParaRPr>
          </a:p>
        </p:txBody>
      </p:sp>
      <p:sp>
        <p:nvSpPr>
          <p:cNvPr id="3556" name="Google Shape;3556;p171"/>
          <p:cNvSpPr/>
          <p:nvPr/>
        </p:nvSpPr>
        <p:spPr>
          <a:xfrm>
            <a:off x="454500" y="2527784"/>
            <a:ext cx="694500" cy="694500"/>
          </a:xfrm>
          <a:prstGeom prst="flowChartConnector">
            <a:avLst/>
          </a:prstGeom>
          <a:solidFill>
            <a:srgbClr val="FFB2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b="1">
                <a:solidFill>
                  <a:schemeClr val="lt1"/>
                </a:solidFill>
                <a:latin typeface="Poppins"/>
                <a:ea typeface="Poppins"/>
                <a:cs typeface="Poppins"/>
                <a:sym typeface="Poppins"/>
              </a:rPr>
              <a:t>Décideurs</a:t>
            </a:r>
            <a:endParaRPr sz="800" b="1">
              <a:solidFill>
                <a:schemeClr val="lt1"/>
              </a:solidFill>
              <a:latin typeface="Poppins"/>
              <a:ea typeface="Poppins"/>
              <a:cs typeface="Poppins"/>
              <a:sym typeface="Poppins"/>
            </a:endParaRPr>
          </a:p>
        </p:txBody>
      </p:sp>
      <p:sp>
        <p:nvSpPr>
          <p:cNvPr id="3557" name="Google Shape;3557;p171"/>
          <p:cNvSpPr/>
          <p:nvPr/>
        </p:nvSpPr>
        <p:spPr>
          <a:xfrm>
            <a:off x="454500" y="1817402"/>
            <a:ext cx="694500" cy="694500"/>
          </a:xfrm>
          <a:prstGeom prst="flowChartConnector">
            <a:avLst/>
          </a:prstGeom>
          <a:solidFill>
            <a:srgbClr val="FFB2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b="1">
                <a:solidFill>
                  <a:schemeClr val="lt1"/>
                </a:solidFill>
                <a:latin typeface="Poppins"/>
                <a:ea typeface="Poppins"/>
                <a:cs typeface="Poppins"/>
                <a:sym typeface="Poppins"/>
              </a:rPr>
              <a:t>Partena-ires OSC</a:t>
            </a:r>
            <a:endParaRPr sz="800" b="1">
              <a:solidFill>
                <a:schemeClr val="lt1"/>
              </a:solidFill>
              <a:latin typeface="Poppins"/>
              <a:ea typeface="Poppins"/>
              <a:cs typeface="Poppins"/>
              <a:sym typeface="Poppins"/>
            </a:endParaRPr>
          </a:p>
        </p:txBody>
      </p:sp>
      <p:sp>
        <p:nvSpPr>
          <p:cNvPr id="3558" name="Google Shape;3558;p171"/>
          <p:cNvSpPr/>
          <p:nvPr/>
        </p:nvSpPr>
        <p:spPr>
          <a:xfrm>
            <a:off x="454500" y="1107020"/>
            <a:ext cx="694500" cy="694500"/>
          </a:xfrm>
          <a:prstGeom prst="flowChartConnector">
            <a:avLst/>
          </a:prstGeom>
          <a:solidFill>
            <a:srgbClr val="FFB2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b="1">
                <a:solidFill>
                  <a:schemeClr val="lt1"/>
                </a:solidFill>
                <a:latin typeface="Poppins"/>
                <a:ea typeface="Poppins"/>
                <a:cs typeface="Poppins"/>
                <a:sym typeface="Poppins"/>
              </a:rPr>
              <a:t>Comm-</a:t>
            </a:r>
            <a:endParaRPr sz="800" b="1">
              <a:solidFill>
                <a:schemeClr val="lt1"/>
              </a:solidFill>
              <a:latin typeface="Poppins"/>
              <a:ea typeface="Poppins"/>
              <a:cs typeface="Poppins"/>
              <a:sym typeface="Poppins"/>
            </a:endParaRPr>
          </a:p>
          <a:p>
            <a:pPr marL="0" lvl="0" indent="0" algn="ctr" rtl="0">
              <a:spcBef>
                <a:spcPts val="0"/>
              </a:spcBef>
              <a:spcAft>
                <a:spcPts val="0"/>
              </a:spcAft>
              <a:buNone/>
            </a:pPr>
            <a:r>
              <a:rPr lang="en" sz="800" b="1">
                <a:solidFill>
                  <a:schemeClr val="lt1"/>
                </a:solidFill>
                <a:latin typeface="Poppins"/>
                <a:ea typeface="Poppins"/>
                <a:cs typeface="Poppins"/>
                <a:sym typeface="Poppins"/>
              </a:rPr>
              <a:t>unautés</a:t>
            </a:r>
            <a:endParaRPr sz="800" b="1">
              <a:solidFill>
                <a:schemeClr val="lt1"/>
              </a:solidFill>
              <a:latin typeface="Poppins"/>
              <a:ea typeface="Poppins"/>
              <a:cs typeface="Poppins"/>
              <a:sym typeface="Poppins"/>
            </a:endParaRPr>
          </a:p>
        </p:txBody>
      </p:sp>
      <p:sp>
        <p:nvSpPr>
          <p:cNvPr id="3559" name="Google Shape;3559;p171"/>
          <p:cNvSpPr/>
          <p:nvPr/>
        </p:nvSpPr>
        <p:spPr>
          <a:xfrm>
            <a:off x="1875155" y="1445750"/>
            <a:ext cx="694500" cy="694500"/>
          </a:xfrm>
          <a:prstGeom prst="flowChartConnector">
            <a:avLst/>
          </a:prstGeom>
          <a:solidFill>
            <a:srgbClr val="FF8B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b="1">
                <a:solidFill>
                  <a:schemeClr val="lt1"/>
                </a:solidFill>
                <a:latin typeface="Poppins"/>
                <a:ea typeface="Poppins"/>
                <a:cs typeface="Poppins"/>
                <a:sym typeface="Poppins"/>
              </a:rPr>
              <a:t>Rech. terrain</a:t>
            </a:r>
            <a:endParaRPr sz="800" b="1">
              <a:solidFill>
                <a:schemeClr val="lt1"/>
              </a:solidFill>
              <a:latin typeface="Poppins"/>
              <a:ea typeface="Poppins"/>
              <a:cs typeface="Poppins"/>
              <a:sym typeface="Poppins"/>
            </a:endParaRPr>
          </a:p>
        </p:txBody>
      </p:sp>
      <p:sp>
        <p:nvSpPr>
          <p:cNvPr id="3560" name="Google Shape;3560;p171"/>
          <p:cNvSpPr/>
          <p:nvPr/>
        </p:nvSpPr>
        <p:spPr>
          <a:xfrm>
            <a:off x="1875153" y="726850"/>
            <a:ext cx="694500" cy="694500"/>
          </a:xfrm>
          <a:prstGeom prst="flowChartConnector">
            <a:avLst/>
          </a:prstGeom>
          <a:solidFill>
            <a:srgbClr val="FF8B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b="1">
                <a:solidFill>
                  <a:schemeClr val="lt1"/>
                </a:solidFill>
                <a:latin typeface="Poppins"/>
                <a:ea typeface="Poppins"/>
                <a:cs typeface="Poppins"/>
                <a:sym typeface="Poppins"/>
              </a:rPr>
              <a:t>suivi et évaluat-ion</a:t>
            </a:r>
            <a:endParaRPr sz="800" b="1">
              <a:solidFill>
                <a:schemeClr val="lt1"/>
              </a:solidFill>
              <a:latin typeface="Poppins"/>
              <a:ea typeface="Poppins"/>
              <a:cs typeface="Poppins"/>
              <a:sym typeface="Poppins"/>
            </a:endParaRPr>
          </a:p>
        </p:txBody>
      </p:sp>
      <p:sp>
        <p:nvSpPr>
          <p:cNvPr id="3561" name="Google Shape;3561;p171"/>
          <p:cNvSpPr/>
          <p:nvPr/>
        </p:nvSpPr>
        <p:spPr>
          <a:xfrm>
            <a:off x="7757872" y="2502472"/>
            <a:ext cx="1080000" cy="1080000"/>
          </a:xfrm>
          <a:prstGeom prst="flowChartConnector">
            <a:avLst/>
          </a:prstGeom>
          <a:solidFill>
            <a:srgbClr val="FF3222">
              <a:alpha val="6071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i="1">
                <a:solidFill>
                  <a:schemeClr val="lt1"/>
                </a:solidFill>
                <a:latin typeface="Lato"/>
                <a:ea typeface="Lato"/>
                <a:cs typeface="Lato"/>
                <a:sym typeface="Lato"/>
              </a:rPr>
              <a:t>normes mesurables et changement de comportement basé sur des indicateurs clés</a:t>
            </a:r>
            <a:endParaRPr sz="800" i="1">
              <a:solidFill>
                <a:schemeClr val="lt1"/>
              </a:solidFill>
              <a:latin typeface="Lato"/>
              <a:ea typeface="Lato"/>
              <a:cs typeface="Lato"/>
              <a:sym typeface="Lato"/>
            </a:endParaRPr>
          </a:p>
        </p:txBody>
      </p:sp>
      <p:sp>
        <p:nvSpPr>
          <p:cNvPr id="3562" name="Google Shape;3562;p171"/>
          <p:cNvSpPr/>
          <p:nvPr/>
        </p:nvSpPr>
        <p:spPr>
          <a:xfrm>
            <a:off x="5309950" y="1577588"/>
            <a:ext cx="1880700" cy="1880700"/>
          </a:xfrm>
          <a:prstGeom prst="flowChartConnector">
            <a:avLst/>
          </a:prstGeom>
          <a:solidFill>
            <a:srgbClr val="4E115A"/>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a:solidFill>
                  <a:schemeClr val="lt1"/>
                </a:solidFill>
                <a:latin typeface="Lato"/>
                <a:ea typeface="Lato"/>
                <a:cs typeface="Lato"/>
                <a:sym typeface="Lato"/>
              </a:rPr>
              <a:t>Interventions for Social Behavior Change</a:t>
            </a:r>
            <a:endParaRPr sz="1200" b="1">
              <a:solidFill>
                <a:schemeClr val="lt1"/>
              </a:solidFill>
              <a:latin typeface="Lato"/>
              <a:ea typeface="Lato"/>
              <a:cs typeface="Lato"/>
              <a:sym typeface="Lato"/>
            </a:endParaRPr>
          </a:p>
        </p:txBody>
      </p:sp>
      <p:sp>
        <p:nvSpPr>
          <p:cNvPr id="3563" name="Google Shape;3563;p171"/>
          <p:cNvSpPr/>
          <p:nvPr/>
        </p:nvSpPr>
        <p:spPr>
          <a:xfrm>
            <a:off x="5074425" y="1382088"/>
            <a:ext cx="737400" cy="737400"/>
          </a:xfrm>
          <a:prstGeom prst="flowChartConnector">
            <a:avLst/>
          </a:prstGeom>
          <a:solidFill>
            <a:srgbClr val="80266C">
              <a:alpha val="7143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i="1">
                <a:solidFill>
                  <a:schemeClr val="lt1"/>
                </a:solidFill>
                <a:latin typeface="Lato"/>
                <a:ea typeface="Lato"/>
                <a:cs typeface="Lato"/>
                <a:sym typeface="Lato"/>
              </a:rPr>
              <a:t>Formations, conseils. éducation par les pairs</a:t>
            </a:r>
            <a:endParaRPr sz="800" i="1">
              <a:solidFill>
                <a:schemeClr val="lt1"/>
              </a:solidFill>
              <a:latin typeface="Lato"/>
              <a:ea typeface="Lato"/>
              <a:cs typeface="Lato"/>
              <a:sym typeface="Lato"/>
            </a:endParaRPr>
          </a:p>
        </p:txBody>
      </p:sp>
      <p:sp>
        <p:nvSpPr>
          <p:cNvPr id="3564" name="Google Shape;3564;p171"/>
          <p:cNvSpPr/>
          <p:nvPr/>
        </p:nvSpPr>
        <p:spPr>
          <a:xfrm>
            <a:off x="5881600" y="1015588"/>
            <a:ext cx="737400" cy="737400"/>
          </a:xfrm>
          <a:prstGeom prst="flowChartConnector">
            <a:avLst/>
          </a:prstGeom>
          <a:solidFill>
            <a:srgbClr val="80266C">
              <a:alpha val="7143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i="1">
                <a:solidFill>
                  <a:schemeClr val="lt1"/>
                </a:solidFill>
                <a:latin typeface="Lato"/>
                <a:ea typeface="Lato"/>
                <a:cs typeface="Lato"/>
                <a:sym typeface="Lato"/>
              </a:rPr>
              <a:t>Engagement communau-taire</a:t>
            </a:r>
            <a:endParaRPr sz="800" i="1">
              <a:solidFill>
                <a:schemeClr val="lt1"/>
              </a:solidFill>
              <a:latin typeface="Lato"/>
              <a:ea typeface="Lato"/>
              <a:cs typeface="Lato"/>
              <a:sym typeface="Lato"/>
            </a:endParaRPr>
          </a:p>
        </p:txBody>
      </p:sp>
      <p:sp>
        <p:nvSpPr>
          <p:cNvPr id="3565" name="Google Shape;3565;p171"/>
          <p:cNvSpPr/>
          <p:nvPr/>
        </p:nvSpPr>
        <p:spPr>
          <a:xfrm>
            <a:off x="5881600" y="3270813"/>
            <a:ext cx="737400" cy="737400"/>
          </a:xfrm>
          <a:prstGeom prst="flowChartConnector">
            <a:avLst/>
          </a:prstGeom>
          <a:solidFill>
            <a:srgbClr val="80266C">
              <a:alpha val="7143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i="1">
                <a:solidFill>
                  <a:schemeClr val="lt1"/>
                </a:solidFill>
                <a:latin typeface="Lato"/>
                <a:ea typeface="Lato"/>
                <a:cs typeface="Lato"/>
                <a:sym typeface="Lato"/>
              </a:rPr>
              <a:t>Plaidoyer</a:t>
            </a:r>
            <a:endParaRPr sz="800" i="1">
              <a:solidFill>
                <a:schemeClr val="lt1"/>
              </a:solidFill>
              <a:latin typeface="Lato"/>
              <a:ea typeface="Lato"/>
              <a:cs typeface="Lato"/>
              <a:sym typeface="Lato"/>
            </a:endParaRPr>
          </a:p>
        </p:txBody>
      </p:sp>
      <p:sp>
        <p:nvSpPr>
          <p:cNvPr id="3566" name="Google Shape;3566;p171"/>
          <p:cNvSpPr/>
          <p:nvPr/>
        </p:nvSpPr>
        <p:spPr>
          <a:xfrm>
            <a:off x="6688775" y="1382088"/>
            <a:ext cx="737400" cy="737400"/>
          </a:xfrm>
          <a:prstGeom prst="flowChartConnector">
            <a:avLst/>
          </a:prstGeom>
          <a:solidFill>
            <a:srgbClr val="80266C">
              <a:alpha val="7143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i="1">
                <a:solidFill>
                  <a:schemeClr val="lt1"/>
                </a:solidFill>
                <a:latin typeface="Lato"/>
                <a:ea typeface="Lato"/>
                <a:cs typeface="Lato"/>
                <a:sym typeface="Lato"/>
              </a:rPr>
              <a:t>Déviance positive</a:t>
            </a:r>
            <a:endParaRPr sz="800" i="1">
              <a:solidFill>
                <a:schemeClr val="lt1"/>
              </a:solidFill>
              <a:latin typeface="Lato"/>
              <a:ea typeface="Lato"/>
              <a:cs typeface="Lato"/>
              <a:sym typeface="Lato"/>
            </a:endParaRPr>
          </a:p>
        </p:txBody>
      </p:sp>
      <p:sp>
        <p:nvSpPr>
          <p:cNvPr id="3567" name="Google Shape;3567;p171"/>
          <p:cNvSpPr/>
          <p:nvPr/>
        </p:nvSpPr>
        <p:spPr>
          <a:xfrm>
            <a:off x="5074425" y="2984813"/>
            <a:ext cx="737400" cy="737400"/>
          </a:xfrm>
          <a:prstGeom prst="flowChartConnector">
            <a:avLst/>
          </a:prstGeom>
          <a:solidFill>
            <a:srgbClr val="80266C">
              <a:alpha val="7143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i="1">
                <a:solidFill>
                  <a:schemeClr val="lt1"/>
                </a:solidFill>
                <a:latin typeface="Lato"/>
                <a:ea typeface="Lato"/>
                <a:cs typeface="Lato"/>
                <a:sym typeface="Lato"/>
              </a:rPr>
              <a:t>Communi-</a:t>
            </a:r>
            <a:endParaRPr sz="800" i="1">
              <a:solidFill>
                <a:schemeClr val="lt1"/>
              </a:solidFill>
              <a:latin typeface="Lato"/>
              <a:ea typeface="Lato"/>
              <a:cs typeface="Lato"/>
              <a:sym typeface="Lato"/>
            </a:endParaRPr>
          </a:p>
          <a:p>
            <a:pPr marL="0" lvl="0" indent="0" algn="ctr" rtl="0">
              <a:spcBef>
                <a:spcPts val="0"/>
              </a:spcBef>
              <a:spcAft>
                <a:spcPts val="0"/>
              </a:spcAft>
              <a:buNone/>
            </a:pPr>
            <a:r>
              <a:rPr lang="en" sz="800" i="1">
                <a:solidFill>
                  <a:schemeClr val="lt1"/>
                </a:solidFill>
                <a:latin typeface="Lato"/>
                <a:ea typeface="Lato"/>
                <a:cs typeface="Lato"/>
                <a:sym typeface="Lato"/>
              </a:rPr>
              <a:t>cation</a:t>
            </a:r>
            <a:endParaRPr sz="800" i="1">
              <a:solidFill>
                <a:schemeClr val="lt1"/>
              </a:solidFill>
              <a:latin typeface="Lato"/>
              <a:ea typeface="Lato"/>
              <a:cs typeface="Lato"/>
              <a:sym typeface="Lato"/>
            </a:endParaRPr>
          </a:p>
        </p:txBody>
      </p:sp>
      <p:sp>
        <p:nvSpPr>
          <p:cNvPr id="3568" name="Google Shape;3568;p171"/>
          <p:cNvSpPr/>
          <p:nvPr/>
        </p:nvSpPr>
        <p:spPr>
          <a:xfrm>
            <a:off x="6688775" y="2984813"/>
            <a:ext cx="737400" cy="737400"/>
          </a:xfrm>
          <a:prstGeom prst="flowChartConnector">
            <a:avLst/>
          </a:prstGeom>
          <a:solidFill>
            <a:srgbClr val="80266C">
              <a:alpha val="7143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i="1">
                <a:solidFill>
                  <a:schemeClr val="lt1"/>
                </a:solidFill>
                <a:latin typeface="Lato"/>
                <a:ea typeface="Lato"/>
                <a:cs typeface="Lato"/>
                <a:sym typeface="Lato"/>
              </a:rPr>
              <a:t>Prestation de services et marchés</a:t>
            </a:r>
            <a:endParaRPr sz="800" i="1">
              <a:solidFill>
                <a:schemeClr val="lt1"/>
              </a:solidFill>
              <a:latin typeface="Lato"/>
              <a:ea typeface="Lato"/>
              <a:cs typeface="Lato"/>
              <a:sym typeface="Lato"/>
            </a:endParaRPr>
          </a:p>
        </p:txBody>
      </p:sp>
      <p:cxnSp>
        <p:nvCxnSpPr>
          <p:cNvPr id="3569" name="Google Shape;3569;p171"/>
          <p:cNvCxnSpPr/>
          <p:nvPr/>
        </p:nvCxnSpPr>
        <p:spPr>
          <a:xfrm rot="10800000">
            <a:off x="4784388" y="2511900"/>
            <a:ext cx="244800" cy="0"/>
          </a:xfrm>
          <a:prstGeom prst="straightConnector1">
            <a:avLst/>
          </a:prstGeom>
          <a:noFill/>
          <a:ln w="19050" cap="flat" cmpd="sng">
            <a:solidFill>
              <a:schemeClr val="dk1"/>
            </a:solidFill>
            <a:prstDash val="solid"/>
            <a:round/>
            <a:headEnd type="triangle" w="med" len="med"/>
            <a:tailEnd type="none" w="med" len="med"/>
          </a:ln>
        </p:spPr>
      </p:cxnSp>
      <p:cxnSp>
        <p:nvCxnSpPr>
          <p:cNvPr id="3570" name="Google Shape;3570;p171"/>
          <p:cNvCxnSpPr/>
          <p:nvPr/>
        </p:nvCxnSpPr>
        <p:spPr>
          <a:xfrm flipH="1">
            <a:off x="4770450" y="2277325"/>
            <a:ext cx="272700" cy="156300"/>
          </a:xfrm>
          <a:prstGeom prst="straightConnector1">
            <a:avLst/>
          </a:prstGeom>
          <a:noFill/>
          <a:ln w="19050" cap="flat" cmpd="sng">
            <a:solidFill>
              <a:schemeClr val="dk1"/>
            </a:solidFill>
            <a:prstDash val="solid"/>
            <a:round/>
            <a:headEnd type="triangle" w="med" len="med"/>
            <a:tailEnd type="none" w="med" len="med"/>
          </a:ln>
        </p:spPr>
      </p:cxnSp>
      <p:cxnSp>
        <p:nvCxnSpPr>
          <p:cNvPr id="3571" name="Google Shape;3571;p171"/>
          <p:cNvCxnSpPr/>
          <p:nvPr/>
        </p:nvCxnSpPr>
        <p:spPr>
          <a:xfrm rot="10800000">
            <a:off x="4784150" y="2590175"/>
            <a:ext cx="234300" cy="174000"/>
          </a:xfrm>
          <a:prstGeom prst="straightConnector1">
            <a:avLst/>
          </a:prstGeom>
          <a:noFill/>
          <a:ln w="19050" cap="flat" cmpd="sng">
            <a:solidFill>
              <a:schemeClr val="dk1"/>
            </a:solidFill>
            <a:prstDash val="solid"/>
            <a:round/>
            <a:headEnd type="triangle" w="med" len="med"/>
            <a:tailEnd type="none" w="med" len="med"/>
          </a:ln>
        </p:spPr>
      </p:cxnSp>
      <p:cxnSp>
        <p:nvCxnSpPr>
          <p:cNvPr id="3572" name="Google Shape;3572;p171"/>
          <p:cNvCxnSpPr/>
          <p:nvPr/>
        </p:nvCxnSpPr>
        <p:spPr>
          <a:xfrm rot="10800000">
            <a:off x="7457438" y="2190075"/>
            <a:ext cx="244800" cy="0"/>
          </a:xfrm>
          <a:prstGeom prst="straightConnector1">
            <a:avLst/>
          </a:prstGeom>
          <a:noFill/>
          <a:ln w="19050" cap="flat" cmpd="sng">
            <a:solidFill>
              <a:schemeClr val="dk1"/>
            </a:solidFill>
            <a:prstDash val="solid"/>
            <a:round/>
            <a:headEnd type="triangle" w="med" len="med"/>
            <a:tailEnd type="none" w="med" len="med"/>
          </a:ln>
        </p:spPr>
      </p:cxnSp>
      <p:cxnSp>
        <p:nvCxnSpPr>
          <p:cNvPr id="3573" name="Google Shape;3573;p171"/>
          <p:cNvCxnSpPr/>
          <p:nvPr/>
        </p:nvCxnSpPr>
        <p:spPr>
          <a:xfrm rot="10800000">
            <a:off x="7457438" y="2966650"/>
            <a:ext cx="244800" cy="0"/>
          </a:xfrm>
          <a:prstGeom prst="straightConnector1">
            <a:avLst/>
          </a:prstGeom>
          <a:noFill/>
          <a:ln w="19050" cap="flat" cmpd="sng">
            <a:solidFill>
              <a:schemeClr val="dk1"/>
            </a:solidFill>
            <a:prstDash val="solid"/>
            <a:round/>
            <a:headEnd type="triangle" w="med" len="med"/>
            <a:tailEnd type="none" w="med" len="med"/>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13182</TotalTime>
  <Words>2400</Words>
  <Application>Microsoft Office PowerPoint</Application>
  <PresentationFormat>On-screen Show (16:9)</PresentationFormat>
  <Paragraphs>253</Paragraphs>
  <Slides>19</Slides>
  <Notes>19</Notes>
  <HiddenSlides>1</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19</vt:i4>
      </vt:variant>
    </vt:vector>
  </HeadingPairs>
  <TitlesOfParts>
    <vt:vector size="32" baseType="lpstr">
      <vt:lpstr>Arial</vt:lpstr>
      <vt:lpstr>Open Sans</vt:lpstr>
      <vt:lpstr>Lato</vt:lpstr>
      <vt:lpstr>Poppins Black</vt:lpstr>
      <vt:lpstr>Poppins ExtraBold</vt:lpstr>
      <vt:lpstr>Calibri</vt:lpstr>
      <vt:lpstr>Karla</vt:lpstr>
      <vt:lpstr>Helvetica Neue</vt:lpstr>
      <vt:lpstr>Lato Black</vt:lpstr>
      <vt:lpstr>Roboto</vt:lpstr>
      <vt:lpstr>Poppins</vt:lpstr>
      <vt:lpstr>Simple Light</vt:lpstr>
      <vt:lpstr>Simple Light</vt:lpstr>
      <vt:lpstr>PowerPoint Presentation</vt:lpstr>
      <vt:lpstr>Introduction au design centré sur l’humain</vt:lpstr>
      <vt:lpstr>PowerPoint Presentation</vt:lpstr>
      <vt:lpstr>Comment changer un comportement?</vt:lpstr>
      <vt:lpstr>Informer  n’est pas suffisant.</vt:lpstr>
      <vt:lpstr>PowerPoint Presentation</vt:lpstr>
      <vt:lpstr>PowerPoint Presentation</vt:lpstr>
      <vt:lpstr>Les obstacles vont au-delà des connaissances</vt:lpstr>
      <vt:lpstr>PowerPoint Presentation</vt:lpstr>
      <vt:lpstr>Pour faire cela, nous avons besoin d'une approche différente et d'un état d'esprit différent.</vt:lpstr>
      <vt:lpstr>Nous utilisons donc des méthodes qui conçoivent avec, pas pour la communauté.</vt:lpstr>
      <vt:lpstr>On développe des interventions qui vont au-delà de la communication qui tirent parti des habitudes, des traditions et des influenceurs locaux</vt:lpstr>
      <vt:lpstr>→ Une approche sur mesure est nécessaire.   Le design centré sur l'humain s’applique en collaboration avec des communautés pour concevoir des solutions incluant leurs contributions et leurs points de vue. </vt:lpstr>
      <vt:lpstr>Une histoire familière</vt:lpstr>
      <vt:lpstr>Concevoir des services de santé est un défi centré sur l'humain.</vt:lpstr>
      <vt:lpstr>Étapes SBC : approche en cascade</vt:lpstr>
      <vt:lpstr>Extension du DCH : Diverger et converger</vt:lpstr>
      <vt:lpstr>Un processus itératif utilisant des outils simples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Sylvain Muya</dc:creator>
  <cp:lastModifiedBy>Sylvain Muya</cp:lastModifiedBy>
  <cp:revision>15</cp:revision>
  <dcterms:modified xsi:type="dcterms:W3CDTF">2025-12-13T11:17:43Z</dcterms:modified>
</cp:coreProperties>
</file>